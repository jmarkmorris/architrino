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3.xml" ContentType="application/vnd.openxmlformats-officedocument.theme+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6" r:id="rId2"/>
    <p:sldMasterId id="2147483668" r:id="rId3"/>
    <p:sldMasterId id="2147483672" r:id="rId4"/>
  </p:sldMasterIdLst>
  <p:notesMasterIdLst>
    <p:notesMasterId r:id="rId54"/>
  </p:notesMasterIdLst>
  <p:sldIdLst>
    <p:sldId id="823" r:id="rId5"/>
    <p:sldId id="764" r:id="rId6"/>
    <p:sldId id="851" r:id="rId7"/>
    <p:sldId id="330" r:id="rId8"/>
    <p:sldId id="580" r:id="rId9"/>
    <p:sldId id="581" r:id="rId10"/>
    <p:sldId id="808" r:id="rId11"/>
    <p:sldId id="567" r:id="rId12"/>
    <p:sldId id="811" r:id="rId13"/>
    <p:sldId id="818" r:id="rId14"/>
    <p:sldId id="819" r:id="rId15"/>
    <p:sldId id="869" r:id="rId16"/>
    <p:sldId id="870" r:id="rId17"/>
    <p:sldId id="852" r:id="rId18"/>
    <p:sldId id="859" r:id="rId19"/>
    <p:sldId id="873" r:id="rId20"/>
    <p:sldId id="872" r:id="rId21"/>
    <p:sldId id="868" r:id="rId22"/>
    <p:sldId id="844" r:id="rId23"/>
    <p:sldId id="848" r:id="rId24"/>
    <p:sldId id="845" r:id="rId25"/>
    <p:sldId id="847" r:id="rId26"/>
    <p:sldId id="382" r:id="rId27"/>
    <p:sldId id="871" r:id="rId28"/>
    <p:sldId id="843" r:id="rId29"/>
    <p:sldId id="850" r:id="rId30"/>
    <p:sldId id="864" r:id="rId31"/>
    <p:sldId id="838" r:id="rId32"/>
    <p:sldId id="839" r:id="rId33"/>
    <p:sldId id="840" r:id="rId34"/>
    <p:sldId id="841" r:id="rId35"/>
    <p:sldId id="842" r:id="rId36"/>
    <p:sldId id="816" r:id="rId37"/>
    <p:sldId id="817" r:id="rId38"/>
    <p:sldId id="854" r:id="rId39"/>
    <p:sldId id="865" r:id="rId40"/>
    <p:sldId id="810" r:id="rId41"/>
    <p:sldId id="856" r:id="rId42"/>
    <p:sldId id="397" r:id="rId43"/>
    <p:sldId id="398" r:id="rId44"/>
    <p:sldId id="813" r:id="rId45"/>
    <p:sldId id="866" r:id="rId46"/>
    <p:sldId id="861" r:id="rId47"/>
    <p:sldId id="862" r:id="rId48"/>
    <p:sldId id="863" r:id="rId49"/>
    <p:sldId id="860" r:id="rId50"/>
    <p:sldId id="858" r:id="rId51"/>
    <p:sldId id="857" r:id="rId52"/>
    <p:sldId id="867" r:id="rId5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ark Morris" initials="MM" lastIdx="1" clrIdx="0">
    <p:extLst>
      <p:ext uri="{19B8F6BF-5375-455C-9EA6-DF929625EA0E}">
        <p15:presenceInfo xmlns:p15="http://schemas.microsoft.com/office/powerpoint/2012/main" userId="e0501bf2facbc5eb"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40FF"/>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vertBarState="minimized" horzBarState="maximized">
    <p:restoredLeft sz="34371"/>
    <p:restoredTop sz="97155"/>
  </p:normalViewPr>
  <p:slideViewPr>
    <p:cSldViewPr snapToGrid="0" snapToObjects="1">
      <p:cViewPr>
        <p:scale>
          <a:sx n="127" d="100"/>
          <a:sy n="127" d="100"/>
        </p:scale>
        <p:origin x="3296" y="1400"/>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commentAuthors" Target="commentAuthors.xml"/><Relationship Id="rId7" Type="http://schemas.openxmlformats.org/officeDocument/2006/relationships/slide" Target="slides/slide3.xml"/><Relationship Id="rId2" Type="http://schemas.openxmlformats.org/officeDocument/2006/relationships/slideMaster" Target="slideMasters/slideMaster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theme" Target="theme/theme1.xml"/><Relationship Id="rId5" Type="http://schemas.openxmlformats.org/officeDocument/2006/relationships/slide" Target="slides/slide1.xml"/><Relationship Id="rId19" Type="http://schemas.openxmlformats.org/officeDocument/2006/relationships/slide" Target="slides/slide15.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viewProps" Target="viewProp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7505754-C48E-DF4E-9B84-E7B6A3B19E2D}" type="datetimeFigureOut">
              <a:rPr lang="en-US" smtClean="0"/>
              <a:t>11/28/24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BB0362E-5C5C-984E-ABC7-C52ED959C05D}" type="slidenum">
              <a:rPr lang="en-US" smtClean="0"/>
              <a:t>‹#›</a:t>
            </a:fld>
            <a:endParaRPr lang="en-US"/>
          </a:p>
        </p:txBody>
      </p:sp>
    </p:spTree>
    <p:extLst>
      <p:ext uri="{BB962C8B-B14F-4D97-AF65-F5344CB8AC3E}">
        <p14:creationId xmlns:p14="http://schemas.microsoft.com/office/powerpoint/2010/main" val="7450992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Welcome to this episode of Emergent Nature. </a:t>
            </a:r>
          </a:p>
          <a:p>
            <a:endParaRPr lang="en-US" dirty="0"/>
          </a:p>
          <a:p>
            <a:r>
              <a:rPr lang="en-US" dirty="0"/>
              <a:t>My name is J Mark Morris. I go by Mark.</a:t>
            </a:r>
          </a:p>
          <a:p>
            <a:endParaRPr lang="en-US" dirty="0"/>
          </a:p>
          <a:p>
            <a:r>
              <a:rPr lang="en-US" dirty="0"/>
              <a:t>In this episode I’ll discuss the error that caused science to go off track into general relativity and quantum mechanics.</a:t>
            </a:r>
          </a:p>
          <a:p>
            <a:endParaRPr lang="en-US" dirty="0"/>
          </a:p>
          <a:p>
            <a:r>
              <a:rPr lang="en-US" dirty="0"/>
              <a:t>That may seem like an unusual thing to say, since general relativity and quantum theory are generally considered to be successful effective theories.</a:t>
            </a:r>
          </a:p>
          <a:p>
            <a:endParaRPr lang="en-US" dirty="0"/>
          </a:p>
          <a:p>
            <a:r>
              <a:rPr lang="en-US" dirty="0"/>
              <a:t>However, as we will see, an error circa 1900 threw science off track.</a:t>
            </a:r>
          </a:p>
          <a:p>
            <a:endParaRPr lang="en-US" dirty="0"/>
          </a:p>
          <a:p>
            <a:r>
              <a:rPr lang="en-US" dirty="0"/>
              <a:t>There is a parsimonious solution to nature.</a:t>
            </a:r>
          </a:p>
          <a:p>
            <a:endParaRPr lang="en-US" dirty="0"/>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Helvetica Neue" panose="02000503000000020004" pitchFamily="2"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Helvetica Neue" panose="02000503000000020004" pitchFamily="2" charset="0"/>
              <a:ea typeface="+mn-ea"/>
              <a:cs typeface="+mn-cs"/>
            </a:endParaRPr>
          </a:p>
        </p:txBody>
      </p:sp>
    </p:spTree>
    <p:extLst>
      <p:ext uri="{BB962C8B-B14F-4D97-AF65-F5344CB8AC3E}">
        <p14:creationId xmlns:p14="http://schemas.microsoft.com/office/powerpoint/2010/main" val="1180136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036800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 to reddit May 25, 2019. </a:t>
            </a:r>
            <a:r>
              <a:rPr lang="en-US" sz="1200" b="0" i="0" u="none" strike="noStrike" kern="1200" dirty="0">
                <a:solidFill>
                  <a:schemeClr val="tx1"/>
                </a:solidFill>
                <a:effectLst/>
                <a:latin typeface="+mn-lt"/>
                <a:ea typeface="+mn-ea"/>
                <a:cs typeface="+mn-cs"/>
              </a:rPr>
              <a:t>I searched </a:t>
            </a:r>
            <a:r>
              <a:rPr lang="en-US" sz="1200" b="0" i="0" u="none" strike="noStrike" kern="1200" dirty="0" err="1">
                <a:solidFill>
                  <a:schemeClr val="tx1"/>
                </a:solidFill>
                <a:effectLst/>
                <a:latin typeface="+mn-lt"/>
                <a:ea typeface="+mn-ea"/>
                <a:cs typeface="+mn-cs"/>
              </a:rPr>
              <a:t>wikipedia</a:t>
            </a:r>
            <a:r>
              <a:rPr lang="en-US" sz="1200" b="0" i="0" u="none" strike="noStrike" kern="1200" dirty="0">
                <a:solidFill>
                  <a:schemeClr val="tx1"/>
                </a:solidFill>
                <a:effectLst/>
                <a:latin typeface="+mn-lt"/>
                <a:ea typeface="+mn-ea"/>
                <a:cs typeface="+mn-cs"/>
              </a:rPr>
              <a:t> and the web and the references I could find to Planck wavelength redirected to Planck length. But then I tried the formulas for the energy of a hypothetical Planck photon, which would presumably be the Planck energy and I found that Planck wavelength should really be 2 * pi * </a:t>
            </a:r>
            <a:r>
              <a:rPr lang="en-US" sz="1200" b="0" i="0" u="none" strike="noStrike" kern="1200" dirty="0" err="1">
                <a:solidFill>
                  <a:schemeClr val="tx1"/>
                </a:solidFill>
                <a:effectLst/>
                <a:latin typeface="+mn-lt"/>
                <a:ea typeface="+mn-ea"/>
                <a:cs typeface="+mn-cs"/>
              </a:rPr>
              <a:t>PlanckLength</a:t>
            </a:r>
            <a:r>
              <a:rPr lang="en-US" sz="1200" b="0" i="0" u="none" strike="noStrike" kern="1200" dirty="0">
                <a:solidFill>
                  <a:schemeClr val="tx1"/>
                </a:solidFill>
                <a:effectLst/>
                <a:latin typeface="+mn-lt"/>
                <a:ea typeface="+mn-ea"/>
                <a:cs typeface="+mn-cs"/>
              </a:rPr>
              <a:t>. I show my work in the accompanying image. It seems odd to me that the Planck wavelength of a Planck photon would not be defined properly. So, perhaps I am making an assumption I shouldn't have or maybe I screwed up the math. Any ideas?</a:t>
            </a:r>
            <a:endParaRPr lang="en-US" dirty="0"/>
          </a:p>
        </p:txBody>
      </p:sp>
      <p:sp>
        <p:nvSpPr>
          <p:cNvPr id="4" name="Slide Number Placeholder 3"/>
          <p:cNvSpPr>
            <a:spLocks noGrp="1"/>
          </p:cNvSpPr>
          <p:nvPr>
            <p:ph type="sldNum" sz="quarter" idx="5"/>
          </p:nvPr>
        </p:nvSpPr>
        <p:spPr/>
        <p:txBody>
          <a:bodyPr/>
          <a:lstStyle/>
          <a:p>
            <a:fld id="{4BB0362E-5C5C-984E-ABC7-C52ED959C05D}" type="slidenum">
              <a:rPr lang="en-US" smtClean="0"/>
              <a:t>5</a:t>
            </a:fld>
            <a:endParaRPr lang="en-US"/>
          </a:p>
        </p:txBody>
      </p:sp>
    </p:spTree>
    <p:extLst>
      <p:ext uri="{BB962C8B-B14F-4D97-AF65-F5344CB8AC3E}">
        <p14:creationId xmlns:p14="http://schemas.microsoft.com/office/powerpoint/2010/main" val="18310291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BB0362E-5C5C-984E-ABC7-C52ED959C05D}" type="slidenum">
              <a:rPr lang="en-US" smtClean="0"/>
              <a:t>6</a:t>
            </a:fld>
            <a:endParaRPr lang="en-US"/>
          </a:p>
        </p:txBody>
      </p:sp>
    </p:spTree>
    <p:extLst>
      <p:ext uri="{BB962C8B-B14F-4D97-AF65-F5344CB8AC3E}">
        <p14:creationId xmlns:p14="http://schemas.microsoft.com/office/powerpoint/2010/main" val="277188210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204EC2-F2EC-40F2-ECD1-CFC9B14EA3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57EE99-2032-3928-873E-FF398A8FF5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4A29C45-B6E9-95A2-B7B0-ABDF9E7C068F}"/>
              </a:ext>
            </a:extLst>
          </p:cNvPr>
          <p:cNvSpPr>
            <a:spLocks noGrp="1"/>
          </p:cNvSpPr>
          <p:nvPr>
            <p:ph type="body" idx="1"/>
          </p:nvPr>
        </p:nvSpPr>
        <p:spPr/>
        <p:txBody>
          <a:bodyPr/>
          <a:lstStyle/>
          <a:p>
            <a:r>
              <a:rPr lang="en-US" dirty="0"/>
              <a:t>Hi. Welcome to this episode of Emergent Nature. </a:t>
            </a:r>
          </a:p>
          <a:p>
            <a:endParaRPr lang="en-US" dirty="0"/>
          </a:p>
          <a:p>
            <a:r>
              <a:rPr lang="en-US" dirty="0"/>
              <a:t>My name is J Mark Morris. I go by Mark.</a:t>
            </a:r>
          </a:p>
          <a:p>
            <a:endParaRPr lang="en-US" dirty="0"/>
          </a:p>
          <a:p>
            <a:r>
              <a:rPr lang="en-US" dirty="0"/>
              <a:t>In this episode I’ll discuss the error that caused science to go off track into general relativity and quantum mechanics.</a:t>
            </a:r>
          </a:p>
          <a:p>
            <a:endParaRPr lang="en-US" dirty="0"/>
          </a:p>
          <a:p>
            <a:r>
              <a:rPr lang="en-US" dirty="0"/>
              <a:t>That may seem like an unusual thing to say, since general relativity and quantum theory are generally considered to be successful effective theories.</a:t>
            </a:r>
          </a:p>
          <a:p>
            <a:endParaRPr lang="en-US" dirty="0"/>
          </a:p>
          <a:p>
            <a:r>
              <a:rPr lang="en-US" dirty="0"/>
              <a:t>However, as we will see, an error circa 1900 threw science off track.</a:t>
            </a:r>
          </a:p>
          <a:p>
            <a:endParaRPr lang="en-US" dirty="0"/>
          </a:p>
          <a:p>
            <a:r>
              <a:rPr lang="en-US" dirty="0"/>
              <a:t>There is a parsimonious solution to nature.</a:t>
            </a:r>
          </a:p>
          <a:p>
            <a:endParaRPr lang="en-US" dirty="0"/>
          </a:p>
          <a:p>
            <a:endParaRPr lang="en-US" dirty="0"/>
          </a:p>
        </p:txBody>
      </p:sp>
      <p:sp>
        <p:nvSpPr>
          <p:cNvPr id="4" name="Slide Number Placeholder 3">
            <a:extLst>
              <a:ext uri="{FF2B5EF4-FFF2-40B4-BE49-F238E27FC236}">
                <a16:creationId xmlns:a16="http://schemas.microsoft.com/office/drawing/2014/main" id="{65B702E5-EC52-D288-BD67-67CB83C05901}"/>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Helvetica Neue" panose="02000503000000020004" pitchFamily="2"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solidFill>
              <a:effectLst/>
              <a:uLnTx/>
              <a:uFillTx/>
              <a:latin typeface="Helvetica Neue" panose="02000503000000020004" pitchFamily="2" charset="0"/>
              <a:ea typeface="+mn-ea"/>
              <a:cs typeface="+mn-cs"/>
            </a:endParaRPr>
          </a:p>
        </p:txBody>
      </p:sp>
    </p:spTree>
    <p:extLst>
      <p:ext uri="{BB962C8B-B14F-4D97-AF65-F5344CB8AC3E}">
        <p14:creationId xmlns:p14="http://schemas.microsoft.com/office/powerpoint/2010/main" val="21554954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DC9963-E11E-E97F-EF4B-22EA8E4176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B050EB-31F0-52F1-21A8-2D6A06DC5D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AF6E54-F9B5-1BB5-5006-39E0E025D20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BA75D17-39A5-6FAB-0F1B-23607A9FC796}"/>
              </a:ext>
            </a:extLst>
          </p:cNvPr>
          <p:cNvSpPr>
            <a:spLocks noGrp="1"/>
          </p:cNvSpPr>
          <p:nvPr>
            <p:ph type="sldNum" sz="quarter" idx="5"/>
          </p:nvPr>
        </p:nvSpPr>
        <p:spPr/>
        <p:txBody>
          <a:bodyPr/>
          <a:lstStyle/>
          <a:p>
            <a:fld id="{4BB0362E-5C5C-984E-ABC7-C52ED959C05D}" type="slidenum">
              <a:rPr lang="en-US" smtClean="0"/>
              <a:t>14</a:t>
            </a:fld>
            <a:endParaRPr lang="en-US"/>
          </a:p>
        </p:txBody>
      </p:sp>
    </p:spTree>
    <p:extLst>
      <p:ext uri="{BB962C8B-B14F-4D97-AF65-F5344CB8AC3E}">
        <p14:creationId xmlns:p14="http://schemas.microsoft.com/office/powerpoint/2010/main" val="12752135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9E11F-4B7C-534B-7AC4-8947FBC5D2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B46006-6D1A-1063-7DF4-39DF065B83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3F4855-3F4C-E568-7915-6C0A7370B2EA}"/>
              </a:ext>
            </a:extLst>
          </p:cNvPr>
          <p:cNvSpPr>
            <a:spLocks noGrp="1"/>
          </p:cNvSpPr>
          <p:nvPr>
            <p:ph type="body" idx="1"/>
          </p:nvPr>
        </p:nvSpPr>
        <p:spPr/>
        <p:txBody>
          <a:bodyPr/>
          <a:lstStyle/>
          <a:p>
            <a:r>
              <a:rPr lang="en-US" dirty="0"/>
              <a:t>Hi. Welcome to this episode of Emergent Nature. </a:t>
            </a:r>
          </a:p>
          <a:p>
            <a:endParaRPr lang="en-US" dirty="0"/>
          </a:p>
          <a:p>
            <a:r>
              <a:rPr lang="en-US" dirty="0"/>
              <a:t>My name is J Mark Morris. I go by Mark.</a:t>
            </a:r>
          </a:p>
          <a:p>
            <a:endParaRPr lang="en-US" dirty="0"/>
          </a:p>
          <a:p>
            <a:r>
              <a:rPr lang="en-US" dirty="0"/>
              <a:t>In this episode I’ll discuss the error that caused science to go off track into general relativity and quantum mechanics.</a:t>
            </a:r>
          </a:p>
          <a:p>
            <a:endParaRPr lang="en-US" dirty="0"/>
          </a:p>
          <a:p>
            <a:r>
              <a:rPr lang="en-US" dirty="0"/>
              <a:t>That may seem like an unusual thing to say, since general relativity and quantum theory are generally considered to be successful effective theories.</a:t>
            </a:r>
          </a:p>
          <a:p>
            <a:endParaRPr lang="en-US" dirty="0"/>
          </a:p>
          <a:p>
            <a:r>
              <a:rPr lang="en-US" dirty="0"/>
              <a:t>However, as we will see, an error circa 1900 threw science off track.</a:t>
            </a:r>
          </a:p>
          <a:p>
            <a:endParaRPr lang="en-US" dirty="0"/>
          </a:p>
          <a:p>
            <a:r>
              <a:rPr lang="en-US" dirty="0"/>
              <a:t>There is a parsimonious solution to nature.</a:t>
            </a:r>
          </a:p>
          <a:p>
            <a:endParaRPr lang="en-US" dirty="0"/>
          </a:p>
          <a:p>
            <a:endParaRPr lang="en-US" dirty="0"/>
          </a:p>
        </p:txBody>
      </p:sp>
      <p:sp>
        <p:nvSpPr>
          <p:cNvPr id="4" name="Slide Number Placeholder 3">
            <a:extLst>
              <a:ext uri="{FF2B5EF4-FFF2-40B4-BE49-F238E27FC236}">
                <a16:creationId xmlns:a16="http://schemas.microsoft.com/office/drawing/2014/main" id="{D2CDF208-C2BA-79FF-7F57-3007A97C9A0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Helvetica Neue" panose="02000503000000020004" pitchFamily="2"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solidFill>
              <a:effectLst/>
              <a:uLnTx/>
              <a:uFillTx/>
              <a:latin typeface="Helvetica Neue" panose="02000503000000020004" pitchFamily="2" charset="0"/>
              <a:ea typeface="+mn-ea"/>
              <a:cs typeface="+mn-cs"/>
            </a:endParaRPr>
          </a:p>
        </p:txBody>
      </p:sp>
    </p:spTree>
    <p:extLst>
      <p:ext uri="{BB962C8B-B14F-4D97-AF65-F5344CB8AC3E}">
        <p14:creationId xmlns:p14="http://schemas.microsoft.com/office/powerpoint/2010/main" val="183078320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BC7E24-DA5B-F52D-21AC-BDE3B38C99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6B6538-F4F6-21B2-FFF7-F7A9534B85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8FC8012-3C4A-12D5-94B7-FABDC51D30A4}"/>
              </a:ext>
            </a:extLst>
          </p:cNvPr>
          <p:cNvSpPr>
            <a:spLocks noGrp="1"/>
          </p:cNvSpPr>
          <p:nvPr>
            <p:ph type="body" idx="1"/>
          </p:nvPr>
        </p:nvSpPr>
        <p:spPr/>
        <p:txBody>
          <a:bodyPr/>
          <a:lstStyle/>
          <a:p>
            <a:r>
              <a:rPr lang="en-US" dirty="0"/>
              <a:t>Hi. Welcome to this episode of Emergent Nature. </a:t>
            </a:r>
          </a:p>
          <a:p>
            <a:endParaRPr lang="en-US" dirty="0"/>
          </a:p>
          <a:p>
            <a:r>
              <a:rPr lang="en-US" dirty="0"/>
              <a:t>My name is J Mark Morris. I go by Mark.</a:t>
            </a:r>
          </a:p>
          <a:p>
            <a:endParaRPr lang="en-US" dirty="0"/>
          </a:p>
          <a:p>
            <a:r>
              <a:rPr lang="en-US" dirty="0"/>
              <a:t>In this episode I’ll discuss the error that caused science to go off track into general relativity and quantum mechanics.</a:t>
            </a:r>
          </a:p>
          <a:p>
            <a:endParaRPr lang="en-US" dirty="0"/>
          </a:p>
          <a:p>
            <a:r>
              <a:rPr lang="en-US" dirty="0"/>
              <a:t>That may seem like an unusual thing to say, since general relativity and quantum theory are generally considered to be successful effective theories.</a:t>
            </a:r>
          </a:p>
          <a:p>
            <a:endParaRPr lang="en-US" dirty="0"/>
          </a:p>
          <a:p>
            <a:r>
              <a:rPr lang="en-US" dirty="0"/>
              <a:t>However, as we will see, an error circa 1900 threw science off track.</a:t>
            </a:r>
          </a:p>
          <a:p>
            <a:endParaRPr lang="en-US" dirty="0"/>
          </a:p>
          <a:p>
            <a:r>
              <a:rPr lang="en-US" dirty="0"/>
              <a:t>There is a parsimonious solution to nature.</a:t>
            </a:r>
          </a:p>
          <a:p>
            <a:endParaRPr lang="en-US" dirty="0"/>
          </a:p>
          <a:p>
            <a:endParaRPr lang="en-US" dirty="0"/>
          </a:p>
        </p:txBody>
      </p:sp>
      <p:sp>
        <p:nvSpPr>
          <p:cNvPr id="4" name="Slide Number Placeholder 3">
            <a:extLst>
              <a:ext uri="{FF2B5EF4-FFF2-40B4-BE49-F238E27FC236}">
                <a16:creationId xmlns:a16="http://schemas.microsoft.com/office/drawing/2014/main" id="{F19E7B1F-1B22-CAC4-7142-51EE34B23A0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Helvetica Neue" panose="02000503000000020004" pitchFamily="2"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solidFill>
              <a:effectLst/>
              <a:uLnTx/>
              <a:uFillTx/>
              <a:latin typeface="Helvetica Neue" panose="02000503000000020004" pitchFamily="2" charset="0"/>
              <a:ea typeface="+mn-ea"/>
              <a:cs typeface="+mn-cs"/>
            </a:endParaRPr>
          </a:p>
        </p:txBody>
      </p:sp>
    </p:spTree>
    <p:extLst>
      <p:ext uri="{BB962C8B-B14F-4D97-AF65-F5344CB8AC3E}">
        <p14:creationId xmlns:p14="http://schemas.microsoft.com/office/powerpoint/2010/main" val="18579215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E9A4E6-72F5-4694-C568-04D107B6FE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A18C02-BA92-B7B0-932D-9B73CBE906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CBBF2A-60AB-1808-644B-58071719AD89}"/>
              </a:ext>
            </a:extLst>
          </p:cNvPr>
          <p:cNvSpPr>
            <a:spLocks noGrp="1"/>
          </p:cNvSpPr>
          <p:nvPr>
            <p:ph type="body" idx="1"/>
          </p:nvPr>
        </p:nvSpPr>
        <p:spPr/>
        <p:txBody>
          <a:bodyPr/>
          <a:lstStyle/>
          <a:p>
            <a:r>
              <a:rPr lang="en-US" dirty="0"/>
              <a:t>Hi. Welcome to this episode of Emergent Nature. </a:t>
            </a:r>
          </a:p>
          <a:p>
            <a:endParaRPr lang="en-US" dirty="0"/>
          </a:p>
          <a:p>
            <a:r>
              <a:rPr lang="en-US" dirty="0"/>
              <a:t>My name is J Mark Morris. I go by Mark.</a:t>
            </a:r>
          </a:p>
          <a:p>
            <a:endParaRPr lang="en-US" dirty="0"/>
          </a:p>
          <a:p>
            <a:r>
              <a:rPr lang="en-US" dirty="0"/>
              <a:t>In this episode I’ll discuss the error that caused science to go off track into general relativity and quantum mechanics.</a:t>
            </a:r>
          </a:p>
          <a:p>
            <a:endParaRPr lang="en-US" dirty="0"/>
          </a:p>
          <a:p>
            <a:r>
              <a:rPr lang="en-US" dirty="0"/>
              <a:t>That may seem like an unusual thing to say, since general relativity and quantum theory are generally considered to be successful effective theories.</a:t>
            </a:r>
          </a:p>
          <a:p>
            <a:endParaRPr lang="en-US" dirty="0"/>
          </a:p>
          <a:p>
            <a:r>
              <a:rPr lang="en-US" dirty="0"/>
              <a:t>However, as we will see, an error circa 1900 threw science off track.</a:t>
            </a:r>
          </a:p>
          <a:p>
            <a:endParaRPr lang="en-US" dirty="0"/>
          </a:p>
          <a:p>
            <a:r>
              <a:rPr lang="en-US" dirty="0"/>
              <a:t>There is a parsimonious solution to nature.</a:t>
            </a:r>
          </a:p>
          <a:p>
            <a:endParaRPr lang="en-US" dirty="0"/>
          </a:p>
          <a:p>
            <a:endParaRPr lang="en-US" dirty="0"/>
          </a:p>
        </p:txBody>
      </p:sp>
      <p:sp>
        <p:nvSpPr>
          <p:cNvPr id="4" name="Slide Number Placeholder 3">
            <a:extLst>
              <a:ext uri="{FF2B5EF4-FFF2-40B4-BE49-F238E27FC236}">
                <a16:creationId xmlns:a16="http://schemas.microsoft.com/office/drawing/2014/main" id="{9D7DEC83-5A7D-B9CC-1058-33CB3CB4960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Helvetica Neue" panose="02000503000000020004" pitchFamily="2"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prstClr val="black"/>
              </a:solidFill>
              <a:effectLst/>
              <a:uLnTx/>
              <a:uFillTx/>
              <a:latin typeface="Helvetica Neue" panose="02000503000000020004" pitchFamily="2" charset="0"/>
              <a:ea typeface="+mn-ea"/>
              <a:cs typeface="+mn-cs"/>
            </a:endParaRPr>
          </a:p>
        </p:txBody>
      </p:sp>
    </p:spTree>
    <p:extLst>
      <p:ext uri="{BB962C8B-B14F-4D97-AF65-F5344CB8AC3E}">
        <p14:creationId xmlns:p14="http://schemas.microsoft.com/office/powerpoint/2010/main" val="30623927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3599C6-E9E1-0C61-F9D6-1314D0C40C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650AB0-6A31-B2FE-2EAA-67FA535F22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A2A57B-71B1-CA79-D56C-9CBE0A514DD0}"/>
              </a:ext>
            </a:extLst>
          </p:cNvPr>
          <p:cNvSpPr>
            <a:spLocks noGrp="1"/>
          </p:cNvSpPr>
          <p:nvPr>
            <p:ph type="body" idx="1"/>
          </p:nvPr>
        </p:nvSpPr>
        <p:spPr/>
        <p:txBody>
          <a:bodyPr/>
          <a:lstStyle/>
          <a:p>
            <a:r>
              <a:rPr lang="en-US" dirty="0"/>
              <a:t>Hi. Welcome to this episode of Emergent Nature. </a:t>
            </a:r>
          </a:p>
          <a:p>
            <a:endParaRPr lang="en-US" dirty="0"/>
          </a:p>
          <a:p>
            <a:r>
              <a:rPr lang="en-US" dirty="0"/>
              <a:t>My name is J Mark Morris. I go by Mark.</a:t>
            </a:r>
          </a:p>
          <a:p>
            <a:endParaRPr lang="en-US" dirty="0"/>
          </a:p>
          <a:p>
            <a:r>
              <a:rPr lang="en-US" dirty="0"/>
              <a:t>In this episode I’ll discuss the error that caused science to go off track into general relativity and quantum mechanics.</a:t>
            </a:r>
          </a:p>
          <a:p>
            <a:endParaRPr lang="en-US" dirty="0"/>
          </a:p>
          <a:p>
            <a:r>
              <a:rPr lang="en-US" dirty="0"/>
              <a:t>That may seem like an unusual thing to say, since general relativity and quantum theory are generally considered to be successful effective theories.</a:t>
            </a:r>
          </a:p>
          <a:p>
            <a:endParaRPr lang="en-US" dirty="0"/>
          </a:p>
          <a:p>
            <a:r>
              <a:rPr lang="en-US" dirty="0"/>
              <a:t>However, as we will see, an error circa 1900 threw science off track.</a:t>
            </a:r>
          </a:p>
          <a:p>
            <a:endParaRPr lang="en-US" dirty="0"/>
          </a:p>
          <a:p>
            <a:r>
              <a:rPr lang="en-US" dirty="0"/>
              <a:t>There is a parsimonious solution to nature.</a:t>
            </a:r>
          </a:p>
          <a:p>
            <a:endParaRPr lang="en-US" dirty="0"/>
          </a:p>
          <a:p>
            <a:endParaRPr lang="en-US" dirty="0"/>
          </a:p>
        </p:txBody>
      </p:sp>
      <p:sp>
        <p:nvSpPr>
          <p:cNvPr id="4" name="Slide Number Placeholder 3">
            <a:extLst>
              <a:ext uri="{FF2B5EF4-FFF2-40B4-BE49-F238E27FC236}">
                <a16:creationId xmlns:a16="http://schemas.microsoft.com/office/drawing/2014/main" id="{9F2EE94E-C850-07FA-3FC6-41E028D17528}"/>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Helvetica Neue" panose="02000503000000020004" pitchFamily="2" charset="0"/>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36</a:t>
            </a:fld>
            <a:endParaRPr kumimoji="0" lang="en-US" sz="1200" b="0" i="0" u="none" strike="noStrike" kern="1200" cap="none" spc="0" normalizeH="0" baseline="0" noProof="0">
              <a:ln>
                <a:noFill/>
              </a:ln>
              <a:solidFill>
                <a:prstClr val="black"/>
              </a:solidFill>
              <a:effectLst/>
              <a:uLnTx/>
              <a:uFillTx/>
              <a:latin typeface="Helvetica Neue" panose="02000503000000020004" pitchFamily="2" charset="0"/>
              <a:ea typeface="+mn-ea"/>
              <a:cs typeface="+mn-cs"/>
            </a:endParaRPr>
          </a:p>
        </p:txBody>
      </p:sp>
    </p:spTree>
    <p:extLst>
      <p:ext uri="{BB962C8B-B14F-4D97-AF65-F5344CB8AC3E}">
        <p14:creationId xmlns:p14="http://schemas.microsoft.com/office/powerpoint/2010/main" val="6695949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FC2668-EBEB-AE41-BF76-89062B014B13}"/>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a:extLst>
              <a:ext uri="{FF2B5EF4-FFF2-40B4-BE49-F238E27FC236}">
                <a16:creationId xmlns:a16="http://schemas.microsoft.com/office/drawing/2014/main" id="{C8C28A4C-0805-8E44-B54E-3B6F671F8D0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93B74C2-6265-7F41-BB8F-D8A0A0C89A63}"/>
              </a:ext>
            </a:extLst>
          </p:cNvPr>
          <p:cNvSpPr>
            <a:spLocks noGrp="1"/>
          </p:cNvSpPr>
          <p:nvPr>
            <p:ph type="dt" sz="half" idx="10"/>
          </p:nvPr>
        </p:nvSpPr>
        <p:spPr/>
        <p:txBody>
          <a:bodyPr/>
          <a:lstStyle/>
          <a:p>
            <a:fld id="{B1CFC895-F8E0-4049-8BEE-E5499394E46C}" type="datetime1">
              <a:rPr lang="en-US" smtClean="0"/>
              <a:t>11/28/24</a:t>
            </a:fld>
            <a:endParaRPr lang="en-US"/>
          </a:p>
        </p:txBody>
      </p:sp>
      <p:sp>
        <p:nvSpPr>
          <p:cNvPr id="5" name="Footer Placeholder 4">
            <a:extLst>
              <a:ext uri="{FF2B5EF4-FFF2-40B4-BE49-F238E27FC236}">
                <a16:creationId xmlns:a16="http://schemas.microsoft.com/office/drawing/2014/main" id="{74C53590-4180-6C42-A6BF-707655C15A1D}"/>
              </a:ext>
            </a:extLst>
          </p:cNvPr>
          <p:cNvSpPr>
            <a:spLocks noGrp="1"/>
          </p:cNvSpPr>
          <p:nvPr>
            <p:ph type="ftr" sz="quarter" idx="11"/>
          </p:nvPr>
        </p:nvSpPr>
        <p:spPr/>
        <p:txBody>
          <a:bodyPr/>
          <a:lstStyle>
            <a:lvl1pPr>
              <a:defRPr/>
            </a:lvl1pPr>
          </a:lstStyle>
          <a:p>
            <a:r>
              <a:rPr lang="en-US"/>
              <a:t>J Mark Morris - Model of Nature - April 2019</a:t>
            </a:r>
          </a:p>
        </p:txBody>
      </p:sp>
      <p:sp>
        <p:nvSpPr>
          <p:cNvPr id="6" name="Slide Number Placeholder 5">
            <a:extLst>
              <a:ext uri="{FF2B5EF4-FFF2-40B4-BE49-F238E27FC236}">
                <a16:creationId xmlns:a16="http://schemas.microsoft.com/office/drawing/2014/main" id="{93A81401-8545-2D4E-A7FB-31AFC7A8DB71}"/>
              </a:ext>
            </a:extLst>
          </p:cNvPr>
          <p:cNvSpPr>
            <a:spLocks noGrp="1"/>
          </p:cNvSpPr>
          <p:nvPr>
            <p:ph type="sldNum" sz="quarter" idx="12"/>
          </p:nvPr>
        </p:nvSpPr>
        <p:spPr/>
        <p:txBody>
          <a:bodyPr/>
          <a:lstStyle/>
          <a:p>
            <a:fld id="{D73D4D4B-2FF7-BE46-958C-B004BD45EF6F}" type="slidenum">
              <a:rPr lang="en-US" smtClean="0"/>
              <a:t>‹#›</a:t>
            </a:fld>
            <a:endParaRPr lang="en-US"/>
          </a:p>
        </p:txBody>
      </p:sp>
    </p:spTree>
    <p:extLst>
      <p:ext uri="{BB962C8B-B14F-4D97-AF65-F5344CB8AC3E}">
        <p14:creationId xmlns:p14="http://schemas.microsoft.com/office/powerpoint/2010/main" val="31578469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F560F9-C770-5C4C-9C93-102EC332DBA4}"/>
              </a:ext>
            </a:extLst>
          </p:cNvPr>
          <p:cNvSpPr>
            <a:spLocks noGrp="1"/>
          </p:cNvSpPr>
          <p:nvPr>
            <p:ph type="title"/>
          </p:nvPr>
        </p:nvSpPr>
        <p:spPr>
          <a:xfrm>
            <a:off x="838200" y="365125"/>
            <a:ext cx="10515600" cy="777875"/>
          </a:xfrm>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80D38EDA-56F1-1C40-B81E-28B921C4E99F}"/>
              </a:ext>
            </a:extLst>
          </p:cNvPr>
          <p:cNvSpPr>
            <a:spLocks noGrp="1"/>
          </p:cNvSpPr>
          <p:nvPr>
            <p:ph idx="1"/>
          </p:nvPr>
        </p:nvSpPr>
        <p:spPr>
          <a:xfrm>
            <a:off x="838200" y="1295400"/>
            <a:ext cx="10515600" cy="488156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AD42772-5D80-F641-A1BB-6048573C4E88}"/>
              </a:ext>
            </a:extLst>
          </p:cNvPr>
          <p:cNvSpPr>
            <a:spLocks noGrp="1"/>
          </p:cNvSpPr>
          <p:nvPr>
            <p:ph type="dt" sz="half" idx="10"/>
          </p:nvPr>
        </p:nvSpPr>
        <p:spPr/>
        <p:txBody>
          <a:bodyPr/>
          <a:lstStyle/>
          <a:p>
            <a:fld id="{A91F55E2-A889-F24B-B1FE-1E878178F308}" type="datetime1">
              <a:rPr lang="en-US" smtClean="0"/>
              <a:t>11/28/24</a:t>
            </a:fld>
            <a:endParaRPr lang="en-US"/>
          </a:p>
        </p:txBody>
      </p:sp>
      <p:sp>
        <p:nvSpPr>
          <p:cNvPr id="5" name="Footer Placeholder 4">
            <a:extLst>
              <a:ext uri="{FF2B5EF4-FFF2-40B4-BE49-F238E27FC236}">
                <a16:creationId xmlns:a16="http://schemas.microsoft.com/office/drawing/2014/main" id="{C68FC4AF-90CF-484C-B6C7-5CE1A016FB49}"/>
              </a:ext>
            </a:extLst>
          </p:cNvPr>
          <p:cNvSpPr>
            <a:spLocks noGrp="1"/>
          </p:cNvSpPr>
          <p:nvPr>
            <p:ph type="ftr" sz="quarter" idx="11"/>
          </p:nvPr>
        </p:nvSpPr>
        <p:spPr/>
        <p:txBody>
          <a:bodyPr/>
          <a:lstStyle/>
          <a:p>
            <a:r>
              <a:rPr lang="en-US"/>
              <a:t>J Mark Morris - Model of Nature - April 2019</a:t>
            </a:r>
          </a:p>
        </p:txBody>
      </p:sp>
      <p:sp>
        <p:nvSpPr>
          <p:cNvPr id="6" name="Slide Number Placeholder 5">
            <a:extLst>
              <a:ext uri="{FF2B5EF4-FFF2-40B4-BE49-F238E27FC236}">
                <a16:creationId xmlns:a16="http://schemas.microsoft.com/office/drawing/2014/main" id="{8169AF1E-33D8-3041-A601-1384C718A8B5}"/>
              </a:ext>
            </a:extLst>
          </p:cNvPr>
          <p:cNvSpPr>
            <a:spLocks noGrp="1"/>
          </p:cNvSpPr>
          <p:nvPr>
            <p:ph type="sldNum" sz="quarter" idx="12"/>
          </p:nvPr>
        </p:nvSpPr>
        <p:spPr/>
        <p:txBody>
          <a:bodyPr/>
          <a:lstStyle/>
          <a:p>
            <a:fld id="{D73D4D4B-2FF7-BE46-958C-B004BD45EF6F}" type="slidenum">
              <a:rPr lang="en-US" smtClean="0"/>
              <a:t>‹#›</a:t>
            </a:fld>
            <a:endParaRPr lang="en-US"/>
          </a:p>
        </p:txBody>
      </p:sp>
    </p:spTree>
    <p:extLst>
      <p:ext uri="{BB962C8B-B14F-4D97-AF65-F5344CB8AC3E}">
        <p14:creationId xmlns:p14="http://schemas.microsoft.com/office/powerpoint/2010/main" val="13106804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21822D-6D7A-1342-98EF-890C6F2DA174}"/>
              </a:ext>
            </a:extLst>
          </p:cNvPr>
          <p:cNvSpPr>
            <a:spLocks noGrp="1"/>
          </p:cNvSpPr>
          <p:nvPr>
            <p:ph type="title"/>
          </p:nvPr>
        </p:nvSpPr>
        <p:spPr>
          <a:xfrm>
            <a:off x="838200" y="365125"/>
            <a:ext cx="10515600" cy="777875"/>
          </a:xfrm>
        </p:spPr>
        <p:txBody>
          <a:bodyPr/>
          <a:lstStyle/>
          <a:p>
            <a:r>
              <a:rPr lang="en-US"/>
              <a:t>Click to edit Master title style</a:t>
            </a:r>
          </a:p>
        </p:txBody>
      </p:sp>
      <p:sp>
        <p:nvSpPr>
          <p:cNvPr id="3" name="Date Placeholder 2">
            <a:extLst>
              <a:ext uri="{FF2B5EF4-FFF2-40B4-BE49-F238E27FC236}">
                <a16:creationId xmlns:a16="http://schemas.microsoft.com/office/drawing/2014/main" id="{74CF19EA-9170-5B4B-814F-7425C8E22823}"/>
              </a:ext>
            </a:extLst>
          </p:cNvPr>
          <p:cNvSpPr>
            <a:spLocks noGrp="1"/>
          </p:cNvSpPr>
          <p:nvPr>
            <p:ph type="dt" sz="half" idx="10"/>
          </p:nvPr>
        </p:nvSpPr>
        <p:spPr/>
        <p:txBody>
          <a:bodyPr/>
          <a:lstStyle/>
          <a:p>
            <a:fld id="{C6E8461C-3391-334C-9885-001B32D724C4}" type="datetime1">
              <a:rPr lang="en-US" smtClean="0"/>
              <a:t>11/28/24</a:t>
            </a:fld>
            <a:endParaRPr lang="en-US"/>
          </a:p>
        </p:txBody>
      </p:sp>
      <p:sp>
        <p:nvSpPr>
          <p:cNvPr id="4" name="Footer Placeholder 3">
            <a:extLst>
              <a:ext uri="{FF2B5EF4-FFF2-40B4-BE49-F238E27FC236}">
                <a16:creationId xmlns:a16="http://schemas.microsoft.com/office/drawing/2014/main" id="{5882B1FB-ECDF-AD43-9020-0267ED91C04E}"/>
              </a:ext>
            </a:extLst>
          </p:cNvPr>
          <p:cNvSpPr>
            <a:spLocks noGrp="1"/>
          </p:cNvSpPr>
          <p:nvPr>
            <p:ph type="ftr" sz="quarter" idx="11"/>
          </p:nvPr>
        </p:nvSpPr>
        <p:spPr/>
        <p:txBody>
          <a:bodyPr/>
          <a:lstStyle>
            <a:lvl1pPr>
              <a:defRPr/>
            </a:lvl1pPr>
          </a:lstStyle>
          <a:p>
            <a:r>
              <a:rPr lang="en-US"/>
              <a:t>J Mark Morris - Model of Nature - April 2019</a:t>
            </a:r>
          </a:p>
        </p:txBody>
      </p:sp>
      <p:sp>
        <p:nvSpPr>
          <p:cNvPr id="5" name="Slide Number Placeholder 4">
            <a:extLst>
              <a:ext uri="{FF2B5EF4-FFF2-40B4-BE49-F238E27FC236}">
                <a16:creationId xmlns:a16="http://schemas.microsoft.com/office/drawing/2014/main" id="{D949C470-5AF0-5246-81E7-95EAEE5639EF}"/>
              </a:ext>
            </a:extLst>
          </p:cNvPr>
          <p:cNvSpPr>
            <a:spLocks noGrp="1"/>
          </p:cNvSpPr>
          <p:nvPr>
            <p:ph type="sldNum" sz="quarter" idx="12"/>
          </p:nvPr>
        </p:nvSpPr>
        <p:spPr/>
        <p:txBody>
          <a:bodyPr/>
          <a:lstStyle/>
          <a:p>
            <a:fld id="{D73D4D4B-2FF7-BE46-958C-B004BD45EF6F}" type="slidenum">
              <a:rPr lang="en-US" smtClean="0"/>
              <a:t>‹#›</a:t>
            </a:fld>
            <a:endParaRPr lang="en-US"/>
          </a:p>
        </p:txBody>
      </p:sp>
    </p:spTree>
    <p:extLst>
      <p:ext uri="{BB962C8B-B14F-4D97-AF65-F5344CB8AC3E}">
        <p14:creationId xmlns:p14="http://schemas.microsoft.com/office/powerpoint/2010/main" val="31973633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D6AC4F-7A0F-A943-A37C-CBCA0E32BFE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6A297DA-E85E-0C4F-99BF-0A156C60B78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9D6CA89-2D26-3A41-89B1-50126474275B}"/>
              </a:ext>
            </a:extLst>
          </p:cNvPr>
          <p:cNvSpPr>
            <a:spLocks noGrp="1"/>
          </p:cNvSpPr>
          <p:nvPr>
            <p:ph type="dt" sz="half" idx="10"/>
          </p:nvPr>
        </p:nvSpPr>
        <p:spPr/>
        <p:txBody>
          <a:bodyPr/>
          <a:lstStyle/>
          <a:p>
            <a:fld id="{E3E42ED2-DF18-DB41-BB39-D7AA7F2F2082}" type="datetimeFigureOut">
              <a:rPr lang="en-US" smtClean="0"/>
              <a:t>11/28/24</a:t>
            </a:fld>
            <a:endParaRPr lang="en-US"/>
          </a:p>
        </p:txBody>
      </p:sp>
      <p:sp>
        <p:nvSpPr>
          <p:cNvPr id="5" name="Footer Placeholder 4">
            <a:extLst>
              <a:ext uri="{FF2B5EF4-FFF2-40B4-BE49-F238E27FC236}">
                <a16:creationId xmlns:a16="http://schemas.microsoft.com/office/drawing/2014/main" id="{83BAD168-D168-924A-82CE-07F9D6F7CD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1D38C6D-1145-FE40-A5F3-AA76BBFA8003}"/>
              </a:ext>
            </a:extLst>
          </p:cNvPr>
          <p:cNvSpPr>
            <a:spLocks noGrp="1"/>
          </p:cNvSpPr>
          <p:nvPr>
            <p:ph type="sldNum" sz="quarter" idx="12"/>
          </p:nvPr>
        </p:nvSpPr>
        <p:spPr/>
        <p:txBody>
          <a:bodyPr/>
          <a:lstStyle/>
          <a:p>
            <a:fld id="{B1D4A510-E3A4-8144-9597-B0C6EECC9215}" type="slidenum">
              <a:rPr lang="en-US" smtClean="0"/>
              <a:t>‹#›</a:t>
            </a:fld>
            <a:endParaRPr lang="en-US"/>
          </a:p>
        </p:txBody>
      </p:sp>
    </p:spTree>
    <p:extLst>
      <p:ext uri="{BB962C8B-B14F-4D97-AF65-F5344CB8AC3E}">
        <p14:creationId xmlns:p14="http://schemas.microsoft.com/office/powerpoint/2010/main" val="35982904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104DC4-2DA1-B348-A4DF-75DC7F91C20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D0539A7-F958-5045-8004-AB9AE1A96DB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BD4E59F-8028-6640-B7CD-712A00A55C6E}"/>
              </a:ext>
            </a:extLst>
          </p:cNvPr>
          <p:cNvSpPr>
            <a:spLocks noGrp="1"/>
          </p:cNvSpPr>
          <p:nvPr>
            <p:ph type="dt" sz="half" idx="10"/>
          </p:nvPr>
        </p:nvSpPr>
        <p:spPr/>
        <p:txBody>
          <a:bodyPr/>
          <a:lstStyle/>
          <a:p>
            <a:fld id="{E3E42ED2-DF18-DB41-BB39-D7AA7F2F2082}" type="datetimeFigureOut">
              <a:rPr lang="en-US" smtClean="0"/>
              <a:t>11/28/24</a:t>
            </a:fld>
            <a:endParaRPr lang="en-US"/>
          </a:p>
        </p:txBody>
      </p:sp>
      <p:sp>
        <p:nvSpPr>
          <p:cNvPr id="5" name="Footer Placeholder 4">
            <a:extLst>
              <a:ext uri="{FF2B5EF4-FFF2-40B4-BE49-F238E27FC236}">
                <a16:creationId xmlns:a16="http://schemas.microsoft.com/office/drawing/2014/main" id="{2635207B-575E-EB46-9167-DC8B9A1A7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0325824-8924-0F4E-BA06-D6714EF01903}"/>
              </a:ext>
            </a:extLst>
          </p:cNvPr>
          <p:cNvSpPr>
            <a:spLocks noGrp="1"/>
          </p:cNvSpPr>
          <p:nvPr>
            <p:ph type="sldNum" sz="quarter" idx="12"/>
          </p:nvPr>
        </p:nvSpPr>
        <p:spPr/>
        <p:txBody>
          <a:bodyPr/>
          <a:lstStyle/>
          <a:p>
            <a:fld id="{B1D4A510-E3A4-8144-9597-B0C6EECC9215}" type="slidenum">
              <a:rPr lang="en-US" smtClean="0"/>
              <a:t>‹#›</a:t>
            </a:fld>
            <a:endParaRPr lang="en-US"/>
          </a:p>
        </p:txBody>
      </p:sp>
    </p:spTree>
    <p:extLst>
      <p:ext uri="{BB962C8B-B14F-4D97-AF65-F5344CB8AC3E}">
        <p14:creationId xmlns:p14="http://schemas.microsoft.com/office/powerpoint/2010/main" val="223775918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AC153B-5FCE-B74A-A920-BCEF1F63DC1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3B97D35-0983-3A42-B252-8AD80D9BF1C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C21E38F-3C0D-E140-A6E9-29E4DFD584A3}"/>
              </a:ext>
            </a:extLst>
          </p:cNvPr>
          <p:cNvSpPr>
            <a:spLocks noGrp="1"/>
          </p:cNvSpPr>
          <p:nvPr>
            <p:ph type="dt" sz="half" idx="10"/>
          </p:nvPr>
        </p:nvSpPr>
        <p:spPr/>
        <p:txBody>
          <a:bodyPr/>
          <a:lstStyle/>
          <a:p>
            <a:fld id="{E3E42ED2-DF18-DB41-BB39-D7AA7F2F2082}" type="datetimeFigureOut">
              <a:rPr lang="en-US" smtClean="0"/>
              <a:t>11/28/24</a:t>
            </a:fld>
            <a:endParaRPr lang="en-US"/>
          </a:p>
        </p:txBody>
      </p:sp>
      <p:sp>
        <p:nvSpPr>
          <p:cNvPr id="5" name="Footer Placeholder 4">
            <a:extLst>
              <a:ext uri="{FF2B5EF4-FFF2-40B4-BE49-F238E27FC236}">
                <a16:creationId xmlns:a16="http://schemas.microsoft.com/office/drawing/2014/main" id="{C931BD2A-DB13-B24A-BBFC-927CE896132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AA7F839-BEAD-4046-84B9-B65359FFF199}"/>
              </a:ext>
            </a:extLst>
          </p:cNvPr>
          <p:cNvSpPr>
            <a:spLocks noGrp="1"/>
          </p:cNvSpPr>
          <p:nvPr>
            <p:ph type="sldNum" sz="quarter" idx="12"/>
          </p:nvPr>
        </p:nvSpPr>
        <p:spPr/>
        <p:txBody>
          <a:bodyPr/>
          <a:lstStyle/>
          <a:p>
            <a:fld id="{B1D4A510-E3A4-8144-9597-B0C6EECC9215}" type="slidenum">
              <a:rPr lang="en-US" smtClean="0"/>
              <a:t>‹#›</a:t>
            </a:fld>
            <a:endParaRPr lang="en-US"/>
          </a:p>
        </p:txBody>
      </p:sp>
    </p:spTree>
    <p:extLst>
      <p:ext uri="{BB962C8B-B14F-4D97-AF65-F5344CB8AC3E}">
        <p14:creationId xmlns:p14="http://schemas.microsoft.com/office/powerpoint/2010/main" val="14244682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6CC177-DB72-3842-8FEB-9F3714731AA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3F9017-D4AC-4443-9CD1-2655A6BD26A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D78D979-597B-B94B-BB54-1E681A7ECD3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6A3BD60-7139-A04D-9B93-01CBEFB009F1}"/>
              </a:ext>
            </a:extLst>
          </p:cNvPr>
          <p:cNvSpPr>
            <a:spLocks noGrp="1"/>
          </p:cNvSpPr>
          <p:nvPr>
            <p:ph type="dt" sz="half" idx="10"/>
          </p:nvPr>
        </p:nvSpPr>
        <p:spPr/>
        <p:txBody>
          <a:bodyPr/>
          <a:lstStyle/>
          <a:p>
            <a:fld id="{E3E42ED2-DF18-DB41-BB39-D7AA7F2F2082}" type="datetimeFigureOut">
              <a:rPr lang="en-US" smtClean="0"/>
              <a:t>11/28/24</a:t>
            </a:fld>
            <a:endParaRPr lang="en-US"/>
          </a:p>
        </p:txBody>
      </p:sp>
      <p:sp>
        <p:nvSpPr>
          <p:cNvPr id="6" name="Footer Placeholder 5">
            <a:extLst>
              <a:ext uri="{FF2B5EF4-FFF2-40B4-BE49-F238E27FC236}">
                <a16:creationId xmlns:a16="http://schemas.microsoft.com/office/drawing/2014/main" id="{17B9F3AA-F8ED-E14B-85E0-12F62683C4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17C5392-4C49-3D4E-A960-85F3FF79B15C}"/>
              </a:ext>
            </a:extLst>
          </p:cNvPr>
          <p:cNvSpPr>
            <a:spLocks noGrp="1"/>
          </p:cNvSpPr>
          <p:nvPr>
            <p:ph type="sldNum" sz="quarter" idx="12"/>
          </p:nvPr>
        </p:nvSpPr>
        <p:spPr/>
        <p:txBody>
          <a:bodyPr/>
          <a:lstStyle/>
          <a:p>
            <a:fld id="{B1D4A510-E3A4-8144-9597-B0C6EECC9215}" type="slidenum">
              <a:rPr lang="en-US" smtClean="0"/>
              <a:t>‹#›</a:t>
            </a:fld>
            <a:endParaRPr lang="en-US"/>
          </a:p>
        </p:txBody>
      </p:sp>
    </p:spTree>
    <p:extLst>
      <p:ext uri="{BB962C8B-B14F-4D97-AF65-F5344CB8AC3E}">
        <p14:creationId xmlns:p14="http://schemas.microsoft.com/office/powerpoint/2010/main" val="16465723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6C7FD0-5120-0C4E-9ED8-2E64DC8B93E8}"/>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1ECB33E-1A4C-E646-937B-3065B793BDD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8E4967C-4E8D-224B-B99B-5A8BFB4A646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2B943C8-A2E5-9D40-B765-79FA0F4A92E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F450570-0F93-F641-B441-AF42A2D4E4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71A5EAD-E92B-9048-B9C8-92222381FEFA}"/>
              </a:ext>
            </a:extLst>
          </p:cNvPr>
          <p:cNvSpPr>
            <a:spLocks noGrp="1"/>
          </p:cNvSpPr>
          <p:nvPr>
            <p:ph type="dt" sz="half" idx="10"/>
          </p:nvPr>
        </p:nvSpPr>
        <p:spPr/>
        <p:txBody>
          <a:bodyPr/>
          <a:lstStyle/>
          <a:p>
            <a:fld id="{E3E42ED2-DF18-DB41-BB39-D7AA7F2F2082}" type="datetimeFigureOut">
              <a:rPr lang="en-US" smtClean="0"/>
              <a:t>11/28/24</a:t>
            </a:fld>
            <a:endParaRPr lang="en-US"/>
          </a:p>
        </p:txBody>
      </p:sp>
      <p:sp>
        <p:nvSpPr>
          <p:cNvPr id="8" name="Footer Placeholder 7">
            <a:extLst>
              <a:ext uri="{FF2B5EF4-FFF2-40B4-BE49-F238E27FC236}">
                <a16:creationId xmlns:a16="http://schemas.microsoft.com/office/drawing/2014/main" id="{21BD3873-3B3E-ED46-AB43-A96EABCE285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982CEE-B54E-EB49-A16C-7BD03BE41C56}"/>
              </a:ext>
            </a:extLst>
          </p:cNvPr>
          <p:cNvSpPr>
            <a:spLocks noGrp="1"/>
          </p:cNvSpPr>
          <p:nvPr>
            <p:ph type="sldNum" sz="quarter" idx="12"/>
          </p:nvPr>
        </p:nvSpPr>
        <p:spPr/>
        <p:txBody>
          <a:bodyPr/>
          <a:lstStyle/>
          <a:p>
            <a:fld id="{B1D4A510-E3A4-8144-9597-B0C6EECC9215}" type="slidenum">
              <a:rPr lang="en-US" smtClean="0"/>
              <a:t>‹#›</a:t>
            </a:fld>
            <a:endParaRPr lang="en-US"/>
          </a:p>
        </p:txBody>
      </p:sp>
    </p:spTree>
    <p:extLst>
      <p:ext uri="{BB962C8B-B14F-4D97-AF65-F5344CB8AC3E}">
        <p14:creationId xmlns:p14="http://schemas.microsoft.com/office/powerpoint/2010/main" val="408882888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A6FC62-6751-0643-9250-97D2B5E359B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E19D249-AD5C-E04F-9713-314E504E7AD0}"/>
              </a:ext>
            </a:extLst>
          </p:cNvPr>
          <p:cNvSpPr>
            <a:spLocks noGrp="1"/>
          </p:cNvSpPr>
          <p:nvPr>
            <p:ph type="dt" sz="half" idx="10"/>
          </p:nvPr>
        </p:nvSpPr>
        <p:spPr/>
        <p:txBody>
          <a:bodyPr/>
          <a:lstStyle/>
          <a:p>
            <a:fld id="{E3E42ED2-DF18-DB41-BB39-D7AA7F2F2082}" type="datetimeFigureOut">
              <a:rPr lang="en-US" smtClean="0"/>
              <a:t>11/28/24</a:t>
            </a:fld>
            <a:endParaRPr lang="en-US"/>
          </a:p>
        </p:txBody>
      </p:sp>
      <p:sp>
        <p:nvSpPr>
          <p:cNvPr id="4" name="Footer Placeholder 3">
            <a:extLst>
              <a:ext uri="{FF2B5EF4-FFF2-40B4-BE49-F238E27FC236}">
                <a16:creationId xmlns:a16="http://schemas.microsoft.com/office/drawing/2014/main" id="{69FAE547-A907-884B-BE81-EF89D3D64AD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B72ED8E-C4AB-F14B-8929-F9E030329E5E}"/>
              </a:ext>
            </a:extLst>
          </p:cNvPr>
          <p:cNvSpPr>
            <a:spLocks noGrp="1"/>
          </p:cNvSpPr>
          <p:nvPr>
            <p:ph type="sldNum" sz="quarter" idx="12"/>
          </p:nvPr>
        </p:nvSpPr>
        <p:spPr/>
        <p:txBody>
          <a:bodyPr/>
          <a:lstStyle/>
          <a:p>
            <a:fld id="{B1D4A510-E3A4-8144-9597-B0C6EECC9215}" type="slidenum">
              <a:rPr lang="en-US" smtClean="0"/>
              <a:t>‹#›</a:t>
            </a:fld>
            <a:endParaRPr lang="en-US"/>
          </a:p>
        </p:txBody>
      </p:sp>
    </p:spTree>
    <p:extLst>
      <p:ext uri="{BB962C8B-B14F-4D97-AF65-F5344CB8AC3E}">
        <p14:creationId xmlns:p14="http://schemas.microsoft.com/office/powerpoint/2010/main" val="35206518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74BB6F-7B9B-964D-886B-D85350A3C9D9}"/>
              </a:ext>
            </a:extLst>
          </p:cNvPr>
          <p:cNvSpPr>
            <a:spLocks noGrp="1"/>
          </p:cNvSpPr>
          <p:nvPr>
            <p:ph type="dt" sz="half" idx="10"/>
          </p:nvPr>
        </p:nvSpPr>
        <p:spPr/>
        <p:txBody>
          <a:bodyPr/>
          <a:lstStyle/>
          <a:p>
            <a:fld id="{E3E42ED2-DF18-DB41-BB39-D7AA7F2F2082}" type="datetimeFigureOut">
              <a:rPr lang="en-US" smtClean="0"/>
              <a:t>11/28/24</a:t>
            </a:fld>
            <a:endParaRPr lang="en-US"/>
          </a:p>
        </p:txBody>
      </p:sp>
      <p:sp>
        <p:nvSpPr>
          <p:cNvPr id="3" name="Footer Placeholder 2">
            <a:extLst>
              <a:ext uri="{FF2B5EF4-FFF2-40B4-BE49-F238E27FC236}">
                <a16:creationId xmlns:a16="http://schemas.microsoft.com/office/drawing/2014/main" id="{7B12AF3E-955F-E044-BADD-4B3F3346973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0694269-793F-EC42-A5AD-E4EDD73AAD10}"/>
              </a:ext>
            </a:extLst>
          </p:cNvPr>
          <p:cNvSpPr>
            <a:spLocks noGrp="1"/>
          </p:cNvSpPr>
          <p:nvPr>
            <p:ph type="sldNum" sz="quarter" idx="12"/>
          </p:nvPr>
        </p:nvSpPr>
        <p:spPr/>
        <p:txBody>
          <a:bodyPr/>
          <a:lstStyle/>
          <a:p>
            <a:fld id="{B1D4A510-E3A4-8144-9597-B0C6EECC9215}" type="slidenum">
              <a:rPr lang="en-US" smtClean="0"/>
              <a:t>‹#›</a:t>
            </a:fld>
            <a:endParaRPr lang="en-US"/>
          </a:p>
        </p:txBody>
      </p:sp>
    </p:spTree>
    <p:extLst>
      <p:ext uri="{BB962C8B-B14F-4D97-AF65-F5344CB8AC3E}">
        <p14:creationId xmlns:p14="http://schemas.microsoft.com/office/powerpoint/2010/main" val="26035653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2D5B24-7F29-EB4C-8550-397A4EF22BB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12BE189-5B1A-7048-AE10-17298DF6DCA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B40FD4A-1397-2F45-A4D7-06ABB587632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1F62886-2AD3-CD44-9D2F-203200117585}"/>
              </a:ext>
            </a:extLst>
          </p:cNvPr>
          <p:cNvSpPr>
            <a:spLocks noGrp="1"/>
          </p:cNvSpPr>
          <p:nvPr>
            <p:ph type="dt" sz="half" idx="10"/>
          </p:nvPr>
        </p:nvSpPr>
        <p:spPr/>
        <p:txBody>
          <a:bodyPr/>
          <a:lstStyle/>
          <a:p>
            <a:fld id="{E3E42ED2-DF18-DB41-BB39-D7AA7F2F2082}" type="datetimeFigureOut">
              <a:rPr lang="en-US" smtClean="0"/>
              <a:t>11/28/24</a:t>
            </a:fld>
            <a:endParaRPr lang="en-US"/>
          </a:p>
        </p:txBody>
      </p:sp>
      <p:sp>
        <p:nvSpPr>
          <p:cNvPr id="6" name="Footer Placeholder 5">
            <a:extLst>
              <a:ext uri="{FF2B5EF4-FFF2-40B4-BE49-F238E27FC236}">
                <a16:creationId xmlns:a16="http://schemas.microsoft.com/office/drawing/2014/main" id="{545F0679-BAA2-4A4A-A43D-4712441F014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9F063EA-2E55-AB41-AAC6-3B06B0A425BD}"/>
              </a:ext>
            </a:extLst>
          </p:cNvPr>
          <p:cNvSpPr>
            <a:spLocks noGrp="1"/>
          </p:cNvSpPr>
          <p:nvPr>
            <p:ph type="sldNum" sz="quarter" idx="12"/>
          </p:nvPr>
        </p:nvSpPr>
        <p:spPr/>
        <p:txBody>
          <a:bodyPr/>
          <a:lstStyle/>
          <a:p>
            <a:fld id="{B1D4A510-E3A4-8144-9597-B0C6EECC9215}" type="slidenum">
              <a:rPr lang="en-US" smtClean="0"/>
              <a:t>‹#›</a:t>
            </a:fld>
            <a:endParaRPr lang="en-US"/>
          </a:p>
        </p:txBody>
      </p:sp>
    </p:spTree>
    <p:extLst>
      <p:ext uri="{BB962C8B-B14F-4D97-AF65-F5344CB8AC3E}">
        <p14:creationId xmlns:p14="http://schemas.microsoft.com/office/powerpoint/2010/main" val="388793168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FBCBE6-8654-C64C-A30A-1F235AC1235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1F834EB-69C2-AA42-98DA-7B4340442C4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1F0A069-EA0A-1644-B57A-5EAE0C27D73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C095D40-9D00-D947-957C-66E69B00B713}"/>
              </a:ext>
            </a:extLst>
          </p:cNvPr>
          <p:cNvSpPr>
            <a:spLocks noGrp="1"/>
          </p:cNvSpPr>
          <p:nvPr>
            <p:ph type="dt" sz="half" idx="10"/>
          </p:nvPr>
        </p:nvSpPr>
        <p:spPr/>
        <p:txBody>
          <a:bodyPr/>
          <a:lstStyle/>
          <a:p>
            <a:fld id="{E3E42ED2-DF18-DB41-BB39-D7AA7F2F2082}" type="datetimeFigureOut">
              <a:rPr lang="en-US" smtClean="0"/>
              <a:t>11/28/24</a:t>
            </a:fld>
            <a:endParaRPr lang="en-US"/>
          </a:p>
        </p:txBody>
      </p:sp>
      <p:sp>
        <p:nvSpPr>
          <p:cNvPr id="6" name="Footer Placeholder 5">
            <a:extLst>
              <a:ext uri="{FF2B5EF4-FFF2-40B4-BE49-F238E27FC236}">
                <a16:creationId xmlns:a16="http://schemas.microsoft.com/office/drawing/2014/main" id="{5D6C0489-A2A3-BD45-A96A-DD5F4DAED30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5B4D875-A92C-C04E-8A5E-F2BC5682816A}"/>
              </a:ext>
            </a:extLst>
          </p:cNvPr>
          <p:cNvSpPr>
            <a:spLocks noGrp="1"/>
          </p:cNvSpPr>
          <p:nvPr>
            <p:ph type="sldNum" sz="quarter" idx="12"/>
          </p:nvPr>
        </p:nvSpPr>
        <p:spPr/>
        <p:txBody>
          <a:bodyPr/>
          <a:lstStyle/>
          <a:p>
            <a:fld id="{B1D4A510-E3A4-8144-9597-B0C6EECC9215}" type="slidenum">
              <a:rPr lang="en-US" smtClean="0"/>
              <a:t>‹#›</a:t>
            </a:fld>
            <a:endParaRPr lang="en-US"/>
          </a:p>
        </p:txBody>
      </p:sp>
    </p:spTree>
    <p:extLst>
      <p:ext uri="{BB962C8B-B14F-4D97-AF65-F5344CB8AC3E}">
        <p14:creationId xmlns:p14="http://schemas.microsoft.com/office/powerpoint/2010/main" val="277850633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09C65C-399B-6E41-B6BD-80F186188A5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2F25FAD-24BB-2D45-A8F1-E9A895511DF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6CE0D81-B122-544D-8ACE-546BF4911DB7}"/>
              </a:ext>
            </a:extLst>
          </p:cNvPr>
          <p:cNvSpPr>
            <a:spLocks noGrp="1"/>
          </p:cNvSpPr>
          <p:nvPr>
            <p:ph type="dt" sz="half" idx="10"/>
          </p:nvPr>
        </p:nvSpPr>
        <p:spPr/>
        <p:txBody>
          <a:bodyPr/>
          <a:lstStyle/>
          <a:p>
            <a:fld id="{E3E42ED2-DF18-DB41-BB39-D7AA7F2F2082}" type="datetimeFigureOut">
              <a:rPr lang="en-US" smtClean="0"/>
              <a:t>11/28/24</a:t>
            </a:fld>
            <a:endParaRPr lang="en-US"/>
          </a:p>
        </p:txBody>
      </p:sp>
      <p:sp>
        <p:nvSpPr>
          <p:cNvPr id="5" name="Footer Placeholder 4">
            <a:extLst>
              <a:ext uri="{FF2B5EF4-FFF2-40B4-BE49-F238E27FC236}">
                <a16:creationId xmlns:a16="http://schemas.microsoft.com/office/drawing/2014/main" id="{9374E702-5864-8141-AF11-25FF6E46C8B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8F83AE1-F5D3-DF4B-8CC4-896B37D8A188}"/>
              </a:ext>
            </a:extLst>
          </p:cNvPr>
          <p:cNvSpPr>
            <a:spLocks noGrp="1"/>
          </p:cNvSpPr>
          <p:nvPr>
            <p:ph type="sldNum" sz="quarter" idx="12"/>
          </p:nvPr>
        </p:nvSpPr>
        <p:spPr/>
        <p:txBody>
          <a:bodyPr/>
          <a:lstStyle/>
          <a:p>
            <a:fld id="{B1D4A510-E3A4-8144-9597-B0C6EECC9215}" type="slidenum">
              <a:rPr lang="en-US" smtClean="0"/>
              <a:t>‹#›</a:t>
            </a:fld>
            <a:endParaRPr lang="en-US"/>
          </a:p>
        </p:txBody>
      </p:sp>
    </p:spTree>
    <p:extLst>
      <p:ext uri="{BB962C8B-B14F-4D97-AF65-F5344CB8AC3E}">
        <p14:creationId xmlns:p14="http://schemas.microsoft.com/office/powerpoint/2010/main" val="46062950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E62BFE7-4426-2841-9026-40331CF4D86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EAFECEF-DF15-7A4D-BABF-0E2EA14CC5F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24D43-6AD7-3A4D-9528-F70FC789D52D}"/>
              </a:ext>
            </a:extLst>
          </p:cNvPr>
          <p:cNvSpPr>
            <a:spLocks noGrp="1"/>
          </p:cNvSpPr>
          <p:nvPr>
            <p:ph type="dt" sz="half" idx="10"/>
          </p:nvPr>
        </p:nvSpPr>
        <p:spPr/>
        <p:txBody>
          <a:bodyPr/>
          <a:lstStyle/>
          <a:p>
            <a:fld id="{E3E42ED2-DF18-DB41-BB39-D7AA7F2F2082}" type="datetimeFigureOut">
              <a:rPr lang="en-US" smtClean="0"/>
              <a:t>11/28/24</a:t>
            </a:fld>
            <a:endParaRPr lang="en-US"/>
          </a:p>
        </p:txBody>
      </p:sp>
      <p:sp>
        <p:nvSpPr>
          <p:cNvPr id="5" name="Footer Placeholder 4">
            <a:extLst>
              <a:ext uri="{FF2B5EF4-FFF2-40B4-BE49-F238E27FC236}">
                <a16:creationId xmlns:a16="http://schemas.microsoft.com/office/drawing/2014/main" id="{80DD42A1-B626-9246-BFA2-70780398A2C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8E7DCD8-6D3F-824E-8311-38CE4EC55708}"/>
              </a:ext>
            </a:extLst>
          </p:cNvPr>
          <p:cNvSpPr>
            <a:spLocks noGrp="1"/>
          </p:cNvSpPr>
          <p:nvPr>
            <p:ph type="sldNum" sz="quarter" idx="12"/>
          </p:nvPr>
        </p:nvSpPr>
        <p:spPr/>
        <p:txBody>
          <a:bodyPr/>
          <a:lstStyle/>
          <a:p>
            <a:fld id="{B1D4A510-E3A4-8144-9597-B0C6EECC9215}" type="slidenum">
              <a:rPr lang="en-US" smtClean="0"/>
              <a:t>‹#›</a:t>
            </a:fld>
            <a:endParaRPr lang="en-US"/>
          </a:p>
        </p:txBody>
      </p:sp>
    </p:spTree>
    <p:extLst>
      <p:ext uri="{BB962C8B-B14F-4D97-AF65-F5344CB8AC3E}">
        <p14:creationId xmlns:p14="http://schemas.microsoft.com/office/powerpoint/2010/main" val="70112806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FC2668-EBEB-AE41-BF76-89062B014B13}"/>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a:extLst>
              <a:ext uri="{FF2B5EF4-FFF2-40B4-BE49-F238E27FC236}">
                <a16:creationId xmlns:a16="http://schemas.microsoft.com/office/drawing/2014/main" id="{C8C28A4C-0805-8E44-B54E-3B6F671F8D0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93B74C2-6265-7F41-BB8F-D8A0A0C89A63}"/>
              </a:ext>
            </a:extLst>
          </p:cNvPr>
          <p:cNvSpPr>
            <a:spLocks noGrp="1"/>
          </p:cNvSpPr>
          <p:nvPr>
            <p:ph type="dt" sz="half" idx="10"/>
          </p:nvPr>
        </p:nvSpPr>
        <p:spPr/>
        <p:txBody>
          <a:bodyPr/>
          <a:lstStyle/>
          <a:p>
            <a:fld id="{B1CFC895-F8E0-4049-8BEE-E5499394E46C}" type="datetime1">
              <a:rPr lang="en-US" smtClean="0"/>
              <a:t>11/28/24</a:t>
            </a:fld>
            <a:endParaRPr lang="en-US"/>
          </a:p>
        </p:txBody>
      </p:sp>
      <p:sp>
        <p:nvSpPr>
          <p:cNvPr id="5" name="Footer Placeholder 4">
            <a:extLst>
              <a:ext uri="{FF2B5EF4-FFF2-40B4-BE49-F238E27FC236}">
                <a16:creationId xmlns:a16="http://schemas.microsoft.com/office/drawing/2014/main" id="{74C53590-4180-6C42-A6BF-707655C15A1D}"/>
              </a:ext>
            </a:extLst>
          </p:cNvPr>
          <p:cNvSpPr>
            <a:spLocks noGrp="1"/>
          </p:cNvSpPr>
          <p:nvPr>
            <p:ph type="ftr" sz="quarter" idx="11"/>
          </p:nvPr>
        </p:nvSpPr>
        <p:spPr/>
        <p:txBody>
          <a:bodyPr/>
          <a:lstStyle>
            <a:lvl1pPr>
              <a:defRPr/>
            </a:lvl1pPr>
          </a:lstStyle>
          <a:p>
            <a:r>
              <a:rPr lang="en-US" dirty="0"/>
              <a:t>J Mark Morris - Model of Nature - April 2019</a:t>
            </a:r>
          </a:p>
        </p:txBody>
      </p:sp>
      <p:sp>
        <p:nvSpPr>
          <p:cNvPr id="6" name="Slide Number Placeholder 5">
            <a:extLst>
              <a:ext uri="{FF2B5EF4-FFF2-40B4-BE49-F238E27FC236}">
                <a16:creationId xmlns:a16="http://schemas.microsoft.com/office/drawing/2014/main" id="{93A81401-8545-2D4E-A7FB-31AFC7A8DB71}"/>
              </a:ext>
            </a:extLst>
          </p:cNvPr>
          <p:cNvSpPr>
            <a:spLocks noGrp="1"/>
          </p:cNvSpPr>
          <p:nvPr>
            <p:ph type="sldNum" sz="quarter" idx="12"/>
          </p:nvPr>
        </p:nvSpPr>
        <p:spPr/>
        <p:txBody>
          <a:bodyPr/>
          <a:lstStyle/>
          <a:p>
            <a:fld id="{D73D4D4B-2FF7-BE46-958C-B004BD45EF6F}" type="slidenum">
              <a:rPr lang="en-US" smtClean="0"/>
              <a:t>‹#›</a:t>
            </a:fld>
            <a:endParaRPr lang="en-US"/>
          </a:p>
        </p:txBody>
      </p:sp>
    </p:spTree>
    <p:extLst>
      <p:ext uri="{BB962C8B-B14F-4D97-AF65-F5344CB8AC3E}">
        <p14:creationId xmlns:p14="http://schemas.microsoft.com/office/powerpoint/2010/main" val="32191099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F560F9-C770-5C4C-9C93-102EC332DBA4}"/>
              </a:ext>
            </a:extLst>
          </p:cNvPr>
          <p:cNvSpPr>
            <a:spLocks noGrp="1"/>
          </p:cNvSpPr>
          <p:nvPr>
            <p:ph type="title"/>
          </p:nvPr>
        </p:nvSpPr>
        <p:spPr>
          <a:xfrm>
            <a:off x="838200" y="365125"/>
            <a:ext cx="10515600" cy="777875"/>
          </a:xfrm>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80D38EDA-56F1-1C40-B81E-28B921C4E99F}"/>
              </a:ext>
            </a:extLst>
          </p:cNvPr>
          <p:cNvSpPr>
            <a:spLocks noGrp="1"/>
          </p:cNvSpPr>
          <p:nvPr>
            <p:ph idx="1"/>
          </p:nvPr>
        </p:nvSpPr>
        <p:spPr>
          <a:xfrm>
            <a:off x="838200" y="1295400"/>
            <a:ext cx="10515600" cy="488156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AD42772-5D80-F641-A1BB-6048573C4E88}"/>
              </a:ext>
            </a:extLst>
          </p:cNvPr>
          <p:cNvSpPr>
            <a:spLocks noGrp="1"/>
          </p:cNvSpPr>
          <p:nvPr>
            <p:ph type="dt" sz="half" idx="10"/>
          </p:nvPr>
        </p:nvSpPr>
        <p:spPr/>
        <p:txBody>
          <a:bodyPr/>
          <a:lstStyle/>
          <a:p>
            <a:fld id="{A91F55E2-A889-F24B-B1FE-1E878178F308}" type="datetime1">
              <a:rPr lang="en-US" smtClean="0"/>
              <a:t>11/28/24</a:t>
            </a:fld>
            <a:endParaRPr lang="en-US"/>
          </a:p>
        </p:txBody>
      </p:sp>
      <p:sp>
        <p:nvSpPr>
          <p:cNvPr id="5" name="Footer Placeholder 4">
            <a:extLst>
              <a:ext uri="{FF2B5EF4-FFF2-40B4-BE49-F238E27FC236}">
                <a16:creationId xmlns:a16="http://schemas.microsoft.com/office/drawing/2014/main" id="{C68FC4AF-90CF-484C-B6C7-5CE1A016FB49}"/>
              </a:ext>
            </a:extLst>
          </p:cNvPr>
          <p:cNvSpPr>
            <a:spLocks noGrp="1"/>
          </p:cNvSpPr>
          <p:nvPr>
            <p:ph type="ftr" sz="quarter" idx="11"/>
          </p:nvPr>
        </p:nvSpPr>
        <p:spPr/>
        <p:txBody>
          <a:bodyPr/>
          <a:lstStyle/>
          <a:p>
            <a:r>
              <a:rPr lang="en-US" dirty="0"/>
              <a:t>J Mark Morris - Model of Nature - May 2019</a:t>
            </a:r>
          </a:p>
        </p:txBody>
      </p:sp>
      <p:sp>
        <p:nvSpPr>
          <p:cNvPr id="6" name="Slide Number Placeholder 5">
            <a:extLst>
              <a:ext uri="{FF2B5EF4-FFF2-40B4-BE49-F238E27FC236}">
                <a16:creationId xmlns:a16="http://schemas.microsoft.com/office/drawing/2014/main" id="{8169AF1E-33D8-3041-A601-1384C718A8B5}"/>
              </a:ext>
            </a:extLst>
          </p:cNvPr>
          <p:cNvSpPr>
            <a:spLocks noGrp="1"/>
          </p:cNvSpPr>
          <p:nvPr>
            <p:ph type="sldNum" sz="quarter" idx="12"/>
          </p:nvPr>
        </p:nvSpPr>
        <p:spPr/>
        <p:txBody>
          <a:bodyPr/>
          <a:lstStyle/>
          <a:p>
            <a:fld id="{D73D4D4B-2FF7-BE46-958C-B004BD45EF6F}" type="slidenum">
              <a:rPr lang="en-US" smtClean="0"/>
              <a:t>‹#›</a:t>
            </a:fld>
            <a:endParaRPr lang="en-US"/>
          </a:p>
        </p:txBody>
      </p:sp>
    </p:spTree>
    <p:extLst>
      <p:ext uri="{BB962C8B-B14F-4D97-AF65-F5344CB8AC3E}">
        <p14:creationId xmlns:p14="http://schemas.microsoft.com/office/powerpoint/2010/main" val="427950698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21822D-6D7A-1342-98EF-890C6F2DA174}"/>
              </a:ext>
            </a:extLst>
          </p:cNvPr>
          <p:cNvSpPr>
            <a:spLocks noGrp="1"/>
          </p:cNvSpPr>
          <p:nvPr>
            <p:ph type="title"/>
          </p:nvPr>
        </p:nvSpPr>
        <p:spPr>
          <a:xfrm>
            <a:off x="838200" y="365125"/>
            <a:ext cx="10515600" cy="777875"/>
          </a:xfrm>
        </p:spPr>
        <p:txBody>
          <a:bodyPr/>
          <a:lstStyle/>
          <a:p>
            <a:r>
              <a:rPr lang="en-US"/>
              <a:t>Click to edit Master title style</a:t>
            </a:r>
          </a:p>
        </p:txBody>
      </p:sp>
      <p:sp>
        <p:nvSpPr>
          <p:cNvPr id="3" name="Date Placeholder 2">
            <a:extLst>
              <a:ext uri="{FF2B5EF4-FFF2-40B4-BE49-F238E27FC236}">
                <a16:creationId xmlns:a16="http://schemas.microsoft.com/office/drawing/2014/main" id="{74CF19EA-9170-5B4B-814F-7425C8E22823}"/>
              </a:ext>
            </a:extLst>
          </p:cNvPr>
          <p:cNvSpPr>
            <a:spLocks noGrp="1"/>
          </p:cNvSpPr>
          <p:nvPr>
            <p:ph type="dt" sz="half" idx="10"/>
          </p:nvPr>
        </p:nvSpPr>
        <p:spPr/>
        <p:txBody>
          <a:bodyPr/>
          <a:lstStyle/>
          <a:p>
            <a:fld id="{C6E8461C-3391-334C-9885-001B32D724C4}" type="datetime1">
              <a:rPr lang="en-US" smtClean="0"/>
              <a:t>11/28/24</a:t>
            </a:fld>
            <a:endParaRPr lang="en-US"/>
          </a:p>
        </p:txBody>
      </p:sp>
      <p:sp>
        <p:nvSpPr>
          <p:cNvPr id="4" name="Footer Placeholder 3">
            <a:extLst>
              <a:ext uri="{FF2B5EF4-FFF2-40B4-BE49-F238E27FC236}">
                <a16:creationId xmlns:a16="http://schemas.microsoft.com/office/drawing/2014/main" id="{5882B1FB-ECDF-AD43-9020-0267ED91C04E}"/>
              </a:ext>
            </a:extLst>
          </p:cNvPr>
          <p:cNvSpPr>
            <a:spLocks noGrp="1"/>
          </p:cNvSpPr>
          <p:nvPr>
            <p:ph type="ftr" sz="quarter" idx="11"/>
          </p:nvPr>
        </p:nvSpPr>
        <p:spPr/>
        <p:txBody>
          <a:bodyPr/>
          <a:lstStyle>
            <a:lvl1pPr>
              <a:defRPr/>
            </a:lvl1pPr>
          </a:lstStyle>
          <a:p>
            <a:r>
              <a:rPr lang="en-US" dirty="0"/>
              <a:t>J Mark Morris - Model of Nature - May 2019</a:t>
            </a:r>
          </a:p>
        </p:txBody>
      </p:sp>
      <p:sp>
        <p:nvSpPr>
          <p:cNvPr id="5" name="Slide Number Placeholder 4">
            <a:extLst>
              <a:ext uri="{FF2B5EF4-FFF2-40B4-BE49-F238E27FC236}">
                <a16:creationId xmlns:a16="http://schemas.microsoft.com/office/drawing/2014/main" id="{D949C470-5AF0-5246-81E7-95EAEE5639EF}"/>
              </a:ext>
            </a:extLst>
          </p:cNvPr>
          <p:cNvSpPr>
            <a:spLocks noGrp="1"/>
          </p:cNvSpPr>
          <p:nvPr>
            <p:ph type="sldNum" sz="quarter" idx="12"/>
          </p:nvPr>
        </p:nvSpPr>
        <p:spPr/>
        <p:txBody>
          <a:bodyPr/>
          <a:lstStyle/>
          <a:p>
            <a:fld id="{D73D4D4B-2FF7-BE46-958C-B004BD45EF6F}" type="slidenum">
              <a:rPr lang="en-US" smtClean="0"/>
              <a:t>‹#›</a:t>
            </a:fld>
            <a:endParaRPr lang="en-US"/>
          </a:p>
        </p:txBody>
      </p:sp>
    </p:spTree>
    <p:extLst>
      <p:ext uri="{BB962C8B-B14F-4D97-AF65-F5344CB8AC3E}">
        <p14:creationId xmlns:p14="http://schemas.microsoft.com/office/powerpoint/2010/main" val="312576167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FBB3A9-9E4D-1B45-B3D5-CA3715227F3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14A437C-6978-EF42-B683-287B0BCC683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2736A90-6A63-474E-AE00-47FF46C1C73E}"/>
              </a:ext>
            </a:extLst>
          </p:cNvPr>
          <p:cNvSpPr>
            <a:spLocks noGrp="1"/>
          </p:cNvSpPr>
          <p:nvPr>
            <p:ph type="dt" sz="half" idx="10"/>
          </p:nvPr>
        </p:nvSpPr>
        <p:spPr/>
        <p:txBody>
          <a:bodyPr/>
          <a:lstStyle/>
          <a:p>
            <a:fld id="{CB70D3E6-D921-5B44-AC8D-B7FDAFC8A532}" type="datetimeFigureOut">
              <a:rPr lang="en-US" smtClean="0"/>
              <a:t>11/28/24</a:t>
            </a:fld>
            <a:endParaRPr lang="en-US"/>
          </a:p>
        </p:txBody>
      </p:sp>
      <p:sp>
        <p:nvSpPr>
          <p:cNvPr id="5" name="Footer Placeholder 4">
            <a:extLst>
              <a:ext uri="{FF2B5EF4-FFF2-40B4-BE49-F238E27FC236}">
                <a16:creationId xmlns:a16="http://schemas.microsoft.com/office/drawing/2014/main" id="{1D9A6875-C7C8-8141-9B12-87599614E5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FF87BB-FFE9-4F4E-9787-48475824CC8E}"/>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185022961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167A8A-0845-AD47-90A8-18776E7495E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685297E-D5E0-6745-91A9-52029EE3022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79309D-6084-C74B-884A-230D6CFAC619}"/>
              </a:ext>
            </a:extLst>
          </p:cNvPr>
          <p:cNvSpPr>
            <a:spLocks noGrp="1"/>
          </p:cNvSpPr>
          <p:nvPr>
            <p:ph type="dt" sz="half" idx="10"/>
          </p:nvPr>
        </p:nvSpPr>
        <p:spPr/>
        <p:txBody>
          <a:bodyPr/>
          <a:lstStyle/>
          <a:p>
            <a:fld id="{CB70D3E6-D921-5B44-AC8D-B7FDAFC8A532}" type="datetimeFigureOut">
              <a:rPr lang="en-US" smtClean="0"/>
              <a:t>11/28/24</a:t>
            </a:fld>
            <a:endParaRPr lang="en-US"/>
          </a:p>
        </p:txBody>
      </p:sp>
      <p:sp>
        <p:nvSpPr>
          <p:cNvPr id="5" name="Footer Placeholder 4">
            <a:extLst>
              <a:ext uri="{FF2B5EF4-FFF2-40B4-BE49-F238E27FC236}">
                <a16:creationId xmlns:a16="http://schemas.microsoft.com/office/drawing/2014/main" id="{0F105DDE-4455-5940-ADF4-C579F78A20A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0064C6E-4C44-A641-B028-04035B812AA6}"/>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270846445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15E37A-D8BF-D64A-8216-7ABA6C58364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F406964-1DAB-F14D-8D48-DEDCBF19514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BED9634-1414-224C-B6B9-3F0D98D672C3}"/>
              </a:ext>
            </a:extLst>
          </p:cNvPr>
          <p:cNvSpPr>
            <a:spLocks noGrp="1"/>
          </p:cNvSpPr>
          <p:nvPr>
            <p:ph type="dt" sz="half" idx="10"/>
          </p:nvPr>
        </p:nvSpPr>
        <p:spPr/>
        <p:txBody>
          <a:bodyPr/>
          <a:lstStyle/>
          <a:p>
            <a:fld id="{CB70D3E6-D921-5B44-AC8D-B7FDAFC8A532}" type="datetimeFigureOut">
              <a:rPr lang="en-US" smtClean="0"/>
              <a:t>11/28/24</a:t>
            </a:fld>
            <a:endParaRPr lang="en-US"/>
          </a:p>
        </p:txBody>
      </p:sp>
      <p:sp>
        <p:nvSpPr>
          <p:cNvPr id="5" name="Footer Placeholder 4">
            <a:extLst>
              <a:ext uri="{FF2B5EF4-FFF2-40B4-BE49-F238E27FC236}">
                <a16:creationId xmlns:a16="http://schemas.microsoft.com/office/drawing/2014/main" id="{A8157A06-C042-C649-8823-09CD9E49236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7B72125-B186-EA4F-87C1-D421E15E6F0E}"/>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134149378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A32C6-604D-5245-AF13-1117649C058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7F3D95E-DB7F-8741-AA7E-E9FECF96C0F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A4FF041-1EE3-1840-9A00-F30BE067B99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1E2B0A9-40F9-DB4D-BDC1-10F58EBA8438}"/>
              </a:ext>
            </a:extLst>
          </p:cNvPr>
          <p:cNvSpPr>
            <a:spLocks noGrp="1"/>
          </p:cNvSpPr>
          <p:nvPr>
            <p:ph type="dt" sz="half" idx="10"/>
          </p:nvPr>
        </p:nvSpPr>
        <p:spPr/>
        <p:txBody>
          <a:bodyPr/>
          <a:lstStyle/>
          <a:p>
            <a:fld id="{CB70D3E6-D921-5B44-AC8D-B7FDAFC8A532}" type="datetimeFigureOut">
              <a:rPr lang="en-US" smtClean="0"/>
              <a:t>11/28/24</a:t>
            </a:fld>
            <a:endParaRPr lang="en-US"/>
          </a:p>
        </p:txBody>
      </p:sp>
      <p:sp>
        <p:nvSpPr>
          <p:cNvPr id="6" name="Footer Placeholder 5">
            <a:extLst>
              <a:ext uri="{FF2B5EF4-FFF2-40B4-BE49-F238E27FC236}">
                <a16:creationId xmlns:a16="http://schemas.microsoft.com/office/drawing/2014/main" id="{4D45749E-ED3B-3643-8D22-DA2D88FFDEF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24183C9-D2C9-CE44-B58B-ACE8898D0D03}"/>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25548111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A45A6-44FE-3848-88E8-5552DDC45A9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EDC7C1F-E9B4-4E48-ACFC-DC65D661790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CFE821-3558-AB4C-948F-6C6990D1473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3774632-D045-5A44-BB14-E3D5737A296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8E5E05E-D502-E74B-91AF-BB193D328CC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B03287E-662E-F54F-9162-3F755DD60CA2}"/>
              </a:ext>
            </a:extLst>
          </p:cNvPr>
          <p:cNvSpPr>
            <a:spLocks noGrp="1"/>
          </p:cNvSpPr>
          <p:nvPr>
            <p:ph type="dt" sz="half" idx="10"/>
          </p:nvPr>
        </p:nvSpPr>
        <p:spPr/>
        <p:txBody>
          <a:bodyPr/>
          <a:lstStyle/>
          <a:p>
            <a:fld id="{CB70D3E6-D921-5B44-AC8D-B7FDAFC8A532}" type="datetimeFigureOut">
              <a:rPr lang="en-US" smtClean="0"/>
              <a:t>11/28/24</a:t>
            </a:fld>
            <a:endParaRPr lang="en-US"/>
          </a:p>
        </p:txBody>
      </p:sp>
      <p:sp>
        <p:nvSpPr>
          <p:cNvPr id="8" name="Footer Placeholder 7">
            <a:extLst>
              <a:ext uri="{FF2B5EF4-FFF2-40B4-BE49-F238E27FC236}">
                <a16:creationId xmlns:a16="http://schemas.microsoft.com/office/drawing/2014/main" id="{B68BB5FE-E651-1B4F-8E93-FD794E8A5E6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DAAD7C8-64AF-684B-98B6-D6D6714A29C1}"/>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176265526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4DC2D9-851F-F94A-83EC-CAB57992066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F3BF4D5-34AD-5A43-853F-006AD601FD76}"/>
              </a:ext>
            </a:extLst>
          </p:cNvPr>
          <p:cNvSpPr>
            <a:spLocks noGrp="1"/>
          </p:cNvSpPr>
          <p:nvPr>
            <p:ph type="dt" sz="half" idx="10"/>
          </p:nvPr>
        </p:nvSpPr>
        <p:spPr/>
        <p:txBody>
          <a:bodyPr/>
          <a:lstStyle/>
          <a:p>
            <a:fld id="{CB70D3E6-D921-5B44-AC8D-B7FDAFC8A532}" type="datetimeFigureOut">
              <a:rPr lang="en-US" smtClean="0"/>
              <a:t>11/28/24</a:t>
            </a:fld>
            <a:endParaRPr lang="en-US"/>
          </a:p>
        </p:txBody>
      </p:sp>
      <p:sp>
        <p:nvSpPr>
          <p:cNvPr id="4" name="Footer Placeholder 3">
            <a:extLst>
              <a:ext uri="{FF2B5EF4-FFF2-40B4-BE49-F238E27FC236}">
                <a16:creationId xmlns:a16="http://schemas.microsoft.com/office/drawing/2014/main" id="{67670C52-9CA4-AB4F-957A-7AAD4E25932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A441625-0652-EB4F-8E04-6C9011365173}"/>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119101444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5592881-FA37-DD45-860A-EA6B38C3108A}"/>
              </a:ext>
            </a:extLst>
          </p:cNvPr>
          <p:cNvSpPr>
            <a:spLocks noGrp="1"/>
          </p:cNvSpPr>
          <p:nvPr>
            <p:ph type="dt" sz="half" idx="10"/>
          </p:nvPr>
        </p:nvSpPr>
        <p:spPr/>
        <p:txBody>
          <a:bodyPr/>
          <a:lstStyle/>
          <a:p>
            <a:fld id="{CB70D3E6-D921-5B44-AC8D-B7FDAFC8A532}" type="datetimeFigureOut">
              <a:rPr lang="en-US" smtClean="0"/>
              <a:t>11/28/24</a:t>
            </a:fld>
            <a:endParaRPr lang="en-US"/>
          </a:p>
        </p:txBody>
      </p:sp>
      <p:sp>
        <p:nvSpPr>
          <p:cNvPr id="3" name="Footer Placeholder 2">
            <a:extLst>
              <a:ext uri="{FF2B5EF4-FFF2-40B4-BE49-F238E27FC236}">
                <a16:creationId xmlns:a16="http://schemas.microsoft.com/office/drawing/2014/main" id="{A4652DC6-52F3-8040-8665-17D023390D4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E9CEF52-EC52-6C42-81BD-397B5CE038F7}"/>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314663656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D60788-9DB9-6745-96CF-A7A1862275A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0E3299F-D119-D449-BD57-1CE490CB511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A3BB0FB-61B4-DC45-9D1E-63F99E6ABCB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EF87701-43E6-A248-ABD9-E1C49D62242F}"/>
              </a:ext>
            </a:extLst>
          </p:cNvPr>
          <p:cNvSpPr>
            <a:spLocks noGrp="1"/>
          </p:cNvSpPr>
          <p:nvPr>
            <p:ph type="dt" sz="half" idx="10"/>
          </p:nvPr>
        </p:nvSpPr>
        <p:spPr/>
        <p:txBody>
          <a:bodyPr/>
          <a:lstStyle/>
          <a:p>
            <a:fld id="{CB70D3E6-D921-5B44-AC8D-B7FDAFC8A532}" type="datetimeFigureOut">
              <a:rPr lang="en-US" smtClean="0"/>
              <a:t>11/28/24</a:t>
            </a:fld>
            <a:endParaRPr lang="en-US"/>
          </a:p>
        </p:txBody>
      </p:sp>
      <p:sp>
        <p:nvSpPr>
          <p:cNvPr id="6" name="Footer Placeholder 5">
            <a:extLst>
              <a:ext uri="{FF2B5EF4-FFF2-40B4-BE49-F238E27FC236}">
                <a16:creationId xmlns:a16="http://schemas.microsoft.com/office/drawing/2014/main" id="{DFD6954C-9DFB-264A-A710-D12E71DB3AE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F188770-2503-8F4E-AFC6-6941CC59F7C1}"/>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375778831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3FF65-890A-1A47-B873-C56E2C7DF2B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D05E9CE-538C-294A-A814-80A50548B20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33C7C9D-B309-CF46-90D8-B95DD6C2DC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97CA5D-F1C9-604D-83E1-2E60AE6E200D}"/>
              </a:ext>
            </a:extLst>
          </p:cNvPr>
          <p:cNvSpPr>
            <a:spLocks noGrp="1"/>
          </p:cNvSpPr>
          <p:nvPr>
            <p:ph type="dt" sz="half" idx="10"/>
          </p:nvPr>
        </p:nvSpPr>
        <p:spPr/>
        <p:txBody>
          <a:bodyPr/>
          <a:lstStyle/>
          <a:p>
            <a:fld id="{CB70D3E6-D921-5B44-AC8D-B7FDAFC8A532}" type="datetimeFigureOut">
              <a:rPr lang="en-US" smtClean="0"/>
              <a:t>11/28/24</a:t>
            </a:fld>
            <a:endParaRPr lang="en-US"/>
          </a:p>
        </p:txBody>
      </p:sp>
      <p:sp>
        <p:nvSpPr>
          <p:cNvPr id="6" name="Footer Placeholder 5">
            <a:extLst>
              <a:ext uri="{FF2B5EF4-FFF2-40B4-BE49-F238E27FC236}">
                <a16:creationId xmlns:a16="http://schemas.microsoft.com/office/drawing/2014/main" id="{BC9BE16D-FB3D-AA41-B06D-73A0FCDFBAA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A19839D-F44C-4B47-9DFE-D154851F5510}"/>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167504991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E5DFD1-B5EF-8445-B336-8B2E596E207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9086E7C-46AA-9440-8F1F-C1AD5E8EC23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5762E40-F60A-404F-9DB3-AC863A0E0847}"/>
              </a:ext>
            </a:extLst>
          </p:cNvPr>
          <p:cNvSpPr>
            <a:spLocks noGrp="1"/>
          </p:cNvSpPr>
          <p:nvPr>
            <p:ph type="dt" sz="half" idx="10"/>
          </p:nvPr>
        </p:nvSpPr>
        <p:spPr/>
        <p:txBody>
          <a:bodyPr/>
          <a:lstStyle/>
          <a:p>
            <a:fld id="{CB70D3E6-D921-5B44-AC8D-B7FDAFC8A532}" type="datetimeFigureOut">
              <a:rPr lang="en-US" smtClean="0"/>
              <a:t>11/28/24</a:t>
            </a:fld>
            <a:endParaRPr lang="en-US"/>
          </a:p>
        </p:txBody>
      </p:sp>
      <p:sp>
        <p:nvSpPr>
          <p:cNvPr id="5" name="Footer Placeholder 4">
            <a:extLst>
              <a:ext uri="{FF2B5EF4-FFF2-40B4-BE49-F238E27FC236}">
                <a16:creationId xmlns:a16="http://schemas.microsoft.com/office/drawing/2014/main" id="{156ABF7D-A207-9243-8354-69D0FCFAAC4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7C5599E-5B81-624B-A60C-D22AF58B66FB}"/>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345317901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64BC040-CE85-6347-809B-760E676EF4C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07DD51C-FD4B-524F-8054-62599D261A7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E9F735-3187-1341-AE2A-1316DEDA7CE8}"/>
              </a:ext>
            </a:extLst>
          </p:cNvPr>
          <p:cNvSpPr>
            <a:spLocks noGrp="1"/>
          </p:cNvSpPr>
          <p:nvPr>
            <p:ph type="dt" sz="half" idx="10"/>
          </p:nvPr>
        </p:nvSpPr>
        <p:spPr/>
        <p:txBody>
          <a:bodyPr/>
          <a:lstStyle/>
          <a:p>
            <a:fld id="{CB70D3E6-D921-5B44-AC8D-B7FDAFC8A532}" type="datetimeFigureOut">
              <a:rPr lang="en-US" smtClean="0"/>
              <a:t>11/28/24</a:t>
            </a:fld>
            <a:endParaRPr lang="en-US"/>
          </a:p>
        </p:txBody>
      </p:sp>
      <p:sp>
        <p:nvSpPr>
          <p:cNvPr id="5" name="Footer Placeholder 4">
            <a:extLst>
              <a:ext uri="{FF2B5EF4-FFF2-40B4-BE49-F238E27FC236}">
                <a16:creationId xmlns:a16="http://schemas.microsoft.com/office/drawing/2014/main" id="{D08F8F3D-1D9D-EF45-9F9C-E682715F662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BFDF4D4-99B2-C24C-BCFF-B3AB3F96C740}"/>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387770902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1.xml"/><Relationship Id="rId3" Type="http://schemas.openxmlformats.org/officeDocument/2006/relationships/slideLayout" Target="../slideLayouts/slideLayout6.xml"/><Relationship Id="rId7" Type="http://schemas.openxmlformats.org/officeDocument/2006/relationships/slideLayout" Target="../slideLayouts/slideLayout10.xml"/><Relationship Id="rId12" Type="http://schemas.openxmlformats.org/officeDocument/2006/relationships/theme" Target="../theme/theme2.xml"/><Relationship Id="rId2" Type="http://schemas.openxmlformats.org/officeDocument/2006/relationships/slideLayout" Target="../slideLayouts/slideLayout5.xml"/><Relationship Id="rId1" Type="http://schemas.openxmlformats.org/officeDocument/2006/relationships/slideLayout" Target="../slideLayouts/slideLayout4.xml"/><Relationship Id="rId6" Type="http://schemas.openxmlformats.org/officeDocument/2006/relationships/slideLayout" Target="../slideLayouts/slideLayout9.xml"/><Relationship Id="rId11" Type="http://schemas.openxmlformats.org/officeDocument/2006/relationships/slideLayout" Target="../slideLayouts/slideLayout14.xml"/><Relationship Id="rId5" Type="http://schemas.openxmlformats.org/officeDocument/2006/relationships/slideLayout" Target="../slideLayouts/slideLayout8.xml"/><Relationship Id="rId10" Type="http://schemas.openxmlformats.org/officeDocument/2006/relationships/slideLayout" Target="../slideLayouts/slideLayout13.xml"/><Relationship Id="rId4" Type="http://schemas.openxmlformats.org/officeDocument/2006/relationships/slideLayout" Target="../slideLayouts/slideLayout7.xml"/><Relationship Id="rId9" Type="http://schemas.openxmlformats.org/officeDocument/2006/relationships/slideLayout" Target="../slideLayouts/slideLayout12.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17.xml"/><Relationship Id="rId2" Type="http://schemas.openxmlformats.org/officeDocument/2006/relationships/slideLayout" Target="../slideLayouts/slideLayout16.xml"/><Relationship Id="rId1" Type="http://schemas.openxmlformats.org/officeDocument/2006/relationships/slideLayout" Target="../slideLayouts/slideLayout15.xml"/><Relationship Id="rId4"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25.xml"/><Relationship Id="rId3" Type="http://schemas.openxmlformats.org/officeDocument/2006/relationships/slideLayout" Target="../slideLayouts/slideLayout20.xml"/><Relationship Id="rId7" Type="http://schemas.openxmlformats.org/officeDocument/2006/relationships/slideLayout" Target="../slideLayouts/slideLayout24.xml"/><Relationship Id="rId12" Type="http://schemas.openxmlformats.org/officeDocument/2006/relationships/theme" Target="../theme/theme4.xml"/><Relationship Id="rId2" Type="http://schemas.openxmlformats.org/officeDocument/2006/relationships/slideLayout" Target="../slideLayouts/slideLayout19.xml"/><Relationship Id="rId1" Type="http://schemas.openxmlformats.org/officeDocument/2006/relationships/slideLayout" Target="../slideLayouts/slideLayout18.xml"/><Relationship Id="rId6" Type="http://schemas.openxmlformats.org/officeDocument/2006/relationships/slideLayout" Target="../slideLayouts/slideLayout23.xml"/><Relationship Id="rId11" Type="http://schemas.openxmlformats.org/officeDocument/2006/relationships/slideLayout" Target="../slideLayouts/slideLayout28.xml"/><Relationship Id="rId5" Type="http://schemas.openxmlformats.org/officeDocument/2006/relationships/slideLayout" Target="../slideLayouts/slideLayout22.xml"/><Relationship Id="rId10" Type="http://schemas.openxmlformats.org/officeDocument/2006/relationships/slideLayout" Target="../slideLayouts/slideLayout27.xml"/><Relationship Id="rId4" Type="http://schemas.openxmlformats.org/officeDocument/2006/relationships/slideLayout" Target="../slideLayouts/slideLayout21.xml"/><Relationship Id="rId9" Type="http://schemas.openxmlformats.org/officeDocument/2006/relationships/slideLayout" Target="../slideLayouts/slideLayout2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C79A1DB-155B-0846-9CED-8B75F56E0E5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FD69736F-08D5-7643-A656-ABAEB9457A7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0433D04-66F5-D74B-8EEA-459FDC00D1E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latin typeface="Helvetica Neue" panose="02000503000000020004" pitchFamily="2" charset="0"/>
                <a:ea typeface="Helvetica Neue" panose="02000503000000020004" pitchFamily="2" charset="0"/>
                <a:cs typeface="Helvetica Neue" panose="02000503000000020004" pitchFamily="2" charset="0"/>
              </a:defRPr>
            </a:lvl1pPr>
          </a:lstStyle>
          <a:p>
            <a:fld id="{2005EE61-3907-C44D-8624-D47E09E871DB}" type="datetime1">
              <a:rPr lang="en-US" smtClean="0"/>
              <a:t>11/28/24</a:t>
            </a:fld>
            <a:endParaRPr lang="en-US"/>
          </a:p>
        </p:txBody>
      </p:sp>
      <p:sp>
        <p:nvSpPr>
          <p:cNvPr id="5" name="Footer Placeholder 4">
            <a:extLst>
              <a:ext uri="{FF2B5EF4-FFF2-40B4-BE49-F238E27FC236}">
                <a16:creationId xmlns:a16="http://schemas.microsoft.com/office/drawing/2014/main" id="{9FDE6E67-6F97-E149-8437-635D11E7ED4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latin typeface="Helvetica Neue" panose="02000503000000020004" pitchFamily="2" charset="0"/>
                <a:ea typeface="Helvetica Neue" panose="02000503000000020004" pitchFamily="2" charset="0"/>
                <a:cs typeface="Helvetica Neue" panose="02000503000000020004" pitchFamily="2" charset="0"/>
              </a:defRPr>
            </a:lvl1pPr>
          </a:lstStyle>
          <a:p>
            <a:r>
              <a:rPr lang="en-US"/>
              <a:t>J Mark Morris - Model of Nature - April 2019</a:t>
            </a:r>
          </a:p>
        </p:txBody>
      </p:sp>
      <p:sp>
        <p:nvSpPr>
          <p:cNvPr id="6" name="Slide Number Placeholder 5">
            <a:extLst>
              <a:ext uri="{FF2B5EF4-FFF2-40B4-BE49-F238E27FC236}">
                <a16:creationId xmlns:a16="http://schemas.microsoft.com/office/drawing/2014/main" id="{D585CC1E-0AB1-F34A-83C6-0956BF9B4AF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latin typeface="Helvetica Neue" panose="02000503000000020004" pitchFamily="2" charset="0"/>
                <a:ea typeface="Helvetica Neue" panose="02000503000000020004" pitchFamily="2" charset="0"/>
                <a:cs typeface="Helvetica Neue" panose="02000503000000020004" pitchFamily="2" charset="0"/>
              </a:defRPr>
            </a:lvl1pPr>
          </a:lstStyle>
          <a:p>
            <a:fld id="{D73D4D4B-2FF7-BE46-958C-B004BD45EF6F}" type="slidenum">
              <a:rPr lang="en-US" smtClean="0"/>
              <a:pPr/>
              <a:t>‹#›</a:t>
            </a:fld>
            <a:endParaRPr lang="en-US"/>
          </a:p>
        </p:txBody>
      </p:sp>
    </p:spTree>
    <p:extLst>
      <p:ext uri="{BB962C8B-B14F-4D97-AF65-F5344CB8AC3E}">
        <p14:creationId xmlns:p14="http://schemas.microsoft.com/office/powerpoint/2010/main" val="271492556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4" r:id="rId3"/>
  </p:sldLayoutIdLst>
  <p:hf sldNum="0" hdr="0" dt="0"/>
  <p:txStyles>
    <p:titleStyle>
      <a:lvl1pPr algn="l" defTabSz="914400" rtl="0" eaLnBrk="1" latinLnBrk="0" hangingPunct="1">
        <a:lnSpc>
          <a:spcPct val="90000"/>
        </a:lnSpc>
        <a:spcBef>
          <a:spcPct val="0"/>
        </a:spcBef>
        <a:buNone/>
        <a:defRPr sz="44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7D8D635-033D-CA45-AECF-FEC145E57AD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B899257-A465-2C4D-9918-BC8C54895EF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94DCD3B-E2F2-854E-BB00-D5B0BB2A985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3E42ED2-DF18-DB41-BB39-D7AA7F2F2082}" type="datetimeFigureOut">
              <a:rPr lang="en-US" smtClean="0"/>
              <a:t>11/28/24</a:t>
            </a:fld>
            <a:endParaRPr lang="en-US"/>
          </a:p>
        </p:txBody>
      </p:sp>
      <p:sp>
        <p:nvSpPr>
          <p:cNvPr id="5" name="Footer Placeholder 4">
            <a:extLst>
              <a:ext uri="{FF2B5EF4-FFF2-40B4-BE49-F238E27FC236}">
                <a16:creationId xmlns:a16="http://schemas.microsoft.com/office/drawing/2014/main" id="{EFE405ED-7212-D349-B4CE-23AE6F2BE73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41D46886-3E69-B540-9366-21DA707D68E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1D4A510-E3A4-8144-9597-B0C6EECC9215}" type="slidenum">
              <a:rPr lang="en-US" smtClean="0"/>
              <a:t>‹#›</a:t>
            </a:fld>
            <a:endParaRPr lang="en-US"/>
          </a:p>
        </p:txBody>
      </p:sp>
    </p:spTree>
    <p:extLst>
      <p:ext uri="{BB962C8B-B14F-4D97-AF65-F5344CB8AC3E}">
        <p14:creationId xmlns:p14="http://schemas.microsoft.com/office/powerpoint/2010/main" val="522433780"/>
      </p:ext>
    </p:extLst>
  </p:cSld>
  <p:clrMap bg1="lt1" tx1="dk1" bg2="lt2" tx2="dk2" accent1="accent1" accent2="accent2" accent3="accent3" accent4="accent4" accent5="accent5" accent6="accent6" hlink="hlink" folHlink="folHlink"/>
  <p:sldLayoutIdLst>
    <p:sldLayoutId id="2147483657" r:id="rId1"/>
    <p:sldLayoutId id="2147483658" r:id="rId2"/>
    <p:sldLayoutId id="2147483659" r:id="rId3"/>
    <p:sldLayoutId id="2147483660" r:id="rId4"/>
    <p:sldLayoutId id="2147483661" r:id="rId5"/>
    <p:sldLayoutId id="2147483662" r:id="rId6"/>
    <p:sldLayoutId id="2147483663" r:id="rId7"/>
    <p:sldLayoutId id="2147483664" r:id="rId8"/>
    <p:sldLayoutId id="2147483665" r:id="rId9"/>
    <p:sldLayoutId id="2147483666" r:id="rId10"/>
    <p:sldLayoutId id="214748366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C79A1DB-155B-0846-9CED-8B75F56E0E5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FD69736F-08D5-7643-A656-ABAEB9457A7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0433D04-66F5-D74B-8EEA-459FDC00D1E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latin typeface="Helvetica Neue" panose="02000503000000020004" pitchFamily="2" charset="0"/>
                <a:ea typeface="Helvetica Neue" panose="02000503000000020004" pitchFamily="2" charset="0"/>
                <a:cs typeface="Helvetica Neue" panose="02000503000000020004" pitchFamily="2" charset="0"/>
              </a:defRPr>
            </a:lvl1pPr>
          </a:lstStyle>
          <a:p>
            <a:fld id="{2005EE61-3907-C44D-8624-D47E09E871DB}" type="datetime1">
              <a:rPr lang="en-US" smtClean="0"/>
              <a:t>11/28/24</a:t>
            </a:fld>
            <a:endParaRPr lang="en-US"/>
          </a:p>
        </p:txBody>
      </p:sp>
      <p:sp>
        <p:nvSpPr>
          <p:cNvPr id="5" name="Footer Placeholder 4">
            <a:extLst>
              <a:ext uri="{FF2B5EF4-FFF2-40B4-BE49-F238E27FC236}">
                <a16:creationId xmlns:a16="http://schemas.microsoft.com/office/drawing/2014/main" id="{9FDE6E67-6F97-E149-8437-635D11E7ED4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latin typeface="Helvetica Neue" panose="02000503000000020004" pitchFamily="2" charset="0"/>
                <a:ea typeface="Helvetica Neue" panose="02000503000000020004" pitchFamily="2" charset="0"/>
                <a:cs typeface="Helvetica Neue" panose="02000503000000020004" pitchFamily="2" charset="0"/>
              </a:defRPr>
            </a:lvl1pPr>
          </a:lstStyle>
          <a:p>
            <a:r>
              <a:rPr lang="en-US" dirty="0"/>
              <a:t>J Mark Morris - Model of Nature - May 2019</a:t>
            </a:r>
          </a:p>
        </p:txBody>
      </p:sp>
      <p:sp>
        <p:nvSpPr>
          <p:cNvPr id="6" name="Slide Number Placeholder 5">
            <a:extLst>
              <a:ext uri="{FF2B5EF4-FFF2-40B4-BE49-F238E27FC236}">
                <a16:creationId xmlns:a16="http://schemas.microsoft.com/office/drawing/2014/main" id="{D585CC1E-0AB1-F34A-83C6-0956BF9B4AF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latin typeface="Helvetica Neue" panose="02000503000000020004" pitchFamily="2" charset="0"/>
                <a:ea typeface="Helvetica Neue" panose="02000503000000020004" pitchFamily="2" charset="0"/>
                <a:cs typeface="Helvetica Neue" panose="02000503000000020004" pitchFamily="2" charset="0"/>
              </a:defRPr>
            </a:lvl1pPr>
          </a:lstStyle>
          <a:p>
            <a:fld id="{D73D4D4B-2FF7-BE46-958C-B004BD45EF6F}" type="slidenum">
              <a:rPr lang="en-US" smtClean="0"/>
              <a:pPr/>
              <a:t>‹#›</a:t>
            </a:fld>
            <a:endParaRPr lang="en-US"/>
          </a:p>
        </p:txBody>
      </p:sp>
    </p:spTree>
    <p:extLst>
      <p:ext uri="{BB962C8B-B14F-4D97-AF65-F5344CB8AC3E}">
        <p14:creationId xmlns:p14="http://schemas.microsoft.com/office/powerpoint/2010/main" val="4263692278"/>
      </p:ext>
    </p:extLst>
  </p:cSld>
  <p:clrMap bg1="lt1" tx1="dk1" bg2="lt2" tx2="dk2" accent1="accent1" accent2="accent2" accent3="accent3" accent4="accent4" accent5="accent5" accent6="accent6" hlink="hlink" folHlink="folHlink"/>
  <p:sldLayoutIdLst>
    <p:sldLayoutId id="2147483669" r:id="rId1"/>
    <p:sldLayoutId id="2147483670" r:id="rId2"/>
    <p:sldLayoutId id="2147483671" r:id="rId3"/>
  </p:sldLayoutIdLst>
  <p:hf sldNum="0" hdr="0" dt="0"/>
  <p:txStyles>
    <p:titleStyle>
      <a:lvl1pPr algn="l" defTabSz="914400" rtl="0" eaLnBrk="1" latinLnBrk="0" hangingPunct="1">
        <a:lnSpc>
          <a:spcPct val="90000"/>
        </a:lnSpc>
        <a:spcBef>
          <a:spcPct val="0"/>
        </a:spcBef>
        <a:buNone/>
        <a:defRPr sz="44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D14B483-3334-204F-ADDF-2B9BC6A8D94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BFCC4CF-F19A-1848-8467-61B9807ACFA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68128E2E-CB42-B64B-A2AC-B8713F8A0E1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b="0" i="0">
                <a:solidFill>
                  <a:schemeClr val="tx1">
                    <a:tint val="75000"/>
                  </a:schemeClr>
                </a:solidFill>
                <a:latin typeface="Helvetica Neue" panose="02000503000000020004" pitchFamily="2" charset="0"/>
              </a:defRPr>
            </a:lvl1pPr>
          </a:lstStyle>
          <a:p>
            <a:fld id="{CB70D3E6-D921-5B44-AC8D-B7FDAFC8A532}" type="datetimeFigureOut">
              <a:rPr lang="en-US" smtClean="0"/>
              <a:pPr/>
              <a:t>11/28/24</a:t>
            </a:fld>
            <a:endParaRPr lang="en-US" dirty="0"/>
          </a:p>
        </p:txBody>
      </p:sp>
      <p:sp>
        <p:nvSpPr>
          <p:cNvPr id="5" name="Footer Placeholder 4">
            <a:extLst>
              <a:ext uri="{FF2B5EF4-FFF2-40B4-BE49-F238E27FC236}">
                <a16:creationId xmlns:a16="http://schemas.microsoft.com/office/drawing/2014/main" id="{2AA830BA-8B9E-D54E-AA7F-1B6C247B3A2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b="0" i="0">
                <a:solidFill>
                  <a:schemeClr val="tx1">
                    <a:tint val="75000"/>
                  </a:schemeClr>
                </a:solidFill>
                <a:latin typeface="Helvetica Neue" panose="02000503000000020004" pitchFamily="2" charset="0"/>
              </a:defRPr>
            </a:lvl1pPr>
          </a:lstStyle>
          <a:p>
            <a:endParaRPr lang="en-US" dirty="0"/>
          </a:p>
        </p:txBody>
      </p:sp>
      <p:sp>
        <p:nvSpPr>
          <p:cNvPr id="6" name="Slide Number Placeholder 5">
            <a:extLst>
              <a:ext uri="{FF2B5EF4-FFF2-40B4-BE49-F238E27FC236}">
                <a16:creationId xmlns:a16="http://schemas.microsoft.com/office/drawing/2014/main" id="{CE3634F2-31DD-3F49-A362-988026E566C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b="0" i="0">
                <a:solidFill>
                  <a:schemeClr val="tx1">
                    <a:tint val="75000"/>
                  </a:schemeClr>
                </a:solidFill>
                <a:latin typeface="Helvetica Neue" panose="02000503000000020004" pitchFamily="2" charset="0"/>
              </a:defRPr>
            </a:lvl1pPr>
          </a:lstStyle>
          <a:p>
            <a:fld id="{EBE7AC70-81D3-9F4C-9FBF-EEB91175D34A}" type="slidenum">
              <a:rPr lang="en-US" smtClean="0"/>
              <a:pPr/>
              <a:t>‹#›</a:t>
            </a:fld>
            <a:endParaRPr lang="en-US" dirty="0"/>
          </a:p>
        </p:txBody>
      </p:sp>
    </p:spTree>
    <p:extLst>
      <p:ext uri="{BB962C8B-B14F-4D97-AF65-F5344CB8AC3E}">
        <p14:creationId xmlns:p14="http://schemas.microsoft.com/office/powerpoint/2010/main" val="917076722"/>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Helvetica Neue" panose="02000503000000020004" pitchFamily="2"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Helvetica Neue" panose="02000503000000020004" pitchFamily="2"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Helvetica Neue" panose="02000503000000020004" pitchFamily="2"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Helvetica Neue" panose="02000503000000020004" pitchFamily="2"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Helvetica Neue" panose="02000503000000020004"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4.xml"/></Relationships>
</file>

<file path=ppt/slides/_rels/slide2.xml.rels><?xml version="1.0" encoding="UTF-8" standalone="yes"?>
<Relationships xmlns="http://schemas.openxmlformats.org/package/2006/relationships"><Relationship Id="rId3" Type="http://schemas.openxmlformats.org/officeDocument/2006/relationships/image" Target="../media/image41.png"/><Relationship Id="rId7" Type="http://schemas.openxmlformats.org/officeDocument/2006/relationships/image" Target="../media/image1.gif"/><Relationship Id="rId2" Type="http://schemas.openxmlformats.org/officeDocument/2006/relationships/notesSlide" Target="../notesSlides/notesSlide2.xml"/><Relationship Id="rId1" Type="http://schemas.openxmlformats.org/officeDocument/2006/relationships/slideLayout" Target="../slideLayouts/slideLayout10.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0.png"/><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hyperlink" Target="https://en.wikipedia.org/wiki/Speed_of_light" TargetMode="External"/><Relationship Id="rId1" Type="http://schemas.openxmlformats.org/officeDocument/2006/relationships/slideLayout" Target="../slideLayouts/slideLayout1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4.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32.png"/><Relationship Id="rId7"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4.xml"/></Relationships>
</file>

<file path=ppt/slides/_rels/slide1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4.xml"/></Relationships>
</file>

<file path=ppt/slides/_rels/slide25.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4.xml"/></Relationships>
</file>

<file path=ppt/slides/_rels/slide28.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10.xml"/></Relationships>
</file>

<file path=ppt/slides/_rels/slide31.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10.xml"/></Relationships>
</file>

<file path=ppt/slides/_rels/slide32.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1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5.tiff"/><Relationship Id="rId2" Type="http://schemas.openxmlformats.org/officeDocument/2006/relationships/image" Target="../media/image24.jpg"/><Relationship Id="rId1" Type="http://schemas.openxmlformats.org/officeDocument/2006/relationships/slideLayout" Target="../slideLayouts/slideLayout2.xml"/><Relationship Id="rId4" Type="http://schemas.openxmlformats.org/officeDocument/2006/relationships/image" Target="../media/image26.tiff"/></Relationships>
</file>

<file path=ppt/slides/_rels/slide40.xml.rels><?xml version="1.0" encoding="UTF-8" standalone="yes"?>
<Relationships xmlns="http://schemas.openxmlformats.org/package/2006/relationships"><Relationship Id="rId2" Type="http://schemas.openxmlformats.org/officeDocument/2006/relationships/image" Target="../media/image24.jp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5.xml"/><Relationship Id="rId4" Type="http://schemas.openxmlformats.org/officeDocument/2006/relationships/image" Target="../media/image2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1.png"/><Relationship Id="rId1" Type="http://schemas.openxmlformats.org/officeDocument/2006/relationships/slideLayout" Target="../slideLayouts/slideLayout5.xml"/><Relationship Id="rId4" Type="http://schemas.openxmlformats.org/officeDocument/2006/relationships/image" Target="../media/image3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image" Target="../media/image38.jpeg"/><Relationship Id="rId1" Type="http://schemas.openxmlformats.org/officeDocument/2006/relationships/slideLayout" Target="../slideLayouts/slideLayout10.xml"/><Relationship Id="rId5" Type="http://schemas.openxmlformats.org/officeDocument/2006/relationships/image" Target="../media/image41.jpeg"/><Relationship Id="rId4" Type="http://schemas.openxmlformats.org/officeDocument/2006/relationships/image" Target="../media/image40.jpe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D77ACA5-3691-8FEB-0266-8D47BBCCF4C6}"/>
              </a:ext>
            </a:extLst>
          </p:cNvPr>
          <p:cNvSpPr txBox="1"/>
          <p:nvPr/>
        </p:nvSpPr>
        <p:spPr>
          <a:xfrm>
            <a:off x="0" y="358254"/>
            <a:ext cx="12191999" cy="2688878"/>
          </a:xfrm>
          <a:prstGeom prst="rect">
            <a:avLst/>
          </a:prstGeom>
          <a:noFill/>
        </p:spPr>
        <p:txBody>
          <a:bodyPr wrap="square" rtlCol="0">
            <a:spAutoFit/>
          </a:bodyPr>
          <a:lstStyle/>
          <a:p>
            <a:pPr marL="0" marR="0" lvl="0" indent="0" algn="ctr" defTabSz="914400" rtl="0" eaLnBrk="1" fontAlgn="auto" latinLnBrk="0" hangingPunct="1">
              <a:lnSpc>
                <a:spcPts val="11000"/>
              </a:lnSpc>
              <a:spcBef>
                <a:spcPts val="0"/>
              </a:spcBef>
              <a:spcAft>
                <a:spcPts val="0"/>
              </a:spcAft>
              <a:buClrTx/>
              <a:buSzTx/>
              <a:buFontTx/>
              <a:buNone/>
              <a:tabLst/>
              <a:defRPr/>
            </a:pPr>
            <a:r>
              <a:rPr kumimoji="0" lang="en-US" sz="11500" b="0" i="0" u="none" strike="noStrike" kern="1200" cap="none" spc="0" normalizeH="0" baseline="0" noProof="0" dirty="0">
                <a:ln>
                  <a:noFill/>
                </a:ln>
                <a:solidFill>
                  <a:prstClr val="white"/>
                </a:solidFill>
                <a:effectLst/>
                <a:uLnTx/>
                <a:uFillTx/>
                <a:latin typeface="Helvetica Neue UltraLight" panose="02000206000000020004" pitchFamily="2" charset="0"/>
                <a:ea typeface="Helvetica Neue UltraLight" panose="02000206000000020004" pitchFamily="2" charset="0"/>
                <a:cs typeface="Helvetica Neue" panose="02000503000000020004" pitchFamily="2" charset="0"/>
              </a:rPr>
              <a:t>neoclassical.ai</a:t>
            </a:r>
          </a:p>
          <a:p>
            <a:pPr marL="0" marR="0" lvl="0" indent="0" algn="ctr" defTabSz="914400" rtl="0" eaLnBrk="1" fontAlgn="auto" latinLnBrk="0" hangingPunct="1">
              <a:lnSpc>
                <a:spcPts val="10000"/>
              </a:lnSpc>
              <a:spcBef>
                <a:spcPts val="0"/>
              </a:spcBef>
              <a:spcAft>
                <a:spcPts val="0"/>
              </a:spcAft>
              <a:buClrTx/>
              <a:buSzTx/>
              <a:buFontTx/>
              <a:buNone/>
              <a:tabLst/>
              <a:defRPr/>
            </a:pPr>
            <a:r>
              <a:rPr kumimoji="0" lang="en-US" sz="8000" b="1" i="0" u="none" strike="noStrike" kern="1200" cap="none" spc="0" normalizeH="0" baseline="0" noProof="0" dirty="0">
                <a:ln>
                  <a:noFill/>
                </a:ln>
                <a:solidFill>
                  <a:srgbClr val="FFC000"/>
                </a:solidFill>
                <a:effectLst/>
                <a:uLnTx/>
                <a:uFillTx/>
                <a:latin typeface="Helvetica Neue Medium" panose="02000503000000020004" pitchFamily="2" charset="0"/>
                <a:ea typeface="Helvetica Neue Medium" panose="02000503000000020004" pitchFamily="2" charset="0"/>
                <a:cs typeface="Helvetica Neue Medium" panose="02000503000000020004" pitchFamily="2" charset="0"/>
              </a:rPr>
              <a:t>Photons</a:t>
            </a:r>
            <a:endParaRPr kumimoji="0" lang="en-US" sz="8000" b="1" i="0" u="none" strike="noStrike" kern="1200" cap="none" spc="0" normalizeH="0" baseline="0" noProof="0" dirty="0">
              <a:ln>
                <a:noFill/>
              </a:ln>
              <a:solidFill>
                <a:srgbClr val="FF8AD8"/>
              </a:solidFill>
              <a:effectLst/>
              <a:uLnTx/>
              <a:uFillTx/>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spTree>
    <p:extLst>
      <p:ext uri="{BB962C8B-B14F-4D97-AF65-F5344CB8AC3E}">
        <p14:creationId xmlns:p14="http://schemas.microsoft.com/office/powerpoint/2010/main" val="17036334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EE3E7794-1E88-FF47-B593-FD8ABD326D20}"/>
                  </a:ext>
                </a:extLst>
              </p:cNvPr>
              <p:cNvSpPr txBox="1"/>
              <p:nvPr/>
            </p:nvSpPr>
            <p:spPr>
              <a:xfrm>
                <a:off x="4208520" y="7782818"/>
                <a:ext cx="346088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ctrlPr>
                      </m:sSubPr>
                      <m:e>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𝐸𝑛𝑒𝑟𝑔𝑦</m:t>
                        </m:r>
                      </m:e>
                      <m:sub>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𝑇𝑂𝑇𝐴𝐿</m:t>
                        </m:r>
                      </m:sub>
                    </m:sSub>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oMath>
                </a14:m>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a:t>
                </a:r>
                <a14:m>
                  <m:oMath xmlns:m="http://schemas.openxmlformats.org/officeDocument/2006/math">
                    <m:sSup>
                      <m:sSupPr>
                        <m:ctrlP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pPr>
                      <m:e>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𝑞</m:t>
                        </m:r>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m:t>
                        </m:r>
                      </m:e>
                      <m:sup>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2</m:t>
                        </m:r>
                      </m:sup>
                    </m:sSup>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m:t>
                    </m:r>
                    <m:sSup>
                      <m:sSupPr>
                        <m:ctrlP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pPr>
                      <m:e>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 </m:t>
                        </m:r>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𝑞𝑣</m:t>
                        </m:r>
                      </m:e>
                      <m:sup>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2</m:t>
                        </m:r>
                      </m:sup>
                    </m:sSup>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m:t>
                    </m:r>
                    <m:sSup>
                      <m:sSupPr>
                        <m:ctrlP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pPr>
                      <m:e>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 </m:t>
                        </m:r>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𝑞</m:t>
                        </m:r>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m:t>
                        </m:r>
                      </m:e>
                      <m:sup>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2</m:t>
                        </m:r>
                      </m:sup>
                    </m:sSup>
                  </m:oMath>
                </a14:m>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mc:Choice>
        <mc:Fallback xmlns="">
          <p:sp>
            <p:nvSpPr>
              <p:cNvPr id="16" name="TextBox 15">
                <a:extLst>
                  <a:ext uri="{FF2B5EF4-FFF2-40B4-BE49-F238E27FC236}">
                    <a16:creationId xmlns:a16="http://schemas.microsoft.com/office/drawing/2014/main" id="{EE3E7794-1E88-FF47-B593-FD8ABD326D20}"/>
                  </a:ext>
                </a:extLst>
              </p:cNvPr>
              <p:cNvSpPr txBox="1">
                <a:spLocks noRot="1" noChangeAspect="1" noMove="1" noResize="1" noEditPoints="1" noAdjustHandles="1" noChangeArrowheads="1" noChangeShapeType="1" noTextEdit="1"/>
              </p:cNvSpPr>
              <p:nvPr/>
            </p:nvSpPr>
            <p:spPr>
              <a:xfrm>
                <a:off x="4208520" y="7782818"/>
                <a:ext cx="3460884" cy="369332"/>
              </a:xfrm>
              <a:prstGeom prst="rect">
                <a:avLst/>
              </a:prstGeom>
              <a:blipFill>
                <a:blip r:embed="rId3"/>
                <a:stretch>
                  <a:fillRect l="-366" t="-6667"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E8F051DE-2A4B-0C4E-A0CC-04A871A02B3D}"/>
                  </a:ext>
                </a:extLst>
              </p:cNvPr>
              <p:cNvSpPr txBox="1"/>
              <p:nvPr/>
            </p:nvSpPr>
            <p:spPr>
              <a:xfrm>
                <a:off x="1545590" y="-2017741"/>
                <a:ext cx="9378658"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𝐿𝑒𝑡</m:t>
                    </m:r>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𝑡h𝑒</m:t>
                    </m:r>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𝑠𝑦𝑚𝑏𝑜𝑙</m:t>
                    </m:r>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1"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m:t>
                    </m:r>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𝑐𝑜𝑟𝑟𝑒𝑠𝑝𝑜𝑛𝑑</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𝑡𝑜</m:t>
                    </m:r>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𝑡h𝑒</m:t>
                    </m:r>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𝑢𝑛𝑖𝑣𝑒𝑟𝑠𝑎𝑙</m:t>
                    </m:r>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𝑐𝑜𝑛𝑠𝑡𝑎𝑛𝑡</m:t>
                    </m:r>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𝑠𝑝𝑒𝑒𝑑</m:t>
                    </m:r>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𝑜𝑓</m:t>
                    </m:r>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𝑒𝑙𝑒𝑐𝑡𝑟𝑜𝑚𝑎𝑔𝑛𝑒𝑡𝑖𝑐</m:t>
                    </m:r>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 </m:t>
                    </m:r>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𝑓𝑖𝑒𝑙𝑑𝑠</m:t>
                    </m:r>
                  </m:oMath>
                </a14:m>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a:t>
                </a:r>
              </a:p>
            </p:txBody>
          </p:sp>
        </mc:Choice>
        <mc:Fallback xmlns="">
          <p:sp>
            <p:nvSpPr>
              <p:cNvPr id="18" name="TextBox 17">
                <a:extLst>
                  <a:ext uri="{FF2B5EF4-FFF2-40B4-BE49-F238E27FC236}">
                    <a16:creationId xmlns:a16="http://schemas.microsoft.com/office/drawing/2014/main" id="{E8F051DE-2A4B-0C4E-A0CC-04A871A02B3D}"/>
                  </a:ext>
                </a:extLst>
              </p:cNvPr>
              <p:cNvSpPr txBox="1">
                <a:spLocks noRot="1" noChangeAspect="1" noMove="1" noResize="1" noEditPoints="1" noAdjustHandles="1" noChangeArrowheads="1" noChangeShapeType="1" noTextEdit="1"/>
              </p:cNvSpPr>
              <p:nvPr/>
            </p:nvSpPr>
            <p:spPr>
              <a:xfrm>
                <a:off x="1545590" y="-2017741"/>
                <a:ext cx="9378658" cy="369332"/>
              </a:xfrm>
              <a:prstGeom prst="rect">
                <a:avLst/>
              </a:prstGeom>
              <a:blipFill>
                <a:blip r:embed="rId4"/>
                <a:stretch>
                  <a:fillRect t="-6667" b="-26667"/>
                </a:stretch>
              </a:blipFill>
            </p:spPr>
            <p:txBody>
              <a:bodyPr/>
              <a:lstStyle/>
              <a:p>
                <a:r>
                  <a:rPr lang="en-US">
                    <a:noFill/>
                  </a:rPr>
                  <a:t> </a:t>
                </a:r>
              </a:p>
            </p:txBody>
          </p:sp>
        </mc:Fallback>
      </mc:AlternateContent>
      <p:sp>
        <p:nvSpPr>
          <p:cNvPr id="15" name="TextBox 14">
            <a:extLst>
              <a:ext uri="{FF2B5EF4-FFF2-40B4-BE49-F238E27FC236}">
                <a16:creationId xmlns:a16="http://schemas.microsoft.com/office/drawing/2014/main" id="{E06E2B46-83A2-E84D-A8A6-5C240941D0C6}"/>
              </a:ext>
            </a:extLst>
          </p:cNvPr>
          <p:cNvSpPr txBox="1"/>
          <p:nvPr/>
        </p:nvSpPr>
        <p:spPr>
          <a:xfrm>
            <a:off x="3344830" y="2657777"/>
            <a:ext cx="5610777" cy="1828800"/>
          </a:xfrm>
          <a:prstGeom prst="rect">
            <a:avLst/>
          </a:prstGeom>
          <a:solidFill>
            <a:srgbClr val="7030A0"/>
          </a:solidFill>
        </p:spPr>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Photon : Contra-rotating coaxial point potential binaries.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Imagine these circles as frames of an animation.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Using superposition, imagine the net electric field,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and how it changes as the binaries continually spin.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This geometry nests at three energy scales.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point of view is on the line of photon travel.</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4784D1C-73D9-B241-8DE8-B366BFC48503}"/>
                  </a:ext>
                </a:extLst>
              </p:cNvPr>
              <p:cNvSpPr txBox="1"/>
              <p:nvPr/>
            </p:nvSpPr>
            <p:spPr>
              <a:xfrm>
                <a:off x="4500235" y="8375774"/>
                <a:ext cx="287745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ctrlPr>
                      </m:sSubPr>
                      <m:e>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𝐸𝑛𝑒𝑟𝑔𝑦</m:t>
                        </m:r>
                      </m:e>
                      <m:sub>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𝑇𝑂𝑇𝐴𝐿</m:t>
                        </m:r>
                      </m:sub>
                    </m:sSub>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oMath>
                </a14:m>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a:t>
                </a:r>
                <a14:m>
                  <m:oMath xmlns:m="http://schemas.openxmlformats.org/officeDocument/2006/math">
                    <m:sSup>
                      <m:sSupPr>
                        <m:ctrlP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pPr>
                      <m:e>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 2</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𝑞</m:t>
                        </m:r>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m:t>
                        </m:r>
                      </m:e>
                      <m:sup>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2</m:t>
                        </m:r>
                      </m:sup>
                    </m:sSup>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m:t>
                    </m:r>
                    <m:sSup>
                      <m:sSupPr>
                        <m:ctrlP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pPr>
                      <m:e>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 </m:t>
                        </m:r>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𝑞𝑣</m:t>
                        </m:r>
                      </m:e>
                      <m:sup>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2</m:t>
                        </m:r>
                      </m:sup>
                    </m:sSup>
                  </m:oMath>
                </a14:m>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mc:Choice>
        <mc:Fallback xmlns="">
          <p:sp>
            <p:nvSpPr>
              <p:cNvPr id="17" name="TextBox 16">
                <a:extLst>
                  <a:ext uri="{FF2B5EF4-FFF2-40B4-BE49-F238E27FC236}">
                    <a16:creationId xmlns:a16="http://schemas.microsoft.com/office/drawing/2014/main" id="{74784D1C-73D9-B241-8DE8-B366BFC48503}"/>
                  </a:ext>
                </a:extLst>
              </p:cNvPr>
              <p:cNvSpPr txBox="1">
                <a:spLocks noRot="1" noChangeAspect="1" noMove="1" noResize="1" noEditPoints="1" noAdjustHandles="1" noChangeArrowheads="1" noChangeShapeType="1" noTextEdit="1"/>
              </p:cNvSpPr>
              <p:nvPr/>
            </p:nvSpPr>
            <p:spPr>
              <a:xfrm>
                <a:off x="4500235" y="8375774"/>
                <a:ext cx="2877454" cy="369332"/>
              </a:xfrm>
              <a:prstGeom prst="rect">
                <a:avLst/>
              </a:prstGeom>
              <a:blipFill>
                <a:blip r:embed="rId5"/>
                <a:stretch>
                  <a:fillRect l="-441" t="-6667"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39C037EE-B26A-0144-AB04-917635839CD9}"/>
                  </a:ext>
                </a:extLst>
              </p:cNvPr>
              <p:cNvSpPr txBox="1"/>
              <p:nvPr/>
            </p:nvSpPr>
            <p:spPr>
              <a:xfrm>
                <a:off x="4872581" y="8910578"/>
                <a:ext cx="2132763"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ctrlPr>
                      </m:sSubPr>
                      <m:e>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Cambria Math" panose="02040503050406030204" pitchFamily="18" charset="0"/>
                            <a:cs typeface="+mn-cs"/>
                          </a:rPr>
                          <m:t>𝐸𝑛𝑒𝑟𝑔𝑦</m:t>
                        </m:r>
                      </m:e>
                      <m:sub>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𝑘𝑖𝑛𝑒𝑡𝑖𝑐</m:t>
                        </m:r>
                      </m:sub>
                    </m:sSub>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Cambria Math" panose="02040503050406030204" pitchFamily="18" charset="0"/>
                        <a:cs typeface="+mn-cs"/>
                      </a:rPr>
                      <m:t> </m:t>
                    </m:r>
                  </m:oMath>
                </a14:m>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a:t>
                </a:r>
                <a14:m>
                  <m:oMath xmlns:m="http://schemas.openxmlformats.org/officeDocument/2006/math">
                    <m:sSup>
                      <m:sSupPr>
                        <m:ctrlP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mn-ea"/>
                            <a:cs typeface="+mn-cs"/>
                          </a:rPr>
                        </m:ctrlPr>
                      </m:sSupPr>
                      <m:e>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 </m:t>
                        </m:r>
                        <m:r>
                          <a:rPr kumimoji="0" lang="en-US" sz="1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𝑞𝑣</m:t>
                        </m:r>
                      </m:e>
                      <m:sup>
                        <m:r>
                          <a:rPr kumimoji="0" lang="en-US" sz="1800" b="0" i="1" u="none" strike="noStrike" kern="1200" cap="none" spc="0" normalizeH="0" baseline="0" noProof="0">
                            <a:ln>
                              <a:noFill/>
                            </a:ln>
                            <a:solidFill>
                              <a:prstClr val="white"/>
                            </a:solidFill>
                            <a:effectLst/>
                            <a:uLnTx/>
                            <a:uFillTx/>
                            <a:latin typeface="Cambria Math" panose="02040503050406030204" pitchFamily="18" charset="0"/>
                            <a:ea typeface="+mn-ea"/>
                            <a:cs typeface="+mn-cs"/>
                          </a:rPr>
                          <m:t>2</m:t>
                        </m:r>
                      </m:sup>
                    </m:sSup>
                  </m:oMath>
                </a14:m>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mc:Choice>
        <mc:Fallback xmlns="">
          <p:sp>
            <p:nvSpPr>
              <p:cNvPr id="19" name="TextBox 18">
                <a:extLst>
                  <a:ext uri="{FF2B5EF4-FFF2-40B4-BE49-F238E27FC236}">
                    <a16:creationId xmlns:a16="http://schemas.microsoft.com/office/drawing/2014/main" id="{39C037EE-B26A-0144-AB04-917635839CD9}"/>
                  </a:ext>
                </a:extLst>
              </p:cNvPr>
              <p:cNvSpPr txBox="1">
                <a:spLocks noRot="1" noChangeAspect="1" noMove="1" noResize="1" noEditPoints="1" noAdjustHandles="1" noChangeArrowheads="1" noChangeShapeType="1" noTextEdit="1"/>
              </p:cNvSpPr>
              <p:nvPr/>
            </p:nvSpPr>
            <p:spPr>
              <a:xfrm>
                <a:off x="4872581" y="8910578"/>
                <a:ext cx="2132763" cy="369332"/>
              </a:xfrm>
              <a:prstGeom prst="rect">
                <a:avLst/>
              </a:prstGeom>
              <a:blipFill>
                <a:blip r:embed="rId6"/>
                <a:stretch>
                  <a:fillRect l="-592" t="-6667" b="-26667"/>
                </a:stretch>
              </a:blipFill>
            </p:spPr>
            <p:txBody>
              <a:bodyPr/>
              <a:lstStyle/>
              <a:p>
                <a:r>
                  <a:rPr lang="en-US">
                    <a:noFill/>
                  </a:rPr>
                  <a:t> </a:t>
                </a:r>
              </a:p>
            </p:txBody>
          </p:sp>
        </mc:Fallback>
      </mc:AlternateContent>
      <p:sp>
        <p:nvSpPr>
          <p:cNvPr id="11" name="Footer Placeholder 3">
            <a:extLst>
              <a:ext uri="{FF2B5EF4-FFF2-40B4-BE49-F238E27FC236}">
                <a16:creationId xmlns:a16="http://schemas.microsoft.com/office/drawing/2014/main" id="{7C94C084-4476-0C4E-B896-CB3AC89A47F6}"/>
              </a:ext>
            </a:extLst>
          </p:cNvPr>
          <p:cNvSpPr txBox="1">
            <a:spLocks/>
          </p:cNvSpPr>
          <p:nvPr/>
        </p:nvSpPr>
        <p:spPr>
          <a:xfrm>
            <a:off x="11106584" y="6554939"/>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grpSp>
        <p:nvGrpSpPr>
          <p:cNvPr id="273" name="Group 272">
            <a:extLst>
              <a:ext uri="{FF2B5EF4-FFF2-40B4-BE49-F238E27FC236}">
                <a16:creationId xmlns:a16="http://schemas.microsoft.com/office/drawing/2014/main" id="{32870A11-1E9C-7248-BD8D-07ED0542A6FA}"/>
              </a:ext>
            </a:extLst>
          </p:cNvPr>
          <p:cNvGrpSpPr/>
          <p:nvPr/>
        </p:nvGrpSpPr>
        <p:grpSpPr>
          <a:xfrm>
            <a:off x="456851" y="106433"/>
            <a:ext cx="11381797" cy="10467397"/>
            <a:chOff x="456851" y="14993"/>
            <a:chExt cx="11381797" cy="10467397"/>
          </a:xfrm>
        </p:grpSpPr>
        <p:sp>
          <p:nvSpPr>
            <p:cNvPr id="6" name="Arc 5">
              <a:extLst>
                <a:ext uri="{FF2B5EF4-FFF2-40B4-BE49-F238E27FC236}">
                  <a16:creationId xmlns:a16="http://schemas.microsoft.com/office/drawing/2014/main" id="{A7E3A5EC-FB7B-7847-8888-87F173284A75}"/>
                </a:ext>
              </a:extLst>
            </p:cNvPr>
            <p:cNvSpPr>
              <a:spLocks noChangeAspect="1"/>
            </p:cNvSpPr>
            <p:nvPr/>
          </p:nvSpPr>
          <p:spPr>
            <a:xfrm>
              <a:off x="1371251" y="929393"/>
              <a:ext cx="9552997" cy="9552997"/>
            </a:xfrm>
            <a:prstGeom prst="arc">
              <a:avLst>
                <a:gd name="adj1" fmla="val 10795317"/>
                <a:gd name="adj2" fmla="val 0"/>
              </a:avLst>
            </a:prstGeom>
            <a:ln w="3175">
              <a:solidFill>
                <a:schemeClr val="bg1"/>
              </a:solidFill>
            </a:ln>
          </p:spPr>
          <p:style>
            <a:lnRef idx="1">
              <a:schemeClr val="accent2"/>
            </a:lnRef>
            <a:fillRef idx="0">
              <a:schemeClr val="accent2"/>
            </a:fillRef>
            <a:effectRef idx="0">
              <a:schemeClr val="accent2"/>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137" name="Group 136">
              <a:extLst>
                <a:ext uri="{FF2B5EF4-FFF2-40B4-BE49-F238E27FC236}">
                  <a16:creationId xmlns:a16="http://schemas.microsoft.com/office/drawing/2014/main" id="{90C72040-B493-4D45-9811-3EB48678822B}"/>
                </a:ext>
              </a:extLst>
            </p:cNvPr>
            <p:cNvGrpSpPr/>
            <p:nvPr/>
          </p:nvGrpSpPr>
          <p:grpSpPr>
            <a:xfrm>
              <a:off x="7622236" y="650225"/>
              <a:ext cx="1828800" cy="1828800"/>
              <a:chOff x="6051018" y="4198621"/>
              <a:chExt cx="1828800" cy="1828800"/>
            </a:xfrm>
          </p:grpSpPr>
          <p:sp>
            <p:nvSpPr>
              <p:cNvPr id="138" name="Oval 137">
                <a:extLst>
                  <a:ext uri="{FF2B5EF4-FFF2-40B4-BE49-F238E27FC236}">
                    <a16:creationId xmlns:a16="http://schemas.microsoft.com/office/drawing/2014/main" id="{9FE6688B-C817-6B48-8874-FCB41F1A9AD2}"/>
                  </a:ext>
                </a:extLst>
              </p:cNvPr>
              <p:cNvSpPr>
                <a:spLocks noChangeAspect="1"/>
              </p:cNvSpPr>
              <p:nvPr/>
            </p:nvSpPr>
            <p:spPr>
              <a:xfrm>
                <a:off x="6051018" y="4198621"/>
                <a:ext cx="1828800" cy="1828800"/>
              </a:xfrm>
              <a:prstGeom prst="ellipse">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139" name="Straight Connector 138">
                <a:extLst>
                  <a:ext uri="{FF2B5EF4-FFF2-40B4-BE49-F238E27FC236}">
                    <a16:creationId xmlns:a16="http://schemas.microsoft.com/office/drawing/2014/main" id="{2598111A-C1AF-3948-AC59-25571D9CF6EB}"/>
                  </a:ext>
                </a:extLst>
              </p:cNvPr>
              <p:cNvCxnSpPr>
                <a:stCxn id="138" idx="0"/>
                <a:endCxn id="138" idx="4"/>
              </p:cNvCxnSpPr>
              <p:nvPr/>
            </p:nvCxnSpPr>
            <p:spPr>
              <a:xfrm>
                <a:off x="6965418" y="4198621"/>
                <a:ext cx="0" cy="1828800"/>
              </a:xfrm>
              <a:prstGeom prst="line">
                <a:avLst/>
              </a:prstGeom>
              <a:ln w="3175">
                <a:solidFill>
                  <a:schemeClr val="bg1">
                    <a:alpha val="20000"/>
                  </a:schemeClr>
                </a:solidFill>
              </a:ln>
            </p:spPr>
            <p:style>
              <a:lnRef idx="1">
                <a:schemeClr val="accent1"/>
              </a:lnRef>
              <a:fillRef idx="0">
                <a:schemeClr val="accent1"/>
              </a:fillRef>
              <a:effectRef idx="0">
                <a:schemeClr val="accent1"/>
              </a:effectRef>
              <a:fontRef idx="minor">
                <a:schemeClr val="tx1"/>
              </a:fontRef>
            </p:style>
          </p:cxnSp>
          <p:cxnSp>
            <p:nvCxnSpPr>
              <p:cNvPr id="140" name="Straight Connector 139">
                <a:extLst>
                  <a:ext uri="{FF2B5EF4-FFF2-40B4-BE49-F238E27FC236}">
                    <a16:creationId xmlns:a16="http://schemas.microsoft.com/office/drawing/2014/main" id="{C40B0482-3B52-2C4F-AB8C-405711254B1A}"/>
                  </a:ext>
                </a:extLst>
              </p:cNvPr>
              <p:cNvCxnSpPr>
                <a:cxnSpLocks/>
                <a:stCxn id="138" idx="2"/>
                <a:endCxn id="138" idx="6"/>
              </p:cNvCxnSpPr>
              <p:nvPr/>
            </p:nvCxnSpPr>
            <p:spPr>
              <a:xfrm>
                <a:off x="6051018" y="5113021"/>
                <a:ext cx="1828800" cy="0"/>
              </a:xfrm>
              <a:prstGeom prst="line">
                <a:avLst/>
              </a:prstGeom>
              <a:ln w="3175">
                <a:solidFill>
                  <a:schemeClr val="bg1">
                    <a:alpha val="20000"/>
                  </a:schemeClr>
                </a:solidFill>
              </a:ln>
            </p:spPr>
            <p:style>
              <a:lnRef idx="1">
                <a:schemeClr val="accent1"/>
              </a:lnRef>
              <a:fillRef idx="0">
                <a:schemeClr val="accent1"/>
              </a:fillRef>
              <a:effectRef idx="0">
                <a:schemeClr val="accent1"/>
              </a:effectRef>
              <a:fontRef idx="minor">
                <a:schemeClr val="tx1"/>
              </a:fontRef>
            </p:style>
          </p:cxnSp>
          <p:sp>
            <p:nvSpPr>
              <p:cNvPr id="141" name="Oval 140">
                <a:extLst>
                  <a:ext uri="{FF2B5EF4-FFF2-40B4-BE49-F238E27FC236}">
                    <a16:creationId xmlns:a16="http://schemas.microsoft.com/office/drawing/2014/main" id="{1CFD826F-2284-AD41-A390-2E149D7633B6}"/>
                  </a:ext>
                </a:extLst>
              </p:cNvPr>
              <p:cNvSpPr>
                <a:spLocks noChangeAspect="1"/>
              </p:cNvSpPr>
              <p:nvPr/>
            </p:nvSpPr>
            <p:spPr>
              <a:xfrm>
                <a:off x="6508218" y="4655821"/>
                <a:ext cx="914400" cy="914400"/>
              </a:xfrm>
              <a:prstGeom prst="ellipse">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142" name="Straight Connector 141">
                <a:extLst>
                  <a:ext uri="{FF2B5EF4-FFF2-40B4-BE49-F238E27FC236}">
                    <a16:creationId xmlns:a16="http://schemas.microsoft.com/office/drawing/2014/main" id="{86CC81A8-21BE-F449-B47B-74D42CB1DDA8}"/>
                  </a:ext>
                </a:extLst>
              </p:cNvPr>
              <p:cNvCxnSpPr>
                <a:cxnSpLocks/>
              </p:cNvCxnSpPr>
              <p:nvPr/>
            </p:nvCxnSpPr>
            <p:spPr>
              <a:xfrm rot="1800000">
                <a:off x="6965418" y="4198621"/>
                <a:ext cx="0" cy="1828800"/>
              </a:xfrm>
              <a:prstGeom prst="line">
                <a:avLst/>
              </a:prstGeom>
              <a:ln w="3175">
                <a:solidFill>
                  <a:schemeClr val="bg1">
                    <a:alpha val="20000"/>
                  </a:schemeClr>
                </a:solidFill>
              </a:ln>
            </p:spPr>
            <p:style>
              <a:lnRef idx="1">
                <a:schemeClr val="accent1"/>
              </a:lnRef>
              <a:fillRef idx="0">
                <a:schemeClr val="accent1"/>
              </a:fillRef>
              <a:effectRef idx="0">
                <a:schemeClr val="accent1"/>
              </a:effectRef>
              <a:fontRef idx="minor">
                <a:schemeClr val="tx1"/>
              </a:fontRef>
            </p:style>
          </p:cxnSp>
          <p:cxnSp>
            <p:nvCxnSpPr>
              <p:cNvPr id="143" name="Straight Connector 142">
                <a:extLst>
                  <a:ext uri="{FF2B5EF4-FFF2-40B4-BE49-F238E27FC236}">
                    <a16:creationId xmlns:a16="http://schemas.microsoft.com/office/drawing/2014/main" id="{C7E2D21B-4A1C-914E-874E-67CC8ACE7897}"/>
                  </a:ext>
                </a:extLst>
              </p:cNvPr>
              <p:cNvCxnSpPr>
                <a:cxnSpLocks/>
              </p:cNvCxnSpPr>
              <p:nvPr/>
            </p:nvCxnSpPr>
            <p:spPr>
              <a:xfrm rot="3600000">
                <a:off x="6965418" y="4198621"/>
                <a:ext cx="0" cy="1828800"/>
              </a:xfrm>
              <a:prstGeom prst="line">
                <a:avLst/>
              </a:prstGeom>
              <a:ln w="3175">
                <a:solidFill>
                  <a:schemeClr val="bg1">
                    <a:alpha val="20000"/>
                  </a:schemeClr>
                </a:solidFill>
              </a:ln>
            </p:spPr>
            <p:style>
              <a:lnRef idx="1">
                <a:schemeClr val="accent1"/>
              </a:lnRef>
              <a:fillRef idx="0">
                <a:schemeClr val="accent1"/>
              </a:fillRef>
              <a:effectRef idx="0">
                <a:schemeClr val="accent1"/>
              </a:effectRef>
              <a:fontRef idx="minor">
                <a:schemeClr val="tx1"/>
              </a:fontRef>
            </p:style>
          </p:cxnSp>
          <p:cxnSp>
            <p:nvCxnSpPr>
              <p:cNvPr id="144" name="Straight Connector 143">
                <a:extLst>
                  <a:ext uri="{FF2B5EF4-FFF2-40B4-BE49-F238E27FC236}">
                    <a16:creationId xmlns:a16="http://schemas.microsoft.com/office/drawing/2014/main" id="{5A75A93D-B1F2-AE44-8E48-601A0480B602}"/>
                  </a:ext>
                </a:extLst>
              </p:cNvPr>
              <p:cNvCxnSpPr>
                <a:cxnSpLocks/>
              </p:cNvCxnSpPr>
              <p:nvPr/>
            </p:nvCxnSpPr>
            <p:spPr>
              <a:xfrm rot="-1800000">
                <a:off x="6965418" y="4198621"/>
                <a:ext cx="0" cy="1828800"/>
              </a:xfrm>
              <a:prstGeom prst="line">
                <a:avLst/>
              </a:prstGeom>
              <a:ln w="3175">
                <a:solidFill>
                  <a:schemeClr val="bg1">
                    <a:alpha val="20000"/>
                  </a:schemeClr>
                </a:solidFill>
              </a:ln>
            </p:spPr>
            <p:style>
              <a:lnRef idx="1">
                <a:schemeClr val="accent1"/>
              </a:lnRef>
              <a:fillRef idx="0">
                <a:schemeClr val="accent1"/>
              </a:fillRef>
              <a:effectRef idx="0">
                <a:schemeClr val="accent1"/>
              </a:effectRef>
              <a:fontRef idx="minor">
                <a:schemeClr val="tx1"/>
              </a:fontRef>
            </p:style>
          </p:cxnSp>
          <p:cxnSp>
            <p:nvCxnSpPr>
              <p:cNvPr id="145" name="Straight Connector 144">
                <a:extLst>
                  <a:ext uri="{FF2B5EF4-FFF2-40B4-BE49-F238E27FC236}">
                    <a16:creationId xmlns:a16="http://schemas.microsoft.com/office/drawing/2014/main" id="{52330D99-02D3-8940-834D-7CD7ED7F46D3}"/>
                  </a:ext>
                </a:extLst>
              </p:cNvPr>
              <p:cNvCxnSpPr>
                <a:cxnSpLocks/>
              </p:cNvCxnSpPr>
              <p:nvPr/>
            </p:nvCxnSpPr>
            <p:spPr>
              <a:xfrm rot="-3600000">
                <a:off x="6965418" y="4198621"/>
                <a:ext cx="0" cy="1828800"/>
              </a:xfrm>
              <a:prstGeom prst="line">
                <a:avLst/>
              </a:prstGeom>
              <a:ln w="3175">
                <a:solidFill>
                  <a:schemeClr val="bg1">
                    <a:alpha val="20000"/>
                  </a:schemeClr>
                </a:solidFill>
              </a:ln>
            </p:spPr>
            <p:style>
              <a:lnRef idx="1">
                <a:schemeClr val="accent1"/>
              </a:lnRef>
              <a:fillRef idx="0">
                <a:schemeClr val="accent1"/>
              </a:fillRef>
              <a:effectRef idx="0">
                <a:schemeClr val="accent1"/>
              </a:effectRef>
              <a:fontRef idx="minor">
                <a:schemeClr val="tx1"/>
              </a:fontRef>
            </p:style>
          </p:cxnSp>
          <p:sp>
            <p:nvSpPr>
              <p:cNvPr id="150" name="Oval 149">
                <a:extLst>
                  <a:ext uri="{FF2B5EF4-FFF2-40B4-BE49-F238E27FC236}">
                    <a16:creationId xmlns:a16="http://schemas.microsoft.com/office/drawing/2014/main" id="{162B9735-9508-8E45-A13C-05B938812452}"/>
                  </a:ext>
                </a:extLst>
              </p:cNvPr>
              <p:cNvSpPr>
                <a:spLocks noChangeAspect="1"/>
              </p:cNvSpPr>
              <p:nvPr/>
            </p:nvSpPr>
            <p:spPr>
              <a:xfrm flipH="1">
                <a:off x="6692545" y="4669951"/>
                <a:ext cx="91440" cy="91440"/>
              </a:xfrm>
              <a:prstGeom prst="ellipse">
                <a:avLst/>
              </a:prstGeom>
              <a:solidFill>
                <a:srgbClr val="0070C0"/>
              </a:solidFill>
            </p:spPr>
            <p:txBody>
              <a:bodyPr wrap="none" lIns="0" tIns="0" rIns="0" bIns="18288"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51" name="Oval 150">
                <a:extLst>
                  <a:ext uri="{FF2B5EF4-FFF2-40B4-BE49-F238E27FC236}">
                    <a16:creationId xmlns:a16="http://schemas.microsoft.com/office/drawing/2014/main" id="{5E2080D3-695C-CB49-9B40-B88AA4FDFF87}"/>
                  </a:ext>
                </a:extLst>
              </p:cNvPr>
              <p:cNvSpPr>
                <a:spLocks noChangeAspect="1"/>
              </p:cNvSpPr>
              <p:nvPr/>
            </p:nvSpPr>
            <p:spPr>
              <a:xfrm flipH="1">
                <a:off x="7148176" y="5459127"/>
                <a:ext cx="91440" cy="91440"/>
              </a:xfrm>
              <a:prstGeom prst="ellipse">
                <a:avLst/>
              </a:prstGeom>
              <a:solidFill>
                <a:srgbClr val="FF0000"/>
              </a:solidFill>
            </p:spPr>
            <p:txBody>
              <a:bodyPr wrap="none" lIns="0" tIns="0" rIns="0" bIns="18288"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56" name="Oval 155">
                <a:extLst>
                  <a:ext uri="{FF2B5EF4-FFF2-40B4-BE49-F238E27FC236}">
                    <a16:creationId xmlns:a16="http://schemas.microsoft.com/office/drawing/2014/main" id="{CA05EB2D-DEEB-6B42-9CCF-77BE4C145F06}"/>
                  </a:ext>
                </a:extLst>
              </p:cNvPr>
              <p:cNvSpPr>
                <a:spLocks noChangeAspect="1"/>
              </p:cNvSpPr>
              <p:nvPr/>
            </p:nvSpPr>
            <p:spPr>
              <a:xfrm flipH="1">
                <a:off x="6692545" y="5459127"/>
                <a:ext cx="91440" cy="91440"/>
              </a:xfrm>
              <a:prstGeom prst="ellipse">
                <a:avLst/>
              </a:prstGeom>
              <a:solidFill>
                <a:srgbClr val="0070C0"/>
              </a:solidFill>
            </p:spPr>
            <p:txBody>
              <a:bodyPr wrap="none" lIns="0" tIns="0" rIns="0" bIns="18288"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57" name="Oval 156">
                <a:extLst>
                  <a:ext uri="{FF2B5EF4-FFF2-40B4-BE49-F238E27FC236}">
                    <a16:creationId xmlns:a16="http://schemas.microsoft.com/office/drawing/2014/main" id="{9B16ED58-601E-4E45-968D-D46079BBD091}"/>
                  </a:ext>
                </a:extLst>
              </p:cNvPr>
              <p:cNvSpPr>
                <a:spLocks noChangeAspect="1"/>
              </p:cNvSpPr>
              <p:nvPr/>
            </p:nvSpPr>
            <p:spPr>
              <a:xfrm flipH="1">
                <a:off x="7148176" y="4669951"/>
                <a:ext cx="91440" cy="91440"/>
              </a:xfrm>
              <a:prstGeom prst="ellipse">
                <a:avLst/>
              </a:prstGeom>
              <a:solidFill>
                <a:srgbClr val="FF0000"/>
              </a:solidFill>
            </p:spPr>
            <p:txBody>
              <a:bodyPr wrap="none" lIns="0" tIns="0" rIns="0" bIns="18288"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21" name="Oval 20">
              <a:extLst>
                <a:ext uri="{FF2B5EF4-FFF2-40B4-BE49-F238E27FC236}">
                  <a16:creationId xmlns:a16="http://schemas.microsoft.com/office/drawing/2014/main" id="{1A67A037-A973-BA49-A486-A5BBED900371}"/>
                </a:ext>
              </a:extLst>
            </p:cNvPr>
            <p:cNvSpPr>
              <a:spLocks noChangeAspect="1"/>
            </p:cNvSpPr>
            <p:nvPr/>
          </p:nvSpPr>
          <p:spPr>
            <a:xfrm>
              <a:off x="10009848" y="4791491"/>
              <a:ext cx="1828800" cy="1828800"/>
            </a:xfrm>
            <a:prstGeom prst="ellipse">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6D9E8ACE-3FC8-0C46-90E4-B7E7D270EAAC}"/>
                </a:ext>
              </a:extLst>
            </p:cNvPr>
            <p:cNvCxnSpPr>
              <a:stCxn id="21" idx="0"/>
              <a:endCxn id="21" idx="4"/>
            </p:cNvCxnSpPr>
            <p:nvPr/>
          </p:nvCxnSpPr>
          <p:spPr>
            <a:xfrm>
              <a:off x="10924248" y="4791491"/>
              <a:ext cx="0" cy="1828800"/>
            </a:xfrm>
            <a:prstGeom prst="line">
              <a:avLst/>
            </a:prstGeom>
            <a:ln w="3175">
              <a:solidFill>
                <a:schemeClr val="bg1">
                  <a:alpha val="20000"/>
                </a:schemeClr>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D0CCD1DB-322E-A64F-9A2F-BD6E5129D7E4}"/>
                </a:ext>
              </a:extLst>
            </p:cNvPr>
            <p:cNvCxnSpPr>
              <a:cxnSpLocks/>
              <a:stCxn id="21" idx="2"/>
              <a:endCxn id="21" idx="6"/>
            </p:cNvCxnSpPr>
            <p:nvPr/>
          </p:nvCxnSpPr>
          <p:spPr>
            <a:xfrm>
              <a:off x="10009848" y="5705891"/>
              <a:ext cx="1828800" cy="0"/>
            </a:xfrm>
            <a:prstGeom prst="line">
              <a:avLst/>
            </a:prstGeom>
            <a:ln w="3175">
              <a:solidFill>
                <a:schemeClr val="bg1">
                  <a:alpha val="20000"/>
                </a:schemeClr>
              </a:solidFill>
            </a:ln>
          </p:spPr>
          <p:style>
            <a:lnRef idx="1">
              <a:schemeClr val="accent1"/>
            </a:lnRef>
            <a:fillRef idx="0">
              <a:schemeClr val="accent1"/>
            </a:fillRef>
            <a:effectRef idx="0">
              <a:schemeClr val="accent1"/>
            </a:effectRef>
            <a:fontRef idx="minor">
              <a:schemeClr val="tx1"/>
            </a:fontRef>
          </p:style>
        </p:cxnSp>
        <p:sp>
          <p:nvSpPr>
            <p:cNvPr id="24" name="Oval 23">
              <a:extLst>
                <a:ext uri="{FF2B5EF4-FFF2-40B4-BE49-F238E27FC236}">
                  <a16:creationId xmlns:a16="http://schemas.microsoft.com/office/drawing/2014/main" id="{61194917-C2B2-9947-8074-9294C406A0BB}"/>
                </a:ext>
              </a:extLst>
            </p:cNvPr>
            <p:cNvSpPr>
              <a:spLocks noChangeAspect="1"/>
            </p:cNvSpPr>
            <p:nvPr/>
          </p:nvSpPr>
          <p:spPr>
            <a:xfrm>
              <a:off x="10467048" y="5248691"/>
              <a:ext cx="914400" cy="914400"/>
            </a:xfrm>
            <a:prstGeom prst="ellipse">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30" name="Straight Connector 29">
              <a:extLst>
                <a:ext uri="{FF2B5EF4-FFF2-40B4-BE49-F238E27FC236}">
                  <a16:creationId xmlns:a16="http://schemas.microsoft.com/office/drawing/2014/main" id="{D7B3F758-1037-D943-8AED-9B13B329C1C2}"/>
                </a:ext>
              </a:extLst>
            </p:cNvPr>
            <p:cNvCxnSpPr>
              <a:cxnSpLocks/>
            </p:cNvCxnSpPr>
            <p:nvPr/>
          </p:nvCxnSpPr>
          <p:spPr>
            <a:xfrm rot="1800000">
              <a:off x="10924248" y="4791491"/>
              <a:ext cx="0" cy="1828800"/>
            </a:xfrm>
            <a:prstGeom prst="line">
              <a:avLst/>
            </a:prstGeom>
            <a:ln w="3175">
              <a:solidFill>
                <a:schemeClr val="bg1">
                  <a:alpha val="20000"/>
                </a:schemeClr>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32758802-61F5-9D4C-84D3-B17F53A93737}"/>
                </a:ext>
              </a:extLst>
            </p:cNvPr>
            <p:cNvCxnSpPr>
              <a:cxnSpLocks/>
            </p:cNvCxnSpPr>
            <p:nvPr/>
          </p:nvCxnSpPr>
          <p:spPr>
            <a:xfrm rot="3600000">
              <a:off x="10924248" y="4791491"/>
              <a:ext cx="0" cy="1828800"/>
            </a:xfrm>
            <a:prstGeom prst="line">
              <a:avLst/>
            </a:prstGeom>
            <a:ln w="3175">
              <a:solidFill>
                <a:schemeClr val="bg1">
                  <a:alpha val="20000"/>
                </a:schemeClr>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A28FB8B2-BB24-AB48-9D33-EF1D147E0476}"/>
                </a:ext>
              </a:extLst>
            </p:cNvPr>
            <p:cNvCxnSpPr>
              <a:cxnSpLocks/>
            </p:cNvCxnSpPr>
            <p:nvPr/>
          </p:nvCxnSpPr>
          <p:spPr>
            <a:xfrm rot="19800000">
              <a:off x="10924248" y="4791491"/>
              <a:ext cx="0" cy="1828800"/>
            </a:xfrm>
            <a:prstGeom prst="line">
              <a:avLst/>
            </a:prstGeom>
            <a:ln w="3175">
              <a:solidFill>
                <a:schemeClr val="bg1">
                  <a:alpha val="20000"/>
                </a:schemeClr>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E762519E-F718-C846-88C8-2126E741034E}"/>
                </a:ext>
              </a:extLst>
            </p:cNvPr>
            <p:cNvCxnSpPr>
              <a:cxnSpLocks/>
            </p:cNvCxnSpPr>
            <p:nvPr/>
          </p:nvCxnSpPr>
          <p:spPr>
            <a:xfrm rot="18000000">
              <a:off x="10924248" y="4791491"/>
              <a:ext cx="0" cy="1828800"/>
            </a:xfrm>
            <a:prstGeom prst="line">
              <a:avLst/>
            </a:prstGeom>
            <a:ln w="3175">
              <a:solidFill>
                <a:schemeClr val="bg1">
                  <a:alpha val="20000"/>
                </a:schemeClr>
              </a:solidFill>
            </a:ln>
          </p:spPr>
          <p:style>
            <a:lnRef idx="1">
              <a:schemeClr val="accent1"/>
            </a:lnRef>
            <a:fillRef idx="0">
              <a:schemeClr val="accent1"/>
            </a:fillRef>
            <a:effectRef idx="0">
              <a:schemeClr val="accent1"/>
            </a:effectRef>
            <a:fontRef idx="minor">
              <a:schemeClr val="tx1"/>
            </a:fontRef>
          </p:style>
        </p:cxnSp>
        <p:grpSp>
          <p:nvGrpSpPr>
            <p:cNvPr id="272" name="Group 271">
              <a:extLst>
                <a:ext uri="{FF2B5EF4-FFF2-40B4-BE49-F238E27FC236}">
                  <a16:creationId xmlns:a16="http://schemas.microsoft.com/office/drawing/2014/main" id="{29436DC2-D2C1-2647-8D10-9E824DBABEC3}"/>
                </a:ext>
              </a:extLst>
            </p:cNvPr>
            <p:cNvGrpSpPr/>
            <p:nvPr/>
          </p:nvGrpSpPr>
          <p:grpSpPr>
            <a:xfrm>
              <a:off x="10423559" y="5701859"/>
              <a:ext cx="1002703" cy="91440"/>
              <a:chOff x="10423559" y="5657409"/>
              <a:chExt cx="1002703" cy="91440"/>
            </a:xfrm>
          </p:grpSpPr>
          <p:sp>
            <p:nvSpPr>
              <p:cNvPr id="26" name="Oval 25">
                <a:extLst>
                  <a:ext uri="{FF2B5EF4-FFF2-40B4-BE49-F238E27FC236}">
                    <a16:creationId xmlns:a16="http://schemas.microsoft.com/office/drawing/2014/main" id="{76B1CA4C-1583-3941-95A1-0C913978F9D2}"/>
                  </a:ext>
                </a:extLst>
              </p:cNvPr>
              <p:cNvSpPr>
                <a:spLocks noChangeAspect="1"/>
              </p:cNvSpPr>
              <p:nvPr/>
            </p:nvSpPr>
            <p:spPr>
              <a:xfrm flipH="1">
                <a:off x="10423559" y="5657409"/>
                <a:ext cx="91440" cy="91440"/>
              </a:xfrm>
              <a:prstGeom prst="ellipse">
                <a:avLst/>
              </a:prstGeom>
              <a:solidFill>
                <a:srgbClr val="0070C0"/>
              </a:solidFill>
            </p:spPr>
            <p:txBody>
              <a:bodyPr wrap="none" lIns="0" tIns="0" rIns="0" bIns="18288"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7" name="Oval 26">
                <a:extLst>
                  <a:ext uri="{FF2B5EF4-FFF2-40B4-BE49-F238E27FC236}">
                    <a16:creationId xmlns:a16="http://schemas.microsoft.com/office/drawing/2014/main" id="{37158CE4-798F-1249-B595-A232B3E9654F}"/>
                  </a:ext>
                </a:extLst>
              </p:cNvPr>
              <p:cNvSpPr>
                <a:spLocks noChangeAspect="1"/>
              </p:cNvSpPr>
              <p:nvPr/>
            </p:nvSpPr>
            <p:spPr>
              <a:xfrm flipH="1">
                <a:off x="11334822" y="5657409"/>
                <a:ext cx="91440" cy="91440"/>
              </a:xfrm>
              <a:prstGeom prst="ellipse">
                <a:avLst/>
              </a:prstGeom>
              <a:solidFill>
                <a:srgbClr val="FF0000"/>
              </a:solidFill>
            </p:spPr>
            <p:txBody>
              <a:bodyPr wrap="none" lIns="0" tIns="0" rIns="0" bIns="18288"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71" name="Group 270">
              <a:extLst>
                <a:ext uri="{FF2B5EF4-FFF2-40B4-BE49-F238E27FC236}">
                  <a16:creationId xmlns:a16="http://schemas.microsoft.com/office/drawing/2014/main" id="{E9240D48-A63F-984E-8B75-AEB7072B8EB3}"/>
                </a:ext>
              </a:extLst>
            </p:cNvPr>
            <p:cNvGrpSpPr/>
            <p:nvPr/>
          </p:nvGrpSpPr>
          <p:grpSpPr>
            <a:xfrm flipH="1">
              <a:off x="10422896" y="5606353"/>
              <a:ext cx="1002703" cy="91440"/>
              <a:chOff x="10422896" y="5657153"/>
              <a:chExt cx="1002703" cy="91440"/>
            </a:xfrm>
          </p:grpSpPr>
          <p:sp>
            <p:nvSpPr>
              <p:cNvPr id="56" name="Oval 55">
                <a:extLst>
                  <a:ext uri="{FF2B5EF4-FFF2-40B4-BE49-F238E27FC236}">
                    <a16:creationId xmlns:a16="http://schemas.microsoft.com/office/drawing/2014/main" id="{3B5FA505-A103-6446-A109-950E624431C5}"/>
                  </a:ext>
                </a:extLst>
              </p:cNvPr>
              <p:cNvSpPr>
                <a:spLocks noChangeAspect="1"/>
              </p:cNvSpPr>
              <p:nvPr/>
            </p:nvSpPr>
            <p:spPr>
              <a:xfrm rot="10800000" flipH="1">
                <a:off x="11334159" y="5657153"/>
                <a:ext cx="91440" cy="91440"/>
              </a:xfrm>
              <a:prstGeom prst="ellipse">
                <a:avLst/>
              </a:prstGeom>
              <a:solidFill>
                <a:srgbClr val="0070C0"/>
              </a:solidFill>
            </p:spPr>
            <p:txBody>
              <a:bodyPr wrap="none" lIns="0" tIns="0" rIns="0" bIns="18288"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57" name="Oval 56">
                <a:extLst>
                  <a:ext uri="{FF2B5EF4-FFF2-40B4-BE49-F238E27FC236}">
                    <a16:creationId xmlns:a16="http://schemas.microsoft.com/office/drawing/2014/main" id="{6AE6FF09-F246-1A4C-A4A6-728E97116095}"/>
                  </a:ext>
                </a:extLst>
              </p:cNvPr>
              <p:cNvSpPr>
                <a:spLocks noChangeAspect="1"/>
              </p:cNvSpPr>
              <p:nvPr/>
            </p:nvSpPr>
            <p:spPr>
              <a:xfrm rot="10800000" flipH="1">
                <a:off x="10422896" y="5657153"/>
                <a:ext cx="91440" cy="91440"/>
              </a:xfrm>
              <a:prstGeom prst="ellipse">
                <a:avLst/>
              </a:prstGeom>
              <a:solidFill>
                <a:srgbClr val="FF0000"/>
              </a:solidFill>
            </p:spPr>
            <p:txBody>
              <a:bodyPr wrap="none" lIns="0" tIns="0" rIns="0" bIns="18288"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sp>
          <p:nvSpPr>
            <p:cNvPr id="72" name="Oval 71">
              <a:extLst>
                <a:ext uri="{FF2B5EF4-FFF2-40B4-BE49-F238E27FC236}">
                  <a16:creationId xmlns:a16="http://schemas.microsoft.com/office/drawing/2014/main" id="{82547EBC-9361-164E-9A7F-1FB4DB574FFE}"/>
                </a:ext>
              </a:extLst>
            </p:cNvPr>
            <p:cNvSpPr>
              <a:spLocks noChangeAspect="1"/>
            </p:cNvSpPr>
            <p:nvPr/>
          </p:nvSpPr>
          <p:spPr>
            <a:xfrm>
              <a:off x="1108403" y="2387890"/>
              <a:ext cx="1828800" cy="1828800"/>
            </a:xfrm>
            <a:prstGeom prst="ellipse">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73" name="Straight Connector 72">
              <a:extLst>
                <a:ext uri="{FF2B5EF4-FFF2-40B4-BE49-F238E27FC236}">
                  <a16:creationId xmlns:a16="http://schemas.microsoft.com/office/drawing/2014/main" id="{20FB527C-4308-9649-B6F6-3A96FCDBA6A5}"/>
                </a:ext>
              </a:extLst>
            </p:cNvPr>
            <p:cNvCxnSpPr>
              <a:stCxn id="72" idx="0"/>
              <a:endCxn id="72" idx="4"/>
            </p:cNvCxnSpPr>
            <p:nvPr/>
          </p:nvCxnSpPr>
          <p:spPr>
            <a:xfrm>
              <a:off x="2022803" y="2387890"/>
              <a:ext cx="0" cy="1828800"/>
            </a:xfrm>
            <a:prstGeom prst="line">
              <a:avLst/>
            </a:prstGeom>
            <a:ln w="3175">
              <a:solidFill>
                <a:schemeClr val="bg1">
                  <a:alpha val="20000"/>
                </a:schemeClr>
              </a:solidFill>
            </a:ln>
          </p:spPr>
          <p:style>
            <a:lnRef idx="1">
              <a:schemeClr val="accent1"/>
            </a:lnRef>
            <a:fillRef idx="0">
              <a:schemeClr val="accent1"/>
            </a:fillRef>
            <a:effectRef idx="0">
              <a:schemeClr val="accent1"/>
            </a:effectRef>
            <a:fontRef idx="minor">
              <a:schemeClr val="tx1"/>
            </a:fontRef>
          </p:style>
        </p:cxnSp>
        <p:cxnSp>
          <p:nvCxnSpPr>
            <p:cNvPr id="74" name="Straight Connector 73">
              <a:extLst>
                <a:ext uri="{FF2B5EF4-FFF2-40B4-BE49-F238E27FC236}">
                  <a16:creationId xmlns:a16="http://schemas.microsoft.com/office/drawing/2014/main" id="{18CF50C2-12DA-0341-9CA7-796C91A9D16F}"/>
                </a:ext>
              </a:extLst>
            </p:cNvPr>
            <p:cNvCxnSpPr>
              <a:cxnSpLocks/>
              <a:stCxn id="72" idx="2"/>
              <a:endCxn id="72" idx="6"/>
            </p:cNvCxnSpPr>
            <p:nvPr/>
          </p:nvCxnSpPr>
          <p:spPr>
            <a:xfrm>
              <a:off x="1108403" y="3302290"/>
              <a:ext cx="1828800" cy="0"/>
            </a:xfrm>
            <a:prstGeom prst="line">
              <a:avLst/>
            </a:prstGeom>
            <a:ln w="3175">
              <a:solidFill>
                <a:schemeClr val="bg1">
                  <a:alpha val="20000"/>
                </a:schemeClr>
              </a:solidFill>
            </a:ln>
          </p:spPr>
          <p:style>
            <a:lnRef idx="1">
              <a:schemeClr val="accent1"/>
            </a:lnRef>
            <a:fillRef idx="0">
              <a:schemeClr val="accent1"/>
            </a:fillRef>
            <a:effectRef idx="0">
              <a:schemeClr val="accent1"/>
            </a:effectRef>
            <a:fontRef idx="minor">
              <a:schemeClr val="tx1"/>
            </a:fontRef>
          </p:style>
        </p:cxnSp>
        <p:sp>
          <p:nvSpPr>
            <p:cNvPr id="75" name="Oval 74">
              <a:extLst>
                <a:ext uri="{FF2B5EF4-FFF2-40B4-BE49-F238E27FC236}">
                  <a16:creationId xmlns:a16="http://schemas.microsoft.com/office/drawing/2014/main" id="{5DDF3382-A3B9-444E-9EED-652973757B96}"/>
                </a:ext>
              </a:extLst>
            </p:cNvPr>
            <p:cNvSpPr>
              <a:spLocks noChangeAspect="1"/>
            </p:cNvSpPr>
            <p:nvPr/>
          </p:nvSpPr>
          <p:spPr>
            <a:xfrm>
              <a:off x="1565603" y="2845090"/>
              <a:ext cx="914400" cy="914400"/>
            </a:xfrm>
            <a:prstGeom prst="ellipse">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76" name="Straight Connector 75">
              <a:extLst>
                <a:ext uri="{FF2B5EF4-FFF2-40B4-BE49-F238E27FC236}">
                  <a16:creationId xmlns:a16="http://schemas.microsoft.com/office/drawing/2014/main" id="{8733DD02-AE4E-2E40-853A-9CAB7EE5452E}"/>
                </a:ext>
              </a:extLst>
            </p:cNvPr>
            <p:cNvCxnSpPr>
              <a:cxnSpLocks/>
            </p:cNvCxnSpPr>
            <p:nvPr/>
          </p:nvCxnSpPr>
          <p:spPr>
            <a:xfrm rot="1800000">
              <a:off x="2022803" y="2387890"/>
              <a:ext cx="0" cy="1828800"/>
            </a:xfrm>
            <a:prstGeom prst="line">
              <a:avLst/>
            </a:prstGeom>
            <a:ln w="3175">
              <a:solidFill>
                <a:schemeClr val="bg1">
                  <a:alpha val="20000"/>
                </a:schemeClr>
              </a:solidFill>
            </a:ln>
          </p:spPr>
          <p:style>
            <a:lnRef idx="1">
              <a:schemeClr val="accent1"/>
            </a:lnRef>
            <a:fillRef idx="0">
              <a:schemeClr val="accent1"/>
            </a:fillRef>
            <a:effectRef idx="0">
              <a:schemeClr val="accent1"/>
            </a:effectRef>
            <a:fontRef idx="minor">
              <a:schemeClr val="tx1"/>
            </a:fontRef>
          </p:style>
        </p:cxnSp>
        <p:cxnSp>
          <p:nvCxnSpPr>
            <p:cNvPr id="77" name="Straight Connector 76">
              <a:extLst>
                <a:ext uri="{FF2B5EF4-FFF2-40B4-BE49-F238E27FC236}">
                  <a16:creationId xmlns:a16="http://schemas.microsoft.com/office/drawing/2014/main" id="{5EDF2327-3432-8541-B62C-3C8A69C8145D}"/>
                </a:ext>
              </a:extLst>
            </p:cNvPr>
            <p:cNvCxnSpPr>
              <a:cxnSpLocks/>
            </p:cNvCxnSpPr>
            <p:nvPr/>
          </p:nvCxnSpPr>
          <p:spPr>
            <a:xfrm rot="3600000">
              <a:off x="2022803" y="2387890"/>
              <a:ext cx="0" cy="1828800"/>
            </a:xfrm>
            <a:prstGeom prst="line">
              <a:avLst/>
            </a:prstGeom>
            <a:ln w="3175">
              <a:solidFill>
                <a:schemeClr val="bg1">
                  <a:alpha val="20000"/>
                </a:schemeClr>
              </a:solidFill>
            </a:ln>
          </p:spPr>
          <p:style>
            <a:lnRef idx="1">
              <a:schemeClr val="accent1"/>
            </a:lnRef>
            <a:fillRef idx="0">
              <a:schemeClr val="accent1"/>
            </a:fillRef>
            <a:effectRef idx="0">
              <a:schemeClr val="accent1"/>
            </a:effectRef>
            <a:fontRef idx="minor">
              <a:schemeClr val="tx1"/>
            </a:fontRef>
          </p:style>
        </p:cxnSp>
        <p:cxnSp>
          <p:nvCxnSpPr>
            <p:cNvPr id="78" name="Straight Connector 77">
              <a:extLst>
                <a:ext uri="{FF2B5EF4-FFF2-40B4-BE49-F238E27FC236}">
                  <a16:creationId xmlns:a16="http://schemas.microsoft.com/office/drawing/2014/main" id="{388E231E-DAE7-3842-B8EC-CAD8FEFF789F}"/>
                </a:ext>
              </a:extLst>
            </p:cNvPr>
            <p:cNvCxnSpPr>
              <a:cxnSpLocks/>
            </p:cNvCxnSpPr>
            <p:nvPr/>
          </p:nvCxnSpPr>
          <p:spPr>
            <a:xfrm rot="19800000">
              <a:off x="2022803" y="2387890"/>
              <a:ext cx="0" cy="1828800"/>
            </a:xfrm>
            <a:prstGeom prst="line">
              <a:avLst/>
            </a:prstGeom>
            <a:ln w="3175">
              <a:solidFill>
                <a:schemeClr val="bg1">
                  <a:alpha val="20000"/>
                </a:schemeClr>
              </a:solidFill>
            </a:ln>
          </p:spPr>
          <p:style>
            <a:lnRef idx="1">
              <a:schemeClr val="accent1"/>
            </a:lnRef>
            <a:fillRef idx="0">
              <a:schemeClr val="accent1"/>
            </a:fillRef>
            <a:effectRef idx="0">
              <a:schemeClr val="accent1"/>
            </a:effectRef>
            <a:fontRef idx="minor">
              <a:schemeClr val="tx1"/>
            </a:fontRef>
          </p:style>
        </p:cxnSp>
        <p:cxnSp>
          <p:nvCxnSpPr>
            <p:cNvPr id="79" name="Straight Connector 78">
              <a:extLst>
                <a:ext uri="{FF2B5EF4-FFF2-40B4-BE49-F238E27FC236}">
                  <a16:creationId xmlns:a16="http://schemas.microsoft.com/office/drawing/2014/main" id="{E074671E-F776-484C-8052-E0B860AD1624}"/>
                </a:ext>
              </a:extLst>
            </p:cNvPr>
            <p:cNvCxnSpPr>
              <a:cxnSpLocks/>
            </p:cNvCxnSpPr>
            <p:nvPr/>
          </p:nvCxnSpPr>
          <p:spPr>
            <a:xfrm rot="18000000">
              <a:off x="2022803" y="2387890"/>
              <a:ext cx="0" cy="1828800"/>
            </a:xfrm>
            <a:prstGeom prst="line">
              <a:avLst/>
            </a:prstGeom>
            <a:ln w="3175">
              <a:solidFill>
                <a:schemeClr val="bg1">
                  <a:alpha val="20000"/>
                </a:schemeClr>
              </a:solidFill>
            </a:ln>
          </p:spPr>
          <p:style>
            <a:lnRef idx="1">
              <a:schemeClr val="accent1"/>
            </a:lnRef>
            <a:fillRef idx="0">
              <a:schemeClr val="accent1"/>
            </a:fillRef>
            <a:effectRef idx="0">
              <a:schemeClr val="accent1"/>
            </a:effectRef>
            <a:fontRef idx="minor">
              <a:schemeClr val="tx1"/>
            </a:fontRef>
          </p:style>
        </p:cxnSp>
        <p:sp>
          <p:nvSpPr>
            <p:cNvPr id="82" name="Oval 81">
              <a:extLst>
                <a:ext uri="{FF2B5EF4-FFF2-40B4-BE49-F238E27FC236}">
                  <a16:creationId xmlns:a16="http://schemas.microsoft.com/office/drawing/2014/main" id="{0632FB13-8D8A-E14D-92D9-CF55D04095E1}"/>
                </a:ext>
              </a:extLst>
            </p:cNvPr>
            <p:cNvSpPr>
              <a:spLocks noChangeAspect="1"/>
            </p:cNvSpPr>
            <p:nvPr/>
          </p:nvSpPr>
          <p:spPr>
            <a:xfrm flipH="1">
              <a:off x="1583157" y="3028946"/>
              <a:ext cx="91440" cy="91440"/>
            </a:xfrm>
            <a:prstGeom prst="ellipse">
              <a:avLst/>
            </a:prstGeom>
            <a:solidFill>
              <a:srgbClr val="0070C0"/>
            </a:solidFill>
          </p:spPr>
          <p:txBody>
            <a:bodyPr wrap="none" lIns="0" tIns="0" rIns="0" bIns="18288"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83" name="Oval 82">
              <a:extLst>
                <a:ext uri="{FF2B5EF4-FFF2-40B4-BE49-F238E27FC236}">
                  <a16:creationId xmlns:a16="http://schemas.microsoft.com/office/drawing/2014/main" id="{E20EAD99-E31F-8B46-9097-E0BCE0224715}"/>
                </a:ext>
              </a:extLst>
            </p:cNvPr>
            <p:cNvSpPr>
              <a:spLocks noChangeAspect="1"/>
            </p:cNvSpPr>
            <p:nvPr/>
          </p:nvSpPr>
          <p:spPr>
            <a:xfrm flipH="1">
              <a:off x="2372334" y="3484578"/>
              <a:ext cx="91440" cy="91440"/>
            </a:xfrm>
            <a:prstGeom prst="ellipse">
              <a:avLst/>
            </a:prstGeom>
            <a:solidFill>
              <a:srgbClr val="FF0000"/>
            </a:solidFill>
          </p:spPr>
          <p:txBody>
            <a:bodyPr wrap="none" lIns="0" tIns="0" rIns="0" bIns="18288"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88" name="Oval 87">
              <a:extLst>
                <a:ext uri="{FF2B5EF4-FFF2-40B4-BE49-F238E27FC236}">
                  <a16:creationId xmlns:a16="http://schemas.microsoft.com/office/drawing/2014/main" id="{677BF7DB-9641-AC4E-A18B-0A704B976CBB}"/>
                </a:ext>
              </a:extLst>
            </p:cNvPr>
            <p:cNvSpPr>
              <a:spLocks noChangeAspect="1"/>
            </p:cNvSpPr>
            <p:nvPr/>
          </p:nvSpPr>
          <p:spPr>
            <a:xfrm flipH="1">
              <a:off x="1582494" y="3484783"/>
              <a:ext cx="91440" cy="91440"/>
            </a:xfrm>
            <a:prstGeom prst="ellipse">
              <a:avLst/>
            </a:prstGeom>
            <a:solidFill>
              <a:srgbClr val="0070C0"/>
            </a:solidFill>
          </p:spPr>
          <p:txBody>
            <a:bodyPr wrap="none" lIns="0" tIns="0" rIns="0" bIns="18288"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89" name="Oval 88">
              <a:extLst>
                <a:ext uri="{FF2B5EF4-FFF2-40B4-BE49-F238E27FC236}">
                  <a16:creationId xmlns:a16="http://schemas.microsoft.com/office/drawing/2014/main" id="{26480718-4774-F34B-8C6B-917374030C3D}"/>
                </a:ext>
              </a:extLst>
            </p:cNvPr>
            <p:cNvSpPr>
              <a:spLocks noChangeAspect="1"/>
            </p:cNvSpPr>
            <p:nvPr/>
          </p:nvSpPr>
          <p:spPr>
            <a:xfrm flipH="1">
              <a:off x="2371671" y="3029151"/>
              <a:ext cx="91440" cy="91440"/>
            </a:xfrm>
            <a:prstGeom prst="ellipse">
              <a:avLst/>
            </a:prstGeom>
            <a:solidFill>
              <a:srgbClr val="FF0000"/>
            </a:solidFill>
          </p:spPr>
          <p:txBody>
            <a:bodyPr wrap="none" lIns="0" tIns="0" rIns="0" bIns="18288"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94" name="Oval 93">
              <a:extLst>
                <a:ext uri="{FF2B5EF4-FFF2-40B4-BE49-F238E27FC236}">
                  <a16:creationId xmlns:a16="http://schemas.microsoft.com/office/drawing/2014/main" id="{0AE3BB5C-A1EB-A141-96D7-ADD8F24F9B35}"/>
                </a:ext>
              </a:extLst>
            </p:cNvPr>
            <p:cNvSpPr>
              <a:spLocks noChangeAspect="1"/>
            </p:cNvSpPr>
            <p:nvPr/>
          </p:nvSpPr>
          <p:spPr>
            <a:xfrm rot="10800000" flipH="1">
              <a:off x="2371671" y="3484764"/>
              <a:ext cx="91440" cy="91440"/>
            </a:xfrm>
            <a:prstGeom prst="ellipse">
              <a:avLst/>
            </a:prstGeom>
            <a:solidFill>
              <a:srgbClr val="0070C0"/>
            </a:solidFill>
          </p:spPr>
          <p:txBody>
            <a:bodyPr wrap="none" lIns="0" tIns="0" rIns="0" bIns="18288"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95" name="Oval 94">
              <a:extLst>
                <a:ext uri="{FF2B5EF4-FFF2-40B4-BE49-F238E27FC236}">
                  <a16:creationId xmlns:a16="http://schemas.microsoft.com/office/drawing/2014/main" id="{3A4E97F7-2BAC-234C-97D8-8D80B4640691}"/>
                </a:ext>
              </a:extLst>
            </p:cNvPr>
            <p:cNvSpPr>
              <a:spLocks noChangeAspect="1"/>
            </p:cNvSpPr>
            <p:nvPr/>
          </p:nvSpPr>
          <p:spPr>
            <a:xfrm rot="10800000" flipH="1">
              <a:off x="1582494" y="3029132"/>
              <a:ext cx="91440" cy="91440"/>
            </a:xfrm>
            <a:prstGeom prst="ellipse">
              <a:avLst/>
            </a:prstGeom>
            <a:solidFill>
              <a:srgbClr val="FF0000"/>
            </a:solidFill>
          </p:spPr>
          <p:txBody>
            <a:bodyPr wrap="none" lIns="0" tIns="0" rIns="0" bIns="18288"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00" name="Oval 99">
              <a:extLst>
                <a:ext uri="{FF2B5EF4-FFF2-40B4-BE49-F238E27FC236}">
                  <a16:creationId xmlns:a16="http://schemas.microsoft.com/office/drawing/2014/main" id="{9A994DA9-335A-5F4C-943D-6ECA1487D94B}"/>
                </a:ext>
              </a:extLst>
            </p:cNvPr>
            <p:cNvSpPr>
              <a:spLocks noChangeAspect="1"/>
            </p:cNvSpPr>
            <p:nvPr/>
          </p:nvSpPr>
          <p:spPr>
            <a:xfrm rot="10800000" flipH="1">
              <a:off x="2372334" y="3028927"/>
              <a:ext cx="91440" cy="91440"/>
            </a:xfrm>
            <a:prstGeom prst="ellipse">
              <a:avLst/>
            </a:prstGeom>
            <a:solidFill>
              <a:srgbClr val="0070C0"/>
            </a:solidFill>
          </p:spPr>
          <p:txBody>
            <a:bodyPr wrap="none" lIns="0" tIns="0" rIns="0" bIns="18288"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01" name="Oval 100">
              <a:extLst>
                <a:ext uri="{FF2B5EF4-FFF2-40B4-BE49-F238E27FC236}">
                  <a16:creationId xmlns:a16="http://schemas.microsoft.com/office/drawing/2014/main" id="{E6781A71-618B-DA4D-B931-2599208E7BBA}"/>
                </a:ext>
              </a:extLst>
            </p:cNvPr>
            <p:cNvSpPr>
              <a:spLocks noChangeAspect="1"/>
            </p:cNvSpPr>
            <p:nvPr/>
          </p:nvSpPr>
          <p:spPr>
            <a:xfrm rot="10800000" flipH="1">
              <a:off x="1583157" y="3484559"/>
              <a:ext cx="91440" cy="91440"/>
            </a:xfrm>
            <a:prstGeom prst="ellipse">
              <a:avLst/>
            </a:prstGeom>
            <a:solidFill>
              <a:srgbClr val="FF0000"/>
            </a:solidFill>
          </p:spPr>
          <p:txBody>
            <a:bodyPr wrap="none" lIns="0" tIns="0" rIns="0" bIns="18288"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05" name="Oval 104">
              <a:extLst>
                <a:ext uri="{FF2B5EF4-FFF2-40B4-BE49-F238E27FC236}">
                  <a16:creationId xmlns:a16="http://schemas.microsoft.com/office/drawing/2014/main" id="{6A2C6247-751A-8146-ABF8-45049DB68861}"/>
                </a:ext>
              </a:extLst>
            </p:cNvPr>
            <p:cNvSpPr>
              <a:spLocks noChangeAspect="1"/>
            </p:cNvSpPr>
            <p:nvPr/>
          </p:nvSpPr>
          <p:spPr>
            <a:xfrm>
              <a:off x="9358356" y="2387890"/>
              <a:ext cx="1828800" cy="1828800"/>
            </a:xfrm>
            <a:prstGeom prst="ellipse">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106" name="Straight Connector 105">
              <a:extLst>
                <a:ext uri="{FF2B5EF4-FFF2-40B4-BE49-F238E27FC236}">
                  <a16:creationId xmlns:a16="http://schemas.microsoft.com/office/drawing/2014/main" id="{88B2997E-A8D2-FA49-8B1B-FE7AB59079B3}"/>
                </a:ext>
              </a:extLst>
            </p:cNvPr>
            <p:cNvCxnSpPr>
              <a:stCxn id="105" idx="0"/>
              <a:endCxn id="105" idx="4"/>
            </p:cNvCxnSpPr>
            <p:nvPr/>
          </p:nvCxnSpPr>
          <p:spPr>
            <a:xfrm>
              <a:off x="10272756" y="2387890"/>
              <a:ext cx="0" cy="1828800"/>
            </a:xfrm>
            <a:prstGeom prst="line">
              <a:avLst/>
            </a:prstGeom>
            <a:ln w="3175">
              <a:solidFill>
                <a:schemeClr val="bg1">
                  <a:alpha val="20000"/>
                </a:schemeClr>
              </a:solidFill>
            </a:ln>
          </p:spPr>
          <p:style>
            <a:lnRef idx="1">
              <a:schemeClr val="accent1"/>
            </a:lnRef>
            <a:fillRef idx="0">
              <a:schemeClr val="accent1"/>
            </a:fillRef>
            <a:effectRef idx="0">
              <a:schemeClr val="accent1"/>
            </a:effectRef>
            <a:fontRef idx="minor">
              <a:schemeClr val="tx1"/>
            </a:fontRef>
          </p:style>
        </p:cxnSp>
        <p:cxnSp>
          <p:nvCxnSpPr>
            <p:cNvPr id="107" name="Straight Connector 106">
              <a:extLst>
                <a:ext uri="{FF2B5EF4-FFF2-40B4-BE49-F238E27FC236}">
                  <a16:creationId xmlns:a16="http://schemas.microsoft.com/office/drawing/2014/main" id="{0C3848B0-45A6-EA47-9736-72DA542FA456}"/>
                </a:ext>
              </a:extLst>
            </p:cNvPr>
            <p:cNvCxnSpPr>
              <a:cxnSpLocks/>
              <a:stCxn id="105" idx="2"/>
              <a:endCxn id="105" idx="6"/>
            </p:cNvCxnSpPr>
            <p:nvPr/>
          </p:nvCxnSpPr>
          <p:spPr>
            <a:xfrm>
              <a:off x="9358356" y="3302290"/>
              <a:ext cx="1828800" cy="0"/>
            </a:xfrm>
            <a:prstGeom prst="line">
              <a:avLst/>
            </a:prstGeom>
            <a:ln w="3175">
              <a:solidFill>
                <a:schemeClr val="bg1">
                  <a:alpha val="20000"/>
                </a:schemeClr>
              </a:solidFill>
            </a:ln>
          </p:spPr>
          <p:style>
            <a:lnRef idx="1">
              <a:schemeClr val="accent1"/>
            </a:lnRef>
            <a:fillRef idx="0">
              <a:schemeClr val="accent1"/>
            </a:fillRef>
            <a:effectRef idx="0">
              <a:schemeClr val="accent1"/>
            </a:effectRef>
            <a:fontRef idx="minor">
              <a:schemeClr val="tx1"/>
            </a:fontRef>
          </p:style>
        </p:cxnSp>
        <p:sp>
          <p:nvSpPr>
            <p:cNvPr id="108" name="Oval 107">
              <a:extLst>
                <a:ext uri="{FF2B5EF4-FFF2-40B4-BE49-F238E27FC236}">
                  <a16:creationId xmlns:a16="http://schemas.microsoft.com/office/drawing/2014/main" id="{6BFC7F26-B943-3546-9C96-D0CC90C20804}"/>
                </a:ext>
              </a:extLst>
            </p:cNvPr>
            <p:cNvSpPr>
              <a:spLocks noChangeAspect="1"/>
            </p:cNvSpPr>
            <p:nvPr/>
          </p:nvSpPr>
          <p:spPr>
            <a:xfrm>
              <a:off x="9815556" y="2845090"/>
              <a:ext cx="914400" cy="914400"/>
            </a:xfrm>
            <a:prstGeom prst="ellipse">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109" name="Straight Connector 108">
              <a:extLst>
                <a:ext uri="{FF2B5EF4-FFF2-40B4-BE49-F238E27FC236}">
                  <a16:creationId xmlns:a16="http://schemas.microsoft.com/office/drawing/2014/main" id="{D488D2CE-26D2-EB40-8ECD-823B10A5ECB6}"/>
                </a:ext>
              </a:extLst>
            </p:cNvPr>
            <p:cNvCxnSpPr>
              <a:cxnSpLocks/>
            </p:cNvCxnSpPr>
            <p:nvPr/>
          </p:nvCxnSpPr>
          <p:spPr>
            <a:xfrm rot="1800000">
              <a:off x="10272756" y="2387890"/>
              <a:ext cx="0" cy="1828800"/>
            </a:xfrm>
            <a:prstGeom prst="line">
              <a:avLst/>
            </a:prstGeom>
            <a:ln w="3175">
              <a:solidFill>
                <a:schemeClr val="bg1">
                  <a:alpha val="20000"/>
                </a:schemeClr>
              </a:solidFill>
            </a:ln>
          </p:spPr>
          <p:style>
            <a:lnRef idx="1">
              <a:schemeClr val="accent1"/>
            </a:lnRef>
            <a:fillRef idx="0">
              <a:schemeClr val="accent1"/>
            </a:fillRef>
            <a:effectRef idx="0">
              <a:schemeClr val="accent1"/>
            </a:effectRef>
            <a:fontRef idx="minor">
              <a:schemeClr val="tx1"/>
            </a:fontRef>
          </p:style>
        </p:cxnSp>
        <p:cxnSp>
          <p:nvCxnSpPr>
            <p:cNvPr id="110" name="Straight Connector 109">
              <a:extLst>
                <a:ext uri="{FF2B5EF4-FFF2-40B4-BE49-F238E27FC236}">
                  <a16:creationId xmlns:a16="http://schemas.microsoft.com/office/drawing/2014/main" id="{0B524BC6-4BE0-8A41-AE72-3F8A9F311BEE}"/>
                </a:ext>
              </a:extLst>
            </p:cNvPr>
            <p:cNvCxnSpPr>
              <a:cxnSpLocks/>
            </p:cNvCxnSpPr>
            <p:nvPr/>
          </p:nvCxnSpPr>
          <p:spPr>
            <a:xfrm rot="3600000">
              <a:off x="10272756" y="2387890"/>
              <a:ext cx="0" cy="1828800"/>
            </a:xfrm>
            <a:prstGeom prst="line">
              <a:avLst/>
            </a:prstGeom>
            <a:ln w="3175">
              <a:solidFill>
                <a:schemeClr val="bg1">
                  <a:alpha val="20000"/>
                </a:schemeClr>
              </a:solidFill>
            </a:ln>
          </p:spPr>
          <p:style>
            <a:lnRef idx="1">
              <a:schemeClr val="accent1"/>
            </a:lnRef>
            <a:fillRef idx="0">
              <a:schemeClr val="accent1"/>
            </a:fillRef>
            <a:effectRef idx="0">
              <a:schemeClr val="accent1"/>
            </a:effectRef>
            <a:fontRef idx="minor">
              <a:schemeClr val="tx1"/>
            </a:fontRef>
          </p:style>
        </p:cxnSp>
        <p:cxnSp>
          <p:nvCxnSpPr>
            <p:cNvPr id="111" name="Straight Connector 110">
              <a:extLst>
                <a:ext uri="{FF2B5EF4-FFF2-40B4-BE49-F238E27FC236}">
                  <a16:creationId xmlns:a16="http://schemas.microsoft.com/office/drawing/2014/main" id="{E3B93A73-C069-724E-B7FF-DBB1E8412882}"/>
                </a:ext>
              </a:extLst>
            </p:cNvPr>
            <p:cNvCxnSpPr>
              <a:cxnSpLocks/>
            </p:cNvCxnSpPr>
            <p:nvPr/>
          </p:nvCxnSpPr>
          <p:spPr>
            <a:xfrm rot="19800000">
              <a:off x="10272756" y="2387890"/>
              <a:ext cx="0" cy="1828800"/>
            </a:xfrm>
            <a:prstGeom prst="line">
              <a:avLst/>
            </a:prstGeom>
            <a:ln w="3175">
              <a:solidFill>
                <a:schemeClr val="bg1">
                  <a:alpha val="20000"/>
                </a:schemeClr>
              </a:solidFill>
            </a:ln>
          </p:spPr>
          <p:style>
            <a:lnRef idx="1">
              <a:schemeClr val="accent1"/>
            </a:lnRef>
            <a:fillRef idx="0">
              <a:schemeClr val="accent1"/>
            </a:fillRef>
            <a:effectRef idx="0">
              <a:schemeClr val="accent1"/>
            </a:effectRef>
            <a:fontRef idx="minor">
              <a:schemeClr val="tx1"/>
            </a:fontRef>
          </p:style>
        </p:cxnSp>
        <p:cxnSp>
          <p:nvCxnSpPr>
            <p:cNvPr id="112" name="Straight Connector 111">
              <a:extLst>
                <a:ext uri="{FF2B5EF4-FFF2-40B4-BE49-F238E27FC236}">
                  <a16:creationId xmlns:a16="http://schemas.microsoft.com/office/drawing/2014/main" id="{9F885E0C-6EAB-8947-8D91-71EC9EA6807F}"/>
                </a:ext>
              </a:extLst>
            </p:cNvPr>
            <p:cNvCxnSpPr>
              <a:cxnSpLocks/>
            </p:cNvCxnSpPr>
            <p:nvPr/>
          </p:nvCxnSpPr>
          <p:spPr>
            <a:xfrm rot="18000000">
              <a:off x="10272756" y="2387890"/>
              <a:ext cx="0" cy="1828800"/>
            </a:xfrm>
            <a:prstGeom prst="line">
              <a:avLst/>
            </a:prstGeom>
            <a:ln w="3175">
              <a:solidFill>
                <a:schemeClr val="bg1">
                  <a:alpha val="20000"/>
                </a:schemeClr>
              </a:solidFill>
            </a:ln>
          </p:spPr>
          <p:style>
            <a:lnRef idx="1">
              <a:schemeClr val="accent1"/>
            </a:lnRef>
            <a:fillRef idx="0">
              <a:schemeClr val="accent1"/>
            </a:fillRef>
            <a:effectRef idx="0">
              <a:schemeClr val="accent1"/>
            </a:effectRef>
            <a:fontRef idx="minor">
              <a:schemeClr val="tx1"/>
            </a:fontRef>
          </p:style>
        </p:cxnSp>
        <p:sp>
          <p:nvSpPr>
            <p:cNvPr id="115" name="Oval 114">
              <a:extLst>
                <a:ext uri="{FF2B5EF4-FFF2-40B4-BE49-F238E27FC236}">
                  <a16:creationId xmlns:a16="http://schemas.microsoft.com/office/drawing/2014/main" id="{F0827E31-DB78-6A42-A036-4B4C13F1DC82}"/>
                </a:ext>
              </a:extLst>
            </p:cNvPr>
            <p:cNvSpPr>
              <a:spLocks noChangeAspect="1"/>
            </p:cNvSpPr>
            <p:nvPr/>
          </p:nvSpPr>
          <p:spPr>
            <a:xfrm flipH="1">
              <a:off x="9833110" y="3028946"/>
              <a:ext cx="91440" cy="91440"/>
            </a:xfrm>
            <a:prstGeom prst="ellipse">
              <a:avLst/>
            </a:prstGeom>
            <a:solidFill>
              <a:srgbClr val="0070C0"/>
            </a:solidFill>
          </p:spPr>
          <p:txBody>
            <a:bodyPr wrap="none" lIns="0" tIns="0" rIns="0" bIns="18288"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16" name="Oval 115">
              <a:extLst>
                <a:ext uri="{FF2B5EF4-FFF2-40B4-BE49-F238E27FC236}">
                  <a16:creationId xmlns:a16="http://schemas.microsoft.com/office/drawing/2014/main" id="{F8EFDB3B-4280-B647-833D-C17AF3462ABB}"/>
                </a:ext>
              </a:extLst>
            </p:cNvPr>
            <p:cNvSpPr>
              <a:spLocks noChangeAspect="1"/>
            </p:cNvSpPr>
            <p:nvPr/>
          </p:nvSpPr>
          <p:spPr>
            <a:xfrm flipH="1">
              <a:off x="10622287" y="3484578"/>
              <a:ext cx="91440" cy="91440"/>
            </a:xfrm>
            <a:prstGeom prst="ellipse">
              <a:avLst/>
            </a:prstGeom>
            <a:solidFill>
              <a:srgbClr val="FF0000"/>
            </a:solidFill>
          </p:spPr>
          <p:txBody>
            <a:bodyPr wrap="none" lIns="0" tIns="0" rIns="0" bIns="18288"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21" name="Oval 120">
              <a:extLst>
                <a:ext uri="{FF2B5EF4-FFF2-40B4-BE49-F238E27FC236}">
                  <a16:creationId xmlns:a16="http://schemas.microsoft.com/office/drawing/2014/main" id="{9B65FA50-6512-0444-854A-0A63CD23E0DC}"/>
                </a:ext>
              </a:extLst>
            </p:cNvPr>
            <p:cNvSpPr>
              <a:spLocks noChangeAspect="1"/>
            </p:cNvSpPr>
            <p:nvPr/>
          </p:nvSpPr>
          <p:spPr>
            <a:xfrm flipH="1">
              <a:off x="9832447" y="3484783"/>
              <a:ext cx="91440" cy="91440"/>
            </a:xfrm>
            <a:prstGeom prst="ellipse">
              <a:avLst/>
            </a:prstGeom>
            <a:solidFill>
              <a:srgbClr val="0070C0"/>
            </a:solidFill>
          </p:spPr>
          <p:txBody>
            <a:bodyPr wrap="none" lIns="0" tIns="0" rIns="0" bIns="18288"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22" name="Oval 121">
              <a:extLst>
                <a:ext uri="{FF2B5EF4-FFF2-40B4-BE49-F238E27FC236}">
                  <a16:creationId xmlns:a16="http://schemas.microsoft.com/office/drawing/2014/main" id="{9D67A5DF-B359-B245-ADFE-E7948F70BA59}"/>
                </a:ext>
              </a:extLst>
            </p:cNvPr>
            <p:cNvSpPr>
              <a:spLocks noChangeAspect="1"/>
            </p:cNvSpPr>
            <p:nvPr/>
          </p:nvSpPr>
          <p:spPr>
            <a:xfrm flipH="1">
              <a:off x="10621624" y="3029151"/>
              <a:ext cx="91440" cy="91440"/>
            </a:xfrm>
            <a:prstGeom prst="ellipse">
              <a:avLst/>
            </a:prstGeom>
            <a:solidFill>
              <a:srgbClr val="FF0000"/>
            </a:solidFill>
          </p:spPr>
          <p:txBody>
            <a:bodyPr wrap="none" lIns="0" tIns="0" rIns="0" bIns="18288"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71" name="Oval 170">
              <a:extLst>
                <a:ext uri="{FF2B5EF4-FFF2-40B4-BE49-F238E27FC236}">
                  <a16:creationId xmlns:a16="http://schemas.microsoft.com/office/drawing/2014/main" id="{D94C02B4-067D-EF40-A978-7C373AD2F544}"/>
                </a:ext>
              </a:extLst>
            </p:cNvPr>
            <p:cNvSpPr>
              <a:spLocks noChangeAspect="1"/>
            </p:cNvSpPr>
            <p:nvPr/>
          </p:nvSpPr>
          <p:spPr>
            <a:xfrm>
              <a:off x="5233349" y="14993"/>
              <a:ext cx="1828800" cy="1828800"/>
            </a:xfrm>
            <a:prstGeom prst="ellipse">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172" name="Straight Connector 171">
              <a:extLst>
                <a:ext uri="{FF2B5EF4-FFF2-40B4-BE49-F238E27FC236}">
                  <a16:creationId xmlns:a16="http://schemas.microsoft.com/office/drawing/2014/main" id="{D82A5E0E-178C-394C-B1DE-26478C551B8A}"/>
                </a:ext>
              </a:extLst>
            </p:cNvPr>
            <p:cNvCxnSpPr>
              <a:stCxn id="171" idx="0"/>
              <a:endCxn id="171" idx="4"/>
            </p:cNvCxnSpPr>
            <p:nvPr/>
          </p:nvCxnSpPr>
          <p:spPr>
            <a:xfrm>
              <a:off x="6147749" y="14993"/>
              <a:ext cx="0" cy="1828800"/>
            </a:xfrm>
            <a:prstGeom prst="line">
              <a:avLst/>
            </a:prstGeom>
            <a:ln w="3175">
              <a:solidFill>
                <a:schemeClr val="bg1">
                  <a:alpha val="20000"/>
                </a:schemeClr>
              </a:solidFill>
            </a:ln>
          </p:spPr>
          <p:style>
            <a:lnRef idx="1">
              <a:schemeClr val="accent1"/>
            </a:lnRef>
            <a:fillRef idx="0">
              <a:schemeClr val="accent1"/>
            </a:fillRef>
            <a:effectRef idx="0">
              <a:schemeClr val="accent1"/>
            </a:effectRef>
            <a:fontRef idx="minor">
              <a:schemeClr val="tx1"/>
            </a:fontRef>
          </p:style>
        </p:cxnSp>
        <p:cxnSp>
          <p:nvCxnSpPr>
            <p:cNvPr id="173" name="Straight Connector 172">
              <a:extLst>
                <a:ext uri="{FF2B5EF4-FFF2-40B4-BE49-F238E27FC236}">
                  <a16:creationId xmlns:a16="http://schemas.microsoft.com/office/drawing/2014/main" id="{44B03FBF-123E-B945-AA60-777BC492DA57}"/>
                </a:ext>
              </a:extLst>
            </p:cNvPr>
            <p:cNvCxnSpPr>
              <a:cxnSpLocks/>
              <a:stCxn id="171" idx="2"/>
              <a:endCxn id="171" idx="6"/>
            </p:cNvCxnSpPr>
            <p:nvPr/>
          </p:nvCxnSpPr>
          <p:spPr>
            <a:xfrm>
              <a:off x="5233349" y="929393"/>
              <a:ext cx="1828800" cy="0"/>
            </a:xfrm>
            <a:prstGeom prst="line">
              <a:avLst/>
            </a:prstGeom>
            <a:ln w="3175">
              <a:solidFill>
                <a:schemeClr val="bg1">
                  <a:alpha val="20000"/>
                </a:schemeClr>
              </a:solidFill>
            </a:ln>
          </p:spPr>
          <p:style>
            <a:lnRef idx="1">
              <a:schemeClr val="accent1"/>
            </a:lnRef>
            <a:fillRef idx="0">
              <a:schemeClr val="accent1"/>
            </a:fillRef>
            <a:effectRef idx="0">
              <a:schemeClr val="accent1"/>
            </a:effectRef>
            <a:fontRef idx="minor">
              <a:schemeClr val="tx1"/>
            </a:fontRef>
          </p:style>
        </p:cxnSp>
        <p:sp>
          <p:nvSpPr>
            <p:cNvPr id="174" name="Oval 173">
              <a:extLst>
                <a:ext uri="{FF2B5EF4-FFF2-40B4-BE49-F238E27FC236}">
                  <a16:creationId xmlns:a16="http://schemas.microsoft.com/office/drawing/2014/main" id="{B67654C2-324C-EB48-B968-B8034CA04631}"/>
                </a:ext>
              </a:extLst>
            </p:cNvPr>
            <p:cNvSpPr>
              <a:spLocks noChangeAspect="1"/>
            </p:cNvSpPr>
            <p:nvPr/>
          </p:nvSpPr>
          <p:spPr>
            <a:xfrm>
              <a:off x="5690549" y="472193"/>
              <a:ext cx="914400" cy="914400"/>
            </a:xfrm>
            <a:prstGeom prst="ellipse">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175" name="Straight Connector 174">
              <a:extLst>
                <a:ext uri="{FF2B5EF4-FFF2-40B4-BE49-F238E27FC236}">
                  <a16:creationId xmlns:a16="http://schemas.microsoft.com/office/drawing/2014/main" id="{79335718-64FC-C347-ADEF-4E8D51EDCAF5}"/>
                </a:ext>
              </a:extLst>
            </p:cNvPr>
            <p:cNvCxnSpPr>
              <a:cxnSpLocks/>
            </p:cNvCxnSpPr>
            <p:nvPr/>
          </p:nvCxnSpPr>
          <p:spPr>
            <a:xfrm rot="1800000">
              <a:off x="6147749" y="14993"/>
              <a:ext cx="0" cy="1828800"/>
            </a:xfrm>
            <a:prstGeom prst="line">
              <a:avLst/>
            </a:prstGeom>
            <a:ln w="3175">
              <a:solidFill>
                <a:schemeClr val="bg1">
                  <a:alpha val="20000"/>
                </a:schemeClr>
              </a:solidFill>
            </a:ln>
          </p:spPr>
          <p:style>
            <a:lnRef idx="1">
              <a:schemeClr val="accent1"/>
            </a:lnRef>
            <a:fillRef idx="0">
              <a:schemeClr val="accent1"/>
            </a:fillRef>
            <a:effectRef idx="0">
              <a:schemeClr val="accent1"/>
            </a:effectRef>
            <a:fontRef idx="minor">
              <a:schemeClr val="tx1"/>
            </a:fontRef>
          </p:style>
        </p:cxnSp>
        <p:cxnSp>
          <p:nvCxnSpPr>
            <p:cNvPr id="176" name="Straight Connector 175">
              <a:extLst>
                <a:ext uri="{FF2B5EF4-FFF2-40B4-BE49-F238E27FC236}">
                  <a16:creationId xmlns:a16="http://schemas.microsoft.com/office/drawing/2014/main" id="{B8E52904-91FA-2140-9AEF-27961847C86C}"/>
                </a:ext>
              </a:extLst>
            </p:cNvPr>
            <p:cNvCxnSpPr>
              <a:cxnSpLocks/>
            </p:cNvCxnSpPr>
            <p:nvPr/>
          </p:nvCxnSpPr>
          <p:spPr>
            <a:xfrm rot="3600000">
              <a:off x="6147749" y="14993"/>
              <a:ext cx="0" cy="1828800"/>
            </a:xfrm>
            <a:prstGeom prst="line">
              <a:avLst/>
            </a:prstGeom>
            <a:ln w="3175">
              <a:solidFill>
                <a:schemeClr val="bg1">
                  <a:alpha val="20000"/>
                </a:schemeClr>
              </a:solidFill>
            </a:ln>
          </p:spPr>
          <p:style>
            <a:lnRef idx="1">
              <a:schemeClr val="accent1"/>
            </a:lnRef>
            <a:fillRef idx="0">
              <a:schemeClr val="accent1"/>
            </a:fillRef>
            <a:effectRef idx="0">
              <a:schemeClr val="accent1"/>
            </a:effectRef>
            <a:fontRef idx="minor">
              <a:schemeClr val="tx1"/>
            </a:fontRef>
          </p:style>
        </p:cxnSp>
        <p:cxnSp>
          <p:nvCxnSpPr>
            <p:cNvPr id="177" name="Straight Connector 176">
              <a:extLst>
                <a:ext uri="{FF2B5EF4-FFF2-40B4-BE49-F238E27FC236}">
                  <a16:creationId xmlns:a16="http://schemas.microsoft.com/office/drawing/2014/main" id="{9234CDB8-8FB3-704F-94BE-1A9149E73F41}"/>
                </a:ext>
              </a:extLst>
            </p:cNvPr>
            <p:cNvCxnSpPr>
              <a:cxnSpLocks/>
            </p:cNvCxnSpPr>
            <p:nvPr/>
          </p:nvCxnSpPr>
          <p:spPr>
            <a:xfrm rot="19800000">
              <a:off x="6147749" y="14993"/>
              <a:ext cx="0" cy="1828800"/>
            </a:xfrm>
            <a:prstGeom prst="line">
              <a:avLst/>
            </a:prstGeom>
            <a:ln w="3175">
              <a:solidFill>
                <a:schemeClr val="bg1">
                  <a:alpha val="20000"/>
                </a:schemeClr>
              </a:solidFill>
            </a:ln>
          </p:spPr>
          <p:style>
            <a:lnRef idx="1">
              <a:schemeClr val="accent1"/>
            </a:lnRef>
            <a:fillRef idx="0">
              <a:schemeClr val="accent1"/>
            </a:fillRef>
            <a:effectRef idx="0">
              <a:schemeClr val="accent1"/>
            </a:effectRef>
            <a:fontRef idx="minor">
              <a:schemeClr val="tx1"/>
            </a:fontRef>
          </p:style>
        </p:cxnSp>
        <p:cxnSp>
          <p:nvCxnSpPr>
            <p:cNvPr id="178" name="Straight Connector 177">
              <a:extLst>
                <a:ext uri="{FF2B5EF4-FFF2-40B4-BE49-F238E27FC236}">
                  <a16:creationId xmlns:a16="http://schemas.microsoft.com/office/drawing/2014/main" id="{69EE1072-F519-C84A-9FE1-4C3ABB29C99A}"/>
                </a:ext>
              </a:extLst>
            </p:cNvPr>
            <p:cNvCxnSpPr>
              <a:cxnSpLocks/>
            </p:cNvCxnSpPr>
            <p:nvPr/>
          </p:nvCxnSpPr>
          <p:spPr>
            <a:xfrm rot="18000000">
              <a:off x="6147749" y="14993"/>
              <a:ext cx="0" cy="1828800"/>
            </a:xfrm>
            <a:prstGeom prst="line">
              <a:avLst/>
            </a:prstGeom>
            <a:ln w="3175">
              <a:solidFill>
                <a:schemeClr val="bg1">
                  <a:alpha val="20000"/>
                </a:schemeClr>
              </a:solidFill>
            </a:ln>
          </p:spPr>
          <p:style>
            <a:lnRef idx="1">
              <a:schemeClr val="accent1"/>
            </a:lnRef>
            <a:fillRef idx="0">
              <a:schemeClr val="accent1"/>
            </a:fillRef>
            <a:effectRef idx="0">
              <a:schemeClr val="accent1"/>
            </a:effectRef>
            <a:fontRef idx="minor">
              <a:schemeClr val="tx1"/>
            </a:fontRef>
          </p:style>
        </p:cxnSp>
        <p:sp>
          <p:nvSpPr>
            <p:cNvPr id="185" name="Oval 184">
              <a:extLst>
                <a:ext uri="{FF2B5EF4-FFF2-40B4-BE49-F238E27FC236}">
                  <a16:creationId xmlns:a16="http://schemas.microsoft.com/office/drawing/2014/main" id="{48B62B7F-5DAF-094B-9E99-59A4F5854C8F}"/>
                </a:ext>
              </a:extLst>
            </p:cNvPr>
            <p:cNvSpPr>
              <a:spLocks noChangeAspect="1"/>
            </p:cNvSpPr>
            <p:nvPr/>
          </p:nvSpPr>
          <p:spPr>
            <a:xfrm flipH="1">
              <a:off x="6057910" y="424745"/>
              <a:ext cx="91440" cy="91440"/>
            </a:xfrm>
            <a:prstGeom prst="ellipse">
              <a:avLst/>
            </a:prstGeom>
            <a:solidFill>
              <a:srgbClr val="0070C0"/>
            </a:solidFill>
          </p:spPr>
          <p:txBody>
            <a:bodyPr wrap="none" lIns="0" tIns="0" rIns="0" bIns="18288"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86" name="Oval 185">
              <a:extLst>
                <a:ext uri="{FF2B5EF4-FFF2-40B4-BE49-F238E27FC236}">
                  <a16:creationId xmlns:a16="http://schemas.microsoft.com/office/drawing/2014/main" id="{EA49BF77-EBE6-BD4D-803A-A5946967D19B}"/>
                </a:ext>
              </a:extLst>
            </p:cNvPr>
            <p:cNvSpPr>
              <a:spLocks noChangeAspect="1"/>
            </p:cNvSpPr>
            <p:nvPr/>
          </p:nvSpPr>
          <p:spPr>
            <a:xfrm flipH="1">
              <a:off x="6149985" y="1336008"/>
              <a:ext cx="91440" cy="91440"/>
            </a:xfrm>
            <a:prstGeom prst="ellipse">
              <a:avLst/>
            </a:prstGeom>
            <a:solidFill>
              <a:srgbClr val="FF0000"/>
            </a:solidFill>
          </p:spPr>
          <p:txBody>
            <a:bodyPr wrap="none" lIns="0" tIns="0" rIns="0" bIns="18288"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97" name="Oval 196">
              <a:extLst>
                <a:ext uri="{FF2B5EF4-FFF2-40B4-BE49-F238E27FC236}">
                  <a16:creationId xmlns:a16="http://schemas.microsoft.com/office/drawing/2014/main" id="{BC50CEE5-0F64-984E-8E3A-E21F3A6C5E9C}"/>
                </a:ext>
              </a:extLst>
            </p:cNvPr>
            <p:cNvSpPr>
              <a:spLocks noChangeAspect="1"/>
            </p:cNvSpPr>
            <p:nvPr/>
          </p:nvSpPr>
          <p:spPr>
            <a:xfrm rot="10800000" flipH="1">
              <a:off x="6057910" y="1336821"/>
              <a:ext cx="91440" cy="91440"/>
            </a:xfrm>
            <a:prstGeom prst="ellipse">
              <a:avLst/>
            </a:prstGeom>
            <a:solidFill>
              <a:srgbClr val="0070C0"/>
            </a:solidFill>
          </p:spPr>
          <p:txBody>
            <a:bodyPr wrap="none" lIns="0" tIns="0" rIns="0" bIns="18288"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198" name="Oval 197">
              <a:extLst>
                <a:ext uri="{FF2B5EF4-FFF2-40B4-BE49-F238E27FC236}">
                  <a16:creationId xmlns:a16="http://schemas.microsoft.com/office/drawing/2014/main" id="{B325297A-ABBD-B94D-8070-8CAF6BF4C9D5}"/>
                </a:ext>
              </a:extLst>
            </p:cNvPr>
            <p:cNvSpPr>
              <a:spLocks noChangeAspect="1"/>
            </p:cNvSpPr>
            <p:nvPr/>
          </p:nvSpPr>
          <p:spPr>
            <a:xfrm rot="10800000" flipH="1">
              <a:off x="6149985" y="425558"/>
              <a:ext cx="91440" cy="91440"/>
            </a:xfrm>
            <a:prstGeom prst="ellipse">
              <a:avLst/>
            </a:prstGeom>
            <a:solidFill>
              <a:srgbClr val="FF0000"/>
            </a:solidFill>
          </p:spPr>
          <p:txBody>
            <a:bodyPr wrap="none" lIns="0" tIns="0" rIns="0" bIns="18288"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04" name="Oval 203">
              <a:extLst>
                <a:ext uri="{FF2B5EF4-FFF2-40B4-BE49-F238E27FC236}">
                  <a16:creationId xmlns:a16="http://schemas.microsoft.com/office/drawing/2014/main" id="{AD18F5BE-52E6-8D4B-A186-4F9E079DEE2C}"/>
                </a:ext>
              </a:extLst>
            </p:cNvPr>
            <p:cNvSpPr>
              <a:spLocks noChangeAspect="1"/>
            </p:cNvSpPr>
            <p:nvPr/>
          </p:nvSpPr>
          <p:spPr>
            <a:xfrm>
              <a:off x="2854216" y="641526"/>
              <a:ext cx="1828800" cy="1828800"/>
            </a:xfrm>
            <a:prstGeom prst="ellipse">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205" name="Straight Connector 204">
              <a:extLst>
                <a:ext uri="{FF2B5EF4-FFF2-40B4-BE49-F238E27FC236}">
                  <a16:creationId xmlns:a16="http://schemas.microsoft.com/office/drawing/2014/main" id="{A0C4006D-EDAB-0149-9257-7A94BC58D1A7}"/>
                </a:ext>
              </a:extLst>
            </p:cNvPr>
            <p:cNvCxnSpPr>
              <a:stCxn id="204" idx="0"/>
              <a:endCxn id="204" idx="4"/>
            </p:cNvCxnSpPr>
            <p:nvPr/>
          </p:nvCxnSpPr>
          <p:spPr>
            <a:xfrm>
              <a:off x="3768616" y="641526"/>
              <a:ext cx="0" cy="1828800"/>
            </a:xfrm>
            <a:prstGeom prst="line">
              <a:avLst/>
            </a:prstGeom>
            <a:ln w="3175">
              <a:solidFill>
                <a:schemeClr val="bg1">
                  <a:alpha val="20000"/>
                </a:schemeClr>
              </a:solidFill>
            </a:ln>
          </p:spPr>
          <p:style>
            <a:lnRef idx="1">
              <a:schemeClr val="accent1"/>
            </a:lnRef>
            <a:fillRef idx="0">
              <a:schemeClr val="accent1"/>
            </a:fillRef>
            <a:effectRef idx="0">
              <a:schemeClr val="accent1"/>
            </a:effectRef>
            <a:fontRef idx="minor">
              <a:schemeClr val="tx1"/>
            </a:fontRef>
          </p:style>
        </p:cxnSp>
        <p:cxnSp>
          <p:nvCxnSpPr>
            <p:cNvPr id="206" name="Straight Connector 205">
              <a:extLst>
                <a:ext uri="{FF2B5EF4-FFF2-40B4-BE49-F238E27FC236}">
                  <a16:creationId xmlns:a16="http://schemas.microsoft.com/office/drawing/2014/main" id="{A22138E7-FA82-6947-A8AE-B6C4E2342852}"/>
                </a:ext>
              </a:extLst>
            </p:cNvPr>
            <p:cNvCxnSpPr>
              <a:cxnSpLocks/>
              <a:stCxn id="204" idx="2"/>
              <a:endCxn id="204" idx="6"/>
            </p:cNvCxnSpPr>
            <p:nvPr/>
          </p:nvCxnSpPr>
          <p:spPr>
            <a:xfrm>
              <a:off x="2854216" y="1555926"/>
              <a:ext cx="1828800" cy="0"/>
            </a:xfrm>
            <a:prstGeom prst="line">
              <a:avLst/>
            </a:prstGeom>
            <a:ln w="3175">
              <a:solidFill>
                <a:schemeClr val="bg1">
                  <a:alpha val="20000"/>
                </a:schemeClr>
              </a:solidFill>
            </a:ln>
          </p:spPr>
          <p:style>
            <a:lnRef idx="1">
              <a:schemeClr val="accent1"/>
            </a:lnRef>
            <a:fillRef idx="0">
              <a:schemeClr val="accent1"/>
            </a:fillRef>
            <a:effectRef idx="0">
              <a:schemeClr val="accent1"/>
            </a:effectRef>
            <a:fontRef idx="minor">
              <a:schemeClr val="tx1"/>
            </a:fontRef>
          </p:style>
        </p:cxnSp>
        <p:sp>
          <p:nvSpPr>
            <p:cNvPr id="207" name="Oval 206">
              <a:extLst>
                <a:ext uri="{FF2B5EF4-FFF2-40B4-BE49-F238E27FC236}">
                  <a16:creationId xmlns:a16="http://schemas.microsoft.com/office/drawing/2014/main" id="{915571E8-11AD-3247-B9BF-32BC85376BA8}"/>
                </a:ext>
              </a:extLst>
            </p:cNvPr>
            <p:cNvSpPr>
              <a:spLocks noChangeAspect="1"/>
            </p:cNvSpPr>
            <p:nvPr/>
          </p:nvSpPr>
          <p:spPr>
            <a:xfrm>
              <a:off x="3311416" y="1098726"/>
              <a:ext cx="914400" cy="914400"/>
            </a:xfrm>
            <a:prstGeom prst="ellipse">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208" name="Straight Connector 207">
              <a:extLst>
                <a:ext uri="{FF2B5EF4-FFF2-40B4-BE49-F238E27FC236}">
                  <a16:creationId xmlns:a16="http://schemas.microsoft.com/office/drawing/2014/main" id="{E51C8D35-04B1-B249-9D1F-6350C9195953}"/>
                </a:ext>
              </a:extLst>
            </p:cNvPr>
            <p:cNvCxnSpPr>
              <a:cxnSpLocks/>
            </p:cNvCxnSpPr>
            <p:nvPr/>
          </p:nvCxnSpPr>
          <p:spPr>
            <a:xfrm rot="1800000">
              <a:off x="3768616" y="641526"/>
              <a:ext cx="0" cy="1828800"/>
            </a:xfrm>
            <a:prstGeom prst="line">
              <a:avLst/>
            </a:prstGeom>
            <a:ln w="3175">
              <a:solidFill>
                <a:schemeClr val="bg1">
                  <a:alpha val="20000"/>
                </a:schemeClr>
              </a:solidFill>
            </a:ln>
          </p:spPr>
          <p:style>
            <a:lnRef idx="1">
              <a:schemeClr val="accent1"/>
            </a:lnRef>
            <a:fillRef idx="0">
              <a:schemeClr val="accent1"/>
            </a:fillRef>
            <a:effectRef idx="0">
              <a:schemeClr val="accent1"/>
            </a:effectRef>
            <a:fontRef idx="minor">
              <a:schemeClr val="tx1"/>
            </a:fontRef>
          </p:style>
        </p:cxnSp>
        <p:cxnSp>
          <p:nvCxnSpPr>
            <p:cNvPr id="209" name="Straight Connector 208">
              <a:extLst>
                <a:ext uri="{FF2B5EF4-FFF2-40B4-BE49-F238E27FC236}">
                  <a16:creationId xmlns:a16="http://schemas.microsoft.com/office/drawing/2014/main" id="{92CB45FE-0B2F-0A43-AC8C-CE62E19604BA}"/>
                </a:ext>
              </a:extLst>
            </p:cNvPr>
            <p:cNvCxnSpPr>
              <a:cxnSpLocks/>
            </p:cNvCxnSpPr>
            <p:nvPr/>
          </p:nvCxnSpPr>
          <p:spPr>
            <a:xfrm rot="3600000">
              <a:off x="3768616" y="641526"/>
              <a:ext cx="0" cy="1828800"/>
            </a:xfrm>
            <a:prstGeom prst="line">
              <a:avLst/>
            </a:prstGeom>
            <a:ln w="3175">
              <a:solidFill>
                <a:schemeClr val="bg1">
                  <a:alpha val="20000"/>
                </a:schemeClr>
              </a:solidFill>
            </a:ln>
          </p:spPr>
          <p:style>
            <a:lnRef idx="1">
              <a:schemeClr val="accent1"/>
            </a:lnRef>
            <a:fillRef idx="0">
              <a:schemeClr val="accent1"/>
            </a:fillRef>
            <a:effectRef idx="0">
              <a:schemeClr val="accent1"/>
            </a:effectRef>
            <a:fontRef idx="minor">
              <a:schemeClr val="tx1"/>
            </a:fontRef>
          </p:style>
        </p:cxnSp>
        <p:cxnSp>
          <p:nvCxnSpPr>
            <p:cNvPr id="210" name="Straight Connector 209">
              <a:extLst>
                <a:ext uri="{FF2B5EF4-FFF2-40B4-BE49-F238E27FC236}">
                  <a16:creationId xmlns:a16="http://schemas.microsoft.com/office/drawing/2014/main" id="{DED44EF7-5963-324E-9990-70898E6BEAE1}"/>
                </a:ext>
              </a:extLst>
            </p:cNvPr>
            <p:cNvCxnSpPr>
              <a:cxnSpLocks/>
            </p:cNvCxnSpPr>
            <p:nvPr/>
          </p:nvCxnSpPr>
          <p:spPr>
            <a:xfrm rot="19800000">
              <a:off x="3768616" y="641526"/>
              <a:ext cx="0" cy="1828800"/>
            </a:xfrm>
            <a:prstGeom prst="line">
              <a:avLst/>
            </a:prstGeom>
            <a:ln w="3175">
              <a:solidFill>
                <a:schemeClr val="bg1">
                  <a:alpha val="20000"/>
                </a:schemeClr>
              </a:solidFill>
            </a:ln>
          </p:spPr>
          <p:style>
            <a:lnRef idx="1">
              <a:schemeClr val="accent1"/>
            </a:lnRef>
            <a:fillRef idx="0">
              <a:schemeClr val="accent1"/>
            </a:fillRef>
            <a:effectRef idx="0">
              <a:schemeClr val="accent1"/>
            </a:effectRef>
            <a:fontRef idx="minor">
              <a:schemeClr val="tx1"/>
            </a:fontRef>
          </p:style>
        </p:cxnSp>
        <p:cxnSp>
          <p:nvCxnSpPr>
            <p:cNvPr id="211" name="Straight Connector 210">
              <a:extLst>
                <a:ext uri="{FF2B5EF4-FFF2-40B4-BE49-F238E27FC236}">
                  <a16:creationId xmlns:a16="http://schemas.microsoft.com/office/drawing/2014/main" id="{B203875D-243E-0648-A504-A51A31D09294}"/>
                </a:ext>
              </a:extLst>
            </p:cNvPr>
            <p:cNvCxnSpPr>
              <a:cxnSpLocks/>
            </p:cNvCxnSpPr>
            <p:nvPr/>
          </p:nvCxnSpPr>
          <p:spPr>
            <a:xfrm rot="18000000">
              <a:off x="3768616" y="641526"/>
              <a:ext cx="0" cy="1828800"/>
            </a:xfrm>
            <a:prstGeom prst="line">
              <a:avLst/>
            </a:prstGeom>
            <a:ln w="3175">
              <a:solidFill>
                <a:schemeClr val="bg1">
                  <a:alpha val="20000"/>
                </a:schemeClr>
              </a:solidFill>
            </a:ln>
          </p:spPr>
          <p:style>
            <a:lnRef idx="1">
              <a:schemeClr val="accent1"/>
            </a:lnRef>
            <a:fillRef idx="0">
              <a:schemeClr val="accent1"/>
            </a:fillRef>
            <a:effectRef idx="0">
              <a:schemeClr val="accent1"/>
            </a:effectRef>
            <a:fontRef idx="minor">
              <a:schemeClr val="tx1"/>
            </a:fontRef>
          </p:style>
        </p:cxnSp>
        <p:sp>
          <p:nvSpPr>
            <p:cNvPr id="216" name="Oval 215">
              <a:extLst>
                <a:ext uri="{FF2B5EF4-FFF2-40B4-BE49-F238E27FC236}">
                  <a16:creationId xmlns:a16="http://schemas.microsoft.com/office/drawing/2014/main" id="{9C45C417-E0DF-CD48-B422-2896789071F7}"/>
                </a:ext>
              </a:extLst>
            </p:cNvPr>
            <p:cNvSpPr>
              <a:spLocks noChangeAspect="1"/>
            </p:cNvSpPr>
            <p:nvPr/>
          </p:nvSpPr>
          <p:spPr>
            <a:xfrm flipH="1">
              <a:off x="3495743" y="1112856"/>
              <a:ext cx="91440" cy="91440"/>
            </a:xfrm>
            <a:prstGeom prst="ellipse">
              <a:avLst/>
            </a:prstGeom>
            <a:solidFill>
              <a:srgbClr val="0070C0"/>
            </a:solidFill>
          </p:spPr>
          <p:txBody>
            <a:bodyPr wrap="none" lIns="0" tIns="0" rIns="0" bIns="18288"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17" name="Oval 216">
              <a:extLst>
                <a:ext uri="{FF2B5EF4-FFF2-40B4-BE49-F238E27FC236}">
                  <a16:creationId xmlns:a16="http://schemas.microsoft.com/office/drawing/2014/main" id="{B8267D04-0853-3A4B-9C3C-076B7AE739D2}"/>
                </a:ext>
              </a:extLst>
            </p:cNvPr>
            <p:cNvSpPr>
              <a:spLocks noChangeAspect="1"/>
            </p:cNvSpPr>
            <p:nvPr/>
          </p:nvSpPr>
          <p:spPr>
            <a:xfrm flipH="1">
              <a:off x="3951374" y="1902032"/>
              <a:ext cx="91440" cy="91440"/>
            </a:xfrm>
            <a:prstGeom prst="ellipse">
              <a:avLst/>
            </a:prstGeom>
            <a:solidFill>
              <a:srgbClr val="FF0000"/>
            </a:solidFill>
          </p:spPr>
          <p:txBody>
            <a:bodyPr wrap="none" lIns="0" tIns="0" rIns="0" bIns="18288"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22" name="Oval 221">
              <a:extLst>
                <a:ext uri="{FF2B5EF4-FFF2-40B4-BE49-F238E27FC236}">
                  <a16:creationId xmlns:a16="http://schemas.microsoft.com/office/drawing/2014/main" id="{2FE62916-2CF7-6F48-A1F3-4D7C3EF0340A}"/>
                </a:ext>
              </a:extLst>
            </p:cNvPr>
            <p:cNvSpPr>
              <a:spLocks noChangeAspect="1"/>
            </p:cNvSpPr>
            <p:nvPr/>
          </p:nvSpPr>
          <p:spPr>
            <a:xfrm flipH="1">
              <a:off x="3495743" y="1902032"/>
              <a:ext cx="91440" cy="91440"/>
            </a:xfrm>
            <a:prstGeom prst="ellipse">
              <a:avLst/>
            </a:prstGeom>
            <a:solidFill>
              <a:srgbClr val="0070C0"/>
            </a:solidFill>
          </p:spPr>
          <p:txBody>
            <a:bodyPr wrap="none" lIns="0" tIns="0" rIns="0" bIns="18288"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23" name="Oval 222">
              <a:extLst>
                <a:ext uri="{FF2B5EF4-FFF2-40B4-BE49-F238E27FC236}">
                  <a16:creationId xmlns:a16="http://schemas.microsoft.com/office/drawing/2014/main" id="{6B774FE5-BEDC-7E47-B82C-AAC013AF1AF4}"/>
                </a:ext>
              </a:extLst>
            </p:cNvPr>
            <p:cNvSpPr>
              <a:spLocks noChangeAspect="1"/>
            </p:cNvSpPr>
            <p:nvPr/>
          </p:nvSpPr>
          <p:spPr>
            <a:xfrm flipH="1">
              <a:off x="3951374" y="1112856"/>
              <a:ext cx="91440" cy="91440"/>
            </a:xfrm>
            <a:prstGeom prst="ellipse">
              <a:avLst/>
            </a:prstGeom>
            <a:solidFill>
              <a:srgbClr val="FF0000"/>
            </a:solidFill>
          </p:spPr>
          <p:txBody>
            <a:bodyPr wrap="none" lIns="0" tIns="0" rIns="0" bIns="18288"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28" name="Oval 227">
              <a:extLst>
                <a:ext uri="{FF2B5EF4-FFF2-40B4-BE49-F238E27FC236}">
                  <a16:creationId xmlns:a16="http://schemas.microsoft.com/office/drawing/2014/main" id="{B55C9B2D-BCF7-F242-ABAD-FDE2987D6929}"/>
                </a:ext>
              </a:extLst>
            </p:cNvPr>
            <p:cNvSpPr>
              <a:spLocks noChangeAspect="1"/>
            </p:cNvSpPr>
            <p:nvPr/>
          </p:nvSpPr>
          <p:spPr>
            <a:xfrm rot="10800000" flipH="1">
              <a:off x="3950711" y="1901776"/>
              <a:ext cx="91440" cy="91440"/>
            </a:xfrm>
            <a:prstGeom prst="ellipse">
              <a:avLst/>
            </a:prstGeom>
            <a:solidFill>
              <a:srgbClr val="0070C0"/>
            </a:solidFill>
          </p:spPr>
          <p:txBody>
            <a:bodyPr wrap="none" lIns="0" tIns="0" rIns="0" bIns="18288"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29" name="Oval 228">
              <a:extLst>
                <a:ext uri="{FF2B5EF4-FFF2-40B4-BE49-F238E27FC236}">
                  <a16:creationId xmlns:a16="http://schemas.microsoft.com/office/drawing/2014/main" id="{229110AD-555E-D64D-B9C5-7DB1AA0937BE}"/>
                </a:ext>
              </a:extLst>
            </p:cNvPr>
            <p:cNvSpPr>
              <a:spLocks noChangeAspect="1"/>
            </p:cNvSpPr>
            <p:nvPr/>
          </p:nvSpPr>
          <p:spPr>
            <a:xfrm rot="10800000" flipH="1">
              <a:off x="3495080" y="1112600"/>
              <a:ext cx="91440" cy="91440"/>
            </a:xfrm>
            <a:prstGeom prst="ellipse">
              <a:avLst/>
            </a:prstGeom>
            <a:solidFill>
              <a:srgbClr val="FF0000"/>
            </a:solidFill>
          </p:spPr>
          <p:txBody>
            <a:bodyPr wrap="none" lIns="0" tIns="0" rIns="0" bIns="18288"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34" name="Oval 233">
              <a:extLst>
                <a:ext uri="{FF2B5EF4-FFF2-40B4-BE49-F238E27FC236}">
                  <a16:creationId xmlns:a16="http://schemas.microsoft.com/office/drawing/2014/main" id="{8EA06C60-0302-F746-88D7-D8482FFCD13F}"/>
                </a:ext>
              </a:extLst>
            </p:cNvPr>
            <p:cNvSpPr>
              <a:spLocks noChangeAspect="1"/>
            </p:cNvSpPr>
            <p:nvPr/>
          </p:nvSpPr>
          <p:spPr>
            <a:xfrm rot="10800000" flipH="1">
              <a:off x="3950711" y="1112600"/>
              <a:ext cx="91440" cy="91440"/>
            </a:xfrm>
            <a:prstGeom prst="ellipse">
              <a:avLst/>
            </a:prstGeom>
            <a:solidFill>
              <a:srgbClr val="0070C0"/>
            </a:solidFill>
          </p:spPr>
          <p:txBody>
            <a:bodyPr wrap="none" lIns="0" tIns="0" rIns="0" bIns="18288"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35" name="Oval 234">
              <a:extLst>
                <a:ext uri="{FF2B5EF4-FFF2-40B4-BE49-F238E27FC236}">
                  <a16:creationId xmlns:a16="http://schemas.microsoft.com/office/drawing/2014/main" id="{EFE152A7-76B3-9844-9E85-986B44356C1F}"/>
                </a:ext>
              </a:extLst>
            </p:cNvPr>
            <p:cNvSpPr>
              <a:spLocks noChangeAspect="1"/>
            </p:cNvSpPr>
            <p:nvPr/>
          </p:nvSpPr>
          <p:spPr>
            <a:xfrm rot="10800000" flipH="1">
              <a:off x="3495080" y="1901776"/>
              <a:ext cx="91440" cy="91440"/>
            </a:xfrm>
            <a:prstGeom prst="ellipse">
              <a:avLst/>
            </a:prstGeom>
            <a:solidFill>
              <a:srgbClr val="FF0000"/>
            </a:solidFill>
          </p:spPr>
          <p:txBody>
            <a:bodyPr wrap="none" lIns="0" tIns="0" rIns="0" bIns="18288"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37" name="Oval 236">
              <a:extLst>
                <a:ext uri="{FF2B5EF4-FFF2-40B4-BE49-F238E27FC236}">
                  <a16:creationId xmlns:a16="http://schemas.microsoft.com/office/drawing/2014/main" id="{E9AAB8D3-9CF3-E349-B022-336BDEDC2ACE}"/>
                </a:ext>
              </a:extLst>
            </p:cNvPr>
            <p:cNvSpPr>
              <a:spLocks noChangeAspect="1"/>
            </p:cNvSpPr>
            <p:nvPr/>
          </p:nvSpPr>
          <p:spPr>
            <a:xfrm>
              <a:off x="456851" y="4791491"/>
              <a:ext cx="1828800" cy="1828800"/>
            </a:xfrm>
            <a:prstGeom prst="ellipse">
              <a:avLst/>
            </a:prstGeom>
            <a:solidFill>
              <a:srgbClr val="7030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238" name="Straight Connector 237">
              <a:extLst>
                <a:ext uri="{FF2B5EF4-FFF2-40B4-BE49-F238E27FC236}">
                  <a16:creationId xmlns:a16="http://schemas.microsoft.com/office/drawing/2014/main" id="{799FC22B-148F-DF4D-BCEF-D3EB35369F05}"/>
                </a:ext>
              </a:extLst>
            </p:cNvPr>
            <p:cNvCxnSpPr>
              <a:stCxn id="237" idx="0"/>
              <a:endCxn id="237" idx="4"/>
            </p:cNvCxnSpPr>
            <p:nvPr/>
          </p:nvCxnSpPr>
          <p:spPr>
            <a:xfrm>
              <a:off x="1371251" y="4791491"/>
              <a:ext cx="0" cy="1828800"/>
            </a:xfrm>
            <a:prstGeom prst="line">
              <a:avLst/>
            </a:prstGeom>
            <a:ln w="3175">
              <a:solidFill>
                <a:schemeClr val="bg1">
                  <a:alpha val="20000"/>
                </a:schemeClr>
              </a:solidFill>
            </a:ln>
          </p:spPr>
          <p:style>
            <a:lnRef idx="1">
              <a:schemeClr val="accent1"/>
            </a:lnRef>
            <a:fillRef idx="0">
              <a:schemeClr val="accent1"/>
            </a:fillRef>
            <a:effectRef idx="0">
              <a:schemeClr val="accent1"/>
            </a:effectRef>
            <a:fontRef idx="minor">
              <a:schemeClr val="tx1"/>
            </a:fontRef>
          </p:style>
        </p:cxnSp>
        <p:cxnSp>
          <p:nvCxnSpPr>
            <p:cNvPr id="239" name="Straight Connector 238">
              <a:extLst>
                <a:ext uri="{FF2B5EF4-FFF2-40B4-BE49-F238E27FC236}">
                  <a16:creationId xmlns:a16="http://schemas.microsoft.com/office/drawing/2014/main" id="{2967887B-8725-E248-9509-70AFEBC5A1F4}"/>
                </a:ext>
              </a:extLst>
            </p:cNvPr>
            <p:cNvCxnSpPr>
              <a:cxnSpLocks/>
              <a:stCxn id="237" idx="2"/>
              <a:endCxn id="237" idx="6"/>
            </p:cNvCxnSpPr>
            <p:nvPr/>
          </p:nvCxnSpPr>
          <p:spPr>
            <a:xfrm>
              <a:off x="456851" y="5705891"/>
              <a:ext cx="1828800" cy="0"/>
            </a:xfrm>
            <a:prstGeom prst="line">
              <a:avLst/>
            </a:prstGeom>
            <a:ln w="3175">
              <a:solidFill>
                <a:schemeClr val="bg1">
                  <a:alpha val="20000"/>
                </a:schemeClr>
              </a:solidFill>
            </a:ln>
          </p:spPr>
          <p:style>
            <a:lnRef idx="1">
              <a:schemeClr val="accent1"/>
            </a:lnRef>
            <a:fillRef idx="0">
              <a:schemeClr val="accent1"/>
            </a:fillRef>
            <a:effectRef idx="0">
              <a:schemeClr val="accent1"/>
            </a:effectRef>
            <a:fontRef idx="minor">
              <a:schemeClr val="tx1"/>
            </a:fontRef>
          </p:style>
        </p:cxnSp>
        <p:sp>
          <p:nvSpPr>
            <p:cNvPr id="240" name="Oval 239">
              <a:extLst>
                <a:ext uri="{FF2B5EF4-FFF2-40B4-BE49-F238E27FC236}">
                  <a16:creationId xmlns:a16="http://schemas.microsoft.com/office/drawing/2014/main" id="{2BE2C2D9-6A99-7E4E-885D-4BFF6D2AA59E}"/>
                </a:ext>
              </a:extLst>
            </p:cNvPr>
            <p:cNvSpPr>
              <a:spLocks noChangeAspect="1"/>
            </p:cNvSpPr>
            <p:nvPr/>
          </p:nvSpPr>
          <p:spPr>
            <a:xfrm>
              <a:off x="914051" y="5248691"/>
              <a:ext cx="914400" cy="914400"/>
            </a:xfrm>
            <a:prstGeom prst="ellipse">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241" name="Straight Connector 240">
              <a:extLst>
                <a:ext uri="{FF2B5EF4-FFF2-40B4-BE49-F238E27FC236}">
                  <a16:creationId xmlns:a16="http://schemas.microsoft.com/office/drawing/2014/main" id="{02F0B779-3937-6548-939A-719A7F46ED4C}"/>
                </a:ext>
              </a:extLst>
            </p:cNvPr>
            <p:cNvCxnSpPr>
              <a:cxnSpLocks/>
            </p:cNvCxnSpPr>
            <p:nvPr/>
          </p:nvCxnSpPr>
          <p:spPr>
            <a:xfrm rot="1800000">
              <a:off x="1371251" y="4791491"/>
              <a:ext cx="0" cy="1828800"/>
            </a:xfrm>
            <a:prstGeom prst="line">
              <a:avLst/>
            </a:prstGeom>
            <a:ln w="3175">
              <a:solidFill>
                <a:schemeClr val="bg1">
                  <a:alpha val="20000"/>
                </a:schemeClr>
              </a:solidFill>
            </a:ln>
          </p:spPr>
          <p:style>
            <a:lnRef idx="1">
              <a:schemeClr val="accent1"/>
            </a:lnRef>
            <a:fillRef idx="0">
              <a:schemeClr val="accent1"/>
            </a:fillRef>
            <a:effectRef idx="0">
              <a:schemeClr val="accent1"/>
            </a:effectRef>
            <a:fontRef idx="minor">
              <a:schemeClr val="tx1"/>
            </a:fontRef>
          </p:style>
        </p:cxnSp>
        <p:cxnSp>
          <p:nvCxnSpPr>
            <p:cNvPr id="242" name="Straight Connector 241">
              <a:extLst>
                <a:ext uri="{FF2B5EF4-FFF2-40B4-BE49-F238E27FC236}">
                  <a16:creationId xmlns:a16="http://schemas.microsoft.com/office/drawing/2014/main" id="{D3F5C5D3-1A64-FE48-8920-00B729363E65}"/>
                </a:ext>
              </a:extLst>
            </p:cNvPr>
            <p:cNvCxnSpPr>
              <a:cxnSpLocks/>
            </p:cNvCxnSpPr>
            <p:nvPr/>
          </p:nvCxnSpPr>
          <p:spPr>
            <a:xfrm rot="3600000">
              <a:off x="1371251" y="4791491"/>
              <a:ext cx="0" cy="1828800"/>
            </a:xfrm>
            <a:prstGeom prst="line">
              <a:avLst/>
            </a:prstGeom>
            <a:ln w="3175">
              <a:solidFill>
                <a:schemeClr val="bg1">
                  <a:alpha val="20000"/>
                </a:schemeClr>
              </a:solidFill>
            </a:ln>
          </p:spPr>
          <p:style>
            <a:lnRef idx="1">
              <a:schemeClr val="accent1"/>
            </a:lnRef>
            <a:fillRef idx="0">
              <a:schemeClr val="accent1"/>
            </a:fillRef>
            <a:effectRef idx="0">
              <a:schemeClr val="accent1"/>
            </a:effectRef>
            <a:fontRef idx="minor">
              <a:schemeClr val="tx1"/>
            </a:fontRef>
          </p:style>
        </p:cxnSp>
        <p:cxnSp>
          <p:nvCxnSpPr>
            <p:cNvPr id="243" name="Straight Connector 242">
              <a:extLst>
                <a:ext uri="{FF2B5EF4-FFF2-40B4-BE49-F238E27FC236}">
                  <a16:creationId xmlns:a16="http://schemas.microsoft.com/office/drawing/2014/main" id="{5677C1BB-680B-5240-9258-3B6EB578D682}"/>
                </a:ext>
              </a:extLst>
            </p:cNvPr>
            <p:cNvCxnSpPr>
              <a:cxnSpLocks/>
            </p:cNvCxnSpPr>
            <p:nvPr/>
          </p:nvCxnSpPr>
          <p:spPr>
            <a:xfrm rot="19800000">
              <a:off x="1371251" y="4791491"/>
              <a:ext cx="0" cy="1828800"/>
            </a:xfrm>
            <a:prstGeom prst="line">
              <a:avLst/>
            </a:prstGeom>
            <a:ln w="3175">
              <a:solidFill>
                <a:schemeClr val="bg1">
                  <a:alpha val="20000"/>
                </a:schemeClr>
              </a:solidFill>
            </a:ln>
          </p:spPr>
          <p:style>
            <a:lnRef idx="1">
              <a:schemeClr val="accent1"/>
            </a:lnRef>
            <a:fillRef idx="0">
              <a:schemeClr val="accent1"/>
            </a:fillRef>
            <a:effectRef idx="0">
              <a:schemeClr val="accent1"/>
            </a:effectRef>
            <a:fontRef idx="minor">
              <a:schemeClr val="tx1"/>
            </a:fontRef>
          </p:style>
        </p:cxnSp>
        <p:cxnSp>
          <p:nvCxnSpPr>
            <p:cNvPr id="244" name="Straight Connector 243">
              <a:extLst>
                <a:ext uri="{FF2B5EF4-FFF2-40B4-BE49-F238E27FC236}">
                  <a16:creationId xmlns:a16="http://schemas.microsoft.com/office/drawing/2014/main" id="{C6D5BC12-1E84-5A4B-96CC-C820251AE21A}"/>
                </a:ext>
              </a:extLst>
            </p:cNvPr>
            <p:cNvCxnSpPr>
              <a:cxnSpLocks/>
            </p:cNvCxnSpPr>
            <p:nvPr/>
          </p:nvCxnSpPr>
          <p:spPr>
            <a:xfrm rot="18000000">
              <a:off x="1371251" y="4791491"/>
              <a:ext cx="0" cy="1828800"/>
            </a:xfrm>
            <a:prstGeom prst="line">
              <a:avLst/>
            </a:prstGeom>
            <a:ln w="3175">
              <a:solidFill>
                <a:schemeClr val="bg1">
                  <a:alpha val="20000"/>
                </a:schemeClr>
              </a:solidFill>
            </a:ln>
          </p:spPr>
          <p:style>
            <a:lnRef idx="1">
              <a:schemeClr val="accent1"/>
            </a:lnRef>
            <a:fillRef idx="0">
              <a:schemeClr val="accent1"/>
            </a:fillRef>
            <a:effectRef idx="0">
              <a:schemeClr val="accent1"/>
            </a:effectRef>
            <a:fontRef idx="minor">
              <a:schemeClr val="tx1"/>
            </a:fontRef>
          </p:style>
        </p:cxnSp>
        <p:grpSp>
          <p:nvGrpSpPr>
            <p:cNvPr id="269" name="Group 268">
              <a:extLst>
                <a:ext uri="{FF2B5EF4-FFF2-40B4-BE49-F238E27FC236}">
                  <a16:creationId xmlns:a16="http://schemas.microsoft.com/office/drawing/2014/main" id="{A2FCD73F-4300-824D-950E-B0FA56BACBE7}"/>
                </a:ext>
              </a:extLst>
            </p:cNvPr>
            <p:cNvGrpSpPr/>
            <p:nvPr/>
          </p:nvGrpSpPr>
          <p:grpSpPr>
            <a:xfrm flipH="1">
              <a:off x="870562" y="5701859"/>
              <a:ext cx="1002703" cy="91440"/>
              <a:chOff x="870562" y="5657409"/>
              <a:chExt cx="1002703" cy="91440"/>
            </a:xfrm>
          </p:grpSpPr>
          <p:sp>
            <p:nvSpPr>
              <p:cNvPr id="245" name="Oval 244">
                <a:extLst>
                  <a:ext uri="{FF2B5EF4-FFF2-40B4-BE49-F238E27FC236}">
                    <a16:creationId xmlns:a16="http://schemas.microsoft.com/office/drawing/2014/main" id="{5277F909-1FC1-644C-ACC0-DD50842B434A}"/>
                  </a:ext>
                </a:extLst>
              </p:cNvPr>
              <p:cNvSpPr>
                <a:spLocks noChangeAspect="1"/>
              </p:cNvSpPr>
              <p:nvPr/>
            </p:nvSpPr>
            <p:spPr>
              <a:xfrm flipH="1">
                <a:off x="870562" y="5657409"/>
                <a:ext cx="91440" cy="91440"/>
              </a:xfrm>
              <a:prstGeom prst="ellipse">
                <a:avLst/>
              </a:prstGeom>
              <a:solidFill>
                <a:srgbClr val="0070C0"/>
              </a:solidFill>
            </p:spPr>
            <p:txBody>
              <a:bodyPr wrap="none" lIns="0" tIns="0" rIns="0" bIns="18288"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46" name="Oval 245">
                <a:extLst>
                  <a:ext uri="{FF2B5EF4-FFF2-40B4-BE49-F238E27FC236}">
                    <a16:creationId xmlns:a16="http://schemas.microsoft.com/office/drawing/2014/main" id="{08063623-E22A-F547-B41A-5AFBF900C393}"/>
                  </a:ext>
                </a:extLst>
              </p:cNvPr>
              <p:cNvSpPr>
                <a:spLocks noChangeAspect="1"/>
              </p:cNvSpPr>
              <p:nvPr/>
            </p:nvSpPr>
            <p:spPr>
              <a:xfrm flipH="1">
                <a:off x="1781825" y="5657409"/>
                <a:ext cx="91440" cy="91440"/>
              </a:xfrm>
              <a:prstGeom prst="ellipse">
                <a:avLst/>
              </a:prstGeom>
              <a:solidFill>
                <a:srgbClr val="FF0000"/>
              </a:solidFill>
            </p:spPr>
            <p:txBody>
              <a:bodyPr wrap="none" lIns="0" tIns="0" rIns="0" bIns="18288"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70" name="Group 269">
              <a:extLst>
                <a:ext uri="{FF2B5EF4-FFF2-40B4-BE49-F238E27FC236}">
                  <a16:creationId xmlns:a16="http://schemas.microsoft.com/office/drawing/2014/main" id="{003E523D-2097-194C-9427-8C167D7DCB64}"/>
                </a:ext>
              </a:extLst>
            </p:cNvPr>
            <p:cNvGrpSpPr/>
            <p:nvPr/>
          </p:nvGrpSpPr>
          <p:grpSpPr>
            <a:xfrm>
              <a:off x="869899" y="5612703"/>
              <a:ext cx="1002703" cy="91440"/>
              <a:chOff x="869899" y="5600003"/>
              <a:chExt cx="1002703" cy="91440"/>
            </a:xfrm>
          </p:grpSpPr>
          <p:sp>
            <p:nvSpPr>
              <p:cNvPr id="257" name="Oval 256">
                <a:extLst>
                  <a:ext uri="{FF2B5EF4-FFF2-40B4-BE49-F238E27FC236}">
                    <a16:creationId xmlns:a16="http://schemas.microsoft.com/office/drawing/2014/main" id="{1BD2A2C7-C3C8-8249-91EA-1EC14D74BA0A}"/>
                  </a:ext>
                </a:extLst>
              </p:cNvPr>
              <p:cNvSpPr>
                <a:spLocks noChangeAspect="1"/>
              </p:cNvSpPr>
              <p:nvPr/>
            </p:nvSpPr>
            <p:spPr>
              <a:xfrm rot="10800000" flipH="1">
                <a:off x="1781162" y="5600003"/>
                <a:ext cx="91440" cy="91440"/>
              </a:xfrm>
              <a:prstGeom prst="ellipse">
                <a:avLst/>
              </a:prstGeom>
              <a:solidFill>
                <a:srgbClr val="0070C0"/>
              </a:solidFill>
            </p:spPr>
            <p:txBody>
              <a:bodyPr wrap="none" lIns="0" tIns="0" rIns="0" bIns="18288"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sp>
            <p:nvSpPr>
              <p:cNvPr id="258" name="Oval 257">
                <a:extLst>
                  <a:ext uri="{FF2B5EF4-FFF2-40B4-BE49-F238E27FC236}">
                    <a16:creationId xmlns:a16="http://schemas.microsoft.com/office/drawing/2014/main" id="{759AD488-0206-7843-AC4B-BA0BD5EED6DE}"/>
                  </a:ext>
                </a:extLst>
              </p:cNvPr>
              <p:cNvSpPr>
                <a:spLocks noChangeAspect="1"/>
              </p:cNvSpPr>
              <p:nvPr/>
            </p:nvSpPr>
            <p:spPr>
              <a:xfrm rot="10800000" flipH="1">
                <a:off x="869899" y="5600003"/>
                <a:ext cx="91440" cy="91440"/>
              </a:xfrm>
              <a:prstGeom prst="ellipse">
                <a:avLst/>
              </a:prstGeom>
              <a:solidFill>
                <a:srgbClr val="FF0000"/>
              </a:solidFill>
            </p:spPr>
            <p:txBody>
              <a:bodyPr wrap="none" lIns="0" tIns="0" rIns="0" bIns="18288"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pic>
        <p:nvPicPr>
          <p:cNvPr id="1026" name="Picture 2">
            <a:extLst>
              <a:ext uri="{FF2B5EF4-FFF2-40B4-BE49-F238E27FC236}">
                <a16:creationId xmlns:a16="http://schemas.microsoft.com/office/drawing/2014/main" id="{B6A07D9C-554B-7945-A59F-7E7321DDFD9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654404" y="4563773"/>
            <a:ext cx="4973171" cy="2175028"/>
          </a:xfrm>
          <a:prstGeom prst="rect">
            <a:avLst/>
          </a:prstGeom>
          <a:noFill/>
          <a:extLst>
            <a:ext uri="{909E8E84-426E-40DD-AFC4-6F175D3DCCD1}">
              <a14:hiddenFill xmlns:a14="http://schemas.microsoft.com/office/drawing/2010/main">
                <a:solidFill>
                  <a:srgbClr val="FFFFFF"/>
                </a:solidFill>
              </a14:hiddenFill>
            </a:ext>
          </a:extLst>
        </p:spPr>
      </p:pic>
      <p:sp>
        <p:nvSpPr>
          <p:cNvPr id="274" name="TextBox 273">
            <a:extLst>
              <a:ext uri="{FF2B5EF4-FFF2-40B4-BE49-F238E27FC236}">
                <a16:creationId xmlns:a16="http://schemas.microsoft.com/office/drawing/2014/main" id="{20D0FF71-AE70-FA48-AD44-20CF6EA33EE9}"/>
              </a:ext>
            </a:extLst>
          </p:cNvPr>
          <p:cNvSpPr txBox="1"/>
          <p:nvPr/>
        </p:nvSpPr>
        <p:spPr>
          <a:xfrm>
            <a:off x="3455637" y="6506159"/>
            <a:ext cx="612668" cy="24622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err="1">
                <a:ln>
                  <a:noFill/>
                </a:ln>
                <a:solidFill>
                  <a:prstClr val="black"/>
                </a:solidFill>
                <a:effectLst/>
                <a:uLnTx/>
                <a:uFillTx/>
                <a:latin typeface="Calibri" panose="020F0502020204030204"/>
                <a:ea typeface="+mn-ea"/>
                <a:cs typeface="+mn-cs"/>
              </a:rPr>
              <a:t>nws.gov</a:t>
            </a:r>
            <a:endParaRPr kumimoji="0" lang="en-US" sz="1000" b="0" i="1"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5" name="Line Callout 1 274">
            <a:extLst>
              <a:ext uri="{FF2B5EF4-FFF2-40B4-BE49-F238E27FC236}">
                <a16:creationId xmlns:a16="http://schemas.microsoft.com/office/drawing/2014/main" id="{25592E5F-E7BF-1541-A325-F7E489E1DDB7}"/>
              </a:ext>
            </a:extLst>
          </p:cNvPr>
          <p:cNvSpPr/>
          <p:nvPr/>
        </p:nvSpPr>
        <p:spPr>
          <a:xfrm>
            <a:off x="7154224" y="140262"/>
            <a:ext cx="2824683" cy="478897"/>
          </a:xfrm>
          <a:prstGeom prst="borderCallout1">
            <a:avLst>
              <a:gd name="adj1" fmla="val 18750"/>
              <a:gd name="adj2" fmla="val -1439"/>
              <a:gd name="adj3" fmla="val 38246"/>
              <a:gd name="adj4" fmla="val -12855"/>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𝜋/2 and 3𝜋/2 rotations correspond to the zeros of the E-M wave </a:t>
            </a:r>
          </a:p>
        </p:txBody>
      </p:sp>
      <p:sp>
        <p:nvSpPr>
          <p:cNvPr id="277" name="Line Callout 1 276">
            <a:extLst>
              <a:ext uri="{FF2B5EF4-FFF2-40B4-BE49-F238E27FC236}">
                <a16:creationId xmlns:a16="http://schemas.microsoft.com/office/drawing/2014/main" id="{6BDDC3C1-D340-0743-8082-D28C065EDBCE}"/>
              </a:ext>
            </a:extLst>
          </p:cNvPr>
          <p:cNvSpPr/>
          <p:nvPr/>
        </p:nvSpPr>
        <p:spPr>
          <a:xfrm>
            <a:off x="48412" y="3457491"/>
            <a:ext cx="973309" cy="1435596"/>
          </a:xfrm>
          <a:prstGeom prst="borderCallout1">
            <a:avLst>
              <a:gd name="adj1" fmla="val 106736"/>
              <a:gd name="adj2" fmla="val 49666"/>
              <a:gd name="adj3" fmla="val 118753"/>
              <a:gd name="adj4" fmla="val 62924"/>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0 and 𝜋 rotations correspond to the maxima of the E-M wave </a:t>
            </a:r>
          </a:p>
        </p:txBody>
      </p:sp>
      <p:sp>
        <p:nvSpPr>
          <p:cNvPr id="278" name="Rectangle 277">
            <a:extLst>
              <a:ext uri="{FF2B5EF4-FFF2-40B4-BE49-F238E27FC236}">
                <a16:creationId xmlns:a16="http://schemas.microsoft.com/office/drawing/2014/main" id="{2FE215F1-C09A-F247-BC85-D9DC4694C835}"/>
              </a:ext>
            </a:extLst>
          </p:cNvPr>
          <p:cNvSpPr/>
          <p:nvPr/>
        </p:nvSpPr>
        <p:spPr>
          <a:xfrm>
            <a:off x="101187" y="109980"/>
            <a:ext cx="3198312" cy="523220"/>
          </a:xfrm>
          <a:prstGeom prst="rect">
            <a:avLst/>
          </a:prstGeom>
          <a:solidFill>
            <a:srgbClr val="7030A0"/>
          </a:solidFill>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Photon Geometry</a:t>
            </a:r>
          </a:p>
        </p:txBody>
      </p:sp>
    </p:spTree>
    <p:extLst>
      <p:ext uri="{BB962C8B-B14F-4D97-AF65-F5344CB8AC3E}">
        <p14:creationId xmlns:p14="http://schemas.microsoft.com/office/powerpoint/2010/main" val="226191097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a:extLst>
            <a:ext uri="{FF2B5EF4-FFF2-40B4-BE49-F238E27FC236}">
              <a16:creationId xmlns:a16="http://schemas.microsoft.com/office/drawing/2014/main" id="{54B41E29-2E4A-93C2-A187-DB5AFC0A76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9FFDEB-38D8-D02B-FB59-FDDF733CC0A6}"/>
              </a:ext>
            </a:extLst>
          </p:cNvPr>
          <p:cNvSpPr>
            <a:spLocks noGrp="1"/>
          </p:cNvSpPr>
          <p:nvPr>
            <p:ph type="title"/>
          </p:nvPr>
        </p:nvSpPr>
        <p:spPr>
          <a:xfrm>
            <a:off x="0" y="301452"/>
            <a:ext cx="12192000" cy="914400"/>
          </a:xfrm>
        </p:spPr>
        <p:txBody>
          <a:bodyPr>
            <a:normAutofit/>
          </a:bodyPr>
          <a:lstStyle/>
          <a:p>
            <a:pPr algn="ctr"/>
            <a:r>
              <a:rPr lang="en-US" sz="40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Photon Journey to and from the SMBH Core</a:t>
            </a:r>
          </a:p>
        </p:txBody>
      </p:sp>
      <p:sp>
        <p:nvSpPr>
          <p:cNvPr id="3" name="Content Placeholder 2">
            <a:extLst>
              <a:ext uri="{FF2B5EF4-FFF2-40B4-BE49-F238E27FC236}">
                <a16:creationId xmlns:a16="http://schemas.microsoft.com/office/drawing/2014/main" id="{2F821478-7BCF-D6DE-DEAC-53E0C25E831C}"/>
              </a:ext>
            </a:extLst>
          </p:cNvPr>
          <p:cNvSpPr>
            <a:spLocks noGrp="1"/>
          </p:cNvSpPr>
          <p:nvPr>
            <p:ph idx="1"/>
          </p:nvPr>
        </p:nvSpPr>
        <p:spPr>
          <a:xfrm>
            <a:off x="203706" y="1215853"/>
            <a:ext cx="11784587" cy="3895710"/>
          </a:xfrm>
        </p:spPr>
        <p:txBody>
          <a:bodyPr>
            <a:noAutofit/>
          </a:bodyPr>
          <a:lstStyle/>
          <a:p>
            <a:pPr>
              <a:lnSpc>
                <a:spcPct val="80000"/>
              </a:lnSpc>
            </a:pPr>
            <a:r>
              <a:rPr lang="en-US" sz="24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What is the photon geometry as it travels radial to the BH center? </a:t>
            </a:r>
          </a:p>
          <a:p>
            <a:pPr lvl="1">
              <a:lnSpc>
                <a:spcPct val="80000"/>
              </a:lnSpc>
            </a:pPr>
            <a:r>
              <a:rPr lang="en-US" sz="20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Contra-rotating pro and anti Noether cores with a group velocity, orbital velocities, binary offsets</a:t>
            </a:r>
          </a:p>
          <a:p>
            <a:pPr lvl="1">
              <a:lnSpc>
                <a:spcPct val="80000"/>
              </a:lnSpc>
            </a:pPr>
            <a:r>
              <a:rPr lang="en-US" sz="20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Traveling through or with spacetime assemblies also experiences similar effects.</a:t>
            </a:r>
          </a:p>
          <a:p>
            <a:pPr>
              <a:lnSpc>
                <a:spcPct val="80000"/>
              </a:lnSpc>
            </a:pPr>
            <a:r>
              <a:rPr lang="en-US" sz="24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Exterior: CFT region, partner action only, expansion/contraction</a:t>
            </a:r>
          </a:p>
          <a:p>
            <a:pPr>
              <a:lnSpc>
                <a:spcPct val="80000"/>
              </a:lnSpc>
            </a:pPr>
            <a:r>
              <a:rPr lang="en-US" sz="24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Surface: </a:t>
            </a:r>
            <a:r>
              <a:rPr lang="en-US" sz="20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The binaries are all coplanar, at group v=@ and binary orbital v=@</a:t>
            </a:r>
          </a:p>
          <a:p>
            <a:pPr>
              <a:lnSpc>
                <a:spcPct val="80000"/>
              </a:lnSpc>
            </a:pPr>
            <a:r>
              <a:rPr lang="en-US" sz="24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Interior: </a:t>
            </a:r>
            <a:r>
              <a:rPr lang="en-US" sz="2400" dirty="0" err="1">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AdS</a:t>
            </a:r>
            <a:r>
              <a:rPr lang="en-US" sz="24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 region, partner + self action, inflation/deflation  </a:t>
            </a:r>
          </a:p>
          <a:p>
            <a:pPr lvl="1">
              <a:lnSpc>
                <a:spcPct val="80000"/>
              </a:lnSpc>
            </a:pPr>
            <a:r>
              <a:rPr lang="en-US" sz="20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Is there any major change to the group geometry, i.e., order of binaries, offsets?</a:t>
            </a:r>
          </a:p>
          <a:p>
            <a:pPr>
              <a:lnSpc>
                <a:spcPct val="80000"/>
              </a:lnSpc>
            </a:pPr>
            <a:r>
              <a:rPr lang="en-US" sz="24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Core:</a:t>
            </a:r>
          </a:p>
          <a:p>
            <a:pPr lvl="1">
              <a:lnSpc>
                <a:spcPct val="80000"/>
              </a:lnSpc>
            </a:pPr>
            <a:r>
              <a:rPr lang="en-US" sz="20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Volume = 4 pi r</a:t>
            </a:r>
            <a:r>
              <a:rPr lang="en-US" sz="2000" baseline="300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3</a:t>
            </a:r>
            <a:r>
              <a:rPr lang="en-US" sz="20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 / 3. Can perhaps calculate the density.</a:t>
            </a:r>
          </a:p>
        </p:txBody>
      </p:sp>
      <p:grpSp>
        <p:nvGrpSpPr>
          <p:cNvPr id="41" name="Group 40">
            <a:extLst>
              <a:ext uri="{FF2B5EF4-FFF2-40B4-BE49-F238E27FC236}">
                <a16:creationId xmlns:a16="http://schemas.microsoft.com/office/drawing/2014/main" id="{70B77452-CFE5-CC02-5045-74F3D20BE2F9}"/>
              </a:ext>
            </a:extLst>
          </p:cNvPr>
          <p:cNvGrpSpPr/>
          <p:nvPr/>
        </p:nvGrpSpPr>
        <p:grpSpPr>
          <a:xfrm>
            <a:off x="3270968" y="4576410"/>
            <a:ext cx="5373832" cy="2131474"/>
            <a:chOff x="6233316" y="4289116"/>
            <a:chExt cx="5373832" cy="2131474"/>
          </a:xfrm>
        </p:grpSpPr>
        <p:grpSp>
          <p:nvGrpSpPr>
            <p:cNvPr id="19" name="Group 18">
              <a:extLst>
                <a:ext uri="{FF2B5EF4-FFF2-40B4-BE49-F238E27FC236}">
                  <a16:creationId xmlns:a16="http://schemas.microsoft.com/office/drawing/2014/main" id="{9864AD23-C7B3-D17A-3F54-475857085585}"/>
                </a:ext>
              </a:extLst>
            </p:cNvPr>
            <p:cNvGrpSpPr/>
            <p:nvPr/>
          </p:nvGrpSpPr>
          <p:grpSpPr>
            <a:xfrm>
              <a:off x="7728946" y="4792686"/>
              <a:ext cx="2380232" cy="942320"/>
              <a:chOff x="4760464" y="5528281"/>
              <a:chExt cx="2380232" cy="942320"/>
            </a:xfrm>
          </p:grpSpPr>
          <p:sp>
            <p:nvSpPr>
              <p:cNvPr id="6" name="Rectangle 5">
                <a:extLst>
                  <a:ext uri="{FF2B5EF4-FFF2-40B4-BE49-F238E27FC236}">
                    <a16:creationId xmlns:a16="http://schemas.microsoft.com/office/drawing/2014/main" id="{04482FBA-CDFB-01D6-3779-3C360915F008}"/>
                  </a:ext>
                </a:extLst>
              </p:cNvPr>
              <p:cNvSpPr/>
              <p:nvPr/>
            </p:nvSpPr>
            <p:spPr>
              <a:xfrm>
                <a:off x="4760464" y="5528281"/>
                <a:ext cx="2380232" cy="942320"/>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 name="Rectangle 9">
                <a:extLst>
                  <a:ext uri="{FF2B5EF4-FFF2-40B4-BE49-F238E27FC236}">
                    <a16:creationId xmlns:a16="http://schemas.microsoft.com/office/drawing/2014/main" id="{2D029C13-2DF9-5FBE-F3EF-B5F6EBA36578}"/>
                  </a:ext>
                </a:extLst>
              </p:cNvPr>
              <p:cNvSpPr/>
              <p:nvPr/>
            </p:nvSpPr>
            <p:spPr>
              <a:xfrm>
                <a:off x="5751646" y="5528281"/>
                <a:ext cx="344353" cy="942320"/>
              </a:xfrm>
              <a:prstGeom prst="rect">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wordArtVert"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SMBH</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SURFACE</a:t>
                </a:r>
              </a:p>
            </p:txBody>
          </p:sp>
          <p:sp>
            <p:nvSpPr>
              <p:cNvPr id="11" name="Rectangle 10">
                <a:extLst>
                  <a:ext uri="{FF2B5EF4-FFF2-40B4-BE49-F238E27FC236}">
                    <a16:creationId xmlns:a16="http://schemas.microsoft.com/office/drawing/2014/main" id="{A5F83BC4-F7F5-7924-5204-03DA1F4A2FB1}"/>
                  </a:ext>
                </a:extLst>
              </p:cNvPr>
              <p:cNvSpPr/>
              <p:nvPr/>
            </p:nvSpPr>
            <p:spPr>
              <a:xfrm>
                <a:off x="6364738" y="5884589"/>
                <a:ext cx="622396" cy="16720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CFT</a:t>
                </a:r>
              </a:p>
            </p:txBody>
          </p:sp>
          <p:sp>
            <p:nvSpPr>
              <p:cNvPr id="12" name="Rectangle 11">
                <a:extLst>
                  <a:ext uri="{FF2B5EF4-FFF2-40B4-BE49-F238E27FC236}">
                    <a16:creationId xmlns:a16="http://schemas.microsoft.com/office/drawing/2014/main" id="{012E001A-2D52-51C9-EEFA-F1FE0088BD13}"/>
                  </a:ext>
                </a:extLst>
              </p:cNvPr>
              <p:cNvSpPr/>
              <p:nvPr/>
            </p:nvSpPr>
            <p:spPr>
              <a:xfrm>
                <a:off x="4944857" y="5884589"/>
                <a:ext cx="622396" cy="16720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 b="1" i="0" u="none" strike="noStrike" kern="1200" cap="none" spc="0" normalizeH="0" baseline="0" noProof="0" dirty="0" err="1">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AdS</a:t>
                </a:r>
                <a:endParaRPr kumimoji="0" lang="en-US" sz="6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cxnSp>
            <p:nvCxnSpPr>
              <p:cNvPr id="14" name="Straight Connector 13">
                <a:extLst>
                  <a:ext uri="{FF2B5EF4-FFF2-40B4-BE49-F238E27FC236}">
                    <a16:creationId xmlns:a16="http://schemas.microsoft.com/office/drawing/2014/main" id="{9939C4AE-F283-F516-567B-6C9BC9060B49}"/>
                  </a:ext>
                </a:extLst>
              </p:cNvPr>
              <p:cNvCxnSpPr>
                <a:cxnSpLocks/>
              </p:cNvCxnSpPr>
              <p:nvPr/>
            </p:nvCxnSpPr>
            <p:spPr>
              <a:xfrm>
                <a:off x="5922659" y="5642148"/>
                <a:ext cx="0" cy="67489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8" name="Group 37">
              <a:extLst>
                <a:ext uri="{FF2B5EF4-FFF2-40B4-BE49-F238E27FC236}">
                  <a16:creationId xmlns:a16="http://schemas.microsoft.com/office/drawing/2014/main" id="{30806C9D-B1BF-A463-8894-0B30138CEAF1}"/>
                </a:ext>
              </a:extLst>
            </p:cNvPr>
            <p:cNvGrpSpPr/>
            <p:nvPr/>
          </p:nvGrpSpPr>
          <p:grpSpPr>
            <a:xfrm>
              <a:off x="10392602" y="5478268"/>
              <a:ext cx="1214546" cy="942320"/>
              <a:chOff x="2366272" y="5343465"/>
              <a:chExt cx="1214546" cy="942320"/>
            </a:xfrm>
          </p:grpSpPr>
          <p:pic>
            <p:nvPicPr>
              <p:cNvPr id="16" name="Picture 15">
                <a:extLst>
                  <a:ext uri="{FF2B5EF4-FFF2-40B4-BE49-F238E27FC236}">
                    <a16:creationId xmlns:a16="http://schemas.microsoft.com/office/drawing/2014/main" id="{426E6536-620B-047B-7592-10BF0C7281AE}"/>
                  </a:ext>
                </a:extLst>
              </p:cNvPr>
              <p:cNvPicPr>
                <a:picLocks noChangeAspect="1"/>
              </p:cNvPicPr>
              <p:nvPr/>
            </p:nvPicPr>
            <p:blipFill>
              <a:blip r:embed="rId2"/>
              <a:srcRect l="7530" t="34312" r="84657" b="27355"/>
              <a:stretch/>
            </p:blipFill>
            <p:spPr>
              <a:xfrm flipH="1">
                <a:off x="2973545" y="5343466"/>
                <a:ext cx="607273" cy="942319"/>
              </a:xfrm>
              <a:prstGeom prst="rect">
                <a:avLst/>
              </a:prstGeom>
            </p:spPr>
          </p:pic>
          <p:pic>
            <p:nvPicPr>
              <p:cNvPr id="21" name="Picture 20">
                <a:extLst>
                  <a:ext uri="{FF2B5EF4-FFF2-40B4-BE49-F238E27FC236}">
                    <a16:creationId xmlns:a16="http://schemas.microsoft.com/office/drawing/2014/main" id="{987ADA2E-C5A9-1059-36CF-500BD68BA6FA}"/>
                  </a:ext>
                </a:extLst>
              </p:cNvPr>
              <p:cNvPicPr>
                <a:picLocks noChangeAspect="1"/>
              </p:cNvPicPr>
              <p:nvPr/>
            </p:nvPicPr>
            <p:blipFill>
              <a:blip r:embed="rId2"/>
              <a:srcRect l="7530" t="34312" r="84657" b="27355"/>
              <a:stretch/>
            </p:blipFill>
            <p:spPr>
              <a:xfrm flipH="1">
                <a:off x="2366272" y="5343465"/>
                <a:ext cx="607273" cy="942319"/>
              </a:xfrm>
              <a:prstGeom prst="rect">
                <a:avLst/>
              </a:prstGeom>
            </p:spPr>
          </p:pic>
        </p:grpSp>
        <p:grpSp>
          <p:nvGrpSpPr>
            <p:cNvPr id="37" name="Group 36">
              <a:extLst>
                <a:ext uri="{FF2B5EF4-FFF2-40B4-BE49-F238E27FC236}">
                  <a16:creationId xmlns:a16="http://schemas.microsoft.com/office/drawing/2014/main" id="{0503C6CB-C789-7151-9841-E46CC27320C7}"/>
                </a:ext>
              </a:extLst>
            </p:cNvPr>
            <p:cNvGrpSpPr/>
            <p:nvPr/>
          </p:nvGrpSpPr>
          <p:grpSpPr>
            <a:xfrm>
              <a:off x="10392602" y="4289116"/>
              <a:ext cx="1214546" cy="942320"/>
              <a:chOff x="429861" y="5343466"/>
              <a:chExt cx="1214546" cy="942320"/>
            </a:xfrm>
          </p:grpSpPr>
          <p:pic>
            <p:nvPicPr>
              <p:cNvPr id="18" name="Picture 17">
                <a:extLst>
                  <a:ext uri="{FF2B5EF4-FFF2-40B4-BE49-F238E27FC236}">
                    <a16:creationId xmlns:a16="http://schemas.microsoft.com/office/drawing/2014/main" id="{6BD5834A-1FA8-A739-228D-0288B426D434}"/>
                  </a:ext>
                </a:extLst>
              </p:cNvPr>
              <p:cNvPicPr>
                <a:picLocks noChangeAspect="1"/>
              </p:cNvPicPr>
              <p:nvPr/>
            </p:nvPicPr>
            <p:blipFill>
              <a:blip r:embed="rId2"/>
              <a:srcRect l="7530" t="34312" r="84657" b="27355"/>
              <a:stretch/>
            </p:blipFill>
            <p:spPr>
              <a:xfrm>
                <a:off x="429861" y="5343467"/>
                <a:ext cx="607273" cy="942319"/>
              </a:xfrm>
              <a:prstGeom prst="rect">
                <a:avLst/>
              </a:prstGeom>
            </p:spPr>
          </p:pic>
          <p:pic>
            <p:nvPicPr>
              <p:cNvPr id="22" name="Picture 21">
                <a:extLst>
                  <a:ext uri="{FF2B5EF4-FFF2-40B4-BE49-F238E27FC236}">
                    <a16:creationId xmlns:a16="http://schemas.microsoft.com/office/drawing/2014/main" id="{9B30CF24-13AE-AF3E-9B1A-21790D8B9521}"/>
                  </a:ext>
                </a:extLst>
              </p:cNvPr>
              <p:cNvPicPr>
                <a:picLocks noChangeAspect="1"/>
              </p:cNvPicPr>
              <p:nvPr/>
            </p:nvPicPr>
            <p:blipFill>
              <a:blip r:embed="rId2"/>
              <a:srcRect l="7530" t="34312" r="84657" b="27355"/>
              <a:stretch/>
            </p:blipFill>
            <p:spPr>
              <a:xfrm>
                <a:off x="1037134" y="5343466"/>
                <a:ext cx="607273" cy="942319"/>
              </a:xfrm>
              <a:prstGeom prst="rect">
                <a:avLst/>
              </a:prstGeom>
            </p:spPr>
          </p:pic>
        </p:grpSp>
        <p:grpSp>
          <p:nvGrpSpPr>
            <p:cNvPr id="39" name="Group 38">
              <a:extLst>
                <a:ext uri="{FF2B5EF4-FFF2-40B4-BE49-F238E27FC236}">
                  <a16:creationId xmlns:a16="http://schemas.microsoft.com/office/drawing/2014/main" id="{EEFB185C-D85C-707B-4208-B426E2AA87C4}"/>
                </a:ext>
              </a:extLst>
            </p:cNvPr>
            <p:cNvGrpSpPr/>
            <p:nvPr/>
          </p:nvGrpSpPr>
          <p:grpSpPr>
            <a:xfrm>
              <a:off x="6246286" y="5478268"/>
              <a:ext cx="1203612" cy="942322"/>
              <a:chOff x="4225201" y="5338665"/>
              <a:chExt cx="1203612" cy="942322"/>
            </a:xfrm>
          </p:grpSpPr>
          <p:pic>
            <p:nvPicPr>
              <p:cNvPr id="24" name="Picture 23">
                <a:extLst>
                  <a:ext uri="{FF2B5EF4-FFF2-40B4-BE49-F238E27FC236}">
                    <a16:creationId xmlns:a16="http://schemas.microsoft.com/office/drawing/2014/main" id="{A16ED11C-A941-EDFA-6770-F261D7B6E42F}"/>
                  </a:ext>
                </a:extLst>
              </p:cNvPr>
              <p:cNvPicPr>
                <a:picLocks noChangeAspect="1"/>
              </p:cNvPicPr>
              <p:nvPr/>
            </p:nvPicPr>
            <p:blipFill>
              <a:blip r:embed="rId2"/>
              <a:srcRect l="7530" t="34312" r="84657" b="27355"/>
              <a:stretch/>
            </p:blipFill>
            <p:spPr>
              <a:xfrm flipH="1">
                <a:off x="4225201" y="5338668"/>
                <a:ext cx="607273" cy="942319"/>
              </a:xfrm>
              <a:prstGeom prst="rect">
                <a:avLst/>
              </a:prstGeom>
            </p:spPr>
          </p:pic>
          <p:pic>
            <p:nvPicPr>
              <p:cNvPr id="31" name="Picture 30">
                <a:extLst>
                  <a:ext uri="{FF2B5EF4-FFF2-40B4-BE49-F238E27FC236}">
                    <a16:creationId xmlns:a16="http://schemas.microsoft.com/office/drawing/2014/main" id="{69473725-EC65-2E24-48D6-372B16E2F2BF}"/>
                  </a:ext>
                </a:extLst>
              </p:cNvPr>
              <p:cNvPicPr>
                <a:picLocks noChangeAspect="1"/>
              </p:cNvPicPr>
              <p:nvPr/>
            </p:nvPicPr>
            <p:blipFill>
              <a:blip r:embed="rId2"/>
              <a:srcRect l="7530" t="34312" r="84657" b="27355"/>
              <a:stretch/>
            </p:blipFill>
            <p:spPr>
              <a:xfrm>
                <a:off x="4821540" y="5338665"/>
                <a:ext cx="607273" cy="942319"/>
              </a:xfrm>
              <a:prstGeom prst="rect">
                <a:avLst/>
              </a:prstGeom>
            </p:spPr>
          </p:pic>
        </p:grpSp>
        <p:grpSp>
          <p:nvGrpSpPr>
            <p:cNvPr id="40" name="Group 39">
              <a:extLst>
                <a:ext uri="{FF2B5EF4-FFF2-40B4-BE49-F238E27FC236}">
                  <a16:creationId xmlns:a16="http://schemas.microsoft.com/office/drawing/2014/main" id="{2A6F9B0D-BA37-05EF-EDCE-90B1A4535FAB}"/>
                </a:ext>
              </a:extLst>
            </p:cNvPr>
            <p:cNvGrpSpPr/>
            <p:nvPr/>
          </p:nvGrpSpPr>
          <p:grpSpPr>
            <a:xfrm>
              <a:off x="6233316" y="4289116"/>
              <a:ext cx="1218618" cy="943479"/>
              <a:chOff x="5853903" y="5338668"/>
              <a:chExt cx="1218618" cy="943479"/>
            </a:xfrm>
          </p:grpSpPr>
          <p:pic>
            <p:nvPicPr>
              <p:cNvPr id="25" name="Picture 24">
                <a:extLst>
                  <a:ext uri="{FF2B5EF4-FFF2-40B4-BE49-F238E27FC236}">
                    <a16:creationId xmlns:a16="http://schemas.microsoft.com/office/drawing/2014/main" id="{E9A5C277-0EAA-E6E8-FB32-BC7FCABADD0E}"/>
                  </a:ext>
                </a:extLst>
              </p:cNvPr>
              <p:cNvPicPr>
                <a:picLocks noChangeAspect="1"/>
              </p:cNvPicPr>
              <p:nvPr/>
            </p:nvPicPr>
            <p:blipFill>
              <a:blip r:embed="rId2"/>
              <a:srcRect l="7530" t="34312" r="84657" b="27355"/>
              <a:stretch/>
            </p:blipFill>
            <p:spPr>
              <a:xfrm flipH="1">
                <a:off x="6465248" y="5338668"/>
                <a:ext cx="607273" cy="942319"/>
              </a:xfrm>
              <a:prstGeom prst="rect">
                <a:avLst/>
              </a:prstGeom>
            </p:spPr>
          </p:pic>
          <p:pic>
            <p:nvPicPr>
              <p:cNvPr id="33" name="Picture 32">
                <a:extLst>
                  <a:ext uri="{FF2B5EF4-FFF2-40B4-BE49-F238E27FC236}">
                    <a16:creationId xmlns:a16="http://schemas.microsoft.com/office/drawing/2014/main" id="{30951F53-5063-EF68-FA67-90F09ED4DB63}"/>
                  </a:ext>
                </a:extLst>
              </p:cNvPr>
              <p:cNvPicPr>
                <a:picLocks noChangeAspect="1"/>
              </p:cNvPicPr>
              <p:nvPr/>
            </p:nvPicPr>
            <p:blipFill>
              <a:blip r:embed="rId2"/>
              <a:srcRect l="7530" t="34312" r="84657" b="27355"/>
              <a:stretch/>
            </p:blipFill>
            <p:spPr>
              <a:xfrm>
                <a:off x="5853903" y="5339828"/>
                <a:ext cx="607273" cy="942319"/>
              </a:xfrm>
              <a:prstGeom prst="rect">
                <a:avLst/>
              </a:prstGeom>
            </p:spPr>
          </p:pic>
        </p:grpSp>
      </p:grpSp>
    </p:spTree>
    <p:extLst>
      <p:ext uri="{BB962C8B-B14F-4D97-AF65-F5344CB8AC3E}">
        <p14:creationId xmlns:p14="http://schemas.microsoft.com/office/powerpoint/2010/main" val="5217545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9F61AD-7FBB-A041-8C27-F911BB5E1DBE}"/>
              </a:ext>
            </a:extLst>
          </p:cNvPr>
          <p:cNvSpPr>
            <a:spLocks noGrp="1"/>
          </p:cNvSpPr>
          <p:nvPr>
            <p:ph type="title"/>
          </p:nvPr>
        </p:nvSpPr>
        <p:spPr>
          <a:xfrm>
            <a:off x="495591" y="365125"/>
            <a:ext cx="11203601" cy="777875"/>
          </a:xfrm>
        </p:spPr>
        <p:txBody>
          <a:bodyPr>
            <a:normAutofit fontScale="90000"/>
          </a:bodyPr>
          <a:lstStyle/>
          <a:p>
            <a:r>
              <a:rPr lang="en-US" b="1" dirty="0">
                <a:solidFill>
                  <a:schemeClr val="bg1"/>
                </a:solidFill>
              </a:rPr>
              <a:t>Photon Speed Varies in the Absolute Frame</a:t>
            </a:r>
          </a:p>
        </p:txBody>
      </p:sp>
      <p:sp>
        <p:nvSpPr>
          <p:cNvPr id="3" name="Content Placeholder 2">
            <a:extLst>
              <a:ext uri="{FF2B5EF4-FFF2-40B4-BE49-F238E27FC236}">
                <a16:creationId xmlns:a16="http://schemas.microsoft.com/office/drawing/2014/main" id="{10877771-102D-0148-BB74-33D08817A398}"/>
              </a:ext>
            </a:extLst>
          </p:cNvPr>
          <p:cNvSpPr>
            <a:spLocks noGrp="1"/>
          </p:cNvSpPr>
          <p:nvPr>
            <p:ph idx="1"/>
          </p:nvPr>
        </p:nvSpPr>
        <p:spPr/>
        <p:txBody>
          <a:bodyPr>
            <a:normAutofit lnSpcReduction="10000"/>
          </a:bodyPr>
          <a:lstStyle/>
          <a:p>
            <a:r>
              <a:rPr lang="en-US" dirty="0">
                <a:solidFill>
                  <a:schemeClr val="bg1"/>
                </a:solidFill>
              </a:rPr>
              <a:t>The formula for the speed of light in a “vacuum” is given by:</a:t>
            </a:r>
          </a:p>
          <a:p>
            <a:endParaRPr lang="en-US" dirty="0">
              <a:solidFill>
                <a:schemeClr val="bg1"/>
              </a:solidFill>
            </a:endParaRPr>
          </a:p>
          <a:p>
            <a:endParaRPr lang="en-US" dirty="0">
              <a:solidFill>
                <a:schemeClr val="bg1"/>
              </a:solidFill>
            </a:endParaRPr>
          </a:p>
          <a:p>
            <a:endParaRPr lang="en-US" dirty="0">
              <a:solidFill>
                <a:schemeClr val="bg1"/>
              </a:solidFill>
            </a:endParaRPr>
          </a:p>
          <a:p>
            <a:r>
              <a:rPr lang="en-US" dirty="0">
                <a:solidFill>
                  <a:schemeClr val="bg1"/>
                </a:solidFill>
              </a:rPr>
              <a:t>In the absolute frame, photon speed slows as spacetime energy increases.</a:t>
            </a:r>
          </a:p>
          <a:p>
            <a:endParaRPr lang="en-US" dirty="0">
              <a:solidFill>
                <a:schemeClr val="bg1"/>
              </a:solidFill>
            </a:endParaRPr>
          </a:p>
          <a:p>
            <a:endParaRPr lang="en-US" dirty="0">
              <a:solidFill>
                <a:schemeClr val="bg1"/>
              </a:solidFill>
            </a:endParaRPr>
          </a:p>
          <a:p>
            <a:endParaRPr lang="en-US" dirty="0">
              <a:solidFill>
                <a:schemeClr val="bg1"/>
              </a:solidFill>
            </a:endParaRPr>
          </a:p>
          <a:p>
            <a:r>
              <a:rPr lang="en-US" dirty="0">
                <a:solidFill>
                  <a:schemeClr val="bg1"/>
                </a:solidFill>
              </a:rPr>
              <a:t>Variable </a:t>
            </a:r>
            <a:r>
              <a:rPr lang="en-US" b="1" i="1" dirty="0">
                <a:solidFill>
                  <a:schemeClr val="bg1"/>
                </a:solidFill>
              </a:rPr>
              <a:t>c</a:t>
            </a:r>
            <a:r>
              <a:rPr lang="en-US" dirty="0">
                <a:solidFill>
                  <a:schemeClr val="bg1"/>
                </a:solidFill>
              </a:rPr>
              <a:t> causes photon refraction around massive matter.</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0DCA1AA-CAF3-E447-8412-5F5AE577EBBA}"/>
                  </a:ext>
                </a:extLst>
              </p:cNvPr>
              <p:cNvSpPr txBox="1"/>
              <p:nvPr/>
            </p:nvSpPr>
            <p:spPr>
              <a:xfrm>
                <a:off x="2569268" y="1828800"/>
                <a:ext cx="2154179" cy="112716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3200" b="1" i="1" smtClean="0">
                          <a:solidFill>
                            <a:srgbClr val="FF0000"/>
                          </a:solidFill>
                          <a:latin typeface="Cambria Math" panose="02040503050406030204" pitchFamily="18" charset="0"/>
                        </a:rPr>
                        <m:t>𝒄</m:t>
                      </m:r>
                      <m:r>
                        <a:rPr lang="en-US" sz="3200" b="1" i="1" smtClean="0">
                          <a:solidFill>
                            <a:srgbClr val="FF0000"/>
                          </a:solidFill>
                          <a:latin typeface="Cambria Math" panose="02040503050406030204" pitchFamily="18" charset="0"/>
                          <a:ea typeface="Cambria Math" panose="02040503050406030204" pitchFamily="18" charset="0"/>
                        </a:rPr>
                        <m:t>=</m:t>
                      </m:r>
                      <m:f>
                        <m:fPr>
                          <m:ctrlPr>
                            <a:rPr lang="en-US" sz="3200" b="1" i="1" smtClean="0">
                              <a:solidFill>
                                <a:srgbClr val="FF0000"/>
                              </a:solidFill>
                              <a:latin typeface="Cambria Math" panose="02040503050406030204" pitchFamily="18" charset="0"/>
                              <a:ea typeface="Cambria Math" panose="02040503050406030204" pitchFamily="18" charset="0"/>
                            </a:rPr>
                          </m:ctrlPr>
                        </m:fPr>
                        <m:num>
                          <m:r>
                            <a:rPr lang="en-US" sz="3200" b="1" i="1" smtClean="0">
                              <a:solidFill>
                                <a:srgbClr val="FF0000"/>
                              </a:solidFill>
                              <a:latin typeface="Cambria Math" panose="02040503050406030204" pitchFamily="18" charset="0"/>
                              <a:ea typeface="Cambria Math" panose="02040503050406030204" pitchFamily="18" charset="0"/>
                            </a:rPr>
                            <m:t>𝟏</m:t>
                          </m:r>
                        </m:num>
                        <m:den>
                          <m:rad>
                            <m:radPr>
                              <m:degHide m:val="on"/>
                              <m:ctrlPr>
                                <a:rPr lang="en-US" sz="3200" b="1" i="1" smtClean="0">
                                  <a:solidFill>
                                    <a:srgbClr val="FF0000"/>
                                  </a:solidFill>
                                  <a:latin typeface="Cambria Math" panose="02040503050406030204" pitchFamily="18" charset="0"/>
                                  <a:ea typeface="Cambria Math" panose="02040503050406030204" pitchFamily="18" charset="0"/>
                                </a:rPr>
                              </m:ctrlPr>
                            </m:radPr>
                            <m:deg/>
                            <m:e>
                              <m:sSub>
                                <m:sSubPr>
                                  <m:ctrlPr>
                                    <a:rPr lang="en-US" sz="3200" b="1" i="1" smtClean="0">
                                      <a:solidFill>
                                        <a:srgbClr val="FF0000"/>
                                      </a:solidFill>
                                      <a:latin typeface="Cambria Math" panose="02040503050406030204" pitchFamily="18" charset="0"/>
                                      <a:ea typeface="Cambria Math" panose="02040503050406030204" pitchFamily="18" charset="0"/>
                                    </a:rPr>
                                  </m:ctrlPr>
                                </m:sSubPr>
                                <m:e>
                                  <m:r>
                                    <a:rPr lang="en-US" sz="3200" b="1" i="1">
                                      <a:solidFill>
                                        <a:srgbClr val="FF0000"/>
                                      </a:solidFill>
                                      <a:latin typeface="Cambria Math" panose="02040503050406030204" pitchFamily="18" charset="0"/>
                                      <a:ea typeface="Cambria Math" panose="02040503050406030204" pitchFamily="18" charset="0"/>
                                    </a:rPr>
                                    <m:t>𝜺</m:t>
                                  </m:r>
                                </m:e>
                                <m:sub>
                                  <m:r>
                                    <a:rPr lang="en-US" sz="3200" b="1" i="1" smtClean="0">
                                      <a:solidFill>
                                        <a:srgbClr val="FF0000"/>
                                      </a:solidFill>
                                      <a:latin typeface="Cambria Math" panose="02040503050406030204" pitchFamily="18" charset="0"/>
                                      <a:ea typeface="Cambria Math" panose="02040503050406030204" pitchFamily="18" charset="0"/>
                                    </a:rPr>
                                    <m:t>𝟎</m:t>
                                  </m:r>
                                </m:sub>
                              </m:sSub>
                              <m:sSub>
                                <m:sSubPr>
                                  <m:ctrlPr>
                                    <a:rPr lang="en-US" sz="3200" b="1" i="1" smtClean="0">
                                      <a:solidFill>
                                        <a:srgbClr val="FF0000"/>
                                      </a:solidFill>
                                      <a:latin typeface="Cambria Math" panose="02040503050406030204" pitchFamily="18" charset="0"/>
                                      <a:ea typeface="Cambria Math" panose="02040503050406030204" pitchFamily="18" charset="0"/>
                                    </a:rPr>
                                  </m:ctrlPr>
                                </m:sSubPr>
                                <m:e>
                                  <m:r>
                                    <a:rPr lang="en-US" sz="3200" b="1" i="1">
                                      <a:solidFill>
                                        <a:srgbClr val="FF0000"/>
                                      </a:solidFill>
                                      <a:latin typeface="Cambria Math" panose="02040503050406030204" pitchFamily="18" charset="0"/>
                                      <a:ea typeface="Cambria Math" panose="02040503050406030204" pitchFamily="18" charset="0"/>
                                    </a:rPr>
                                    <m:t>𝝁</m:t>
                                  </m:r>
                                </m:e>
                                <m:sub>
                                  <m:r>
                                    <a:rPr lang="en-US" sz="3200" b="1" i="1" smtClean="0">
                                      <a:solidFill>
                                        <a:srgbClr val="FF0000"/>
                                      </a:solidFill>
                                      <a:latin typeface="Cambria Math" panose="02040503050406030204" pitchFamily="18" charset="0"/>
                                      <a:ea typeface="Cambria Math" panose="02040503050406030204" pitchFamily="18" charset="0"/>
                                    </a:rPr>
                                    <m:t>𝟎</m:t>
                                  </m:r>
                                </m:sub>
                              </m:sSub>
                            </m:e>
                          </m:rad>
                        </m:den>
                      </m:f>
                    </m:oMath>
                  </m:oMathPara>
                </a14:m>
                <a:endParaRPr lang="en-US" sz="3200" b="1" dirty="0">
                  <a:solidFill>
                    <a:srgbClr val="FF0000"/>
                  </a:solidFill>
                </a:endParaRPr>
              </a:p>
            </p:txBody>
          </p:sp>
        </mc:Choice>
        <mc:Fallback xmlns="">
          <p:sp>
            <p:nvSpPr>
              <p:cNvPr id="6" name="TextBox 5">
                <a:extLst>
                  <a:ext uri="{FF2B5EF4-FFF2-40B4-BE49-F238E27FC236}">
                    <a16:creationId xmlns:a16="http://schemas.microsoft.com/office/drawing/2014/main" id="{90DCA1AA-CAF3-E447-8412-5F5AE577EBBA}"/>
                  </a:ext>
                </a:extLst>
              </p:cNvPr>
              <p:cNvSpPr txBox="1">
                <a:spLocks noRot="1" noChangeAspect="1" noMove="1" noResize="1" noEditPoints="1" noAdjustHandles="1" noChangeArrowheads="1" noChangeShapeType="1" noTextEdit="1"/>
              </p:cNvSpPr>
              <p:nvPr/>
            </p:nvSpPr>
            <p:spPr>
              <a:xfrm>
                <a:off x="2569268" y="1828800"/>
                <a:ext cx="2154179" cy="1127168"/>
              </a:xfrm>
              <a:prstGeom prst="rect">
                <a:avLst/>
              </a:prstGeom>
              <a:blipFill>
                <a:blip r:embed="rId2"/>
                <a:stretch>
                  <a:fillRect b="-449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1CA86321-64FA-7D4E-AB77-F93A8042CC41}"/>
                  </a:ext>
                </a:extLst>
              </p:cNvPr>
              <p:cNvSpPr txBox="1"/>
              <p:nvPr/>
            </p:nvSpPr>
            <p:spPr>
              <a:xfrm>
                <a:off x="2569268" y="4038600"/>
                <a:ext cx="1760995" cy="112428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3200" b="1" i="1" smtClean="0">
                          <a:solidFill>
                            <a:srgbClr val="00B0F0"/>
                          </a:solidFill>
                          <a:latin typeface="Cambria Math" panose="02040503050406030204" pitchFamily="18" charset="0"/>
                        </a:rPr>
                        <m:t>𝒄</m:t>
                      </m:r>
                      <m:r>
                        <a:rPr lang="en-US" sz="3200" b="1" i="1" smtClean="0">
                          <a:solidFill>
                            <a:srgbClr val="00B0F0"/>
                          </a:solidFill>
                          <a:latin typeface="Cambria Math" panose="02040503050406030204" pitchFamily="18" charset="0"/>
                          <a:ea typeface="Cambria Math" panose="02040503050406030204" pitchFamily="18" charset="0"/>
                        </a:rPr>
                        <m:t>=</m:t>
                      </m:r>
                      <m:f>
                        <m:fPr>
                          <m:ctrlPr>
                            <a:rPr lang="en-US" sz="3200" b="1" i="1" smtClean="0">
                              <a:solidFill>
                                <a:srgbClr val="00B0F0"/>
                              </a:solidFill>
                              <a:latin typeface="Cambria Math" panose="02040503050406030204" pitchFamily="18" charset="0"/>
                              <a:ea typeface="Cambria Math" panose="02040503050406030204" pitchFamily="18" charset="0"/>
                            </a:rPr>
                          </m:ctrlPr>
                        </m:fPr>
                        <m:num>
                          <m:r>
                            <a:rPr lang="en-US" sz="3200" b="1" i="1" smtClean="0">
                              <a:solidFill>
                                <a:srgbClr val="00B0F0"/>
                              </a:solidFill>
                              <a:latin typeface="Cambria Math" panose="02040503050406030204" pitchFamily="18" charset="0"/>
                              <a:ea typeface="Cambria Math" panose="02040503050406030204" pitchFamily="18" charset="0"/>
                            </a:rPr>
                            <m:t>𝟏</m:t>
                          </m:r>
                        </m:num>
                        <m:den>
                          <m:rad>
                            <m:radPr>
                              <m:degHide m:val="on"/>
                              <m:ctrlPr>
                                <a:rPr lang="en-US" sz="3200" b="1" i="1" smtClean="0">
                                  <a:solidFill>
                                    <a:srgbClr val="00B0F0"/>
                                  </a:solidFill>
                                  <a:latin typeface="Cambria Math" panose="02040503050406030204" pitchFamily="18" charset="0"/>
                                  <a:ea typeface="Cambria Math" panose="02040503050406030204" pitchFamily="18" charset="0"/>
                                </a:rPr>
                              </m:ctrlPr>
                            </m:radPr>
                            <m:deg/>
                            <m:e>
                              <m:r>
                                <a:rPr lang="en-US" sz="3200" b="1" i="1">
                                  <a:solidFill>
                                    <a:srgbClr val="00B0F0"/>
                                  </a:solidFill>
                                  <a:latin typeface="Cambria Math" panose="02040503050406030204" pitchFamily="18" charset="0"/>
                                  <a:ea typeface="Cambria Math" panose="02040503050406030204" pitchFamily="18" charset="0"/>
                                </a:rPr>
                                <m:t>𝜺𝝁</m:t>
                              </m:r>
                            </m:e>
                          </m:rad>
                        </m:den>
                      </m:f>
                    </m:oMath>
                  </m:oMathPara>
                </a14:m>
                <a:endParaRPr lang="en-US" sz="3200" b="1" dirty="0">
                  <a:solidFill>
                    <a:srgbClr val="00B0F0"/>
                  </a:solidFill>
                </a:endParaRPr>
              </a:p>
            </p:txBody>
          </p:sp>
        </mc:Choice>
        <mc:Fallback xmlns="">
          <p:sp>
            <p:nvSpPr>
              <p:cNvPr id="7" name="TextBox 6">
                <a:extLst>
                  <a:ext uri="{FF2B5EF4-FFF2-40B4-BE49-F238E27FC236}">
                    <a16:creationId xmlns:a16="http://schemas.microsoft.com/office/drawing/2014/main" id="{1CA86321-64FA-7D4E-AB77-F93A8042CC41}"/>
                  </a:ext>
                </a:extLst>
              </p:cNvPr>
              <p:cNvSpPr txBox="1">
                <a:spLocks noRot="1" noChangeAspect="1" noMove="1" noResize="1" noEditPoints="1" noAdjustHandles="1" noChangeArrowheads="1" noChangeShapeType="1" noTextEdit="1"/>
              </p:cNvSpPr>
              <p:nvPr/>
            </p:nvSpPr>
            <p:spPr>
              <a:xfrm>
                <a:off x="2569268" y="4038600"/>
                <a:ext cx="1760995" cy="1124282"/>
              </a:xfrm>
              <a:prstGeom prst="rect">
                <a:avLst/>
              </a:prstGeom>
              <a:blipFill>
                <a:blip r:embed="rId3"/>
                <a:stretch>
                  <a:fillRect b="-449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0D8D3906-C5C6-8249-B437-85E36A8594AF}"/>
                  </a:ext>
                </a:extLst>
              </p:cNvPr>
              <p:cNvSpPr txBox="1"/>
              <p:nvPr/>
            </p:nvSpPr>
            <p:spPr>
              <a:xfrm>
                <a:off x="5691724" y="4099764"/>
                <a:ext cx="4714817"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1" i="1" smtClean="0">
                          <a:solidFill>
                            <a:srgbClr val="00B0F0"/>
                          </a:solidFill>
                          <a:latin typeface="Cambria Math" panose="02040503050406030204" pitchFamily="18" charset="0"/>
                          <a:ea typeface="Cambria Math" panose="02040503050406030204" pitchFamily="18" charset="0"/>
                        </a:rPr>
                        <m:t>𝜺</m:t>
                      </m:r>
                      <m:r>
                        <a:rPr lang="en-US" sz="3200" b="1" i="1" smtClean="0">
                          <a:solidFill>
                            <a:srgbClr val="00B0F0"/>
                          </a:solidFill>
                          <a:latin typeface="Cambria Math" panose="02040503050406030204" pitchFamily="18" charset="0"/>
                          <a:ea typeface="Cambria Math" panose="02040503050406030204" pitchFamily="18" charset="0"/>
                        </a:rPr>
                        <m:t>=</m:t>
                      </m:r>
                      <m:r>
                        <a:rPr lang="en-US" sz="3200" b="1" i="1" smtClean="0">
                          <a:solidFill>
                            <a:srgbClr val="00B0F0"/>
                          </a:solidFill>
                          <a:latin typeface="Cambria Math" panose="02040503050406030204" pitchFamily="18" charset="0"/>
                          <a:ea typeface="Cambria Math" panose="02040503050406030204" pitchFamily="18" charset="0"/>
                        </a:rPr>
                        <m:t>𝒇</m:t>
                      </m:r>
                      <m:r>
                        <a:rPr lang="en-US" sz="3200" b="1" i="1" smtClean="0">
                          <a:solidFill>
                            <a:srgbClr val="00B0F0"/>
                          </a:solidFill>
                          <a:latin typeface="Cambria Math" panose="02040503050406030204" pitchFamily="18" charset="0"/>
                          <a:ea typeface="Cambria Math" panose="02040503050406030204" pitchFamily="18" charset="0"/>
                        </a:rPr>
                        <m:t>(</m:t>
                      </m:r>
                      <m:r>
                        <a:rPr lang="en-US" sz="3200" b="0" i="1" smtClean="0">
                          <a:solidFill>
                            <a:srgbClr val="00B0F0"/>
                          </a:solidFill>
                          <a:latin typeface="Cambria Math" panose="02040503050406030204" pitchFamily="18" charset="0"/>
                          <a:ea typeface="Cambria Math" panose="02040503050406030204" pitchFamily="18" charset="0"/>
                        </a:rPr>
                        <m:t>𝑠𝑝𝑎𝑐𝑒𝑡𝑖𝑚𝑒</m:t>
                      </m:r>
                      <m:r>
                        <a:rPr lang="en-US" sz="3200" b="0" i="1" smtClean="0">
                          <a:solidFill>
                            <a:srgbClr val="00B0F0"/>
                          </a:solidFill>
                          <a:latin typeface="Cambria Math" panose="02040503050406030204" pitchFamily="18" charset="0"/>
                          <a:ea typeface="Cambria Math" panose="02040503050406030204" pitchFamily="18" charset="0"/>
                        </a:rPr>
                        <m:t> </m:t>
                      </m:r>
                      <m:r>
                        <a:rPr lang="en-US" sz="3200" b="0" i="1" smtClean="0">
                          <a:solidFill>
                            <a:srgbClr val="00B0F0"/>
                          </a:solidFill>
                          <a:latin typeface="Cambria Math" panose="02040503050406030204" pitchFamily="18" charset="0"/>
                          <a:ea typeface="Cambria Math" panose="02040503050406030204" pitchFamily="18" charset="0"/>
                        </a:rPr>
                        <m:t>𝑒𝑛𝑒𝑟𝑔𝑦</m:t>
                      </m:r>
                      <m:r>
                        <a:rPr lang="en-US" sz="3200" b="1" i="1" smtClean="0">
                          <a:solidFill>
                            <a:srgbClr val="00B0F0"/>
                          </a:solidFill>
                          <a:latin typeface="Cambria Math" panose="02040503050406030204" pitchFamily="18" charset="0"/>
                          <a:ea typeface="Cambria Math" panose="02040503050406030204" pitchFamily="18" charset="0"/>
                        </a:rPr>
                        <m:t>)</m:t>
                      </m:r>
                    </m:oMath>
                  </m:oMathPara>
                </a14:m>
                <a:endParaRPr lang="en-US" sz="3200" b="1" dirty="0">
                  <a:solidFill>
                    <a:srgbClr val="00B0F0"/>
                  </a:solidFill>
                </a:endParaRPr>
              </a:p>
            </p:txBody>
          </p:sp>
        </mc:Choice>
        <mc:Fallback xmlns="">
          <p:sp>
            <p:nvSpPr>
              <p:cNvPr id="8" name="TextBox 7">
                <a:extLst>
                  <a:ext uri="{FF2B5EF4-FFF2-40B4-BE49-F238E27FC236}">
                    <a16:creationId xmlns:a16="http://schemas.microsoft.com/office/drawing/2014/main" id="{0D8D3906-C5C6-8249-B437-85E36A8594AF}"/>
                  </a:ext>
                </a:extLst>
              </p:cNvPr>
              <p:cNvSpPr txBox="1">
                <a:spLocks noRot="1" noChangeAspect="1" noMove="1" noResize="1" noEditPoints="1" noAdjustHandles="1" noChangeArrowheads="1" noChangeShapeType="1" noTextEdit="1"/>
              </p:cNvSpPr>
              <p:nvPr/>
            </p:nvSpPr>
            <p:spPr>
              <a:xfrm>
                <a:off x="5691724" y="4099764"/>
                <a:ext cx="4714817" cy="492443"/>
              </a:xfrm>
              <a:prstGeom prst="rect">
                <a:avLst/>
              </a:prstGeom>
              <a:blipFill>
                <a:blip r:embed="rId4"/>
                <a:stretch>
                  <a:fillRect l="-806" t="-10256" r="-2419" b="-3846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1E436EAE-6A77-B441-870D-EECF39D9605F}"/>
                  </a:ext>
                </a:extLst>
              </p:cNvPr>
              <p:cNvSpPr txBox="1"/>
              <p:nvPr/>
            </p:nvSpPr>
            <p:spPr>
              <a:xfrm>
                <a:off x="5688114" y="4592207"/>
                <a:ext cx="481099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1" i="1" smtClean="0">
                          <a:solidFill>
                            <a:srgbClr val="00B0F0"/>
                          </a:solidFill>
                          <a:latin typeface="Cambria Math" panose="02040503050406030204" pitchFamily="18" charset="0"/>
                          <a:ea typeface="Cambria Math" panose="02040503050406030204" pitchFamily="18" charset="0"/>
                        </a:rPr>
                        <m:t>𝝁</m:t>
                      </m:r>
                      <m:r>
                        <a:rPr lang="en-US" sz="3200" b="1" i="1" smtClean="0">
                          <a:solidFill>
                            <a:srgbClr val="00B0F0"/>
                          </a:solidFill>
                          <a:latin typeface="Cambria Math" panose="02040503050406030204" pitchFamily="18" charset="0"/>
                          <a:ea typeface="Cambria Math" panose="02040503050406030204" pitchFamily="18" charset="0"/>
                        </a:rPr>
                        <m:t>=</m:t>
                      </m:r>
                      <m:r>
                        <a:rPr lang="en-US" sz="3200" b="1" i="1" smtClean="0">
                          <a:solidFill>
                            <a:srgbClr val="00B0F0"/>
                          </a:solidFill>
                          <a:latin typeface="Cambria Math" panose="02040503050406030204" pitchFamily="18" charset="0"/>
                          <a:ea typeface="Cambria Math" panose="02040503050406030204" pitchFamily="18" charset="0"/>
                        </a:rPr>
                        <m:t>𝒈</m:t>
                      </m:r>
                      <m:r>
                        <a:rPr lang="en-US" sz="3200" b="1" i="1" smtClean="0">
                          <a:solidFill>
                            <a:srgbClr val="00B0F0"/>
                          </a:solidFill>
                          <a:latin typeface="Cambria Math" panose="02040503050406030204" pitchFamily="18" charset="0"/>
                          <a:ea typeface="Cambria Math" panose="02040503050406030204" pitchFamily="18" charset="0"/>
                        </a:rPr>
                        <m:t>(</m:t>
                      </m:r>
                      <m:r>
                        <a:rPr lang="en-US" sz="3200" i="1">
                          <a:solidFill>
                            <a:srgbClr val="00B0F0"/>
                          </a:solidFill>
                          <a:latin typeface="Cambria Math" panose="02040503050406030204" pitchFamily="18" charset="0"/>
                          <a:ea typeface="Cambria Math" panose="02040503050406030204" pitchFamily="18" charset="0"/>
                        </a:rPr>
                        <m:t>𝑠𝑝𝑎𝑐𝑒𝑡𝑖𝑚𝑒</m:t>
                      </m:r>
                      <m:r>
                        <a:rPr lang="en-US" sz="3200" b="0" i="1" smtClean="0">
                          <a:solidFill>
                            <a:srgbClr val="00B0F0"/>
                          </a:solidFill>
                          <a:latin typeface="Cambria Math" panose="02040503050406030204" pitchFamily="18" charset="0"/>
                          <a:ea typeface="Cambria Math" panose="02040503050406030204" pitchFamily="18" charset="0"/>
                        </a:rPr>
                        <m:t> </m:t>
                      </m:r>
                      <m:r>
                        <a:rPr lang="en-US" sz="3200" b="0" i="1" smtClean="0">
                          <a:solidFill>
                            <a:srgbClr val="00B0F0"/>
                          </a:solidFill>
                          <a:latin typeface="Cambria Math" panose="02040503050406030204" pitchFamily="18" charset="0"/>
                          <a:ea typeface="Cambria Math" panose="02040503050406030204" pitchFamily="18" charset="0"/>
                        </a:rPr>
                        <m:t>𝑒𝑛𝑒𝑟𝑔𝑦</m:t>
                      </m:r>
                      <m:r>
                        <a:rPr lang="en-US" sz="3200" b="1" i="1" smtClean="0">
                          <a:solidFill>
                            <a:srgbClr val="00B0F0"/>
                          </a:solidFill>
                          <a:latin typeface="Cambria Math" panose="02040503050406030204" pitchFamily="18" charset="0"/>
                          <a:ea typeface="Cambria Math" panose="02040503050406030204" pitchFamily="18" charset="0"/>
                        </a:rPr>
                        <m:t>)</m:t>
                      </m:r>
                    </m:oMath>
                  </m:oMathPara>
                </a14:m>
                <a:endParaRPr lang="en-US" sz="3200" b="1" dirty="0">
                  <a:solidFill>
                    <a:srgbClr val="00B0F0"/>
                  </a:solidFill>
                </a:endParaRPr>
              </a:p>
            </p:txBody>
          </p:sp>
        </mc:Choice>
        <mc:Fallback xmlns="">
          <p:sp>
            <p:nvSpPr>
              <p:cNvPr id="9" name="TextBox 8">
                <a:extLst>
                  <a:ext uri="{FF2B5EF4-FFF2-40B4-BE49-F238E27FC236}">
                    <a16:creationId xmlns:a16="http://schemas.microsoft.com/office/drawing/2014/main" id="{1E436EAE-6A77-B441-870D-EECF39D9605F}"/>
                  </a:ext>
                </a:extLst>
              </p:cNvPr>
              <p:cNvSpPr txBox="1">
                <a:spLocks noRot="1" noChangeAspect="1" noMove="1" noResize="1" noEditPoints="1" noAdjustHandles="1" noChangeArrowheads="1" noChangeShapeType="1" noTextEdit="1"/>
              </p:cNvSpPr>
              <p:nvPr/>
            </p:nvSpPr>
            <p:spPr>
              <a:xfrm>
                <a:off x="5688114" y="4592207"/>
                <a:ext cx="4810996" cy="492443"/>
              </a:xfrm>
              <a:prstGeom prst="rect">
                <a:avLst/>
              </a:prstGeom>
              <a:blipFill>
                <a:blip r:embed="rId5"/>
                <a:stretch>
                  <a:fillRect l="-1316" t="-7500" r="-2632" b="-35000"/>
                </a:stretch>
              </a:blipFill>
            </p:spPr>
            <p:txBody>
              <a:bodyPr/>
              <a:lstStyle/>
              <a:p>
                <a:r>
                  <a:rPr lang="en-US">
                    <a:noFill/>
                  </a:rPr>
                  <a:t> </a:t>
                </a:r>
              </a:p>
            </p:txBody>
          </p:sp>
        </mc:Fallback>
      </mc:AlternateContent>
      <p:sp>
        <p:nvSpPr>
          <p:cNvPr id="4" name="Footer Placeholder 3">
            <a:extLst>
              <a:ext uri="{FF2B5EF4-FFF2-40B4-BE49-F238E27FC236}">
                <a16:creationId xmlns:a16="http://schemas.microsoft.com/office/drawing/2014/main" id="{00B7C68F-558A-2C4A-965E-2228595591E5}"/>
              </a:ext>
            </a:extLst>
          </p:cNvPr>
          <p:cNvSpPr>
            <a:spLocks noGrp="1"/>
          </p:cNvSpPr>
          <p:nvPr>
            <p:ph type="ftr" sz="quarter" idx="11"/>
          </p:nvPr>
        </p:nvSpPr>
        <p:spPr/>
        <p:txBody>
          <a:bodyPr/>
          <a:lstStyle/>
          <a:p>
            <a:r>
              <a:rPr lang="en-US"/>
              <a:t>J Mark Morris - Model of Nature - February 2019</a:t>
            </a:r>
          </a:p>
        </p:txBody>
      </p:sp>
    </p:spTree>
    <p:extLst>
      <p:ext uri="{BB962C8B-B14F-4D97-AF65-F5344CB8AC3E}">
        <p14:creationId xmlns:p14="http://schemas.microsoft.com/office/powerpoint/2010/main" val="23368762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710E0-917D-1E4E-AF75-DB1BCB1C149D}"/>
              </a:ext>
            </a:extLst>
          </p:cNvPr>
          <p:cNvSpPr>
            <a:spLocks noGrp="1"/>
          </p:cNvSpPr>
          <p:nvPr>
            <p:ph type="title"/>
          </p:nvPr>
        </p:nvSpPr>
        <p:spPr/>
        <p:txBody>
          <a:bodyPr>
            <a:normAutofit fontScale="90000"/>
          </a:bodyPr>
          <a:lstStyle/>
          <a:p>
            <a:r>
              <a:rPr lang="en-US" dirty="0">
                <a:solidFill>
                  <a:schemeClr val="bg1"/>
                </a:solidFill>
              </a:rPr>
              <a:t>The Planck Wavelength of the Planck Photon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0AC1EDC-D206-A34B-BDA4-748937473FB4}"/>
                  </a:ext>
                </a:extLst>
              </p:cNvPr>
              <p:cNvSpPr>
                <a:spLocks noGrp="1"/>
              </p:cNvSpPr>
              <p:nvPr>
                <p:ph idx="1"/>
              </p:nvPr>
            </p:nvSpPr>
            <p:spPr/>
            <p:txBody>
              <a:bodyPr>
                <a:normAutofit/>
              </a:bodyPr>
              <a:lstStyle/>
              <a:p>
                <a14:m>
                  <m:oMath xmlns:m="http://schemas.openxmlformats.org/officeDocument/2006/math">
                    <m:sSub>
                      <m:sSubPr>
                        <m:ctrlPr>
                          <a:rPr lang="en-US" sz="2600" i="1" smtClean="0">
                            <a:solidFill>
                              <a:schemeClr val="bg1"/>
                            </a:solidFill>
                            <a:latin typeface="Cambria Math" panose="02040503050406030204" pitchFamily="18" charset="0"/>
                          </a:rPr>
                        </m:ctrlPr>
                      </m:sSubPr>
                      <m:e>
                        <m:r>
                          <a:rPr lang="en-US" sz="2600" b="0" i="1" smtClean="0">
                            <a:solidFill>
                              <a:schemeClr val="bg1"/>
                            </a:solidFill>
                            <a:latin typeface="Cambria Math" panose="02040503050406030204" pitchFamily="18" charset="0"/>
                          </a:rPr>
                          <m:t>𝐿</m:t>
                        </m:r>
                      </m:e>
                      <m:sub>
                        <m:r>
                          <a:rPr lang="en-US" sz="2600" i="1">
                            <a:solidFill>
                              <a:schemeClr val="bg1"/>
                            </a:solidFill>
                            <a:latin typeface="Cambria Math" panose="02040503050406030204" pitchFamily="18" charset="0"/>
                          </a:rPr>
                          <m:t>𝑝</m:t>
                        </m:r>
                      </m:sub>
                    </m:sSub>
                    <m:r>
                      <a:rPr lang="en-US" sz="2600" i="1">
                        <a:solidFill>
                          <a:schemeClr val="bg1"/>
                        </a:solidFill>
                        <a:latin typeface="Cambria Math" panose="02040503050406030204" pitchFamily="18" charset="0"/>
                      </a:rPr>
                      <m:t>= </m:t>
                    </m:r>
                    <m:rad>
                      <m:radPr>
                        <m:degHide m:val="on"/>
                        <m:ctrlPr>
                          <a:rPr lang="en-US" sz="2600" i="1">
                            <a:solidFill>
                              <a:schemeClr val="bg1"/>
                            </a:solidFill>
                            <a:latin typeface="Cambria Math" panose="02040503050406030204" pitchFamily="18" charset="0"/>
                          </a:rPr>
                        </m:ctrlPr>
                      </m:radPr>
                      <m:deg/>
                      <m:e>
                        <m:f>
                          <m:fPr>
                            <m:ctrlPr>
                              <a:rPr lang="en-US" sz="2600" i="1" smtClean="0">
                                <a:solidFill>
                                  <a:schemeClr val="bg1"/>
                                </a:solidFill>
                                <a:latin typeface="Cambria Math" panose="02040503050406030204" pitchFamily="18" charset="0"/>
                              </a:rPr>
                            </m:ctrlPr>
                          </m:fPr>
                          <m:num>
                            <m:r>
                              <a:rPr lang="en-US" sz="2600" b="0" i="1" smtClean="0">
                                <a:solidFill>
                                  <a:schemeClr val="bg1"/>
                                </a:solidFill>
                                <a:latin typeface="Cambria Math" panose="02040503050406030204" pitchFamily="18" charset="0"/>
                              </a:rPr>
                              <m:t>𝐺</m:t>
                            </m:r>
                            <m:r>
                              <a:rPr lang="en-US" sz="2600" i="1">
                                <a:solidFill>
                                  <a:schemeClr val="bg1"/>
                                </a:solidFill>
                                <a:latin typeface="Cambria Math" panose="02040503050406030204" pitchFamily="18" charset="0"/>
                                <a:ea typeface="Cambria Math" panose="02040503050406030204" pitchFamily="18" charset="0"/>
                              </a:rPr>
                              <m:t>ℏ</m:t>
                            </m:r>
                          </m:num>
                          <m:den>
                            <m:sSup>
                              <m:sSupPr>
                                <m:ctrlPr>
                                  <a:rPr lang="en-US" sz="2600" i="1" smtClean="0">
                                    <a:solidFill>
                                      <a:schemeClr val="bg1"/>
                                    </a:solidFill>
                                    <a:latin typeface="Cambria Math" panose="02040503050406030204" pitchFamily="18" charset="0"/>
                                  </a:rPr>
                                </m:ctrlPr>
                              </m:sSupPr>
                              <m:e>
                                <m:r>
                                  <a:rPr lang="en-US" sz="2600" i="1">
                                    <a:solidFill>
                                      <a:schemeClr val="bg1"/>
                                    </a:solidFill>
                                    <a:latin typeface="Cambria Math" panose="02040503050406030204" pitchFamily="18" charset="0"/>
                                  </a:rPr>
                                  <m:t>𝑐</m:t>
                                </m:r>
                              </m:e>
                              <m:sup>
                                <m:r>
                                  <a:rPr lang="en-US" sz="2600" b="0" i="1" smtClean="0">
                                    <a:solidFill>
                                      <a:schemeClr val="bg1"/>
                                    </a:solidFill>
                                    <a:latin typeface="Cambria Math" panose="02040503050406030204" pitchFamily="18" charset="0"/>
                                  </a:rPr>
                                  <m:t>3</m:t>
                                </m:r>
                              </m:sup>
                            </m:sSup>
                          </m:den>
                        </m:f>
                      </m:e>
                    </m:rad>
                    <m:r>
                      <a:rPr lang="en-US" sz="2600" b="0" i="1" smtClean="0">
                        <a:solidFill>
                          <a:schemeClr val="bg1"/>
                        </a:solidFill>
                        <a:latin typeface="Cambria Math" panose="02040503050406030204" pitchFamily="18" charset="0"/>
                      </a:rPr>
                      <m:t>   </m:t>
                    </m:r>
                    <m:r>
                      <a:rPr lang="en-US" sz="2600" i="1">
                        <a:solidFill>
                          <a:schemeClr val="bg1"/>
                        </a:solidFill>
                        <a:latin typeface="Cambria Math" panose="02040503050406030204" pitchFamily="18" charset="0"/>
                        <a:ea typeface="Cambria Math" panose="02040503050406030204" pitchFamily="18" charset="0"/>
                      </a:rPr>
                      <m:t>𝑤h𝑒𝑟𝑒</m:t>
                    </m:r>
                    <m:r>
                      <a:rPr lang="en-US" sz="2600" i="1">
                        <a:solidFill>
                          <a:schemeClr val="bg1"/>
                        </a:solidFill>
                        <a:latin typeface="Cambria Math" panose="02040503050406030204" pitchFamily="18" charset="0"/>
                        <a:ea typeface="Cambria Math" panose="02040503050406030204" pitchFamily="18" charset="0"/>
                      </a:rPr>
                      <m:t> </m:t>
                    </m:r>
                    <m:sSub>
                      <m:sSubPr>
                        <m:ctrlPr>
                          <a:rPr lang="en-US" sz="2600" i="1">
                            <a:solidFill>
                              <a:schemeClr val="bg1"/>
                            </a:solidFill>
                            <a:latin typeface="Cambria Math" panose="02040503050406030204" pitchFamily="18" charset="0"/>
                          </a:rPr>
                        </m:ctrlPr>
                      </m:sSubPr>
                      <m:e>
                        <m:r>
                          <a:rPr lang="en-US" sz="2600" i="1">
                            <a:solidFill>
                              <a:schemeClr val="bg1"/>
                            </a:solidFill>
                            <a:latin typeface="Cambria Math" panose="02040503050406030204" pitchFamily="18" charset="0"/>
                          </a:rPr>
                          <m:t>𝑃𝑙𝑎𝑛𝑐𝑘</m:t>
                        </m:r>
                        <m:r>
                          <a:rPr lang="en-US" sz="2600" i="1">
                            <a:solidFill>
                              <a:schemeClr val="bg1"/>
                            </a:solidFill>
                            <a:latin typeface="Cambria Math" panose="02040503050406030204" pitchFamily="18" charset="0"/>
                          </a:rPr>
                          <m:t> </m:t>
                        </m:r>
                        <m:r>
                          <a:rPr lang="en-US" sz="2600" b="0" i="1" smtClean="0">
                            <a:solidFill>
                              <a:schemeClr val="bg1"/>
                            </a:solidFill>
                            <a:latin typeface="Cambria Math" panose="02040503050406030204" pitchFamily="18" charset="0"/>
                          </a:rPr>
                          <m:t>𝑙𝑒𝑛𝑔𝑡h</m:t>
                        </m:r>
                        <m:r>
                          <a:rPr lang="en-US" sz="2600" i="1">
                            <a:solidFill>
                              <a:schemeClr val="bg1"/>
                            </a:solidFill>
                            <a:latin typeface="Cambria Math" panose="02040503050406030204" pitchFamily="18" charset="0"/>
                          </a:rPr>
                          <m:t> </m:t>
                        </m:r>
                        <m:r>
                          <a:rPr lang="en-US" sz="2600" i="1">
                            <a:solidFill>
                              <a:schemeClr val="bg1"/>
                            </a:solidFill>
                            <a:latin typeface="Cambria Math" panose="02040503050406030204" pitchFamily="18" charset="0"/>
                          </a:rPr>
                          <m:t>𝑖𝑠</m:t>
                        </m:r>
                        <m:r>
                          <a:rPr lang="en-US" sz="2600" i="1">
                            <a:solidFill>
                              <a:schemeClr val="bg1"/>
                            </a:solidFill>
                            <a:latin typeface="Cambria Math" panose="02040503050406030204" pitchFamily="18" charset="0"/>
                          </a:rPr>
                          <m:t> </m:t>
                        </m:r>
                        <m:r>
                          <a:rPr lang="en-US" sz="2600" b="0" i="1" smtClean="0">
                            <a:solidFill>
                              <a:schemeClr val="bg1"/>
                            </a:solidFill>
                            <a:latin typeface="Cambria Math" panose="02040503050406030204" pitchFamily="18" charset="0"/>
                          </a:rPr>
                          <m:t>𝐿</m:t>
                        </m:r>
                      </m:e>
                      <m:sub>
                        <m:r>
                          <a:rPr lang="en-US" sz="2600" i="1">
                            <a:solidFill>
                              <a:schemeClr val="bg1"/>
                            </a:solidFill>
                            <a:latin typeface="Cambria Math" panose="02040503050406030204" pitchFamily="18" charset="0"/>
                          </a:rPr>
                          <m:t>𝑃</m:t>
                        </m:r>
                      </m:sub>
                    </m:sSub>
                  </m:oMath>
                </a14:m>
                <a:endParaRPr lang="en-US" sz="2600" i="1" dirty="0">
                  <a:solidFill>
                    <a:schemeClr val="bg1"/>
                  </a:solidFill>
                  <a:latin typeface="Cambria Math" panose="02040503050406030204" pitchFamily="18" charset="0"/>
                </a:endParaRPr>
              </a:p>
              <a:p>
                <a14:m>
                  <m:oMath xmlns:m="http://schemas.openxmlformats.org/officeDocument/2006/math">
                    <m:sSub>
                      <m:sSubPr>
                        <m:ctrlPr>
                          <a:rPr lang="en-US" sz="2600" i="1">
                            <a:solidFill>
                              <a:schemeClr val="bg1"/>
                            </a:solidFill>
                            <a:latin typeface="Cambria Math" panose="02040503050406030204" pitchFamily="18" charset="0"/>
                          </a:rPr>
                        </m:ctrlPr>
                      </m:sSubPr>
                      <m:e>
                        <m:r>
                          <a:rPr lang="en-US" sz="2600" i="1">
                            <a:solidFill>
                              <a:schemeClr val="bg1"/>
                            </a:solidFill>
                            <a:latin typeface="Cambria Math" panose="02040503050406030204" pitchFamily="18" charset="0"/>
                          </a:rPr>
                          <m:t>𝐸</m:t>
                        </m:r>
                      </m:e>
                      <m:sub>
                        <m:r>
                          <a:rPr lang="en-US" sz="2600" i="1">
                            <a:solidFill>
                              <a:schemeClr val="bg1"/>
                            </a:solidFill>
                            <a:latin typeface="Cambria Math" panose="02040503050406030204" pitchFamily="18" charset="0"/>
                          </a:rPr>
                          <m:t>𝑝</m:t>
                        </m:r>
                      </m:sub>
                    </m:sSub>
                    <m:r>
                      <a:rPr lang="en-US" sz="2600" i="1">
                        <a:solidFill>
                          <a:schemeClr val="bg1"/>
                        </a:solidFill>
                        <a:latin typeface="Cambria Math" panose="02040503050406030204" pitchFamily="18" charset="0"/>
                      </a:rPr>
                      <m:t>= </m:t>
                    </m:r>
                    <m:rad>
                      <m:radPr>
                        <m:degHide m:val="on"/>
                        <m:ctrlPr>
                          <a:rPr lang="en-US" sz="2600" i="1">
                            <a:solidFill>
                              <a:schemeClr val="bg1"/>
                            </a:solidFill>
                            <a:latin typeface="Cambria Math" panose="02040503050406030204" pitchFamily="18" charset="0"/>
                          </a:rPr>
                        </m:ctrlPr>
                      </m:radPr>
                      <m:deg/>
                      <m:e>
                        <m:f>
                          <m:fPr>
                            <m:ctrlPr>
                              <a:rPr lang="en-US" sz="2600" i="1">
                                <a:solidFill>
                                  <a:schemeClr val="bg1"/>
                                </a:solidFill>
                                <a:latin typeface="Cambria Math" panose="02040503050406030204" pitchFamily="18" charset="0"/>
                              </a:rPr>
                            </m:ctrlPr>
                          </m:fPr>
                          <m:num>
                            <m:r>
                              <a:rPr lang="en-US" sz="2600" i="1">
                                <a:solidFill>
                                  <a:schemeClr val="bg1"/>
                                </a:solidFill>
                                <a:latin typeface="Cambria Math" panose="02040503050406030204" pitchFamily="18" charset="0"/>
                                <a:ea typeface="Cambria Math" panose="02040503050406030204" pitchFamily="18" charset="0"/>
                              </a:rPr>
                              <m:t>ℏ</m:t>
                            </m:r>
                            <m:sSup>
                              <m:sSupPr>
                                <m:ctrlPr>
                                  <a:rPr lang="en-US" sz="2600" i="1">
                                    <a:solidFill>
                                      <a:schemeClr val="bg1"/>
                                    </a:solidFill>
                                    <a:latin typeface="Cambria Math" panose="02040503050406030204" pitchFamily="18" charset="0"/>
                                  </a:rPr>
                                </m:ctrlPr>
                              </m:sSupPr>
                              <m:e>
                                <m:r>
                                  <a:rPr lang="en-US" sz="2600" i="1">
                                    <a:solidFill>
                                      <a:schemeClr val="bg1"/>
                                    </a:solidFill>
                                    <a:latin typeface="Cambria Math" panose="02040503050406030204" pitchFamily="18" charset="0"/>
                                  </a:rPr>
                                  <m:t>𝑐</m:t>
                                </m:r>
                              </m:e>
                              <m:sup>
                                <m:r>
                                  <a:rPr lang="en-US" sz="2600" i="1">
                                    <a:solidFill>
                                      <a:schemeClr val="bg1"/>
                                    </a:solidFill>
                                    <a:latin typeface="Cambria Math" panose="02040503050406030204" pitchFamily="18" charset="0"/>
                                  </a:rPr>
                                  <m:t>5</m:t>
                                </m:r>
                              </m:sup>
                            </m:sSup>
                          </m:num>
                          <m:den>
                            <m:r>
                              <a:rPr lang="en-US" sz="2600" i="1">
                                <a:solidFill>
                                  <a:schemeClr val="bg1"/>
                                </a:solidFill>
                                <a:latin typeface="Cambria Math" panose="02040503050406030204" pitchFamily="18" charset="0"/>
                              </a:rPr>
                              <m:t>𝐺</m:t>
                            </m:r>
                          </m:den>
                        </m:f>
                      </m:e>
                    </m:rad>
                  </m:oMath>
                </a14:m>
                <a:r>
                  <a:rPr lang="en-US" sz="2600" b="1" dirty="0">
                    <a:solidFill>
                      <a:schemeClr val="bg1"/>
                    </a:solidFill>
                  </a:rPr>
                  <a:t> </a:t>
                </a:r>
                <a14:m>
                  <m:oMath xmlns:m="http://schemas.openxmlformats.org/officeDocument/2006/math">
                    <m:r>
                      <a:rPr lang="en-US" sz="2600" i="1">
                        <a:solidFill>
                          <a:schemeClr val="bg1"/>
                        </a:solidFill>
                        <a:latin typeface="Cambria Math" panose="02040503050406030204" pitchFamily="18" charset="0"/>
                        <a:ea typeface="Cambria Math" panose="02040503050406030204" pitchFamily="18" charset="0"/>
                      </a:rPr>
                      <m:t>𝑤h𝑒𝑟𝑒</m:t>
                    </m:r>
                    <m:r>
                      <a:rPr lang="en-US" sz="2600" i="1">
                        <a:solidFill>
                          <a:schemeClr val="bg1"/>
                        </a:solidFill>
                        <a:latin typeface="Cambria Math" panose="02040503050406030204" pitchFamily="18" charset="0"/>
                        <a:ea typeface="Cambria Math" panose="02040503050406030204" pitchFamily="18" charset="0"/>
                      </a:rPr>
                      <m:t> </m:t>
                    </m:r>
                    <m:sSub>
                      <m:sSubPr>
                        <m:ctrlPr>
                          <a:rPr lang="en-US" sz="2600" i="1">
                            <a:solidFill>
                              <a:schemeClr val="bg1"/>
                            </a:solidFill>
                            <a:latin typeface="Cambria Math" panose="02040503050406030204" pitchFamily="18" charset="0"/>
                          </a:rPr>
                        </m:ctrlPr>
                      </m:sSubPr>
                      <m:e>
                        <m:r>
                          <a:rPr lang="en-US" sz="2600" i="1">
                            <a:solidFill>
                              <a:schemeClr val="bg1"/>
                            </a:solidFill>
                            <a:latin typeface="Cambria Math" panose="02040503050406030204" pitchFamily="18" charset="0"/>
                          </a:rPr>
                          <m:t>𝑃𝑙𝑎𝑛𝑐𝑘</m:t>
                        </m:r>
                        <m:r>
                          <a:rPr lang="en-US" sz="2600" i="1">
                            <a:solidFill>
                              <a:schemeClr val="bg1"/>
                            </a:solidFill>
                            <a:latin typeface="Cambria Math" panose="02040503050406030204" pitchFamily="18" charset="0"/>
                          </a:rPr>
                          <m:t> </m:t>
                        </m:r>
                        <m:r>
                          <a:rPr lang="en-US" sz="2600" i="1">
                            <a:solidFill>
                              <a:schemeClr val="bg1"/>
                            </a:solidFill>
                            <a:latin typeface="Cambria Math" panose="02040503050406030204" pitchFamily="18" charset="0"/>
                          </a:rPr>
                          <m:t>𝑒𝑛𝑒𝑟𝑔𝑦</m:t>
                        </m:r>
                        <m:r>
                          <a:rPr lang="en-US" sz="2600" i="1">
                            <a:solidFill>
                              <a:schemeClr val="bg1"/>
                            </a:solidFill>
                            <a:latin typeface="Cambria Math" panose="02040503050406030204" pitchFamily="18" charset="0"/>
                          </a:rPr>
                          <m:t> </m:t>
                        </m:r>
                        <m:r>
                          <a:rPr lang="en-US" sz="2600" i="1">
                            <a:solidFill>
                              <a:schemeClr val="bg1"/>
                            </a:solidFill>
                            <a:latin typeface="Cambria Math" panose="02040503050406030204" pitchFamily="18" charset="0"/>
                          </a:rPr>
                          <m:t>𝑖𝑠</m:t>
                        </m:r>
                        <m:r>
                          <a:rPr lang="en-US" sz="2600" i="1">
                            <a:solidFill>
                              <a:schemeClr val="bg1"/>
                            </a:solidFill>
                            <a:latin typeface="Cambria Math" panose="02040503050406030204" pitchFamily="18" charset="0"/>
                          </a:rPr>
                          <m:t> </m:t>
                        </m:r>
                        <m:r>
                          <a:rPr lang="en-US" sz="2600" i="1">
                            <a:solidFill>
                              <a:schemeClr val="bg1"/>
                            </a:solidFill>
                            <a:latin typeface="Cambria Math" panose="02040503050406030204" pitchFamily="18" charset="0"/>
                          </a:rPr>
                          <m:t>𝐸</m:t>
                        </m:r>
                      </m:e>
                      <m:sub>
                        <m:r>
                          <a:rPr lang="en-US" sz="2600" i="1">
                            <a:solidFill>
                              <a:schemeClr val="bg1"/>
                            </a:solidFill>
                            <a:latin typeface="Cambria Math" panose="02040503050406030204" pitchFamily="18" charset="0"/>
                          </a:rPr>
                          <m:t>𝑃</m:t>
                        </m:r>
                      </m:sub>
                    </m:sSub>
                  </m:oMath>
                </a14:m>
                <a:endParaRPr lang="en-US" sz="2600" b="1" dirty="0">
                  <a:solidFill>
                    <a:schemeClr val="bg1"/>
                  </a:solidFill>
                </a:endParaRPr>
              </a:p>
              <a:p>
                <a14:m>
                  <m:oMath xmlns:m="http://schemas.openxmlformats.org/officeDocument/2006/math">
                    <m:sSub>
                      <m:sSubPr>
                        <m:ctrlPr>
                          <a:rPr lang="en-US" sz="2600" i="1" smtClean="0">
                            <a:solidFill>
                              <a:schemeClr val="bg1"/>
                            </a:solidFill>
                            <a:latin typeface="Cambria Math" panose="02040503050406030204" pitchFamily="18" charset="0"/>
                          </a:rPr>
                        </m:ctrlPr>
                      </m:sSubPr>
                      <m:e>
                        <m:r>
                          <a:rPr lang="en-US" sz="2600" b="0" i="1" smtClean="0">
                            <a:solidFill>
                              <a:schemeClr val="bg1"/>
                            </a:solidFill>
                            <a:latin typeface="Cambria Math" panose="02040503050406030204" pitchFamily="18" charset="0"/>
                          </a:rPr>
                          <m:t>𝐸</m:t>
                        </m:r>
                      </m:e>
                      <m:sub>
                        <m:r>
                          <a:rPr lang="en-US" sz="2600" b="0" i="1" smtClean="0">
                            <a:solidFill>
                              <a:schemeClr val="bg1"/>
                            </a:solidFill>
                            <a:latin typeface="Cambria Math" panose="02040503050406030204" pitchFamily="18" charset="0"/>
                          </a:rPr>
                          <m:t>𝑃</m:t>
                        </m:r>
                      </m:sub>
                    </m:sSub>
                    <m:r>
                      <a:rPr lang="en-US" sz="2600" i="1">
                        <a:solidFill>
                          <a:schemeClr val="bg1"/>
                        </a:solidFill>
                        <a:latin typeface="Cambria Math" panose="02040503050406030204" pitchFamily="18" charset="0"/>
                      </a:rPr>
                      <m:t>= </m:t>
                    </m:r>
                    <m:f>
                      <m:fPr>
                        <m:ctrlPr>
                          <a:rPr lang="en-US" sz="2600" i="1">
                            <a:solidFill>
                              <a:schemeClr val="bg1"/>
                            </a:solidFill>
                            <a:latin typeface="Cambria Math" panose="02040503050406030204" pitchFamily="18" charset="0"/>
                          </a:rPr>
                        </m:ctrlPr>
                      </m:fPr>
                      <m:num>
                        <m:r>
                          <a:rPr lang="en-US" sz="2600" i="1">
                            <a:solidFill>
                              <a:schemeClr val="bg1"/>
                            </a:solidFill>
                            <a:latin typeface="Cambria Math" panose="02040503050406030204" pitchFamily="18" charset="0"/>
                          </a:rPr>
                          <m:t>h𝑐</m:t>
                        </m:r>
                      </m:num>
                      <m:den>
                        <m:sSub>
                          <m:sSubPr>
                            <m:ctrlPr>
                              <a:rPr lang="en-US" sz="2600" i="1">
                                <a:solidFill>
                                  <a:schemeClr val="bg1"/>
                                </a:solidFill>
                                <a:latin typeface="Cambria Math" panose="02040503050406030204" pitchFamily="18" charset="0"/>
                              </a:rPr>
                            </m:ctrlPr>
                          </m:sSubPr>
                          <m:e>
                            <m:r>
                              <a:rPr lang="en-US" sz="2600" i="1">
                                <a:solidFill>
                                  <a:schemeClr val="bg1"/>
                                </a:solidFill>
                                <a:latin typeface="Cambria Math" panose="02040503050406030204" pitchFamily="18" charset="0"/>
                                <a:ea typeface="Cambria Math" panose="02040503050406030204" pitchFamily="18" charset="0"/>
                              </a:rPr>
                              <m:t>𝜆</m:t>
                            </m:r>
                          </m:e>
                          <m:sub>
                            <m:r>
                              <a:rPr lang="en-US" sz="2600" i="1">
                                <a:solidFill>
                                  <a:schemeClr val="bg1"/>
                                </a:solidFill>
                                <a:latin typeface="Cambria Math" panose="02040503050406030204" pitchFamily="18" charset="0"/>
                              </a:rPr>
                              <m:t>𝑃</m:t>
                            </m:r>
                          </m:sub>
                        </m:sSub>
                        <m:r>
                          <a:rPr lang="en-US" sz="2600" b="0" i="1" smtClean="0">
                            <a:solidFill>
                              <a:schemeClr val="bg1"/>
                            </a:solidFill>
                            <a:latin typeface="Cambria Math" panose="02040503050406030204" pitchFamily="18" charset="0"/>
                            <a:ea typeface="Cambria Math" panose="02040503050406030204" pitchFamily="18" charset="0"/>
                          </a:rPr>
                          <m:t> </m:t>
                        </m:r>
                      </m:den>
                    </m:f>
                    <m:r>
                      <a:rPr lang="en-US" sz="2600" b="0" i="1" smtClean="0">
                        <a:solidFill>
                          <a:schemeClr val="bg1"/>
                        </a:solidFill>
                        <a:latin typeface="Cambria Math" panose="02040503050406030204" pitchFamily="18" charset="0"/>
                        <a:ea typeface="Cambria Math" panose="02040503050406030204" pitchFamily="18" charset="0"/>
                      </a:rPr>
                      <m:t>    </m:t>
                    </m:r>
                    <m:r>
                      <a:rPr lang="en-US" sz="2600" b="0" i="1" smtClean="0">
                        <a:solidFill>
                          <a:schemeClr val="bg1"/>
                        </a:solidFill>
                        <a:latin typeface="Cambria Math" panose="02040503050406030204" pitchFamily="18" charset="0"/>
                        <a:ea typeface="Cambria Math" panose="02040503050406030204" pitchFamily="18" charset="0"/>
                      </a:rPr>
                      <m:t>𝑤h𝑒𝑟𝑒</m:t>
                    </m:r>
                    <m:r>
                      <a:rPr lang="en-US" sz="2600" b="0" i="1" smtClean="0">
                        <a:solidFill>
                          <a:schemeClr val="bg1"/>
                        </a:solidFill>
                        <a:latin typeface="Cambria Math" panose="02040503050406030204" pitchFamily="18" charset="0"/>
                        <a:ea typeface="Cambria Math" panose="02040503050406030204" pitchFamily="18" charset="0"/>
                      </a:rPr>
                      <m:t> </m:t>
                    </m:r>
                    <m:r>
                      <a:rPr lang="en-US" sz="2600" b="0" i="1" smtClean="0">
                        <a:solidFill>
                          <a:schemeClr val="bg1"/>
                        </a:solidFill>
                        <a:latin typeface="Cambria Math" panose="02040503050406030204" pitchFamily="18" charset="0"/>
                      </a:rPr>
                      <m:t>𝑃𝑙𝑎𝑛𝑐𝑘</m:t>
                    </m:r>
                    <m:r>
                      <a:rPr lang="en-US" sz="2600" b="0" i="1" smtClean="0">
                        <a:solidFill>
                          <a:schemeClr val="bg1"/>
                        </a:solidFill>
                        <a:latin typeface="Cambria Math" panose="02040503050406030204" pitchFamily="18" charset="0"/>
                      </a:rPr>
                      <m:t> </m:t>
                    </m:r>
                    <m:r>
                      <a:rPr lang="en-US" sz="2600" b="0" i="1" smtClean="0">
                        <a:solidFill>
                          <a:schemeClr val="bg1"/>
                        </a:solidFill>
                        <a:latin typeface="Cambria Math" panose="02040503050406030204" pitchFamily="18" charset="0"/>
                      </a:rPr>
                      <m:t>𝑤𝑎𝑣𝑒𝑙𝑒𝑛𝑔𝑡h</m:t>
                    </m:r>
                    <m:r>
                      <a:rPr lang="en-US" sz="2600" b="0" i="1" smtClean="0">
                        <a:solidFill>
                          <a:schemeClr val="bg1"/>
                        </a:solidFill>
                        <a:latin typeface="Cambria Math" panose="02040503050406030204" pitchFamily="18" charset="0"/>
                      </a:rPr>
                      <m:t> </m:t>
                    </m:r>
                    <m:r>
                      <a:rPr lang="en-US" sz="2600" b="0" i="1" smtClean="0">
                        <a:solidFill>
                          <a:schemeClr val="bg1"/>
                        </a:solidFill>
                        <a:latin typeface="Cambria Math" panose="02040503050406030204" pitchFamily="18" charset="0"/>
                      </a:rPr>
                      <m:t>𝑖𝑠</m:t>
                    </m:r>
                    <m:sSub>
                      <m:sSubPr>
                        <m:ctrlPr>
                          <a:rPr lang="en-US" sz="2600" i="1">
                            <a:solidFill>
                              <a:schemeClr val="bg1"/>
                            </a:solidFill>
                            <a:latin typeface="Cambria Math" panose="02040503050406030204" pitchFamily="18" charset="0"/>
                          </a:rPr>
                        </m:ctrlPr>
                      </m:sSubPr>
                      <m:e>
                        <m:r>
                          <a:rPr lang="en-US" sz="2600" b="0" i="1" smtClean="0">
                            <a:solidFill>
                              <a:schemeClr val="bg1"/>
                            </a:solidFill>
                            <a:latin typeface="Cambria Math" panose="02040503050406030204" pitchFamily="18" charset="0"/>
                          </a:rPr>
                          <m:t> </m:t>
                        </m:r>
                        <m:r>
                          <a:rPr lang="en-US" sz="2600" i="1">
                            <a:solidFill>
                              <a:schemeClr val="bg1"/>
                            </a:solidFill>
                            <a:latin typeface="Cambria Math" panose="02040503050406030204" pitchFamily="18" charset="0"/>
                            <a:ea typeface="Cambria Math" panose="02040503050406030204" pitchFamily="18" charset="0"/>
                          </a:rPr>
                          <m:t>𝜆</m:t>
                        </m:r>
                      </m:e>
                      <m:sub>
                        <m:r>
                          <a:rPr lang="en-US" sz="2600" i="1">
                            <a:solidFill>
                              <a:schemeClr val="bg1"/>
                            </a:solidFill>
                            <a:latin typeface="Cambria Math" panose="02040503050406030204" pitchFamily="18" charset="0"/>
                          </a:rPr>
                          <m:t>𝑃</m:t>
                        </m:r>
                      </m:sub>
                    </m:sSub>
                  </m:oMath>
                </a14:m>
                <a:endParaRPr lang="en-US" i="1" dirty="0">
                  <a:solidFill>
                    <a:schemeClr val="bg1"/>
                  </a:solidFill>
                </a:endParaRPr>
              </a:p>
              <a:p>
                <a14:m>
                  <m:oMath xmlns:m="http://schemas.openxmlformats.org/officeDocument/2006/math">
                    <m:rad>
                      <m:radPr>
                        <m:degHide m:val="on"/>
                        <m:ctrlPr>
                          <a:rPr lang="en-US" i="1" smtClean="0">
                            <a:solidFill>
                              <a:schemeClr val="bg1"/>
                            </a:solidFill>
                            <a:latin typeface="Cambria Math" panose="02040503050406030204" pitchFamily="18" charset="0"/>
                          </a:rPr>
                        </m:ctrlPr>
                      </m:radPr>
                      <m:deg/>
                      <m:e>
                        <m:f>
                          <m:fPr>
                            <m:ctrlPr>
                              <a:rPr lang="en-US" i="1">
                                <a:solidFill>
                                  <a:schemeClr val="bg1"/>
                                </a:solidFill>
                                <a:latin typeface="Cambria Math" panose="02040503050406030204" pitchFamily="18" charset="0"/>
                              </a:rPr>
                            </m:ctrlPr>
                          </m:fPr>
                          <m:num>
                            <m:r>
                              <a:rPr lang="en-US" i="1">
                                <a:solidFill>
                                  <a:schemeClr val="bg1"/>
                                </a:solidFill>
                                <a:latin typeface="Cambria Math" panose="02040503050406030204" pitchFamily="18" charset="0"/>
                                <a:ea typeface="Cambria Math" panose="02040503050406030204" pitchFamily="18" charset="0"/>
                              </a:rPr>
                              <m:t>ℏ</m:t>
                            </m:r>
                            <m:sSup>
                              <m:sSupPr>
                                <m:ctrlPr>
                                  <a:rPr lang="en-US" i="1">
                                    <a:solidFill>
                                      <a:schemeClr val="bg1"/>
                                    </a:solidFill>
                                    <a:latin typeface="Cambria Math" panose="02040503050406030204" pitchFamily="18" charset="0"/>
                                  </a:rPr>
                                </m:ctrlPr>
                              </m:sSupPr>
                              <m:e>
                                <m:r>
                                  <a:rPr lang="en-US" i="1">
                                    <a:solidFill>
                                      <a:schemeClr val="bg1"/>
                                    </a:solidFill>
                                    <a:latin typeface="Cambria Math" panose="02040503050406030204" pitchFamily="18" charset="0"/>
                                  </a:rPr>
                                  <m:t>𝑐</m:t>
                                </m:r>
                              </m:e>
                              <m:sup>
                                <m:r>
                                  <a:rPr lang="en-US" i="1">
                                    <a:solidFill>
                                      <a:schemeClr val="bg1"/>
                                    </a:solidFill>
                                    <a:latin typeface="Cambria Math" panose="02040503050406030204" pitchFamily="18" charset="0"/>
                                  </a:rPr>
                                  <m:t>5</m:t>
                                </m:r>
                              </m:sup>
                            </m:sSup>
                          </m:num>
                          <m:den>
                            <m:r>
                              <a:rPr lang="en-US" i="1">
                                <a:solidFill>
                                  <a:schemeClr val="bg1"/>
                                </a:solidFill>
                                <a:latin typeface="Cambria Math" panose="02040503050406030204" pitchFamily="18" charset="0"/>
                              </a:rPr>
                              <m:t>𝐺</m:t>
                            </m:r>
                          </m:den>
                        </m:f>
                      </m:e>
                    </m:rad>
                    <m:r>
                      <a:rPr lang="en-US" i="1">
                        <a:solidFill>
                          <a:schemeClr val="bg1"/>
                        </a:solidFill>
                        <a:latin typeface="Cambria Math" panose="02040503050406030204" pitchFamily="18" charset="0"/>
                      </a:rPr>
                      <m:t>= </m:t>
                    </m:r>
                    <m:f>
                      <m:fPr>
                        <m:ctrlPr>
                          <a:rPr lang="en-US" i="1">
                            <a:solidFill>
                              <a:schemeClr val="bg1"/>
                            </a:solidFill>
                            <a:latin typeface="Cambria Math" panose="02040503050406030204" pitchFamily="18" charset="0"/>
                          </a:rPr>
                        </m:ctrlPr>
                      </m:fPr>
                      <m:num>
                        <m:r>
                          <a:rPr lang="en-US" i="1">
                            <a:solidFill>
                              <a:schemeClr val="bg1"/>
                            </a:solidFill>
                            <a:latin typeface="Cambria Math" panose="02040503050406030204" pitchFamily="18" charset="0"/>
                          </a:rPr>
                          <m:t>h𝑐</m:t>
                        </m:r>
                      </m:num>
                      <m:den>
                        <m:sSub>
                          <m:sSubPr>
                            <m:ctrlPr>
                              <a:rPr lang="en-US" i="1">
                                <a:solidFill>
                                  <a:schemeClr val="bg1"/>
                                </a:solidFill>
                                <a:latin typeface="Cambria Math" panose="02040503050406030204" pitchFamily="18" charset="0"/>
                              </a:rPr>
                            </m:ctrlPr>
                          </m:sSubPr>
                          <m:e>
                            <m:r>
                              <a:rPr lang="en-US" i="1">
                                <a:solidFill>
                                  <a:schemeClr val="bg1"/>
                                </a:solidFill>
                                <a:latin typeface="Cambria Math" panose="02040503050406030204" pitchFamily="18" charset="0"/>
                                <a:ea typeface="Cambria Math" panose="02040503050406030204" pitchFamily="18" charset="0"/>
                              </a:rPr>
                              <m:t>𝜆</m:t>
                            </m:r>
                          </m:e>
                          <m:sub>
                            <m:r>
                              <a:rPr lang="en-US" i="1">
                                <a:solidFill>
                                  <a:schemeClr val="bg1"/>
                                </a:solidFill>
                                <a:latin typeface="Cambria Math" panose="02040503050406030204" pitchFamily="18" charset="0"/>
                              </a:rPr>
                              <m:t>𝑃</m:t>
                            </m:r>
                          </m:sub>
                        </m:sSub>
                        <m:r>
                          <a:rPr lang="en-US" i="1">
                            <a:solidFill>
                              <a:schemeClr val="bg1"/>
                            </a:solidFill>
                            <a:latin typeface="Cambria Math" panose="02040503050406030204" pitchFamily="18" charset="0"/>
                            <a:ea typeface="Cambria Math" panose="02040503050406030204" pitchFamily="18" charset="0"/>
                          </a:rPr>
                          <m:t> </m:t>
                        </m:r>
                      </m:den>
                    </m:f>
                  </m:oMath>
                </a14:m>
                <a:r>
                  <a:rPr lang="en-US" dirty="0">
                    <a:solidFill>
                      <a:schemeClr val="bg1"/>
                    </a:solidFill>
                  </a:rPr>
                  <a:t> </a:t>
                </a:r>
                <a14:m>
                  <m:oMath xmlns:m="http://schemas.openxmlformats.org/officeDocument/2006/math">
                    <m:r>
                      <a:rPr lang="en-US" i="1">
                        <a:solidFill>
                          <a:schemeClr val="bg1"/>
                        </a:solidFill>
                        <a:latin typeface="Cambria Math" panose="02040503050406030204" pitchFamily="18" charset="0"/>
                      </a:rPr>
                      <m:t>= </m:t>
                    </m:r>
                    <m:f>
                      <m:fPr>
                        <m:ctrlPr>
                          <a:rPr lang="en-US" i="1">
                            <a:solidFill>
                              <a:schemeClr val="bg1"/>
                            </a:solidFill>
                            <a:latin typeface="Cambria Math" panose="02040503050406030204" pitchFamily="18" charset="0"/>
                          </a:rPr>
                        </m:ctrlPr>
                      </m:fPr>
                      <m:num>
                        <m:r>
                          <a:rPr lang="en-US" b="0" i="1" smtClean="0">
                            <a:solidFill>
                              <a:schemeClr val="bg1"/>
                            </a:solidFill>
                            <a:latin typeface="Cambria Math" panose="02040503050406030204" pitchFamily="18" charset="0"/>
                          </a:rPr>
                          <m:t>2</m:t>
                        </m:r>
                        <m:r>
                          <a:rPr lang="en-US" b="0" i="1" smtClean="0">
                            <a:solidFill>
                              <a:schemeClr val="bg1"/>
                            </a:solidFill>
                            <a:latin typeface="Cambria Math" panose="02040503050406030204" pitchFamily="18" charset="0"/>
                            <a:ea typeface="Cambria Math" panose="02040503050406030204" pitchFamily="18" charset="0"/>
                          </a:rPr>
                          <m:t>𝜋</m:t>
                        </m:r>
                        <m:r>
                          <a:rPr lang="en-US" i="1">
                            <a:solidFill>
                              <a:schemeClr val="bg1"/>
                            </a:solidFill>
                            <a:latin typeface="Cambria Math" panose="02040503050406030204" pitchFamily="18" charset="0"/>
                            <a:ea typeface="Cambria Math" panose="02040503050406030204" pitchFamily="18" charset="0"/>
                          </a:rPr>
                          <m:t>ℏ</m:t>
                        </m:r>
                        <m:r>
                          <a:rPr lang="en-US" i="1">
                            <a:solidFill>
                              <a:schemeClr val="bg1"/>
                            </a:solidFill>
                            <a:latin typeface="Cambria Math" panose="02040503050406030204" pitchFamily="18" charset="0"/>
                          </a:rPr>
                          <m:t>𝑐</m:t>
                        </m:r>
                      </m:num>
                      <m:den>
                        <m:sSub>
                          <m:sSubPr>
                            <m:ctrlPr>
                              <a:rPr lang="en-US" i="1">
                                <a:solidFill>
                                  <a:schemeClr val="bg1"/>
                                </a:solidFill>
                                <a:latin typeface="Cambria Math" panose="02040503050406030204" pitchFamily="18" charset="0"/>
                              </a:rPr>
                            </m:ctrlPr>
                          </m:sSubPr>
                          <m:e>
                            <m:r>
                              <a:rPr lang="en-US" i="1">
                                <a:solidFill>
                                  <a:schemeClr val="bg1"/>
                                </a:solidFill>
                                <a:latin typeface="Cambria Math" panose="02040503050406030204" pitchFamily="18" charset="0"/>
                                <a:ea typeface="Cambria Math" panose="02040503050406030204" pitchFamily="18" charset="0"/>
                              </a:rPr>
                              <m:t>𝜆</m:t>
                            </m:r>
                          </m:e>
                          <m:sub>
                            <m:r>
                              <a:rPr lang="en-US" i="1">
                                <a:solidFill>
                                  <a:schemeClr val="bg1"/>
                                </a:solidFill>
                                <a:latin typeface="Cambria Math" panose="02040503050406030204" pitchFamily="18" charset="0"/>
                              </a:rPr>
                              <m:t>𝑃</m:t>
                            </m:r>
                          </m:sub>
                        </m:sSub>
                        <m:r>
                          <a:rPr lang="en-US" i="1">
                            <a:solidFill>
                              <a:schemeClr val="bg1"/>
                            </a:solidFill>
                            <a:latin typeface="Cambria Math" panose="02040503050406030204" pitchFamily="18" charset="0"/>
                            <a:ea typeface="Cambria Math" panose="02040503050406030204" pitchFamily="18" charset="0"/>
                          </a:rPr>
                          <m:t> </m:t>
                        </m:r>
                      </m:den>
                    </m:f>
                  </m:oMath>
                </a14:m>
                <a:endParaRPr lang="en-US" dirty="0">
                  <a:solidFill>
                    <a:schemeClr val="bg1"/>
                  </a:solidFill>
                </a:endParaRPr>
              </a:p>
              <a:p>
                <a14:m>
                  <m:oMath xmlns:m="http://schemas.openxmlformats.org/officeDocument/2006/math">
                    <m:sSub>
                      <m:sSubPr>
                        <m:ctrlPr>
                          <a:rPr lang="en-US" i="1">
                            <a:solidFill>
                              <a:schemeClr val="bg1"/>
                            </a:solidFill>
                            <a:latin typeface="Cambria Math" panose="02040503050406030204" pitchFamily="18" charset="0"/>
                          </a:rPr>
                        </m:ctrlPr>
                      </m:sSubPr>
                      <m:e>
                        <m:r>
                          <a:rPr lang="en-US" i="1">
                            <a:solidFill>
                              <a:schemeClr val="bg1"/>
                            </a:solidFill>
                            <a:latin typeface="Cambria Math" panose="02040503050406030204" pitchFamily="18" charset="0"/>
                            <a:ea typeface="Cambria Math" panose="02040503050406030204" pitchFamily="18" charset="0"/>
                          </a:rPr>
                          <m:t>𝜆</m:t>
                        </m:r>
                      </m:e>
                      <m:sub>
                        <m:r>
                          <a:rPr lang="en-US" i="1">
                            <a:solidFill>
                              <a:schemeClr val="bg1"/>
                            </a:solidFill>
                            <a:latin typeface="Cambria Math" panose="02040503050406030204" pitchFamily="18" charset="0"/>
                          </a:rPr>
                          <m:t>𝑝</m:t>
                        </m:r>
                      </m:sub>
                    </m:sSub>
                    <m:r>
                      <a:rPr lang="en-US" i="1">
                        <a:solidFill>
                          <a:schemeClr val="bg1"/>
                        </a:solidFill>
                        <a:latin typeface="Cambria Math" panose="02040503050406030204" pitchFamily="18" charset="0"/>
                      </a:rPr>
                      <m:t>=2</m:t>
                    </m:r>
                    <m:r>
                      <a:rPr lang="en-US" i="1">
                        <a:solidFill>
                          <a:schemeClr val="bg1"/>
                        </a:solidFill>
                        <a:latin typeface="Cambria Math" panose="02040503050406030204" pitchFamily="18" charset="0"/>
                        <a:ea typeface="Cambria Math" panose="02040503050406030204" pitchFamily="18" charset="0"/>
                      </a:rPr>
                      <m:t>𝜋</m:t>
                    </m:r>
                    <m:rad>
                      <m:radPr>
                        <m:degHide m:val="on"/>
                        <m:ctrlPr>
                          <a:rPr lang="en-US" i="1">
                            <a:solidFill>
                              <a:schemeClr val="bg1"/>
                            </a:solidFill>
                            <a:latin typeface="Cambria Math" panose="02040503050406030204" pitchFamily="18" charset="0"/>
                          </a:rPr>
                        </m:ctrlPr>
                      </m:radPr>
                      <m:deg/>
                      <m:e>
                        <m:f>
                          <m:fPr>
                            <m:ctrlPr>
                              <a:rPr lang="en-US" i="1">
                                <a:solidFill>
                                  <a:schemeClr val="bg1"/>
                                </a:solidFill>
                                <a:latin typeface="Cambria Math" panose="02040503050406030204" pitchFamily="18" charset="0"/>
                              </a:rPr>
                            </m:ctrlPr>
                          </m:fPr>
                          <m:num>
                            <m:r>
                              <a:rPr lang="en-US" b="0" i="1" smtClean="0">
                                <a:solidFill>
                                  <a:schemeClr val="bg1"/>
                                </a:solidFill>
                                <a:latin typeface="Cambria Math" panose="02040503050406030204" pitchFamily="18" charset="0"/>
                              </a:rPr>
                              <m:t>𝐺</m:t>
                            </m:r>
                            <m:r>
                              <a:rPr lang="en-US" i="1">
                                <a:solidFill>
                                  <a:schemeClr val="bg1"/>
                                </a:solidFill>
                                <a:latin typeface="Cambria Math" panose="02040503050406030204" pitchFamily="18" charset="0"/>
                                <a:ea typeface="Cambria Math" panose="02040503050406030204" pitchFamily="18" charset="0"/>
                              </a:rPr>
                              <m:t>ℏ</m:t>
                            </m:r>
                          </m:num>
                          <m:den>
                            <m:sSup>
                              <m:sSupPr>
                                <m:ctrlPr>
                                  <a:rPr lang="en-US" i="1">
                                    <a:solidFill>
                                      <a:schemeClr val="bg1"/>
                                    </a:solidFill>
                                    <a:latin typeface="Cambria Math" panose="02040503050406030204" pitchFamily="18" charset="0"/>
                                  </a:rPr>
                                </m:ctrlPr>
                              </m:sSupPr>
                              <m:e>
                                <m:r>
                                  <a:rPr lang="en-US" i="1">
                                    <a:solidFill>
                                      <a:schemeClr val="bg1"/>
                                    </a:solidFill>
                                    <a:latin typeface="Cambria Math" panose="02040503050406030204" pitchFamily="18" charset="0"/>
                                  </a:rPr>
                                  <m:t>𝑐</m:t>
                                </m:r>
                              </m:e>
                              <m:sup>
                                <m:r>
                                  <a:rPr lang="en-US" b="0" i="1" smtClean="0">
                                    <a:solidFill>
                                      <a:schemeClr val="bg1"/>
                                    </a:solidFill>
                                    <a:latin typeface="Cambria Math" panose="02040503050406030204" pitchFamily="18" charset="0"/>
                                  </a:rPr>
                                  <m:t>3</m:t>
                                </m:r>
                              </m:sup>
                            </m:sSup>
                          </m:den>
                        </m:f>
                      </m:e>
                    </m:rad>
                    <m:r>
                      <a:rPr lang="en-US" b="0" i="1" smtClean="0">
                        <a:solidFill>
                          <a:schemeClr val="bg1"/>
                        </a:solidFill>
                        <a:latin typeface="Cambria Math" panose="02040503050406030204" pitchFamily="18" charset="0"/>
                      </a:rPr>
                      <m:t>=</m:t>
                    </m:r>
                    <m:sSub>
                      <m:sSubPr>
                        <m:ctrlPr>
                          <a:rPr lang="en-US" i="1">
                            <a:solidFill>
                              <a:schemeClr val="bg1"/>
                            </a:solidFill>
                            <a:latin typeface="Cambria Math" panose="02040503050406030204" pitchFamily="18" charset="0"/>
                          </a:rPr>
                        </m:ctrlPr>
                      </m:sSubPr>
                      <m:e>
                        <m:r>
                          <a:rPr lang="en-US" i="1">
                            <a:solidFill>
                              <a:schemeClr val="bg1"/>
                            </a:solidFill>
                            <a:latin typeface="Cambria Math" panose="02040503050406030204" pitchFamily="18" charset="0"/>
                          </a:rPr>
                          <m:t>2</m:t>
                        </m:r>
                        <m:r>
                          <a:rPr lang="en-US" i="1">
                            <a:solidFill>
                              <a:schemeClr val="bg1"/>
                            </a:solidFill>
                            <a:latin typeface="Cambria Math" panose="02040503050406030204" pitchFamily="18" charset="0"/>
                            <a:ea typeface="Cambria Math" panose="02040503050406030204" pitchFamily="18" charset="0"/>
                          </a:rPr>
                          <m:t>𝜋</m:t>
                        </m:r>
                        <m:r>
                          <a:rPr lang="en-US" i="1">
                            <a:solidFill>
                              <a:schemeClr val="bg1"/>
                            </a:solidFill>
                            <a:latin typeface="Cambria Math" panose="02040503050406030204" pitchFamily="18" charset="0"/>
                          </a:rPr>
                          <m:t>𝐿</m:t>
                        </m:r>
                      </m:e>
                      <m:sub>
                        <m:r>
                          <a:rPr lang="en-US" i="1">
                            <a:solidFill>
                              <a:schemeClr val="bg1"/>
                            </a:solidFill>
                            <a:latin typeface="Cambria Math" panose="02040503050406030204" pitchFamily="18" charset="0"/>
                          </a:rPr>
                          <m:t>𝑝</m:t>
                        </m:r>
                      </m:sub>
                    </m:sSub>
                    <m:r>
                      <a:rPr lang="en-US" b="0" i="1" smtClean="0">
                        <a:solidFill>
                          <a:schemeClr val="bg1"/>
                        </a:solidFill>
                        <a:latin typeface="Cambria Math" panose="02040503050406030204" pitchFamily="18" charset="0"/>
                      </a:rPr>
                      <m:t> </m:t>
                    </m:r>
                    <m:r>
                      <a:rPr lang="en-US" b="1" i="1" smtClean="0">
                        <a:solidFill>
                          <a:schemeClr val="bg1"/>
                        </a:solidFill>
                        <a:latin typeface="Cambria Math" panose="02040503050406030204" pitchFamily="18" charset="0"/>
                      </a:rPr>
                      <m:t>   </m:t>
                    </m:r>
                  </m:oMath>
                </a14:m>
                <a:endParaRPr lang="en-US" b="1" i="1" dirty="0">
                  <a:solidFill>
                    <a:schemeClr val="bg1"/>
                  </a:solidFill>
                  <a:latin typeface="Cambria Math" panose="02040503050406030204" pitchFamily="18" charset="0"/>
                </a:endParaRPr>
              </a:p>
              <a:p>
                <a14:m>
                  <m:oMath xmlns:m="http://schemas.openxmlformats.org/officeDocument/2006/math">
                    <m:r>
                      <a:rPr lang="en-US" b="0" i="1" smtClean="0">
                        <a:solidFill>
                          <a:schemeClr val="bg1"/>
                        </a:solidFill>
                        <a:latin typeface="Cambria Math" panose="02040503050406030204" pitchFamily="18" charset="0"/>
                      </a:rPr>
                      <m:t>𝑃𝑙𝑎𝑛𝑐𝑘</m:t>
                    </m:r>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𝑤𝑎𝑣𝑒𝑙𝑒𝑛𝑔𝑡h</m:t>
                    </m:r>
                    <m:sSub>
                      <m:sSubPr>
                        <m:ctrlPr>
                          <a:rPr lang="en-US" i="1">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 </m:t>
                        </m:r>
                        <m:r>
                          <a:rPr lang="en-US" i="1">
                            <a:solidFill>
                              <a:schemeClr val="bg1"/>
                            </a:solidFill>
                            <a:latin typeface="Cambria Math" panose="02040503050406030204" pitchFamily="18" charset="0"/>
                            <a:ea typeface="Cambria Math" panose="02040503050406030204" pitchFamily="18" charset="0"/>
                          </a:rPr>
                          <m:t>𝜆</m:t>
                        </m:r>
                      </m:e>
                      <m:sub>
                        <m:r>
                          <a:rPr lang="en-US" i="1">
                            <a:solidFill>
                              <a:schemeClr val="bg1"/>
                            </a:solidFill>
                            <a:latin typeface="Cambria Math" panose="02040503050406030204" pitchFamily="18" charset="0"/>
                          </a:rPr>
                          <m:t>𝑝</m:t>
                        </m:r>
                      </m:sub>
                    </m:sSub>
                    <m:r>
                      <a:rPr lang="en-US" b="0" i="1" smtClean="0">
                        <a:solidFill>
                          <a:schemeClr val="bg1"/>
                        </a:solidFill>
                        <a:latin typeface="Cambria Math" panose="02040503050406030204" pitchFamily="18" charset="0"/>
                      </a:rPr>
                      <m:t>=2</m:t>
                    </m:r>
                    <m:r>
                      <a:rPr lang="en-US" b="0" i="1">
                        <a:solidFill>
                          <a:schemeClr val="bg1"/>
                        </a:solidFill>
                        <a:latin typeface="Cambria Math" panose="02040503050406030204" pitchFamily="18" charset="0"/>
                        <a:ea typeface="Cambria Math" panose="02040503050406030204" pitchFamily="18" charset="0"/>
                      </a:rPr>
                      <m:t>𝜋</m:t>
                    </m:r>
                    <m:r>
                      <a:rPr lang="en-US" b="0" i="1" smtClean="0">
                        <a:solidFill>
                          <a:schemeClr val="bg1"/>
                        </a:solidFill>
                        <a:latin typeface="Cambria Math" panose="02040503050406030204" pitchFamily="18" charset="0"/>
                        <a:ea typeface="Cambria Math" panose="02040503050406030204" pitchFamily="18" charset="0"/>
                      </a:rPr>
                      <m:t>∗</m:t>
                    </m:r>
                    <m:r>
                      <a:rPr lang="en-US" b="0" i="1" smtClean="0">
                        <a:solidFill>
                          <a:schemeClr val="bg1"/>
                        </a:solidFill>
                        <a:latin typeface="Cambria Math" panose="02040503050406030204" pitchFamily="18" charset="0"/>
                      </a:rPr>
                      <m:t>𝑃𝑙𝑎𝑛𝑐𝑘</m:t>
                    </m:r>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𝑙𝑒𝑛𝑔𝑡h</m:t>
                    </m:r>
                  </m:oMath>
                </a14:m>
                <a:endParaRPr lang="en-US" dirty="0">
                  <a:solidFill>
                    <a:schemeClr val="bg1"/>
                  </a:solidFill>
                </a:endParaRPr>
              </a:p>
            </p:txBody>
          </p:sp>
        </mc:Choice>
        <mc:Fallback xmlns="">
          <p:sp>
            <p:nvSpPr>
              <p:cNvPr id="3" name="Content Placeholder 2">
                <a:extLst>
                  <a:ext uri="{FF2B5EF4-FFF2-40B4-BE49-F238E27FC236}">
                    <a16:creationId xmlns:a16="http://schemas.microsoft.com/office/drawing/2014/main" id="{D0AC1EDC-D206-A34B-BDA4-748937473FB4}"/>
                  </a:ext>
                </a:extLst>
              </p:cNvPr>
              <p:cNvSpPr>
                <a:spLocks noGrp="1" noRot="1" noChangeAspect="1" noMove="1" noResize="1" noEditPoints="1" noAdjustHandles="1" noChangeArrowheads="1" noChangeShapeType="1" noTextEdit="1"/>
              </p:cNvSpPr>
              <p:nvPr>
                <p:ph idx="1"/>
              </p:nvPr>
            </p:nvSpPr>
            <p:spPr>
              <a:blipFill>
                <a:blip r:embed="rId3"/>
                <a:stretch>
                  <a:fillRect l="-1086"/>
                </a:stretch>
              </a:blipFill>
            </p:spPr>
            <p:txBody>
              <a:bodyPr/>
              <a:lstStyle/>
              <a:p>
                <a:r>
                  <a:rPr lang="en-US">
                    <a:noFill/>
                  </a:rPr>
                  <a:t> </a:t>
                </a:r>
              </a:p>
            </p:txBody>
          </p:sp>
        </mc:Fallback>
      </mc:AlternateContent>
      <p:sp>
        <p:nvSpPr>
          <p:cNvPr id="4" name="Footer Placeholder 3">
            <a:extLst>
              <a:ext uri="{FF2B5EF4-FFF2-40B4-BE49-F238E27FC236}">
                <a16:creationId xmlns:a16="http://schemas.microsoft.com/office/drawing/2014/main" id="{6683A3E2-867B-424E-A3DC-7273926B58AA}"/>
              </a:ext>
            </a:extLst>
          </p:cNvPr>
          <p:cNvSpPr>
            <a:spLocks noGrp="1"/>
          </p:cNvSpPr>
          <p:nvPr>
            <p:ph type="ftr" sz="quarter" idx="11"/>
          </p:nvPr>
        </p:nvSpPr>
        <p:spPr/>
        <p:txBody>
          <a:bodyPr/>
          <a:lstStyle/>
          <a:p>
            <a:r>
              <a:rPr lang="en-US"/>
              <a:t>J Mark Morris - Model of Nature - May 2019</a:t>
            </a:r>
            <a:endParaRPr lang="en-US" dirty="0"/>
          </a:p>
        </p:txBody>
      </p:sp>
    </p:spTree>
    <p:extLst>
      <p:ext uri="{BB962C8B-B14F-4D97-AF65-F5344CB8AC3E}">
        <p14:creationId xmlns:p14="http://schemas.microsoft.com/office/powerpoint/2010/main" val="17116079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710E0-917D-1E4E-AF75-DB1BCB1C149D}"/>
              </a:ext>
            </a:extLst>
          </p:cNvPr>
          <p:cNvSpPr>
            <a:spLocks noGrp="1"/>
          </p:cNvSpPr>
          <p:nvPr>
            <p:ph type="title"/>
          </p:nvPr>
        </p:nvSpPr>
        <p:spPr/>
        <p:txBody>
          <a:bodyPr/>
          <a:lstStyle/>
          <a:p>
            <a:r>
              <a:rPr lang="en-US" dirty="0">
                <a:solidFill>
                  <a:schemeClr val="bg1"/>
                </a:solidFill>
              </a:rPr>
              <a:t>The Planck Time of the Planck Photon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0AC1EDC-D206-A34B-BDA4-748937473FB4}"/>
                  </a:ext>
                </a:extLst>
              </p:cNvPr>
              <p:cNvSpPr>
                <a:spLocks noGrp="1"/>
              </p:cNvSpPr>
              <p:nvPr>
                <p:ph idx="1"/>
              </p:nvPr>
            </p:nvSpPr>
            <p:spPr/>
            <p:txBody>
              <a:bodyPr/>
              <a:lstStyle/>
              <a:p>
                <a14:m>
                  <m:oMath xmlns:m="http://schemas.openxmlformats.org/officeDocument/2006/math">
                    <m:sSub>
                      <m:sSubPr>
                        <m:ctrlPr>
                          <a:rPr lang="en-US" i="1" smtClean="0">
                            <a:solidFill>
                              <a:schemeClr val="bg1"/>
                            </a:solidFill>
                            <a:latin typeface="Cambria Math" panose="02040503050406030204" pitchFamily="18" charset="0"/>
                          </a:rPr>
                        </m:ctrlPr>
                      </m:sSubPr>
                      <m:e>
                        <m:r>
                          <a:rPr lang="en-US" smtClean="0">
                            <a:solidFill>
                              <a:schemeClr val="bg1"/>
                            </a:solidFill>
                            <a:latin typeface="Cambria Math" panose="02040503050406030204" pitchFamily="18" charset="0"/>
                          </a:rPr>
                          <m:t>𝑇</m:t>
                        </m:r>
                      </m:e>
                      <m:sub>
                        <m:r>
                          <a:rPr lang="en-US">
                            <a:solidFill>
                              <a:schemeClr val="bg1"/>
                            </a:solidFill>
                            <a:latin typeface="Cambria Math" panose="02040503050406030204" pitchFamily="18" charset="0"/>
                          </a:rPr>
                          <m:t>𝑝</m:t>
                        </m:r>
                      </m:sub>
                    </m:sSub>
                    <m:r>
                      <a:rPr lang="en-US">
                        <a:solidFill>
                          <a:schemeClr val="bg1"/>
                        </a:solidFill>
                        <a:latin typeface="Cambria Math" panose="02040503050406030204" pitchFamily="18" charset="0"/>
                      </a:rPr>
                      <m:t>= </m:t>
                    </m:r>
                    <m:rad>
                      <m:radPr>
                        <m:degHide m:val="on"/>
                        <m:ctrlPr>
                          <a:rPr lang="en-US" i="1">
                            <a:solidFill>
                              <a:schemeClr val="bg1"/>
                            </a:solidFill>
                            <a:latin typeface="Cambria Math" panose="02040503050406030204" pitchFamily="18" charset="0"/>
                          </a:rPr>
                        </m:ctrlPr>
                      </m:radPr>
                      <m:deg/>
                      <m:e>
                        <m:f>
                          <m:fPr>
                            <m:ctrlPr>
                              <a:rPr lang="en-US" i="1" smtClean="0">
                                <a:solidFill>
                                  <a:schemeClr val="bg1"/>
                                </a:solidFill>
                                <a:latin typeface="Cambria Math" panose="02040503050406030204" pitchFamily="18" charset="0"/>
                              </a:rPr>
                            </m:ctrlPr>
                          </m:fPr>
                          <m:num>
                            <m:r>
                              <a:rPr lang="en-US" smtClean="0">
                                <a:solidFill>
                                  <a:schemeClr val="bg1"/>
                                </a:solidFill>
                                <a:latin typeface="Cambria Math" panose="02040503050406030204" pitchFamily="18" charset="0"/>
                              </a:rPr>
                              <m:t>𝐺</m:t>
                            </m:r>
                            <m:r>
                              <a:rPr lang="en-US">
                                <a:solidFill>
                                  <a:schemeClr val="bg1"/>
                                </a:solidFill>
                                <a:latin typeface="Cambria Math" panose="02040503050406030204" pitchFamily="18" charset="0"/>
                              </a:rPr>
                              <m:t>ℏ</m:t>
                            </m:r>
                          </m:num>
                          <m:den>
                            <m:sSup>
                              <m:sSupPr>
                                <m:ctrlPr>
                                  <a:rPr lang="en-US" i="1" smtClean="0">
                                    <a:solidFill>
                                      <a:schemeClr val="bg1"/>
                                    </a:solidFill>
                                    <a:latin typeface="Cambria Math" panose="02040503050406030204" pitchFamily="18" charset="0"/>
                                  </a:rPr>
                                </m:ctrlPr>
                              </m:sSupPr>
                              <m:e>
                                <m:r>
                                  <a:rPr lang="en-US">
                                    <a:solidFill>
                                      <a:schemeClr val="bg1"/>
                                    </a:solidFill>
                                    <a:latin typeface="Cambria Math" panose="02040503050406030204" pitchFamily="18" charset="0"/>
                                  </a:rPr>
                                  <m:t>𝑐</m:t>
                                </m:r>
                              </m:e>
                              <m:sup>
                                <m:r>
                                  <a:rPr lang="en-US" smtClean="0">
                                    <a:solidFill>
                                      <a:schemeClr val="bg1"/>
                                    </a:solidFill>
                                    <a:latin typeface="Cambria Math" panose="02040503050406030204" pitchFamily="18" charset="0"/>
                                  </a:rPr>
                                  <m:t>5</m:t>
                                </m:r>
                              </m:sup>
                            </m:sSup>
                          </m:den>
                        </m:f>
                      </m:e>
                    </m:rad>
                    <m:r>
                      <a:rPr lang="en-US" smtClean="0">
                        <a:solidFill>
                          <a:schemeClr val="bg1"/>
                        </a:solidFill>
                        <a:latin typeface="Cambria Math" panose="02040503050406030204" pitchFamily="18" charset="0"/>
                      </a:rPr>
                      <m:t>=</m:t>
                    </m:r>
                    <m:f>
                      <m:fPr>
                        <m:ctrlPr>
                          <a:rPr lang="en-US" i="1" smtClean="0">
                            <a:solidFill>
                              <a:schemeClr val="bg1"/>
                            </a:solidFill>
                            <a:latin typeface="Cambria Math" panose="02040503050406030204" pitchFamily="18" charset="0"/>
                          </a:rPr>
                        </m:ctrlPr>
                      </m:fPr>
                      <m:num>
                        <m:sSub>
                          <m:sSubPr>
                            <m:ctrlPr>
                              <a:rPr lang="en-US" i="1">
                                <a:solidFill>
                                  <a:schemeClr val="bg1"/>
                                </a:solidFill>
                                <a:latin typeface="Cambria Math" panose="02040503050406030204" pitchFamily="18" charset="0"/>
                              </a:rPr>
                            </m:ctrlPr>
                          </m:sSubPr>
                          <m:e>
                            <m:r>
                              <a:rPr lang="en-US" smtClean="0">
                                <a:solidFill>
                                  <a:schemeClr val="bg1"/>
                                </a:solidFill>
                                <a:latin typeface="Cambria Math" panose="02040503050406030204" pitchFamily="18" charset="0"/>
                              </a:rPr>
                              <m:t>𝐿</m:t>
                            </m:r>
                          </m:e>
                          <m:sub>
                            <m:r>
                              <a:rPr lang="en-US">
                                <a:solidFill>
                                  <a:schemeClr val="bg1"/>
                                </a:solidFill>
                                <a:latin typeface="Cambria Math" panose="02040503050406030204" pitchFamily="18" charset="0"/>
                              </a:rPr>
                              <m:t>𝑝</m:t>
                            </m:r>
                          </m:sub>
                        </m:sSub>
                      </m:num>
                      <m:den>
                        <m:r>
                          <a:rPr lang="en-US" smtClean="0">
                            <a:solidFill>
                              <a:schemeClr val="bg1"/>
                            </a:solidFill>
                            <a:latin typeface="Cambria Math" panose="02040503050406030204" pitchFamily="18" charset="0"/>
                          </a:rPr>
                          <m:t>𝑐</m:t>
                        </m:r>
                      </m:den>
                    </m:f>
                    <m:r>
                      <a:rPr lang="en-US" smtClean="0">
                        <a:solidFill>
                          <a:schemeClr val="bg1"/>
                        </a:solidFill>
                        <a:latin typeface="Cambria Math" panose="02040503050406030204" pitchFamily="18" charset="0"/>
                      </a:rPr>
                      <m:t>  </m:t>
                    </m:r>
                    <m:r>
                      <a:rPr lang="en-US">
                        <a:solidFill>
                          <a:schemeClr val="bg1"/>
                        </a:solidFill>
                        <a:latin typeface="Cambria Math" panose="02040503050406030204" pitchFamily="18" charset="0"/>
                      </a:rPr>
                      <m:t>𝑤h𝑒𝑟𝑒</m:t>
                    </m:r>
                    <m:r>
                      <a:rPr lang="en-US">
                        <a:solidFill>
                          <a:schemeClr val="bg1"/>
                        </a:solidFill>
                        <a:latin typeface="Cambria Math" panose="02040503050406030204" pitchFamily="18" charset="0"/>
                      </a:rPr>
                      <m:t> </m:t>
                    </m:r>
                    <m:sSub>
                      <m:sSubPr>
                        <m:ctrlPr>
                          <a:rPr lang="en-US" i="1">
                            <a:solidFill>
                              <a:schemeClr val="bg1"/>
                            </a:solidFill>
                            <a:latin typeface="Cambria Math" panose="02040503050406030204" pitchFamily="18" charset="0"/>
                          </a:rPr>
                        </m:ctrlPr>
                      </m:sSubPr>
                      <m:e>
                        <m:r>
                          <a:rPr lang="en-US">
                            <a:solidFill>
                              <a:schemeClr val="bg1"/>
                            </a:solidFill>
                            <a:latin typeface="Cambria Math" panose="02040503050406030204" pitchFamily="18" charset="0"/>
                          </a:rPr>
                          <m:t>𝑃𝑙𝑎𝑛𝑐𝑘</m:t>
                        </m:r>
                        <m:r>
                          <a:rPr lang="en-US">
                            <a:solidFill>
                              <a:schemeClr val="bg1"/>
                            </a:solidFill>
                            <a:latin typeface="Cambria Math" panose="02040503050406030204" pitchFamily="18" charset="0"/>
                          </a:rPr>
                          <m:t> </m:t>
                        </m:r>
                        <m:r>
                          <a:rPr lang="en-US" smtClean="0">
                            <a:solidFill>
                              <a:schemeClr val="bg1"/>
                            </a:solidFill>
                            <a:latin typeface="Cambria Math" panose="02040503050406030204" pitchFamily="18" charset="0"/>
                          </a:rPr>
                          <m:t>𝑡𝑖𝑚𝑒</m:t>
                        </m:r>
                        <m:r>
                          <a:rPr lang="en-US">
                            <a:solidFill>
                              <a:schemeClr val="bg1"/>
                            </a:solidFill>
                            <a:latin typeface="Cambria Math" panose="02040503050406030204" pitchFamily="18" charset="0"/>
                          </a:rPr>
                          <m:t> </m:t>
                        </m:r>
                        <m:r>
                          <a:rPr lang="en-US">
                            <a:solidFill>
                              <a:schemeClr val="bg1"/>
                            </a:solidFill>
                            <a:latin typeface="Cambria Math" panose="02040503050406030204" pitchFamily="18" charset="0"/>
                          </a:rPr>
                          <m:t>𝑖𝑠</m:t>
                        </m:r>
                        <m:r>
                          <a:rPr lang="en-US">
                            <a:solidFill>
                              <a:schemeClr val="bg1"/>
                            </a:solidFill>
                            <a:latin typeface="Cambria Math" panose="02040503050406030204" pitchFamily="18" charset="0"/>
                          </a:rPr>
                          <m:t> </m:t>
                        </m:r>
                        <m:r>
                          <a:rPr lang="en-US" smtClean="0">
                            <a:solidFill>
                              <a:schemeClr val="bg1"/>
                            </a:solidFill>
                            <a:latin typeface="Cambria Math" panose="02040503050406030204" pitchFamily="18" charset="0"/>
                          </a:rPr>
                          <m:t>𝑇</m:t>
                        </m:r>
                      </m:e>
                      <m:sub>
                        <m:r>
                          <a:rPr lang="en-US">
                            <a:solidFill>
                              <a:schemeClr val="bg1"/>
                            </a:solidFill>
                            <a:latin typeface="Cambria Math" panose="02040503050406030204" pitchFamily="18" charset="0"/>
                          </a:rPr>
                          <m:t>𝑃</m:t>
                        </m:r>
                      </m:sub>
                    </m:sSub>
                    <m:r>
                      <a:rPr lang="en-US" smtClean="0">
                        <a:solidFill>
                          <a:schemeClr val="bg1"/>
                        </a:solidFill>
                        <a:latin typeface="Cambria Math" panose="02040503050406030204" pitchFamily="18" charset="0"/>
                      </a:rPr>
                      <m:t> </m:t>
                    </m:r>
                    <m:r>
                      <a:rPr lang="en-US" smtClean="0">
                        <a:solidFill>
                          <a:schemeClr val="bg1"/>
                        </a:solidFill>
                        <a:latin typeface="Cambria Math" panose="02040503050406030204" pitchFamily="18" charset="0"/>
                      </a:rPr>
                      <m:t>𝑎𝑛𝑑</m:t>
                    </m:r>
                    <m:sSub>
                      <m:sSubPr>
                        <m:ctrlPr>
                          <a:rPr lang="en-US" i="1">
                            <a:solidFill>
                              <a:schemeClr val="bg1"/>
                            </a:solidFill>
                            <a:latin typeface="Cambria Math" panose="02040503050406030204" pitchFamily="18" charset="0"/>
                          </a:rPr>
                        </m:ctrlPr>
                      </m:sSubPr>
                      <m:e>
                        <m:r>
                          <a:rPr lang="en-US" smtClean="0">
                            <a:solidFill>
                              <a:schemeClr val="bg1"/>
                            </a:solidFill>
                            <a:latin typeface="Cambria Math" panose="02040503050406030204" pitchFamily="18" charset="0"/>
                          </a:rPr>
                          <m:t> </m:t>
                        </m:r>
                        <m:r>
                          <a:rPr lang="en-US">
                            <a:solidFill>
                              <a:schemeClr val="bg1"/>
                            </a:solidFill>
                            <a:latin typeface="Cambria Math" panose="02040503050406030204" pitchFamily="18" charset="0"/>
                          </a:rPr>
                          <m:t>𝑃𝑙𝑎𝑛𝑐𝑘</m:t>
                        </m:r>
                        <m:r>
                          <a:rPr lang="en-US">
                            <a:solidFill>
                              <a:schemeClr val="bg1"/>
                            </a:solidFill>
                            <a:latin typeface="Cambria Math" panose="02040503050406030204" pitchFamily="18" charset="0"/>
                          </a:rPr>
                          <m:t> </m:t>
                        </m:r>
                        <m:r>
                          <a:rPr lang="en-US">
                            <a:solidFill>
                              <a:schemeClr val="bg1"/>
                            </a:solidFill>
                            <a:latin typeface="Cambria Math" panose="02040503050406030204" pitchFamily="18" charset="0"/>
                          </a:rPr>
                          <m:t>𝑙𝑒𝑛𝑔𝑡h</m:t>
                        </m:r>
                        <m:r>
                          <a:rPr lang="en-US">
                            <a:solidFill>
                              <a:schemeClr val="bg1"/>
                            </a:solidFill>
                            <a:latin typeface="Cambria Math" panose="02040503050406030204" pitchFamily="18" charset="0"/>
                          </a:rPr>
                          <m:t> </m:t>
                        </m:r>
                        <m:r>
                          <a:rPr lang="en-US">
                            <a:solidFill>
                              <a:schemeClr val="bg1"/>
                            </a:solidFill>
                            <a:latin typeface="Cambria Math" panose="02040503050406030204" pitchFamily="18" charset="0"/>
                          </a:rPr>
                          <m:t>𝑖𝑠</m:t>
                        </m:r>
                        <m:r>
                          <a:rPr lang="en-US">
                            <a:solidFill>
                              <a:schemeClr val="bg1"/>
                            </a:solidFill>
                            <a:latin typeface="Cambria Math" panose="02040503050406030204" pitchFamily="18" charset="0"/>
                          </a:rPr>
                          <m:t> </m:t>
                        </m:r>
                        <m:r>
                          <a:rPr lang="en-US">
                            <a:solidFill>
                              <a:schemeClr val="bg1"/>
                            </a:solidFill>
                            <a:latin typeface="Cambria Math" panose="02040503050406030204" pitchFamily="18" charset="0"/>
                          </a:rPr>
                          <m:t>𝐿</m:t>
                        </m:r>
                      </m:e>
                      <m:sub>
                        <m:r>
                          <a:rPr lang="en-US">
                            <a:solidFill>
                              <a:schemeClr val="bg1"/>
                            </a:solidFill>
                            <a:latin typeface="Cambria Math" panose="02040503050406030204" pitchFamily="18" charset="0"/>
                          </a:rPr>
                          <m:t>𝑃</m:t>
                        </m:r>
                      </m:sub>
                    </m:sSub>
                  </m:oMath>
                </a14:m>
                <a:endParaRPr lang="en-US" dirty="0">
                  <a:solidFill>
                    <a:schemeClr val="bg1"/>
                  </a:solidFill>
                </a:endParaRPr>
              </a:p>
              <a:p>
                <a14:m>
                  <m:oMath xmlns:m="http://schemas.openxmlformats.org/officeDocument/2006/math">
                    <m:sSub>
                      <m:sSubPr>
                        <m:ctrlPr>
                          <a:rPr lang="en-US" i="1" smtClean="0">
                            <a:solidFill>
                              <a:schemeClr val="bg1"/>
                            </a:solidFill>
                            <a:latin typeface="Cambria Math" panose="02040503050406030204" pitchFamily="18" charset="0"/>
                          </a:rPr>
                        </m:ctrlPr>
                      </m:sSubPr>
                      <m:e>
                        <m:r>
                          <a:rPr lang="en-US" smtClean="0">
                            <a:solidFill>
                              <a:schemeClr val="bg1"/>
                            </a:solidFill>
                            <a:latin typeface="Cambria Math" panose="02040503050406030204" pitchFamily="18" charset="0"/>
                          </a:rPr>
                          <m:t>𝑇</m:t>
                        </m:r>
                      </m:e>
                      <m:sub>
                        <m:r>
                          <a:rPr lang="en-US">
                            <a:solidFill>
                              <a:schemeClr val="bg1"/>
                            </a:solidFill>
                            <a:latin typeface="Cambria Math" panose="02040503050406030204" pitchFamily="18" charset="0"/>
                          </a:rPr>
                          <m:t>𝑝</m:t>
                        </m:r>
                      </m:sub>
                    </m:sSub>
                    <m:r>
                      <a:rPr lang="en-US">
                        <a:solidFill>
                          <a:schemeClr val="bg1"/>
                        </a:solidFill>
                        <a:latin typeface="Cambria Math" panose="02040503050406030204" pitchFamily="18" charset="0"/>
                      </a:rPr>
                      <m:t>=</m:t>
                    </m:r>
                    <m:r>
                      <a:rPr lang="en-US" smtClean="0">
                        <a:solidFill>
                          <a:schemeClr val="bg1"/>
                        </a:solidFill>
                        <a:latin typeface="Cambria Math" panose="02040503050406030204" pitchFamily="18" charset="0"/>
                      </a:rPr>
                      <m:t> </m:t>
                    </m:r>
                    <m:f>
                      <m:fPr>
                        <m:ctrlPr>
                          <a:rPr lang="en-US" i="1" dirty="0">
                            <a:solidFill>
                              <a:schemeClr val="bg1"/>
                            </a:solidFill>
                            <a:latin typeface="Cambria Math" panose="02040503050406030204" pitchFamily="18" charset="0"/>
                          </a:rPr>
                        </m:ctrlPr>
                      </m:fPr>
                      <m:num>
                        <m:sSub>
                          <m:sSubPr>
                            <m:ctrlPr>
                              <a:rPr lang="en-US" i="1">
                                <a:solidFill>
                                  <a:schemeClr val="bg1"/>
                                </a:solidFill>
                                <a:latin typeface="Cambria Math" panose="02040503050406030204" pitchFamily="18" charset="0"/>
                              </a:rPr>
                            </m:ctrlPr>
                          </m:sSubPr>
                          <m:e>
                            <m:r>
                              <a:rPr lang="en-US">
                                <a:solidFill>
                                  <a:schemeClr val="bg1"/>
                                </a:solidFill>
                                <a:latin typeface="Cambria Math" panose="02040503050406030204" pitchFamily="18" charset="0"/>
                              </a:rPr>
                              <m:t>𝜆</m:t>
                            </m:r>
                          </m:e>
                          <m:sub>
                            <m:r>
                              <a:rPr lang="en-US">
                                <a:solidFill>
                                  <a:schemeClr val="bg1"/>
                                </a:solidFill>
                                <a:latin typeface="Cambria Math" panose="02040503050406030204" pitchFamily="18" charset="0"/>
                              </a:rPr>
                              <m:t>𝑝</m:t>
                            </m:r>
                          </m:sub>
                        </m:sSub>
                      </m:num>
                      <m:den>
                        <m:r>
                          <a:rPr lang="en-US">
                            <a:solidFill>
                              <a:schemeClr val="bg1"/>
                            </a:solidFill>
                            <a:latin typeface="Cambria Math" panose="02040503050406030204" pitchFamily="18" charset="0"/>
                          </a:rPr>
                          <m:t>2</m:t>
                        </m:r>
                        <m:r>
                          <a:rPr lang="en-US">
                            <a:solidFill>
                              <a:schemeClr val="bg1"/>
                            </a:solidFill>
                            <a:latin typeface="Cambria Math" panose="02040503050406030204" pitchFamily="18" charset="0"/>
                          </a:rPr>
                          <m:t>𝜋</m:t>
                        </m:r>
                        <m:r>
                          <a:rPr lang="en-US" smtClean="0">
                            <a:solidFill>
                              <a:schemeClr val="bg1"/>
                            </a:solidFill>
                            <a:latin typeface="Cambria Math" panose="02040503050406030204" pitchFamily="18" charset="0"/>
                          </a:rPr>
                          <m:t>𝑐</m:t>
                        </m:r>
                      </m:den>
                    </m:f>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𝑓𝑟𝑜𝑚</m:t>
                    </m:r>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𝑃𝑙𝑎𝑛𝑐𝑘</m:t>
                    </m:r>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𝑙𝑒𝑛𝑔𝑡h</m:t>
                    </m:r>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𝑓𝑜𝑟𝑚𝑢𝑙𝑎</m:t>
                    </m:r>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𝑑𝑒𝑟𝑖𝑣𝑒𝑑</m:t>
                    </m:r>
                    <m:r>
                      <a:rPr lang="en-US" b="0" i="1" smtClean="0">
                        <a:solidFill>
                          <a:schemeClr val="bg1"/>
                        </a:solidFill>
                        <a:latin typeface="Cambria Math" panose="02040503050406030204" pitchFamily="18" charset="0"/>
                      </a:rPr>
                      <m:t> </m:t>
                    </m:r>
                    <m:r>
                      <a:rPr lang="en-US" b="0" i="1" smtClean="0">
                        <a:solidFill>
                          <a:schemeClr val="bg1"/>
                        </a:solidFill>
                        <a:latin typeface="Cambria Math" panose="02040503050406030204" pitchFamily="18" charset="0"/>
                      </a:rPr>
                      <m:t>𝑒𝑎𝑟𝑙𝑖𝑒𝑟</m:t>
                    </m:r>
                    <m:r>
                      <a:rPr lang="en-US" b="0" i="1" smtClean="0">
                        <a:solidFill>
                          <a:schemeClr val="bg1"/>
                        </a:solidFill>
                        <a:latin typeface="Cambria Math" panose="02040503050406030204" pitchFamily="18" charset="0"/>
                      </a:rPr>
                      <m:t>. </m:t>
                    </m:r>
                  </m:oMath>
                </a14:m>
                <a:endParaRPr lang="en-US" b="0" i="1" dirty="0">
                  <a:solidFill>
                    <a:schemeClr val="bg1"/>
                  </a:solidFill>
                  <a:latin typeface="Cambria Math" panose="02040503050406030204" pitchFamily="18" charset="0"/>
                </a:endParaRPr>
              </a:p>
              <a:p>
                <a14:m>
                  <m:oMath xmlns:m="http://schemas.openxmlformats.org/officeDocument/2006/math">
                    <m:sSub>
                      <m:sSubPr>
                        <m:ctrlPr>
                          <a:rPr lang="en-US" i="1">
                            <a:solidFill>
                              <a:schemeClr val="bg1"/>
                            </a:solidFill>
                            <a:latin typeface="Cambria Math" panose="02040503050406030204" pitchFamily="18" charset="0"/>
                          </a:rPr>
                        </m:ctrlPr>
                      </m:sSubPr>
                      <m:e>
                        <m:r>
                          <a:rPr lang="en-US">
                            <a:solidFill>
                              <a:schemeClr val="bg1"/>
                            </a:solidFill>
                            <a:latin typeface="Cambria Math" panose="02040503050406030204" pitchFamily="18" charset="0"/>
                          </a:rPr>
                          <m:t>𝜆</m:t>
                        </m:r>
                      </m:e>
                      <m:sub>
                        <m:r>
                          <a:rPr lang="en-US">
                            <a:solidFill>
                              <a:schemeClr val="bg1"/>
                            </a:solidFill>
                            <a:latin typeface="Cambria Math" panose="02040503050406030204" pitchFamily="18" charset="0"/>
                          </a:rPr>
                          <m:t>𝑝</m:t>
                        </m:r>
                      </m:sub>
                    </m:sSub>
                    <m:r>
                      <a:rPr lang="en-US">
                        <a:solidFill>
                          <a:schemeClr val="bg1"/>
                        </a:solidFill>
                        <a:latin typeface="Cambria Math" panose="02040503050406030204" pitchFamily="18" charset="0"/>
                      </a:rPr>
                      <m:t> = </m:t>
                    </m:r>
                    <m:f>
                      <m:fPr>
                        <m:ctrlPr>
                          <a:rPr lang="en-US" i="1" dirty="0">
                            <a:solidFill>
                              <a:schemeClr val="bg1"/>
                            </a:solidFill>
                            <a:latin typeface="Cambria Math" panose="02040503050406030204" pitchFamily="18" charset="0"/>
                          </a:rPr>
                        </m:ctrlPr>
                      </m:fPr>
                      <m:num>
                        <m:r>
                          <a:rPr lang="en-US" dirty="0" smtClean="0">
                            <a:solidFill>
                              <a:schemeClr val="bg1"/>
                            </a:solidFill>
                            <a:latin typeface="Cambria Math" panose="02040503050406030204" pitchFamily="18" charset="0"/>
                          </a:rPr>
                          <m:t>𝑐</m:t>
                        </m:r>
                      </m:num>
                      <m:den>
                        <m:sSub>
                          <m:sSubPr>
                            <m:ctrlPr>
                              <a:rPr lang="en-US" i="1">
                                <a:solidFill>
                                  <a:schemeClr val="bg1"/>
                                </a:solidFill>
                                <a:latin typeface="Cambria Math" panose="02040503050406030204" pitchFamily="18" charset="0"/>
                              </a:rPr>
                            </m:ctrlPr>
                          </m:sSubPr>
                          <m:e>
                            <m:r>
                              <a:rPr lang="en-US">
                                <a:solidFill>
                                  <a:schemeClr val="bg1"/>
                                </a:solidFill>
                                <a:latin typeface="Cambria Math" panose="02040503050406030204" pitchFamily="18" charset="0"/>
                              </a:rPr>
                              <m:t>𝑓</m:t>
                            </m:r>
                          </m:e>
                          <m:sub>
                            <m:r>
                              <a:rPr lang="en-US">
                                <a:solidFill>
                                  <a:schemeClr val="bg1"/>
                                </a:solidFill>
                                <a:latin typeface="Cambria Math" panose="02040503050406030204" pitchFamily="18" charset="0"/>
                              </a:rPr>
                              <m:t>𝑝</m:t>
                            </m:r>
                          </m:sub>
                        </m:sSub>
                      </m:den>
                    </m:f>
                  </m:oMath>
                </a14:m>
                <a:endParaRPr lang="en-US" dirty="0">
                  <a:solidFill>
                    <a:schemeClr val="bg1"/>
                  </a:solidFill>
                </a:endParaRPr>
              </a:p>
              <a:p>
                <a14:m>
                  <m:oMath xmlns:m="http://schemas.openxmlformats.org/officeDocument/2006/math">
                    <m:sSub>
                      <m:sSubPr>
                        <m:ctrlPr>
                          <a:rPr lang="en-US" i="1">
                            <a:solidFill>
                              <a:schemeClr val="bg1"/>
                            </a:solidFill>
                            <a:latin typeface="Cambria Math" panose="02040503050406030204" pitchFamily="18" charset="0"/>
                          </a:rPr>
                        </m:ctrlPr>
                      </m:sSubPr>
                      <m:e>
                        <m:r>
                          <a:rPr lang="en-US">
                            <a:solidFill>
                              <a:schemeClr val="bg1"/>
                            </a:solidFill>
                            <a:latin typeface="Cambria Math" panose="02040503050406030204" pitchFamily="18" charset="0"/>
                          </a:rPr>
                          <m:t>𝑇</m:t>
                        </m:r>
                      </m:e>
                      <m:sub>
                        <m:r>
                          <a:rPr lang="en-US">
                            <a:solidFill>
                              <a:schemeClr val="bg1"/>
                            </a:solidFill>
                            <a:latin typeface="Cambria Math" panose="02040503050406030204" pitchFamily="18" charset="0"/>
                          </a:rPr>
                          <m:t>𝑝</m:t>
                        </m:r>
                      </m:sub>
                    </m:sSub>
                    <m:r>
                      <a:rPr lang="en-US">
                        <a:solidFill>
                          <a:schemeClr val="bg1"/>
                        </a:solidFill>
                        <a:latin typeface="Cambria Math" panose="02040503050406030204" pitchFamily="18" charset="0"/>
                      </a:rPr>
                      <m:t>= </m:t>
                    </m:r>
                    <m:f>
                      <m:fPr>
                        <m:ctrlPr>
                          <a:rPr lang="en-US" i="1" dirty="0">
                            <a:solidFill>
                              <a:schemeClr val="bg1"/>
                            </a:solidFill>
                            <a:latin typeface="Cambria Math" panose="02040503050406030204" pitchFamily="18" charset="0"/>
                          </a:rPr>
                        </m:ctrlPr>
                      </m:fPr>
                      <m:num>
                        <m:r>
                          <a:rPr lang="en-US" dirty="0">
                            <a:solidFill>
                              <a:schemeClr val="bg1"/>
                            </a:solidFill>
                            <a:latin typeface="Cambria Math" panose="02040503050406030204" pitchFamily="18" charset="0"/>
                          </a:rPr>
                          <m:t>1</m:t>
                        </m:r>
                      </m:num>
                      <m:den>
                        <m:r>
                          <a:rPr lang="en-US">
                            <a:solidFill>
                              <a:schemeClr val="bg1"/>
                            </a:solidFill>
                            <a:latin typeface="Cambria Math" panose="02040503050406030204" pitchFamily="18" charset="0"/>
                          </a:rPr>
                          <m:t>2</m:t>
                        </m:r>
                        <m:r>
                          <a:rPr lang="en-US">
                            <a:solidFill>
                              <a:schemeClr val="bg1"/>
                            </a:solidFill>
                            <a:latin typeface="Cambria Math" panose="02040503050406030204" pitchFamily="18" charset="0"/>
                          </a:rPr>
                          <m:t>𝜋</m:t>
                        </m:r>
                        <m:sSub>
                          <m:sSubPr>
                            <m:ctrlPr>
                              <a:rPr lang="en-US" i="1">
                                <a:solidFill>
                                  <a:schemeClr val="bg1"/>
                                </a:solidFill>
                                <a:latin typeface="Cambria Math" panose="02040503050406030204" pitchFamily="18" charset="0"/>
                              </a:rPr>
                            </m:ctrlPr>
                          </m:sSubPr>
                          <m:e>
                            <m:r>
                              <a:rPr lang="en-US">
                                <a:solidFill>
                                  <a:schemeClr val="bg1"/>
                                </a:solidFill>
                                <a:latin typeface="Cambria Math" panose="02040503050406030204" pitchFamily="18" charset="0"/>
                              </a:rPr>
                              <m:t>𝑓</m:t>
                            </m:r>
                          </m:e>
                          <m:sub>
                            <m:r>
                              <a:rPr lang="en-US">
                                <a:solidFill>
                                  <a:schemeClr val="bg1"/>
                                </a:solidFill>
                                <a:latin typeface="Cambria Math" panose="02040503050406030204" pitchFamily="18" charset="0"/>
                              </a:rPr>
                              <m:t>𝑝</m:t>
                            </m:r>
                          </m:sub>
                        </m:sSub>
                      </m:den>
                    </m:f>
                  </m:oMath>
                </a14:m>
                <a:endParaRPr lang="en-US" dirty="0">
                  <a:solidFill>
                    <a:schemeClr val="bg1"/>
                  </a:solidFill>
                </a:endParaRPr>
              </a:p>
              <a:p>
                <a:r>
                  <a:rPr lang="en-US" sz="2400" b="1" dirty="0">
                    <a:solidFill>
                      <a:srgbClr val="FF0000"/>
                    </a:solidFill>
                  </a:rPr>
                  <a:t>Time is the inverse of 2 pi times the frequency of a photon</a:t>
                </a:r>
                <a:r>
                  <a:rPr lang="en-US" dirty="0">
                    <a:solidFill>
                      <a:srgbClr val="FF0000"/>
                    </a:solidFill>
                  </a:rPr>
                  <a:t>.</a:t>
                </a:r>
              </a:p>
            </p:txBody>
          </p:sp>
        </mc:Choice>
        <mc:Fallback xmlns="">
          <p:sp>
            <p:nvSpPr>
              <p:cNvPr id="3" name="Content Placeholder 2">
                <a:extLst>
                  <a:ext uri="{FF2B5EF4-FFF2-40B4-BE49-F238E27FC236}">
                    <a16:creationId xmlns:a16="http://schemas.microsoft.com/office/drawing/2014/main" id="{D0AC1EDC-D206-A34B-BDA4-748937473FB4}"/>
                  </a:ext>
                </a:extLst>
              </p:cNvPr>
              <p:cNvSpPr>
                <a:spLocks noGrp="1" noRot="1" noChangeAspect="1" noMove="1" noResize="1" noEditPoints="1" noAdjustHandles="1" noChangeArrowheads="1" noChangeShapeType="1" noTextEdit="1"/>
              </p:cNvSpPr>
              <p:nvPr>
                <p:ph idx="1"/>
              </p:nvPr>
            </p:nvSpPr>
            <p:spPr>
              <a:blipFill>
                <a:blip r:embed="rId3"/>
                <a:stretch>
                  <a:fillRect l="-1086"/>
                </a:stretch>
              </a:blipFill>
            </p:spPr>
            <p:txBody>
              <a:bodyPr/>
              <a:lstStyle/>
              <a:p>
                <a:r>
                  <a:rPr lang="en-US">
                    <a:noFill/>
                  </a:rPr>
                  <a:t> </a:t>
                </a:r>
              </a:p>
            </p:txBody>
          </p:sp>
        </mc:Fallback>
      </mc:AlternateContent>
      <p:sp>
        <p:nvSpPr>
          <p:cNvPr id="4" name="Footer Placeholder 3">
            <a:extLst>
              <a:ext uri="{FF2B5EF4-FFF2-40B4-BE49-F238E27FC236}">
                <a16:creationId xmlns:a16="http://schemas.microsoft.com/office/drawing/2014/main" id="{6683A3E2-867B-424E-A3DC-7273926B58AA}"/>
              </a:ext>
            </a:extLst>
          </p:cNvPr>
          <p:cNvSpPr>
            <a:spLocks noGrp="1"/>
          </p:cNvSpPr>
          <p:nvPr>
            <p:ph type="ftr" sz="quarter" idx="11"/>
          </p:nvPr>
        </p:nvSpPr>
        <p:spPr/>
        <p:txBody>
          <a:bodyPr/>
          <a:lstStyle/>
          <a:p>
            <a:r>
              <a:rPr lang="en-US"/>
              <a:t>J Mark Morris - Model of Nature - May 2019</a:t>
            </a:r>
            <a:endParaRPr lang="en-US" dirty="0"/>
          </a:p>
        </p:txBody>
      </p:sp>
    </p:spTree>
    <p:extLst>
      <p:ext uri="{BB962C8B-B14F-4D97-AF65-F5344CB8AC3E}">
        <p14:creationId xmlns:p14="http://schemas.microsoft.com/office/powerpoint/2010/main" val="1366734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B472D6-1E6F-282B-B3BB-702C48D8988F}"/>
              </a:ext>
            </a:extLst>
          </p:cNvPr>
          <p:cNvSpPr>
            <a:spLocks noGrp="1"/>
          </p:cNvSpPr>
          <p:nvPr>
            <p:ph type="title"/>
          </p:nvPr>
        </p:nvSpPr>
        <p:spPr/>
        <p:txBody>
          <a:bodyPr/>
          <a:lstStyle/>
          <a:p>
            <a:r>
              <a:rPr lang="en-US" dirty="0">
                <a:solidFill>
                  <a:schemeClr val="bg1"/>
                </a:solidFill>
              </a:rPr>
              <a:t>Ideation</a:t>
            </a:r>
          </a:p>
        </p:txBody>
      </p:sp>
      <p:sp>
        <p:nvSpPr>
          <p:cNvPr id="3" name="Content Placeholder 2">
            <a:extLst>
              <a:ext uri="{FF2B5EF4-FFF2-40B4-BE49-F238E27FC236}">
                <a16:creationId xmlns:a16="http://schemas.microsoft.com/office/drawing/2014/main" id="{29318F75-5101-C2C7-2A99-1EB991B6D853}"/>
              </a:ext>
            </a:extLst>
          </p:cNvPr>
          <p:cNvSpPr>
            <a:spLocks noGrp="1"/>
          </p:cNvSpPr>
          <p:nvPr>
            <p:ph idx="1"/>
          </p:nvPr>
        </p:nvSpPr>
        <p:spPr>
          <a:xfrm>
            <a:off x="838199" y="1295400"/>
            <a:ext cx="10748853" cy="4881563"/>
          </a:xfrm>
        </p:spPr>
        <p:txBody>
          <a:bodyPr/>
          <a:lstStyle/>
          <a:p>
            <a:r>
              <a:rPr lang="en-US" dirty="0">
                <a:solidFill>
                  <a:schemeClr val="bg1"/>
                </a:solidFill>
              </a:rPr>
              <a:t>Is this a family of assemblies?</a:t>
            </a:r>
          </a:p>
          <a:p>
            <a:pPr lvl="1"/>
            <a:r>
              <a:rPr lang="en-US" dirty="0">
                <a:solidFill>
                  <a:schemeClr val="bg1"/>
                </a:solidFill>
              </a:rPr>
              <a:t>Spacetime</a:t>
            </a:r>
          </a:p>
          <a:p>
            <a:pPr lvl="1"/>
            <a:r>
              <a:rPr lang="en-US" dirty="0">
                <a:solidFill>
                  <a:schemeClr val="bg1"/>
                </a:solidFill>
              </a:rPr>
              <a:t>Photons</a:t>
            </a:r>
          </a:p>
          <a:p>
            <a:pPr lvl="1"/>
            <a:r>
              <a:rPr lang="en-US" dirty="0">
                <a:solidFill>
                  <a:schemeClr val="bg1"/>
                </a:solidFill>
              </a:rPr>
              <a:t>Neutrinos?</a:t>
            </a:r>
          </a:p>
          <a:p>
            <a:r>
              <a:rPr lang="en-US" dirty="0">
                <a:solidFill>
                  <a:schemeClr val="bg1"/>
                </a:solidFill>
              </a:rPr>
              <a:t>Spacetime assemblies = pro and anti Noether core with all potentials at v &gt; @</a:t>
            </a:r>
          </a:p>
          <a:p>
            <a:r>
              <a:rPr lang="en-US" dirty="0">
                <a:solidFill>
                  <a:schemeClr val="bg1"/>
                </a:solidFill>
              </a:rPr>
              <a:t>Photon = pro and anti Noether core with potentials v &lt;= @</a:t>
            </a:r>
          </a:p>
          <a:p>
            <a:r>
              <a:rPr lang="en-US" dirty="0">
                <a:solidFill>
                  <a:schemeClr val="bg1"/>
                </a:solidFill>
              </a:rPr>
              <a:t>Neutrino = wobbly relative to photon</a:t>
            </a:r>
          </a:p>
          <a:p>
            <a:r>
              <a:rPr lang="en-US" dirty="0">
                <a:solidFill>
                  <a:schemeClr val="bg1"/>
                </a:solidFill>
              </a:rPr>
              <a:t>What are the reactions/decays where one changes to the other?</a:t>
            </a:r>
          </a:p>
        </p:txBody>
      </p:sp>
      <p:sp>
        <p:nvSpPr>
          <p:cNvPr id="4" name="Footer Placeholder 3">
            <a:extLst>
              <a:ext uri="{FF2B5EF4-FFF2-40B4-BE49-F238E27FC236}">
                <a16:creationId xmlns:a16="http://schemas.microsoft.com/office/drawing/2014/main" id="{7FA0EF5B-2EC0-3B58-9931-0D6CCA04398F}"/>
              </a:ext>
            </a:extLst>
          </p:cNvPr>
          <p:cNvSpPr>
            <a:spLocks noGrp="1"/>
          </p:cNvSpPr>
          <p:nvPr>
            <p:ph type="ftr" sz="quarter" idx="11"/>
          </p:nvPr>
        </p:nvSpPr>
        <p:spPr/>
        <p:txBody>
          <a:bodyPr/>
          <a:lstStyle/>
          <a:p>
            <a:r>
              <a:rPr lang="en-US"/>
              <a:t>J Mark Morris - Model of Nature - April 2019</a:t>
            </a:r>
          </a:p>
        </p:txBody>
      </p:sp>
    </p:spTree>
    <p:extLst>
      <p:ext uri="{BB962C8B-B14F-4D97-AF65-F5344CB8AC3E}">
        <p14:creationId xmlns:p14="http://schemas.microsoft.com/office/powerpoint/2010/main" val="36829711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5E7E4D-D630-5C4F-8804-1B02AA130DCE}"/>
              </a:ext>
            </a:extLst>
          </p:cNvPr>
          <p:cNvSpPr>
            <a:spLocks noGrp="1"/>
          </p:cNvSpPr>
          <p:nvPr>
            <p:ph type="title"/>
          </p:nvPr>
        </p:nvSpPr>
        <p:spPr/>
        <p:txBody>
          <a:bodyPr>
            <a:normAutofit/>
          </a:bodyPr>
          <a:lstStyle/>
          <a:p>
            <a:r>
              <a:rPr lang="en-US" dirty="0">
                <a:solidFill>
                  <a:schemeClr val="bg1"/>
                </a:solidFill>
              </a:rPr>
              <a:t>Highest Photon Energy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19E18AC-5B60-CD40-8CA4-5CB2C3892BA8}"/>
                  </a:ext>
                </a:extLst>
              </p:cNvPr>
              <p:cNvSpPr>
                <a:spLocks noGrp="1"/>
              </p:cNvSpPr>
              <p:nvPr>
                <p:ph idx="1"/>
              </p:nvPr>
            </p:nvSpPr>
            <p:spPr/>
            <p:txBody>
              <a:bodyPr>
                <a:normAutofit/>
              </a:bodyPr>
              <a:lstStyle/>
              <a:p>
                <a:r>
                  <a:rPr lang="en-US" dirty="0">
                    <a:solidFill>
                      <a:schemeClr val="bg1"/>
                    </a:solidFill>
                  </a:rPr>
                  <a:t>A Planck photon carries the Planck energy.</a:t>
                </a:r>
              </a:p>
              <a:p>
                <a:pPr lvl="1"/>
                <a14:m>
                  <m:oMath xmlns:m="http://schemas.openxmlformats.org/officeDocument/2006/math">
                    <m:sSub>
                      <m:sSubPr>
                        <m:ctrlPr>
                          <a:rPr lang="en-US" i="1" smtClean="0">
                            <a:solidFill>
                              <a:schemeClr val="bg1"/>
                            </a:solidFill>
                            <a:latin typeface="Cambria Math" panose="02040503050406030204" pitchFamily="18" charset="0"/>
                          </a:rPr>
                        </m:ctrlPr>
                      </m:sSubPr>
                      <m:e>
                        <m:r>
                          <a:rPr lang="en-US" smtClean="0">
                            <a:solidFill>
                              <a:schemeClr val="bg1"/>
                            </a:solidFill>
                            <a:latin typeface="Cambria Math" panose="02040503050406030204" pitchFamily="18" charset="0"/>
                          </a:rPr>
                          <m:t>𝐸</m:t>
                        </m:r>
                      </m:e>
                      <m:sub>
                        <m:r>
                          <a:rPr lang="en-US" smtClean="0">
                            <a:solidFill>
                              <a:schemeClr val="bg1"/>
                            </a:solidFill>
                            <a:latin typeface="Cambria Math" panose="02040503050406030204" pitchFamily="18" charset="0"/>
                          </a:rPr>
                          <m:t>𝑝</m:t>
                        </m:r>
                      </m:sub>
                    </m:sSub>
                    <m:r>
                      <a:rPr lang="en-US" smtClean="0">
                        <a:solidFill>
                          <a:schemeClr val="bg1"/>
                        </a:solidFill>
                        <a:latin typeface="Cambria Math" panose="02040503050406030204" pitchFamily="18" charset="0"/>
                      </a:rPr>
                      <m:t>= </m:t>
                    </m:r>
                    <m:rad>
                      <m:radPr>
                        <m:degHide m:val="on"/>
                        <m:ctrlPr>
                          <a:rPr lang="en-US" i="1" smtClean="0">
                            <a:solidFill>
                              <a:schemeClr val="bg1"/>
                            </a:solidFill>
                            <a:latin typeface="Cambria Math" panose="02040503050406030204" pitchFamily="18" charset="0"/>
                          </a:rPr>
                        </m:ctrlPr>
                      </m:radPr>
                      <m:deg/>
                      <m:e>
                        <m:f>
                          <m:fPr>
                            <m:ctrlPr>
                              <a:rPr lang="en-US" i="1" smtClean="0">
                                <a:solidFill>
                                  <a:schemeClr val="bg1"/>
                                </a:solidFill>
                                <a:latin typeface="Cambria Math" panose="02040503050406030204" pitchFamily="18" charset="0"/>
                              </a:rPr>
                            </m:ctrlPr>
                          </m:fPr>
                          <m:num>
                            <m:r>
                              <a:rPr lang="en-US" smtClean="0">
                                <a:solidFill>
                                  <a:schemeClr val="bg1"/>
                                </a:solidFill>
                                <a:latin typeface="Cambria Math" panose="02040503050406030204" pitchFamily="18" charset="0"/>
                              </a:rPr>
                              <m:t>ℏ</m:t>
                            </m:r>
                            <m:sSup>
                              <m:sSupPr>
                                <m:ctrlPr>
                                  <a:rPr lang="en-US" i="1" smtClean="0">
                                    <a:solidFill>
                                      <a:schemeClr val="bg1"/>
                                    </a:solidFill>
                                    <a:latin typeface="Cambria Math" panose="02040503050406030204" pitchFamily="18" charset="0"/>
                                  </a:rPr>
                                </m:ctrlPr>
                              </m:sSupPr>
                              <m:e>
                                <m:r>
                                  <a:rPr lang="en-US" smtClean="0">
                                    <a:solidFill>
                                      <a:schemeClr val="bg1"/>
                                    </a:solidFill>
                                    <a:latin typeface="Cambria Math" panose="02040503050406030204" pitchFamily="18" charset="0"/>
                                  </a:rPr>
                                  <m:t>𝑐</m:t>
                                </m:r>
                              </m:e>
                              <m:sup>
                                <m:r>
                                  <a:rPr lang="en-US" smtClean="0">
                                    <a:solidFill>
                                      <a:schemeClr val="bg1"/>
                                    </a:solidFill>
                                    <a:latin typeface="Cambria Math" panose="02040503050406030204" pitchFamily="18" charset="0"/>
                                  </a:rPr>
                                  <m:t>5</m:t>
                                </m:r>
                              </m:sup>
                            </m:sSup>
                          </m:num>
                          <m:den>
                            <m:r>
                              <a:rPr lang="en-US" smtClean="0">
                                <a:solidFill>
                                  <a:schemeClr val="bg1"/>
                                </a:solidFill>
                                <a:latin typeface="Cambria Math" panose="02040503050406030204" pitchFamily="18" charset="0"/>
                              </a:rPr>
                              <m:t>𝐺</m:t>
                            </m:r>
                          </m:den>
                        </m:f>
                      </m:e>
                    </m:rad>
                    <m:r>
                      <a:rPr lang="en-US" dirty="0">
                        <a:solidFill>
                          <a:schemeClr val="bg1"/>
                        </a:solidFill>
                        <a:latin typeface="Cambria Math" panose="02040503050406030204" pitchFamily="18" charset="0"/>
                      </a:rPr>
                      <m:t>=</m:t>
                    </m:r>
                    <m:f>
                      <m:fPr>
                        <m:ctrlPr>
                          <a:rPr lang="en-US" i="1" dirty="0" smtClean="0">
                            <a:solidFill>
                              <a:schemeClr val="bg1"/>
                            </a:solidFill>
                            <a:latin typeface="Cambria Math" panose="02040503050406030204" pitchFamily="18" charset="0"/>
                          </a:rPr>
                        </m:ctrlPr>
                      </m:fPr>
                      <m:num>
                        <m:r>
                          <a:rPr lang="en-US">
                            <a:solidFill>
                              <a:schemeClr val="bg1"/>
                            </a:solidFill>
                            <a:latin typeface="Cambria Math" panose="02040503050406030204" pitchFamily="18" charset="0"/>
                          </a:rPr>
                          <m:t>ℏ</m:t>
                        </m:r>
                      </m:num>
                      <m:den>
                        <m:sSub>
                          <m:sSubPr>
                            <m:ctrlPr>
                              <a:rPr lang="en-US" i="1">
                                <a:solidFill>
                                  <a:schemeClr val="bg1"/>
                                </a:solidFill>
                                <a:latin typeface="Cambria Math" panose="02040503050406030204" pitchFamily="18" charset="0"/>
                              </a:rPr>
                            </m:ctrlPr>
                          </m:sSubPr>
                          <m:e>
                            <m:r>
                              <a:rPr lang="en-US" smtClean="0">
                                <a:solidFill>
                                  <a:schemeClr val="bg1"/>
                                </a:solidFill>
                                <a:latin typeface="Cambria Math" panose="02040503050406030204" pitchFamily="18" charset="0"/>
                              </a:rPr>
                              <m:t>𝑇</m:t>
                            </m:r>
                          </m:e>
                          <m:sub>
                            <m:r>
                              <a:rPr lang="en-US">
                                <a:solidFill>
                                  <a:schemeClr val="bg1"/>
                                </a:solidFill>
                                <a:latin typeface="Cambria Math" panose="02040503050406030204" pitchFamily="18" charset="0"/>
                              </a:rPr>
                              <m:t>𝑝</m:t>
                            </m:r>
                          </m:sub>
                        </m:sSub>
                      </m:den>
                    </m:f>
                    <m:r>
                      <a:rPr lang="en-US" dirty="0" smtClean="0">
                        <a:solidFill>
                          <a:schemeClr val="bg1"/>
                        </a:solidFill>
                        <a:latin typeface="Cambria Math" panose="02040503050406030204" pitchFamily="18" charset="0"/>
                      </a:rPr>
                      <m:t>=</m:t>
                    </m:r>
                    <m:sSub>
                      <m:sSubPr>
                        <m:ctrlPr>
                          <a:rPr lang="en-US" i="1">
                            <a:solidFill>
                              <a:schemeClr val="bg1"/>
                            </a:solidFill>
                            <a:latin typeface="Cambria Math" panose="02040503050406030204" pitchFamily="18" charset="0"/>
                          </a:rPr>
                        </m:ctrlPr>
                      </m:sSubPr>
                      <m:e>
                        <m:r>
                          <a:rPr lang="en-US" smtClean="0">
                            <a:solidFill>
                              <a:schemeClr val="bg1"/>
                            </a:solidFill>
                            <a:latin typeface="Cambria Math" panose="02040503050406030204" pitchFamily="18" charset="0"/>
                          </a:rPr>
                          <m:t>𝑀</m:t>
                        </m:r>
                      </m:e>
                      <m:sub>
                        <m:r>
                          <a:rPr lang="en-US">
                            <a:solidFill>
                              <a:schemeClr val="bg1"/>
                            </a:solidFill>
                            <a:latin typeface="Cambria Math" panose="02040503050406030204" pitchFamily="18" charset="0"/>
                          </a:rPr>
                          <m:t>𝑝</m:t>
                        </m:r>
                      </m:sub>
                    </m:sSub>
                    <m:sSup>
                      <m:sSupPr>
                        <m:ctrlPr>
                          <a:rPr lang="en-US" i="1">
                            <a:solidFill>
                              <a:schemeClr val="bg1"/>
                            </a:solidFill>
                            <a:latin typeface="Cambria Math" panose="02040503050406030204" pitchFamily="18" charset="0"/>
                          </a:rPr>
                        </m:ctrlPr>
                      </m:sSupPr>
                      <m:e>
                        <m:r>
                          <a:rPr lang="en-US">
                            <a:solidFill>
                              <a:schemeClr val="bg1"/>
                            </a:solidFill>
                            <a:latin typeface="Cambria Math" panose="02040503050406030204" pitchFamily="18" charset="0"/>
                          </a:rPr>
                          <m:t>𝑐</m:t>
                        </m:r>
                      </m:e>
                      <m:sup>
                        <m:r>
                          <a:rPr lang="en-US" smtClean="0">
                            <a:solidFill>
                              <a:schemeClr val="bg1"/>
                            </a:solidFill>
                            <a:latin typeface="Cambria Math" panose="02040503050406030204" pitchFamily="18" charset="0"/>
                          </a:rPr>
                          <m:t>2</m:t>
                        </m:r>
                      </m:sup>
                    </m:sSup>
                    <m:r>
                      <a:rPr lang="en-US" dirty="0" smtClean="0">
                        <a:solidFill>
                          <a:schemeClr val="bg1"/>
                        </a:solidFill>
                        <a:latin typeface="Cambria Math" panose="02040503050406030204" pitchFamily="18" charset="0"/>
                      </a:rPr>
                      <m:t>=</m:t>
                    </m:r>
                    <m:r>
                      <a:rPr lang="en-US" dirty="0" smtClean="0">
                        <a:solidFill>
                          <a:schemeClr val="bg1"/>
                        </a:solidFill>
                        <a:latin typeface="Cambria Math" panose="02040503050406030204" pitchFamily="18" charset="0"/>
                      </a:rPr>
                      <m:t>𝟏</m:t>
                    </m:r>
                    <m:r>
                      <a:rPr lang="en-US" dirty="0" smtClean="0">
                        <a:solidFill>
                          <a:schemeClr val="bg1"/>
                        </a:solidFill>
                        <a:latin typeface="Cambria Math" panose="02040503050406030204" pitchFamily="18" charset="0"/>
                      </a:rPr>
                      <m:t>.</m:t>
                    </m:r>
                    <m:r>
                      <a:rPr lang="en-US" dirty="0" smtClean="0">
                        <a:solidFill>
                          <a:schemeClr val="bg1"/>
                        </a:solidFill>
                        <a:latin typeface="Cambria Math" panose="02040503050406030204" pitchFamily="18" charset="0"/>
                      </a:rPr>
                      <m:t>𝟐𝟐𝟎𝟗</m:t>
                    </m:r>
                    <m:r>
                      <a:rPr lang="en-US" dirty="0" smtClean="0">
                        <a:solidFill>
                          <a:schemeClr val="bg1"/>
                        </a:solidFill>
                        <a:latin typeface="Cambria Math" panose="02040503050406030204" pitchFamily="18" charset="0"/>
                      </a:rPr>
                      <m:t> </m:t>
                    </m:r>
                    <m:r>
                      <a:rPr lang="en-US" dirty="0" smtClean="0">
                        <a:solidFill>
                          <a:schemeClr val="bg1"/>
                        </a:solidFill>
                        <a:latin typeface="Cambria Math" panose="02040503050406030204" pitchFamily="18" charset="0"/>
                      </a:rPr>
                      <m:t>𝐱</m:t>
                    </m:r>
                    <m:r>
                      <a:rPr lang="en-US" dirty="0" smtClean="0">
                        <a:solidFill>
                          <a:schemeClr val="bg1"/>
                        </a:solidFill>
                        <a:latin typeface="Cambria Math" panose="02040503050406030204" pitchFamily="18" charset="0"/>
                      </a:rPr>
                      <m:t> </m:t>
                    </m:r>
                    <m:sSup>
                      <m:sSupPr>
                        <m:ctrlPr>
                          <a:rPr lang="en-US" i="1" dirty="0" smtClean="0">
                            <a:solidFill>
                              <a:schemeClr val="bg1"/>
                            </a:solidFill>
                            <a:latin typeface="Cambria Math" panose="02040503050406030204" pitchFamily="18" charset="0"/>
                          </a:rPr>
                        </m:ctrlPr>
                      </m:sSupPr>
                      <m:e>
                        <m:r>
                          <a:rPr lang="en-US" dirty="0" smtClean="0">
                            <a:solidFill>
                              <a:schemeClr val="bg1"/>
                            </a:solidFill>
                            <a:latin typeface="Cambria Math" panose="02040503050406030204" pitchFamily="18" charset="0"/>
                          </a:rPr>
                          <m:t>𝟏𝟎</m:t>
                        </m:r>
                      </m:e>
                      <m:sup>
                        <m:r>
                          <a:rPr lang="en-US" dirty="0" smtClean="0">
                            <a:solidFill>
                              <a:schemeClr val="bg1"/>
                            </a:solidFill>
                            <a:latin typeface="Cambria Math" panose="02040503050406030204" pitchFamily="18" charset="0"/>
                          </a:rPr>
                          <m:t>𝟐𝟖</m:t>
                        </m:r>
                      </m:sup>
                    </m:sSup>
                    <m:r>
                      <a:rPr lang="en-US" dirty="0" smtClean="0">
                        <a:solidFill>
                          <a:schemeClr val="bg1"/>
                        </a:solidFill>
                        <a:latin typeface="Cambria Math" panose="02040503050406030204" pitchFamily="18" charset="0"/>
                      </a:rPr>
                      <m:t> </m:t>
                    </m:r>
                    <m:r>
                      <a:rPr lang="en-US" dirty="0" smtClean="0">
                        <a:solidFill>
                          <a:schemeClr val="bg1"/>
                        </a:solidFill>
                        <a:latin typeface="Cambria Math" panose="02040503050406030204" pitchFamily="18" charset="0"/>
                      </a:rPr>
                      <m:t>𝒆𝑽</m:t>
                    </m:r>
                  </m:oMath>
                </a14:m>
                <a:r>
                  <a:rPr lang="en-US" dirty="0">
                    <a:solidFill>
                      <a:schemeClr val="bg1"/>
                    </a:solidFill>
                  </a:rPr>
                  <a:t> </a:t>
                </a:r>
              </a:p>
              <a:p>
                <a:r>
                  <a:rPr lang="en-US" dirty="0">
                    <a:solidFill>
                      <a:schemeClr val="bg1"/>
                    </a:solidFill>
                  </a:rPr>
                  <a:t>The Planck photon holds one Planck wavelength of energy</a:t>
                </a:r>
              </a:p>
              <a:p>
                <a:pPr lvl="1"/>
                <a:r>
                  <a:rPr lang="en-US" dirty="0">
                    <a:solidFill>
                      <a:schemeClr val="bg1"/>
                    </a:solidFill>
                  </a:rPr>
                  <a:t>Aside: It is amazing how prescient the Planck units are (and obvious.)</a:t>
                </a:r>
              </a:p>
              <a:p>
                <a:r>
                  <a:rPr lang="en-US" dirty="0">
                    <a:solidFill>
                      <a:schemeClr val="bg1"/>
                    </a:solidFill>
                  </a:rPr>
                  <a:t>c = Planck length per Planck time</a:t>
                </a:r>
              </a:p>
              <a:p>
                <a:pPr lvl="1"/>
                <a:r>
                  <a:rPr lang="en-US" dirty="0">
                    <a:solidFill>
                      <a:schemeClr val="bg1"/>
                    </a:solidFill>
                  </a:rPr>
                  <a:t>Is this the ultimate c?</a:t>
                </a:r>
              </a:p>
              <a:p>
                <a:pPr lvl="2"/>
                <a:r>
                  <a:rPr lang="en-US" dirty="0">
                    <a:solidFill>
                      <a:schemeClr val="bg1"/>
                    </a:solidFill>
                  </a:rPr>
                  <a:t>With photons dropping in linear speed according to energy, per Lorentz?</a:t>
                </a:r>
              </a:p>
              <a:p>
                <a:pPr lvl="2"/>
                <a:r>
                  <a:rPr lang="en-US" dirty="0">
                    <a:solidFill>
                      <a:schemeClr val="bg1"/>
                    </a:solidFill>
                  </a:rPr>
                  <a:t>Still very close to c</a:t>
                </a:r>
              </a:p>
              <a:p>
                <a:pPr lvl="1"/>
                <a:r>
                  <a:rPr lang="en-US" dirty="0">
                    <a:solidFill>
                      <a:schemeClr val="bg1"/>
                    </a:solidFill>
                  </a:rPr>
                  <a:t>(</a:t>
                </a:r>
                <a:r>
                  <a:rPr lang="en-US" dirty="0">
                    <a:solidFill>
                      <a:schemeClr val="bg1"/>
                    </a:solidFill>
                    <a:hlinkClick r:id="rId2">
                      <a:extLst>
                        <a:ext uri="{A12FA001-AC4F-418D-AE19-62706E023703}">
                          <ahyp:hlinkClr xmlns:ahyp="http://schemas.microsoft.com/office/drawing/2018/hyperlinkcolor" val="tx"/>
                        </a:ext>
                      </a:extLst>
                    </a:hlinkClick>
                  </a:rPr>
                  <a:t>https://en.wikipedia.org/wiki/Speed_of_light</a:t>
                </a:r>
                <a:r>
                  <a:rPr lang="en-US" dirty="0">
                    <a:solidFill>
                      <a:schemeClr val="bg1"/>
                    </a:solidFill>
                  </a:rPr>
                  <a:t>)</a:t>
                </a:r>
              </a:p>
            </p:txBody>
          </p:sp>
        </mc:Choice>
        <mc:Fallback xmlns="">
          <p:sp>
            <p:nvSpPr>
              <p:cNvPr id="3" name="Content Placeholder 2">
                <a:extLst>
                  <a:ext uri="{FF2B5EF4-FFF2-40B4-BE49-F238E27FC236}">
                    <a16:creationId xmlns:a16="http://schemas.microsoft.com/office/drawing/2014/main" id="{B19E18AC-5B60-CD40-8CA4-5CB2C3892BA8}"/>
                  </a:ext>
                </a:extLst>
              </p:cNvPr>
              <p:cNvSpPr>
                <a:spLocks noGrp="1" noRot="1" noChangeAspect="1" noMove="1" noResize="1" noEditPoints="1" noAdjustHandles="1" noChangeArrowheads="1" noChangeShapeType="1" noTextEdit="1"/>
              </p:cNvSpPr>
              <p:nvPr>
                <p:ph idx="1"/>
              </p:nvPr>
            </p:nvSpPr>
            <p:spPr>
              <a:blipFill>
                <a:blip r:embed="rId3"/>
                <a:stretch>
                  <a:fillRect l="-1086" t="-2078"/>
                </a:stretch>
              </a:blipFill>
            </p:spPr>
            <p:txBody>
              <a:bodyPr/>
              <a:lstStyle/>
              <a:p>
                <a:r>
                  <a:rPr lang="en-US">
                    <a:noFill/>
                  </a:rPr>
                  <a:t> </a:t>
                </a:r>
              </a:p>
            </p:txBody>
          </p:sp>
        </mc:Fallback>
      </mc:AlternateContent>
      <p:sp>
        <p:nvSpPr>
          <p:cNvPr id="4" name="Footer Placeholder 3">
            <a:extLst>
              <a:ext uri="{FF2B5EF4-FFF2-40B4-BE49-F238E27FC236}">
                <a16:creationId xmlns:a16="http://schemas.microsoft.com/office/drawing/2014/main" id="{15A6F386-A202-D94B-A2A9-578B4C857EA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 - Model of Nature - May 2019</a:t>
            </a:r>
            <a:endPar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Tree>
    <p:extLst>
      <p:ext uri="{BB962C8B-B14F-4D97-AF65-F5344CB8AC3E}">
        <p14:creationId xmlns:p14="http://schemas.microsoft.com/office/powerpoint/2010/main" val="14739156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1B552F-D8F6-B044-8E06-2EB1094A18FD}"/>
              </a:ext>
            </a:extLst>
          </p:cNvPr>
          <p:cNvSpPr>
            <a:spLocks noGrp="1"/>
          </p:cNvSpPr>
          <p:nvPr>
            <p:ph type="title"/>
          </p:nvPr>
        </p:nvSpPr>
        <p:spPr>
          <a:xfrm>
            <a:off x="359508" y="152400"/>
            <a:ext cx="11142785" cy="777875"/>
          </a:xfrm>
        </p:spPr>
        <p:txBody>
          <a:bodyPr/>
          <a:lstStyle/>
          <a:p>
            <a:r>
              <a:rPr lang="en-US" b="1" dirty="0">
                <a:solidFill>
                  <a:schemeClr val="bg1"/>
                </a:solidFill>
              </a:rPr>
              <a:t>Accretion Disk Radiation</a:t>
            </a:r>
            <a:endParaRPr lang="en-US" b="1" i="1" dirty="0">
              <a:solidFill>
                <a:srgbClr val="00B050"/>
              </a:solidFill>
            </a:endParaRPr>
          </a:p>
        </p:txBody>
      </p:sp>
      <p:sp>
        <p:nvSpPr>
          <p:cNvPr id="3" name="Content Placeholder 2">
            <a:extLst>
              <a:ext uri="{FF2B5EF4-FFF2-40B4-BE49-F238E27FC236}">
                <a16:creationId xmlns:a16="http://schemas.microsoft.com/office/drawing/2014/main" id="{1DE175F9-8032-9042-8A6C-4BC95EA000C3}"/>
              </a:ext>
            </a:extLst>
          </p:cNvPr>
          <p:cNvSpPr>
            <a:spLocks noGrp="1"/>
          </p:cNvSpPr>
          <p:nvPr>
            <p:ph idx="1"/>
          </p:nvPr>
        </p:nvSpPr>
        <p:spPr>
          <a:xfrm>
            <a:off x="359508" y="990600"/>
            <a:ext cx="11660553" cy="5060950"/>
          </a:xfrm>
        </p:spPr>
        <p:txBody>
          <a:bodyPr>
            <a:noAutofit/>
          </a:bodyPr>
          <a:lstStyle/>
          <a:p>
            <a:pPr marL="0" indent="0">
              <a:buNone/>
            </a:pPr>
            <a:r>
              <a:rPr lang="en-US" sz="2400" dirty="0">
                <a:solidFill>
                  <a:schemeClr val="bg1"/>
                </a:solidFill>
              </a:rPr>
              <a:t>The radiation from an accretion disk is a result of the </a:t>
            </a:r>
            <a:r>
              <a:rPr lang="en-US" sz="2400" dirty="0">
                <a:solidFill>
                  <a:srgbClr val="FFC000"/>
                </a:solidFill>
              </a:rPr>
              <a:t>gravitational and frictional forces acting on the material in the disk</a:t>
            </a:r>
            <a:r>
              <a:rPr lang="en-US" sz="2400" dirty="0">
                <a:solidFill>
                  <a:schemeClr val="bg1"/>
                </a:solidFill>
              </a:rPr>
              <a:t>.</a:t>
            </a:r>
          </a:p>
          <a:p>
            <a:r>
              <a:rPr lang="en-US" sz="2000" b="1" dirty="0">
                <a:solidFill>
                  <a:schemeClr val="bg1"/>
                </a:solidFill>
              </a:rPr>
              <a:t>Electromagnetic Radiation</a:t>
            </a:r>
            <a:r>
              <a:rPr lang="en-US" sz="2000" dirty="0">
                <a:solidFill>
                  <a:schemeClr val="bg1"/>
                </a:solidFill>
              </a:rPr>
              <a:t>: As accretion disks rotate, they emit a range of electromagnetic radiation including X-rays, infrared radiation, radio waves, and visible light. They are the only part of a black hole that astronomers can detect.</a:t>
            </a:r>
          </a:p>
          <a:p>
            <a:r>
              <a:rPr lang="en-US" sz="2000" b="1" dirty="0">
                <a:solidFill>
                  <a:schemeClr val="bg1"/>
                </a:solidFill>
              </a:rPr>
              <a:t>Energy Conversion</a:t>
            </a:r>
            <a:r>
              <a:rPr lang="en-US" sz="2000" dirty="0">
                <a:solidFill>
                  <a:schemeClr val="bg1"/>
                </a:solidFill>
              </a:rPr>
              <a:t>: </a:t>
            </a:r>
            <a:r>
              <a:rPr lang="en-US" sz="2000" dirty="0">
                <a:solidFill>
                  <a:srgbClr val="FFC000"/>
                </a:solidFill>
              </a:rPr>
              <a:t>As material in the disk loses potential energy while spiraling inward, this energy converts into heat, significantly increasing the disk’s temperature. </a:t>
            </a:r>
            <a:r>
              <a:rPr lang="en-US" sz="2000" dirty="0">
                <a:solidFill>
                  <a:schemeClr val="bg1"/>
                </a:solidFill>
              </a:rPr>
              <a:t>The </a:t>
            </a:r>
            <a:r>
              <a:rPr lang="en-US" sz="2000" u="sng" dirty="0">
                <a:solidFill>
                  <a:schemeClr val="bg1"/>
                </a:solidFill>
              </a:rPr>
              <a:t>thermal radiation </a:t>
            </a:r>
            <a:r>
              <a:rPr lang="en-US" sz="2000" dirty="0">
                <a:solidFill>
                  <a:schemeClr val="bg1"/>
                </a:solidFill>
              </a:rPr>
              <a:t>emitted by the hot gas produces the bulk of the light emitted by the disk, often in the form of infrared, optical, or ultraviolet radiation.</a:t>
            </a:r>
          </a:p>
          <a:p>
            <a:r>
              <a:rPr lang="en-US" sz="2000" dirty="0">
                <a:solidFill>
                  <a:schemeClr val="bg1"/>
                </a:solidFill>
              </a:rPr>
              <a:t>Radiation Spectrum: The accretion disk emits intense radiation across the photon spectrum.</a:t>
            </a:r>
          </a:p>
          <a:p>
            <a:pPr lvl="1"/>
            <a:r>
              <a:rPr lang="en-US" sz="1800" dirty="0">
                <a:solidFill>
                  <a:schemeClr val="bg1"/>
                </a:solidFill>
              </a:rPr>
              <a:t>The frequency range of the radiation depends on the central object’s mass.</a:t>
            </a:r>
          </a:p>
          <a:p>
            <a:pPr lvl="1"/>
            <a:r>
              <a:rPr lang="en-US" sz="1800" dirty="0">
                <a:solidFill>
                  <a:schemeClr val="bg1"/>
                </a:solidFill>
              </a:rPr>
              <a:t>Radiation often takes the form of infrared, optical, or ultraviolet radiation. </a:t>
            </a:r>
          </a:p>
          <a:p>
            <a:pPr lvl="2"/>
            <a:r>
              <a:rPr lang="en-US" sz="1600" dirty="0">
                <a:solidFill>
                  <a:schemeClr val="bg1"/>
                </a:solidFill>
              </a:rPr>
              <a:t>Accretion disks regions of young stars and protostars radiate in the infrared. </a:t>
            </a:r>
          </a:p>
          <a:p>
            <a:pPr lvl="1"/>
            <a:r>
              <a:rPr lang="en-US" sz="1800" dirty="0">
                <a:solidFill>
                  <a:schemeClr val="bg1"/>
                </a:solidFill>
              </a:rPr>
              <a:t>Closer to the central object, the temperature can become so high that the disk emits x-rays. </a:t>
            </a:r>
          </a:p>
          <a:p>
            <a:pPr lvl="2"/>
            <a:r>
              <a:rPr lang="en-US" sz="1600" dirty="0">
                <a:solidFill>
                  <a:schemeClr val="bg1"/>
                </a:solidFill>
              </a:rPr>
              <a:t>Accretion disks regions around neutron stars and black holes radiate in the X-ray part of the spectrum. </a:t>
            </a:r>
          </a:p>
        </p:txBody>
      </p:sp>
      <p:sp>
        <p:nvSpPr>
          <p:cNvPr id="4" name="Footer Placeholder 3">
            <a:extLst>
              <a:ext uri="{FF2B5EF4-FFF2-40B4-BE49-F238E27FC236}">
                <a16:creationId xmlns:a16="http://schemas.microsoft.com/office/drawing/2014/main" id="{AE298B31-1BFF-FA43-BE03-3564E9784C3F}"/>
              </a:ext>
            </a:extLst>
          </p:cNvPr>
          <p:cNvSpPr>
            <a:spLocks noGrp="1"/>
          </p:cNvSpPr>
          <p:nvPr>
            <p:ph type="ftr" sz="quarter" idx="11"/>
          </p:nvPr>
        </p:nvSpPr>
        <p:spPr/>
        <p:txBody>
          <a:bodyPr/>
          <a:lstStyle/>
          <a:p>
            <a:r>
              <a:rPr lang="en-US" dirty="0"/>
              <a:t>J Mark Morris - Model of Nature</a:t>
            </a:r>
          </a:p>
        </p:txBody>
      </p:sp>
      <p:sp>
        <p:nvSpPr>
          <p:cNvPr id="10" name="TextBox 9">
            <a:extLst>
              <a:ext uri="{FF2B5EF4-FFF2-40B4-BE49-F238E27FC236}">
                <a16:creationId xmlns:a16="http://schemas.microsoft.com/office/drawing/2014/main" id="{C2B83150-4F12-656F-AC7E-84C86F683C96}"/>
              </a:ext>
            </a:extLst>
          </p:cNvPr>
          <p:cNvSpPr txBox="1"/>
          <p:nvPr/>
        </p:nvSpPr>
        <p:spPr>
          <a:xfrm>
            <a:off x="580644" y="6171684"/>
            <a:ext cx="6099048" cy="369332"/>
          </a:xfrm>
          <a:prstGeom prst="rect">
            <a:avLst/>
          </a:prstGeom>
          <a:noFill/>
        </p:spPr>
        <p:txBody>
          <a:bodyPr wrap="square">
            <a:spAutoFit/>
          </a:bodyPr>
          <a:lstStyle/>
          <a:p>
            <a:r>
              <a:rPr lang="en-US" sz="1800" b="1" i="1" dirty="0">
                <a:solidFill>
                  <a:srgbClr val="00B050"/>
                </a:solidFill>
              </a:rPr>
              <a:t>(h/t CoPilot)</a:t>
            </a:r>
            <a:endParaRPr lang="en-US" dirty="0"/>
          </a:p>
        </p:txBody>
      </p:sp>
      <p:sp>
        <p:nvSpPr>
          <p:cNvPr id="11" name="TextBox 10">
            <a:extLst>
              <a:ext uri="{FF2B5EF4-FFF2-40B4-BE49-F238E27FC236}">
                <a16:creationId xmlns:a16="http://schemas.microsoft.com/office/drawing/2014/main" id="{8E5F2F54-EC00-9294-583D-AF76AD870540}"/>
              </a:ext>
            </a:extLst>
          </p:cNvPr>
          <p:cNvSpPr txBox="1"/>
          <p:nvPr/>
        </p:nvSpPr>
        <p:spPr>
          <a:xfrm>
            <a:off x="7335012" y="2441222"/>
            <a:ext cx="4142233" cy="338554"/>
          </a:xfrm>
          <a:prstGeom prst="rect">
            <a:avLst/>
          </a:prstGeom>
          <a:solidFill>
            <a:srgbClr val="FF0000"/>
          </a:solidFill>
        </p:spPr>
        <p:txBody>
          <a:bodyPr wrap="square">
            <a:spAutoFit/>
          </a:bodyPr>
          <a:lstStyle/>
          <a:p>
            <a:pPr algn="ctr"/>
            <a:r>
              <a:rPr lang="en-US" sz="1600" i="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Newly radiated spacetime contribution?</a:t>
            </a:r>
          </a:p>
        </p:txBody>
      </p:sp>
      <p:sp>
        <p:nvSpPr>
          <p:cNvPr id="12" name="TextBox 11">
            <a:extLst>
              <a:ext uri="{FF2B5EF4-FFF2-40B4-BE49-F238E27FC236}">
                <a16:creationId xmlns:a16="http://schemas.microsoft.com/office/drawing/2014/main" id="{AA951411-EBF7-2552-82A0-A13764D23B25}"/>
              </a:ext>
            </a:extLst>
          </p:cNvPr>
          <p:cNvSpPr txBox="1"/>
          <p:nvPr/>
        </p:nvSpPr>
        <p:spPr>
          <a:xfrm>
            <a:off x="7335012" y="685800"/>
            <a:ext cx="4142233" cy="338554"/>
          </a:xfrm>
          <a:prstGeom prst="rect">
            <a:avLst/>
          </a:prstGeom>
          <a:solidFill>
            <a:srgbClr val="FF0000"/>
          </a:solidFill>
        </p:spPr>
        <p:txBody>
          <a:bodyPr wrap="square">
            <a:spAutoFit/>
          </a:bodyPr>
          <a:lstStyle/>
          <a:p>
            <a:pPr algn="ctr"/>
            <a:r>
              <a:rPr lang="en-US" sz="1600" i="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Newly radiated spacetime contribution?</a:t>
            </a:r>
          </a:p>
        </p:txBody>
      </p:sp>
    </p:spTree>
    <p:extLst>
      <p:ext uri="{BB962C8B-B14F-4D97-AF65-F5344CB8AC3E}">
        <p14:creationId xmlns:p14="http://schemas.microsoft.com/office/powerpoint/2010/main" val="29884126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1B552F-D8F6-B044-8E06-2EB1094A18FD}"/>
              </a:ext>
            </a:extLst>
          </p:cNvPr>
          <p:cNvSpPr>
            <a:spLocks noGrp="1"/>
          </p:cNvSpPr>
          <p:nvPr>
            <p:ph type="title"/>
          </p:nvPr>
        </p:nvSpPr>
        <p:spPr/>
        <p:txBody>
          <a:bodyPr/>
          <a:lstStyle/>
          <a:p>
            <a:r>
              <a:rPr lang="en-US" b="1" dirty="0">
                <a:solidFill>
                  <a:schemeClr val="bg1"/>
                </a:solidFill>
              </a:rPr>
              <a:t>Brainstorm</a:t>
            </a:r>
          </a:p>
        </p:txBody>
      </p:sp>
      <p:sp>
        <p:nvSpPr>
          <p:cNvPr id="3" name="Content Placeholder 2">
            <a:extLst>
              <a:ext uri="{FF2B5EF4-FFF2-40B4-BE49-F238E27FC236}">
                <a16:creationId xmlns:a16="http://schemas.microsoft.com/office/drawing/2014/main" id="{1DE175F9-8032-9042-8A6C-4BC95EA000C3}"/>
              </a:ext>
            </a:extLst>
          </p:cNvPr>
          <p:cNvSpPr>
            <a:spLocks noGrp="1"/>
          </p:cNvSpPr>
          <p:nvPr>
            <p:ph idx="1"/>
          </p:nvPr>
        </p:nvSpPr>
        <p:spPr>
          <a:xfrm>
            <a:off x="838200" y="1295400"/>
            <a:ext cx="10712938" cy="5060950"/>
          </a:xfrm>
        </p:spPr>
        <p:txBody>
          <a:bodyPr>
            <a:normAutofit/>
          </a:bodyPr>
          <a:lstStyle/>
          <a:p>
            <a:r>
              <a:rPr lang="en-US" sz="2400" dirty="0">
                <a:solidFill>
                  <a:schemeClr val="bg1"/>
                </a:solidFill>
              </a:rPr>
              <a:t>Is there a state beyond Bosonic planar where group velocity is greater than field speed @?</a:t>
            </a:r>
          </a:p>
          <a:p>
            <a:r>
              <a:rPr lang="en-US" sz="2400" dirty="0">
                <a:solidFill>
                  <a:schemeClr val="bg1"/>
                </a:solidFill>
              </a:rPr>
              <a:t>Does the orientation of the orbital planes pass through planar?</a:t>
            </a:r>
          </a:p>
          <a:p>
            <a:pPr lvl="1"/>
            <a:r>
              <a:rPr lang="en-US" sz="2000" dirty="0">
                <a:solidFill>
                  <a:schemeClr val="bg1"/>
                </a:solidFill>
              </a:rPr>
              <a:t>If so, Why? What is the duality? What are the implications?</a:t>
            </a:r>
          </a:p>
          <a:p>
            <a:pPr lvl="1"/>
            <a:r>
              <a:rPr lang="en-US" sz="2000" dirty="0">
                <a:solidFill>
                  <a:schemeClr val="bg1"/>
                </a:solidFill>
              </a:rPr>
              <a:t>Is that the interior of a black hole?  Dark photons?</a:t>
            </a:r>
          </a:p>
          <a:p>
            <a:pPr marL="457200" lvl="1" indent="0">
              <a:buNone/>
            </a:pPr>
            <a:endParaRPr lang="en-US" sz="2000" dirty="0">
              <a:solidFill>
                <a:schemeClr val="bg1"/>
              </a:solidFill>
            </a:endParaRPr>
          </a:p>
          <a:p>
            <a:pPr marL="0" indent="0">
              <a:buNone/>
            </a:pPr>
            <a:endParaRPr lang="en-US" sz="2400" dirty="0">
              <a:solidFill>
                <a:schemeClr val="bg1"/>
              </a:solidFill>
            </a:endParaRPr>
          </a:p>
        </p:txBody>
      </p:sp>
      <p:sp>
        <p:nvSpPr>
          <p:cNvPr id="4" name="Footer Placeholder 3">
            <a:extLst>
              <a:ext uri="{FF2B5EF4-FFF2-40B4-BE49-F238E27FC236}">
                <a16:creationId xmlns:a16="http://schemas.microsoft.com/office/drawing/2014/main" id="{AE298B31-1BFF-FA43-BE03-3564E9784C3F}"/>
              </a:ext>
            </a:extLst>
          </p:cNvPr>
          <p:cNvSpPr>
            <a:spLocks noGrp="1"/>
          </p:cNvSpPr>
          <p:nvPr>
            <p:ph type="ftr" sz="quarter" idx="11"/>
          </p:nvPr>
        </p:nvSpPr>
        <p:spPr/>
        <p:txBody>
          <a:bodyPr/>
          <a:lstStyle/>
          <a:p>
            <a:r>
              <a:rPr lang="en-US" dirty="0"/>
              <a:t>J Mark Morris - Model of Nature</a:t>
            </a:r>
          </a:p>
        </p:txBody>
      </p:sp>
    </p:spTree>
    <p:extLst>
      <p:ext uri="{BB962C8B-B14F-4D97-AF65-F5344CB8AC3E}">
        <p14:creationId xmlns:p14="http://schemas.microsoft.com/office/powerpoint/2010/main" val="11206908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1B552F-D8F6-B044-8E06-2EB1094A18FD}"/>
              </a:ext>
            </a:extLst>
          </p:cNvPr>
          <p:cNvSpPr>
            <a:spLocks noGrp="1"/>
          </p:cNvSpPr>
          <p:nvPr>
            <p:ph type="title"/>
          </p:nvPr>
        </p:nvSpPr>
        <p:spPr/>
        <p:txBody>
          <a:bodyPr/>
          <a:lstStyle/>
          <a:p>
            <a:r>
              <a:rPr lang="en-US" b="1" dirty="0">
                <a:solidFill>
                  <a:schemeClr val="bg1"/>
                </a:solidFill>
              </a:rPr>
              <a:t>Brainstorm II</a:t>
            </a:r>
          </a:p>
        </p:txBody>
      </p:sp>
      <p:sp>
        <p:nvSpPr>
          <p:cNvPr id="3" name="Content Placeholder 2">
            <a:extLst>
              <a:ext uri="{FF2B5EF4-FFF2-40B4-BE49-F238E27FC236}">
                <a16:creationId xmlns:a16="http://schemas.microsoft.com/office/drawing/2014/main" id="{1DE175F9-8032-9042-8A6C-4BC95EA000C3}"/>
              </a:ext>
            </a:extLst>
          </p:cNvPr>
          <p:cNvSpPr>
            <a:spLocks noGrp="1"/>
          </p:cNvSpPr>
          <p:nvPr>
            <p:ph idx="1"/>
          </p:nvPr>
        </p:nvSpPr>
        <p:spPr>
          <a:xfrm>
            <a:off x="838200" y="1295400"/>
            <a:ext cx="10712938" cy="5060950"/>
          </a:xfrm>
        </p:spPr>
        <p:txBody>
          <a:bodyPr>
            <a:normAutofit/>
          </a:bodyPr>
          <a:lstStyle/>
          <a:p>
            <a:r>
              <a:rPr lang="en-US" sz="2400" dirty="0">
                <a:solidFill>
                  <a:schemeClr val="bg1"/>
                </a:solidFill>
              </a:rPr>
              <a:t>The faster the group speed, the farther back in path history is the emitter.</a:t>
            </a:r>
          </a:p>
          <a:p>
            <a:pPr lvl="1"/>
            <a:r>
              <a:rPr lang="en-US" sz="2000" dirty="0">
                <a:solidFill>
                  <a:schemeClr val="bg1"/>
                </a:solidFill>
              </a:rPr>
              <a:t>Calculate these angles and relate to SR</a:t>
            </a:r>
          </a:p>
          <a:p>
            <a:pPr lvl="1"/>
            <a:r>
              <a:rPr lang="en-US" sz="2000" dirty="0">
                <a:solidFill>
                  <a:schemeClr val="bg1"/>
                </a:solidFill>
              </a:rPr>
              <a:t>What is the calculation with the binary orbital speed?</a:t>
            </a:r>
          </a:p>
          <a:p>
            <a:pPr lvl="1"/>
            <a:r>
              <a:rPr lang="en-US" sz="2000" dirty="0">
                <a:solidFill>
                  <a:schemeClr val="bg1"/>
                </a:solidFill>
              </a:rPr>
              <a:t>This is a cool problem.</a:t>
            </a:r>
          </a:p>
          <a:p>
            <a:pPr lvl="1"/>
            <a:r>
              <a:rPr lang="en-US" sz="2000" dirty="0">
                <a:solidFill>
                  <a:schemeClr val="bg1"/>
                </a:solidFill>
              </a:rPr>
              <a:t>What is that triangle in absolute time?</a:t>
            </a:r>
          </a:p>
          <a:p>
            <a:r>
              <a:rPr lang="en-US" sz="2400" dirty="0">
                <a:solidFill>
                  <a:schemeClr val="bg1"/>
                </a:solidFill>
              </a:rPr>
              <a:t>The origin of the intersecting sphere has an interesting geometry since the partner is both rotating and translating.</a:t>
            </a:r>
          </a:p>
          <a:p>
            <a:pPr marL="0" indent="0">
              <a:buNone/>
            </a:pPr>
            <a:endParaRPr lang="en-US" sz="2400" dirty="0">
              <a:solidFill>
                <a:schemeClr val="bg1"/>
              </a:solidFill>
            </a:endParaRPr>
          </a:p>
        </p:txBody>
      </p:sp>
      <p:sp>
        <p:nvSpPr>
          <p:cNvPr id="4" name="Footer Placeholder 3">
            <a:extLst>
              <a:ext uri="{FF2B5EF4-FFF2-40B4-BE49-F238E27FC236}">
                <a16:creationId xmlns:a16="http://schemas.microsoft.com/office/drawing/2014/main" id="{AE298B31-1BFF-FA43-BE03-3564E9784C3F}"/>
              </a:ext>
            </a:extLst>
          </p:cNvPr>
          <p:cNvSpPr>
            <a:spLocks noGrp="1"/>
          </p:cNvSpPr>
          <p:nvPr>
            <p:ph type="ftr" sz="quarter" idx="11"/>
          </p:nvPr>
        </p:nvSpPr>
        <p:spPr/>
        <p:txBody>
          <a:bodyPr/>
          <a:lstStyle/>
          <a:p>
            <a:r>
              <a:rPr lang="en-US" dirty="0"/>
              <a:t>J Mark Morris - Model of Nature</a:t>
            </a:r>
          </a:p>
        </p:txBody>
      </p:sp>
    </p:spTree>
    <p:extLst>
      <p:ext uri="{BB962C8B-B14F-4D97-AF65-F5344CB8AC3E}">
        <p14:creationId xmlns:p14="http://schemas.microsoft.com/office/powerpoint/2010/main" val="40190801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4AAE9F6A-8503-7C1E-DC77-007277F80F8E}"/>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B7FDD57B-7298-950D-F377-B10ACCF2D3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324"/>
            <a:ext cx="12192000" cy="686132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11A49875-3E4F-D65C-34D2-8278523713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734" y="321733"/>
            <a:ext cx="11573488" cy="6214534"/>
          </a:xfrm>
          <a:prstGeom prst="rect">
            <a:avLst/>
          </a:prstGeom>
          <a:solidFill>
            <a:schemeClr val="bg1">
              <a:lumMod val="75000"/>
              <a:lumOff val="25000"/>
            </a:schemeClr>
          </a:solidFill>
          <a:ln w="127000" cap="sq" cmpd="thinThick">
            <a:solidFill>
              <a:schemeClr val="bg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6B1F4047-FFD9-BE12-48A6-8D19559D8C14}"/>
              </a:ext>
            </a:extLst>
          </p:cNvPr>
          <p:cNvSpPr>
            <a:spLocks noGrp="1"/>
          </p:cNvSpPr>
          <p:nvPr>
            <p:ph type="ctrTitle"/>
          </p:nvPr>
        </p:nvSpPr>
        <p:spPr>
          <a:xfrm>
            <a:off x="1524000" y="1122362"/>
            <a:ext cx="9144000" cy="2840037"/>
          </a:xfrm>
        </p:spPr>
        <p:txBody>
          <a:bodyPr>
            <a:normAutofit/>
          </a:bodyPr>
          <a:lstStyle/>
          <a:p>
            <a:r>
              <a:rPr lang="en-US" sz="5800" dirty="0"/>
              <a:t>Thank You</a:t>
            </a:r>
          </a:p>
        </p:txBody>
      </p:sp>
      <p:sp>
        <p:nvSpPr>
          <p:cNvPr id="3" name="Subtitle 2">
            <a:extLst>
              <a:ext uri="{FF2B5EF4-FFF2-40B4-BE49-F238E27FC236}">
                <a16:creationId xmlns:a16="http://schemas.microsoft.com/office/drawing/2014/main" id="{CE6D7AF9-C866-DF27-A126-3C56EF47B9C5}"/>
              </a:ext>
            </a:extLst>
          </p:cNvPr>
          <p:cNvSpPr>
            <a:spLocks noGrp="1"/>
          </p:cNvSpPr>
          <p:nvPr>
            <p:ph type="subTitle" idx="1"/>
          </p:nvPr>
        </p:nvSpPr>
        <p:spPr>
          <a:xfrm>
            <a:off x="1524000" y="4256436"/>
            <a:ext cx="9144000" cy="1600818"/>
          </a:xfrm>
        </p:spPr>
        <p:txBody>
          <a:bodyPr>
            <a:normAutofit/>
          </a:bodyPr>
          <a:lstStyle/>
          <a:p>
            <a:r>
              <a:rPr lang="en-US" dirty="0"/>
              <a:t>Questions?</a:t>
            </a:r>
          </a:p>
        </p:txBody>
      </p:sp>
      <p:cxnSp>
        <p:nvCxnSpPr>
          <p:cNvPr id="13" name="Straight Connector 12">
            <a:extLst>
              <a:ext uri="{FF2B5EF4-FFF2-40B4-BE49-F238E27FC236}">
                <a16:creationId xmlns:a16="http://schemas.microsoft.com/office/drawing/2014/main" id="{6416F12C-F69A-CE7B-DEA6-625377B874D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724400" y="4109417"/>
            <a:ext cx="2743200" cy="0"/>
          </a:xfrm>
          <a:prstGeom prst="line">
            <a:avLst/>
          </a:prstGeom>
          <a:ln w="12700">
            <a:solidFill>
              <a:schemeClr val="tx1">
                <a:lumMod val="85000"/>
              </a:schemeClr>
            </a:solidFill>
          </a:ln>
        </p:spPr>
        <p:style>
          <a:lnRef idx="1">
            <a:schemeClr val="accent1"/>
          </a:lnRef>
          <a:fillRef idx="0">
            <a:schemeClr val="accent1"/>
          </a:fillRef>
          <a:effectRef idx="0">
            <a:schemeClr val="accent1"/>
          </a:effectRef>
          <a:fontRef idx="minor">
            <a:schemeClr val="tx1"/>
          </a:fontRef>
        </p:style>
      </p:cxnSp>
      <p:sp>
        <p:nvSpPr>
          <p:cNvPr id="4" name="Footer Placeholder 3">
            <a:extLst>
              <a:ext uri="{FF2B5EF4-FFF2-40B4-BE49-F238E27FC236}">
                <a16:creationId xmlns:a16="http://schemas.microsoft.com/office/drawing/2014/main" id="{21E419CB-135A-7CB3-1081-132E47C30FD8}"/>
              </a:ext>
            </a:extLst>
          </p:cNvPr>
          <p:cNvSpPr>
            <a:spLocks noGrp="1"/>
          </p:cNvSpPr>
          <p:nvPr>
            <p:ph type="ftr" sz="quarter" idx="11"/>
          </p:nvPr>
        </p:nvSpPr>
        <p:spPr>
          <a:xfrm>
            <a:off x="4038600" y="6159710"/>
            <a:ext cx="411480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US" sz="1200" b="0" i="0" u="none" strike="noStrike" kern="1200" cap="none" spc="0" normalizeH="0" baseline="0" noProof="0" dirty="0">
                <a:ln>
                  <a:noFill/>
                </a:ln>
                <a:solidFill>
                  <a:prstClr val="white">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 - Model </a:t>
            </a:r>
            <a:r>
              <a:rPr kumimoji="0" lang="en-US" sz="1200" b="0" i="0" u="none" strike="noStrike" kern="1200" cap="none" spc="0" normalizeH="0" baseline="0" noProof="0">
                <a:ln>
                  <a:noFill/>
                </a:ln>
                <a:solidFill>
                  <a:prstClr val="white">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of Nature</a:t>
            </a:r>
            <a:endParaRPr kumimoji="0" lang="en-US" sz="1200" b="0" i="0" u="none" strike="noStrike" kern="1200" cap="none" spc="0" normalizeH="0" baseline="0" noProof="0" dirty="0">
              <a:ln>
                <a:noFill/>
              </a:ln>
              <a:solidFill>
                <a:prstClr val="white">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Tree>
    <p:extLst>
      <p:ext uri="{BB962C8B-B14F-4D97-AF65-F5344CB8AC3E}">
        <p14:creationId xmlns:p14="http://schemas.microsoft.com/office/powerpoint/2010/main" val="1611375783"/>
      </p:ext>
    </p:extLst>
  </p:cSld>
  <p:clrMapOvr>
    <a:overrideClrMapping bg1="dk1" tx1="lt1" bg2="dk2" tx2="lt2" accent1="accent1" accent2="accent2" accent3="accent3" accent4="accent4" accent5="accent5" accent6="accent6" hlink="hlink" folHlink="folHlink"/>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a:extLst>
            <a:ext uri="{FF2B5EF4-FFF2-40B4-BE49-F238E27FC236}">
              <a16:creationId xmlns:a16="http://schemas.microsoft.com/office/drawing/2014/main" id="{4D8F059F-6C80-B080-6945-17914FFB74D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3D1BACA-4E14-7889-B356-66D27D832CD5}"/>
              </a:ext>
            </a:extLst>
          </p:cNvPr>
          <p:cNvSpPr txBox="1"/>
          <p:nvPr/>
        </p:nvSpPr>
        <p:spPr>
          <a:xfrm>
            <a:off x="0" y="358254"/>
            <a:ext cx="12191999" cy="3971280"/>
          </a:xfrm>
          <a:prstGeom prst="rect">
            <a:avLst/>
          </a:prstGeom>
          <a:noFill/>
        </p:spPr>
        <p:txBody>
          <a:bodyPr wrap="square" rtlCol="0">
            <a:spAutoFit/>
          </a:bodyPr>
          <a:lstStyle/>
          <a:p>
            <a:pPr marL="0" marR="0" lvl="0" indent="0" algn="ctr" defTabSz="914400" rtl="0" eaLnBrk="1" fontAlgn="auto" latinLnBrk="0" hangingPunct="1">
              <a:lnSpc>
                <a:spcPts val="11000"/>
              </a:lnSpc>
              <a:spcBef>
                <a:spcPts val="0"/>
              </a:spcBef>
              <a:spcAft>
                <a:spcPts val="0"/>
              </a:spcAft>
              <a:buClrTx/>
              <a:buSzTx/>
              <a:buFontTx/>
              <a:buNone/>
              <a:tabLst/>
              <a:defRPr/>
            </a:pPr>
            <a:r>
              <a:rPr kumimoji="0" lang="en-US" sz="11500" b="0" i="0" u="none" strike="noStrike" kern="1200" cap="none" spc="0" normalizeH="0" baseline="0" noProof="0" dirty="0">
                <a:ln>
                  <a:noFill/>
                </a:ln>
                <a:solidFill>
                  <a:prstClr val="white"/>
                </a:solidFill>
                <a:effectLst/>
                <a:uLnTx/>
                <a:uFillTx/>
                <a:latin typeface="Helvetica Neue UltraLight" panose="02000206000000020004" pitchFamily="2" charset="0"/>
                <a:ea typeface="Helvetica Neue UltraLight" panose="02000206000000020004" pitchFamily="2" charset="0"/>
                <a:cs typeface="Helvetica Neue" panose="02000503000000020004" pitchFamily="2" charset="0"/>
              </a:rPr>
              <a:t>neoclassical.ai</a:t>
            </a:r>
          </a:p>
          <a:p>
            <a:pPr marL="0" marR="0" lvl="0" indent="0" algn="ctr" defTabSz="914400" rtl="0" eaLnBrk="1" fontAlgn="auto" latinLnBrk="0" hangingPunct="1">
              <a:lnSpc>
                <a:spcPts val="10000"/>
              </a:lnSpc>
              <a:spcBef>
                <a:spcPts val="0"/>
              </a:spcBef>
              <a:spcAft>
                <a:spcPts val="0"/>
              </a:spcAft>
              <a:buClrTx/>
              <a:buSzTx/>
              <a:buFontTx/>
              <a:buNone/>
              <a:tabLst/>
              <a:defRPr/>
            </a:pPr>
            <a:r>
              <a:rPr kumimoji="0" lang="en-US" sz="8000" b="1" i="0" u="none" strike="noStrike" kern="1200" cap="none" spc="0" normalizeH="0" baseline="0" noProof="0" dirty="0">
                <a:ln>
                  <a:noFill/>
                </a:ln>
                <a:solidFill>
                  <a:srgbClr val="FFC000"/>
                </a:solidFill>
                <a:effectLst/>
                <a:uLnTx/>
                <a:uFillTx/>
                <a:latin typeface="Helvetica Neue Medium" panose="02000503000000020004" pitchFamily="2" charset="0"/>
                <a:ea typeface="Helvetica Neue Medium" panose="02000503000000020004" pitchFamily="2" charset="0"/>
                <a:cs typeface="Helvetica Neue Medium" panose="02000503000000020004" pitchFamily="2" charset="0"/>
              </a:rPr>
              <a:t>Point Potential Path </a:t>
            </a:r>
          </a:p>
          <a:p>
            <a:pPr marL="0" marR="0" lvl="0" indent="0" algn="ctr" defTabSz="914400" rtl="0" eaLnBrk="1" fontAlgn="auto" latinLnBrk="0" hangingPunct="1">
              <a:lnSpc>
                <a:spcPts val="10000"/>
              </a:lnSpc>
              <a:spcBef>
                <a:spcPts val="0"/>
              </a:spcBef>
              <a:spcAft>
                <a:spcPts val="0"/>
              </a:spcAft>
              <a:buClrTx/>
              <a:buSzTx/>
              <a:buFontTx/>
              <a:buNone/>
              <a:tabLst/>
              <a:defRPr/>
            </a:pPr>
            <a:r>
              <a:rPr kumimoji="0" lang="en-US" sz="8000" b="1" i="0" u="none" strike="noStrike" kern="1200" cap="none" spc="0" normalizeH="0" baseline="0" noProof="0" dirty="0">
                <a:ln>
                  <a:noFill/>
                </a:ln>
                <a:solidFill>
                  <a:srgbClr val="FFC000"/>
                </a:solidFill>
                <a:effectLst/>
                <a:uLnTx/>
                <a:uFillTx/>
                <a:latin typeface="Helvetica Neue Medium" panose="02000503000000020004" pitchFamily="2" charset="0"/>
                <a:ea typeface="Helvetica Neue Medium" panose="02000503000000020004" pitchFamily="2" charset="0"/>
                <a:cs typeface="Helvetica Neue Medium" panose="02000503000000020004" pitchFamily="2" charset="0"/>
              </a:rPr>
              <a:t>in a Photon</a:t>
            </a:r>
            <a:endParaRPr kumimoji="0" lang="en-US" sz="8000" b="1" i="0" u="none" strike="noStrike" kern="1200" cap="none" spc="0" normalizeH="0" baseline="0" noProof="0" dirty="0">
              <a:ln>
                <a:noFill/>
              </a:ln>
              <a:solidFill>
                <a:srgbClr val="FF8AD8"/>
              </a:solidFill>
              <a:effectLst/>
              <a:uLnTx/>
              <a:uFillTx/>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spTree>
    <p:extLst>
      <p:ext uri="{BB962C8B-B14F-4D97-AF65-F5344CB8AC3E}">
        <p14:creationId xmlns:p14="http://schemas.microsoft.com/office/powerpoint/2010/main" val="24509313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a:extLst>
            <a:ext uri="{FF2B5EF4-FFF2-40B4-BE49-F238E27FC236}">
              <a16:creationId xmlns:a16="http://schemas.microsoft.com/office/drawing/2014/main" id="{70215480-E715-568D-AE49-64982A1AFC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6DA45C-6B43-85E5-B9AF-5CAE0E7D0C93}"/>
              </a:ext>
            </a:extLst>
          </p:cNvPr>
          <p:cNvSpPr>
            <a:spLocks noGrp="1"/>
          </p:cNvSpPr>
          <p:nvPr>
            <p:ph type="title"/>
          </p:nvPr>
        </p:nvSpPr>
        <p:spPr/>
        <p:txBody>
          <a:bodyPr/>
          <a:lstStyle/>
          <a:p>
            <a:pPr algn="ctr"/>
            <a:r>
              <a:rPr lang="en-US" b="1" dirty="0">
                <a:solidFill>
                  <a:schemeClr val="bg1"/>
                </a:solidFill>
              </a:rPr>
              <a:t>Point Potential Path in a Photon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ECAE694-BA32-7A2C-A142-359AA4D86286}"/>
                  </a:ext>
                </a:extLst>
              </p:cNvPr>
              <p:cNvSpPr>
                <a:spLocks noGrp="1"/>
              </p:cNvSpPr>
              <p:nvPr>
                <p:ph idx="1"/>
              </p:nvPr>
            </p:nvSpPr>
            <p:spPr/>
            <p:txBody>
              <a:bodyPr/>
              <a:lstStyle/>
              <a:p>
                <a:r>
                  <a:rPr lang="en-US" dirty="0">
                    <a:solidFill>
                      <a:schemeClr val="bg1"/>
                    </a:solidFill>
                  </a:rPr>
                  <a:t>The photon is translating while the binaries are orbiting</a:t>
                </a:r>
              </a:p>
              <a:p>
                <a:pPr lvl="1"/>
                <a:r>
                  <a:rPr lang="en-US" dirty="0">
                    <a:solidFill>
                      <a:schemeClr val="bg1"/>
                    </a:solidFill>
                  </a:rPr>
                  <a:t>2 pi r transverse to group travel = wavelength </a:t>
                </a:r>
              </a:p>
              <a:p>
                <a14:m>
                  <m:oMath xmlns:m="http://schemas.openxmlformats.org/officeDocument/2006/math">
                    <m:r>
                      <a:rPr lang="en-US" smtClean="0">
                        <a:solidFill>
                          <a:schemeClr val="bg1"/>
                        </a:solidFill>
                        <a:latin typeface="Cambria Math" panose="02040503050406030204" pitchFamily="18" charset="0"/>
                      </a:rPr>
                      <m:t>𝜆</m:t>
                    </m:r>
                    <m:r>
                      <a:rPr lang="en-US" smtClean="0">
                        <a:solidFill>
                          <a:schemeClr val="bg1"/>
                        </a:solidFill>
                        <a:latin typeface="Cambria Math" panose="02040503050406030204" pitchFamily="18" charset="0"/>
                      </a:rPr>
                      <m:t>𝑓</m:t>
                    </m:r>
                    <m:r>
                      <a:rPr lang="en-US" smtClean="0">
                        <a:solidFill>
                          <a:schemeClr val="bg1"/>
                        </a:solidFill>
                        <a:latin typeface="Cambria Math" panose="02040503050406030204" pitchFamily="18" charset="0"/>
                      </a:rPr>
                      <m:t>=</m:t>
                    </m:r>
                    <m:r>
                      <a:rPr lang="en-US" dirty="0">
                        <a:solidFill>
                          <a:schemeClr val="bg1"/>
                        </a:solidFill>
                        <a:latin typeface="Cambria Math" panose="02040503050406030204" pitchFamily="18" charset="0"/>
                      </a:rPr>
                      <m:t>𝑐</m:t>
                    </m:r>
                  </m:oMath>
                </a14:m>
                <a:endParaRPr lang="en-US" dirty="0">
                  <a:solidFill>
                    <a:schemeClr val="bg1"/>
                  </a:solidFill>
                </a:endParaRPr>
              </a:p>
              <a:p>
                <a:r>
                  <a:rPr lang="en-US" dirty="0">
                    <a:solidFill>
                      <a:schemeClr val="bg1"/>
                    </a:solidFill>
                  </a:rPr>
                  <a:t>2 pi r / v = 1/f, i.e., r = v / (2 pi f) = v lambda / (2 pi c)   </a:t>
                </a:r>
              </a:p>
              <a:p>
                <a:r>
                  <a:rPr lang="en-US" dirty="0">
                    <a:solidFill>
                      <a:schemeClr val="bg1"/>
                    </a:solidFill>
                  </a:rPr>
                  <a:t>but this leads to very large r, which seems impractical</a:t>
                </a:r>
              </a:p>
              <a:p>
                <a:endParaRPr lang="en-US" dirty="0">
                  <a:solidFill>
                    <a:schemeClr val="bg1"/>
                  </a:solidFill>
                </a:endParaRPr>
              </a:p>
              <a:p>
                <a:r>
                  <a:rPr lang="en-US" dirty="0">
                    <a:solidFill>
                      <a:schemeClr val="bg1"/>
                    </a:solidFill>
                  </a:rPr>
                  <a:t>????</a:t>
                </a:r>
              </a:p>
              <a:p>
                <a:endParaRPr lang="en-US" dirty="0">
                  <a:solidFill>
                    <a:schemeClr val="bg1"/>
                  </a:solidFill>
                </a:endParaRPr>
              </a:p>
            </p:txBody>
          </p:sp>
        </mc:Choice>
        <mc:Fallback xmlns="">
          <p:sp>
            <p:nvSpPr>
              <p:cNvPr id="3" name="Content Placeholder 2">
                <a:extLst>
                  <a:ext uri="{FF2B5EF4-FFF2-40B4-BE49-F238E27FC236}">
                    <a16:creationId xmlns:a16="http://schemas.microsoft.com/office/drawing/2014/main" id="{4ECAE694-BA32-7A2C-A142-359AA4D86286}"/>
                  </a:ext>
                </a:extLst>
              </p:cNvPr>
              <p:cNvSpPr>
                <a:spLocks noGrp="1" noRot="1" noChangeAspect="1" noMove="1" noResize="1" noEditPoints="1" noAdjustHandles="1" noChangeArrowheads="1" noChangeShapeType="1" noTextEdit="1"/>
              </p:cNvSpPr>
              <p:nvPr>
                <p:ph idx="1"/>
              </p:nvPr>
            </p:nvSpPr>
            <p:spPr>
              <a:blipFill>
                <a:blip r:embed="rId3"/>
                <a:stretch>
                  <a:fillRect l="-1086" t="-2078"/>
                </a:stretch>
              </a:blipFill>
            </p:spPr>
            <p:txBody>
              <a:bodyPr/>
              <a:lstStyle/>
              <a:p>
                <a:r>
                  <a:rPr lang="en-US">
                    <a:noFill/>
                  </a:rPr>
                  <a:t> </a:t>
                </a:r>
              </a:p>
            </p:txBody>
          </p:sp>
        </mc:Fallback>
      </mc:AlternateContent>
      <p:sp>
        <p:nvSpPr>
          <p:cNvPr id="4" name="Footer Placeholder 3">
            <a:extLst>
              <a:ext uri="{FF2B5EF4-FFF2-40B4-BE49-F238E27FC236}">
                <a16:creationId xmlns:a16="http://schemas.microsoft.com/office/drawing/2014/main" id="{B6BA7640-03BA-9B0C-F166-4EB12D5298BE}"/>
              </a:ext>
            </a:extLst>
          </p:cNvPr>
          <p:cNvSpPr>
            <a:spLocks noGrp="1"/>
          </p:cNvSpPr>
          <p:nvPr>
            <p:ph type="ftr" sz="quarter" idx="11"/>
          </p:nvPr>
        </p:nvSpPr>
        <p:spPr/>
        <p:txBody>
          <a:bodyPr/>
          <a:lstStyle/>
          <a:p>
            <a:r>
              <a:rPr lang="en-US" dirty="0"/>
              <a:t>J Mark Morris - </a:t>
            </a:r>
            <a:r>
              <a:rPr lang="en-US" dirty="0" err="1"/>
              <a:t>neoclassical.ai</a:t>
            </a:r>
            <a:endParaRPr lang="en-US" dirty="0"/>
          </a:p>
        </p:txBody>
      </p:sp>
      <p:pic>
        <p:nvPicPr>
          <p:cNvPr id="5" name="Picture 4">
            <a:extLst>
              <a:ext uri="{FF2B5EF4-FFF2-40B4-BE49-F238E27FC236}">
                <a16:creationId xmlns:a16="http://schemas.microsoft.com/office/drawing/2014/main" id="{88CA6AE0-83F7-9825-7BEE-0EEECA3B0D76}"/>
              </a:ext>
            </a:extLst>
          </p:cNvPr>
          <p:cNvPicPr>
            <a:picLocks noChangeAspect="1"/>
          </p:cNvPicPr>
          <p:nvPr/>
        </p:nvPicPr>
        <p:blipFill>
          <a:blip r:embed="rId4"/>
          <a:stretch>
            <a:fillRect/>
          </a:stretch>
        </p:blipFill>
        <p:spPr>
          <a:xfrm>
            <a:off x="8858655" y="4126373"/>
            <a:ext cx="3223098" cy="2595102"/>
          </a:xfrm>
          <a:prstGeom prst="rect">
            <a:avLst/>
          </a:prstGeom>
        </p:spPr>
      </p:pic>
    </p:spTree>
    <p:extLst>
      <p:ext uri="{BB962C8B-B14F-4D97-AF65-F5344CB8AC3E}">
        <p14:creationId xmlns:p14="http://schemas.microsoft.com/office/powerpoint/2010/main" val="21519083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a:extLst>
            <a:ext uri="{FF2B5EF4-FFF2-40B4-BE49-F238E27FC236}">
              <a16:creationId xmlns:a16="http://schemas.microsoft.com/office/drawing/2014/main" id="{ADF11714-47E1-91CB-71C7-7804C2ACF8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02124E-6965-BF65-7DC0-94F2A9CAE70C}"/>
              </a:ext>
            </a:extLst>
          </p:cNvPr>
          <p:cNvSpPr>
            <a:spLocks noGrp="1"/>
          </p:cNvSpPr>
          <p:nvPr>
            <p:ph type="title"/>
          </p:nvPr>
        </p:nvSpPr>
        <p:spPr>
          <a:xfrm>
            <a:off x="970486" y="136269"/>
            <a:ext cx="10515600" cy="777875"/>
          </a:xfrm>
        </p:spPr>
        <p:txBody>
          <a:bodyPr>
            <a:normAutofit/>
          </a:bodyPr>
          <a:lstStyle/>
          <a:p>
            <a:r>
              <a:rPr lang="en-US" b="1" dirty="0">
                <a:solidFill>
                  <a:schemeClr val="bg1"/>
                </a:solidFill>
              </a:rPr>
              <a:t>Point Potential Spiral Path in a Photon</a:t>
            </a:r>
          </a:p>
        </p:txBody>
      </p:sp>
      <p:sp>
        <p:nvSpPr>
          <p:cNvPr id="3" name="Content Placeholder 2">
            <a:extLst>
              <a:ext uri="{FF2B5EF4-FFF2-40B4-BE49-F238E27FC236}">
                <a16:creationId xmlns:a16="http://schemas.microsoft.com/office/drawing/2014/main" id="{72F61F76-7C11-AEFD-F1EA-CAF0B6C8758F}"/>
              </a:ext>
            </a:extLst>
          </p:cNvPr>
          <p:cNvSpPr>
            <a:spLocks noGrp="1"/>
          </p:cNvSpPr>
          <p:nvPr>
            <p:ph idx="1"/>
          </p:nvPr>
        </p:nvSpPr>
        <p:spPr>
          <a:xfrm>
            <a:off x="377817" y="882906"/>
            <a:ext cx="11565223" cy="5060950"/>
          </a:xfrm>
        </p:spPr>
        <p:txBody>
          <a:bodyPr>
            <a:normAutofit/>
          </a:bodyPr>
          <a:lstStyle/>
          <a:p>
            <a:pPr>
              <a:lnSpc>
                <a:spcPct val="70000"/>
              </a:lnSpc>
            </a:pPr>
            <a:r>
              <a:rPr lang="en-US" sz="1600" dirty="0">
                <a:solidFill>
                  <a:schemeClr val="bg1"/>
                </a:solidFill>
              </a:rPr>
              <a:t>The photon is translating at velocity </a:t>
            </a:r>
            <a:r>
              <a:rPr lang="en-US" sz="1600" dirty="0" err="1">
                <a:solidFill>
                  <a:schemeClr val="bg1"/>
                </a:solidFill>
              </a:rPr>
              <a:t>v</a:t>
            </a:r>
            <a:r>
              <a:rPr lang="en-US" sz="1600" baseline="-25000" dirty="0" err="1">
                <a:solidFill>
                  <a:schemeClr val="bg1"/>
                </a:solidFill>
              </a:rPr>
              <a:t>t</a:t>
            </a:r>
            <a:r>
              <a:rPr lang="en-US" sz="1600" baseline="-25000" dirty="0">
                <a:solidFill>
                  <a:schemeClr val="bg1"/>
                </a:solidFill>
              </a:rPr>
              <a:t> </a:t>
            </a:r>
            <a:r>
              <a:rPr lang="en-US" sz="1600" dirty="0">
                <a:solidFill>
                  <a:schemeClr val="bg1"/>
                </a:solidFill>
              </a:rPr>
              <a:t>= c.  Presumably </a:t>
            </a:r>
            <a:r>
              <a:rPr lang="en-US" sz="1600" dirty="0" err="1">
                <a:solidFill>
                  <a:schemeClr val="bg1"/>
                </a:solidFill>
              </a:rPr>
              <a:t>c</a:t>
            </a:r>
            <a:r>
              <a:rPr lang="en-US" sz="1600" baseline="30000" dirty="0" err="1">
                <a:solidFill>
                  <a:schemeClr val="bg1"/>
                </a:solidFill>
              </a:rPr>
              <a:t>++</a:t>
            </a:r>
            <a:r>
              <a:rPr lang="en-US" sz="1600" dirty="0">
                <a:solidFill>
                  <a:schemeClr val="bg1"/>
                </a:solidFill>
              </a:rPr>
              <a:t> = field speed @. Distance is c 𝝙t, where 𝝙t = 1 / f.</a:t>
            </a:r>
          </a:p>
          <a:p>
            <a:pPr>
              <a:lnSpc>
                <a:spcPct val="70000"/>
              </a:lnSpc>
            </a:pPr>
            <a:r>
              <a:rPr lang="en-US" sz="1600" dirty="0">
                <a:solidFill>
                  <a:schemeClr val="bg1"/>
                </a:solidFill>
              </a:rPr>
              <a:t>The orbital velocity </a:t>
            </a:r>
            <a:r>
              <a:rPr lang="en-US" sz="1600" dirty="0" err="1">
                <a:solidFill>
                  <a:schemeClr val="bg1"/>
                </a:solidFill>
              </a:rPr>
              <a:t>v</a:t>
            </a:r>
            <a:r>
              <a:rPr lang="en-US" sz="1600" baseline="-25000" dirty="0" err="1">
                <a:solidFill>
                  <a:schemeClr val="bg1"/>
                </a:solidFill>
              </a:rPr>
              <a:t>o</a:t>
            </a:r>
            <a:r>
              <a:rPr lang="en-US" sz="1600" baseline="-25000" dirty="0">
                <a:solidFill>
                  <a:schemeClr val="bg1"/>
                </a:solidFill>
              </a:rPr>
              <a:t> </a:t>
            </a:r>
            <a:r>
              <a:rPr lang="en-US" sz="1600" dirty="0">
                <a:solidFill>
                  <a:schemeClr val="bg1"/>
                </a:solidFill>
              </a:rPr>
              <a:t>ranges from 0 &lt; </a:t>
            </a:r>
            <a:r>
              <a:rPr lang="en-US" sz="1600" dirty="0" err="1">
                <a:solidFill>
                  <a:schemeClr val="bg1"/>
                </a:solidFill>
              </a:rPr>
              <a:t>v</a:t>
            </a:r>
            <a:r>
              <a:rPr lang="en-US" sz="1600" baseline="-25000" dirty="0" err="1">
                <a:solidFill>
                  <a:schemeClr val="bg1"/>
                </a:solidFill>
              </a:rPr>
              <a:t>o</a:t>
            </a:r>
            <a:r>
              <a:rPr lang="en-US" sz="1600" dirty="0">
                <a:solidFill>
                  <a:schemeClr val="bg1"/>
                </a:solidFill>
              </a:rPr>
              <a:t> &lt;= @.</a:t>
            </a:r>
          </a:p>
          <a:p>
            <a:pPr>
              <a:lnSpc>
                <a:spcPct val="70000"/>
              </a:lnSpc>
            </a:pPr>
            <a:r>
              <a:rPr lang="en-US" sz="1600" dirty="0">
                <a:solidFill>
                  <a:schemeClr val="bg1"/>
                </a:solidFill>
              </a:rPr>
              <a:t>If the translational velocity c is subtracted then the path is a circle, i.e. a plane through the center of a sphere.</a:t>
            </a:r>
          </a:p>
          <a:p>
            <a:pPr>
              <a:lnSpc>
                <a:spcPct val="70000"/>
              </a:lnSpc>
            </a:pPr>
            <a:r>
              <a:rPr lang="en-US" sz="1600" dirty="0">
                <a:solidFill>
                  <a:schemeClr val="bg1"/>
                </a:solidFill>
              </a:rPr>
              <a:t>The path length traversed D = sqrt (c</a:t>
            </a:r>
            <a:r>
              <a:rPr lang="en-US" sz="1600" baseline="30000" dirty="0">
                <a:solidFill>
                  <a:schemeClr val="bg1"/>
                </a:solidFill>
              </a:rPr>
              <a:t>2</a:t>
            </a:r>
            <a:r>
              <a:rPr lang="en-US" sz="1600" dirty="0">
                <a:solidFill>
                  <a:schemeClr val="bg1"/>
                </a:solidFill>
              </a:rPr>
              <a:t> + v</a:t>
            </a:r>
            <a:r>
              <a:rPr lang="en-US" sz="1600" baseline="-25000" dirty="0">
                <a:solidFill>
                  <a:schemeClr val="bg1"/>
                </a:solidFill>
              </a:rPr>
              <a:t>o</a:t>
            </a:r>
            <a:r>
              <a:rPr lang="en-US" sz="1600" baseline="30000" dirty="0">
                <a:solidFill>
                  <a:schemeClr val="bg1"/>
                </a:solidFill>
              </a:rPr>
              <a:t>2</a:t>
            </a:r>
            <a:r>
              <a:rPr lang="en-US" sz="1600" dirty="0">
                <a:solidFill>
                  <a:schemeClr val="bg1"/>
                </a:solidFill>
              </a:rPr>
              <a:t>)</a:t>
            </a:r>
          </a:p>
          <a:p>
            <a:pPr>
              <a:lnSpc>
                <a:spcPct val="70000"/>
              </a:lnSpc>
            </a:pPr>
            <a:r>
              <a:rPr lang="en-US" sz="1600" dirty="0">
                <a:solidFill>
                  <a:schemeClr val="bg1"/>
                </a:solidFill>
              </a:rPr>
              <a:t>The point potential path speed is D f =  sqrt (c</a:t>
            </a:r>
            <a:r>
              <a:rPr lang="en-US" sz="1600" baseline="30000" dirty="0">
                <a:solidFill>
                  <a:schemeClr val="bg1"/>
                </a:solidFill>
              </a:rPr>
              <a:t>2</a:t>
            </a:r>
            <a:r>
              <a:rPr lang="en-US" sz="1600" dirty="0">
                <a:solidFill>
                  <a:schemeClr val="bg1"/>
                </a:solidFill>
              </a:rPr>
              <a:t> + v</a:t>
            </a:r>
            <a:r>
              <a:rPr lang="en-US" sz="1600" baseline="-25000" dirty="0">
                <a:solidFill>
                  <a:schemeClr val="bg1"/>
                </a:solidFill>
              </a:rPr>
              <a:t>o</a:t>
            </a:r>
            <a:r>
              <a:rPr lang="en-US" sz="1600" baseline="30000" dirty="0">
                <a:solidFill>
                  <a:schemeClr val="bg1"/>
                </a:solidFill>
              </a:rPr>
              <a:t>2</a:t>
            </a:r>
            <a:r>
              <a:rPr lang="en-US" sz="1600" dirty="0">
                <a:solidFill>
                  <a:schemeClr val="bg1"/>
                </a:solidFill>
              </a:rPr>
              <a:t>) f</a:t>
            </a:r>
          </a:p>
          <a:p>
            <a:pPr>
              <a:lnSpc>
                <a:spcPct val="70000"/>
              </a:lnSpc>
            </a:pPr>
            <a:r>
              <a:rPr lang="en-US" sz="1600" dirty="0">
                <a:solidFill>
                  <a:schemeClr val="bg1"/>
                </a:solidFill>
              </a:rPr>
              <a:t>As we approach the symmetry breaking point the orbital velocity approaches field speed @.</a:t>
            </a:r>
          </a:p>
          <a:p>
            <a:pPr>
              <a:lnSpc>
                <a:spcPct val="70000"/>
              </a:lnSpc>
            </a:pPr>
            <a:r>
              <a:rPr lang="en-US" sz="1600" dirty="0">
                <a:solidFill>
                  <a:schemeClr val="bg1"/>
                </a:solidFill>
              </a:rPr>
              <a:t>What is the radius of orbit? </a:t>
            </a:r>
            <a:r>
              <a:rPr lang="en-US" sz="1600" dirty="0" err="1">
                <a:solidFill>
                  <a:schemeClr val="bg1"/>
                </a:solidFill>
              </a:rPr>
              <a:t>v</a:t>
            </a:r>
            <a:r>
              <a:rPr lang="en-US" sz="1600" baseline="-25000" dirty="0" err="1">
                <a:solidFill>
                  <a:schemeClr val="bg1"/>
                </a:solidFill>
              </a:rPr>
              <a:t>o</a:t>
            </a:r>
            <a:r>
              <a:rPr lang="en-US" sz="1600" baseline="-25000" dirty="0">
                <a:solidFill>
                  <a:schemeClr val="bg1"/>
                </a:solidFill>
              </a:rPr>
              <a:t> </a:t>
            </a:r>
            <a:r>
              <a:rPr lang="en-US" sz="1600" dirty="0">
                <a:solidFill>
                  <a:schemeClr val="bg1"/>
                </a:solidFill>
              </a:rPr>
              <a:t>/ f = circumference = 2 pi r.  r = </a:t>
            </a:r>
            <a:r>
              <a:rPr lang="en-US" sz="1600" dirty="0" err="1">
                <a:solidFill>
                  <a:schemeClr val="bg1"/>
                </a:solidFill>
              </a:rPr>
              <a:t>v</a:t>
            </a:r>
            <a:r>
              <a:rPr lang="en-US" sz="1600" baseline="-25000" dirty="0" err="1">
                <a:solidFill>
                  <a:schemeClr val="bg1"/>
                </a:solidFill>
              </a:rPr>
              <a:t>o</a:t>
            </a:r>
            <a:r>
              <a:rPr lang="en-US" sz="1600" baseline="-25000" dirty="0">
                <a:solidFill>
                  <a:schemeClr val="bg1"/>
                </a:solidFill>
              </a:rPr>
              <a:t> </a:t>
            </a:r>
            <a:r>
              <a:rPr lang="en-US" sz="1600" dirty="0">
                <a:solidFill>
                  <a:schemeClr val="bg1"/>
                </a:solidFill>
              </a:rPr>
              <a:t>/ (f 2 pi). At </a:t>
            </a:r>
            <a:r>
              <a:rPr lang="en-US" sz="1600" dirty="0" err="1">
                <a:solidFill>
                  <a:schemeClr val="bg1"/>
                </a:solidFill>
              </a:rPr>
              <a:t>v</a:t>
            </a:r>
            <a:r>
              <a:rPr lang="en-US" sz="1600" baseline="-25000" dirty="0" err="1">
                <a:solidFill>
                  <a:schemeClr val="bg1"/>
                </a:solidFill>
              </a:rPr>
              <a:t>o</a:t>
            </a:r>
            <a:r>
              <a:rPr lang="en-US" sz="1600" dirty="0">
                <a:solidFill>
                  <a:schemeClr val="bg1"/>
                </a:solidFill>
              </a:rPr>
              <a:t> = @, r = @ / (</a:t>
            </a:r>
            <a:r>
              <a:rPr lang="en-US" sz="1600" dirty="0" err="1">
                <a:solidFill>
                  <a:schemeClr val="bg1"/>
                </a:solidFill>
              </a:rPr>
              <a:t>f</a:t>
            </a:r>
            <a:r>
              <a:rPr lang="en-US" sz="1600" baseline="-25000" dirty="0" err="1">
                <a:solidFill>
                  <a:schemeClr val="bg1"/>
                </a:solidFill>
              </a:rPr>
              <a:t>P</a:t>
            </a:r>
            <a:r>
              <a:rPr lang="en-US" sz="1600" dirty="0">
                <a:solidFill>
                  <a:schemeClr val="bg1"/>
                </a:solidFill>
              </a:rPr>
              <a:t> 2 pi)</a:t>
            </a:r>
          </a:p>
          <a:p>
            <a:pPr>
              <a:lnSpc>
                <a:spcPct val="70000"/>
              </a:lnSpc>
            </a:pPr>
            <a:r>
              <a:rPr lang="en-US" sz="1600" dirty="0">
                <a:solidFill>
                  <a:schemeClr val="bg1"/>
                </a:solidFill>
              </a:rPr>
              <a:t>Planck length maps to translational wavelength, based on the photon.  Yet at </a:t>
            </a:r>
            <a:r>
              <a:rPr lang="en-US" sz="1600" dirty="0" err="1">
                <a:solidFill>
                  <a:schemeClr val="bg1"/>
                </a:solidFill>
              </a:rPr>
              <a:t>v</a:t>
            </a:r>
            <a:r>
              <a:rPr lang="en-US" sz="1600" baseline="-25000" dirty="0" err="1">
                <a:solidFill>
                  <a:schemeClr val="bg1"/>
                </a:solidFill>
              </a:rPr>
              <a:t>o</a:t>
            </a:r>
            <a:r>
              <a:rPr lang="en-US" sz="1600" dirty="0">
                <a:solidFill>
                  <a:schemeClr val="bg1"/>
                </a:solidFill>
              </a:rPr>
              <a:t> = @ the wavelength’s are equal.</a:t>
            </a:r>
          </a:p>
        </p:txBody>
      </p:sp>
      <p:sp>
        <p:nvSpPr>
          <p:cNvPr id="4" name="Footer Placeholder 3">
            <a:extLst>
              <a:ext uri="{FF2B5EF4-FFF2-40B4-BE49-F238E27FC236}">
                <a16:creationId xmlns:a16="http://schemas.microsoft.com/office/drawing/2014/main" id="{D68C3104-65AE-B230-99B3-75C6C8C07F30}"/>
              </a:ext>
            </a:extLst>
          </p:cNvPr>
          <p:cNvSpPr>
            <a:spLocks noGrp="1"/>
          </p:cNvSpPr>
          <p:nvPr>
            <p:ph type="ftr" sz="quarter" idx="11"/>
          </p:nvPr>
        </p:nvSpPr>
        <p:spPr>
          <a:xfrm>
            <a:off x="4038600" y="6488181"/>
            <a:ext cx="4114800" cy="365125"/>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 – neoclassical.ai</a:t>
            </a:r>
          </a:p>
        </p:txBody>
      </p:sp>
      <p:pic>
        <p:nvPicPr>
          <p:cNvPr id="5" name="Picture 4">
            <a:extLst>
              <a:ext uri="{FF2B5EF4-FFF2-40B4-BE49-F238E27FC236}">
                <a16:creationId xmlns:a16="http://schemas.microsoft.com/office/drawing/2014/main" id="{D5B4FFAC-B23B-F70F-4F82-0686BF9ABB9B}"/>
              </a:ext>
            </a:extLst>
          </p:cNvPr>
          <p:cNvPicPr>
            <a:picLocks noChangeAspect="1"/>
          </p:cNvPicPr>
          <p:nvPr/>
        </p:nvPicPr>
        <p:blipFill>
          <a:blip r:embed="rId2"/>
          <a:stretch>
            <a:fillRect/>
          </a:stretch>
        </p:blipFill>
        <p:spPr>
          <a:xfrm>
            <a:off x="8153400" y="3786893"/>
            <a:ext cx="3609615" cy="2736088"/>
          </a:xfrm>
          <a:prstGeom prst="rect">
            <a:avLst/>
          </a:prstGeom>
        </p:spPr>
      </p:pic>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23E51F79-485E-0CEB-4454-8F692C169BB9}"/>
                  </a:ext>
                </a:extLst>
              </p:cNvPr>
              <p:cNvSpPr txBox="1"/>
              <p:nvPr/>
            </p:nvSpPr>
            <p:spPr>
              <a:xfrm>
                <a:off x="4869835" y="3977606"/>
                <a:ext cx="2293961" cy="259737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i="1" smtClean="0">
                              <a:solidFill>
                                <a:schemeClr val="bg1"/>
                              </a:solidFill>
                              <a:latin typeface="Cambria Math" panose="02040503050406030204" pitchFamily="18" charset="0"/>
                              <a:ea typeface="Cambria Math" panose="02040503050406030204" pitchFamily="18" charset="0"/>
                              <a:cs typeface="Helvetica Neue" panose="02000503000000020004" pitchFamily="2" charset="0"/>
                            </a:rPr>
                          </m:ctrlPr>
                        </m:sSupPr>
                        <m:e>
                          <m:r>
                            <a:rPr lang="en-US" b="0" i="1" smtClean="0">
                              <a:solidFill>
                                <a:schemeClr val="bg1"/>
                              </a:solidFill>
                              <a:latin typeface="Cambria Math" panose="02040503050406030204" pitchFamily="18" charset="0"/>
                              <a:ea typeface="Cambria Math" panose="02040503050406030204" pitchFamily="18" charset="0"/>
                              <a:cs typeface="Helvetica Neue" panose="02000503000000020004" pitchFamily="2" charset="0"/>
                            </a:rPr>
                            <m:t>𝐷</m:t>
                          </m:r>
                        </m:e>
                        <m:sup>
                          <m:r>
                            <a:rPr lang="en-US" b="0" i="1" smtClean="0">
                              <a:solidFill>
                                <a:schemeClr val="bg1"/>
                              </a:solidFill>
                              <a:latin typeface="Cambria Math" panose="02040503050406030204" pitchFamily="18" charset="0"/>
                              <a:ea typeface="Cambria Math" panose="02040503050406030204" pitchFamily="18" charset="0"/>
                              <a:cs typeface="Helvetica Neue" panose="02000503000000020004" pitchFamily="2" charset="0"/>
                            </a:rPr>
                            <m:t>2</m:t>
                          </m:r>
                        </m:sup>
                      </m:sSup>
                      <m:r>
                        <a:rPr lang="en-US" i="1" smtClean="0">
                          <a:solidFill>
                            <a:schemeClr val="bg1"/>
                          </a:solidFill>
                          <a:latin typeface="Cambria Math" panose="02040503050406030204" pitchFamily="18" charset="0"/>
                          <a:ea typeface="Cambria Math" panose="02040503050406030204" pitchFamily="18" charset="0"/>
                          <a:cs typeface="Helvetica Neue" panose="02000503000000020004" pitchFamily="2" charset="0"/>
                        </a:rPr>
                        <m:t>=</m:t>
                      </m:r>
                      <m:sSup>
                        <m:sSupPr>
                          <m:ctrlPr>
                            <a:rPr lang="en-US" i="1" smtClean="0">
                              <a:solidFill>
                                <a:schemeClr val="bg1"/>
                              </a:solidFill>
                              <a:latin typeface="Cambria Math" panose="02040503050406030204" pitchFamily="18" charset="0"/>
                              <a:ea typeface="Cambria Math" panose="02040503050406030204" pitchFamily="18" charset="0"/>
                              <a:cs typeface="Helvetica Neue" panose="02000503000000020004" pitchFamily="2" charset="0"/>
                            </a:rPr>
                          </m:ctrlPr>
                        </m:sSupPr>
                        <m:e>
                          <m:d>
                            <m:dPr>
                              <m:ctrlPr>
                                <a:rPr lang="en-US" i="1" smtClean="0">
                                  <a:solidFill>
                                    <a:schemeClr val="bg1"/>
                                  </a:solidFill>
                                  <a:latin typeface="Cambria Math" panose="02040503050406030204" pitchFamily="18" charset="0"/>
                                  <a:ea typeface="Cambria Math" panose="02040503050406030204" pitchFamily="18" charset="0"/>
                                  <a:cs typeface="Helvetica Neue" panose="02000503000000020004" pitchFamily="2" charset="0"/>
                                </a:rPr>
                              </m:ctrlPr>
                            </m:dPr>
                            <m:e>
                              <m:f>
                                <m:fPr>
                                  <m:ctrlPr>
                                    <a:rPr lang="en-US" i="1">
                                      <a:solidFill>
                                        <a:schemeClr val="bg1"/>
                                      </a:solidFill>
                                      <a:latin typeface="Cambria Math" panose="02040503050406030204" pitchFamily="18" charset="0"/>
                                      <a:ea typeface="Cambria Math" panose="02040503050406030204" pitchFamily="18" charset="0"/>
                                      <a:cs typeface="Helvetica Neue" panose="02000503000000020004" pitchFamily="2" charset="0"/>
                                    </a:rPr>
                                  </m:ctrlPr>
                                </m:fPr>
                                <m:num>
                                  <m:r>
                                    <a:rPr lang="en-US" b="0" i="1" smtClean="0">
                                      <a:solidFill>
                                        <a:schemeClr val="bg1"/>
                                      </a:solidFill>
                                      <a:latin typeface="Cambria Math" panose="02040503050406030204" pitchFamily="18" charset="0"/>
                                      <a:ea typeface="Cambria Math" panose="02040503050406030204" pitchFamily="18" charset="0"/>
                                      <a:cs typeface="Helvetica Neue" panose="02000503000000020004" pitchFamily="2" charset="0"/>
                                    </a:rPr>
                                    <m:t>𝑐</m:t>
                                  </m:r>
                                </m:num>
                                <m:den>
                                  <m:r>
                                    <a:rPr lang="en-US" b="0" i="1" smtClean="0">
                                      <a:solidFill>
                                        <a:schemeClr val="bg1"/>
                                      </a:solidFill>
                                      <a:latin typeface="Cambria Math" panose="02040503050406030204" pitchFamily="18" charset="0"/>
                                      <a:ea typeface="Cambria Math" panose="02040503050406030204" pitchFamily="18" charset="0"/>
                                      <a:cs typeface="Helvetica Neue" panose="02000503000000020004" pitchFamily="2" charset="0"/>
                                    </a:rPr>
                                    <m:t>𝑓</m:t>
                                  </m:r>
                                </m:den>
                              </m:f>
                            </m:e>
                          </m:d>
                        </m:e>
                        <m:sup>
                          <m:r>
                            <a:rPr lang="en-US" b="0" i="1" smtClean="0">
                              <a:solidFill>
                                <a:schemeClr val="bg1"/>
                              </a:solidFill>
                              <a:latin typeface="Cambria Math" panose="02040503050406030204" pitchFamily="18" charset="0"/>
                              <a:ea typeface="Cambria Math" panose="02040503050406030204" pitchFamily="18" charset="0"/>
                              <a:cs typeface="Helvetica Neue" panose="02000503000000020004" pitchFamily="2" charset="0"/>
                            </a:rPr>
                            <m:t>2</m:t>
                          </m:r>
                        </m:sup>
                      </m:sSup>
                      <m:r>
                        <a:rPr lang="en-US" b="0" i="1" smtClean="0">
                          <a:solidFill>
                            <a:schemeClr val="bg1"/>
                          </a:solidFill>
                          <a:latin typeface="Cambria Math" panose="02040503050406030204" pitchFamily="18" charset="0"/>
                          <a:ea typeface="Cambria Math" panose="02040503050406030204" pitchFamily="18" charset="0"/>
                          <a:cs typeface="Helvetica Neue" panose="02000503000000020004" pitchFamily="2" charset="0"/>
                        </a:rPr>
                        <m:t>+</m:t>
                      </m:r>
                      <m:sSup>
                        <m:sSupPr>
                          <m:ctrlPr>
                            <a:rPr lang="en-US" i="1">
                              <a:solidFill>
                                <a:schemeClr val="bg1"/>
                              </a:solidFill>
                              <a:latin typeface="Cambria Math" panose="02040503050406030204" pitchFamily="18" charset="0"/>
                              <a:ea typeface="Cambria Math" panose="02040503050406030204" pitchFamily="18" charset="0"/>
                              <a:cs typeface="Helvetica Neue" panose="02000503000000020004" pitchFamily="2" charset="0"/>
                            </a:rPr>
                          </m:ctrlPr>
                        </m:sSupPr>
                        <m:e>
                          <m:d>
                            <m:dPr>
                              <m:ctrlPr>
                                <a:rPr lang="en-US" i="1">
                                  <a:solidFill>
                                    <a:schemeClr val="bg1"/>
                                  </a:solidFill>
                                  <a:latin typeface="Cambria Math" panose="02040503050406030204" pitchFamily="18" charset="0"/>
                                  <a:ea typeface="Cambria Math" panose="02040503050406030204" pitchFamily="18" charset="0"/>
                                  <a:cs typeface="Helvetica Neue" panose="02000503000000020004" pitchFamily="2" charset="0"/>
                                </a:rPr>
                              </m:ctrlPr>
                            </m:dPr>
                            <m:e>
                              <m:f>
                                <m:fPr>
                                  <m:ctrlPr>
                                    <a:rPr lang="en-US" i="1">
                                      <a:solidFill>
                                        <a:schemeClr val="bg1"/>
                                      </a:solidFill>
                                      <a:latin typeface="Cambria Math" panose="02040503050406030204" pitchFamily="18" charset="0"/>
                                      <a:ea typeface="Cambria Math" panose="02040503050406030204" pitchFamily="18" charset="0"/>
                                      <a:cs typeface="Helvetica Neue" panose="02000503000000020004" pitchFamily="2" charset="0"/>
                                    </a:rPr>
                                  </m:ctrlPr>
                                </m:fPr>
                                <m:num>
                                  <m:r>
                                    <a:rPr lang="en-US" b="0" i="1" smtClean="0">
                                      <a:solidFill>
                                        <a:schemeClr val="bg1"/>
                                      </a:solidFill>
                                      <a:latin typeface="Cambria Math" panose="02040503050406030204" pitchFamily="18" charset="0"/>
                                      <a:ea typeface="Cambria Math" panose="02040503050406030204" pitchFamily="18" charset="0"/>
                                      <a:cs typeface="Helvetica Neue" panose="02000503000000020004" pitchFamily="2" charset="0"/>
                                    </a:rPr>
                                    <m:t>𝑣</m:t>
                                  </m:r>
                                </m:num>
                                <m:den>
                                  <m:r>
                                    <a:rPr lang="en-US" b="0" i="1" smtClean="0">
                                      <a:solidFill>
                                        <a:schemeClr val="bg1"/>
                                      </a:solidFill>
                                      <a:latin typeface="Cambria Math" panose="02040503050406030204" pitchFamily="18" charset="0"/>
                                      <a:ea typeface="Cambria Math" panose="02040503050406030204" pitchFamily="18" charset="0"/>
                                      <a:cs typeface="Helvetica Neue" panose="02000503000000020004" pitchFamily="2" charset="0"/>
                                    </a:rPr>
                                    <m:t>𝑓</m:t>
                                  </m:r>
                                </m:den>
                              </m:f>
                            </m:e>
                          </m:d>
                        </m:e>
                        <m:sup>
                          <m:r>
                            <a:rPr lang="en-US" b="0" i="1" smtClean="0">
                              <a:solidFill>
                                <a:schemeClr val="bg1"/>
                              </a:solidFill>
                              <a:latin typeface="Cambria Math" panose="02040503050406030204" pitchFamily="18" charset="0"/>
                              <a:ea typeface="Cambria Math" panose="02040503050406030204" pitchFamily="18" charset="0"/>
                              <a:cs typeface="Helvetica Neue" panose="02000503000000020004" pitchFamily="2" charset="0"/>
                            </a:rPr>
                            <m:t>2</m:t>
                          </m:r>
                        </m:sup>
                      </m:sSup>
                    </m:oMath>
                  </m:oMathPara>
                </a14:m>
                <a:endParaRPr lang="en-US"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a:p>
                <a:endParaRPr lang="en-US"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a:p>
                <a:pPr/>
                <a14:m>
                  <m:oMathPara xmlns:m="http://schemas.openxmlformats.org/officeDocument/2006/math">
                    <m:oMathParaPr>
                      <m:jc m:val="centerGroup"/>
                    </m:oMathParaPr>
                    <m:oMath xmlns:m="http://schemas.openxmlformats.org/officeDocument/2006/math">
                      <m:sSup>
                        <m:sSupPr>
                          <m:ctrlPr>
                            <a:rPr lang="en-US" i="1" smtClean="0">
                              <a:solidFill>
                                <a:schemeClr val="bg1"/>
                              </a:solidFill>
                              <a:latin typeface="Cambria Math" panose="02040503050406030204" pitchFamily="18" charset="0"/>
                              <a:ea typeface="Cambria Math" panose="02040503050406030204" pitchFamily="18" charset="0"/>
                              <a:cs typeface="Helvetica Neue" panose="02000503000000020004" pitchFamily="2" charset="0"/>
                            </a:rPr>
                          </m:ctrlPr>
                        </m:sSupPr>
                        <m:e>
                          <m:r>
                            <a:rPr lang="en-US" b="0" i="1" smtClean="0">
                              <a:solidFill>
                                <a:schemeClr val="bg1"/>
                              </a:solidFill>
                              <a:latin typeface="Cambria Math" panose="02040503050406030204" pitchFamily="18" charset="0"/>
                              <a:ea typeface="Cambria Math" panose="02040503050406030204" pitchFamily="18" charset="0"/>
                              <a:cs typeface="Helvetica Neue" panose="02000503000000020004" pitchFamily="2" charset="0"/>
                            </a:rPr>
                            <m:t>𝐷</m:t>
                          </m:r>
                        </m:e>
                        <m:sup>
                          <m:r>
                            <a:rPr lang="en-US" b="0" i="1" smtClean="0">
                              <a:solidFill>
                                <a:schemeClr val="bg1"/>
                              </a:solidFill>
                              <a:latin typeface="Cambria Math" panose="02040503050406030204" pitchFamily="18" charset="0"/>
                              <a:ea typeface="Cambria Math" panose="02040503050406030204" pitchFamily="18" charset="0"/>
                              <a:cs typeface="Helvetica Neue" panose="02000503000000020004" pitchFamily="2" charset="0"/>
                            </a:rPr>
                            <m:t>2</m:t>
                          </m:r>
                        </m:sup>
                      </m:sSup>
                      <m:sSup>
                        <m:sSupPr>
                          <m:ctrlPr>
                            <a:rPr lang="en-US" i="1">
                              <a:solidFill>
                                <a:schemeClr val="bg1"/>
                              </a:solidFill>
                              <a:latin typeface="Cambria Math" panose="02040503050406030204" pitchFamily="18" charset="0"/>
                              <a:ea typeface="Cambria Math" panose="02040503050406030204" pitchFamily="18" charset="0"/>
                              <a:cs typeface="Helvetica Neue" panose="02000503000000020004" pitchFamily="2" charset="0"/>
                            </a:rPr>
                          </m:ctrlPr>
                        </m:sSupPr>
                        <m:e>
                          <m:r>
                            <a:rPr lang="en-US" b="0" i="1" smtClean="0">
                              <a:solidFill>
                                <a:schemeClr val="bg1"/>
                              </a:solidFill>
                              <a:latin typeface="Cambria Math" panose="02040503050406030204" pitchFamily="18" charset="0"/>
                              <a:ea typeface="Cambria Math" panose="02040503050406030204" pitchFamily="18" charset="0"/>
                              <a:cs typeface="Helvetica Neue" panose="02000503000000020004" pitchFamily="2" charset="0"/>
                            </a:rPr>
                            <m:t>𝑓</m:t>
                          </m:r>
                        </m:e>
                        <m:sup>
                          <m:r>
                            <a:rPr lang="en-US" i="1">
                              <a:solidFill>
                                <a:schemeClr val="bg1"/>
                              </a:solidFill>
                              <a:latin typeface="Cambria Math" panose="02040503050406030204" pitchFamily="18" charset="0"/>
                              <a:ea typeface="Cambria Math" panose="02040503050406030204" pitchFamily="18" charset="0"/>
                              <a:cs typeface="Helvetica Neue" panose="02000503000000020004" pitchFamily="2" charset="0"/>
                            </a:rPr>
                            <m:t>2</m:t>
                          </m:r>
                        </m:sup>
                      </m:sSup>
                      <m:r>
                        <a:rPr lang="en-US" i="1" smtClean="0">
                          <a:solidFill>
                            <a:schemeClr val="bg1"/>
                          </a:solidFill>
                          <a:latin typeface="Cambria Math" panose="02040503050406030204" pitchFamily="18" charset="0"/>
                          <a:ea typeface="Cambria Math" panose="02040503050406030204" pitchFamily="18" charset="0"/>
                          <a:cs typeface="Helvetica Neue" panose="02000503000000020004" pitchFamily="2" charset="0"/>
                        </a:rPr>
                        <m:t>=</m:t>
                      </m:r>
                      <m:sSup>
                        <m:sSupPr>
                          <m:ctrlPr>
                            <a:rPr lang="en-US" i="1" smtClean="0">
                              <a:solidFill>
                                <a:schemeClr val="bg1"/>
                              </a:solidFill>
                              <a:latin typeface="Cambria Math" panose="02040503050406030204" pitchFamily="18" charset="0"/>
                              <a:ea typeface="Cambria Math" panose="02040503050406030204" pitchFamily="18" charset="0"/>
                              <a:cs typeface="Helvetica Neue" panose="02000503000000020004" pitchFamily="2" charset="0"/>
                            </a:rPr>
                          </m:ctrlPr>
                        </m:sSupPr>
                        <m:e>
                          <m:r>
                            <a:rPr lang="en-US" i="1" smtClean="0">
                              <a:solidFill>
                                <a:schemeClr val="bg1"/>
                              </a:solidFill>
                              <a:latin typeface="Cambria Math" panose="02040503050406030204" pitchFamily="18" charset="0"/>
                              <a:ea typeface="Cambria Math" panose="02040503050406030204" pitchFamily="18" charset="0"/>
                              <a:cs typeface="Helvetica Neue" panose="02000503000000020004" pitchFamily="2" charset="0"/>
                            </a:rPr>
                            <m:t>𝑐</m:t>
                          </m:r>
                        </m:e>
                        <m:sup>
                          <m:r>
                            <a:rPr lang="en-US" b="0" i="1" smtClean="0">
                              <a:solidFill>
                                <a:schemeClr val="bg1"/>
                              </a:solidFill>
                              <a:latin typeface="Cambria Math" panose="02040503050406030204" pitchFamily="18" charset="0"/>
                              <a:ea typeface="Cambria Math" panose="02040503050406030204" pitchFamily="18" charset="0"/>
                              <a:cs typeface="Helvetica Neue" panose="02000503000000020004" pitchFamily="2" charset="0"/>
                            </a:rPr>
                            <m:t>2</m:t>
                          </m:r>
                        </m:sup>
                      </m:sSup>
                      <m:r>
                        <a:rPr lang="en-US" b="0" i="1" smtClean="0">
                          <a:solidFill>
                            <a:schemeClr val="bg1"/>
                          </a:solidFill>
                          <a:latin typeface="Cambria Math" panose="02040503050406030204" pitchFamily="18" charset="0"/>
                          <a:ea typeface="Cambria Math" panose="02040503050406030204" pitchFamily="18" charset="0"/>
                          <a:cs typeface="Helvetica Neue" panose="02000503000000020004" pitchFamily="2" charset="0"/>
                        </a:rPr>
                        <m:t>+</m:t>
                      </m:r>
                      <m:sSup>
                        <m:sSupPr>
                          <m:ctrlPr>
                            <a:rPr lang="en-US" i="1">
                              <a:solidFill>
                                <a:schemeClr val="bg1"/>
                              </a:solidFill>
                              <a:latin typeface="Cambria Math" panose="02040503050406030204" pitchFamily="18" charset="0"/>
                              <a:ea typeface="Cambria Math" panose="02040503050406030204" pitchFamily="18" charset="0"/>
                              <a:cs typeface="Helvetica Neue" panose="02000503000000020004" pitchFamily="2" charset="0"/>
                            </a:rPr>
                          </m:ctrlPr>
                        </m:sSupPr>
                        <m:e>
                          <m:r>
                            <a:rPr lang="en-US" i="1" smtClean="0">
                              <a:solidFill>
                                <a:schemeClr val="bg1"/>
                              </a:solidFill>
                              <a:latin typeface="Cambria Math" panose="02040503050406030204" pitchFamily="18" charset="0"/>
                              <a:ea typeface="Cambria Math" panose="02040503050406030204" pitchFamily="18" charset="0"/>
                              <a:cs typeface="Helvetica Neue" panose="02000503000000020004" pitchFamily="2" charset="0"/>
                            </a:rPr>
                            <m:t>𝑣</m:t>
                          </m:r>
                        </m:e>
                        <m:sup>
                          <m:r>
                            <a:rPr lang="en-US" b="0" i="1" smtClean="0">
                              <a:solidFill>
                                <a:schemeClr val="bg1"/>
                              </a:solidFill>
                              <a:latin typeface="Cambria Math" panose="02040503050406030204" pitchFamily="18" charset="0"/>
                              <a:ea typeface="Cambria Math" panose="02040503050406030204" pitchFamily="18" charset="0"/>
                              <a:cs typeface="Helvetica Neue" panose="02000503000000020004" pitchFamily="2" charset="0"/>
                            </a:rPr>
                            <m:t>2</m:t>
                          </m:r>
                        </m:sup>
                      </m:sSup>
                    </m:oMath>
                  </m:oMathPara>
                </a14:m>
                <a:endParaRPr lang="en-US"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a:p>
                <a:endParaRPr lang="en-US"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a:p>
                <a:pPr/>
                <a14:m>
                  <m:oMathPara xmlns:m="http://schemas.openxmlformats.org/officeDocument/2006/math">
                    <m:oMathParaPr>
                      <m:jc m:val="centerGroup"/>
                    </m:oMathParaPr>
                    <m:oMath xmlns:m="http://schemas.openxmlformats.org/officeDocument/2006/math">
                      <m:sSup>
                        <m:sSupPr>
                          <m:ctrlPr>
                            <a:rPr lang="en-US" i="1" smtClean="0">
                              <a:solidFill>
                                <a:schemeClr val="bg1"/>
                              </a:solidFill>
                              <a:latin typeface="Cambria Math" panose="02040503050406030204" pitchFamily="18" charset="0"/>
                              <a:ea typeface="Cambria Math" panose="02040503050406030204" pitchFamily="18" charset="0"/>
                              <a:cs typeface="Helvetica Neue" panose="02000503000000020004" pitchFamily="2" charset="0"/>
                            </a:rPr>
                          </m:ctrlPr>
                        </m:sSupPr>
                        <m:e>
                          <m:sSup>
                            <m:sSupPr>
                              <m:ctrlPr>
                                <a:rPr lang="en-US" i="1">
                                  <a:solidFill>
                                    <a:schemeClr val="bg1"/>
                                  </a:solidFill>
                                  <a:latin typeface="Cambria Math" panose="02040503050406030204" pitchFamily="18" charset="0"/>
                                  <a:ea typeface="Cambria Math" panose="02040503050406030204" pitchFamily="18" charset="0"/>
                                  <a:cs typeface="Helvetica Neue" panose="02000503000000020004" pitchFamily="2" charset="0"/>
                                </a:rPr>
                              </m:ctrlPr>
                            </m:sSupPr>
                            <m:e>
                              <m:r>
                                <a:rPr lang="en-US" b="0" i="1" smtClean="0">
                                  <a:solidFill>
                                    <a:schemeClr val="bg1"/>
                                  </a:solidFill>
                                  <a:latin typeface="Cambria Math" panose="02040503050406030204" pitchFamily="18" charset="0"/>
                                  <a:ea typeface="Cambria Math" panose="02040503050406030204" pitchFamily="18" charset="0"/>
                                  <a:cs typeface="Helvetica Neue" panose="02000503000000020004" pitchFamily="2" charset="0"/>
                                </a:rPr>
                                <m:t>𝑉</m:t>
                              </m:r>
                            </m:e>
                            <m:sup>
                              <m:r>
                                <a:rPr lang="en-US" i="1">
                                  <a:solidFill>
                                    <a:schemeClr val="bg1"/>
                                  </a:solidFill>
                                  <a:latin typeface="Cambria Math" panose="02040503050406030204" pitchFamily="18" charset="0"/>
                                  <a:ea typeface="Cambria Math" panose="02040503050406030204" pitchFamily="18" charset="0"/>
                                  <a:cs typeface="Helvetica Neue" panose="02000503000000020004" pitchFamily="2" charset="0"/>
                                </a:rPr>
                                <m:t>2</m:t>
                              </m:r>
                            </m:sup>
                          </m:sSup>
                          <m:r>
                            <a:rPr lang="en-US" i="1">
                              <a:solidFill>
                                <a:schemeClr val="bg1"/>
                              </a:solidFill>
                              <a:latin typeface="Cambria Math" panose="02040503050406030204" pitchFamily="18" charset="0"/>
                              <a:ea typeface="Cambria Math" panose="02040503050406030204" pitchFamily="18" charset="0"/>
                              <a:cs typeface="Helvetica Neue" panose="02000503000000020004" pitchFamily="2" charset="0"/>
                            </a:rPr>
                            <m:t>=</m:t>
                          </m:r>
                          <m:r>
                            <a:rPr lang="en-US" b="0" i="1" smtClean="0">
                              <a:solidFill>
                                <a:schemeClr val="bg1"/>
                              </a:solidFill>
                              <a:latin typeface="Cambria Math" panose="02040503050406030204" pitchFamily="18" charset="0"/>
                              <a:ea typeface="Cambria Math" panose="02040503050406030204" pitchFamily="18" charset="0"/>
                              <a:cs typeface="Helvetica Neue" panose="02000503000000020004" pitchFamily="2" charset="0"/>
                            </a:rPr>
                            <m:t>𝐷</m:t>
                          </m:r>
                        </m:e>
                        <m:sup>
                          <m:r>
                            <a:rPr lang="en-US" b="0" i="1" smtClean="0">
                              <a:solidFill>
                                <a:schemeClr val="bg1"/>
                              </a:solidFill>
                              <a:latin typeface="Cambria Math" panose="02040503050406030204" pitchFamily="18" charset="0"/>
                              <a:ea typeface="Cambria Math" panose="02040503050406030204" pitchFamily="18" charset="0"/>
                              <a:cs typeface="Helvetica Neue" panose="02000503000000020004" pitchFamily="2" charset="0"/>
                            </a:rPr>
                            <m:t>2</m:t>
                          </m:r>
                        </m:sup>
                      </m:sSup>
                      <m:sSup>
                        <m:sSupPr>
                          <m:ctrlPr>
                            <a:rPr lang="en-US" i="1">
                              <a:solidFill>
                                <a:schemeClr val="bg1"/>
                              </a:solidFill>
                              <a:latin typeface="Cambria Math" panose="02040503050406030204" pitchFamily="18" charset="0"/>
                              <a:ea typeface="Cambria Math" panose="02040503050406030204" pitchFamily="18" charset="0"/>
                              <a:cs typeface="Helvetica Neue" panose="02000503000000020004" pitchFamily="2" charset="0"/>
                            </a:rPr>
                          </m:ctrlPr>
                        </m:sSupPr>
                        <m:e>
                          <m:r>
                            <a:rPr lang="en-US" b="0" i="1" smtClean="0">
                              <a:solidFill>
                                <a:schemeClr val="bg1"/>
                              </a:solidFill>
                              <a:latin typeface="Cambria Math" panose="02040503050406030204" pitchFamily="18" charset="0"/>
                              <a:ea typeface="Cambria Math" panose="02040503050406030204" pitchFamily="18" charset="0"/>
                              <a:cs typeface="Helvetica Neue" panose="02000503000000020004" pitchFamily="2" charset="0"/>
                            </a:rPr>
                            <m:t>𝑓</m:t>
                          </m:r>
                        </m:e>
                        <m:sup>
                          <m:r>
                            <a:rPr lang="en-US" i="1">
                              <a:solidFill>
                                <a:schemeClr val="bg1"/>
                              </a:solidFill>
                              <a:latin typeface="Cambria Math" panose="02040503050406030204" pitchFamily="18" charset="0"/>
                              <a:ea typeface="Cambria Math" panose="02040503050406030204" pitchFamily="18" charset="0"/>
                              <a:cs typeface="Helvetica Neue" panose="02000503000000020004" pitchFamily="2" charset="0"/>
                            </a:rPr>
                            <m:t>2</m:t>
                          </m:r>
                        </m:sup>
                      </m:sSup>
                      <m:r>
                        <a:rPr lang="en-US" i="1" smtClean="0">
                          <a:solidFill>
                            <a:schemeClr val="bg1"/>
                          </a:solidFill>
                          <a:latin typeface="Cambria Math" panose="02040503050406030204" pitchFamily="18" charset="0"/>
                          <a:ea typeface="Cambria Math" panose="02040503050406030204" pitchFamily="18" charset="0"/>
                          <a:cs typeface="Helvetica Neue" panose="02000503000000020004" pitchFamily="2" charset="0"/>
                        </a:rPr>
                        <m:t>=</m:t>
                      </m:r>
                      <m:sSup>
                        <m:sSupPr>
                          <m:ctrlPr>
                            <a:rPr lang="en-US" i="1" smtClean="0">
                              <a:solidFill>
                                <a:schemeClr val="bg1"/>
                              </a:solidFill>
                              <a:latin typeface="Cambria Math" panose="02040503050406030204" pitchFamily="18" charset="0"/>
                              <a:ea typeface="Cambria Math" panose="02040503050406030204" pitchFamily="18" charset="0"/>
                              <a:cs typeface="Helvetica Neue" panose="02000503000000020004" pitchFamily="2" charset="0"/>
                            </a:rPr>
                          </m:ctrlPr>
                        </m:sSupPr>
                        <m:e>
                          <m:r>
                            <a:rPr lang="en-US" i="1" smtClean="0">
                              <a:solidFill>
                                <a:schemeClr val="bg1"/>
                              </a:solidFill>
                              <a:latin typeface="Cambria Math" panose="02040503050406030204" pitchFamily="18" charset="0"/>
                              <a:ea typeface="Cambria Math" panose="02040503050406030204" pitchFamily="18" charset="0"/>
                              <a:cs typeface="Helvetica Neue" panose="02000503000000020004" pitchFamily="2" charset="0"/>
                            </a:rPr>
                            <m:t>𝑐</m:t>
                          </m:r>
                        </m:e>
                        <m:sup>
                          <m:r>
                            <a:rPr lang="en-US" b="0" i="1" smtClean="0">
                              <a:solidFill>
                                <a:schemeClr val="bg1"/>
                              </a:solidFill>
                              <a:latin typeface="Cambria Math" panose="02040503050406030204" pitchFamily="18" charset="0"/>
                              <a:ea typeface="Cambria Math" panose="02040503050406030204" pitchFamily="18" charset="0"/>
                              <a:cs typeface="Helvetica Neue" panose="02000503000000020004" pitchFamily="2" charset="0"/>
                            </a:rPr>
                            <m:t>2</m:t>
                          </m:r>
                        </m:sup>
                      </m:sSup>
                      <m:r>
                        <a:rPr lang="en-US" b="0" i="1" smtClean="0">
                          <a:solidFill>
                            <a:schemeClr val="bg1"/>
                          </a:solidFill>
                          <a:latin typeface="Cambria Math" panose="02040503050406030204" pitchFamily="18" charset="0"/>
                          <a:ea typeface="Cambria Math" panose="02040503050406030204" pitchFamily="18" charset="0"/>
                          <a:cs typeface="Helvetica Neue" panose="02000503000000020004" pitchFamily="2" charset="0"/>
                        </a:rPr>
                        <m:t>+</m:t>
                      </m:r>
                      <m:sSup>
                        <m:sSupPr>
                          <m:ctrlPr>
                            <a:rPr lang="en-US" i="1">
                              <a:solidFill>
                                <a:schemeClr val="bg1"/>
                              </a:solidFill>
                              <a:latin typeface="Cambria Math" panose="02040503050406030204" pitchFamily="18" charset="0"/>
                              <a:ea typeface="Cambria Math" panose="02040503050406030204" pitchFamily="18" charset="0"/>
                              <a:cs typeface="Helvetica Neue" panose="02000503000000020004" pitchFamily="2" charset="0"/>
                            </a:rPr>
                          </m:ctrlPr>
                        </m:sSupPr>
                        <m:e>
                          <m:r>
                            <a:rPr lang="en-US" i="1" smtClean="0">
                              <a:solidFill>
                                <a:schemeClr val="bg1"/>
                              </a:solidFill>
                              <a:latin typeface="Cambria Math" panose="02040503050406030204" pitchFamily="18" charset="0"/>
                              <a:ea typeface="Cambria Math" panose="02040503050406030204" pitchFamily="18" charset="0"/>
                              <a:cs typeface="Helvetica Neue" panose="02000503000000020004" pitchFamily="2" charset="0"/>
                            </a:rPr>
                            <m:t>𝑣</m:t>
                          </m:r>
                        </m:e>
                        <m:sup>
                          <m:r>
                            <a:rPr lang="en-US" b="0" i="1" smtClean="0">
                              <a:solidFill>
                                <a:schemeClr val="bg1"/>
                              </a:solidFill>
                              <a:latin typeface="Cambria Math" panose="02040503050406030204" pitchFamily="18" charset="0"/>
                              <a:ea typeface="Cambria Math" panose="02040503050406030204" pitchFamily="18" charset="0"/>
                              <a:cs typeface="Helvetica Neue" panose="02000503000000020004" pitchFamily="2" charset="0"/>
                            </a:rPr>
                            <m:t>2</m:t>
                          </m:r>
                        </m:sup>
                      </m:sSup>
                    </m:oMath>
                  </m:oMathPara>
                </a14:m>
                <a:endParaRPr lang="en-US"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a:p>
                <a:endParaRPr lang="en-US"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a:p>
                <a:pPr/>
                <a14:m>
                  <m:oMathPara xmlns:m="http://schemas.openxmlformats.org/officeDocument/2006/math">
                    <m:oMathParaPr>
                      <m:jc m:val="centerGroup"/>
                    </m:oMathParaPr>
                    <m:oMath xmlns:m="http://schemas.openxmlformats.org/officeDocument/2006/math">
                      <m:r>
                        <a:rPr lang="en-US" i="1" smtClean="0">
                          <a:solidFill>
                            <a:schemeClr val="bg1"/>
                          </a:solidFill>
                          <a:latin typeface="Cambria Math" panose="02040503050406030204" pitchFamily="18" charset="0"/>
                          <a:ea typeface="Cambria Math" panose="02040503050406030204" pitchFamily="18" charset="0"/>
                          <a:cs typeface="Helvetica Neue" panose="02000503000000020004" pitchFamily="2" charset="0"/>
                        </a:rPr>
                        <m:t>𝑉</m:t>
                      </m:r>
                      <m:r>
                        <a:rPr lang="en-US" i="1" smtClean="0">
                          <a:solidFill>
                            <a:schemeClr val="bg1"/>
                          </a:solidFill>
                          <a:latin typeface="Cambria Math" panose="02040503050406030204" pitchFamily="18" charset="0"/>
                          <a:ea typeface="Cambria Math" panose="02040503050406030204" pitchFamily="18" charset="0"/>
                          <a:cs typeface="Helvetica Neue" panose="02000503000000020004" pitchFamily="2" charset="0"/>
                        </a:rPr>
                        <m:t>=</m:t>
                      </m:r>
                      <m:rad>
                        <m:radPr>
                          <m:degHide m:val="on"/>
                          <m:ctrlPr>
                            <a:rPr lang="en-US" i="1" smtClean="0">
                              <a:solidFill>
                                <a:schemeClr val="bg1"/>
                              </a:solidFill>
                              <a:latin typeface="Cambria Math" panose="02040503050406030204" pitchFamily="18" charset="0"/>
                              <a:ea typeface="Cambria Math" panose="02040503050406030204" pitchFamily="18" charset="0"/>
                              <a:cs typeface="Helvetica Neue" panose="02000503000000020004" pitchFamily="2" charset="0"/>
                            </a:rPr>
                          </m:ctrlPr>
                        </m:radPr>
                        <m:deg/>
                        <m:e>
                          <m:sSup>
                            <m:sSupPr>
                              <m:ctrlPr>
                                <a:rPr lang="en-US" i="1">
                                  <a:solidFill>
                                    <a:schemeClr val="bg1"/>
                                  </a:solidFill>
                                  <a:latin typeface="Cambria Math" panose="02040503050406030204" pitchFamily="18" charset="0"/>
                                  <a:ea typeface="Cambria Math" panose="02040503050406030204" pitchFamily="18" charset="0"/>
                                  <a:cs typeface="Helvetica Neue" panose="02000503000000020004" pitchFamily="2" charset="0"/>
                                </a:rPr>
                              </m:ctrlPr>
                            </m:sSupPr>
                            <m:e>
                              <m:r>
                                <a:rPr lang="en-US" i="1">
                                  <a:solidFill>
                                    <a:schemeClr val="bg1"/>
                                  </a:solidFill>
                                  <a:latin typeface="Cambria Math" panose="02040503050406030204" pitchFamily="18" charset="0"/>
                                  <a:ea typeface="Cambria Math" panose="02040503050406030204" pitchFamily="18" charset="0"/>
                                  <a:cs typeface="Helvetica Neue" panose="02000503000000020004" pitchFamily="2" charset="0"/>
                                </a:rPr>
                                <m:t>𝑐</m:t>
                              </m:r>
                            </m:e>
                            <m:sup>
                              <m:r>
                                <a:rPr lang="en-US" i="1">
                                  <a:solidFill>
                                    <a:schemeClr val="bg1"/>
                                  </a:solidFill>
                                  <a:latin typeface="Cambria Math" panose="02040503050406030204" pitchFamily="18" charset="0"/>
                                  <a:ea typeface="Cambria Math" panose="02040503050406030204" pitchFamily="18" charset="0"/>
                                  <a:cs typeface="Helvetica Neue" panose="02000503000000020004" pitchFamily="2" charset="0"/>
                                </a:rPr>
                                <m:t>2</m:t>
                              </m:r>
                            </m:sup>
                          </m:sSup>
                          <m:r>
                            <a:rPr lang="en-US" i="1">
                              <a:solidFill>
                                <a:schemeClr val="bg1"/>
                              </a:solidFill>
                              <a:latin typeface="Cambria Math" panose="02040503050406030204" pitchFamily="18" charset="0"/>
                              <a:ea typeface="Cambria Math" panose="02040503050406030204" pitchFamily="18" charset="0"/>
                              <a:cs typeface="Helvetica Neue" panose="02000503000000020004" pitchFamily="2" charset="0"/>
                            </a:rPr>
                            <m:t>+</m:t>
                          </m:r>
                          <m:sSup>
                            <m:sSupPr>
                              <m:ctrlPr>
                                <a:rPr lang="en-US" i="1">
                                  <a:solidFill>
                                    <a:schemeClr val="bg1"/>
                                  </a:solidFill>
                                  <a:latin typeface="Cambria Math" panose="02040503050406030204" pitchFamily="18" charset="0"/>
                                  <a:ea typeface="Cambria Math" panose="02040503050406030204" pitchFamily="18" charset="0"/>
                                  <a:cs typeface="Helvetica Neue" panose="02000503000000020004" pitchFamily="2" charset="0"/>
                                </a:rPr>
                              </m:ctrlPr>
                            </m:sSupPr>
                            <m:e>
                              <m:r>
                                <a:rPr lang="en-US" i="1">
                                  <a:solidFill>
                                    <a:schemeClr val="bg1"/>
                                  </a:solidFill>
                                  <a:latin typeface="Cambria Math" panose="02040503050406030204" pitchFamily="18" charset="0"/>
                                  <a:ea typeface="Cambria Math" panose="02040503050406030204" pitchFamily="18" charset="0"/>
                                  <a:cs typeface="Helvetica Neue" panose="02000503000000020004" pitchFamily="2" charset="0"/>
                                </a:rPr>
                                <m:t>𝑣</m:t>
                              </m:r>
                            </m:e>
                            <m:sup>
                              <m:r>
                                <a:rPr lang="en-US" i="1">
                                  <a:solidFill>
                                    <a:schemeClr val="bg1"/>
                                  </a:solidFill>
                                  <a:latin typeface="Cambria Math" panose="02040503050406030204" pitchFamily="18" charset="0"/>
                                  <a:ea typeface="Cambria Math" panose="02040503050406030204" pitchFamily="18" charset="0"/>
                                  <a:cs typeface="Helvetica Neue" panose="02000503000000020004" pitchFamily="2" charset="0"/>
                                </a:rPr>
                                <m:t>2</m:t>
                              </m:r>
                            </m:sup>
                          </m:sSup>
                        </m:e>
                      </m:rad>
                    </m:oMath>
                  </m:oMathPara>
                </a14:m>
                <a:endParaRPr lang="en-US"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a:p>
                <a:endParaRPr lang="en-US"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p:txBody>
          </p:sp>
        </mc:Choice>
        <mc:Fallback xmlns="">
          <p:sp>
            <p:nvSpPr>
              <p:cNvPr id="28" name="TextBox 27">
                <a:extLst>
                  <a:ext uri="{FF2B5EF4-FFF2-40B4-BE49-F238E27FC236}">
                    <a16:creationId xmlns:a16="http://schemas.microsoft.com/office/drawing/2014/main" id="{23E51F79-485E-0CEB-4454-8F692C169BB9}"/>
                  </a:ext>
                </a:extLst>
              </p:cNvPr>
              <p:cNvSpPr txBox="1">
                <a:spLocks noRot="1" noChangeAspect="1" noMove="1" noResize="1" noEditPoints="1" noAdjustHandles="1" noChangeArrowheads="1" noChangeShapeType="1" noTextEdit="1"/>
              </p:cNvSpPr>
              <p:nvPr/>
            </p:nvSpPr>
            <p:spPr>
              <a:xfrm>
                <a:off x="4869835" y="3977606"/>
                <a:ext cx="2293961" cy="2597378"/>
              </a:xfrm>
              <a:prstGeom prst="rect">
                <a:avLst/>
              </a:prstGeom>
              <a:blipFill>
                <a:blip r:embed="rId3"/>
                <a:stretch>
                  <a:fillRect/>
                </a:stretch>
              </a:blipFill>
            </p:spPr>
            <p:txBody>
              <a:bodyPr/>
              <a:lstStyle/>
              <a:p>
                <a:r>
                  <a:rPr lang="en-US">
                    <a:noFill/>
                  </a:rPr>
                  <a:t> </a:t>
                </a:r>
              </a:p>
            </p:txBody>
          </p:sp>
        </mc:Fallback>
      </mc:AlternateContent>
      <p:grpSp>
        <p:nvGrpSpPr>
          <p:cNvPr id="31" name="Group 30">
            <a:extLst>
              <a:ext uri="{FF2B5EF4-FFF2-40B4-BE49-F238E27FC236}">
                <a16:creationId xmlns:a16="http://schemas.microsoft.com/office/drawing/2014/main" id="{FC6E494E-A4A1-5EC0-5EAD-6E30ADF1C1F6}"/>
              </a:ext>
            </a:extLst>
          </p:cNvPr>
          <p:cNvGrpSpPr/>
          <p:nvPr/>
        </p:nvGrpSpPr>
        <p:grpSpPr>
          <a:xfrm>
            <a:off x="426679" y="3786893"/>
            <a:ext cx="3719189" cy="2736088"/>
            <a:chOff x="426679" y="3786893"/>
            <a:chExt cx="3719189" cy="2736088"/>
          </a:xfrm>
        </p:grpSpPr>
        <p:grpSp>
          <p:nvGrpSpPr>
            <p:cNvPr id="29" name="Group 28">
              <a:extLst>
                <a:ext uri="{FF2B5EF4-FFF2-40B4-BE49-F238E27FC236}">
                  <a16:creationId xmlns:a16="http://schemas.microsoft.com/office/drawing/2014/main" id="{4E71117F-A310-9E8B-F212-41496B6CD7F5}"/>
                </a:ext>
              </a:extLst>
            </p:cNvPr>
            <p:cNvGrpSpPr/>
            <p:nvPr/>
          </p:nvGrpSpPr>
          <p:grpSpPr>
            <a:xfrm>
              <a:off x="426679" y="3786893"/>
              <a:ext cx="3719189" cy="2736088"/>
              <a:chOff x="838200" y="3632960"/>
              <a:chExt cx="3719189" cy="2736088"/>
            </a:xfrm>
          </p:grpSpPr>
          <p:grpSp>
            <p:nvGrpSpPr>
              <p:cNvPr id="26" name="Group 25">
                <a:extLst>
                  <a:ext uri="{FF2B5EF4-FFF2-40B4-BE49-F238E27FC236}">
                    <a16:creationId xmlns:a16="http://schemas.microsoft.com/office/drawing/2014/main" id="{E5D28E96-3396-0489-7D4F-5EC27DF87BF7}"/>
                  </a:ext>
                </a:extLst>
              </p:cNvPr>
              <p:cNvGrpSpPr/>
              <p:nvPr/>
            </p:nvGrpSpPr>
            <p:grpSpPr>
              <a:xfrm>
                <a:off x="838200" y="3632960"/>
                <a:ext cx="3719189" cy="2736088"/>
                <a:chOff x="838200" y="3632960"/>
                <a:chExt cx="3719189" cy="2736088"/>
              </a:xfrm>
            </p:grpSpPr>
            <p:sp>
              <p:nvSpPr>
                <p:cNvPr id="6" name="Rectangle 5">
                  <a:extLst>
                    <a:ext uri="{FF2B5EF4-FFF2-40B4-BE49-F238E27FC236}">
                      <a16:creationId xmlns:a16="http://schemas.microsoft.com/office/drawing/2014/main" id="{6F9C9955-79B0-86D9-3149-D0FE7778A297}"/>
                    </a:ext>
                  </a:extLst>
                </p:cNvPr>
                <p:cNvSpPr/>
                <p:nvPr/>
              </p:nvSpPr>
              <p:spPr>
                <a:xfrm>
                  <a:off x="838200" y="3632960"/>
                  <a:ext cx="3719189" cy="2736088"/>
                </a:xfrm>
                <a:prstGeom prst="rect">
                  <a:avLst/>
                </a:prstGeom>
                <a:solidFill>
                  <a:schemeClr val="bg1"/>
                </a:solidFill>
              </p:spPr>
              <p:txBody>
                <a:bodyPr wrap="square" rtlCol="0" anchor="ctr">
                  <a:spAutoFit/>
                </a:bodyPr>
                <a:lstStyle/>
                <a:p>
                  <a:pPr algn="l"/>
                  <a:endParaRPr lang="en-US" sz="2400" dirty="0">
                    <a:latin typeface="Helvetica Neue" panose="02000503000000020004" pitchFamily="2" charset="0"/>
                    <a:ea typeface="Helvetica Neue" panose="02000503000000020004" pitchFamily="2" charset="0"/>
                    <a:cs typeface="Helvetica Neue" panose="02000503000000020004" pitchFamily="2" charset="0"/>
                  </a:endParaRPr>
                </a:p>
              </p:txBody>
            </p:sp>
            <p:cxnSp>
              <p:nvCxnSpPr>
                <p:cNvPr id="8" name="Straight Connector 7">
                  <a:extLst>
                    <a:ext uri="{FF2B5EF4-FFF2-40B4-BE49-F238E27FC236}">
                      <a16:creationId xmlns:a16="http://schemas.microsoft.com/office/drawing/2014/main" id="{0E28AFF2-F3A7-C7CC-3650-51FC016B7A1D}"/>
                    </a:ext>
                  </a:extLst>
                </p:cNvPr>
                <p:cNvCxnSpPr>
                  <a:cxnSpLocks/>
                </p:cNvCxnSpPr>
                <p:nvPr/>
              </p:nvCxnSpPr>
              <p:spPr>
                <a:xfrm>
                  <a:off x="838200" y="3642899"/>
                  <a:ext cx="3719189" cy="2726149"/>
                </a:xfrm>
                <a:prstGeom prst="line">
                  <a:avLst/>
                </a:prstGeom>
                <a:ln w="1905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CD5B2ED5-5E84-DA31-BCCA-60FF794397B1}"/>
                    </a:ext>
                  </a:extLst>
                </p:cNvPr>
                <p:cNvCxnSpPr>
                  <a:cxnSpLocks/>
                </p:cNvCxnSpPr>
                <p:nvPr/>
              </p:nvCxnSpPr>
              <p:spPr>
                <a:xfrm flipV="1">
                  <a:off x="838200" y="3642899"/>
                  <a:ext cx="3719189" cy="2726149"/>
                </a:xfrm>
                <a:prstGeom prst="line">
                  <a:avLst/>
                </a:prstGeom>
                <a:ln w="19050">
                  <a:solidFill>
                    <a:srgbClr val="FF0000"/>
                  </a:solidFill>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377C0505-8D3C-232C-C570-D109BD245853}"/>
                      </a:ext>
                    </a:extLst>
                  </p:cNvPr>
                  <p:cNvSpPr txBox="1"/>
                  <p:nvPr/>
                </p:nvSpPr>
                <p:spPr>
                  <a:xfrm>
                    <a:off x="2585424" y="5789923"/>
                    <a:ext cx="193964" cy="526939"/>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f>
                            <m:fPr>
                              <m:ctrlPr>
                                <a:rPr lang="en-US" b="1" i="1" smtClean="0">
                                  <a:solidFill>
                                    <a:schemeClr val="tx1"/>
                                  </a:solidFill>
                                  <a:latin typeface="Cambria Math" panose="02040503050406030204" pitchFamily="18" charset="0"/>
                                  <a:ea typeface="Helvetica Neue" panose="02000503000000020004" pitchFamily="2" charset="0"/>
                                  <a:cs typeface="Helvetica Neue" panose="02000503000000020004" pitchFamily="2" charset="0"/>
                                </a:rPr>
                              </m:ctrlPr>
                            </m:fPr>
                            <m:num>
                              <m:r>
                                <a:rPr lang="en-US" b="1" i="1" smtClean="0">
                                  <a:solidFill>
                                    <a:schemeClr val="tx1"/>
                                  </a:solidFill>
                                  <a:latin typeface="Cambria Math" panose="02040503050406030204" pitchFamily="18" charset="0"/>
                                  <a:ea typeface="Helvetica Neue" panose="02000503000000020004" pitchFamily="2" charset="0"/>
                                  <a:cs typeface="Helvetica Neue" panose="02000503000000020004" pitchFamily="2" charset="0"/>
                                </a:rPr>
                                <m:t>𝒄</m:t>
                              </m:r>
                            </m:num>
                            <m:den>
                              <m:r>
                                <a:rPr lang="en-US" b="1" i="1" smtClean="0">
                                  <a:solidFill>
                                    <a:schemeClr val="tx1"/>
                                  </a:solidFill>
                                  <a:latin typeface="Cambria Math" panose="02040503050406030204" pitchFamily="18" charset="0"/>
                                  <a:ea typeface="Helvetica Neue" panose="02000503000000020004" pitchFamily="2" charset="0"/>
                                  <a:cs typeface="Helvetica Neue" panose="02000503000000020004" pitchFamily="2" charset="0"/>
                                </a:rPr>
                                <m:t>𝒇</m:t>
                              </m:r>
                            </m:den>
                          </m:f>
                        </m:oMath>
                      </m:oMathPara>
                    </a14:m>
                    <a:endParaRPr lang="en-US" b="1" dirty="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p:txBody>
              </p:sp>
            </mc:Choice>
            <mc:Fallback xmlns="">
              <p:sp>
                <p:nvSpPr>
                  <p:cNvPr id="25" name="TextBox 24">
                    <a:extLst>
                      <a:ext uri="{FF2B5EF4-FFF2-40B4-BE49-F238E27FC236}">
                        <a16:creationId xmlns:a16="http://schemas.microsoft.com/office/drawing/2014/main" id="{377C0505-8D3C-232C-C570-D109BD245853}"/>
                      </a:ext>
                    </a:extLst>
                  </p:cNvPr>
                  <p:cNvSpPr txBox="1">
                    <a:spLocks noRot="1" noChangeAspect="1" noMove="1" noResize="1" noEditPoints="1" noAdjustHandles="1" noChangeArrowheads="1" noChangeShapeType="1" noTextEdit="1"/>
                  </p:cNvSpPr>
                  <p:nvPr/>
                </p:nvSpPr>
                <p:spPr>
                  <a:xfrm>
                    <a:off x="2585424" y="5789923"/>
                    <a:ext cx="193964" cy="526939"/>
                  </a:xfrm>
                  <a:prstGeom prst="rect">
                    <a:avLst/>
                  </a:prstGeom>
                  <a:blipFill>
                    <a:blip r:embed="rId4"/>
                    <a:stretch>
                      <a:fillRect l="-37500" r="-37500" b="-190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7FC40A7E-2163-212D-5438-73ED74B30863}"/>
                      </a:ext>
                    </a:extLst>
                  </p:cNvPr>
                  <p:cNvSpPr txBox="1"/>
                  <p:nvPr/>
                </p:nvSpPr>
                <p:spPr>
                  <a:xfrm>
                    <a:off x="4315799" y="4662798"/>
                    <a:ext cx="201978" cy="526939"/>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f>
                            <m:fPr>
                              <m:ctrlPr>
                                <a:rPr lang="en-US" b="1" i="1" smtClean="0">
                                  <a:solidFill>
                                    <a:schemeClr val="tx1"/>
                                  </a:solidFill>
                                  <a:latin typeface="Cambria Math" panose="02040503050406030204" pitchFamily="18" charset="0"/>
                                  <a:ea typeface="Helvetica Neue" panose="02000503000000020004" pitchFamily="2" charset="0"/>
                                  <a:cs typeface="Helvetica Neue" panose="02000503000000020004" pitchFamily="2" charset="0"/>
                                </a:rPr>
                              </m:ctrlPr>
                            </m:fPr>
                            <m:num>
                              <m:r>
                                <a:rPr lang="en-US" b="1" i="1" smtClean="0">
                                  <a:solidFill>
                                    <a:schemeClr val="tx1"/>
                                  </a:solidFill>
                                  <a:latin typeface="Cambria Math" panose="02040503050406030204" pitchFamily="18" charset="0"/>
                                  <a:ea typeface="Helvetica Neue" panose="02000503000000020004" pitchFamily="2" charset="0"/>
                                  <a:cs typeface="Helvetica Neue" panose="02000503000000020004" pitchFamily="2" charset="0"/>
                                </a:rPr>
                                <m:t>𝒗</m:t>
                              </m:r>
                            </m:num>
                            <m:den>
                              <m:r>
                                <a:rPr lang="en-US" b="1" i="1" smtClean="0">
                                  <a:solidFill>
                                    <a:schemeClr val="tx1"/>
                                  </a:solidFill>
                                  <a:latin typeface="Cambria Math" panose="02040503050406030204" pitchFamily="18" charset="0"/>
                                  <a:ea typeface="Helvetica Neue" panose="02000503000000020004" pitchFamily="2" charset="0"/>
                                  <a:cs typeface="Helvetica Neue" panose="02000503000000020004" pitchFamily="2" charset="0"/>
                                </a:rPr>
                                <m:t>𝒇</m:t>
                              </m:r>
                            </m:den>
                          </m:f>
                        </m:oMath>
                      </m:oMathPara>
                    </a14:m>
                    <a:endParaRPr lang="en-US" b="1" dirty="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p:txBody>
              </p:sp>
            </mc:Choice>
            <mc:Fallback xmlns="">
              <p:sp>
                <p:nvSpPr>
                  <p:cNvPr id="27" name="TextBox 26">
                    <a:extLst>
                      <a:ext uri="{FF2B5EF4-FFF2-40B4-BE49-F238E27FC236}">
                        <a16:creationId xmlns:a16="http://schemas.microsoft.com/office/drawing/2014/main" id="{7FC40A7E-2163-212D-5438-73ED74B30863}"/>
                      </a:ext>
                    </a:extLst>
                  </p:cNvPr>
                  <p:cNvSpPr txBox="1">
                    <a:spLocks noRot="1" noChangeAspect="1" noMove="1" noResize="1" noEditPoints="1" noAdjustHandles="1" noChangeArrowheads="1" noChangeShapeType="1" noTextEdit="1"/>
                  </p:cNvSpPr>
                  <p:nvPr/>
                </p:nvSpPr>
                <p:spPr>
                  <a:xfrm>
                    <a:off x="4315799" y="4662798"/>
                    <a:ext cx="201978" cy="526939"/>
                  </a:xfrm>
                  <a:prstGeom prst="rect">
                    <a:avLst/>
                  </a:prstGeom>
                  <a:blipFill>
                    <a:blip r:embed="rId5"/>
                    <a:stretch>
                      <a:fillRect l="-35294" r="-35294" b="-21429"/>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062F343D-0462-B059-30EE-6B023AE5752E}"/>
                    </a:ext>
                  </a:extLst>
                </p:cNvPr>
                <p:cNvSpPr txBox="1"/>
                <p:nvPr/>
              </p:nvSpPr>
              <p:spPr>
                <a:xfrm>
                  <a:off x="2167651" y="4839609"/>
                  <a:ext cx="237244" cy="276999"/>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b="1" i="1" smtClean="0">
                            <a:solidFill>
                              <a:schemeClr val="tx1"/>
                            </a:solidFill>
                            <a:latin typeface="Cambria Math" panose="02040503050406030204" pitchFamily="18" charset="0"/>
                            <a:ea typeface="Helvetica Neue" panose="02000503000000020004" pitchFamily="2" charset="0"/>
                            <a:cs typeface="Helvetica Neue" panose="02000503000000020004" pitchFamily="2" charset="0"/>
                          </a:rPr>
                          <m:t>𝑫</m:t>
                        </m:r>
                      </m:oMath>
                    </m:oMathPara>
                  </a14:m>
                  <a:endParaRPr lang="en-US" b="1" dirty="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p:txBody>
            </p:sp>
          </mc:Choice>
          <mc:Fallback xmlns="">
            <p:sp>
              <p:nvSpPr>
                <p:cNvPr id="30" name="TextBox 29">
                  <a:extLst>
                    <a:ext uri="{FF2B5EF4-FFF2-40B4-BE49-F238E27FC236}">
                      <a16:creationId xmlns:a16="http://schemas.microsoft.com/office/drawing/2014/main" id="{062F343D-0462-B059-30EE-6B023AE5752E}"/>
                    </a:ext>
                  </a:extLst>
                </p:cNvPr>
                <p:cNvSpPr txBox="1">
                  <a:spLocks noRot="1" noChangeAspect="1" noMove="1" noResize="1" noEditPoints="1" noAdjustHandles="1" noChangeArrowheads="1" noChangeShapeType="1" noTextEdit="1"/>
                </p:cNvSpPr>
                <p:nvPr/>
              </p:nvSpPr>
              <p:spPr>
                <a:xfrm>
                  <a:off x="2167651" y="4839609"/>
                  <a:ext cx="237244" cy="276999"/>
                </a:xfrm>
                <a:prstGeom prst="rect">
                  <a:avLst/>
                </a:prstGeom>
                <a:blipFill>
                  <a:blip r:embed="rId6"/>
                  <a:stretch>
                    <a:fillRect l="-15000" r="-15000" b="-13636"/>
                  </a:stretch>
                </a:blipFill>
              </p:spPr>
              <p:txBody>
                <a:bodyPr/>
                <a:lstStyle/>
                <a:p>
                  <a:r>
                    <a:rPr lang="en-US">
                      <a:noFill/>
                    </a:rPr>
                    <a:t> </a:t>
                  </a:r>
                </a:p>
              </p:txBody>
            </p:sp>
          </mc:Fallback>
        </mc:AlternateContent>
      </p:grpSp>
      <p:pic>
        <p:nvPicPr>
          <p:cNvPr id="7" name="Picture 6">
            <a:extLst>
              <a:ext uri="{FF2B5EF4-FFF2-40B4-BE49-F238E27FC236}">
                <a16:creationId xmlns:a16="http://schemas.microsoft.com/office/drawing/2014/main" id="{C6233BB7-7874-9655-EC13-5764D2DFF04E}"/>
              </a:ext>
            </a:extLst>
          </p:cNvPr>
          <p:cNvPicPr>
            <a:picLocks noChangeAspect="1"/>
          </p:cNvPicPr>
          <p:nvPr/>
        </p:nvPicPr>
        <p:blipFill>
          <a:blip r:embed="rId7"/>
          <a:stretch>
            <a:fillRect/>
          </a:stretch>
        </p:blipFill>
        <p:spPr>
          <a:xfrm>
            <a:off x="12658729" y="0"/>
            <a:ext cx="6223635" cy="6858000"/>
          </a:xfrm>
          <a:prstGeom prst="rect">
            <a:avLst/>
          </a:prstGeom>
        </p:spPr>
      </p:pic>
      <p:pic>
        <p:nvPicPr>
          <p:cNvPr id="10" name="Picture 9">
            <a:extLst>
              <a:ext uri="{FF2B5EF4-FFF2-40B4-BE49-F238E27FC236}">
                <a16:creationId xmlns:a16="http://schemas.microsoft.com/office/drawing/2014/main" id="{4FF47583-1CC2-91FA-8B3B-694D5FA86C08}"/>
              </a:ext>
            </a:extLst>
          </p:cNvPr>
          <p:cNvPicPr>
            <a:picLocks noChangeAspect="1"/>
          </p:cNvPicPr>
          <p:nvPr/>
        </p:nvPicPr>
        <p:blipFill>
          <a:blip r:embed="rId8"/>
          <a:stretch>
            <a:fillRect/>
          </a:stretch>
        </p:blipFill>
        <p:spPr>
          <a:xfrm>
            <a:off x="-8113024" y="-35598"/>
            <a:ext cx="7772400" cy="3319137"/>
          </a:xfrm>
          <a:prstGeom prst="rect">
            <a:avLst/>
          </a:prstGeom>
        </p:spPr>
      </p:pic>
    </p:spTree>
    <p:extLst>
      <p:ext uri="{BB962C8B-B14F-4D97-AF65-F5344CB8AC3E}">
        <p14:creationId xmlns:p14="http://schemas.microsoft.com/office/powerpoint/2010/main" val="25479058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a:extLst>
            <a:ext uri="{FF2B5EF4-FFF2-40B4-BE49-F238E27FC236}">
              <a16:creationId xmlns:a16="http://schemas.microsoft.com/office/drawing/2014/main" id="{D7CA0E7F-0191-D33A-F107-B60B8C7E83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47D551-86EF-323C-C3AA-B62A806F4026}"/>
              </a:ext>
            </a:extLst>
          </p:cNvPr>
          <p:cNvSpPr>
            <a:spLocks noGrp="1"/>
          </p:cNvSpPr>
          <p:nvPr>
            <p:ph type="title"/>
          </p:nvPr>
        </p:nvSpPr>
        <p:spPr>
          <a:xfrm>
            <a:off x="970486" y="80345"/>
            <a:ext cx="10515600" cy="777875"/>
          </a:xfrm>
        </p:spPr>
        <p:txBody>
          <a:bodyPr>
            <a:normAutofit/>
          </a:bodyPr>
          <a:lstStyle/>
          <a:p>
            <a:r>
              <a:rPr lang="en-US" b="1" dirty="0">
                <a:solidFill>
                  <a:schemeClr val="bg1"/>
                </a:solidFill>
              </a:rPr>
              <a:t>Point Potential Spiral Path in a Photon</a:t>
            </a:r>
          </a:p>
        </p:txBody>
      </p:sp>
      <p:sp>
        <p:nvSpPr>
          <p:cNvPr id="3" name="Content Placeholder 2">
            <a:extLst>
              <a:ext uri="{FF2B5EF4-FFF2-40B4-BE49-F238E27FC236}">
                <a16:creationId xmlns:a16="http://schemas.microsoft.com/office/drawing/2014/main" id="{6770E1EC-A9C3-69D7-F3C9-E30EFACCE12D}"/>
              </a:ext>
            </a:extLst>
          </p:cNvPr>
          <p:cNvSpPr>
            <a:spLocks noGrp="1"/>
          </p:cNvSpPr>
          <p:nvPr>
            <p:ph idx="1"/>
          </p:nvPr>
        </p:nvSpPr>
        <p:spPr>
          <a:xfrm>
            <a:off x="377817" y="882906"/>
            <a:ext cx="11565223" cy="5060950"/>
          </a:xfrm>
        </p:spPr>
        <p:txBody>
          <a:bodyPr>
            <a:normAutofit/>
          </a:bodyPr>
          <a:lstStyle/>
          <a:p>
            <a:pPr lvl="1">
              <a:lnSpc>
                <a:spcPct val="70000"/>
              </a:lnSpc>
            </a:pPr>
            <a:r>
              <a:rPr lang="en-US" sz="1100" dirty="0">
                <a:solidFill>
                  <a:schemeClr val="bg1"/>
                </a:solidFill>
              </a:rPr>
              <a:t>These are dark photons, in the </a:t>
            </a:r>
            <a:r>
              <a:rPr lang="en-US" sz="1100" dirty="0" err="1">
                <a:solidFill>
                  <a:schemeClr val="bg1"/>
                </a:solidFill>
              </a:rPr>
              <a:t>AdS</a:t>
            </a:r>
            <a:r>
              <a:rPr lang="en-US" sz="1100" dirty="0">
                <a:solidFill>
                  <a:schemeClr val="bg1"/>
                </a:solidFill>
              </a:rPr>
              <a:t> regime.</a:t>
            </a:r>
          </a:p>
          <a:p>
            <a:pPr>
              <a:lnSpc>
                <a:spcPct val="70000"/>
              </a:lnSpc>
            </a:pPr>
            <a:r>
              <a:rPr lang="en-US" sz="1100" dirty="0">
                <a:solidFill>
                  <a:schemeClr val="bg1"/>
                </a:solidFill>
              </a:rPr>
              <a:t>The ultimate </a:t>
            </a:r>
            <a:r>
              <a:rPr lang="en-US" sz="1100" dirty="0" err="1">
                <a:solidFill>
                  <a:schemeClr val="bg1"/>
                </a:solidFill>
              </a:rPr>
              <a:t>AdS</a:t>
            </a:r>
            <a:r>
              <a:rPr lang="en-US" sz="1100" dirty="0">
                <a:solidFill>
                  <a:schemeClr val="bg1"/>
                </a:solidFill>
              </a:rPr>
              <a:t> binary orbits at v=pi@/2 and translates at v=pi@/2. </a:t>
            </a:r>
          </a:p>
          <a:p>
            <a:pPr lvl="1">
              <a:lnSpc>
                <a:spcPct val="70000"/>
              </a:lnSpc>
            </a:pPr>
            <a:r>
              <a:rPr lang="en-US" sz="1100" dirty="0">
                <a:solidFill>
                  <a:schemeClr val="bg1"/>
                </a:solidFill>
              </a:rPr>
              <a:t>A curve so tight, translating so fast, and the translation in a sense is another orbit from the point of view of the sphere streams received?</a:t>
            </a:r>
          </a:p>
          <a:p>
            <a:pPr lvl="1">
              <a:lnSpc>
                <a:spcPct val="70000"/>
              </a:lnSpc>
            </a:pPr>
            <a:r>
              <a:rPr lang="en-US" sz="1100" dirty="0">
                <a:solidFill>
                  <a:schemeClr val="bg1"/>
                </a:solidFill>
              </a:rPr>
              <a:t>The absolute maximum total velocity = sqrt(2)pi@/2, or pi@/sqrt(2). How large is the traced sphere?</a:t>
            </a:r>
          </a:p>
          <a:p>
            <a:pPr lvl="1">
              <a:lnSpc>
                <a:spcPct val="70000"/>
              </a:lnSpc>
            </a:pPr>
            <a:r>
              <a:rPr lang="en-US" sz="1100" dirty="0">
                <a:solidFill>
                  <a:schemeClr val="bg1"/>
                </a:solidFill>
              </a:rPr>
              <a:t>This brainstorm is based on intuition, logic, and visualization of an assembly. It may be nonsense.</a:t>
            </a:r>
          </a:p>
          <a:p>
            <a:pPr lvl="1">
              <a:lnSpc>
                <a:spcPct val="70000"/>
              </a:lnSpc>
            </a:pPr>
            <a:r>
              <a:rPr lang="en-US" sz="1100" dirty="0">
                <a:solidFill>
                  <a:schemeClr val="bg1"/>
                </a:solidFill>
              </a:rPr>
              <a:t>Focus on constraining the problem to be solved, which is contra-rotating pro and anti planar Noether cores.</a:t>
            </a:r>
          </a:p>
          <a:p>
            <a:pPr lvl="1">
              <a:lnSpc>
                <a:spcPct val="70000"/>
              </a:lnSpc>
            </a:pPr>
            <a:r>
              <a:rPr lang="en-US" sz="1100" dirty="0">
                <a:solidFill>
                  <a:schemeClr val="bg1"/>
                </a:solidFill>
              </a:rPr>
              <a:t>perhaps the middle binary operates as a v = @ brush to pace the others? That is appealing</a:t>
            </a:r>
          </a:p>
          <a:p>
            <a:pPr lvl="1">
              <a:lnSpc>
                <a:spcPct val="70000"/>
              </a:lnSpc>
            </a:pPr>
            <a:r>
              <a:rPr lang="en-US" sz="1100" dirty="0">
                <a:solidFill>
                  <a:schemeClr val="bg1"/>
                </a:solidFill>
              </a:rPr>
              <a:t>when interior v = pi @ /2 and mid v = @ they are pi/2 out of phase. This is the best shielding for two binaries. </a:t>
            </a:r>
          </a:p>
          <a:p>
            <a:pPr lvl="1">
              <a:lnSpc>
                <a:spcPct val="70000"/>
              </a:lnSpc>
            </a:pPr>
            <a:r>
              <a:rPr lang="en-US" sz="1100" dirty="0">
                <a:solidFill>
                  <a:schemeClr val="bg1"/>
                </a:solidFill>
              </a:rPr>
              <a:t>Perhaps only the exterior binary changes in energy? It might be the sole influencer based on the out of phase interior and mid binaries. </a:t>
            </a:r>
          </a:p>
          <a:p>
            <a:pPr lvl="1">
              <a:lnSpc>
                <a:spcPct val="70000"/>
              </a:lnSpc>
            </a:pPr>
            <a:r>
              <a:rPr lang="en-US" sz="1100" dirty="0">
                <a:solidFill>
                  <a:schemeClr val="bg1"/>
                </a:solidFill>
              </a:rPr>
              <a:t>What happens when the exterior binary reaches @. At some points the mid and exterior binaries move beyond v = @. Or the Noether core decays? Way out on a limb.</a:t>
            </a:r>
          </a:p>
          <a:p>
            <a:pPr lvl="1">
              <a:lnSpc>
                <a:spcPct val="70000"/>
              </a:lnSpc>
            </a:pPr>
            <a:r>
              <a:rPr lang="en-US" sz="1100" dirty="0">
                <a:solidFill>
                  <a:schemeClr val="bg1"/>
                </a:solidFill>
              </a:rPr>
              <a:t>So at symmetry breaking point it is a photon, and beyond the symmetry breaking point it folds back into 3D?? Ends up as a 6:6 pellet? Wow!!?</a:t>
            </a:r>
          </a:p>
          <a:p>
            <a:pPr lvl="1">
              <a:lnSpc>
                <a:spcPct val="70000"/>
              </a:lnSpc>
            </a:pPr>
            <a:endParaRPr lang="en-US" sz="1100" dirty="0">
              <a:solidFill>
                <a:schemeClr val="bg1"/>
              </a:solidFill>
            </a:endParaRPr>
          </a:p>
          <a:p>
            <a:pPr>
              <a:lnSpc>
                <a:spcPct val="70000"/>
              </a:lnSpc>
            </a:pPr>
            <a:endParaRPr lang="en-US" sz="1100" dirty="0">
              <a:solidFill>
                <a:schemeClr val="bg1"/>
              </a:solidFill>
            </a:endParaRPr>
          </a:p>
        </p:txBody>
      </p:sp>
      <p:sp>
        <p:nvSpPr>
          <p:cNvPr id="4" name="Footer Placeholder 3">
            <a:extLst>
              <a:ext uri="{FF2B5EF4-FFF2-40B4-BE49-F238E27FC236}">
                <a16:creationId xmlns:a16="http://schemas.microsoft.com/office/drawing/2014/main" id="{40734314-121F-768E-B45C-876EC43E4F83}"/>
              </a:ext>
            </a:extLst>
          </p:cNvPr>
          <p:cNvSpPr>
            <a:spLocks noGrp="1"/>
          </p:cNvSpPr>
          <p:nvPr>
            <p:ph type="ftr" sz="quarter" idx="11"/>
          </p:nvPr>
        </p:nvSpPr>
        <p:spPr>
          <a:xfrm>
            <a:off x="4038600" y="6488181"/>
            <a:ext cx="4114800" cy="365125"/>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 – neoclassical.ai</a:t>
            </a:r>
          </a:p>
        </p:txBody>
      </p:sp>
    </p:spTree>
    <p:extLst>
      <p:ext uri="{BB962C8B-B14F-4D97-AF65-F5344CB8AC3E}">
        <p14:creationId xmlns:p14="http://schemas.microsoft.com/office/powerpoint/2010/main" val="1040750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D85FE3F3-E4EA-C0FF-C4BA-2DD0B113937A}"/>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50108528-C282-5266-E535-2089544059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324"/>
            <a:ext cx="12192000" cy="686132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C7E228EE-8C79-4BDF-61CD-DD04BF586E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734" y="321733"/>
            <a:ext cx="11573488" cy="6214534"/>
          </a:xfrm>
          <a:prstGeom prst="rect">
            <a:avLst/>
          </a:prstGeom>
          <a:solidFill>
            <a:schemeClr val="bg1">
              <a:lumMod val="75000"/>
              <a:lumOff val="25000"/>
            </a:schemeClr>
          </a:solidFill>
          <a:ln w="127000" cap="sq" cmpd="thinThick">
            <a:solidFill>
              <a:schemeClr val="bg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56CB2628-B04B-9129-5D9A-D46996A52028}"/>
              </a:ext>
            </a:extLst>
          </p:cNvPr>
          <p:cNvSpPr>
            <a:spLocks noGrp="1"/>
          </p:cNvSpPr>
          <p:nvPr>
            <p:ph type="ctrTitle"/>
          </p:nvPr>
        </p:nvSpPr>
        <p:spPr>
          <a:xfrm>
            <a:off x="1524000" y="1122362"/>
            <a:ext cx="9144000" cy="2840037"/>
          </a:xfrm>
        </p:spPr>
        <p:txBody>
          <a:bodyPr>
            <a:normAutofit/>
          </a:bodyPr>
          <a:lstStyle/>
          <a:p>
            <a:r>
              <a:rPr lang="en-US" sz="5800" dirty="0"/>
              <a:t>Thank You</a:t>
            </a:r>
          </a:p>
        </p:txBody>
      </p:sp>
      <p:sp>
        <p:nvSpPr>
          <p:cNvPr id="3" name="Subtitle 2">
            <a:extLst>
              <a:ext uri="{FF2B5EF4-FFF2-40B4-BE49-F238E27FC236}">
                <a16:creationId xmlns:a16="http://schemas.microsoft.com/office/drawing/2014/main" id="{17EA72FF-A4A1-08B5-E698-E035BD38492C}"/>
              </a:ext>
            </a:extLst>
          </p:cNvPr>
          <p:cNvSpPr>
            <a:spLocks noGrp="1"/>
          </p:cNvSpPr>
          <p:nvPr>
            <p:ph type="subTitle" idx="1"/>
          </p:nvPr>
        </p:nvSpPr>
        <p:spPr>
          <a:xfrm>
            <a:off x="1524000" y="4256436"/>
            <a:ext cx="9144000" cy="1600818"/>
          </a:xfrm>
        </p:spPr>
        <p:txBody>
          <a:bodyPr>
            <a:normAutofit/>
          </a:bodyPr>
          <a:lstStyle/>
          <a:p>
            <a:r>
              <a:rPr lang="en-US" dirty="0"/>
              <a:t>Questions?</a:t>
            </a:r>
          </a:p>
        </p:txBody>
      </p:sp>
      <p:cxnSp>
        <p:nvCxnSpPr>
          <p:cNvPr id="13" name="Straight Connector 12">
            <a:extLst>
              <a:ext uri="{FF2B5EF4-FFF2-40B4-BE49-F238E27FC236}">
                <a16:creationId xmlns:a16="http://schemas.microsoft.com/office/drawing/2014/main" id="{5ACEDC01-E769-FCE4-1D05-C0ECEEF2028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724400" y="4109417"/>
            <a:ext cx="2743200" cy="0"/>
          </a:xfrm>
          <a:prstGeom prst="line">
            <a:avLst/>
          </a:prstGeom>
          <a:ln w="12700">
            <a:solidFill>
              <a:schemeClr val="tx1">
                <a:lumMod val="85000"/>
              </a:schemeClr>
            </a:solidFill>
          </a:ln>
        </p:spPr>
        <p:style>
          <a:lnRef idx="1">
            <a:schemeClr val="accent1"/>
          </a:lnRef>
          <a:fillRef idx="0">
            <a:schemeClr val="accent1"/>
          </a:fillRef>
          <a:effectRef idx="0">
            <a:schemeClr val="accent1"/>
          </a:effectRef>
          <a:fontRef idx="minor">
            <a:schemeClr val="tx1"/>
          </a:fontRef>
        </p:style>
      </p:cxnSp>
      <p:sp>
        <p:nvSpPr>
          <p:cNvPr id="4" name="Footer Placeholder 3">
            <a:extLst>
              <a:ext uri="{FF2B5EF4-FFF2-40B4-BE49-F238E27FC236}">
                <a16:creationId xmlns:a16="http://schemas.microsoft.com/office/drawing/2014/main" id="{EA54EBB8-7515-EF8D-57A5-04C0EA8F01E2}"/>
              </a:ext>
            </a:extLst>
          </p:cNvPr>
          <p:cNvSpPr>
            <a:spLocks noGrp="1"/>
          </p:cNvSpPr>
          <p:nvPr>
            <p:ph type="ftr" sz="quarter" idx="11"/>
          </p:nvPr>
        </p:nvSpPr>
        <p:spPr>
          <a:xfrm>
            <a:off x="4038600" y="6159710"/>
            <a:ext cx="411480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US" sz="1200" b="0" i="0" u="none" strike="noStrike" kern="1200" cap="none" spc="0" normalizeH="0" baseline="0" noProof="0" dirty="0">
                <a:ln>
                  <a:noFill/>
                </a:ln>
                <a:solidFill>
                  <a:prstClr val="white">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 - Model </a:t>
            </a:r>
            <a:r>
              <a:rPr kumimoji="0" lang="en-US" sz="1200" b="0" i="0" u="none" strike="noStrike" kern="1200" cap="none" spc="0" normalizeH="0" baseline="0" noProof="0">
                <a:ln>
                  <a:noFill/>
                </a:ln>
                <a:solidFill>
                  <a:prstClr val="white">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of Nature</a:t>
            </a:r>
            <a:endParaRPr kumimoji="0" lang="en-US" sz="1200" b="0" i="0" u="none" strike="noStrike" kern="1200" cap="none" spc="0" normalizeH="0" baseline="0" noProof="0" dirty="0">
              <a:ln>
                <a:noFill/>
              </a:ln>
              <a:solidFill>
                <a:prstClr val="white">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Tree>
    <p:extLst>
      <p:ext uri="{BB962C8B-B14F-4D97-AF65-F5344CB8AC3E}">
        <p14:creationId xmlns:p14="http://schemas.microsoft.com/office/powerpoint/2010/main" val="2630782988"/>
      </p:ext>
    </p:extLst>
  </p:cSld>
  <p:clrMapOvr>
    <a:overrideClrMapping bg1="dk1" tx1="lt1" bg2="dk2" tx2="lt2" accent1="accent1" accent2="accent2" accent3="accent3" accent4="accent4" accent5="accent5" accent6="accent6" hlink="hlink" folHlink="folHlink"/>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a:extLst>
            <a:ext uri="{FF2B5EF4-FFF2-40B4-BE49-F238E27FC236}">
              <a16:creationId xmlns:a16="http://schemas.microsoft.com/office/drawing/2014/main" id="{57197C09-2D79-96EB-1801-F89024DA358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664279D-0019-75A9-7432-CD76193D1016}"/>
              </a:ext>
            </a:extLst>
          </p:cNvPr>
          <p:cNvSpPr txBox="1"/>
          <p:nvPr/>
        </p:nvSpPr>
        <p:spPr>
          <a:xfrm>
            <a:off x="0" y="358254"/>
            <a:ext cx="12191999" cy="2688878"/>
          </a:xfrm>
          <a:prstGeom prst="rect">
            <a:avLst/>
          </a:prstGeom>
          <a:noFill/>
        </p:spPr>
        <p:txBody>
          <a:bodyPr wrap="square" rtlCol="0">
            <a:spAutoFit/>
          </a:bodyPr>
          <a:lstStyle/>
          <a:p>
            <a:pPr marL="0" marR="0" lvl="0" indent="0" algn="ctr" defTabSz="914400" rtl="0" eaLnBrk="1" fontAlgn="auto" latinLnBrk="0" hangingPunct="1">
              <a:lnSpc>
                <a:spcPts val="11000"/>
              </a:lnSpc>
              <a:spcBef>
                <a:spcPts val="0"/>
              </a:spcBef>
              <a:spcAft>
                <a:spcPts val="0"/>
              </a:spcAft>
              <a:buClrTx/>
              <a:buSzTx/>
              <a:buFontTx/>
              <a:buNone/>
              <a:tabLst/>
              <a:defRPr/>
            </a:pPr>
            <a:r>
              <a:rPr kumimoji="0" lang="en-US" sz="11500" b="0" i="0" u="none" strike="noStrike" kern="1200" cap="none" spc="0" normalizeH="0" baseline="0" noProof="0" dirty="0">
                <a:ln>
                  <a:noFill/>
                </a:ln>
                <a:solidFill>
                  <a:prstClr val="white"/>
                </a:solidFill>
                <a:effectLst/>
                <a:uLnTx/>
                <a:uFillTx/>
                <a:latin typeface="Helvetica Neue UltraLight" panose="02000206000000020004" pitchFamily="2" charset="0"/>
                <a:ea typeface="Helvetica Neue UltraLight" panose="02000206000000020004" pitchFamily="2" charset="0"/>
                <a:cs typeface="Helvetica Neue" panose="02000503000000020004" pitchFamily="2" charset="0"/>
              </a:rPr>
              <a:t>neoclassical.ai</a:t>
            </a:r>
          </a:p>
          <a:p>
            <a:pPr marL="0" marR="0" lvl="0" indent="0" algn="ctr" defTabSz="914400" rtl="0" eaLnBrk="1" fontAlgn="auto" latinLnBrk="0" hangingPunct="1">
              <a:lnSpc>
                <a:spcPts val="10000"/>
              </a:lnSpc>
              <a:spcBef>
                <a:spcPts val="0"/>
              </a:spcBef>
              <a:spcAft>
                <a:spcPts val="0"/>
              </a:spcAft>
              <a:buClrTx/>
              <a:buSzTx/>
              <a:buFontTx/>
              <a:buNone/>
              <a:tabLst/>
              <a:defRPr/>
            </a:pPr>
            <a:r>
              <a:rPr kumimoji="0" lang="en-US" sz="8000" b="1" i="0" u="none" strike="noStrike" kern="1200" cap="none" spc="0" normalizeH="0" baseline="0" noProof="0" dirty="0">
                <a:ln>
                  <a:noFill/>
                </a:ln>
                <a:solidFill>
                  <a:srgbClr val="FFC000"/>
                </a:solidFill>
                <a:effectLst/>
                <a:uLnTx/>
                <a:uFillTx/>
                <a:latin typeface="Helvetica Neue Medium" panose="02000503000000020004" pitchFamily="2" charset="0"/>
                <a:ea typeface="Helvetica Neue Medium" panose="02000503000000020004" pitchFamily="2" charset="0"/>
                <a:cs typeface="Helvetica Neue Medium" panose="02000503000000020004" pitchFamily="2" charset="0"/>
              </a:rPr>
              <a:t>Laser</a:t>
            </a:r>
            <a:endParaRPr kumimoji="0" lang="en-US" sz="8000" b="1" i="0" u="none" strike="noStrike" kern="1200" cap="none" spc="0" normalizeH="0" baseline="0" noProof="0" dirty="0">
              <a:ln>
                <a:noFill/>
              </a:ln>
              <a:solidFill>
                <a:srgbClr val="FF8AD8"/>
              </a:solidFill>
              <a:effectLst/>
              <a:uLnTx/>
              <a:uFillTx/>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spTree>
    <p:extLst>
      <p:ext uri="{BB962C8B-B14F-4D97-AF65-F5344CB8AC3E}">
        <p14:creationId xmlns:p14="http://schemas.microsoft.com/office/powerpoint/2010/main" val="134431605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5" name="Footer Placeholder 3">
            <a:extLst>
              <a:ext uri="{FF2B5EF4-FFF2-40B4-BE49-F238E27FC236}">
                <a16:creationId xmlns:a16="http://schemas.microsoft.com/office/drawing/2014/main" id="{668F77D6-DFDA-5A46-8DF1-47F6A167C2B1}"/>
              </a:ext>
            </a:extLst>
          </p:cNvPr>
          <p:cNvSpPr txBox="1">
            <a:spLocks/>
          </p:cNvSpPr>
          <p:nvPr/>
        </p:nvSpPr>
        <p:spPr>
          <a:xfrm>
            <a:off x="10924248" y="65282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2" name="TextBox 1">
            <a:extLst>
              <a:ext uri="{FF2B5EF4-FFF2-40B4-BE49-F238E27FC236}">
                <a16:creationId xmlns:a16="http://schemas.microsoft.com/office/drawing/2014/main" id="{0BCFAB68-2F93-A720-8F87-2E160F9D911E}"/>
              </a:ext>
            </a:extLst>
          </p:cNvPr>
          <p:cNvSpPr txBox="1"/>
          <p:nvPr/>
        </p:nvSpPr>
        <p:spPr>
          <a:xfrm>
            <a:off x="170750" y="2344356"/>
            <a:ext cx="11703542" cy="3693319"/>
          </a:xfrm>
          <a:prstGeom prst="rect">
            <a:avLst/>
          </a:prstGeom>
          <a:noFill/>
        </p:spPr>
        <p:txBody>
          <a:bodyPr wrap="square" rtlCol="0">
            <a:spAutoFit/>
          </a:bodyPr>
          <a:lstStyle/>
          <a:p>
            <a:r>
              <a:rPr lang="en-US"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How Lasers Generate Photons (h/t copilot)</a:t>
            </a:r>
          </a:p>
          <a:p>
            <a:pPr marL="342900" indent="-342900">
              <a:buFont typeface="Arial" panose="020B0604020202020204" pitchFamily="34" charset="0"/>
              <a:buChar char="•"/>
            </a:pPr>
            <a:r>
              <a:rPr lang="en-US" b="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Energy Absorption: </a:t>
            </a:r>
            <a:r>
              <a:rPr lang="en-US"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Atoms in the laser's </a:t>
            </a:r>
            <a:r>
              <a:rPr lang="en-US" dirty="0">
                <a:solidFill>
                  <a:schemeClr val="bg1"/>
                </a:solidFill>
                <a:latin typeface="Helvetica Neue Medium" panose="02000503000000020004" pitchFamily="2" charset="0"/>
                <a:ea typeface="Helvetica Neue Medium" panose="02000503000000020004" pitchFamily="2" charset="0"/>
                <a:cs typeface="Helvetica Neue Medium" panose="02000503000000020004" pitchFamily="2" charset="0"/>
              </a:rPr>
              <a:t>gain medium </a:t>
            </a:r>
            <a:r>
              <a:rPr lang="en-US"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(like a crystal, gas, or semiconductor) absorb energy from an external source, such as an electrical current or a photon source.</a:t>
            </a:r>
          </a:p>
          <a:p>
            <a:pPr marL="342900" indent="-342900">
              <a:buFont typeface="Arial" panose="020B0604020202020204" pitchFamily="34" charset="0"/>
              <a:buChar char="•"/>
            </a:pPr>
            <a:r>
              <a:rPr lang="en-US" b="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Excitation</a:t>
            </a:r>
            <a:r>
              <a:rPr lang="en-US"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 </a:t>
            </a:r>
            <a:r>
              <a:rPr lang="en-US"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This energy excites electrons in the atoms, causing the electrons to jump to higher energy levels.</a:t>
            </a:r>
          </a:p>
          <a:p>
            <a:pPr marL="342900" indent="-342900">
              <a:buFont typeface="Arial" panose="020B0604020202020204" pitchFamily="34" charset="0"/>
              <a:buChar char="•"/>
            </a:pPr>
            <a:r>
              <a:rPr lang="en-US" b="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Stimulated Emission</a:t>
            </a:r>
            <a:r>
              <a:rPr lang="en-US"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 </a:t>
            </a:r>
            <a:r>
              <a:rPr lang="en-US" dirty="0">
                <a:solidFill>
                  <a:srgbClr val="FFC000"/>
                </a:solidFill>
                <a:latin typeface="Helvetica Neue Medium" panose="02000503000000020004" pitchFamily="2" charset="0"/>
                <a:ea typeface="Helvetica Neue Medium" panose="02000503000000020004" pitchFamily="2" charset="0"/>
                <a:cs typeface="Helvetica Neue Medium" panose="02000503000000020004" pitchFamily="2" charset="0"/>
              </a:rPr>
              <a:t>When the excited electrons return to their lower energy states, they emit photons.</a:t>
            </a:r>
          </a:p>
          <a:p>
            <a:pPr marL="342900" indent="-342900">
              <a:buFont typeface="Arial" panose="020B0604020202020204" pitchFamily="34" charset="0"/>
              <a:buChar char="•"/>
            </a:pPr>
            <a:r>
              <a:rPr lang="en-US" b="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Resonant Cavity</a:t>
            </a:r>
            <a:r>
              <a:rPr lang="en-US"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 </a:t>
            </a:r>
            <a:r>
              <a:rPr lang="en-US"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The laser has mirrors at both ends of the gain medium. One mirror is fully reflective, and the other is partially reflective. Photons go back and forth between these mirrors, stimulating more emissions and amplifying the light. </a:t>
            </a:r>
            <a:r>
              <a:rPr lang="en-US" dirty="0">
                <a:solidFill>
                  <a:srgbClr val="FFC000"/>
                </a:solidFill>
                <a:latin typeface="Helvetica Neue Medium" panose="02000503000000020004" pitchFamily="2" charset="0"/>
                <a:ea typeface="Helvetica Neue Medium" panose="02000503000000020004" pitchFamily="2" charset="0"/>
                <a:cs typeface="Helvetica Neue Medium" panose="02000503000000020004" pitchFamily="2" charset="0"/>
              </a:rPr>
              <a:t>If a photon of the same energy passes by an excited electron it can stimulate it to emit a photon that is coherent with the passing photon (same phase, direction, and wavelength).</a:t>
            </a:r>
            <a:endParaRPr lang="en-US" dirty="0">
              <a:solidFill>
                <a:schemeClr val="bg1"/>
              </a:solidFill>
              <a:latin typeface="Helvetica Neue Medium" panose="02000503000000020004" pitchFamily="2" charset="0"/>
              <a:ea typeface="Helvetica Neue Medium" panose="02000503000000020004" pitchFamily="2" charset="0"/>
              <a:cs typeface="Helvetica Neue Medium" panose="02000503000000020004" pitchFamily="2" charset="0"/>
            </a:endParaRPr>
          </a:p>
          <a:p>
            <a:pPr marL="342900" indent="-342900">
              <a:buFont typeface="Arial" panose="020B0604020202020204" pitchFamily="34" charset="0"/>
              <a:buChar char="•"/>
            </a:pPr>
            <a:r>
              <a:rPr lang="en-US" b="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Directional Emission</a:t>
            </a:r>
            <a:r>
              <a:rPr lang="en-US"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 </a:t>
            </a:r>
            <a:r>
              <a:rPr lang="en-US"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The mirrors ensure that the photons are emitted in a specific direction, creating a narrow, concentrated beam of light.</a:t>
            </a:r>
          </a:p>
          <a:p>
            <a:pPr marL="342900" indent="-342900">
              <a:buFont typeface="Arial" panose="020B0604020202020204" pitchFamily="34" charset="0"/>
              <a:buChar char="•"/>
            </a:pPr>
            <a:r>
              <a:rPr lang="en-US" b="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Coherence and Collimation</a:t>
            </a:r>
            <a:r>
              <a:rPr lang="en-US"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 </a:t>
            </a:r>
            <a:r>
              <a:rPr lang="en-US"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Stimulated emission and the resonant cavity design ensure that the emitted light is coherent (all photons are in phase) and collimated (parallel rays), resulting in a highly focused beam.</a:t>
            </a:r>
          </a:p>
        </p:txBody>
      </p:sp>
      <p:sp>
        <p:nvSpPr>
          <p:cNvPr id="8" name="Title 1">
            <a:extLst>
              <a:ext uri="{FF2B5EF4-FFF2-40B4-BE49-F238E27FC236}">
                <a16:creationId xmlns:a16="http://schemas.microsoft.com/office/drawing/2014/main" id="{2821CCB5-1F75-150C-855B-66059C14625A}"/>
              </a:ext>
            </a:extLst>
          </p:cNvPr>
          <p:cNvSpPr>
            <a:spLocks noGrp="1"/>
          </p:cNvSpPr>
          <p:nvPr/>
        </p:nvSpPr>
        <p:spPr>
          <a:xfrm>
            <a:off x="111305" y="244150"/>
            <a:ext cx="5984695" cy="2019366"/>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a:lstStyle>
          <a:p>
            <a:pPr algn="ctr"/>
            <a:r>
              <a:rPr lang="en-US" sz="4800" b="1" dirty="0">
                <a:solidFill>
                  <a:schemeClr val="bg1"/>
                </a:solidFill>
              </a:rPr>
              <a:t>Consider </a:t>
            </a:r>
          </a:p>
          <a:p>
            <a:pPr algn="ctr"/>
            <a:r>
              <a:rPr lang="en-US" sz="4800" b="1" dirty="0">
                <a:solidFill>
                  <a:schemeClr val="bg1"/>
                </a:solidFill>
              </a:rPr>
              <a:t>the Laser</a:t>
            </a:r>
          </a:p>
        </p:txBody>
      </p:sp>
      <p:pic>
        <p:nvPicPr>
          <p:cNvPr id="9" name="Picture 2">
            <a:extLst>
              <a:ext uri="{FF2B5EF4-FFF2-40B4-BE49-F238E27FC236}">
                <a16:creationId xmlns:a16="http://schemas.microsoft.com/office/drawing/2014/main" id="{47DE0B85-58FF-3E63-A035-0A3294EC89B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975" t="15681" r="3239" b="2347"/>
          <a:stretch/>
        </p:blipFill>
        <p:spPr bwMode="auto">
          <a:xfrm>
            <a:off x="5938663" y="0"/>
            <a:ext cx="6253338" cy="2617557"/>
          </a:xfrm>
          <a:prstGeom prst="rect">
            <a:avLst/>
          </a:prstGeom>
          <a:noFill/>
          <a:extLst>
            <a:ext uri="{909E8E84-426E-40DD-AFC4-6F175D3DCCD1}">
              <a14:hiddenFill xmlns:a14="http://schemas.microsoft.com/office/drawing/2010/main">
                <a:solidFill>
                  <a:srgbClr val="FFFFFF"/>
                </a:solidFill>
              </a14:hiddenFill>
            </a:ext>
          </a:extLst>
        </p:spPr>
      </p:pic>
      <p:sp>
        <p:nvSpPr>
          <p:cNvPr id="10" name="Title 1">
            <a:extLst>
              <a:ext uri="{FF2B5EF4-FFF2-40B4-BE49-F238E27FC236}">
                <a16:creationId xmlns:a16="http://schemas.microsoft.com/office/drawing/2014/main" id="{C6BDAAB1-2815-D0CE-2ECA-66BF516342B6}"/>
              </a:ext>
            </a:extLst>
          </p:cNvPr>
          <p:cNvSpPr>
            <a:spLocks noGrp="1"/>
          </p:cNvSpPr>
          <p:nvPr/>
        </p:nvSpPr>
        <p:spPr>
          <a:xfrm>
            <a:off x="125490" y="6037675"/>
            <a:ext cx="11468544" cy="77787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a:lstStyle>
          <a:p>
            <a:pPr algn="ctr"/>
            <a:r>
              <a:rPr lang="en-US" sz="2400" i="1" dirty="0">
                <a:solidFill>
                  <a:srgbClr val="FF40FF"/>
                </a:solidFill>
                <a:latin typeface="Helvetica Neue Light" panose="02000403000000020004" pitchFamily="2" charset="0"/>
                <a:ea typeface="Helvetica Neue Light" panose="02000403000000020004" pitchFamily="2" charset="0"/>
              </a:rPr>
              <a:t>How does an electron emit a photon?  How does nature implement coherence?</a:t>
            </a:r>
          </a:p>
        </p:txBody>
      </p:sp>
    </p:spTree>
    <p:extLst>
      <p:ext uri="{BB962C8B-B14F-4D97-AF65-F5344CB8AC3E}">
        <p14:creationId xmlns:p14="http://schemas.microsoft.com/office/powerpoint/2010/main" val="3689770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pic>
        <p:nvPicPr>
          <p:cNvPr id="6" name="Picture 2">
            <a:extLst>
              <a:ext uri="{FF2B5EF4-FFF2-40B4-BE49-F238E27FC236}">
                <a16:creationId xmlns:a16="http://schemas.microsoft.com/office/drawing/2014/main" id="{BEEAD2AE-B70B-465F-3178-773A6A6EEC4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975" t="15681" r="3239" b="2347"/>
          <a:stretch/>
        </p:blipFill>
        <p:spPr bwMode="auto">
          <a:xfrm>
            <a:off x="3004090" y="1096731"/>
            <a:ext cx="5796137" cy="2426179"/>
          </a:xfrm>
          <a:prstGeom prst="rect">
            <a:avLst/>
          </a:prstGeom>
          <a:noFill/>
          <a:extLst>
            <a:ext uri="{909E8E84-426E-40DD-AFC4-6F175D3DCCD1}">
              <a14:hiddenFill xmlns:a14="http://schemas.microsoft.com/office/drawing/2010/main">
                <a:solidFill>
                  <a:srgbClr val="FFFFFF"/>
                </a:solidFill>
              </a14:hiddenFill>
            </a:ext>
          </a:extLst>
        </p:spPr>
      </p:pic>
      <p:grpSp>
        <p:nvGrpSpPr>
          <p:cNvPr id="7" name="Group 6">
            <a:extLst>
              <a:ext uri="{FF2B5EF4-FFF2-40B4-BE49-F238E27FC236}">
                <a16:creationId xmlns:a16="http://schemas.microsoft.com/office/drawing/2014/main" id="{F5F8D8B9-C840-3938-B491-F38DD9D40036}"/>
              </a:ext>
            </a:extLst>
          </p:cNvPr>
          <p:cNvGrpSpPr/>
          <p:nvPr/>
        </p:nvGrpSpPr>
        <p:grpSpPr>
          <a:xfrm flipV="1">
            <a:off x="4833668" y="1352550"/>
            <a:ext cx="8726965" cy="2416401"/>
            <a:chOff x="-599392" y="-878204"/>
            <a:chExt cx="13805393" cy="3822563"/>
          </a:xfrm>
        </p:grpSpPr>
        <p:grpSp>
          <p:nvGrpSpPr>
            <p:cNvPr id="8" name="Group 7">
              <a:extLst>
                <a:ext uri="{FF2B5EF4-FFF2-40B4-BE49-F238E27FC236}">
                  <a16:creationId xmlns:a16="http://schemas.microsoft.com/office/drawing/2014/main" id="{63FE9795-D0C4-598F-98E6-4CB1D641FAC9}"/>
                </a:ext>
              </a:extLst>
            </p:cNvPr>
            <p:cNvGrpSpPr/>
            <p:nvPr/>
          </p:nvGrpSpPr>
          <p:grpSpPr>
            <a:xfrm>
              <a:off x="6811099" y="-681609"/>
              <a:ext cx="2263438" cy="2198360"/>
              <a:chOff x="5445106" y="2039507"/>
              <a:chExt cx="2263438" cy="2198360"/>
            </a:xfrm>
          </p:grpSpPr>
          <p:grpSp>
            <p:nvGrpSpPr>
              <p:cNvPr id="2874" name="Group 2873">
                <a:extLst>
                  <a:ext uri="{FF2B5EF4-FFF2-40B4-BE49-F238E27FC236}">
                    <a16:creationId xmlns:a16="http://schemas.microsoft.com/office/drawing/2014/main" id="{94E6EC88-763F-F81B-0F81-A44F83130068}"/>
                  </a:ext>
                </a:extLst>
              </p:cNvPr>
              <p:cNvGrpSpPr/>
              <p:nvPr/>
            </p:nvGrpSpPr>
            <p:grpSpPr>
              <a:xfrm>
                <a:off x="5445106" y="2644743"/>
                <a:ext cx="1643204" cy="1593124"/>
                <a:chOff x="5445106" y="2644743"/>
                <a:chExt cx="1643204" cy="1593124"/>
              </a:xfrm>
            </p:grpSpPr>
            <p:grpSp>
              <p:nvGrpSpPr>
                <p:cNvPr id="2970" name="Group 2969">
                  <a:extLst>
                    <a:ext uri="{FF2B5EF4-FFF2-40B4-BE49-F238E27FC236}">
                      <a16:creationId xmlns:a16="http://schemas.microsoft.com/office/drawing/2014/main" id="{C7C44261-D7C0-1614-7018-E6184711D37C}"/>
                    </a:ext>
                  </a:extLst>
                </p:cNvPr>
                <p:cNvGrpSpPr/>
                <p:nvPr/>
              </p:nvGrpSpPr>
              <p:grpSpPr>
                <a:xfrm>
                  <a:off x="5445106" y="2644743"/>
                  <a:ext cx="1019224" cy="991639"/>
                  <a:chOff x="5886431" y="3225768"/>
                  <a:chExt cx="1019224" cy="991639"/>
                </a:xfrm>
              </p:grpSpPr>
              <p:grpSp>
                <p:nvGrpSpPr>
                  <p:cNvPr id="3018" name="Group 3017">
                    <a:extLst>
                      <a:ext uri="{FF2B5EF4-FFF2-40B4-BE49-F238E27FC236}">
                        <a16:creationId xmlns:a16="http://schemas.microsoft.com/office/drawing/2014/main" id="{C3A8BC35-9023-7A01-31D1-1D9128D36D2F}"/>
                      </a:ext>
                    </a:extLst>
                  </p:cNvPr>
                  <p:cNvGrpSpPr/>
                  <p:nvPr/>
                </p:nvGrpSpPr>
                <p:grpSpPr>
                  <a:xfrm>
                    <a:off x="6197413" y="3824215"/>
                    <a:ext cx="393192" cy="393192"/>
                    <a:chOff x="5265196" y="3357021"/>
                    <a:chExt cx="393192" cy="393192"/>
                  </a:xfrm>
                </p:grpSpPr>
                <p:grpSp>
                  <p:nvGrpSpPr>
                    <p:cNvPr id="3053" name="Group 3052">
                      <a:extLst>
                        <a:ext uri="{FF2B5EF4-FFF2-40B4-BE49-F238E27FC236}">
                          <a16:creationId xmlns:a16="http://schemas.microsoft.com/office/drawing/2014/main" id="{A5746FE8-9F60-8F39-97A0-EA3EE025F839}"/>
                        </a:ext>
                      </a:extLst>
                    </p:cNvPr>
                    <p:cNvGrpSpPr/>
                    <p:nvPr/>
                  </p:nvGrpSpPr>
                  <p:grpSpPr>
                    <a:xfrm rot="14400000">
                      <a:off x="5265196" y="3357021"/>
                      <a:ext cx="393192" cy="393192"/>
                      <a:chOff x="5354637" y="3446463"/>
                      <a:chExt cx="214313" cy="214313"/>
                    </a:xfrm>
                  </p:grpSpPr>
                  <p:sp>
                    <p:nvSpPr>
                      <p:cNvPr id="3062" name="Arc 3061">
                        <a:extLst>
                          <a:ext uri="{FF2B5EF4-FFF2-40B4-BE49-F238E27FC236}">
                            <a16:creationId xmlns:a16="http://schemas.microsoft.com/office/drawing/2014/main" id="{A42E19FF-9D0B-3773-73A4-9DE56F7FA9C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63" name="Arc 3062">
                        <a:extLst>
                          <a:ext uri="{FF2B5EF4-FFF2-40B4-BE49-F238E27FC236}">
                            <a16:creationId xmlns:a16="http://schemas.microsoft.com/office/drawing/2014/main" id="{746AF47E-1067-9C3C-09F3-5BC2A747074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054" name="Group 3053">
                      <a:extLst>
                        <a:ext uri="{FF2B5EF4-FFF2-40B4-BE49-F238E27FC236}">
                          <a16:creationId xmlns:a16="http://schemas.microsoft.com/office/drawing/2014/main" id="{DA69D486-318E-32ED-6C7D-DF350CA56E04}"/>
                        </a:ext>
                      </a:extLst>
                    </p:cNvPr>
                    <p:cNvGrpSpPr/>
                    <p:nvPr/>
                  </p:nvGrpSpPr>
                  <p:grpSpPr>
                    <a:xfrm>
                      <a:off x="5310186" y="3402011"/>
                      <a:ext cx="303213" cy="303213"/>
                      <a:chOff x="5310186" y="3402011"/>
                      <a:chExt cx="303213" cy="303213"/>
                    </a:xfrm>
                  </p:grpSpPr>
                  <p:grpSp>
                    <p:nvGrpSpPr>
                      <p:cNvPr id="3055" name="Group 3054">
                        <a:extLst>
                          <a:ext uri="{FF2B5EF4-FFF2-40B4-BE49-F238E27FC236}">
                            <a16:creationId xmlns:a16="http://schemas.microsoft.com/office/drawing/2014/main" id="{8723E3F0-7188-2D2E-3FA8-CC65678F8E85}"/>
                          </a:ext>
                        </a:extLst>
                      </p:cNvPr>
                      <p:cNvGrpSpPr/>
                      <p:nvPr/>
                    </p:nvGrpSpPr>
                    <p:grpSpPr>
                      <a:xfrm>
                        <a:off x="5354636" y="3446461"/>
                        <a:ext cx="214313" cy="214313"/>
                        <a:chOff x="5354637" y="3446463"/>
                        <a:chExt cx="214313" cy="214313"/>
                      </a:xfrm>
                    </p:grpSpPr>
                    <p:sp>
                      <p:nvSpPr>
                        <p:cNvPr id="3060" name="Arc 3059">
                          <a:extLst>
                            <a:ext uri="{FF2B5EF4-FFF2-40B4-BE49-F238E27FC236}">
                              <a16:creationId xmlns:a16="http://schemas.microsoft.com/office/drawing/2014/main" id="{06F0B1AB-CE9B-9CA2-DEFF-99B7FC5EBEE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61" name="Arc 3060">
                          <a:extLst>
                            <a:ext uri="{FF2B5EF4-FFF2-40B4-BE49-F238E27FC236}">
                              <a16:creationId xmlns:a16="http://schemas.microsoft.com/office/drawing/2014/main" id="{D4EBFE39-AF66-BFDD-DC43-1B14F7FB491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056" name="Group 3055">
                        <a:extLst>
                          <a:ext uri="{FF2B5EF4-FFF2-40B4-BE49-F238E27FC236}">
                            <a16:creationId xmlns:a16="http://schemas.microsoft.com/office/drawing/2014/main" id="{8FE11648-DD8F-0FEC-03FA-8F00581BF19C}"/>
                          </a:ext>
                        </a:extLst>
                      </p:cNvPr>
                      <p:cNvGrpSpPr/>
                      <p:nvPr/>
                    </p:nvGrpSpPr>
                    <p:grpSpPr>
                      <a:xfrm rot="7200000">
                        <a:off x="5310186" y="3402011"/>
                        <a:ext cx="303213" cy="303213"/>
                        <a:chOff x="5354637" y="3446463"/>
                        <a:chExt cx="214313" cy="214313"/>
                      </a:xfrm>
                    </p:grpSpPr>
                    <p:sp>
                      <p:nvSpPr>
                        <p:cNvPr id="3058" name="Arc 3057">
                          <a:extLst>
                            <a:ext uri="{FF2B5EF4-FFF2-40B4-BE49-F238E27FC236}">
                              <a16:creationId xmlns:a16="http://schemas.microsoft.com/office/drawing/2014/main" id="{D195A0EF-3CCC-690D-4EA5-C08DD8BB610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59" name="Arc 3058">
                          <a:extLst>
                            <a:ext uri="{FF2B5EF4-FFF2-40B4-BE49-F238E27FC236}">
                              <a16:creationId xmlns:a16="http://schemas.microsoft.com/office/drawing/2014/main" id="{607877BB-9C84-0FA0-C225-75EA1762925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057" name="TextBox 3056">
                        <a:extLst>
                          <a:ext uri="{FF2B5EF4-FFF2-40B4-BE49-F238E27FC236}">
                            <a16:creationId xmlns:a16="http://schemas.microsoft.com/office/drawing/2014/main" id="{29532801-B907-7DD2-3D27-39CD6DC5F3E7}"/>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019" name="Group 3018">
                    <a:extLst>
                      <a:ext uri="{FF2B5EF4-FFF2-40B4-BE49-F238E27FC236}">
                        <a16:creationId xmlns:a16="http://schemas.microsoft.com/office/drawing/2014/main" id="{63D0A8D4-B5BB-6C59-F803-984B5553964F}"/>
                      </a:ext>
                    </a:extLst>
                  </p:cNvPr>
                  <p:cNvGrpSpPr/>
                  <p:nvPr/>
                </p:nvGrpSpPr>
                <p:grpSpPr>
                  <a:xfrm>
                    <a:off x="5886431" y="3525040"/>
                    <a:ext cx="393192" cy="393192"/>
                    <a:chOff x="5265196" y="3932619"/>
                    <a:chExt cx="393192" cy="393192"/>
                  </a:xfrm>
                </p:grpSpPr>
                <p:grpSp>
                  <p:nvGrpSpPr>
                    <p:cNvPr id="3043" name="Group 3042">
                      <a:extLst>
                        <a:ext uri="{FF2B5EF4-FFF2-40B4-BE49-F238E27FC236}">
                          <a16:creationId xmlns:a16="http://schemas.microsoft.com/office/drawing/2014/main" id="{CBE30F8F-DB0E-30B1-A89E-ADEB3A3D66E3}"/>
                        </a:ext>
                      </a:extLst>
                    </p:cNvPr>
                    <p:cNvGrpSpPr/>
                    <p:nvPr/>
                  </p:nvGrpSpPr>
                  <p:grpSpPr>
                    <a:xfrm>
                      <a:off x="5354636" y="4022061"/>
                      <a:ext cx="214313" cy="214313"/>
                      <a:chOff x="5354637" y="3446463"/>
                      <a:chExt cx="214313" cy="214313"/>
                    </a:xfrm>
                  </p:grpSpPr>
                  <p:sp>
                    <p:nvSpPr>
                      <p:cNvPr id="3051" name="Arc 3050">
                        <a:extLst>
                          <a:ext uri="{FF2B5EF4-FFF2-40B4-BE49-F238E27FC236}">
                            <a16:creationId xmlns:a16="http://schemas.microsoft.com/office/drawing/2014/main" id="{4061A7D1-015D-43D1-0899-D33CCEB814E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52" name="Arc 3051">
                        <a:extLst>
                          <a:ext uri="{FF2B5EF4-FFF2-40B4-BE49-F238E27FC236}">
                            <a16:creationId xmlns:a16="http://schemas.microsoft.com/office/drawing/2014/main" id="{1FF315CA-F295-29BB-C469-14D9FE236AE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044" name="Group 3043">
                      <a:extLst>
                        <a:ext uri="{FF2B5EF4-FFF2-40B4-BE49-F238E27FC236}">
                          <a16:creationId xmlns:a16="http://schemas.microsoft.com/office/drawing/2014/main" id="{4458ED0C-BA4D-9F6B-951F-C3DF7F56CE93}"/>
                        </a:ext>
                      </a:extLst>
                    </p:cNvPr>
                    <p:cNvGrpSpPr/>
                    <p:nvPr/>
                  </p:nvGrpSpPr>
                  <p:grpSpPr>
                    <a:xfrm rot="14400000">
                      <a:off x="5310186" y="3977611"/>
                      <a:ext cx="303213" cy="303213"/>
                      <a:chOff x="5354637" y="3446463"/>
                      <a:chExt cx="214313" cy="214313"/>
                    </a:xfrm>
                  </p:grpSpPr>
                  <p:sp>
                    <p:nvSpPr>
                      <p:cNvPr id="3049" name="Arc 3048">
                        <a:extLst>
                          <a:ext uri="{FF2B5EF4-FFF2-40B4-BE49-F238E27FC236}">
                            <a16:creationId xmlns:a16="http://schemas.microsoft.com/office/drawing/2014/main" id="{D05E618E-2A24-3F9A-274A-A4F20013A8E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50" name="Arc 3049">
                        <a:extLst>
                          <a:ext uri="{FF2B5EF4-FFF2-40B4-BE49-F238E27FC236}">
                            <a16:creationId xmlns:a16="http://schemas.microsoft.com/office/drawing/2014/main" id="{4E29213D-89BE-CC16-6D4E-7DC10C8695E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045" name="Group 3044">
                      <a:extLst>
                        <a:ext uri="{FF2B5EF4-FFF2-40B4-BE49-F238E27FC236}">
                          <a16:creationId xmlns:a16="http://schemas.microsoft.com/office/drawing/2014/main" id="{E922287E-3F7C-9584-4A88-C907D69A62DE}"/>
                        </a:ext>
                      </a:extLst>
                    </p:cNvPr>
                    <p:cNvGrpSpPr/>
                    <p:nvPr/>
                  </p:nvGrpSpPr>
                  <p:grpSpPr>
                    <a:xfrm rot="7200000">
                      <a:off x="5265196" y="3932619"/>
                      <a:ext cx="393192" cy="393192"/>
                      <a:chOff x="5354637" y="3446463"/>
                      <a:chExt cx="214313" cy="214313"/>
                    </a:xfrm>
                  </p:grpSpPr>
                  <p:sp>
                    <p:nvSpPr>
                      <p:cNvPr id="3047" name="Arc 3046">
                        <a:extLst>
                          <a:ext uri="{FF2B5EF4-FFF2-40B4-BE49-F238E27FC236}">
                            <a16:creationId xmlns:a16="http://schemas.microsoft.com/office/drawing/2014/main" id="{288F9379-2B19-7AE5-DAEB-34C82F46C2B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48" name="Arc 3047">
                        <a:extLst>
                          <a:ext uri="{FF2B5EF4-FFF2-40B4-BE49-F238E27FC236}">
                            <a16:creationId xmlns:a16="http://schemas.microsoft.com/office/drawing/2014/main" id="{E4F1D4D0-BE1F-AF0B-1527-76A94AEFA82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046" name="TextBox 3045">
                      <a:extLst>
                        <a:ext uri="{FF2B5EF4-FFF2-40B4-BE49-F238E27FC236}">
                          <a16:creationId xmlns:a16="http://schemas.microsoft.com/office/drawing/2014/main" id="{A8083DFC-FE4E-AD22-D0EB-90DBBFD53F7A}"/>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3020" name="Group 3019">
                    <a:extLst>
                      <a:ext uri="{FF2B5EF4-FFF2-40B4-BE49-F238E27FC236}">
                        <a16:creationId xmlns:a16="http://schemas.microsoft.com/office/drawing/2014/main" id="{12F9F283-E49A-6238-34D1-6D76E0AA1BBA}"/>
                      </a:ext>
                    </a:extLst>
                  </p:cNvPr>
                  <p:cNvGrpSpPr/>
                  <p:nvPr/>
                </p:nvGrpSpPr>
                <p:grpSpPr>
                  <a:xfrm>
                    <a:off x="6512463" y="3525040"/>
                    <a:ext cx="393192" cy="393192"/>
                    <a:chOff x="6389147" y="3357021"/>
                    <a:chExt cx="393192" cy="393192"/>
                  </a:xfrm>
                </p:grpSpPr>
                <p:grpSp>
                  <p:nvGrpSpPr>
                    <p:cNvPr id="3032" name="Group 3031">
                      <a:extLst>
                        <a:ext uri="{FF2B5EF4-FFF2-40B4-BE49-F238E27FC236}">
                          <a16:creationId xmlns:a16="http://schemas.microsoft.com/office/drawing/2014/main" id="{80CA351C-BDCD-E6FA-8896-1924C6636579}"/>
                        </a:ext>
                      </a:extLst>
                    </p:cNvPr>
                    <p:cNvGrpSpPr/>
                    <p:nvPr/>
                  </p:nvGrpSpPr>
                  <p:grpSpPr>
                    <a:xfrm rot="7200000" flipH="1">
                      <a:off x="6389147" y="3357021"/>
                      <a:ext cx="393192" cy="393192"/>
                      <a:chOff x="5354637" y="3446463"/>
                      <a:chExt cx="214313" cy="214313"/>
                    </a:xfrm>
                  </p:grpSpPr>
                  <p:sp>
                    <p:nvSpPr>
                      <p:cNvPr id="3041" name="Arc 3040">
                        <a:extLst>
                          <a:ext uri="{FF2B5EF4-FFF2-40B4-BE49-F238E27FC236}">
                            <a16:creationId xmlns:a16="http://schemas.microsoft.com/office/drawing/2014/main" id="{E0C1E59F-3F4F-AA92-2280-A94A6FD04BB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42" name="Arc 3041">
                        <a:extLst>
                          <a:ext uri="{FF2B5EF4-FFF2-40B4-BE49-F238E27FC236}">
                            <a16:creationId xmlns:a16="http://schemas.microsoft.com/office/drawing/2014/main" id="{DE338042-F53E-6648-F72E-D22BF16AEAD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033" name="Group 3032">
                      <a:extLst>
                        <a:ext uri="{FF2B5EF4-FFF2-40B4-BE49-F238E27FC236}">
                          <a16:creationId xmlns:a16="http://schemas.microsoft.com/office/drawing/2014/main" id="{CF563730-7889-6D40-12BC-261FB758E396}"/>
                        </a:ext>
                      </a:extLst>
                    </p:cNvPr>
                    <p:cNvGrpSpPr/>
                    <p:nvPr/>
                  </p:nvGrpSpPr>
                  <p:grpSpPr>
                    <a:xfrm>
                      <a:off x="6434137" y="3402011"/>
                      <a:ext cx="303213" cy="303213"/>
                      <a:chOff x="6434137" y="3402011"/>
                      <a:chExt cx="303213" cy="303213"/>
                    </a:xfrm>
                  </p:grpSpPr>
                  <p:grpSp>
                    <p:nvGrpSpPr>
                      <p:cNvPr id="3034" name="Group 3033">
                        <a:extLst>
                          <a:ext uri="{FF2B5EF4-FFF2-40B4-BE49-F238E27FC236}">
                            <a16:creationId xmlns:a16="http://schemas.microsoft.com/office/drawing/2014/main" id="{FF77AF38-233C-4B44-B20F-A6A3A4A04CD4}"/>
                          </a:ext>
                        </a:extLst>
                      </p:cNvPr>
                      <p:cNvGrpSpPr/>
                      <p:nvPr/>
                    </p:nvGrpSpPr>
                    <p:grpSpPr>
                      <a:xfrm flipH="1">
                        <a:off x="6478587" y="3446461"/>
                        <a:ext cx="214313" cy="214313"/>
                        <a:chOff x="5354637" y="3446463"/>
                        <a:chExt cx="214313" cy="214313"/>
                      </a:xfrm>
                    </p:grpSpPr>
                    <p:sp>
                      <p:nvSpPr>
                        <p:cNvPr id="3039" name="Arc 3038">
                          <a:extLst>
                            <a:ext uri="{FF2B5EF4-FFF2-40B4-BE49-F238E27FC236}">
                              <a16:creationId xmlns:a16="http://schemas.microsoft.com/office/drawing/2014/main" id="{00CBCC3B-E704-7812-6BE8-408250D5CD5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40" name="Arc 3039">
                          <a:extLst>
                            <a:ext uri="{FF2B5EF4-FFF2-40B4-BE49-F238E27FC236}">
                              <a16:creationId xmlns:a16="http://schemas.microsoft.com/office/drawing/2014/main" id="{EF4044AE-2D43-3E64-AB48-FAE6157EEC2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035" name="Group 3034">
                        <a:extLst>
                          <a:ext uri="{FF2B5EF4-FFF2-40B4-BE49-F238E27FC236}">
                            <a16:creationId xmlns:a16="http://schemas.microsoft.com/office/drawing/2014/main" id="{AFE724D5-F7CD-A53D-B324-7915AB24B678}"/>
                          </a:ext>
                        </a:extLst>
                      </p:cNvPr>
                      <p:cNvGrpSpPr/>
                      <p:nvPr/>
                    </p:nvGrpSpPr>
                    <p:grpSpPr>
                      <a:xfrm rot="14400000" flipH="1">
                        <a:off x="6434137" y="3402011"/>
                        <a:ext cx="303213" cy="303213"/>
                        <a:chOff x="5354637" y="3446463"/>
                        <a:chExt cx="214313" cy="214313"/>
                      </a:xfrm>
                    </p:grpSpPr>
                    <p:sp>
                      <p:nvSpPr>
                        <p:cNvPr id="3037" name="Arc 3036">
                          <a:extLst>
                            <a:ext uri="{FF2B5EF4-FFF2-40B4-BE49-F238E27FC236}">
                              <a16:creationId xmlns:a16="http://schemas.microsoft.com/office/drawing/2014/main" id="{1FDED5F2-5950-98F4-CEC7-5C0B4E36C59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38" name="Arc 3037">
                          <a:extLst>
                            <a:ext uri="{FF2B5EF4-FFF2-40B4-BE49-F238E27FC236}">
                              <a16:creationId xmlns:a16="http://schemas.microsoft.com/office/drawing/2014/main" id="{0E63A6C4-DE71-D87F-ABD7-F9CC8F1C258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036" name="TextBox 3035">
                        <a:extLst>
                          <a:ext uri="{FF2B5EF4-FFF2-40B4-BE49-F238E27FC236}">
                            <a16:creationId xmlns:a16="http://schemas.microsoft.com/office/drawing/2014/main" id="{0A78B873-5976-011F-C5F1-D3A2917D285F}"/>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021" name="Group 3020">
                    <a:extLst>
                      <a:ext uri="{FF2B5EF4-FFF2-40B4-BE49-F238E27FC236}">
                        <a16:creationId xmlns:a16="http://schemas.microsoft.com/office/drawing/2014/main" id="{2E59C556-1647-843D-1197-2B580E8BB860}"/>
                      </a:ext>
                    </a:extLst>
                  </p:cNvPr>
                  <p:cNvGrpSpPr/>
                  <p:nvPr/>
                </p:nvGrpSpPr>
                <p:grpSpPr>
                  <a:xfrm>
                    <a:off x="6197413" y="3225768"/>
                    <a:ext cx="393192" cy="393192"/>
                    <a:chOff x="6389147" y="3932622"/>
                    <a:chExt cx="393192" cy="393192"/>
                  </a:xfrm>
                </p:grpSpPr>
                <p:grpSp>
                  <p:nvGrpSpPr>
                    <p:cNvPr id="3022" name="Group 3021">
                      <a:extLst>
                        <a:ext uri="{FF2B5EF4-FFF2-40B4-BE49-F238E27FC236}">
                          <a16:creationId xmlns:a16="http://schemas.microsoft.com/office/drawing/2014/main" id="{2D08F6D4-49EB-172B-50B4-76D1FFA6D716}"/>
                        </a:ext>
                      </a:extLst>
                    </p:cNvPr>
                    <p:cNvGrpSpPr/>
                    <p:nvPr/>
                  </p:nvGrpSpPr>
                  <p:grpSpPr>
                    <a:xfrm flipH="1">
                      <a:off x="6478587" y="4022061"/>
                      <a:ext cx="214313" cy="214313"/>
                      <a:chOff x="5354637" y="3446463"/>
                      <a:chExt cx="214313" cy="214313"/>
                    </a:xfrm>
                  </p:grpSpPr>
                  <p:sp>
                    <p:nvSpPr>
                      <p:cNvPr id="3030" name="Arc 3029">
                        <a:extLst>
                          <a:ext uri="{FF2B5EF4-FFF2-40B4-BE49-F238E27FC236}">
                            <a16:creationId xmlns:a16="http://schemas.microsoft.com/office/drawing/2014/main" id="{C6842586-8EF4-03C3-C41F-7188FBE2D50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31" name="Arc 3030">
                        <a:extLst>
                          <a:ext uri="{FF2B5EF4-FFF2-40B4-BE49-F238E27FC236}">
                            <a16:creationId xmlns:a16="http://schemas.microsoft.com/office/drawing/2014/main" id="{6AADE61D-841E-51B2-E2FC-EB76AF61FAA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023" name="Group 3022">
                      <a:extLst>
                        <a:ext uri="{FF2B5EF4-FFF2-40B4-BE49-F238E27FC236}">
                          <a16:creationId xmlns:a16="http://schemas.microsoft.com/office/drawing/2014/main" id="{062709A6-9218-4BD8-4155-29DCAB9939B1}"/>
                        </a:ext>
                      </a:extLst>
                    </p:cNvPr>
                    <p:cNvGrpSpPr/>
                    <p:nvPr/>
                  </p:nvGrpSpPr>
                  <p:grpSpPr>
                    <a:xfrm rot="7200000" flipH="1">
                      <a:off x="6434137" y="3977611"/>
                      <a:ext cx="303213" cy="303213"/>
                      <a:chOff x="5354637" y="3446463"/>
                      <a:chExt cx="214313" cy="214313"/>
                    </a:xfrm>
                  </p:grpSpPr>
                  <p:sp>
                    <p:nvSpPr>
                      <p:cNvPr id="3028" name="Arc 3027">
                        <a:extLst>
                          <a:ext uri="{FF2B5EF4-FFF2-40B4-BE49-F238E27FC236}">
                            <a16:creationId xmlns:a16="http://schemas.microsoft.com/office/drawing/2014/main" id="{AA14319E-2E38-9D3F-4EB9-BFF9A1DB88D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29" name="Arc 3028">
                        <a:extLst>
                          <a:ext uri="{FF2B5EF4-FFF2-40B4-BE49-F238E27FC236}">
                            <a16:creationId xmlns:a16="http://schemas.microsoft.com/office/drawing/2014/main" id="{997A6326-A54E-0D65-EB47-96D433450CB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024" name="Group 3023">
                      <a:extLst>
                        <a:ext uri="{FF2B5EF4-FFF2-40B4-BE49-F238E27FC236}">
                          <a16:creationId xmlns:a16="http://schemas.microsoft.com/office/drawing/2014/main" id="{327088A0-CEF2-6A50-8E93-D65ADA1E6688}"/>
                        </a:ext>
                      </a:extLst>
                    </p:cNvPr>
                    <p:cNvGrpSpPr/>
                    <p:nvPr/>
                  </p:nvGrpSpPr>
                  <p:grpSpPr>
                    <a:xfrm rot="14400000" flipH="1">
                      <a:off x="6389147" y="3932622"/>
                      <a:ext cx="393192" cy="393192"/>
                      <a:chOff x="5354637" y="3446463"/>
                      <a:chExt cx="214313" cy="214313"/>
                    </a:xfrm>
                  </p:grpSpPr>
                  <p:sp>
                    <p:nvSpPr>
                      <p:cNvPr id="3026" name="Arc 3025">
                        <a:extLst>
                          <a:ext uri="{FF2B5EF4-FFF2-40B4-BE49-F238E27FC236}">
                            <a16:creationId xmlns:a16="http://schemas.microsoft.com/office/drawing/2014/main" id="{5B4644AA-71E1-AAA2-99C1-BEAD7E7EDEE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27" name="Arc 3026">
                        <a:extLst>
                          <a:ext uri="{FF2B5EF4-FFF2-40B4-BE49-F238E27FC236}">
                            <a16:creationId xmlns:a16="http://schemas.microsoft.com/office/drawing/2014/main" id="{4C5655FE-E142-F8F2-85A6-C792305DCAD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025" name="TextBox 3024">
                      <a:extLst>
                        <a:ext uri="{FF2B5EF4-FFF2-40B4-BE49-F238E27FC236}">
                          <a16:creationId xmlns:a16="http://schemas.microsoft.com/office/drawing/2014/main" id="{52DFB6D5-C1A7-52A9-F486-C100FCBB2AD3}"/>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971" name="Group 2970">
                  <a:extLst>
                    <a:ext uri="{FF2B5EF4-FFF2-40B4-BE49-F238E27FC236}">
                      <a16:creationId xmlns:a16="http://schemas.microsoft.com/office/drawing/2014/main" id="{43FA113F-1F4B-FA1A-FEC6-A214EE286053}"/>
                    </a:ext>
                  </a:extLst>
                </p:cNvPr>
                <p:cNvGrpSpPr/>
                <p:nvPr/>
              </p:nvGrpSpPr>
              <p:grpSpPr>
                <a:xfrm>
                  <a:off x="6069086" y="3246228"/>
                  <a:ext cx="1019224" cy="991639"/>
                  <a:chOff x="5886431" y="3225768"/>
                  <a:chExt cx="1019224" cy="991639"/>
                </a:xfrm>
              </p:grpSpPr>
              <p:grpSp>
                <p:nvGrpSpPr>
                  <p:cNvPr id="2972" name="Group 2971">
                    <a:extLst>
                      <a:ext uri="{FF2B5EF4-FFF2-40B4-BE49-F238E27FC236}">
                        <a16:creationId xmlns:a16="http://schemas.microsoft.com/office/drawing/2014/main" id="{8ADC7C09-1E06-72C0-C12E-DC50B25E7269}"/>
                      </a:ext>
                    </a:extLst>
                  </p:cNvPr>
                  <p:cNvGrpSpPr/>
                  <p:nvPr/>
                </p:nvGrpSpPr>
                <p:grpSpPr>
                  <a:xfrm>
                    <a:off x="6197413" y="3824215"/>
                    <a:ext cx="393192" cy="393192"/>
                    <a:chOff x="5265196" y="3357021"/>
                    <a:chExt cx="393192" cy="393192"/>
                  </a:xfrm>
                </p:grpSpPr>
                <p:grpSp>
                  <p:nvGrpSpPr>
                    <p:cNvPr id="3007" name="Group 3006">
                      <a:extLst>
                        <a:ext uri="{FF2B5EF4-FFF2-40B4-BE49-F238E27FC236}">
                          <a16:creationId xmlns:a16="http://schemas.microsoft.com/office/drawing/2014/main" id="{FB58BEB4-04E5-E0B0-DB0A-E170DC84136F}"/>
                        </a:ext>
                      </a:extLst>
                    </p:cNvPr>
                    <p:cNvGrpSpPr/>
                    <p:nvPr/>
                  </p:nvGrpSpPr>
                  <p:grpSpPr>
                    <a:xfrm rot="14400000">
                      <a:off x="5265196" y="3357021"/>
                      <a:ext cx="393192" cy="393192"/>
                      <a:chOff x="5354637" y="3446463"/>
                      <a:chExt cx="214313" cy="214313"/>
                    </a:xfrm>
                  </p:grpSpPr>
                  <p:sp>
                    <p:nvSpPr>
                      <p:cNvPr id="3016" name="Arc 3015">
                        <a:extLst>
                          <a:ext uri="{FF2B5EF4-FFF2-40B4-BE49-F238E27FC236}">
                            <a16:creationId xmlns:a16="http://schemas.microsoft.com/office/drawing/2014/main" id="{B4AEAB66-C8AF-6D79-5614-36E9FAFB21F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17" name="Arc 3016">
                        <a:extLst>
                          <a:ext uri="{FF2B5EF4-FFF2-40B4-BE49-F238E27FC236}">
                            <a16:creationId xmlns:a16="http://schemas.microsoft.com/office/drawing/2014/main" id="{11500959-47FB-D2BB-E9ED-355057DB99D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008" name="Group 3007">
                      <a:extLst>
                        <a:ext uri="{FF2B5EF4-FFF2-40B4-BE49-F238E27FC236}">
                          <a16:creationId xmlns:a16="http://schemas.microsoft.com/office/drawing/2014/main" id="{EB744976-4A7D-FAC1-49FE-9C6F83AE118C}"/>
                        </a:ext>
                      </a:extLst>
                    </p:cNvPr>
                    <p:cNvGrpSpPr/>
                    <p:nvPr/>
                  </p:nvGrpSpPr>
                  <p:grpSpPr>
                    <a:xfrm>
                      <a:off x="5310186" y="3402011"/>
                      <a:ext cx="303213" cy="303213"/>
                      <a:chOff x="5310186" y="3402011"/>
                      <a:chExt cx="303213" cy="303213"/>
                    </a:xfrm>
                  </p:grpSpPr>
                  <p:grpSp>
                    <p:nvGrpSpPr>
                      <p:cNvPr id="3009" name="Group 3008">
                        <a:extLst>
                          <a:ext uri="{FF2B5EF4-FFF2-40B4-BE49-F238E27FC236}">
                            <a16:creationId xmlns:a16="http://schemas.microsoft.com/office/drawing/2014/main" id="{6F05F713-55D2-BB7F-C636-A150760DE208}"/>
                          </a:ext>
                        </a:extLst>
                      </p:cNvPr>
                      <p:cNvGrpSpPr/>
                      <p:nvPr/>
                    </p:nvGrpSpPr>
                    <p:grpSpPr>
                      <a:xfrm>
                        <a:off x="5354636" y="3446461"/>
                        <a:ext cx="214313" cy="214313"/>
                        <a:chOff x="5354637" y="3446463"/>
                        <a:chExt cx="214313" cy="214313"/>
                      </a:xfrm>
                    </p:grpSpPr>
                    <p:sp>
                      <p:nvSpPr>
                        <p:cNvPr id="3014" name="Arc 3013">
                          <a:extLst>
                            <a:ext uri="{FF2B5EF4-FFF2-40B4-BE49-F238E27FC236}">
                              <a16:creationId xmlns:a16="http://schemas.microsoft.com/office/drawing/2014/main" id="{49D33345-8316-6227-8EB9-AD98F596CEC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15" name="Arc 3014">
                          <a:extLst>
                            <a:ext uri="{FF2B5EF4-FFF2-40B4-BE49-F238E27FC236}">
                              <a16:creationId xmlns:a16="http://schemas.microsoft.com/office/drawing/2014/main" id="{93EC60E1-D329-42E7-5268-D5D0C9B9163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010" name="Group 3009">
                        <a:extLst>
                          <a:ext uri="{FF2B5EF4-FFF2-40B4-BE49-F238E27FC236}">
                            <a16:creationId xmlns:a16="http://schemas.microsoft.com/office/drawing/2014/main" id="{09CFFD0E-BF40-2D22-3E27-28AC88D2EDE3}"/>
                          </a:ext>
                        </a:extLst>
                      </p:cNvPr>
                      <p:cNvGrpSpPr/>
                      <p:nvPr/>
                    </p:nvGrpSpPr>
                    <p:grpSpPr>
                      <a:xfrm rot="7200000">
                        <a:off x="5310186" y="3402011"/>
                        <a:ext cx="303213" cy="303213"/>
                        <a:chOff x="5354637" y="3446463"/>
                        <a:chExt cx="214313" cy="214313"/>
                      </a:xfrm>
                    </p:grpSpPr>
                    <p:sp>
                      <p:nvSpPr>
                        <p:cNvPr id="3012" name="Arc 3011">
                          <a:extLst>
                            <a:ext uri="{FF2B5EF4-FFF2-40B4-BE49-F238E27FC236}">
                              <a16:creationId xmlns:a16="http://schemas.microsoft.com/office/drawing/2014/main" id="{F444FB21-7CB2-36D1-FDA7-A207A07B2A0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13" name="Arc 3012">
                          <a:extLst>
                            <a:ext uri="{FF2B5EF4-FFF2-40B4-BE49-F238E27FC236}">
                              <a16:creationId xmlns:a16="http://schemas.microsoft.com/office/drawing/2014/main" id="{28CD2D19-78C3-64EE-2A3C-3AAAB451643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011" name="TextBox 3010">
                        <a:extLst>
                          <a:ext uri="{FF2B5EF4-FFF2-40B4-BE49-F238E27FC236}">
                            <a16:creationId xmlns:a16="http://schemas.microsoft.com/office/drawing/2014/main" id="{D8109EE0-BAB3-94A3-F78E-4B973C0FD0C8}"/>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973" name="Group 2972">
                    <a:extLst>
                      <a:ext uri="{FF2B5EF4-FFF2-40B4-BE49-F238E27FC236}">
                        <a16:creationId xmlns:a16="http://schemas.microsoft.com/office/drawing/2014/main" id="{D65B6DDD-A082-5DE1-97BB-C0DD15742E73}"/>
                      </a:ext>
                    </a:extLst>
                  </p:cNvPr>
                  <p:cNvGrpSpPr/>
                  <p:nvPr/>
                </p:nvGrpSpPr>
                <p:grpSpPr>
                  <a:xfrm>
                    <a:off x="5886431" y="3525040"/>
                    <a:ext cx="393192" cy="393192"/>
                    <a:chOff x="5265196" y="3932619"/>
                    <a:chExt cx="393192" cy="393192"/>
                  </a:xfrm>
                </p:grpSpPr>
                <p:grpSp>
                  <p:nvGrpSpPr>
                    <p:cNvPr id="2997" name="Group 2996">
                      <a:extLst>
                        <a:ext uri="{FF2B5EF4-FFF2-40B4-BE49-F238E27FC236}">
                          <a16:creationId xmlns:a16="http://schemas.microsoft.com/office/drawing/2014/main" id="{3B2D853C-E655-D1BB-0F9F-FAA7B74EC006}"/>
                        </a:ext>
                      </a:extLst>
                    </p:cNvPr>
                    <p:cNvGrpSpPr/>
                    <p:nvPr/>
                  </p:nvGrpSpPr>
                  <p:grpSpPr>
                    <a:xfrm>
                      <a:off x="5354636" y="4022061"/>
                      <a:ext cx="214313" cy="214313"/>
                      <a:chOff x="5354637" y="3446463"/>
                      <a:chExt cx="214313" cy="214313"/>
                    </a:xfrm>
                  </p:grpSpPr>
                  <p:sp>
                    <p:nvSpPr>
                      <p:cNvPr id="3005" name="Arc 3004">
                        <a:extLst>
                          <a:ext uri="{FF2B5EF4-FFF2-40B4-BE49-F238E27FC236}">
                            <a16:creationId xmlns:a16="http://schemas.microsoft.com/office/drawing/2014/main" id="{F21DD964-275B-E864-5AF3-EB0CBDCE24F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06" name="Arc 3005">
                        <a:extLst>
                          <a:ext uri="{FF2B5EF4-FFF2-40B4-BE49-F238E27FC236}">
                            <a16:creationId xmlns:a16="http://schemas.microsoft.com/office/drawing/2014/main" id="{635F5C16-CEF8-EEA1-BD5F-640DB8E9555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998" name="Group 2997">
                      <a:extLst>
                        <a:ext uri="{FF2B5EF4-FFF2-40B4-BE49-F238E27FC236}">
                          <a16:creationId xmlns:a16="http://schemas.microsoft.com/office/drawing/2014/main" id="{DEA4AE19-A157-DEC6-0E37-2C75505D02C1}"/>
                        </a:ext>
                      </a:extLst>
                    </p:cNvPr>
                    <p:cNvGrpSpPr/>
                    <p:nvPr/>
                  </p:nvGrpSpPr>
                  <p:grpSpPr>
                    <a:xfrm rot="14400000">
                      <a:off x="5310186" y="3977611"/>
                      <a:ext cx="303213" cy="303213"/>
                      <a:chOff x="5354637" y="3446463"/>
                      <a:chExt cx="214313" cy="214313"/>
                    </a:xfrm>
                  </p:grpSpPr>
                  <p:sp>
                    <p:nvSpPr>
                      <p:cNvPr id="3003" name="Arc 3002">
                        <a:extLst>
                          <a:ext uri="{FF2B5EF4-FFF2-40B4-BE49-F238E27FC236}">
                            <a16:creationId xmlns:a16="http://schemas.microsoft.com/office/drawing/2014/main" id="{68BC1B27-5E99-8EDE-1205-B301150D847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04" name="Arc 3003">
                        <a:extLst>
                          <a:ext uri="{FF2B5EF4-FFF2-40B4-BE49-F238E27FC236}">
                            <a16:creationId xmlns:a16="http://schemas.microsoft.com/office/drawing/2014/main" id="{0BB30715-E8A3-8ED4-F9C9-C2CEF183A88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999" name="Group 2998">
                      <a:extLst>
                        <a:ext uri="{FF2B5EF4-FFF2-40B4-BE49-F238E27FC236}">
                          <a16:creationId xmlns:a16="http://schemas.microsoft.com/office/drawing/2014/main" id="{09CCFDBB-94E1-96AC-021E-C65E6582935E}"/>
                        </a:ext>
                      </a:extLst>
                    </p:cNvPr>
                    <p:cNvGrpSpPr/>
                    <p:nvPr/>
                  </p:nvGrpSpPr>
                  <p:grpSpPr>
                    <a:xfrm rot="7200000">
                      <a:off x="5265196" y="3932619"/>
                      <a:ext cx="393192" cy="393192"/>
                      <a:chOff x="5354637" y="3446463"/>
                      <a:chExt cx="214313" cy="214313"/>
                    </a:xfrm>
                  </p:grpSpPr>
                  <p:sp>
                    <p:nvSpPr>
                      <p:cNvPr id="3001" name="Arc 3000">
                        <a:extLst>
                          <a:ext uri="{FF2B5EF4-FFF2-40B4-BE49-F238E27FC236}">
                            <a16:creationId xmlns:a16="http://schemas.microsoft.com/office/drawing/2014/main" id="{113B2DD1-0731-9795-E4C8-FBBCFDDF1EA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02" name="Arc 3001">
                        <a:extLst>
                          <a:ext uri="{FF2B5EF4-FFF2-40B4-BE49-F238E27FC236}">
                            <a16:creationId xmlns:a16="http://schemas.microsoft.com/office/drawing/2014/main" id="{83F06A1E-FAE8-A18E-2612-A4F7AE09972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000" name="TextBox 2999">
                      <a:extLst>
                        <a:ext uri="{FF2B5EF4-FFF2-40B4-BE49-F238E27FC236}">
                          <a16:creationId xmlns:a16="http://schemas.microsoft.com/office/drawing/2014/main" id="{73CC69B9-A342-951B-7124-B0BCC8A2D2ED}"/>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974" name="Group 2973">
                    <a:extLst>
                      <a:ext uri="{FF2B5EF4-FFF2-40B4-BE49-F238E27FC236}">
                        <a16:creationId xmlns:a16="http://schemas.microsoft.com/office/drawing/2014/main" id="{37310ED6-767A-1B91-ACD0-90330F18BF5E}"/>
                      </a:ext>
                    </a:extLst>
                  </p:cNvPr>
                  <p:cNvGrpSpPr/>
                  <p:nvPr/>
                </p:nvGrpSpPr>
                <p:grpSpPr>
                  <a:xfrm>
                    <a:off x="6512463" y="3525040"/>
                    <a:ext cx="393192" cy="393192"/>
                    <a:chOff x="6389147" y="3357021"/>
                    <a:chExt cx="393192" cy="393192"/>
                  </a:xfrm>
                </p:grpSpPr>
                <p:grpSp>
                  <p:nvGrpSpPr>
                    <p:cNvPr id="2986" name="Group 2985">
                      <a:extLst>
                        <a:ext uri="{FF2B5EF4-FFF2-40B4-BE49-F238E27FC236}">
                          <a16:creationId xmlns:a16="http://schemas.microsoft.com/office/drawing/2014/main" id="{38EB6B75-DE67-1B66-FD16-C08E7E1AB69B}"/>
                        </a:ext>
                      </a:extLst>
                    </p:cNvPr>
                    <p:cNvGrpSpPr/>
                    <p:nvPr/>
                  </p:nvGrpSpPr>
                  <p:grpSpPr>
                    <a:xfrm rot="7200000" flipH="1">
                      <a:off x="6389147" y="3357021"/>
                      <a:ext cx="393192" cy="393192"/>
                      <a:chOff x="5354637" y="3446463"/>
                      <a:chExt cx="214313" cy="214313"/>
                    </a:xfrm>
                  </p:grpSpPr>
                  <p:sp>
                    <p:nvSpPr>
                      <p:cNvPr id="2995" name="Arc 2994">
                        <a:extLst>
                          <a:ext uri="{FF2B5EF4-FFF2-40B4-BE49-F238E27FC236}">
                            <a16:creationId xmlns:a16="http://schemas.microsoft.com/office/drawing/2014/main" id="{A82A2E7A-4CBE-F69B-266C-76C097C2924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96" name="Arc 2995">
                        <a:extLst>
                          <a:ext uri="{FF2B5EF4-FFF2-40B4-BE49-F238E27FC236}">
                            <a16:creationId xmlns:a16="http://schemas.microsoft.com/office/drawing/2014/main" id="{B5C59AA3-3498-C03C-AC96-E87C37CC912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987" name="Group 2986">
                      <a:extLst>
                        <a:ext uri="{FF2B5EF4-FFF2-40B4-BE49-F238E27FC236}">
                          <a16:creationId xmlns:a16="http://schemas.microsoft.com/office/drawing/2014/main" id="{AC544EE0-8E66-97F7-8D4E-E4CD61B9C396}"/>
                        </a:ext>
                      </a:extLst>
                    </p:cNvPr>
                    <p:cNvGrpSpPr/>
                    <p:nvPr/>
                  </p:nvGrpSpPr>
                  <p:grpSpPr>
                    <a:xfrm>
                      <a:off x="6434137" y="3402011"/>
                      <a:ext cx="303213" cy="303213"/>
                      <a:chOff x="6434137" y="3402011"/>
                      <a:chExt cx="303213" cy="303213"/>
                    </a:xfrm>
                  </p:grpSpPr>
                  <p:grpSp>
                    <p:nvGrpSpPr>
                      <p:cNvPr id="2988" name="Group 2987">
                        <a:extLst>
                          <a:ext uri="{FF2B5EF4-FFF2-40B4-BE49-F238E27FC236}">
                            <a16:creationId xmlns:a16="http://schemas.microsoft.com/office/drawing/2014/main" id="{9E48A2AE-F323-0076-398B-0766C7EAD86C}"/>
                          </a:ext>
                        </a:extLst>
                      </p:cNvPr>
                      <p:cNvGrpSpPr/>
                      <p:nvPr/>
                    </p:nvGrpSpPr>
                    <p:grpSpPr>
                      <a:xfrm flipH="1">
                        <a:off x="6478587" y="3446461"/>
                        <a:ext cx="214313" cy="214313"/>
                        <a:chOff x="5354637" y="3446463"/>
                        <a:chExt cx="214313" cy="214313"/>
                      </a:xfrm>
                    </p:grpSpPr>
                    <p:sp>
                      <p:nvSpPr>
                        <p:cNvPr id="2993" name="Arc 2992">
                          <a:extLst>
                            <a:ext uri="{FF2B5EF4-FFF2-40B4-BE49-F238E27FC236}">
                              <a16:creationId xmlns:a16="http://schemas.microsoft.com/office/drawing/2014/main" id="{5303BDD6-BF51-45E5-CB8A-45F8CA445BA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94" name="Arc 2993">
                          <a:extLst>
                            <a:ext uri="{FF2B5EF4-FFF2-40B4-BE49-F238E27FC236}">
                              <a16:creationId xmlns:a16="http://schemas.microsoft.com/office/drawing/2014/main" id="{4C301450-1920-ED64-02D1-DB699C003BF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989" name="Group 2988">
                        <a:extLst>
                          <a:ext uri="{FF2B5EF4-FFF2-40B4-BE49-F238E27FC236}">
                            <a16:creationId xmlns:a16="http://schemas.microsoft.com/office/drawing/2014/main" id="{D358FFBF-CBAC-7C81-0097-B1E31BE3F9BA}"/>
                          </a:ext>
                        </a:extLst>
                      </p:cNvPr>
                      <p:cNvGrpSpPr/>
                      <p:nvPr/>
                    </p:nvGrpSpPr>
                    <p:grpSpPr>
                      <a:xfrm rot="14400000" flipH="1">
                        <a:off x="6434137" y="3402011"/>
                        <a:ext cx="303213" cy="303213"/>
                        <a:chOff x="5354637" y="3446463"/>
                        <a:chExt cx="214313" cy="214313"/>
                      </a:xfrm>
                    </p:grpSpPr>
                    <p:sp>
                      <p:nvSpPr>
                        <p:cNvPr id="2991" name="Arc 2990">
                          <a:extLst>
                            <a:ext uri="{FF2B5EF4-FFF2-40B4-BE49-F238E27FC236}">
                              <a16:creationId xmlns:a16="http://schemas.microsoft.com/office/drawing/2014/main" id="{3B7330B9-BE5E-A50D-8C77-E4CCD635B61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92" name="Arc 2991">
                          <a:extLst>
                            <a:ext uri="{FF2B5EF4-FFF2-40B4-BE49-F238E27FC236}">
                              <a16:creationId xmlns:a16="http://schemas.microsoft.com/office/drawing/2014/main" id="{5AE38246-1E33-AAC8-5F73-A05F725EAA9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990" name="TextBox 2989">
                        <a:extLst>
                          <a:ext uri="{FF2B5EF4-FFF2-40B4-BE49-F238E27FC236}">
                            <a16:creationId xmlns:a16="http://schemas.microsoft.com/office/drawing/2014/main" id="{E406E181-ED00-6265-4E45-A51B90A3E95A}"/>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975" name="Group 2974">
                    <a:extLst>
                      <a:ext uri="{FF2B5EF4-FFF2-40B4-BE49-F238E27FC236}">
                        <a16:creationId xmlns:a16="http://schemas.microsoft.com/office/drawing/2014/main" id="{066BE3D6-835E-A5A4-961D-57899DDE9179}"/>
                      </a:ext>
                    </a:extLst>
                  </p:cNvPr>
                  <p:cNvGrpSpPr/>
                  <p:nvPr/>
                </p:nvGrpSpPr>
                <p:grpSpPr>
                  <a:xfrm>
                    <a:off x="6197413" y="3225768"/>
                    <a:ext cx="393192" cy="393192"/>
                    <a:chOff x="6389147" y="3932622"/>
                    <a:chExt cx="393192" cy="393192"/>
                  </a:xfrm>
                </p:grpSpPr>
                <p:grpSp>
                  <p:nvGrpSpPr>
                    <p:cNvPr id="2976" name="Group 2975">
                      <a:extLst>
                        <a:ext uri="{FF2B5EF4-FFF2-40B4-BE49-F238E27FC236}">
                          <a16:creationId xmlns:a16="http://schemas.microsoft.com/office/drawing/2014/main" id="{B7E741B7-3262-C9FB-BF9B-255FC131AE5D}"/>
                        </a:ext>
                      </a:extLst>
                    </p:cNvPr>
                    <p:cNvGrpSpPr/>
                    <p:nvPr/>
                  </p:nvGrpSpPr>
                  <p:grpSpPr>
                    <a:xfrm flipH="1">
                      <a:off x="6478587" y="4022061"/>
                      <a:ext cx="214313" cy="214313"/>
                      <a:chOff x="5354637" y="3446463"/>
                      <a:chExt cx="214313" cy="214313"/>
                    </a:xfrm>
                  </p:grpSpPr>
                  <p:sp>
                    <p:nvSpPr>
                      <p:cNvPr id="2984" name="Arc 2983">
                        <a:extLst>
                          <a:ext uri="{FF2B5EF4-FFF2-40B4-BE49-F238E27FC236}">
                            <a16:creationId xmlns:a16="http://schemas.microsoft.com/office/drawing/2014/main" id="{177B5CF0-F52E-08DB-5CCB-703CCAB6D42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85" name="Arc 2984">
                        <a:extLst>
                          <a:ext uri="{FF2B5EF4-FFF2-40B4-BE49-F238E27FC236}">
                            <a16:creationId xmlns:a16="http://schemas.microsoft.com/office/drawing/2014/main" id="{7947CA78-281A-D478-9E52-929FEDB7060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977" name="Group 2976">
                      <a:extLst>
                        <a:ext uri="{FF2B5EF4-FFF2-40B4-BE49-F238E27FC236}">
                          <a16:creationId xmlns:a16="http://schemas.microsoft.com/office/drawing/2014/main" id="{D6569E2C-B782-FE41-2289-65235C9190A7}"/>
                        </a:ext>
                      </a:extLst>
                    </p:cNvPr>
                    <p:cNvGrpSpPr/>
                    <p:nvPr/>
                  </p:nvGrpSpPr>
                  <p:grpSpPr>
                    <a:xfrm rot="7200000" flipH="1">
                      <a:off x="6434137" y="3977611"/>
                      <a:ext cx="303213" cy="303213"/>
                      <a:chOff x="5354637" y="3446463"/>
                      <a:chExt cx="214313" cy="214313"/>
                    </a:xfrm>
                  </p:grpSpPr>
                  <p:sp>
                    <p:nvSpPr>
                      <p:cNvPr id="2982" name="Arc 2981">
                        <a:extLst>
                          <a:ext uri="{FF2B5EF4-FFF2-40B4-BE49-F238E27FC236}">
                            <a16:creationId xmlns:a16="http://schemas.microsoft.com/office/drawing/2014/main" id="{556AE95B-151C-AC42-DEC1-0B719F94F06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83" name="Arc 2982">
                        <a:extLst>
                          <a:ext uri="{FF2B5EF4-FFF2-40B4-BE49-F238E27FC236}">
                            <a16:creationId xmlns:a16="http://schemas.microsoft.com/office/drawing/2014/main" id="{6219C731-CE9F-9279-1D18-595C751C9C0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978" name="Group 2977">
                      <a:extLst>
                        <a:ext uri="{FF2B5EF4-FFF2-40B4-BE49-F238E27FC236}">
                          <a16:creationId xmlns:a16="http://schemas.microsoft.com/office/drawing/2014/main" id="{8B2C195F-E7DD-F42B-EB16-540EB6996D52}"/>
                        </a:ext>
                      </a:extLst>
                    </p:cNvPr>
                    <p:cNvGrpSpPr/>
                    <p:nvPr/>
                  </p:nvGrpSpPr>
                  <p:grpSpPr>
                    <a:xfrm rot="14400000" flipH="1">
                      <a:off x="6389147" y="3932622"/>
                      <a:ext cx="393192" cy="393192"/>
                      <a:chOff x="5354637" y="3446463"/>
                      <a:chExt cx="214313" cy="214313"/>
                    </a:xfrm>
                  </p:grpSpPr>
                  <p:sp>
                    <p:nvSpPr>
                      <p:cNvPr id="2980" name="Arc 2979">
                        <a:extLst>
                          <a:ext uri="{FF2B5EF4-FFF2-40B4-BE49-F238E27FC236}">
                            <a16:creationId xmlns:a16="http://schemas.microsoft.com/office/drawing/2014/main" id="{D79CB851-D87F-2798-570A-9B4A8558E2A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81" name="Arc 2980">
                        <a:extLst>
                          <a:ext uri="{FF2B5EF4-FFF2-40B4-BE49-F238E27FC236}">
                            <a16:creationId xmlns:a16="http://schemas.microsoft.com/office/drawing/2014/main" id="{23249CF5-AF72-128F-0553-21030082D19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979" name="TextBox 2978">
                      <a:extLst>
                        <a:ext uri="{FF2B5EF4-FFF2-40B4-BE49-F238E27FC236}">
                          <a16:creationId xmlns:a16="http://schemas.microsoft.com/office/drawing/2014/main" id="{356228DF-0C3A-402C-94D9-31935DF96D82}"/>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2875" name="Group 2874">
                <a:extLst>
                  <a:ext uri="{FF2B5EF4-FFF2-40B4-BE49-F238E27FC236}">
                    <a16:creationId xmlns:a16="http://schemas.microsoft.com/office/drawing/2014/main" id="{62690B26-8096-4E4C-D738-8F171265E6BD}"/>
                  </a:ext>
                </a:extLst>
              </p:cNvPr>
              <p:cNvGrpSpPr/>
              <p:nvPr/>
            </p:nvGrpSpPr>
            <p:grpSpPr>
              <a:xfrm>
                <a:off x="6065340" y="2039507"/>
                <a:ext cx="1643204" cy="1593124"/>
                <a:chOff x="5445106" y="2644743"/>
                <a:chExt cx="1643204" cy="1593124"/>
              </a:xfrm>
            </p:grpSpPr>
            <p:grpSp>
              <p:nvGrpSpPr>
                <p:cNvPr id="2876" name="Group 2875">
                  <a:extLst>
                    <a:ext uri="{FF2B5EF4-FFF2-40B4-BE49-F238E27FC236}">
                      <a16:creationId xmlns:a16="http://schemas.microsoft.com/office/drawing/2014/main" id="{F5D01F91-9420-999E-B3B6-D3FE95D4EF7A}"/>
                    </a:ext>
                  </a:extLst>
                </p:cNvPr>
                <p:cNvGrpSpPr/>
                <p:nvPr/>
              </p:nvGrpSpPr>
              <p:grpSpPr>
                <a:xfrm>
                  <a:off x="5445106" y="2644743"/>
                  <a:ext cx="1019224" cy="991639"/>
                  <a:chOff x="5886431" y="3225768"/>
                  <a:chExt cx="1019224" cy="991639"/>
                </a:xfrm>
              </p:grpSpPr>
              <p:grpSp>
                <p:nvGrpSpPr>
                  <p:cNvPr id="2924" name="Group 2923">
                    <a:extLst>
                      <a:ext uri="{FF2B5EF4-FFF2-40B4-BE49-F238E27FC236}">
                        <a16:creationId xmlns:a16="http://schemas.microsoft.com/office/drawing/2014/main" id="{B2F1A9D1-E2B8-E29B-4E06-B6FAFED2114B}"/>
                      </a:ext>
                    </a:extLst>
                  </p:cNvPr>
                  <p:cNvGrpSpPr/>
                  <p:nvPr/>
                </p:nvGrpSpPr>
                <p:grpSpPr>
                  <a:xfrm>
                    <a:off x="6197413" y="3824215"/>
                    <a:ext cx="393192" cy="393192"/>
                    <a:chOff x="5265196" y="3357021"/>
                    <a:chExt cx="393192" cy="393192"/>
                  </a:xfrm>
                </p:grpSpPr>
                <p:grpSp>
                  <p:nvGrpSpPr>
                    <p:cNvPr id="2959" name="Group 2958">
                      <a:extLst>
                        <a:ext uri="{FF2B5EF4-FFF2-40B4-BE49-F238E27FC236}">
                          <a16:creationId xmlns:a16="http://schemas.microsoft.com/office/drawing/2014/main" id="{4E82245B-8D2C-C8A6-5F4A-622E7A044106}"/>
                        </a:ext>
                      </a:extLst>
                    </p:cNvPr>
                    <p:cNvGrpSpPr/>
                    <p:nvPr/>
                  </p:nvGrpSpPr>
                  <p:grpSpPr>
                    <a:xfrm rot="14400000">
                      <a:off x="5265196" y="3357021"/>
                      <a:ext cx="393192" cy="393192"/>
                      <a:chOff x="5354637" y="3446463"/>
                      <a:chExt cx="214313" cy="214313"/>
                    </a:xfrm>
                  </p:grpSpPr>
                  <p:sp>
                    <p:nvSpPr>
                      <p:cNvPr id="2968" name="Arc 2967">
                        <a:extLst>
                          <a:ext uri="{FF2B5EF4-FFF2-40B4-BE49-F238E27FC236}">
                            <a16:creationId xmlns:a16="http://schemas.microsoft.com/office/drawing/2014/main" id="{9754F81D-5A2F-C2C5-3045-51A132C2C01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69" name="Arc 2968">
                        <a:extLst>
                          <a:ext uri="{FF2B5EF4-FFF2-40B4-BE49-F238E27FC236}">
                            <a16:creationId xmlns:a16="http://schemas.microsoft.com/office/drawing/2014/main" id="{7615ED22-C960-6C05-A8B6-5D50870025E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960" name="Group 2959">
                      <a:extLst>
                        <a:ext uri="{FF2B5EF4-FFF2-40B4-BE49-F238E27FC236}">
                          <a16:creationId xmlns:a16="http://schemas.microsoft.com/office/drawing/2014/main" id="{626853CA-850C-5189-8569-F61B135150E0}"/>
                        </a:ext>
                      </a:extLst>
                    </p:cNvPr>
                    <p:cNvGrpSpPr/>
                    <p:nvPr/>
                  </p:nvGrpSpPr>
                  <p:grpSpPr>
                    <a:xfrm>
                      <a:off x="5310186" y="3402011"/>
                      <a:ext cx="303213" cy="303213"/>
                      <a:chOff x="5310186" y="3402011"/>
                      <a:chExt cx="303213" cy="303213"/>
                    </a:xfrm>
                  </p:grpSpPr>
                  <p:grpSp>
                    <p:nvGrpSpPr>
                      <p:cNvPr id="2961" name="Group 2960">
                        <a:extLst>
                          <a:ext uri="{FF2B5EF4-FFF2-40B4-BE49-F238E27FC236}">
                            <a16:creationId xmlns:a16="http://schemas.microsoft.com/office/drawing/2014/main" id="{05E43F4B-1F43-A3D9-5845-0920A595DF88}"/>
                          </a:ext>
                        </a:extLst>
                      </p:cNvPr>
                      <p:cNvGrpSpPr/>
                      <p:nvPr/>
                    </p:nvGrpSpPr>
                    <p:grpSpPr>
                      <a:xfrm>
                        <a:off x="5354636" y="3446461"/>
                        <a:ext cx="214313" cy="214313"/>
                        <a:chOff x="5354637" y="3446463"/>
                        <a:chExt cx="214313" cy="214313"/>
                      </a:xfrm>
                    </p:grpSpPr>
                    <p:sp>
                      <p:nvSpPr>
                        <p:cNvPr id="2966" name="Arc 2965">
                          <a:extLst>
                            <a:ext uri="{FF2B5EF4-FFF2-40B4-BE49-F238E27FC236}">
                              <a16:creationId xmlns:a16="http://schemas.microsoft.com/office/drawing/2014/main" id="{4617AFE5-A21A-218D-A881-547623406A1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67" name="Arc 2966">
                          <a:extLst>
                            <a:ext uri="{FF2B5EF4-FFF2-40B4-BE49-F238E27FC236}">
                              <a16:creationId xmlns:a16="http://schemas.microsoft.com/office/drawing/2014/main" id="{BA9832E5-F419-88B4-7FF9-5F43C267F83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962" name="Group 2961">
                        <a:extLst>
                          <a:ext uri="{FF2B5EF4-FFF2-40B4-BE49-F238E27FC236}">
                            <a16:creationId xmlns:a16="http://schemas.microsoft.com/office/drawing/2014/main" id="{D787BD6A-5EC2-45E2-547E-8DE331E482EF}"/>
                          </a:ext>
                        </a:extLst>
                      </p:cNvPr>
                      <p:cNvGrpSpPr/>
                      <p:nvPr/>
                    </p:nvGrpSpPr>
                    <p:grpSpPr>
                      <a:xfrm rot="7200000">
                        <a:off x="5310186" y="3402011"/>
                        <a:ext cx="303213" cy="303213"/>
                        <a:chOff x="5354637" y="3446463"/>
                        <a:chExt cx="214313" cy="214313"/>
                      </a:xfrm>
                    </p:grpSpPr>
                    <p:sp>
                      <p:nvSpPr>
                        <p:cNvPr id="2964" name="Arc 2963">
                          <a:extLst>
                            <a:ext uri="{FF2B5EF4-FFF2-40B4-BE49-F238E27FC236}">
                              <a16:creationId xmlns:a16="http://schemas.microsoft.com/office/drawing/2014/main" id="{FB03BB32-A988-8207-1F7C-B8E61758358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65" name="Arc 2964">
                          <a:extLst>
                            <a:ext uri="{FF2B5EF4-FFF2-40B4-BE49-F238E27FC236}">
                              <a16:creationId xmlns:a16="http://schemas.microsoft.com/office/drawing/2014/main" id="{D4843417-0F18-A3C6-92DA-7E9343F0D5D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963" name="TextBox 2962">
                        <a:extLst>
                          <a:ext uri="{FF2B5EF4-FFF2-40B4-BE49-F238E27FC236}">
                            <a16:creationId xmlns:a16="http://schemas.microsoft.com/office/drawing/2014/main" id="{CE96AFB0-DDE1-2416-B1C3-89128049DCA5}"/>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925" name="Group 2924">
                    <a:extLst>
                      <a:ext uri="{FF2B5EF4-FFF2-40B4-BE49-F238E27FC236}">
                        <a16:creationId xmlns:a16="http://schemas.microsoft.com/office/drawing/2014/main" id="{A12DDB6D-7515-21D2-7E9E-23EE43CE106D}"/>
                      </a:ext>
                    </a:extLst>
                  </p:cNvPr>
                  <p:cNvGrpSpPr/>
                  <p:nvPr/>
                </p:nvGrpSpPr>
                <p:grpSpPr>
                  <a:xfrm>
                    <a:off x="5886431" y="3525040"/>
                    <a:ext cx="393192" cy="393192"/>
                    <a:chOff x="5265196" y="3932619"/>
                    <a:chExt cx="393192" cy="393192"/>
                  </a:xfrm>
                </p:grpSpPr>
                <p:grpSp>
                  <p:nvGrpSpPr>
                    <p:cNvPr id="2949" name="Group 2948">
                      <a:extLst>
                        <a:ext uri="{FF2B5EF4-FFF2-40B4-BE49-F238E27FC236}">
                          <a16:creationId xmlns:a16="http://schemas.microsoft.com/office/drawing/2014/main" id="{BEFAF72B-E2E2-E416-C96C-52FDBF3DB16A}"/>
                        </a:ext>
                      </a:extLst>
                    </p:cNvPr>
                    <p:cNvGrpSpPr/>
                    <p:nvPr/>
                  </p:nvGrpSpPr>
                  <p:grpSpPr>
                    <a:xfrm>
                      <a:off x="5354636" y="4022061"/>
                      <a:ext cx="214313" cy="214313"/>
                      <a:chOff x="5354637" y="3446463"/>
                      <a:chExt cx="214313" cy="214313"/>
                    </a:xfrm>
                  </p:grpSpPr>
                  <p:sp>
                    <p:nvSpPr>
                      <p:cNvPr id="2957" name="Arc 2956">
                        <a:extLst>
                          <a:ext uri="{FF2B5EF4-FFF2-40B4-BE49-F238E27FC236}">
                            <a16:creationId xmlns:a16="http://schemas.microsoft.com/office/drawing/2014/main" id="{4D3B547E-77CA-0FEB-A25D-A23133F2906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58" name="Arc 2957">
                        <a:extLst>
                          <a:ext uri="{FF2B5EF4-FFF2-40B4-BE49-F238E27FC236}">
                            <a16:creationId xmlns:a16="http://schemas.microsoft.com/office/drawing/2014/main" id="{2526A53A-A139-1A20-6EE5-900AB64A02F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950" name="Group 2949">
                      <a:extLst>
                        <a:ext uri="{FF2B5EF4-FFF2-40B4-BE49-F238E27FC236}">
                          <a16:creationId xmlns:a16="http://schemas.microsoft.com/office/drawing/2014/main" id="{9A29C5DD-3154-9758-772C-97EF725FE0A7}"/>
                        </a:ext>
                      </a:extLst>
                    </p:cNvPr>
                    <p:cNvGrpSpPr/>
                    <p:nvPr/>
                  </p:nvGrpSpPr>
                  <p:grpSpPr>
                    <a:xfrm rot="14400000">
                      <a:off x="5310186" y="3977611"/>
                      <a:ext cx="303213" cy="303213"/>
                      <a:chOff x="5354637" y="3446463"/>
                      <a:chExt cx="214313" cy="214313"/>
                    </a:xfrm>
                  </p:grpSpPr>
                  <p:sp>
                    <p:nvSpPr>
                      <p:cNvPr id="2955" name="Arc 2954">
                        <a:extLst>
                          <a:ext uri="{FF2B5EF4-FFF2-40B4-BE49-F238E27FC236}">
                            <a16:creationId xmlns:a16="http://schemas.microsoft.com/office/drawing/2014/main" id="{DDF07640-710D-240D-CC1C-5D49A1561C5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56" name="Arc 2955">
                        <a:extLst>
                          <a:ext uri="{FF2B5EF4-FFF2-40B4-BE49-F238E27FC236}">
                            <a16:creationId xmlns:a16="http://schemas.microsoft.com/office/drawing/2014/main" id="{A42F3F5A-7663-95F7-9AE1-BAF7CB9454E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951" name="Group 2950">
                      <a:extLst>
                        <a:ext uri="{FF2B5EF4-FFF2-40B4-BE49-F238E27FC236}">
                          <a16:creationId xmlns:a16="http://schemas.microsoft.com/office/drawing/2014/main" id="{20E87059-0448-902A-0DD2-78ECEC6BE406}"/>
                        </a:ext>
                      </a:extLst>
                    </p:cNvPr>
                    <p:cNvGrpSpPr/>
                    <p:nvPr/>
                  </p:nvGrpSpPr>
                  <p:grpSpPr>
                    <a:xfrm rot="7200000">
                      <a:off x="5265196" y="3932619"/>
                      <a:ext cx="393192" cy="393192"/>
                      <a:chOff x="5354637" y="3446463"/>
                      <a:chExt cx="214313" cy="214313"/>
                    </a:xfrm>
                  </p:grpSpPr>
                  <p:sp>
                    <p:nvSpPr>
                      <p:cNvPr id="2953" name="Arc 2952">
                        <a:extLst>
                          <a:ext uri="{FF2B5EF4-FFF2-40B4-BE49-F238E27FC236}">
                            <a16:creationId xmlns:a16="http://schemas.microsoft.com/office/drawing/2014/main" id="{02452821-2B8E-9EB1-C4E0-08ABE9334FE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54" name="Arc 2953">
                        <a:extLst>
                          <a:ext uri="{FF2B5EF4-FFF2-40B4-BE49-F238E27FC236}">
                            <a16:creationId xmlns:a16="http://schemas.microsoft.com/office/drawing/2014/main" id="{BE6D78CE-CE62-EF1F-73A7-4B6442038BF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952" name="TextBox 2951">
                      <a:extLst>
                        <a:ext uri="{FF2B5EF4-FFF2-40B4-BE49-F238E27FC236}">
                          <a16:creationId xmlns:a16="http://schemas.microsoft.com/office/drawing/2014/main" id="{2D9FABBC-2BC6-6F6B-BD68-C2A8D320A73A}"/>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926" name="Group 2925">
                    <a:extLst>
                      <a:ext uri="{FF2B5EF4-FFF2-40B4-BE49-F238E27FC236}">
                        <a16:creationId xmlns:a16="http://schemas.microsoft.com/office/drawing/2014/main" id="{19CFCF24-D9A2-E68F-9F48-5EC8776BEDAA}"/>
                      </a:ext>
                    </a:extLst>
                  </p:cNvPr>
                  <p:cNvGrpSpPr/>
                  <p:nvPr/>
                </p:nvGrpSpPr>
                <p:grpSpPr>
                  <a:xfrm>
                    <a:off x="6512463" y="3525040"/>
                    <a:ext cx="393192" cy="393192"/>
                    <a:chOff x="6389147" y="3357021"/>
                    <a:chExt cx="393192" cy="393192"/>
                  </a:xfrm>
                </p:grpSpPr>
                <p:grpSp>
                  <p:nvGrpSpPr>
                    <p:cNvPr id="2938" name="Group 2937">
                      <a:extLst>
                        <a:ext uri="{FF2B5EF4-FFF2-40B4-BE49-F238E27FC236}">
                          <a16:creationId xmlns:a16="http://schemas.microsoft.com/office/drawing/2014/main" id="{3A245023-437B-9B5E-D4A4-506CAC58AE9C}"/>
                        </a:ext>
                      </a:extLst>
                    </p:cNvPr>
                    <p:cNvGrpSpPr/>
                    <p:nvPr/>
                  </p:nvGrpSpPr>
                  <p:grpSpPr>
                    <a:xfrm rot="7200000" flipH="1">
                      <a:off x="6389147" y="3357021"/>
                      <a:ext cx="393192" cy="393192"/>
                      <a:chOff x="5354637" y="3446463"/>
                      <a:chExt cx="214313" cy="214313"/>
                    </a:xfrm>
                  </p:grpSpPr>
                  <p:sp>
                    <p:nvSpPr>
                      <p:cNvPr id="2947" name="Arc 2946">
                        <a:extLst>
                          <a:ext uri="{FF2B5EF4-FFF2-40B4-BE49-F238E27FC236}">
                            <a16:creationId xmlns:a16="http://schemas.microsoft.com/office/drawing/2014/main" id="{592FCAE0-615D-F6F0-246B-DF5BDC2011C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48" name="Arc 2947">
                        <a:extLst>
                          <a:ext uri="{FF2B5EF4-FFF2-40B4-BE49-F238E27FC236}">
                            <a16:creationId xmlns:a16="http://schemas.microsoft.com/office/drawing/2014/main" id="{97373CCC-A7DA-08E5-3645-748CF56DF03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939" name="Group 2938">
                      <a:extLst>
                        <a:ext uri="{FF2B5EF4-FFF2-40B4-BE49-F238E27FC236}">
                          <a16:creationId xmlns:a16="http://schemas.microsoft.com/office/drawing/2014/main" id="{7C25CD4A-D5D8-0FBE-9617-212653058693}"/>
                        </a:ext>
                      </a:extLst>
                    </p:cNvPr>
                    <p:cNvGrpSpPr/>
                    <p:nvPr/>
                  </p:nvGrpSpPr>
                  <p:grpSpPr>
                    <a:xfrm>
                      <a:off x="6434137" y="3402011"/>
                      <a:ext cx="303213" cy="303213"/>
                      <a:chOff x="6434137" y="3402011"/>
                      <a:chExt cx="303213" cy="303213"/>
                    </a:xfrm>
                  </p:grpSpPr>
                  <p:grpSp>
                    <p:nvGrpSpPr>
                      <p:cNvPr id="2940" name="Group 2939">
                        <a:extLst>
                          <a:ext uri="{FF2B5EF4-FFF2-40B4-BE49-F238E27FC236}">
                            <a16:creationId xmlns:a16="http://schemas.microsoft.com/office/drawing/2014/main" id="{5244E04A-05F3-0FF1-61C8-2F07100E20C6}"/>
                          </a:ext>
                        </a:extLst>
                      </p:cNvPr>
                      <p:cNvGrpSpPr/>
                      <p:nvPr/>
                    </p:nvGrpSpPr>
                    <p:grpSpPr>
                      <a:xfrm flipH="1">
                        <a:off x="6478587" y="3446461"/>
                        <a:ext cx="214313" cy="214313"/>
                        <a:chOff x="5354637" y="3446463"/>
                        <a:chExt cx="214313" cy="214313"/>
                      </a:xfrm>
                    </p:grpSpPr>
                    <p:sp>
                      <p:nvSpPr>
                        <p:cNvPr id="2945" name="Arc 2944">
                          <a:extLst>
                            <a:ext uri="{FF2B5EF4-FFF2-40B4-BE49-F238E27FC236}">
                              <a16:creationId xmlns:a16="http://schemas.microsoft.com/office/drawing/2014/main" id="{B92EB2BA-1082-AE0D-57D4-4E4ACF9DE5E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46" name="Arc 2945">
                          <a:extLst>
                            <a:ext uri="{FF2B5EF4-FFF2-40B4-BE49-F238E27FC236}">
                              <a16:creationId xmlns:a16="http://schemas.microsoft.com/office/drawing/2014/main" id="{CDF824E0-EA71-3AB0-CD77-D81931D7A70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941" name="Group 2940">
                        <a:extLst>
                          <a:ext uri="{FF2B5EF4-FFF2-40B4-BE49-F238E27FC236}">
                            <a16:creationId xmlns:a16="http://schemas.microsoft.com/office/drawing/2014/main" id="{7D25830D-DC14-CA6F-D387-048111EA2A7B}"/>
                          </a:ext>
                        </a:extLst>
                      </p:cNvPr>
                      <p:cNvGrpSpPr/>
                      <p:nvPr/>
                    </p:nvGrpSpPr>
                    <p:grpSpPr>
                      <a:xfrm rot="14400000" flipH="1">
                        <a:off x="6434137" y="3402011"/>
                        <a:ext cx="303213" cy="303213"/>
                        <a:chOff x="5354637" y="3446463"/>
                        <a:chExt cx="214313" cy="214313"/>
                      </a:xfrm>
                    </p:grpSpPr>
                    <p:sp>
                      <p:nvSpPr>
                        <p:cNvPr id="2943" name="Arc 2942">
                          <a:extLst>
                            <a:ext uri="{FF2B5EF4-FFF2-40B4-BE49-F238E27FC236}">
                              <a16:creationId xmlns:a16="http://schemas.microsoft.com/office/drawing/2014/main" id="{302262DA-783C-5DFE-68BC-3FF93081F00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44" name="Arc 2943">
                          <a:extLst>
                            <a:ext uri="{FF2B5EF4-FFF2-40B4-BE49-F238E27FC236}">
                              <a16:creationId xmlns:a16="http://schemas.microsoft.com/office/drawing/2014/main" id="{F4CBC506-6872-29F3-05B2-0E01988544B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942" name="TextBox 2941">
                        <a:extLst>
                          <a:ext uri="{FF2B5EF4-FFF2-40B4-BE49-F238E27FC236}">
                            <a16:creationId xmlns:a16="http://schemas.microsoft.com/office/drawing/2014/main" id="{EF610DBE-0F88-E9A2-116E-0B4148CAFA80}"/>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927" name="Group 2926">
                    <a:extLst>
                      <a:ext uri="{FF2B5EF4-FFF2-40B4-BE49-F238E27FC236}">
                        <a16:creationId xmlns:a16="http://schemas.microsoft.com/office/drawing/2014/main" id="{2F4E2884-D0A5-1247-0158-1DCFDBC5AA71}"/>
                      </a:ext>
                    </a:extLst>
                  </p:cNvPr>
                  <p:cNvGrpSpPr/>
                  <p:nvPr/>
                </p:nvGrpSpPr>
                <p:grpSpPr>
                  <a:xfrm>
                    <a:off x="6197413" y="3225768"/>
                    <a:ext cx="393192" cy="393192"/>
                    <a:chOff x="6389147" y="3932622"/>
                    <a:chExt cx="393192" cy="393192"/>
                  </a:xfrm>
                </p:grpSpPr>
                <p:grpSp>
                  <p:nvGrpSpPr>
                    <p:cNvPr id="2928" name="Group 2927">
                      <a:extLst>
                        <a:ext uri="{FF2B5EF4-FFF2-40B4-BE49-F238E27FC236}">
                          <a16:creationId xmlns:a16="http://schemas.microsoft.com/office/drawing/2014/main" id="{C3064C08-6F99-41BC-1842-34390C40E101}"/>
                        </a:ext>
                      </a:extLst>
                    </p:cNvPr>
                    <p:cNvGrpSpPr/>
                    <p:nvPr/>
                  </p:nvGrpSpPr>
                  <p:grpSpPr>
                    <a:xfrm flipH="1">
                      <a:off x="6478587" y="4022061"/>
                      <a:ext cx="214313" cy="214313"/>
                      <a:chOff x="5354637" y="3446463"/>
                      <a:chExt cx="214313" cy="214313"/>
                    </a:xfrm>
                  </p:grpSpPr>
                  <p:sp>
                    <p:nvSpPr>
                      <p:cNvPr id="2936" name="Arc 2935">
                        <a:extLst>
                          <a:ext uri="{FF2B5EF4-FFF2-40B4-BE49-F238E27FC236}">
                            <a16:creationId xmlns:a16="http://schemas.microsoft.com/office/drawing/2014/main" id="{FF0A5DE4-4EB7-2C38-775A-2A033A7C582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37" name="Arc 2936">
                        <a:extLst>
                          <a:ext uri="{FF2B5EF4-FFF2-40B4-BE49-F238E27FC236}">
                            <a16:creationId xmlns:a16="http://schemas.microsoft.com/office/drawing/2014/main" id="{475309EF-9975-1C2E-6179-3BE325AD884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929" name="Group 2928">
                      <a:extLst>
                        <a:ext uri="{FF2B5EF4-FFF2-40B4-BE49-F238E27FC236}">
                          <a16:creationId xmlns:a16="http://schemas.microsoft.com/office/drawing/2014/main" id="{CD27BC5B-FF51-F274-289E-9822E30DFFEE}"/>
                        </a:ext>
                      </a:extLst>
                    </p:cNvPr>
                    <p:cNvGrpSpPr/>
                    <p:nvPr/>
                  </p:nvGrpSpPr>
                  <p:grpSpPr>
                    <a:xfrm rot="7200000" flipH="1">
                      <a:off x="6434137" y="3977611"/>
                      <a:ext cx="303213" cy="303213"/>
                      <a:chOff x="5354637" y="3446463"/>
                      <a:chExt cx="214313" cy="214313"/>
                    </a:xfrm>
                  </p:grpSpPr>
                  <p:sp>
                    <p:nvSpPr>
                      <p:cNvPr id="2934" name="Arc 2933">
                        <a:extLst>
                          <a:ext uri="{FF2B5EF4-FFF2-40B4-BE49-F238E27FC236}">
                            <a16:creationId xmlns:a16="http://schemas.microsoft.com/office/drawing/2014/main" id="{F5F60990-7B17-FD97-88DE-2B5BD10D310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35" name="Arc 2934">
                        <a:extLst>
                          <a:ext uri="{FF2B5EF4-FFF2-40B4-BE49-F238E27FC236}">
                            <a16:creationId xmlns:a16="http://schemas.microsoft.com/office/drawing/2014/main" id="{1EA9416A-8C4D-8A82-4131-7E7F80E4968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930" name="Group 2929">
                      <a:extLst>
                        <a:ext uri="{FF2B5EF4-FFF2-40B4-BE49-F238E27FC236}">
                          <a16:creationId xmlns:a16="http://schemas.microsoft.com/office/drawing/2014/main" id="{6385AF14-9580-51AB-E6B5-C581085CF27C}"/>
                        </a:ext>
                      </a:extLst>
                    </p:cNvPr>
                    <p:cNvGrpSpPr/>
                    <p:nvPr/>
                  </p:nvGrpSpPr>
                  <p:grpSpPr>
                    <a:xfrm rot="14400000" flipH="1">
                      <a:off x="6389147" y="3932622"/>
                      <a:ext cx="393192" cy="393192"/>
                      <a:chOff x="5354637" y="3446463"/>
                      <a:chExt cx="214313" cy="214313"/>
                    </a:xfrm>
                  </p:grpSpPr>
                  <p:sp>
                    <p:nvSpPr>
                      <p:cNvPr id="2932" name="Arc 2931">
                        <a:extLst>
                          <a:ext uri="{FF2B5EF4-FFF2-40B4-BE49-F238E27FC236}">
                            <a16:creationId xmlns:a16="http://schemas.microsoft.com/office/drawing/2014/main" id="{A484CE95-BF3C-EB33-5F2A-ADD35E99ED7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33" name="Arc 2932">
                        <a:extLst>
                          <a:ext uri="{FF2B5EF4-FFF2-40B4-BE49-F238E27FC236}">
                            <a16:creationId xmlns:a16="http://schemas.microsoft.com/office/drawing/2014/main" id="{4EA35538-0F93-DDD7-6A14-E1130339D22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931" name="TextBox 2930">
                      <a:extLst>
                        <a:ext uri="{FF2B5EF4-FFF2-40B4-BE49-F238E27FC236}">
                          <a16:creationId xmlns:a16="http://schemas.microsoft.com/office/drawing/2014/main" id="{176644AC-B678-CF25-89CE-6DF5F3514472}"/>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877" name="Group 2876">
                  <a:extLst>
                    <a:ext uri="{FF2B5EF4-FFF2-40B4-BE49-F238E27FC236}">
                      <a16:creationId xmlns:a16="http://schemas.microsoft.com/office/drawing/2014/main" id="{CA5DB0CB-0DF1-C68F-6682-F3529A9F302E}"/>
                    </a:ext>
                  </a:extLst>
                </p:cNvPr>
                <p:cNvGrpSpPr/>
                <p:nvPr/>
              </p:nvGrpSpPr>
              <p:grpSpPr>
                <a:xfrm>
                  <a:off x="6069086" y="3246228"/>
                  <a:ext cx="1019224" cy="991639"/>
                  <a:chOff x="5886431" y="3225768"/>
                  <a:chExt cx="1019224" cy="991639"/>
                </a:xfrm>
              </p:grpSpPr>
              <p:grpSp>
                <p:nvGrpSpPr>
                  <p:cNvPr id="2878" name="Group 2877">
                    <a:extLst>
                      <a:ext uri="{FF2B5EF4-FFF2-40B4-BE49-F238E27FC236}">
                        <a16:creationId xmlns:a16="http://schemas.microsoft.com/office/drawing/2014/main" id="{20DD0179-4B34-302F-D715-8EBD3FDB7485}"/>
                      </a:ext>
                    </a:extLst>
                  </p:cNvPr>
                  <p:cNvGrpSpPr/>
                  <p:nvPr/>
                </p:nvGrpSpPr>
                <p:grpSpPr>
                  <a:xfrm>
                    <a:off x="6197413" y="3824215"/>
                    <a:ext cx="393192" cy="393192"/>
                    <a:chOff x="5265196" y="3357021"/>
                    <a:chExt cx="393192" cy="393192"/>
                  </a:xfrm>
                </p:grpSpPr>
                <p:grpSp>
                  <p:nvGrpSpPr>
                    <p:cNvPr id="2913" name="Group 2912">
                      <a:extLst>
                        <a:ext uri="{FF2B5EF4-FFF2-40B4-BE49-F238E27FC236}">
                          <a16:creationId xmlns:a16="http://schemas.microsoft.com/office/drawing/2014/main" id="{4832EFF0-C664-7516-EBF4-036778336594}"/>
                        </a:ext>
                      </a:extLst>
                    </p:cNvPr>
                    <p:cNvGrpSpPr/>
                    <p:nvPr/>
                  </p:nvGrpSpPr>
                  <p:grpSpPr>
                    <a:xfrm rot="14400000">
                      <a:off x="5265196" y="3357021"/>
                      <a:ext cx="393192" cy="393192"/>
                      <a:chOff x="5354637" y="3446463"/>
                      <a:chExt cx="214313" cy="214313"/>
                    </a:xfrm>
                  </p:grpSpPr>
                  <p:sp>
                    <p:nvSpPr>
                      <p:cNvPr id="2922" name="Arc 2921">
                        <a:extLst>
                          <a:ext uri="{FF2B5EF4-FFF2-40B4-BE49-F238E27FC236}">
                            <a16:creationId xmlns:a16="http://schemas.microsoft.com/office/drawing/2014/main" id="{65B8309C-CCB7-D4B7-A6AA-281B27773ED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23" name="Arc 2922">
                        <a:extLst>
                          <a:ext uri="{FF2B5EF4-FFF2-40B4-BE49-F238E27FC236}">
                            <a16:creationId xmlns:a16="http://schemas.microsoft.com/office/drawing/2014/main" id="{2B0E07A4-B89E-9B40-2C7F-EABC4E53395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914" name="Group 2913">
                      <a:extLst>
                        <a:ext uri="{FF2B5EF4-FFF2-40B4-BE49-F238E27FC236}">
                          <a16:creationId xmlns:a16="http://schemas.microsoft.com/office/drawing/2014/main" id="{EB42E187-9AFD-C0F4-6B1F-30F94726BAA1}"/>
                        </a:ext>
                      </a:extLst>
                    </p:cNvPr>
                    <p:cNvGrpSpPr/>
                    <p:nvPr/>
                  </p:nvGrpSpPr>
                  <p:grpSpPr>
                    <a:xfrm>
                      <a:off x="5310186" y="3402011"/>
                      <a:ext cx="303213" cy="303213"/>
                      <a:chOff x="5310186" y="3402011"/>
                      <a:chExt cx="303213" cy="303213"/>
                    </a:xfrm>
                  </p:grpSpPr>
                  <p:grpSp>
                    <p:nvGrpSpPr>
                      <p:cNvPr id="2915" name="Group 2914">
                        <a:extLst>
                          <a:ext uri="{FF2B5EF4-FFF2-40B4-BE49-F238E27FC236}">
                            <a16:creationId xmlns:a16="http://schemas.microsoft.com/office/drawing/2014/main" id="{C23025F4-8E64-B030-7570-FF5F5716FE6E}"/>
                          </a:ext>
                        </a:extLst>
                      </p:cNvPr>
                      <p:cNvGrpSpPr/>
                      <p:nvPr/>
                    </p:nvGrpSpPr>
                    <p:grpSpPr>
                      <a:xfrm>
                        <a:off x="5354636" y="3446461"/>
                        <a:ext cx="214313" cy="214313"/>
                        <a:chOff x="5354637" y="3446463"/>
                        <a:chExt cx="214313" cy="214313"/>
                      </a:xfrm>
                    </p:grpSpPr>
                    <p:sp>
                      <p:nvSpPr>
                        <p:cNvPr id="2920" name="Arc 2919">
                          <a:extLst>
                            <a:ext uri="{FF2B5EF4-FFF2-40B4-BE49-F238E27FC236}">
                              <a16:creationId xmlns:a16="http://schemas.microsoft.com/office/drawing/2014/main" id="{7C1CFEA8-58D1-8308-6DEB-7DE84E89DBA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21" name="Arc 2920">
                          <a:extLst>
                            <a:ext uri="{FF2B5EF4-FFF2-40B4-BE49-F238E27FC236}">
                              <a16:creationId xmlns:a16="http://schemas.microsoft.com/office/drawing/2014/main" id="{75EF0841-9F1C-3810-A50A-6BA2E00AB05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916" name="Group 2915">
                        <a:extLst>
                          <a:ext uri="{FF2B5EF4-FFF2-40B4-BE49-F238E27FC236}">
                            <a16:creationId xmlns:a16="http://schemas.microsoft.com/office/drawing/2014/main" id="{FE16ED94-E70C-825E-3E33-428DBB8BFDF4}"/>
                          </a:ext>
                        </a:extLst>
                      </p:cNvPr>
                      <p:cNvGrpSpPr/>
                      <p:nvPr/>
                    </p:nvGrpSpPr>
                    <p:grpSpPr>
                      <a:xfrm rot="7200000">
                        <a:off x="5310186" y="3402011"/>
                        <a:ext cx="303213" cy="303213"/>
                        <a:chOff x="5354637" y="3446463"/>
                        <a:chExt cx="214313" cy="214313"/>
                      </a:xfrm>
                    </p:grpSpPr>
                    <p:sp>
                      <p:nvSpPr>
                        <p:cNvPr id="2918" name="Arc 2917">
                          <a:extLst>
                            <a:ext uri="{FF2B5EF4-FFF2-40B4-BE49-F238E27FC236}">
                              <a16:creationId xmlns:a16="http://schemas.microsoft.com/office/drawing/2014/main" id="{E438DB77-45BA-9528-40CC-4B75F085B56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19" name="Arc 2918">
                          <a:extLst>
                            <a:ext uri="{FF2B5EF4-FFF2-40B4-BE49-F238E27FC236}">
                              <a16:creationId xmlns:a16="http://schemas.microsoft.com/office/drawing/2014/main" id="{1B911304-44D5-CF14-4849-5249322164A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917" name="TextBox 2916">
                        <a:extLst>
                          <a:ext uri="{FF2B5EF4-FFF2-40B4-BE49-F238E27FC236}">
                            <a16:creationId xmlns:a16="http://schemas.microsoft.com/office/drawing/2014/main" id="{68D03D88-CE33-8971-94B0-42D6CA5D652A}"/>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879" name="Group 2878">
                    <a:extLst>
                      <a:ext uri="{FF2B5EF4-FFF2-40B4-BE49-F238E27FC236}">
                        <a16:creationId xmlns:a16="http://schemas.microsoft.com/office/drawing/2014/main" id="{86DD982E-3558-B80C-D5B5-3D5B06C6D410}"/>
                      </a:ext>
                    </a:extLst>
                  </p:cNvPr>
                  <p:cNvGrpSpPr/>
                  <p:nvPr/>
                </p:nvGrpSpPr>
                <p:grpSpPr>
                  <a:xfrm>
                    <a:off x="5886431" y="3525040"/>
                    <a:ext cx="393192" cy="393192"/>
                    <a:chOff x="5265196" y="3932619"/>
                    <a:chExt cx="393192" cy="393192"/>
                  </a:xfrm>
                </p:grpSpPr>
                <p:grpSp>
                  <p:nvGrpSpPr>
                    <p:cNvPr id="2903" name="Group 2902">
                      <a:extLst>
                        <a:ext uri="{FF2B5EF4-FFF2-40B4-BE49-F238E27FC236}">
                          <a16:creationId xmlns:a16="http://schemas.microsoft.com/office/drawing/2014/main" id="{6AC2D333-E146-E9D1-AFE6-FAB9C401535C}"/>
                        </a:ext>
                      </a:extLst>
                    </p:cNvPr>
                    <p:cNvGrpSpPr/>
                    <p:nvPr/>
                  </p:nvGrpSpPr>
                  <p:grpSpPr>
                    <a:xfrm>
                      <a:off x="5354636" y="4022061"/>
                      <a:ext cx="214313" cy="214313"/>
                      <a:chOff x="5354637" y="3446463"/>
                      <a:chExt cx="214313" cy="214313"/>
                    </a:xfrm>
                  </p:grpSpPr>
                  <p:sp>
                    <p:nvSpPr>
                      <p:cNvPr id="2911" name="Arc 2910">
                        <a:extLst>
                          <a:ext uri="{FF2B5EF4-FFF2-40B4-BE49-F238E27FC236}">
                            <a16:creationId xmlns:a16="http://schemas.microsoft.com/office/drawing/2014/main" id="{D9D57EDD-3C66-B09E-5ADF-C1D2A6041B3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12" name="Arc 2911">
                        <a:extLst>
                          <a:ext uri="{FF2B5EF4-FFF2-40B4-BE49-F238E27FC236}">
                            <a16:creationId xmlns:a16="http://schemas.microsoft.com/office/drawing/2014/main" id="{8733ED7F-BD88-1AD5-D4D9-7CF9A9D9BA5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904" name="Group 2903">
                      <a:extLst>
                        <a:ext uri="{FF2B5EF4-FFF2-40B4-BE49-F238E27FC236}">
                          <a16:creationId xmlns:a16="http://schemas.microsoft.com/office/drawing/2014/main" id="{48B84A5B-1EAE-BF46-0DFB-483B8144D4A5}"/>
                        </a:ext>
                      </a:extLst>
                    </p:cNvPr>
                    <p:cNvGrpSpPr/>
                    <p:nvPr/>
                  </p:nvGrpSpPr>
                  <p:grpSpPr>
                    <a:xfrm rot="14400000">
                      <a:off x="5310186" y="3977611"/>
                      <a:ext cx="303213" cy="303213"/>
                      <a:chOff x="5354637" y="3446463"/>
                      <a:chExt cx="214313" cy="214313"/>
                    </a:xfrm>
                  </p:grpSpPr>
                  <p:sp>
                    <p:nvSpPr>
                      <p:cNvPr id="2909" name="Arc 2908">
                        <a:extLst>
                          <a:ext uri="{FF2B5EF4-FFF2-40B4-BE49-F238E27FC236}">
                            <a16:creationId xmlns:a16="http://schemas.microsoft.com/office/drawing/2014/main" id="{69D76701-A0BD-A746-0B40-848B496473F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10" name="Arc 2909">
                        <a:extLst>
                          <a:ext uri="{FF2B5EF4-FFF2-40B4-BE49-F238E27FC236}">
                            <a16:creationId xmlns:a16="http://schemas.microsoft.com/office/drawing/2014/main" id="{78DC945A-8660-6595-CEC0-3433E1914A5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905" name="Group 2904">
                      <a:extLst>
                        <a:ext uri="{FF2B5EF4-FFF2-40B4-BE49-F238E27FC236}">
                          <a16:creationId xmlns:a16="http://schemas.microsoft.com/office/drawing/2014/main" id="{6E820F57-1904-5790-691A-56EB3FCF830F}"/>
                        </a:ext>
                      </a:extLst>
                    </p:cNvPr>
                    <p:cNvGrpSpPr/>
                    <p:nvPr/>
                  </p:nvGrpSpPr>
                  <p:grpSpPr>
                    <a:xfrm rot="7200000">
                      <a:off x="5265196" y="3932619"/>
                      <a:ext cx="393192" cy="393192"/>
                      <a:chOff x="5354637" y="3446463"/>
                      <a:chExt cx="214313" cy="214313"/>
                    </a:xfrm>
                  </p:grpSpPr>
                  <p:sp>
                    <p:nvSpPr>
                      <p:cNvPr id="2907" name="Arc 2906">
                        <a:extLst>
                          <a:ext uri="{FF2B5EF4-FFF2-40B4-BE49-F238E27FC236}">
                            <a16:creationId xmlns:a16="http://schemas.microsoft.com/office/drawing/2014/main" id="{9714C344-7629-8C6A-C13F-F25CEDB22EE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08" name="Arc 2907">
                        <a:extLst>
                          <a:ext uri="{FF2B5EF4-FFF2-40B4-BE49-F238E27FC236}">
                            <a16:creationId xmlns:a16="http://schemas.microsoft.com/office/drawing/2014/main" id="{33A16270-3424-C34E-62F4-A9B907989A5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906" name="TextBox 2905">
                      <a:extLst>
                        <a:ext uri="{FF2B5EF4-FFF2-40B4-BE49-F238E27FC236}">
                          <a16:creationId xmlns:a16="http://schemas.microsoft.com/office/drawing/2014/main" id="{0612018B-9340-E482-24C1-52A5E374603C}"/>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880" name="Group 2879">
                    <a:extLst>
                      <a:ext uri="{FF2B5EF4-FFF2-40B4-BE49-F238E27FC236}">
                        <a16:creationId xmlns:a16="http://schemas.microsoft.com/office/drawing/2014/main" id="{6213B39D-06AE-4D63-E534-BB0B273DAAC1}"/>
                      </a:ext>
                    </a:extLst>
                  </p:cNvPr>
                  <p:cNvGrpSpPr/>
                  <p:nvPr/>
                </p:nvGrpSpPr>
                <p:grpSpPr>
                  <a:xfrm>
                    <a:off x="6512463" y="3525040"/>
                    <a:ext cx="393192" cy="393192"/>
                    <a:chOff x="6389147" y="3357021"/>
                    <a:chExt cx="393192" cy="393192"/>
                  </a:xfrm>
                </p:grpSpPr>
                <p:grpSp>
                  <p:nvGrpSpPr>
                    <p:cNvPr id="2892" name="Group 2891">
                      <a:extLst>
                        <a:ext uri="{FF2B5EF4-FFF2-40B4-BE49-F238E27FC236}">
                          <a16:creationId xmlns:a16="http://schemas.microsoft.com/office/drawing/2014/main" id="{E3BA3BC1-8D8F-6D19-212C-E9900557F2B7}"/>
                        </a:ext>
                      </a:extLst>
                    </p:cNvPr>
                    <p:cNvGrpSpPr/>
                    <p:nvPr/>
                  </p:nvGrpSpPr>
                  <p:grpSpPr>
                    <a:xfrm rot="7200000" flipH="1">
                      <a:off x="6389147" y="3357021"/>
                      <a:ext cx="393192" cy="393192"/>
                      <a:chOff x="5354637" y="3446463"/>
                      <a:chExt cx="214313" cy="214313"/>
                    </a:xfrm>
                  </p:grpSpPr>
                  <p:sp>
                    <p:nvSpPr>
                      <p:cNvPr id="2901" name="Arc 2900">
                        <a:extLst>
                          <a:ext uri="{FF2B5EF4-FFF2-40B4-BE49-F238E27FC236}">
                            <a16:creationId xmlns:a16="http://schemas.microsoft.com/office/drawing/2014/main" id="{4B1978D1-6E9A-F7D8-393C-BE20B51B0D2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02" name="Arc 2901">
                        <a:extLst>
                          <a:ext uri="{FF2B5EF4-FFF2-40B4-BE49-F238E27FC236}">
                            <a16:creationId xmlns:a16="http://schemas.microsoft.com/office/drawing/2014/main" id="{778C4B15-5878-43FE-0B98-8B080143AD6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893" name="Group 2892">
                      <a:extLst>
                        <a:ext uri="{FF2B5EF4-FFF2-40B4-BE49-F238E27FC236}">
                          <a16:creationId xmlns:a16="http://schemas.microsoft.com/office/drawing/2014/main" id="{280E3A0D-AA05-E753-B04C-E6584ADE8DB9}"/>
                        </a:ext>
                      </a:extLst>
                    </p:cNvPr>
                    <p:cNvGrpSpPr/>
                    <p:nvPr/>
                  </p:nvGrpSpPr>
                  <p:grpSpPr>
                    <a:xfrm>
                      <a:off x="6434137" y="3402011"/>
                      <a:ext cx="303213" cy="303213"/>
                      <a:chOff x="6434137" y="3402011"/>
                      <a:chExt cx="303213" cy="303213"/>
                    </a:xfrm>
                  </p:grpSpPr>
                  <p:grpSp>
                    <p:nvGrpSpPr>
                      <p:cNvPr id="2894" name="Group 2893">
                        <a:extLst>
                          <a:ext uri="{FF2B5EF4-FFF2-40B4-BE49-F238E27FC236}">
                            <a16:creationId xmlns:a16="http://schemas.microsoft.com/office/drawing/2014/main" id="{21086051-1CF6-57CB-F480-AE1BCB0480C7}"/>
                          </a:ext>
                        </a:extLst>
                      </p:cNvPr>
                      <p:cNvGrpSpPr/>
                      <p:nvPr/>
                    </p:nvGrpSpPr>
                    <p:grpSpPr>
                      <a:xfrm flipH="1">
                        <a:off x="6478587" y="3446461"/>
                        <a:ext cx="214313" cy="214313"/>
                        <a:chOff x="5354637" y="3446463"/>
                        <a:chExt cx="214313" cy="214313"/>
                      </a:xfrm>
                    </p:grpSpPr>
                    <p:sp>
                      <p:nvSpPr>
                        <p:cNvPr id="2899" name="Arc 2898">
                          <a:extLst>
                            <a:ext uri="{FF2B5EF4-FFF2-40B4-BE49-F238E27FC236}">
                              <a16:creationId xmlns:a16="http://schemas.microsoft.com/office/drawing/2014/main" id="{BA04CF70-9BEA-6984-AD61-DDB201CCC6F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00" name="Arc 2899">
                          <a:extLst>
                            <a:ext uri="{FF2B5EF4-FFF2-40B4-BE49-F238E27FC236}">
                              <a16:creationId xmlns:a16="http://schemas.microsoft.com/office/drawing/2014/main" id="{7F0DAAAC-AE40-B51F-CD07-376E2396FE6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895" name="Group 2894">
                        <a:extLst>
                          <a:ext uri="{FF2B5EF4-FFF2-40B4-BE49-F238E27FC236}">
                            <a16:creationId xmlns:a16="http://schemas.microsoft.com/office/drawing/2014/main" id="{78F41AB2-1C42-CC4D-6BFB-3AD4E3477109}"/>
                          </a:ext>
                        </a:extLst>
                      </p:cNvPr>
                      <p:cNvGrpSpPr/>
                      <p:nvPr/>
                    </p:nvGrpSpPr>
                    <p:grpSpPr>
                      <a:xfrm rot="14400000" flipH="1">
                        <a:off x="6434137" y="3402011"/>
                        <a:ext cx="303213" cy="303213"/>
                        <a:chOff x="5354637" y="3446463"/>
                        <a:chExt cx="214313" cy="214313"/>
                      </a:xfrm>
                    </p:grpSpPr>
                    <p:sp>
                      <p:nvSpPr>
                        <p:cNvPr id="2897" name="Arc 2896">
                          <a:extLst>
                            <a:ext uri="{FF2B5EF4-FFF2-40B4-BE49-F238E27FC236}">
                              <a16:creationId xmlns:a16="http://schemas.microsoft.com/office/drawing/2014/main" id="{F0F45602-DBA5-CAA0-276F-883AB4ED006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98" name="Arc 2897">
                          <a:extLst>
                            <a:ext uri="{FF2B5EF4-FFF2-40B4-BE49-F238E27FC236}">
                              <a16:creationId xmlns:a16="http://schemas.microsoft.com/office/drawing/2014/main" id="{7686990B-D2D8-A3ED-7E5B-26AC96D6E3D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896" name="TextBox 2895">
                        <a:extLst>
                          <a:ext uri="{FF2B5EF4-FFF2-40B4-BE49-F238E27FC236}">
                            <a16:creationId xmlns:a16="http://schemas.microsoft.com/office/drawing/2014/main" id="{C2A84692-DF79-AEE5-C57B-E0C6DA5ABC7D}"/>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881" name="Group 2880">
                    <a:extLst>
                      <a:ext uri="{FF2B5EF4-FFF2-40B4-BE49-F238E27FC236}">
                        <a16:creationId xmlns:a16="http://schemas.microsoft.com/office/drawing/2014/main" id="{0E9699C7-4E69-EC27-6B0D-FE9039783D0D}"/>
                      </a:ext>
                    </a:extLst>
                  </p:cNvPr>
                  <p:cNvGrpSpPr/>
                  <p:nvPr/>
                </p:nvGrpSpPr>
                <p:grpSpPr>
                  <a:xfrm>
                    <a:off x="6197413" y="3225768"/>
                    <a:ext cx="393192" cy="393192"/>
                    <a:chOff x="6389147" y="3932622"/>
                    <a:chExt cx="393192" cy="393192"/>
                  </a:xfrm>
                </p:grpSpPr>
                <p:grpSp>
                  <p:nvGrpSpPr>
                    <p:cNvPr id="2882" name="Group 2881">
                      <a:extLst>
                        <a:ext uri="{FF2B5EF4-FFF2-40B4-BE49-F238E27FC236}">
                          <a16:creationId xmlns:a16="http://schemas.microsoft.com/office/drawing/2014/main" id="{A2F7F101-8B2C-3E0F-EF58-33A6282417D3}"/>
                        </a:ext>
                      </a:extLst>
                    </p:cNvPr>
                    <p:cNvGrpSpPr/>
                    <p:nvPr/>
                  </p:nvGrpSpPr>
                  <p:grpSpPr>
                    <a:xfrm flipH="1">
                      <a:off x="6478587" y="4022061"/>
                      <a:ext cx="214313" cy="214313"/>
                      <a:chOff x="5354637" y="3446463"/>
                      <a:chExt cx="214313" cy="214313"/>
                    </a:xfrm>
                  </p:grpSpPr>
                  <p:sp>
                    <p:nvSpPr>
                      <p:cNvPr id="2890" name="Arc 2889">
                        <a:extLst>
                          <a:ext uri="{FF2B5EF4-FFF2-40B4-BE49-F238E27FC236}">
                            <a16:creationId xmlns:a16="http://schemas.microsoft.com/office/drawing/2014/main" id="{58278024-AD46-9112-43FC-6908A0C1602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91" name="Arc 2890">
                        <a:extLst>
                          <a:ext uri="{FF2B5EF4-FFF2-40B4-BE49-F238E27FC236}">
                            <a16:creationId xmlns:a16="http://schemas.microsoft.com/office/drawing/2014/main" id="{FAD21743-0FDC-6313-CAA0-14E33DB6E36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883" name="Group 2882">
                      <a:extLst>
                        <a:ext uri="{FF2B5EF4-FFF2-40B4-BE49-F238E27FC236}">
                          <a16:creationId xmlns:a16="http://schemas.microsoft.com/office/drawing/2014/main" id="{D91F5B66-7A76-BCDC-0533-0748D21FF6A4}"/>
                        </a:ext>
                      </a:extLst>
                    </p:cNvPr>
                    <p:cNvGrpSpPr/>
                    <p:nvPr/>
                  </p:nvGrpSpPr>
                  <p:grpSpPr>
                    <a:xfrm rot="7200000" flipH="1">
                      <a:off x="6434137" y="3977611"/>
                      <a:ext cx="303213" cy="303213"/>
                      <a:chOff x="5354637" y="3446463"/>
                      <a:chExt cx="214313" cy="214313"/>
                    </a:xfrm>
                  </p:grpSpPr>
                  <p:sp>
                    <p:nvSpPr>
                      <p:cNvPr id="2888" name="Arc 2887">
                        <a:extLst>
                          <a:ext uri="{FF2B5EF4-FFF2-40B4-BE49-F238E27FC236}">
                            <a16:creationId xmlns:a16="http://schemas.microsoft.com/office/drawing/2014/main" id="{68647949-8A52-A1C2-65A4-2B5F0881850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89" name="Arc 2888">
                        <a:extLst>
                          <a:ext uri="{FF2B5EF4-FFF2-40B4-BE49-F238E27FC236}">
                            <a16:creationId xmlns:a16="http://schemas.microsoft.com/office/drawing/2014/main" id="{524FF663-422F-C953-9C9B-A71626C6CE3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884" name="Group 2883">
                      <a:extLst>
                        <a:ext uri="{FF2B5EF4-FFF2-40B4-BE49-F238E27FC236}">
                          <a16:creationId xmlns:a16="http://schemas.microsoft.com/office/drawing/2014/main" id="{950B04D8-3462-690D-3321-2D526B055E3C}"/>
                        </a:ext>
                      </a:extLst>
                    </p:cNvPr>
                    <p:cNvGrpSpPr/>
                    <p:nvPr/>
                  </p:nvGrpSpPr>
                  <p:grpSpPr>
                    <a:xfrm rot="14400000" flipH="1">
                      <a:off x="6389147" y="3932622"/>
                      <a:ext cx="393192" cy="393192"/>
                      <a:chOff x="5354637" y="3446463"/>
                      <a:chExt cx="214313" cy="214313"/>
                    </a:xfrm>
                  </p:grpSpPr>
                  <p:sp>
                    <p:nvSpPr>
                      <p:cNvPr id="2886" name="Arc 2885">
                        <a:extLst>
                          <a:ext uri="{FF2B5EF4-FFF2-40B4-BE49-F238E27FC236}">
                            <a16:creationId xmlns:a16="http://schemas.microsoft.com/office/drawing/2014/main" id="{9769B29C-E28D-4ED6-1C5A-F5917AC80CA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87" name="Arc 2886">
                        <a:extLst>
                          <a:ext uri="{FF2B5EF4-FFF2-40B4-BE49-F238E27FC236}">
                            <a16:creationId xmlns:a16="http://schemas.microsoft.com/office/drawing/2014/main" id="{FAC8912B-F801-C9CD-640B-CF77837B3DA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885" name="TextBox 2884">
                      <a:extLst>
                        <a:ext uri="{FF2B5EF4-FFF2-40B4-BE49-F238E27FC236}">
                          <a16:creationId xmlns:a16="http://schemas.microsoft.com/office/drawing/2014/main" id="{DA300791-763F-6C09-9EEF-A3EB94A0EB5E}"/>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9" name="Group 8">
              <a:extLst>
                <a:ext uri="{FF2B5EF4-FFF2-40B4-BE49-F238E27FC236}">
                  <a16:creationId xmlns:a16="http://schemas.microsoft.com/office/drawing/2014/main" id="{325F0929-0AB9-3D35-0E77-363AE8A4492B}"/>
                </a:ext>
              </a:extLst>
            </p:cNvPr>
            <p:cNvGrpSpPr/>
            <p:nvPr/>
          </p:nvGrpSpPr>
          <p:grpSpPr>
            <a:xfrm>
              <a:off x="9197560" y="501825"/>
              <a:ext cx="2263438" cy="2198360"/>
              <a:chOff x="5445106" y="2039507"/>
              <a:chExt cx="2263438" cy="2198360"/>
            </a:xfrm>
          </p:grpSpPr>
          <p:grpSp>
            <p:nvGrpSpPr>
              <p:cNvPr id="2684" name="Group 2683">
                <a:extLst>
                  <a:ext uri="{FF2B5EF4-FFF2-40B4-BE49-F238E27FC236}">
                    <a16:creationId xmlns:a16="http://schemas.microsoft.com/office/drawing/2014/main" id="{E06ADF55-BAF3-6F82-3A03-3F74524550A2}"/>
                  </a:ext>
                </a:extLst>
              </p:cNvPr>
              <p:cNvGrpSpPr/>
              <p:nvPr/>
            </p:nvGrpSpPr>
            <p:grpSpPr>
              <a:xfrm>
                <a:off x="5445106" y="2644743"/>
                <a:ext cx="1643204" cy="1593124"/>
                <a:chOff x="5445106" y="2644743"/>
                <a:chExt cx="1643204" cy="1593124"/>
              </a:xfrm>
            </p:grpSpPr>
            <p:grpSp>
              <p:nvGrpSpPr>
                <p:cNvPr id="2780" name="Group 2779">
                  <a:extLst>
                    <a:ext uri="{FF2B5EF4-FFF2-40B4-BE49-F238E27FC236}">
                      <a16:creationId xmlns:a16="http://schemas.microsoft.com/office/drawing/2014/main" id="{C24D6E73-8630-B675-A251-31E38B127634}"/>
                    </a:ext>
                  </a:extLst>
                </p:cNvPr>
                <p:cNvGrpSpPr/>
                <p:nvPr/>
              </p:nvGrpSpPr>
              <p:grpSpPr>
                <a:xfrm>
                  <a:off x="5445106" y="2644743"/>
                  <a:ext cx="1019224" cy="991639"/>
                  <a:chOff x="5886431" y="3225768"/>
                  <a:chExt cx="1019224" cy="991639"/>
                </a:xfrm>
              </p:grpSpPr>
              <p:grpSp>
                <p:nvGrpSpPr>
                  <p:cNvPr id="2828" name="Group 2827">
                    <a:extLst>
                      <a:ext uri="{FF2B5EF4-FFF2-40B4-BE49-F238E27FC236}">
                        <a16:creationId xmlns:a16="http://schemas.microsoft.com/office/drawing/2014/main" id="{A4894184-DE5C-9D20-D9F0-405580CF3C65}"/>
                      </a:ext>
                    </a:extLst>
                  </p:cNvPr>
                  <p:cNvGrpSpPr/>
                  <p:nvPr/>
                </p:nvGrpSpPr>
                <p:grpSpPr>
                  <a:xfrm>
                    <a:off x="6197413" y="3824215"/>
                    <a:ext cx="393192" cy="393192"/>
                    <a:chOff x="5265196" y="3357021"/>
                    <a:chExt cx="393192" cy="393192"/>
                  </a:xfrm>
                </p:grpSpPr>
                <p:grpSp>
                  <p:nvGrpSpPr>
                    <p:cNvPr id="2863" name="Group 2862">
                      <a:extLst>
                        <a:ext uri="{FF2B5EF4-FFF2-40B4-BE49-F238E27FC236}">
                          <a16:creationId xmlns:a16="http://schemas.microsoft.com/office/drawing/2014/main" id="{08B09ED5-6C73-2E78-329A-1F423BCD44B3}"/>
                        </a:ext>
                      </a:extLst>
                    </p:cNvPr>
                    <p:cNvGrpSpPr/>
                    <p:nvPr/>
                  </p:nvGrpSpPr>
                  <p:grpSpPr>
                    <a:xfrm rot="14400000">
                      <a:off x="5265196" y="3357021"/>
                      <a:ext cx="393192" cy="393192"/>
                      <a:chOff x="5354637" y="3446463"/>
                      <a:chExt cx="214313" cy="214313"/>
                    </a:xfrm>
                  </p:grpSpPr>
                  <p:sp>
                    <p:nvSpPr>
                      <p:cNvPr id="2872" name="Arc 2871">
                        <a:extLst>
                          <a:ext uri="{FF2B5EF4-FFF2-40B4-BE49-F238E27FC236}">
                            <a16:creationId xmlns:a16="http://schemas.microsoft.com/office/drawing/2014/main" id="{514812A2-7155-86E7-63DD-6CB31C9B69C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73" name="Arc 2872">
                        <a:extLst>
                          <a:ext uri="{FF2B5EF4-FFF2-40B4-BE49-F238E27FC236}">
                            <a16:creationId xmlns:a16="http://schemas.microsoft.com/office/drawing/2014/main" id="{790A4D38-900D-152E-C7F0-3F0FD38766E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864" name="Group 2863">
                      <a:extLst>
                        <a:ext uri="{FF2B5EF4-FFF2-40B4-BE49-F238E27FC236}">
                          <a16:creationId xmlns:a16="http://schemas.microsoft.com/office/drawing/2014/main" id="{4598EF6D-E795-5F40-E21B-B614DF11215C}"/>
                        </a:ext>
                      </a:extLst>
                    </p:cNvPr>
                    <p:cNvGrpSpPr/>
                    <p:nvPr/>
                  </p:nvGrpSpPr>
                  <p:grpSpPr>
                    <a:xfrm>
                      <a:off x="5310186" y="3402011"/>
                      <a:ext cx="303213" cy="303213"/>
                      <a:chOff x="5310186" y="3402011"/>
                      <a:chExt cx="303213" cy="303213"/>
                    </a:xfrm>
                  </p:grpSpPr>
                  <p:grpSp>
                    <p:nvGrpSpPr>
                      <p:cNvPr id="2865" name="Group 2864">
                        <a:extLst>
                          <a:ext uri="{FF2B5EF4-FFF2-40B4-BE49-F238E27FC236}">
                            <a16:creationId xmlns:a16="http://schemas.microsoft.com/office/drawing/2014/main" id="{7D8A8AF3-F0B5-F5D0-FE6A-FC0BED09E7E4}"/>
                          </a:ext>
                        </a:extLst>
                      </p:cNvPr>
                      <p:cNvGrpSpPr/>
                      <p:nvPr/>
                    </p:nvGrpSpPr>
                    <p:grpSpPr>
                      <a:xfrm>
                        <a:off x="5354636" y="3446461"/>
                        <a:ext cx="214313" cy="214313"/>
                        <a:chOff x="5354637" y="3446463"/>
                        <a:chExt cx="214313" cy="214313"/>
                      </a:xfrm>
                    </p:grpSpPr>
                    <p:sp>
                      <p:nvSpPr>
                        <p:cNvPr id="2870" name="Arc 2869">
                          <a:extLst>
                            <a:ext uri="{FF2B5EF4-FFF2-40B4-BE49-F238E27FC236}">
                              <a16:creationId xmlns:a16="http://schemas.microsoft.com/office/drawing/2014/main" id="{7082F9E8-BC5B-5FEA-8068-CA70AC925F6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71" name="Arc 2870">
                          <a:extLst>
                            <a:ext uri="{FF2B5EF4-FFF2-40B4-BE49-F238E27FC236}">
                              <a16:creationId xmlns:a16="http://schemas.microsoft.com/office/drawing/2014/main" id="{68E8639B-0270-788A-29E1-DB7BDC25873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866" name="Group 2865">
                        <a:extLst>
                          <a:ext uri="{FF2B5EF4-FFF2-40B4-BE49-F238E27FC236}">
                            <a16:creationId xmlns:a16="http://schemas.microsoft.com/office/drawing/2014/main" id="{EAFC9A34-60D0-5BB6-2AC8-45E8CE7C2202}"/>
                          </a:ext>
                        </a:extLst>
                      </p:cNvPr>
                      <p:cNvGrpSpPr/>
                      <p:nvPr/>
                    </p:nvGrpSpPr>
                    <p:grpSpPr>
                      <a:xfrm rot="7200000">
                        <a:off x="5310186" y="3402011"/>
                        <a:ext cx="303213" cy="303213"/>
                        <a:chOff x="5354637" y="3446463"/>
                        <a:chExt cx="214313" cy="214313"/>
                      </a:xfrm>
                    </p:grpSpPr>
                    <p:sp>
                      <p:nvSpPr>
                        <p:cNvPr id="2868" name="Arc 2867">
                          <a:extLst>
                            <a:ext uri="{FF2B5EF4-FFF2-40B4-BE49-F238E27FC236}">
                              <a16:creationId xmlns:a16="http://schemas.microsoft.com/office/drawing/2014/main" id="{C3DE0228-3261-B6A5-A282-18E7E5A14AC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69" name="Arc 2868">
                          <a:extLst>
                            <a:ext uri="{FF2B5EF4-FFF2-40B4-BE49-F238E27FC236}">
                              <a16:creationId xmlns:a16="http://schemas.microsoft.com/office/drawing/2014/main" id="{BDE9CBEF-42FD-6445-3F52-BC54EEEC1B6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867" name="TextBox 2866">
                        <a:extLst>
                          <a:ext uri="{FF2B5EF4-FFF2-40B4-BE49-F238E27FC236}">
                            <a16:creationId xmlns:a16="http://schemas.microsoft.com/office/drawing/2014/main" id="{1E3848B1-2FEE-1A40-C064-607DD978353A}"/>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829" name="Group 2828">
                    <a:extLst>
                      <a:ext uri="{FF2B5EF4-FFF2-40B4-BE49-F238E27FC236}">
                        <a16:creationId xmlns:a16="http://schemas.microsoft.com/office/drawing/2014/main" id="{8402CEDD-93A9-0A3F-C421-A3F6316DD56D}"/>
                      </a:ext>
                    </a:extLst>
                  </p:cNvPr>
                  <p:cNvGrpSpPr/>
                  <p:nvPr/>
                </p:nvGrpSpPr>
                <p:grpSpPr>
                  <a:xfrm>
                    <a:off x="5886431" y="3525040"/>
                    <a:ext cx="393192" cy="393192"/>
                    <a:chOff x="5265196" y="3932619"/>
                    <a:chExt cx="393192" cy="393192"/>
                  </a:xfrm>
                </p:grpSpPr>
                <p:grpSp>
                  <p:nvGrpSpPr>
                    <p:cNvPr id="2853" name="Group 2852">
                      <a:extLst>
                        <a:ext uri="{FF2B5EF4-FFF2-40B4-BE49-F238E27FC236}">
                          <a16:creationId xmlns:a16="http://schemas.microsoft.com/office/drawing/2014/main" id="{42D34C8F-A06D-D357-7B95-FF81EB9C7F6C}"/>
                        </a:ext>
                      </a:extLst>
                    </p:cNvPr>
                    <p:cNvGrpSpPr/>
                    <p:nvPr/>
                  </p:nvGrpSpPr>
                  <p:grpSpPr>
                    <a:xfrm>
                      <a:off x="5354636" y="4022061"/>
                      <a:ext cx="214313" cy="214313"/>
                      <a:chOff x="5354637" y="3446463"/>
                      <a:chExt cx="214313" cy="214313"/>
                    </a:xfrm>
                  </p:grpSpPr>
                  <p:sp>
                    <p:nvSpPr>
                      <p:cNvPr id="2861" name="Arc 2860">
                        <a:extLst>
                          <a:ext uri="{FF2B5EF4-FFF2-40B4-BE49-F238E27FC236}">
                            <a16:creationId xmlns:a16="http://schemas.microsoft.com/office/drawing/2014/main" id="{2A3A593F-1943-00D6-877E-C3FDA68C229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62" name="Arc 2861">
                        <a:extLst>
                          <a:ext uri="{FF2B5EF4-FFF2-40B4-BE49-F238E27FC236}">
                            <a16:creationId xmlns:a16="http://schemas.microsoft.com/office/drawing/2014/main" id="{3ED5B7C2-99E0-B11B-93B1-65836A97C4A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854" name="Group 2853">
                      <a:extLst>
                        <a:ext uri="{FF2B5EF4-FFF2-40B4-BE49-F238E27FC236}">
                          <a16:creationId xmlns:a16="http://schemas.microsoft.com/office/drawing/2014/main" id="{3A7A3AAE-4BCC-0714-E63A-08B42643E1C6}"/>
                        </a:ext>
                      </a:extLst>
                    </p:cNvPr>
                    <p:cNvGrpSpPr/>
                    <p:nvPr/>
                  </p:nvGrpSpPr>
                  <p:grpSpPr>
                    <a:xfrm rot="14400000">
                      <a:off x="5310186" y="3977611"/>
                      <a:ext cx="303213" cy="303213"/>
                      <a:chOff x="5354637" y="3446463"/>
                      <a:chExt cx="214313" cy="214313"/>
                    </a:xfrm>
                  </p:grpSpPr>
                  <p:sp>
                    <p:nvSpPr>
                      <p:cNvPr id="2859" name="Arc 2858">
                        <a:extLst>
                          <a:ext uri="{FF2B5EF4-FFF2-40B4-BE49-F238E27FC236}">
                            <a16:creationId xmlns:a16="http://schemas.microsoft.com/office/drawing/2014/main" id="{6FF5632F-3311-E968-2063-899D52EF0EB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60" name="Arc 2859">
                        <a:extLst>
                          <a:ext uri="{FF2B5EF4-FFF2-40B4-BE49-F238E27FC236}">
                            <a16:creationId xmlns:a16="http://schemas.microsoft.com/office/drawing/2014/main" id="{55BB6A8E-9835-297B-7311-38C4D2AEBE6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855" name="Group 2854">
                      <a:extLst>
                        <a:ext uri="{FF2B5EF4-FFF2-40B4-BE49-F238E27FC236}">
                          <a16:creationId xmlns:a16="http://schemas.microsoft.com/office/drawing/2014/main" id="{C4A44831-8160-7EA4-7327-DBD7C54FFAB4}"/>
                        </a:ext>
                      </a:extLst>
                    </p:cNvPr>
                    <p:cNvGrpSpPr/>
                    <p:nvPr/>
                  </p:nvGrpSpPr>
                  <p:grpSpPr>
                    <a:xfrm rot="7200000">
                      <a:off x="5265196" y="3932619"/>
                      <a:ext cx="393192" cy="393192"/>
                      <a:chOff x="5354637" y="3446463"/>
                      <a:chExt cx="214313" cy="214313"/>
                    </a:xfrm>
                  </p:grpSpPr>
                  <p:sp>
                    <p:nvSpPr>
                      <p:cNvPr id="2857" name="Arc 2856">
                        <a:extLst>
                          <a:ext uri="{FF2B5EF4-FFF2-40B4-BE49-F238E27FC236}">
                            <a16:creationId xmlns:a16="http://schemas.microsoft.com/office/drawing/2014/main" id="{929F27FD-2363-1DA3-1E2B-F38C7D73E87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58" name="Arc 2857">
                        <a:extLst>
                          <a:ext uri="{FF2B5EF4-FFF2-40B4-BE49-F238E27FC236}">
                            <a16:creationId xmlns:a16="http://schemas.microsoft.com/office/drawing/2014/main" id="{ED0D7C24-50E1-1E4F-64EB-CA550AF4887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856" name="TextBox 2855">
                      <a:extLst>
                        <a:ext uri="{FF2B5EF4-FFF2-40B4-BE49-F238E27FC236}">
                          <a16:creationId xmlns:a16="http://schemas.microsoft.com/office/drawing/2014/main" id="{CD94F571-1A33-7ECC-B1AC-928A92F83483}"/>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830" name="Group 2829">
                    <a:extLst>
                      <a:ext uri="{FF2B5EF4-FFF2-40B4-BE49-F238E27FC236}">
                        <a16:creationId xmlns:a16="http://schemas.microsoft.com/office/drawing/2014/main" id="{D708817F-B574-0FA9-6C14-9010ADEDDCDE}"/>
                      </a:ext>
                    </a:extLst>
                  </p:cNvPr>
                  <p:cNvGrpSpPr/>
                  <p:nvPr/>
                </p:nvGrpSpPr>
                <p:grpSpPr>
                  <a:xfrm>
                    <a:off x="6512463" y="3525040"/>
                    <a:ext cx="393192" cy="393192"/>
                    <a:chOff x="6389147" y="3357021"/>
                    <a:chExt cx="393192" cy="393192"/>
                  </a:xfrm>
                </p:grpSpPr>
                <p:grpSp>
                  <p:nvGrpSpPr>
                    <p:cNvPr id="2842" name="Group 2841">
                      <a:extLst>
                        <a:ext uri="{FF2B5EF4-FFF2-40B4-BE49-F238E27FC236}">
                          <a16:creationId xmlns:a16="http://schemas.microsoft.com/office/drawing/2014/main" id="{FB7B5D11-4A83-AB87-1144-CB06A0C49F2B}"/>
                        </a:ext>
                      </a:extLst>
                    </p:cNvPr>
                    <p:cNvGrpSpPr/>
                    <p:nvPr/>
                  </p:nvGrpSpPr>
                  <p:grpSpPr>
                    <a:xfrm rot="7200000" flipH="1">
                      <a:off x="6389147" y="3357021"/>
                      <a:ext cx="393192" cy="393192"/>
                      <a:chOff x="5354637" y="3446463"/>
                      <a:chExt cx="214313" cy="214313"/>
                    </a:xfrm>
                  </p:grpSpPr>
                  <p:sp>
                    <p:nvSpPr>
                      <p:cNvPr id="2851" name="Arc 2850">
                        <a:extLst>
                          <a:ext uri="{FF2B5EF4-FFF2-40B4-BE49-F238E27FC236}">
                            <a16:creationId xmlns:a16="http://schemas.microsoft.com/office/drawing/2014/main" id="{A87D8499-5891-D171-F1E3-C0B0814FFBA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52" name="Arc 2851">
                        <a:extLst>
                          <a:ext uri="{FF2B5EF4-FFF2-40B4-BE49-F238E27FC236}">
                            <a16:creationId xmlns:a16="http://schemas.microsoft.com/office/drawing/2014/main" id="{1B047365-73D3-362A-E157-DB865E5590F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843" name="Group 2842">
                      <a:extLst>
                        <a:ext uri="{FF2B5EF4-FFF2-40B4-BE49-F238E27FC236}">
                          <a16:creationId xmlns:a16="http://schemas.microsoft.com/office/drawing/2014/main" id="{C9D62EA4-9726-F7A2-D44D-49DC96592A5B}"/>
                        </a:ext>
                      </a:extLst>
                    </p:cNvPr>
                    <p:cNvGrpSpPr/>
                    <p:nvPr/>
                  </p:nvGrpSpPr>
                  <p:grpSpPr>
                    <a:xfrm>
                      <a:off x="6434137" y="3402011"/>
                      <a:ext cx="303213" cy="303213"/>
                      <a:chOff x="6434137" y="3402011"/>
                      <a:chExt cx="303213" cy="303213"/>
                    </a:xfrm>
                  </p:grpSpPr>
                  <p:grpSp>
                    <p:nvGrpSpPr>
                      <p:cNvPr id="2844" name="Group 2843">
                        <a:extLst>
                          <a:ext uri="{FF2B5EF4-FFF2-40B4-BE49-F238E27FC236}">
                            <a16:creationId xmlns:a16="http://schemas.microsoft.com/office/drawing/2014/main" id="{E7478636-0C3F-8F2A-F87C-57EAFF0B4DCF}"/>
                          </a:ext>
                        </a:extLst>
                      </p:cNvPr>
                      <p:cNvGrpSpPr/>
                      <p:nvPr/>
                    </p:nvGrpSpPr>
                    <p:grpSpPr>
                      <a:xfrm flipH="1">
                        <a:off x="6478587" y="3446461"/>
                        <a:ext cx="214313" cy="214313"/>
                        <a:chOff x="5354637" y="3446463"/>
                        <a:chExt cx="214313" cy="214313"/>
                      </a:xfrm>
                    </p:grpSpPr>
                    <p:sp>
                      <p:nvSpPr>
                        <p:cNvPr id="2849" name="Arc 2848">
                          <a:extLst>
                            <a:ext uri="{FF2B5EF4-FFF2-40B4-BE49-F238E27FC236}">
                              <a16:creationId xmlns:a16="http://schemas.microsoft.com/office/drawing/2014/main" id="{9DA02F5F-66A5-4370-5736-084A3AA309D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50" name="Arc 2849">
                          <a:extLst>
                            <a:ext uri="{FF2B5EF4-FFF2-40B4-BE49-F238E27FC236}">
                              <a16:creationId xmlns:a16="http://schemas.microsoft.com/office/drawing/2014/main" id="{DFBA4FD7-F322-418A-B0DD-E0A8FC0D187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845" name="Group 2844">
                        <a:extLst>
                          <a:ext uri="{FF2B5EF4-FFF2-40B4-BE49-F238E27FC236}">
                            <a16:creationId xmlns:a16="http://schemas.microsoft.com/office/drawing/2014/main" id="{B3F1A9AA-CE84-706F-5F07-E3EB7E62BC6C}"/>
                          </a:ext>
                        </a:extLst>
                      </p:cNvPr>
                      <p:cNvGrpSpPr/>
                      <p:nvPr/>
                    </p:nvGrpSpPr>
                    <p:grpSpPr>
                      <a:xfrm rot="14400000" flipH="1">
                        <a:off x="6434137" y="3402011"/>
                        <a:ext cx="303213" cy="303213"/>
                        <a:chOff x="5354637" y="3446463"/>
                        <a:chExt cx="214313" cy="214313"/>
                      </a:xfrm>
                    </p:grpSpPr>
                    <p:sp>
                      <p:nvSpPr>
                        <p:cNvPr id="2847" name="Arc 2846">
                          <a:extLst>
                            <a:ext uri="{FF2B5EF4-FFF2-40B4-BE49-F238E27FC236}">
                              <a16:creationId xmlns:a16="http://schemas.microsoft.com/office/drawing/2014/main" id="{3B535CCD-FD00-FA49-173D-21FB3411ECC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48" name="Arc 2847">
                          <a:extLst>
                            <a:ext uri="{FF2B5EF4-FFF2-40B4-BE49-F238E27FC236}">
                              <a16:creationId xmlns:a16="http://schemas.microsoft.com/office/drawing/2014/main" id="{1BC5937E-6653-6A36-03E7-A7CA136C22D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846" name="TextBox 2845">
                        <a:extLst>
                          <a:ext uri="{FF2B5EF4-FFF2-40B4-BE49-F238E27FC236}">
                            <a16:creationId xmlns:a16="http://schemas.microsoft.com/office/drawing/2014/main" id="{3F8E4281-5B17-61C8-DD8A-B802A64A1902}"/>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831" name="Group 2830">
                    <a:extLst>
                      <a:ext uri="{FF2B5EF4-FFF2-40B4-BE49-F238E27FC236}">
                        <a16:creationId xmlns:a16="http://schemas.microsoft.com/office/drawing/2014/main" id="{26831BD7-1A03-3DF3-6CA6-37914E4BFA26}"/>
                      </a:ext>
                    </a:extLst>
                  </p:cNvPr>
                  <p:cNvGrpSpPr/>
                  <p:nvPr/>
                </p:nvGrpSpPr>
                <p:grpSpPr>
                  <a:xfrm>
                    <a:off x="6197413" y="3225768"/>
                    <a:ext cx="393192" cy="393192"/>
                    <a:chOff x="6389147" y="3932622"/>
                    <a:chExt cx="393192" cy="393192"/>
                  </a:xfrm>
                </p:grpSpPr>
                <p:grpSp>
                  <p:nvGrpSpPr>
                    <p:cNvPr id="2832" name="Group 2831">
                      <a:extLst>
                        <a:ext uri="{FF2B5EF4-FFF2-40B4-BE49-F238E27FC236}">
                          <a16:creationId xmlns:a16="http://schemas.microsoft.com/office/drawing/2014/main" id="{97703385-6523-5205-E96C-A216E50FF032}"/>
                        </a:ext>
                      </a:extLst>
                    </p:cNvPr>
                    <p:cNvGrpSpPr/>
                    <p:nvPr/>
                  </p:nvGrpSpPr>
                  <p:grpSpPr>
                    <a:xfrm flipH="1">
                      <a:off x="6478587" y="4022061"/>
                      <a:ext cx="214313" cy="214313"/>
                      <a:chOff x="5354637" y="3446463"/>
                      <a:chExt cx="214313" cy="214313"/>
                    </a:xfrm>
                  </p:grpSpPr>
                  <p:sp>
                    <p:nvSpPr>
                      <p:cNvPr id="2840" name="Arc 2839">
                        <a:extLst>
                          <a:ext uri="{FF2B5EF4-FFF2-40B4-BE49-F238E27FC236}">
                            <a16:creationId xmlns:a16="http://schemas.microsoft.com/office/drawing/2014/main" id="{5A35629C-88C3-A69E-5945-F74A8A056EC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41" name="Arc 2840">
                        <a:extLst>
                          <a:ext uri="{FF2B5EF4-FFF2-40B4-BE49-F238E27FC236}">
                            <a16:creationId xmlns:a16="http://schemas.microsoft.com/office/drawing/2014/main" id="{2FEADBF8-41DD-3954-F93E-B0ECA8CA99D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833" name="Group 2832">
                      <a:extLst>
                        <a:ext uri="{FF2B5EF4-FFF2-40B4-BE49-F238E27FC236}">
                          <a16:creationId xmlns:a16="http://schemas.microsoft.com/office/drawing/2014/main" id="{C3D1F6D7-563F-311A-43DA-376E9D1DEFE3}"/>
                        </a:ext>
                      </a:extLst>
                    </p:cNvPr>
                    <p:cNvGrpSpPr/>
                    <p:nvPr/>
                  </p:nvGrpSpPr>
                  <p:grpSpPr>
                    <a:xfrm rot="7200000" flipH="1">
                      <a:off x="6434137" y="3977611"/>
                      <a:ext cx="303213" cy="303213"/>
                      <a:chOff x="5354637" y="3446463"/>
                      <a:chExt cx="214313" cy="214313"/>
                    </a:xfrm>
                  </p:grpSpPr>
                  <p:sp>
                    <p:nvSpPr>
                      <p:cNvPr id="2838" name="Arc 2837">
                        <a:extLst>
                          <a:ext uri="{FF2B5EF4-FFF2-40B4-BE49-F238E27FC236}">
                            <a16:creationId xmlns:a16="http://schemas.microsoft.com/office/drawing/2014/main" id="{543F66B4-5701-05FB-38A7-4B78F21BD4A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39" name="Arc 2838">
                        <a:extLst>
                          <a:ext uri="{FF2B5EF4-FFF2-40B4-BE49-F238E27FC236}">
                            <a16:creationId xmlns:a16="http://schemas.microsoft.com/office/drawing/2014/main" id="{20AA62C5-7C63-C576-2D0A-B6D407394D6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834" name="Group 2833">
                      <a:extLst>
                        <a:ext uri="{FF2B5EF4-FFF2-40B4-BE49-F238E27FC236}">
                          <a16:creationId xmlns:a16="http://schemas.microsoft.com/office/drawing/2014/main" id="{ECD5A933-AC48-75C8-6512-EFB2B8EADD66}"/>
                        </a:ext>
                      </a:extLst>
                    </p:cNvPr>
                    <p:cNvGrpSpPr/>
                    <p:nvPr/>
                  </p:nvGrpSpPr>
                  <p:grpSpPr>
                    <a:xfrm rot="14400000" flipH="1">
                      <a:off x="6389147" y="3932622"/>
                      <a:ext cx="393192" cy="393192"/>
                      <a:chOff x="5354637" y="3446463"/>
                      <a:chExt cx="214313" cy="214313"/>
                    </a:xfrm>
                  </p:grpSpPr>
                  <p:sp>
                    <p:nvSpPr>
                      <p:cNvPr id="2836" name="Arc 2835">
                        <a:extLst>
                          <a:ext uri="{FF2B5EF4-FFF2-40B4-BE49-F238E27FC236}">
                            <a16:creationId xmlns:a16="http://schemas.microsoft.com/office/drawing/2014/main" id="{8EF62A35-BC64-21EA-4AF2-98FCB4EE4F2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37" name="Arc 2836">
                        <a:extLst>
                          <a:ext uri="{FF2B5EF4-FFF2-40B4-BE49-F238E27FC236}">
                            <a16:creationId xmlns:a16="http://schemas.microsoft.com/office/drawing/2014/main" id="{48F783BC-BBCB-4C7E-9311-9E53A2FF5F8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835" name="TextBox 2834">
                      <a:extLst>
                        <a:ext uri="{FF2B5EF4-FFF2-40B4-BE49-F238E27FC236}">
                          <a16:creationId xmlns:a16="http://schemas.microsoft.com/office/drawing/2014/main" id="{EB744096-9982-BACC-C734-EC495B7980E8}"/>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781" name="Group 2780">
                  <a:extLst>
                    <a:ext uri="{FF2B5EF4-FFF2-40B4-BE49-F238E27FC236}">
                      <a16:creationId xmlns:a16="http://schemas.microsoft.com/office/drawing/2014/main" id="{7CDBFFE6-9DAE-4B1D-731D-8AC835A9BA44}"/>
                    </a:ext>
                  </a:extLst>
                </p:cNvPr>
                <p:cNvGrpSpPr/>
                <p:nvPr/>
              </p:nvGrpSpPr>
              <p:grpSpPr>
                <a:xfrm>
                  <a:off x="6069086" y="3246228"/>
                  <a:ext cx="1019224" cy="991639"/>
                  <a:chOff x="5886431" y="3225768"/>
                  <a:chExt cx="1019224" cy="991639"/>
                </a:xfrm>
              </p:grpSpPr>
              <p:grpSp>
                <p:nvGrpSpPr>
                  <p:cNvPr id="2782" name="Group 2781">
                    <a:extLst>
                      <a:ext uri="{FF2B5EF4-FFF2-40B4-BE49-F238E27FC236}">
                        <a16:creationId xmlns:a16="http://schemas.microsoft.com/office/drawing/2014/main" id="{B41CB9EA-EC87-7BD9-FDBC-CD63BC0FFCEB}"/>
                      </a:ext>
                    </a:extLst>
                  </p:cNvPr>
                  <p:cNvGrpSpPr/>
                  <p:nvPr/>
                </p:nvGrpSpPr>
                <p:grpSpPr>
                  <a:xfrm>
                    <a:off x="6197413" y="3824215"/>
                    <a:ext cx="393192" cy="393192"/>
                    <a:chOff x="5265196" y="3357021"/>
                    <a:chExt cx="393192" cy="393192"/>
                  </a:xfrm>
                </p:grpSpPr>
                <p:grpSp>
                  <p:nvGrpSpPr>
                    <p:cNvPr id="2817" name="Group 2816">
                      <a:extLst>
                        <a:ext uri="{FF2B5EF4-FFF2-40B4-BE49-F238E27FC236}">
                          <a16:creationId xmlns:a16="http://schemas.microsoft.com/office/drawing/2014/main" id="{1F24B902-798A-D54E-2313-7572A0A3D9C8}"/>
                        </a:ext>
                      </a:extLst>
                    </p:cNvPr>
                    <p:cNvGrpSpPr/>
                    <p:nvPr/>
                  </p:nvGrpSpPr>
                  <p:grpSpPr>
                    <a:xfrm rot="14400000">
                      <a:off x="5265196" y="3357021"/>
                      <a:ext cx="393192" cy="393192"/>
                      <a:chOff x="5354637" y="3446463"/>
                      <a:chExt cx="214313" cy="214313"/>
                    </a:xfrm>
                  </p:grpSpPr>
                  <p:sp>
                    <p:nvSpPr>
                      <p:cNvPr id="2826" name="Arc 2825">
                        <a:extLst>
                          <a:ext uri="{FF2B5EF4-FFF2-40B4-BE49-F238E27FC236}">
                            <a16:creationId xmlns:a16="http://schemas.microsoft.com/office/drawing/2014/main" id="{4D91A38D-A71D-89EF-CF95-05BDFDA708A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27" name="Arc 2826">
                        <a:extLst>
                          <a:ext uri="{FF2B5EF4-FFF2-40B4-BE49-F238E27FC236}">
                            <a16:creationId xmlns:a16="http://schemas.microsoft.com/office/drawing/2014/main" id="{8619C929-C42D-EC7B-4323-95D37F19AE6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818" name="Group 2817">
                      <a:extLst>
                        <a:ext uri="{FF2B5EF4-FFF2-40B4-BE49-F238E27FC236}">
                          <a16:creationId xmlns:a16="http://schemas.microsoft.com/office/drawing/2014/main" id="{9538B606-12EF-ABA4-1479-5ADA580B21B4}"/>
                        </a:ext>
                      </a:extLst>
                    </p:cNvPr>
                    <p:cNvGrpSpPr/>
                    <p:nvPr/>
                  </p:nvGrpSpPr>
                  <p:grpSpPr>
                    <a:xfrm>
                      <a:off x="5310186" y="3402011"/>
                      <a:ext cx="303213" cy="303213"/>
                      <a:chOff x="5310186" y="3402011"/>
                      <a:chExt cx="303213" cy="303213"/>
                    </a:xfrm>
                  </p:grpSpPr>
                  <p:grpSp>
                    <p:nvGrpSpPr>
                      <p:cNvPr id="2819" name="Group 2818">
                        <a:extLst>
                          <a:ext uri="{FF2B5EF4-FFF2-40B4-BE49-F238E27FC236}">
                            <a16:creationId xmlns:a16="http://schemas.microsoft.com/office/drawing/2014/main" id="{EB0C181E-1FB7-8BB9-23F2-714A4461075D}"/>
                          </a:ext>
                        </a:extLst>
                      </p:cNvPr>
                      <p:cNvGrpSpPr/>
                      <p:nvPr/>
                    </p:nvGrpSpPr>
                    <p:grpSpPr>
                      <a:xfrm>
                        <a:off x="5354636" y="3446461"/>
                        <a:ext cx="214313" cy="214313"/>
                        <a:chOff x="5354637" y="3446463"/>
                        <a:chExt cx="214313" cy="214313"/>
                      </a:xfrm>
                    </p:grpSpPr>
                    <p:sp>
                      <p:nvSpPr>
                        <p:cNvPr id="2824" name="Arc 2823">
                          <a:extLst>
                            <a:ext uri="{FF2B5EF4-FFF2-40B4-BE49-F238E27FC236}">
                              <a16:creationId xmlns:a16="http://schemas.microsoft.com/office/drawing/2014/main" id="{E26C2061-FAC0-26BA-8871-27C8C24D3A0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25" name="Arc 2824">
                          <a:extLst>
                            <a:ext uri="{FF2B5EF4-FFF2-40B4-BE49-F238E27FC236}">
                              <a16:creationId xmlns:a16="http://schemas.microsoft.com/office/drawing/2014/main" id="{D1C396B1-92A7-F535-DE0A-D398AB4DE16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820" name="Group 2819">
                        <a:extLst>
                          <a:ext uri="{FF2B5EF4-FFF2-40B4-BE49-F238E27FC236}">
                            <a16:creationId xmlns:a16="http://schemas.microsoft.com/office/drawing/2014/main" id="{5FA518B4-C98F-D27B-1C3B-46F383421FBA}"/>
                          </a:ext>
                        </a:extLst>
                      </p:cNvPr>
                      <p:cNvGrpSpPr/>
                      <p:nvPr/>
                    </p:nvGrpSpPr>
                    <p:grpSpPr>
                      <a:xfrm rot="7200000">
                        <a:off x="5310186" y="3402011"/>
                        <a:ext cx="303213" cy="303213"/>
                        <a:chOff x="5354637" y="3446463"/>
                        <a:chExt cx="214313" cy="214313"/>
                      </a:xfrm>
                    </p:grpSpPr>
                    <p:sp>
                      <p:nvSpPr>
                        <p:cNvPr id="2822" name="Arc 2821">
                          <a:extLst>
                            <a:ext uri="{FF2B5EF4-FFF2-40B4-BE49-F238E27FC236}">
                              <a16:creationId xmlns:a16="http://schemas.microsoft.com/office/drawing/2014/main" id="{045E9C98-9E50-9FEE-FE6B-166A0FB0310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23" name="Arc 2822">
                          <a:extLst>
                            <a:ext uri="{FF2B5EF4-FFF2-40B4-BE49-F238E27FC236}">
                              <a16:creationId xmlns:a16="http://schemas.microsoft.com/office/drawing/2014/main" id="{B6B1A6CC-5029-7231-2D4A-481E43AE369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821" name="TextBox 2820">
                        <a:extLst>
                          <a:ext uri="{FF2B5EF4-FFF2-40B4-BE49-F238E27FC236}">
                            <a16:creationId xmlns:a16="http://schemas.microsoft.com/office/drawing/2014/main" id="{C20D9110-2876-3D49-745B-9F6865C3D8B9}"/>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783" name="Group 2782">
                    <a:extLst>
                      <a:ext uri="{FF2B5EF4-FFF2-40B4-BE49-F238E27FC236}">
                        <a16:creationId xmlns:a16="http://schemas.microsoft.com/office/drawing/2014/main" id="{47F2435C-C585-1805-6B46-CD10C5D43E9A}"/>
                      </a:ext>
                    </a:extLst>
                  </p:cNvPr>
                  <p:cNvGrpSpPr/>
                  <p:nvPr/>
                </p:nvGrpSpPr>
                <p:grpSpPr>
                  <a:xfrm>
                    <a:off x="5886431" y="3525040"/>
                    <a:ext cx="393192" cy="393192"/>
                    <a:chOff x="5265196" y="3932619"/>
                    <a:chExt cx="393192" cy="393192"/>
                  </a:xfrm>
                </p:grpSpPr>
                <p:grpSp>
                  <p:nvGrpSpPr>
                    <p:cNvPr id="2807" name="Group 2806">
                      <a:extLst>
                        <a:ext uri="{FF2B5EF4-FFF2-40B4-BE49-F238E27FC236}">
                          <a16:creationId xmlns:a16="http://schemas.microsoft.com/office/drawing/2014/main" id="{232C578B-9323-99DE-EAA5-F81D5AA7BF33}"/>
                        </a:ext>
                      </a:extLst>
                    </p:cNvPr>
                    <p:cNvGrpSpPr/>
                    <p:nvPr/>
                  </p:nvGrpSpPr>
                  <p:grpSpPr>
                    <a:xfrm>
                      <a:off x="5354636" y="4022061"/>
                      <a:ext cx="214313" cy="214313"/>
                      <a:chOff x="5354637" y="3446463"/>
                      <a:chExt cx="214313" cy="214313"/>
                    </a:xfrm>
                  </p:grpSpPr>
                  <p:sp>
                    <p:nvSpPr>
                      <p:cNvPr id="2815" name="Arc 2814">
                        <a:extLst>
                          <a:ext uri="{FF2B5EF4-FFF2-40B4-BE49-F238E27FC236}">
                            <a16:creationId xmlns:a16="http://schemas.microsoft.com/office/drawing/2014/main" id="{DAC12404-3724-5ECA-3876-C9CAD2D3493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16" name="Arc 2815">
                        <a:extLst>
                          <a:ext uri="{FF2B5EF4-FFF2-40B4-BE49-F238E27FC236}">
                            <a16:creationId xmlns:a16="http://schemas.microsoft.com/office/drawing/2014/main" id="{88EED505-9544-17AC-CB09-CC2918EB340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808" name="Group 2807">
                      <a:extLst>
                        <a:ext uri="{FF2B5EF4-FFF2-40B4-BE49-F238E27FC236}">
                          <a16:creationId xmlns:a16="http://schemas.microsoft.com/office/drawing/2014/main" id="{DFA65935-81BD-916C-7187-E8171B9253CF}"/>
                        </a:ext>
                      </a:extLst>
                    </p:cNvPr>
                    <p:cNvGrpSpPr/>
                    <p:nvPr/>
                  </p:nvGrpSpPr>
                  <p:grpSpPr>
                    <a:xfrm rot="14400000">
                      <a:off x="5310186" y="3977611"/>
                      <a:ext cx="303213" cy="303213"/>
                      <a:chOff x="5354637" y="3446463"/>
                      <a:chExt cx="214313" cy="214313"/>
                    </a:xfrm>
                  </p:grpSpPr>
                  <p:sp>
                    <p:nvSpPr>
                      <p:cNvPr id="2813" name="Arc 2812">
                        <a:extLst>
                          <a:ext uri="{FF2B5EF4-FFF2-40B4-BE49-F238E27FC236}">
                            <a16:creationId xmlns:a16="http://schemas.microsoft.com/office/drawing/2014/main" id="{C7838530-4E71-5221-41F8-55D595A9AEE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14" name="Arc 2813">
                        <a:extLst>
                          <a:ext uri="{FF2B5EF4-FFF2-40B4-BE49-F238E27FC236}">
                            <a16:creationId xmlns:a16="http://schemas.microsoft.com/office/drawing/2014/main" id="{B4932B02-6F25-8C15-8845-9A084DB5A66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809" name="Group 2808">
                      <a:extLst>
                        <a:ext uri="{FF2B5EF4-FFF2-40B4-BE49-F238E27FC236}">
                          <a16:creationId xmlns:a16="http://schemas.microsoft.com/office/drawing/2014/main" id="{BA57086D-94C0-1D49-DAAD-D4FEE4D1D56E}"/>
                        </a:ext>
                      </a:extLst>
                    </p:cNvPr>
                    <p:cNvGrpSpPr/>
                    <p:nvPr/>
                  </p:nvGrpSpPr>
                  <p:grpSpPr>
                    <a:xfrm rot="7200000">
                      <a:off x="5265196" y="3932619"/>
                      <a:ext cx="393192" cy="393192"/>
                      <a:chOff x="5354637" y="3446463"/>
                      <a:chExt cx="214313" cy="214313"/>
                    </a:xfrm>
                  </p:grpSpPr>
                  <p:sp>
                    <p:nvSpPr>
                      <p:cNvPr id="2811" name="Arc 2810">
                        <a:extLst>
                          <a:ext uri="{FF2B5EF4-FFF2-40B4-BE49-F238E27FC236}">
                            <a16:creationId xmlns:a16="http://schemas.microsoft.com/office/drawing/2014/main" id="{4A920093-8DE5-12CC-4B15-A51526BF234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12" name="Arc 2811">
                        <a:extLst>
                          <a:ext uri="{FF2B5EF4-FFF2-40B4-BE49-F238E27FC236}">
                            <a16:creationId xmlns:a16="http://schemas.microsoft.com/office/drawing/2014/main" id="{806760CB-5C52-823C-5159-60E203D8E6C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810" name="TextBox 2809">
                      <a:extLst>
                        <a:ext uri="{FF2B5EF4-FFF2-40B4-BE49-F238E27FC236}">
                          <a16:creationId xmlns:a16="http://schemas.microsoft.com/office/drawing/2014/main" id="{AA972B05-462F-9700-D554-F9A55EA6B3D7}"/>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784" name="Group 2783">
                    <a:extLst>
                      <a:ext uri="{FF2B5EF4-FFF2-40B4-BE49-F238E27FC236}">
                        <a16:creationId xmlns:a16="http://schemas.microsoft.com/office/drawing/2014/main" id="{D2B1EA24-53F9-E277-FE62-B33B7436F265}"/>
                      </a:ext>
                    </a:extLst>
                  </p:cNvPr>
                  <p:cNvGrpSpPr/>
                  <p:nvPr/>
                </p:nvGrpSpPr>
                <p:grpSpPr>
                  <a:xfrm>
                    <a:off x="6512463" y="3525040"/>
                    <a:ext cx="393192" cy="393192"/>
                    <a:chOff x="6389147" y="3357021"/>
                    <a:chExt cx="393192" cy="393192"/>
                  </a:xfrm>
                </p:grpSpPr>
                <p:grpSp>
                  <p:nvGrpSpPr>
                    <p:cNvPr id="2796" name="Group 2795">
                      <a:extLst>
                        <a:ext uri="{FF2B5EF4-FFF2-40B4-BE49-F238E27FC236}">
                          <a16:creationId xmlns:a16="http://schemas.microsoft.com/office/drawing/2014/main" id="{C34EDCB4-ACC8-81B4-6975-E13A44E8C486}"/>
                        </a:ext>
                      </a:extLst>
                    </p:cNvPr>
                    <p:cNvGrpSpPr/>
                    <p:nvPr/>
                  </p:nvGrpSpPr>
                  <p:grpSpPr>
                    <a:xfrm rot="7200000" flipH="1">
                      <a:off x="6389147" y="3357021"/>
                      <a:ext cx="393192" cy="393192"/>
                      <a:chOff x="5354637" y="3446463"/>
                      <a:chExt cx="214313" cy="214313"/>
                    </a:xfrm>
                  </p:grpSpPr>
                  <p:sp>
                    <p:nvSpPr>
                      <p:cNvPr id="2805" name="Arc 2804">
                        <a:extLst>
                          <a:ext uri="{FF2B5EF4-FFF2-40B4-BE49-F238E27FC236}">
                            <a16:creationId xmlns:a16="http://schemas.microsoft.com/office/drawing/2014/main" id="{474E0295-CB77-ED6C-3119-BF8D538E2AF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06" name="Arc 2805">
                        <a:extLst>
                          <a:ext uri="{FF2B5EF4-FFF2-40B4-BE49-F238E27FC236}">
                            <a16:creationId xmlns:a16="http://schemas.microsoft.com/office/drawing/2014/main" id="{520C872E-12A9-B64D-8B48-240C81F05B2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797" name="Group 2796">
                      <a:extLst>
                        <a:ext uri="{FF2B5EF4-FFF2-40B4-BE49-F238E27FC236}">
                          <a16:creationId xmlns:a16="http://schemas.microsoft.com/office/drawing/2014/main" id="{AA5ACC21-2766-9CC6-B04D-5C5EA74CE106}"/>
                        </a:ext>
                      </a:extLst>
                    </p:cNvPr>
                    <p:cNvGrpSpPr/>
                    <p:nvPr/>
                  </p:nvGrpSpPr>
                  <p:grpSpPr>
                    <a:xfrm>
                      <a:off x="6434137" y="3402011"/>
                      <a:ext cx="303213" cy="303213"/>
                      <a:chOff x="6434137" y="3402011"/>
                      <a:chExt cx="303213" cy="303213"/>
                    </a:xfrm>
                  </p:grpSpPr>
                  <p:grpSp>
                    <p:nvGrpSpPr>
                      <p:cNvPr id="2798" name="Group 2797">
                        <a:extLst>
                          <a:ext uri="{FF2B5EF4-FFF2-40B4-BE49-F238E27FC236}">
                            <a16:creationId xmlns:a16="http://schemas.microsoft.com/office/drawing/2014/main" id="{13DC3D86-B2D1-6B0B-3947-18DDE79DDFBA}"/>
                          </a:ext>
                        </a:extLst>
                      </p:cNvPr>
                      <p:cNvGrpSpPr/>
                      <p:nvPr/>
                    </p:nvGrpSpPr>
                    <p:grpSpPr>
                      <a:xfrm flipH="1">
                        <a:off x="6478587" y="3446461"/>
                        <a:ext cx="214313" cy="214313"/>
                        <a:chOff x="5354637" y="3446463"/>
                        <a:chExt cx="214313" cy="214313"/>
                      </a:xfrm>
                    </p:grpSpPr>
                    <p:sp>
                      <p:nvSpPr>
                        <p:cNvPr id="2803" name="Arc 2802">
                          <a:extLst>
                            <a:ext uri="{FF2B5EF4-FFF2-40B4-BE49-F238E27FC236}">
                              <a16:creationId xmlns:a16="http://schemas.microsoft.com/office/drawing/2014/main" id="{56562995-9073-632C-EF39-23648811217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04" name="Arc 2803">
                          <a:extLst>
                            <a:ext uri="{FF2B5EF4-FFF2-40B4-BE49-F238E27FC236}">
                              <a16:creationId xmlns:a16="http://schemas.microsoft.com/office/drawing/2014/main" id="{325639C5-C8F4-F128-33E7-C5B1DA03E3D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799" name="Group 2798">
                        <a:extLst>
                          <a:ext uri="{FF2B5EF4-FFF2-40B4-BE49-F238E27FC236}">
                            <a16:creationId xmlns:a16="http://schemas.microsoft.com/office/drawing/2014/main" id="{62BF6474-8FBD-648A-43DE-9CC1B1615A18}"/>
                          </a:ext>
                        </a:extLst>
                      </p:cNvPr>
                      <p:cNvGrpSpPr/>
                      <p:nvPr/>
                    </p:nvGrpSpPr>
                    <p:grpSpPr>
                      <a:xfrm rot="14400000" flipH="1">
                        <a:off x="6434137" y="3402011"/>
                        <a:ext cx="303213" cy="303213"/>
                        <a:chOff x="5354637" y="3446463"/>
                        <a:chExt cx="214313" cy="214313"/>
                      </a:xfrm>
                    </p:grpSpPr>
                    <p:sp>
                      <p:nvSpPr>
                        <p:cNvPr id="2801" name="Arc 2800">
                          <a:extLst>
                            <a:ext uri="{FF2B5EF4-FFF2-40B4-BE49-F238E27FC236}">
                              <a16:creationId xmlns:a16="http://schemas.microsoft.com/office/drawing/2014/main" id="{F28A9F7B-BEC2-45AD-98A8-B2AF6FD3EA8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02" name="Arc 2801">
                          <a:extLst>
                            <a:ext uri="{FF2B5EF4-FFF2-40B4-BE49-F238E27FC236}">
                              <a16:creationId xmlns:a16="http://schemas.microsoft.com/office/drawing/2014/main" id="{EE5D530C-E12F-CF69-DF85-0E6C687E7B8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800" name="TextBox 2799">
                        <a:extLst>
                          <a:ext uri="{FF2B5EF4-FFF2-40B4-BE49-F238E27FC236}">
                            <a16:creationId xmlns:a16="http://schemas.microsoft.com/office/drawing/2014/main" id="{86733ECD-D595-E552-3148-8C1F37073BDD}"/>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785" name="Group 2784">
                    <a:extLst>
                      <a:ext uri="{FF2B5EF4-FFF2-40B4-BE49-F238E27FC236}">
                        <a16:creationId xmlns:a16="http://schemas.microsoft.com/office/drawing/2014/main" id="{4A707FFE-9CC1-C756-3FC8-7DC0084EDE48}"/>
                      </a:ext>
                    </a:extLst>
                  </p:cNvPr>
                  <p:cNvGrpSpPr/>
                  <p:nvPr/>
                </p:nvGrpSpPr>
                <p:grpSpPr>
                  <a:xfrm>
                    <a:off x="6197413" y="3225768"/>
                    <a:ext cx="393192" cy="393192"/>
                    <a:chOff x="6389147" y="3932622"/>
                    <a:chExt cx="393192" cy="393192"/>
                  </a:xfrm>
                </p:grpSpPr>
                <p:grpSp>
                  <p:nvGrpSpPr>
                    <p:cNvPr id="2786" name="Group 2785">
                      <a:extLst>
                        <a:ext uri="{FF2B5EF4-FFF2-40B4-BE49-F238E27FC236}">
                          <a16:creationId xmlns:a16="http://schemas.microsoft.com/office/drawing/2014/main" id="{43BD80D1-E711-CE80-B25A-C310A48C4F9D}"/>
                        </a:ext>
                      </a:extLst>
                    </p:cNvPr>
                    <p:cNvGrpSpPr/>
                    <p:nvPr/>
                  </p:nvGrpSpPr>
                  <p:grpSpPr>
                    <a:xfrm flipH="1">
                      <a:off x="6478587" y="4022061"/>
                      <a:ext cx="214313" cy="214313"/>
                      <a:chOff x="5354637" y="3446463"/>
                      <a:chExt cx="214313" cy="214313"/>
                    </a:xfrm>
                  </p:grpSpPr>
                  <p:sp>
                    <p:nvSpPr>
                      <p:cNvPr id="2794" name="Arc 2793">
                        <a:extLst>
                          <a:ext uri="{FF2B5EF4-FFF2-40B4-BE49-F238E27FC236}">
                            <a16:creationId xmlns:a16="http://schemas.microsoft.com/office/drawing/2014/main" id="{DC399A2E-EC40-8BE0-080E-D2B5351B440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95" name="Arc 2794">
                        <a:extLst>
                          <a:ext uri="{FF2B5EF4-FFF2-40B4-BE49-F238E27FC236}">
                            <a16:creationId xmlns:a16="http://schemas.microsoft.com/office/drawing/2014/main" id="{E3575FAC-93A3-F17C-19ED-6012EE7A879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787" name="Group 2786">
                      <a:extLst>
                        <a:ext uri="{FF2B5EF4-FFF2-40B4-BE49-F238E27FC236}">
                          <a16:creationId xmlns:a16="http://schemas.microsoft.com/office/drawing/2014/main" id="{670CFE03-6269-2639-9327-EE3100737A2F}"/>
                        </a:ext>
                      </a:extLst>
                    </p:cNvPr>
                    <p:cNvGrpSpPr/>
                    <p:nvPr/>
                  </p:nvGrpSpPr>
                  <p:grpSpPr>
                    <a:xfrm rot="7200000" flipH="1">
                      <a:off x="6434137" y="3977611"/>
                      <a:ext cx="303213" cy="303213"/>
                      <a:chOff x="5354637" y="3446463"/>
                      <a:chExt cx="214313" cy="214313"/>
                    </a:xfrm>
                  </p:grpSpPr>
                  <p:sp>
                    <p:nvSpPr>
                      <p:cNvPr id="2792" name="Arc 2791">
                        <a:extLst>
                          <a:ext uri="{FF2B5EF4-FFF2-40B4-BE49-F238E27FC236}">
                            <a16:creationId xmlns:a16="http://schemas.microsoft.com/office/drawing/2014/main" id="{83370661-0B6C-FC9E-459D-02429419322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93" name="Arc 2792">
                        <a:extLst>
                          <a:ext uri="{FF2B5EF4-FFF2-40B4-BE49-F238E27FC236}">
                            <a16:creationId xmlns:a16="http://schemas.microsoft.com/office/drawing/2014/main" id="{E27A3301-4FA2-511C-9F8F-9E7F0EE6292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788" name="Group 2787">
                      <a:extLst>
                        <a:ext uri="{FF2B5EF4-FFF2-40B4-BE49-F238E27FC236}">
                          <a16:creationId xmlns:a16="http://schemas.microsoft.com/office/drawing/2014/main" id="{DEBA3F7B-12EE-D1EB-0F7E-9BFFA15FAB16}"/>
                        </a:ext>
                      </a:extLst>
                    </p:cNvPr>
                    <p:cNvGrpSpPr/>
                    <p:nvPr/>
                  </p:nvGrpSpPr>
                  <p:grpSpPr>
                    <a:xfrm rot="14400000" flipH="1">
                      <a:off x="6389147" y="3932622"/>
                      <a:ext cx="393192" cy="393192"/>
                      <a:chOff x="5354637" y="3446463"/>
                      <a:chExt cx="214313" cy="214313"/>
                    </a:xfrm>
                  </p:grpSpPr>
                  <p:sp>
                    <p:nvSpPr>
                      <p:cNvPr id="2790" name="Arc 2789">
                        <a:extLst>
                          <a:ext uri="{FF2B5EF4-FFF2-40B4-BE49-F238E27FC236}">
                            <a16:creationId xmlns:a16="http://schemas.microsoft.com/office/drawing/2014/main" id="{8CB78946-A076-A7E3-A6FE-4D6C29BE472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91" name="Arc 2790">
                        <a:extLst>
                          <a:ext uri="{FF2B5EF4-FFF2-40B4-BE49-F238E27FC236}">
                            <a16:creationId xmlns:a16="http://schemas.microsoft.com/office/drawing/2014/main" id="{83DEBB32-B1F4-E9E5-5993-0F018A9FC58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789" name="TextBox 2788">
                      <a:extLst>
                        <a:ext uri="{FF2B5EF4-FFF2-40B4-BE49-F238E27FC236}">
                          <a16:creationId xmlns:a16="http://schemas.microsoft.com/office/drawing/2014/main" id="{2FEFF292-7595-FEC0-7E4E-1CDC4CF147E1}"/>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2685" name="Group 2684">
                <a:extLst>
                  <a:ext uri="{FF2B5EF4-FFF2-40B4-BE49-F238E27FC236}">
                    <a16:creationId xmlns:a16="http://schemas.microsoft.com/office/drawing/2014/main" id="{9A5EE3D9-27D8-D7F0-EAE2-305BFEFBFA91}"/>
                  </a:ext>
                </a:extLst>
              </p:cNvPr>
              <p:cNvGrpSpPr/>
              <p:nvPr/>
            </p:nvGrpSpPr>
            <p:grpSpPr>
              <a:xfrm>
                <a:off x="6065340" y="2039507"/>
                <a:ext cx="1643204" cy="1593124"/>
                <a:chOff x="5445106" y="2644743"/>
                <a:chExt cx="1643204" cy="1593124"/>
              </a:xfrm>
            </p:grpSpPr>
            <p:grpSp>
              <p:nvGrpSpPr>
                <p:cNvPr id="2686" name="Group 2685">
                  <a:extLst>
                    <a:ext uri="{FF2B5EF4-FFF2-40B4-BE49-F238E27FC236}">
                      <a16:creationId xmlns:a16="http://schemas.microsoft.com/office/drawing/2014/main" id="{89C0419A-3202-93E5-35B3-B4BC08ABF3A8}"/>
                    </a:ext>
                  </a:extLst>
                </p:cNvPr>
                <p:cNvGrpSpPr/>
                <p:nvPr/>
              </p:nvGrpSpPr>
              <p:grpSpPr>
                <a:xfrm>
                  <a:off x="5445106" y="2644743"/>
                  <a:ext cx="1019224" cy="991639"/>
                  <a:chOff x="5886431" y="3225768"/>
                  <a:chExt cx="1019224" cy="991639"/>
                </a:xfrm>
              </p:grpSpPr>
              <p:grpSp>
                <p:nvGrpSpPr>
                  <p:cNvPr id="2734" name="Group 2733">
                    <a:extLst>
                      <a:ext uri="{FF2B5EF4-FFF2-40B4-BE49-F238E27FC236}">
                        <a16:creationId xmlns:a16="http://schemas.microsoft.com/office/drawing/2014/main" id="{7246755A-D404-A230-2B86-F7593F852101}"/>
                      </a:ext>
                    </a:extLst>
                  </p:cNvPr>
                  <p:cNvGrpSpPr/>
                  <p:nvPr/>
                </p:nvGrpSpPr>
                <p:grpSpPr>
                  <a:xfrm>
                    <a:off x="6197413" y="3824215"/>
                    <a:ext cx="393192" cy="393192"/>
                    <a:chOff x="5265196" y="3357021"/>
                    <a:chExt cx="393192" cy="393192"/>
                  </a:xfrm>
                </p:grpSpPr>
                <p:grpSp>
                  <p:nvGrpSpPr>
                    <p:cNvPr id="2769" name="Group 2768">
                      <a:extLst>
                        <a:ext uri="{FF2B5EF4-FFF2-40B4-BE49-F238E27FC236}">
                          <a16:creationId xmlns:a16="http://schemas.microsoft.com/office/drawing/2014/main" id="{C4A93867-AE0B-ADF5-3691-8885BE616F93}"/>
                        </a:ext>
                      </a:extLst>
                    </p:cNvPr>
                    <p:cNvGrpSpPr/>
                    <p:nvPr/>
                  </p:nvGrpSpPr>
                  <p:grpSpPr>
                    <a:xfrm rot="14400000">
                      <a:off x="5265196" y="3357021"/>
                      <a:ext cx="393192" cy="393192"/>
                      <a:chOff x="5354637" y="3446463"/>
                      <a:chExt cx="214313" cy="214313"/>
                    </a:xfrm>
                  </p:grpSpPr>
                  <p:sp>
                    <p:nvSpPr>
                      <p:cNvPr id="2778" name="Arc 2777">
                        <a:extLst>
                          <a:ext uri="{FF2B5EF4-FFF2-40B4-BE49-F238E27FC236}">
                            <a16:creationId xmlns:a16="http://schemas.microsoft.com/office/drawing/2014/main" id="{82A1099A-3EDC-04E7-87F6-5B9F1271A77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79" name="Arc 2778">
                        <a:extLst>
                          <a:ext uri="{FF2B5EF4-FFF2-40B4-BE49-F238E27FC236}">
                            <a16:creationId xmlns:a16="http://schemas.microsoft.com/office/drawing/2014/main" id="{2868055D-4352-2FBD-EBCC-94A2D595930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770" name="Group 2769">
                      <a:extLst>
                        <a:ext uri="{FF2B5EF4-FFF2-40B4-BE49-F238E27FC236}">
                          <a16:creationId xmlns:a16="http://schemas.microsoft.com/office/drawing/2014/main" id="{CAAB2BB3-3977-B99C-2A13-D9DAA94251B2}"/>
                        </a:ext>
                      </a:extLst>
                    </p:cNvPr>
                    <p:cNvGrpSpPr/>
                    <p:nvPr/>
                  </p:nvGrpSpPr>
                  <p:grpSpPr>
                    <a:xfrm>
                      <a:off x="5310186" y="3402011"/>
                      <a:ext cx="303213" cy="303213"/>
                      <a:chOff x="5310186" y="3402011"/>
                      <a:chExt cx="303213" cy="303213"/>
                    </a:xfrm>
                  </p:grpSpPr>
                  <p:grpSp>
                    <p:nvGrpSpPr>
                      <p:cNvPr id="2771" name="Group 2770">
                        <a:extLst>
                          <a:ext uri="{FF2B5EF4-FFF2-40B4-BE49-F238E27FC236}">
                            <a16:creationId xmlns:a16="http://schemas.microsoft.com/office/drawing/2014/main" id="{6A2F0729-A071-2C8C-229F-F81906EF97DF}"/>
                          </a:ext>
                        </a:extLst>
                      </p:cNvPr>
                      <p:cNvGrpSpPr/>
                      <p:nvPr/>
                    </p:nvGrpSpPr>
                    <p:grpSpPr>
                      <a:xfrm>
                        <a:off x="5354636" y="3446461"/>
                        <a:ext cx="214313" cy="214313"/>
                        <a:chOff x="5354637" y="3446463"/>
                        <a:chExt cx="214313" cy="214313"/>
                      </a:xfrm>
                    </p:grpSpPr>
                    <p:sp>
                      <p:nvSpPr>
                        <p:cNvPr id="2776" name="Arc 2775">
                          <a:extLst>
                            <a:ext uri="{FF2B5EF4-FFF2-40B4-BE49-F238E27FC236}">
                              <a16:creationId xmlns:a16="http://schemas.microsoft.com/office/drawing/2014/main" id="{D2108F83-05D5-0A29-6C06-80A3E8DFF55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77" name="Arc 2776">
                          <a:extLst>
                            <a:ext uri="{FF2B5EF4-FFF2-40B4-BE49-F238E27FC236}">
                              <a16:creationId xmlns:a16="http://schemas.microsoft.com/office/drawing/2014/main" id="{88E36A37-67EE-04FA-5C9A-725844B751A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772" name="Group 2771">
                        <a:extLst>
                          <a:ext uri="{FF2B5EF4-FFF2-40B4-BE49-F238E27FC236}">
                            <a16:creationId xmlns:a16="http://schemas.microsoft.com/office/drawing/2014/main" id="{FD1A4905-34A7-FE63-C6E6-5A27E2CCCF8D}"/>
                          </a:ext>
                        </a:extLst>
                      </p:cNvPr>
                      <p:cNvGrpSpPr/>
                      <p:nvPr/>
                    </p:nvGrpSpPr>
                    <p:grpSpPr>
                      <a:xfrm rot="7200000">
                        <a:off x="5310186" y="3402011"/>
                        <a:ext cx="303213" cy="303213"/>
                        <a:chOff x="5354637" y="3446463"/>
                        <a:chExt cx="214313" cy="214313"/>
                      </a:xfrm>
                    </p:grpSpPr>
                    <p:sp>
                      <p:nvSpPr>
                        <p:cNvPr id="2774" name="Arc 2773">
                          <a:extLst>
                            <a:ext uri="{FF2B5EF4-FFF2-40B4-BE49-F238E27FC236}">
                              <a16:creationId xmlns:a16="http://schemas.microsoft.com/office/drawing/2014/main" id="{FBE21EE1-4FF8-5757-FA5C-47473E593BB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75" name="Arc 2774">
                          <a:extLst>
                            <a:ext uri="{FF2B5EF4-FFF2-40B4-BE49-F238E27FC236}">
                              <a16:creationId xmlns:a16="http://schemas.microsoft.com/office/drawing/2014/main" id="{EEB68890-C2CE-58FE-84A3-DC35A551274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773" name="TextBox 2772">
                        <a:extLst>
                          <a:ext uri="{FF2B5EF4-FFF2-40B4-BE49-F238E27FC236}">
                            <a16:creationId xmlns:a16="http://schemas.microsoft.com/office/drawing/2014/main" id="{B512742E-E0F6-944F-0F26-EFF3B7502EB6}"/>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735" name="Group 2734">
                    <a:extLst>
                      <a:ext uri="{FF2B5EF4-FFF2-40B4-BE49-F238E27FC236}">
                        <a16:creationId xmlns:a16="http://schemas.microsoft.com/office/drawing/2014/main" id="{C5D88599-ECE7-45A8-3037-B44E1B2BBF23}"/>
                      </a:ext>
                    </a:extLst>
                  </p:cNvPr>
                  <p:cNvGrpSpPr/>
                  <p:nvPr/>
                </p:nvGrpSpPr>
                <p:grpSpPr>
                  <a:xfrm>
                    <a:off x="5886431" y="3525040"/>
                    <a:ext cx="393192" cy="393192"/>
                    <a:chOff x="5265196" y="3932619"/>
                    <a:chExt cx="393192" cy="393192"/>
                  </a:xfrm>
                </p:grpSpPr>
                <p:grpSp>
                  <p:nvGrpSpPr>
                    <p:cNvPr id="2759" name="Group 2758">
                      <a:extLst>
                        <a:ext uri="{FF2B5EF4-FFF2-40B4-BE49-F238E27FC236}">
                          <a16:creationId xmlns:a16="http://schemas.microsoft.com/office/drawing/2014/main" id="{50383886-47E9-B25E-7C38-58E90F4CA29D}"/>
                        </a:ext>
                      </a:extLst>
                    </p:cNvPr>
                    <p:cNvGrpSpPr/>
                    <p:nvPr/>
                  </p:nvGrpSpPr>
                  <p:grpSpPr>
                    <a:xfrm>
                      <a:off x="5354636" y="4022061"/>
                      <a:ext cx="214313" cy="214313"/>
                      <a:chOff x="5354637" y="3446463"/>
                      <a:chExt cx="214313" cy="214313"/>
                    </a:xfrm>
                  </p:grpSpPr>
                  <p:sp>
                    <p:nvSpPr>
                      <p:cNvPr id="2767" name="Arc 2766">
                        <a:extLst>
                          <a:ext uri="{FF2B5EF4-FFF2-40B4-BE49-F238E27FC236}">
                            <a16:creationId xmlns:a16="http://schemas.microsoft.com/office/drawing/2014/main" id="{8F680967-0745-C272-4BDC-B5C5C8E74AF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68" name="Arc 2767">
                        <a:extLst>
                          <a:ext uri="{FF2B5EF4-FFF2-40B4-BE49-F238E27FC236}">
                            <a16:creationId xmlns:a16="http://schemas.microsoft.com/office/drawing/2014/main" id="{56D56FFE-CE5C-7363-C62A-4B5E07EABC9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760" name="Group 2759">
                      <a:extLst>
                        <a:ext uri="{FF2B5EF4-FFF2-40B4-BE49-F238E27FC236}">
                          <a16:creationId xmlns:a16="http://schemas.microsoft.com/office/drawing/2014/main" id="{667F289E-A01D-F65E-1276-924A953C3E7E}"/>
                        </a:ext>
                      </a:extLst>
                    </p:cNvPr>
                    <p:cNvGrpSpPr/>
                    <p:nvPr/>
                  </p:nvGrpSpPr>
                  <p:grpSpPr>
                    <a:xfrm rot="14400000">
                      <a:off x="5310186" y="3977611"/>
                      <a:ext cx="303213" cy="303213"/>
                      <a:chOff x="5354637" y="3446463"/>
                      <a:chExt cx="214313" cy="214313"/>
                    </a:xfrm>
                  </p:grpSpPr>
                  <p:sp>
                    <p:nvSpPr>
                      <p:cNvPr id="2765" name="Arc 2764">
                        <a:extLst>
                          <a:ext uri="{FF2B5EF4-FFF2-40B4-BE49-F238E27FC236}">
                            <a16:creationId xmlns:a16="http://schemas.microsoft.com/office/drawing/2014/main" id="{FE21CE11-DAE7-33BA-C333-409C79B7F5F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66" name="Arc 2765">
                        <a:extLst>
                          <a:ext uri="{FF2B5EF4-FFF2-40B4-BE49-F238E27FC236}">
                            <a16:creationId xmlns:a16="http://schemas.microsoft.com/office/drawing/2014/main" id="{4A0B4E82-94D3-6334-C6C7-73DAAC328B1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761" name="Group 2760">
                      <a:extLst>
                        <a:ext uri="{FF2B5EF4-FFF2-40B4-BE49-F238E27FC236}">
                          <a16:creationId xmlns:a16="http://schemas.microsoft.com/office/drawing/2014/main" id="{5AA9ABC9-D61D-55D1-7607-FF9CCE57486D}"/>
                        </a:ext>
                      </a:extLst>
                    </p:cNvPr>
                    <p:cNvGrpSpPr/>
                    <p:nvPr/>
                  </p:nvGrpSpPr>
                  <p:grpSpPr>
                    <a:xfrm rot="7200000">
                      <a:off x="5265196" y="3932619"/>
                      <a:ext cx="393192" cy="393192"/>
                      <a:chOff x="5354637" y="3446463"/>
                      <a:chExt cx="214313" cy="214313"/>
                    </a:xfrm>
                  </p:grpSpPr>
                  <p:sp>
                    <p:nvSpPr>
                      <p:cNvPr id="2763" name="Arc 2762">
                        <a:extLst>
                          <a:ext uri="{FF2B5EF4-FFF2-40B4-BE49-F238E27FC236}">
                            <a16:creationId xmlns:a16="http://schemas.microsoft.com/office/drawing/2014/main" id="{1C015348-D831-FFF0-C72C-BEE743A2A37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64" name="Arc 2763">
                        <a:extLst>
                          <a:ext uri="{FF2B5EF4-FFF2-40B4-BE49-F238E27FC236}">
                            <a16:creationId xmlns:a16="http://schemas.microsoft.com/office/drawing/2014/main" id="{0EBB8AAE-5ADE-4467-DCF1-3840790DF33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762" name="TextBox 2761">
                      <a:extLst>
                        <a:ext uri="{FF2B5EF4-FFF2-40B4-BE49-F238E27FC236}">
                          <a16:creationId xmlns:a16="http://schemas.microsoft.com/office/drawing/2014/main" id="{61494DC5-CB1F-9B77-8EE5-5552094ABFC4}"/>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736" name="Group 2735">
                    <a:extLst>
                      <a:ext uri="{FF2B5EF4-FFF2-40B4-BE49-F238E27FC236}">
                        <a16:creationId xmlns:a16="http://schemas.microsoft.com/office/drawing/2014/main" id="{1A4CB085-0D7F-8D0F-6918-CD4C09430782}"/>
                      </a:ext>
                    </a:extLst>
                  </p:cNvPr>
                  <p:cNvGrpSpPr/>
                  <p:nvPr/>
                </p:nvGrpSpPr>
                <p:grpSpPr>
                  <a:xfrm>
                    <a:off x="6512463" y="3525040"/>
                    <a:ext cx="393192" cy="393192"/>
                    <a:chOff x="6389147" y="3357021"/>
                    <a:chExt cx="393192" cy="393192"/>
                  </a:xfrm>
                </p:grpSpPr>
                <p:grpSp>
                  <p:nvGrpSpPr>
                    <p:cNvPr id="2748" name="Group 2747">
                      <a:extLst>
                        <a:ext uri="{FF2B5EF4-FFF2-40B4-BE49-F238E27FC236}">
                          <a16:creationId xmlns:a16="http://schemas.microsoft.com/office/drawing/2014/main" id="{80BC2DE3-FA35-26CB-4553-2D6A72BB9566}"/>
                        </a:ext>
                      </a:extLst>
                    </p:cNvPr>
                    <p:cNvGrpSpPr/>
                    <p:nvPr/>
                  </p:nvGrpSpPr>
                  <p:grpSpPr>
                    <a:xfrm rot="7200000" flipH="1">
                      <a:off x="6389147" y="3357021"/>
                      <a:ext cx="393192" cy="393192"/>
                      <a:chOff x="5354637" y="3446463"/>
                      <a:chExt cx="214313" cy="214313"/>
                    </a:xfrm>
                  </p:grpSpPr>
                  <p:sp>
                    <p:nvSpPr>
                      <p:cNvPr id="2757" name="Arc 2756">
                        <a:extLst>
                          <a:ext uri="{FF2B5EF4-FFF2-40B4-BE49-F238E27FC236}">
                            <a16:creationId xmlns:a16="http://schemas.microsoft.com/office/drawing/2014/main" id="{2E9FDCBA-9414-84AE-A281-538E679BBC1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58" name="Arc 2757">
                        <a:extLst>
                          <a:ext uri="{FF2B5EF4-FFF2-40B4-BE49-F238E27FC236}">
                            <a16:creationId xmlns:a16="http://schemas.microsoft.com/office/drawing/2014/main" id="{ED2BDA17-A8CE-470D-F4F4-579FE415B98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749" name="Group 2748">
                      <a:extLst>
                        <a:ext uri="{FF2B5EF4-FFF2-40B4-BE49-F238E27FC236}">
                          <a16:creationId xmlns:a16="http://schemas.microsoft.com/office/drawing/2014/main" id="{9A1E6653-23A5-BF8B-F4E5-495CEE40813D}"/>
                        </a:ext>
                      </a:extLst>
                    </p:cNvPr>
                    <p:cNvGrpSpPr/>
                    <p:nvPr/>
                  </p:nvGrpSpPr>
                  <p:grpSpPr>
                    <a:xfrm>
                      <a:off x="6434137" y="3402011"/>
                      <a:ext cx="303213" cy="303213"/>
                      <a:chOff x="6434137" y="3402011"/>
                      <a:chExt cx="303213" cy="303213"/>
                    </a:xfrm>
                  </p:grpSpPr>
                  <p:grpSp>
                    <p:nvGrpSpPr>
                      <p:cNvPr id="2750" name="Group 2749">
                        <a:extLst>
                          <a:ext uri="{FF2B5EF4-FFF2-40B4-BE49-F238E27FC236}">
                            <a16:creationId xmlns:a16="http://schemas.microsoft.com/office/drawing/2014/main" id="{18FCB55A-A164-832A-F640-AB31A737B32A}"/>
                          </a:ext>
                        </a:extLst>
                      </p:cNvPr>
                      <p:cNvGrpSpPr/>
                      <p:nvPr/>
                    </p:nvGrpSpPr>
                    <p:grpSpPr>
                      <a:xfrm flipH="1">
                        <a:off x="6478587" y="3446461"/>
                        <a:ext cx="214313" cy="214313"/>
                        <a:chOff x="5354637" y="3446463"/>
                        <a:chExt cx="214313" cy="214313"/>
                      </a:xfrm>
                    </p:grpSpPr>
                    <p:sp>
                      <p:nvSpPr>
                        <p:cNvPr id="2755" name="Arc 2754">
                          <a:extLst>
                            <a:ext uri="{FF2B5EF4-FFF2-40B4-BE49-F238E27FC236}">
                              <a16:creationId xmlns:a16="http://schemas.microsoft.com/office/drawing/2014/main" id="{DA766F4C-66B8-D782-AD8B-336B7167C18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56" name="Arc 2755">
                          <a:extLst>
                            <a:ext uri="{FF2B5EF4-FFF2-40B4-BE49-F238E27FC236}">
                              <a16:creationId xmlns:a16="http://schemas.microsoft.com/office/drawing/2014/main" id="{FF9FAF69-1DA6-1ADE-4916-71CC00DCCA3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751" name="Group 2750">
                        <a:extLst>
                          <a:ext uri="{FF2B5EF4-FFF2-40B4-BE49-F238E27FC236}">
                            <a16:creationId xmlns:a16="http://schemas.microsoft.com/office/drawing/2014/main" id="{12C7EA60-BB4A-1C96-BD0B-49EBDE5E7CCE}"/>
                          </a:ext>
                        </a:extLst>
                      </p:cNvPr>
                      <p:cNvGrpSpPr/>
                      <p:nvPr/>
                    </p:nvGrpSpPr>
                    <p:grpSpPr>
                      <a:xfrm rot="14400000" flipH="1">
                        <a:off x="6434137" y="3402011"/>
                        <a:ext cx="303213" cy="303213"/>
                        <a:chOff x="5354637" y="3446463"/>
                        <a:chExt cx="214313" cy="214313"/>
                      </a:xfrm>
                    </p:grpSpPr>
                    <p:sp>
                      <p:nvSpPr>
                        <p:cNvPr id="2753" name="Arc 2752">
                          <a:extLst>
                            <a:ext uri="{FF2B5EF4-FFF2-40B4-BE49-F238E27FC236}">
                              <a16:creationId xmlns:a16="http://schemas.microsoft.com/office/drawing/2014/main" id="{AA05ACA1-B680-2C59-C2D4-A3A5255CDBE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54" name="Arc 2753">
                          <a:extLst>
                            <a:ext uri="{FF2B5EF4-FFF2-40B4-BE49-F238E27FC236}">
                              <a16:creationId xmlns:a16="http://schemas.microsoft.com/office/drawing/2014/main" id="{0FB572E1-7A42-242B-7A06-0DE450E8E67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752" name="TextBox 2751">
                        <a:extLst>
                          <a:ext uri="{FF2B5EF4-FFF2-40B4-BE49-F238E27FC236}">
                            <a16:creationId xmlns:a16="http://schemas.microsoft.com/office/drawing/2014/main" id="{453D7B25-3918-2587-6296-EC8D5C0C6450}"/>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737" name="Group 2736">
                    <a:extLst>
                      <a:ext uri="{FF2B5EF4-FFF2-40B4-BE49-F238E27FC236}">
                        <a16:creationId xmlns:a16="http://schemas.microsoft.com/office/drawing/2014/main" id="{9A06666B-9A1D-F543-FACC-BC4DA9482742}"/>
                      </a:ext>
                    </a:extLst>
                  </p:cNvPr>
                  <p:cNvGrpSpPr/>
                  <p:nvPr/>
                </p:nvGrpSpPr>
                <p:grpSpPr>
                  <a:xfrm>
                    <a:off x="6197413" y="3225768"/>
                    <a:ext cx="393192" cy="393192"/>
                    <a:chOff x="6389147" y="3932622"/>
                    <a:chExt cx="393192" cy="393192"/>
                  </a:xfrm>
                </p:grpSpPr>
                <p:grpSp>
                  <p:nvGrpSpPr>
                    <p:cNvPr id="2738" name="Group 2737">
                      <a:extLst>
                        <a:ext uri="{FF2B5EF4-FFF2-40B4-BE49-F238E27FC236}">
                          <a16:creationId xmlns:a16="http://schemas.microsoft.com/office/drawing/2014/main" id="{CACA9558-7E61-A32B-5E7D-86E16C4C2390}"/>
                        </a:ext>
                      </a:extLst>
                    </p:cNvPr>
                    <p:cNvGrpSpPr/>
                    <p:nvPr/>
                  </p:nvGrpSpPr>
                  <p:grpSpPr>
                    <a:xfrm flipH="1">
                      <a:off x="6478587" y="4022061"/>
                      <a:ext cx="214313" cy="214313"/>
                      <a:chOff x="5354637" y="3446463"/>
                      <a:chExt cx="214313" cy="214313"/>
                    </a:xfrm>
                  </p:grpSpPr>
                  <p:sp>
                    <p:nvSpPr>
                      <p:cNvPr id="2746" name="Arc 2745">
                        <a:extLst>
                          <a:ext uri="{FF2B5EF4-FFF2-40B4-BE49-F238E27FC236}">
                            <a16:creationId xmlns:a16="http://schemas.microsoft.com/office/drawing/2014/main" id="{4A0E7F34-D4D7-816C-F23D-35D7532FB72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47" name="Arc 2746">
                        <a:extLst>
                          <a:ext uri="{FF2B5EF4-FFF2-40B4-BE49-F238E27FC236}">
                            <a16:creationId xmlns:a16="http://schemas.microsoft.com/office/drawing/2014/main" id="{09688738-FCC0-0639-EF22-B64F8D83636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739" name="Group 2738">
                      <a:extLst>
                        <a:ext uri="{FF2B5EF4-FFF2-40B4-BE49-F238E27FC236}">
                          <a16:creationId xmlns:a16="http://schemas.microsoft.com/office/drawing/2014/main" id="{AEC287B0-3C07-D19D-936C-DBF050E82D19}"/>
                        </a:ext>
                      </a:extLst>
                    </p:cNvPr>
                    <p:cNvGrpSpPr/>
                    <p:nvPr/>
                  </p:nvGrpSpPr>
                  <p:grpSpPr>
                    <a:xfrm rot="7200000" flipH="1">
                      <a:off x="6434137" y="3977611"/>
                      <a:ext cx="303213" cy="303213"/>
                      <a:chOff x="5354637" y="3446463"/>
                      <a:chExt cx="214313" cy="214313"/>
                    </a:xfrm>
                  </p:grpSpPr>
                  <p:sp>
                    <p:nvSpPr>
                      <p:cNvPr id="2744" name="Arc 2743">
                        <a:extLst>
                          <a:ext uri="{FF2B5EF4-FFF2-40B4-BE49-F238E27FC236}">
                            <a16:creationId xmlns:a16="http://schemas.microsoft.com/office/drawing/2014/main" id="{2C662D69-9244-4030-DA53-C435B935454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45" name="Arc 2744">
                        <a:extLst>
                          <a:ext uri="{FF2B5EF4-FFF2-40B4-BE49-F238E27FC236}">
                            <a16:creationId xmlns:a16="http://schemas.microsoft.com/office/drawing/2014/main" id="{70C64337-F232-F782-B182-8A3302BADFE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740" name="Group 2739">
                      <a:extLst>
                        <a:ext uri="{FF2B5EF4-FFF2-40B4-BE49-F238E27FC236}">
                          <a16:creationId xmlns:a16="http://schemas.microsoft.com/office/drawing/2014/main" id="{1C5A81A4-2BF9-B267-5935-9C71D72CBCAA}"/>
                        </a:ext>
                      </a:extLst>
                    </p:cNvPr>
                    <p:cNvGrpSpPr/>
                    <p:nvPr/>
                  </p:nvGrpSpPr>
                  <p:grpSpPr>
                    <a:xfrm rot="14400000" flipH="1">
                      <a:off x="6389147" y="3932622"/>
                      <a:ext cx="393192" cy="393192"/>
                      <a:chOff x="5354637" y="3446463"/>
                      <a:chExt cx="214313" cy="214313"/>
                    </a:xfrm>
                  </p:grpSpPr>
                  <p:sp>
                    <p:nvSpPr>
                      <p:cNvPr id="2742" name="Arc 2741">
                        <a:extLst>
                          <a:ext uri="{FF2B5EF4-FFF2-40B4-BE49-F238E27FC236}">
                            <a16:creationId xmlns:a16="http://schemas.microsoft.com/office/drawing/2014/main" id="{5F695913-110F-174C-E49C-E690E04B22F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43" name="Arc 2742">
                        <a:extLst>
                          <a:ext uri="{FF2B5EF4-FFF2-40B4-BE49-F238E27FC236}">
                            <a16:creationId xmlns:a16="http://schemas.microsoft.com/office/drawing/2014/main" id="{2051A9B4-390A-F07D-DF35-92A07760126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741" name="TextBox 2740">
                      <a:extLst>
                        <a:ext uri="{FF2B5EF4-FFF2-40B4-BE49-F238E27FC236}">
                          <a16:creationId xmlns:a16="http://schemas.microsoft.com/office/drawing/2014/main" id="{2ECC1C87-AE05-C159-27E5-7491939E69E5}"/>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687" name="Group 2686">
                  <a:extLst>
                    <a:ext uri="{FF2B5EF4-FFF2-40B4-BE49-F238E27FC236}">
                      <a16:creationId xmlns:a16="http://schemas.microsoft.com/office/drawing/2014/main" id="{D56535A9-ADEA-6926-1350-F1F1FEA7716E}"/>
                    </a:ext>
                  </a:extLst>
                </p:cNvPr>
                <p:cNvGrpSpPr/>
                <p:nvPr/>
              </p:nvGrpSpPr>
              <p:grpSpPr>
                <a:xfrm>
                  <a:off x="6069086" y="3246228"/>
                  <a:ext cx="1019224" cy="991639"/>
                  <a:chOff x="5886431" y="3225768"/>
                  <a:chExt cx="1019224" cy="991639"/>
                </a:xfrm>
              </p:grpSpPr>
              <p:grpSp>
                <p:nvGrpSpPr>
                  <p:cNvPr id="2688" name="Group 2687">
                    <a:extLst>
                      <a:ext uri="{FF2B5EF4-FFF2-40B4-BE49-F238E27FC236}">
                        <a16:creationId xmlns:a16="http://schemas.microsoft.com/office/drawing/2014/main" id="{FE1B2977-FB20-FF32-DB45-7E8D3E95521D}"/>
                      </a:ext>
                    </a:extLst>
                  </p:cNvPr>
                  <p:cNvGrpSpPr/>
                  <p:nvPr/>
                </p:nvGrpSpPr>
                <p:grpSpPr>
                  <a:xfrm>
                    <a:off x="6197413" y="3824215"/>
                    <a:ext cx="393192" cy="393192"/>
                    <a:chOff x="5265196" y="3357021"/>
                    <a:chExt cx="393192" cy="393192"/>
                  </a:xfrm>
                </p:grpSpPr>
                <p:grpSp>
                  <p:nvGrpSpPr>
                    <p:cNvPr id="2723" name="Group 2722">
                      <a:extLst>
                        <a:ext uri="{FF2B5EF4-FFF2-40B4-BE49-F238E27FC236}">
                          <a16:creationId xmlns:a16="http://schemas.microsoft.com/office/drawing/2014/main" id="{8C183931-06F8-7462-25C8-CB4DC914A9B5}"/>
                        </a:ext>
                      </a:extLst>
                    </p:cNvPr>
                    <p:cNvGrpSpPr/>
                    <p:nvPr/>
                  </p:nvGrpSpPr>
                  <p:grpSpPr>
                    <a:xfrm rot="14400000">
                      <a:off x="5265196" y="3357021"/>
                      <a:ext cx="393192" cy="393192"/>
                      <a:chOff x="5354637" y="3446463"/>
                      <a:chExt cx="214313" cy="214313"/>
                    </a:xfrm>
                  </p:grpSpPr>
                  <p:sp>
                    <p:nvSpPr>
                      <p:cNvPr id="2732" name="Arc 2731">
                        <a:extLst>
                          <a:ext uri="{FF2B5EF4-FFF2-40B4-BE49-F238E27FC236}">
                            <a16:creationId xmlns:a16="http://schemas.microsoft.com/office/drawing/2014/main" id="{E6CE745C-9724-833F-7882-60B35CA1956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33" name="Arc 2732">
                        <a:extLst>
                          <a:ext uri="{FF2B5EF4-FFF2-40B4-BE49-F238E27FC236}">
                            <a16:creationId xmlns:a16="http://schemas.microsoft.com/office/drawing/2014/main" id="{C89BA1DE-12E6-EA8D-C6E2-C8D13258368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724" name="Group 2723">
                      <a:extLst>
                        <a:ext uri="{FF2B5EF4-FFF2-40B4-BE49-F238E27FC236}">
                          <a16:creationId xmlns:a16="http://schemas.microsoft.com/office/drawing/2014/main" id="{002E2AE8-701A-BA49-DD2A-C0133BDBE54C}"/>
                        </a:ext>
                      </a:extLst>
                    </p:cNvPr>
                    <p:cNvGrpSpPr/>
                    <p:nvPr/>
                  </p:nvGrpSpPr>
                  <p:grpSpPr>
                    <a:xfrm>
                      <a:off x="5310186" y="3402011"/>
                      <a:ext cx="303213" cy="303213"/>
                      <a:chOff x="5310186" y="3402011"/>
                      <a:chExt cx="303213" cy="303213"/>
                    </a:xfrm>
                  </p:grpSpPr>
                  <p:grpSp>
                    <p:nvGrpSpPr>
                      <p:cNvPr id="2725" name="Group 2724">
                        <a:extLst>
                          <a:ext uri="{FF2B5EF4-FFF2-40B4-BE49-F238E27FC236}">
                            <a16:creationId xmlns:a16="http://schemas.microsoft.com/office/drawing/2014/main" id="{3823EE35-30F5-AA56-C1E9-95E83B34331E}"/>
                          </a:ext>
                        </a:extLst>
                      </p:cNvPr>
                      <p:cNvGrpSpPr/>
                      <p:nvPr/>
                    </p:nvGrpSpPr>
                    <p:grpSpPr>
                      <a:xfrm>
                        <a:off x="5354636" y="3446461"/>
                        <a:ext cx="214313" cy="214313"/>
                        <a:chOff x="5354637" y="3446463"/>
                        <a:chExt cx="214313" cy="214313"/>
                      </a:xfrm>
                    </p:grpSpPr>
                    <p:sp>
                      <p:nvSpPr>
                        <p:cNvPr id="2730" name="Arc 2729">
                          <a:extLst>
                            <a:ext uri="{FF2B5EF4-FFF2-40B4-BE49-F238E27FC236}">
                              <a16:creationId xmlns:a16="http://schemas.microsoft.com/office/drawing/2014/main" id="{21764856-9848-C858-F28A-EC1EC0FF16D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31" name="Arc 2730">
                          <a:extLst>
                            <a:ext uri="{FF2B5EF4-FFF2-40B4-BE49-F238E27FC236}">
                              <a16:creationId xmlns:a16="http://schemas.microsoft.com/office/drawing/2014/main" id="{DCD95572-D795-86A0-3E88-DEE389BCA1C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726" name="Group 2725">
                        <a:extLst>
                          <a:ext uri="{FF2B5EF4-FFF2-40B4-BE49-F238E27FC236}">
                            <a16:creationId xmlns:a16="http://schemas.microsoft.com/office/drawing/2014/main" id="{CB0CAB68-F64D-9AB1-8AF1-42F3F88AE43B}"/>
                          </a:ext>
                        </a:extLst>
                      </p:cNvPr>
                      <p:cNvGrpSpPr/>
                      <p:nvPr/>
                    </p:nvGrpSpPr>
                    <p:grpSpPr>
                      <a:xfrm rot="7200000">
                        <a:off x="5310186" y="3402011"/>
                        <a:ext cx="303213" cy="303213"/>
                        <a:chOff x="5354637" y="3446463"/>
                        <a:chExt cx="214313" cy="214313"/>
                      </a:xfrm>
                    </p:grpSpPr>
                    <p:sp>
                      <p:nvSpPr>
                        <p:cNvPr id="2728" name="Arc 2727">
                          <a:extLst>
                            <a:ext uri="{FF2B5EF4-FFF2-40B4-BE49-F238E27FC236}">
                              <a16:creationId xmlns:a16="http://schemas.microsoft.com/office/drawing/2014/main" id="{12588E11-D1FB-79CE-670F-258B53443F2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29" name="Arc 2728">
                          <a:extLst>
                            <a:ext uri="{FF2B5EF4-FFF2-40B4-BE49-F238E27FC236}">
                              <a16:creationId xmlns:a16="http://schemas.microsoft.com/office/drawing/2014/main" id="{1255CB6E-5049-99DD-06BD-1F1B5F89B3D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727" name="TextBox 2726">
                        <a:extLst>
                          <a:ext uri="{FF2B5EF4-FFF2-40B4-BE49-F238E27FC236}">
                            <a16:creationId xmlns:a16="http://schemas.microsoft.com/office/drawing/2014/main" id="{EB8CE568-A266-0E8C-3FFC-6FA3B95B789B}"/>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689" name="Group 2688">
                    <a:extLst>
                      <a:ext uri="{FF2B5EF4-FFF2-40B4-BE49-F238E27FC236}">
                        <a16:creationId xmlns:a16="http://schemas.microsoft.com/office/drawing/2014/main" id="{ABF3A272-D490-ACFB-0301-69612078042E}"/>
                      </a:ext>
                    </a:extLst>
                  </p:cNvPr>
                  <p:cNvGrpSpPr/>
                  <p:nvPr/>
                </p:nvGrpSpPr>
                <p:grpSpPr>
                  <a:xfrm>
                    <a:off x="5886431" y="3525040"/>
                    <a:ext cx="393192" cy="393192"/>
                    <a:chOff x="5265196" y="3932619"/>
                    <a:chExt cx="393192" cy="393192"/>
                  </a:xfrm>
                </p:grpSpPr>
                <p:grpSp>
                  <p:nvGrpSpPr>
                    <p:cNvPr id="2713" name="Group 2712">
                      <a:extLst>
                        <a:ext uri="{FF2B5EF4-FFF2-40B4-BE49-F238E27FC236}">
                          <a16:creationId xmlns:a16="http://schemas.microsoft.com/office/drawing/2014/main" id="{94C0F1FE-4DB2-0DB9-5936-CEDB79406DF0}"/>
                        </a:ext>
                      </a:extLst>
                    </p:cNvPr>
                    <p:cNvGrpSpPr/>
                    <p:nvPr/>
                  </p:nvGrpSpPr>
                  <p:grpSpPr>
                    <a:xfrm>
                      <a:off x="5354636" y="4022061"/>
                      <a:ext cx="214313" cy="214313"/>
                      <a:chOff x="5354637" y="3446463"/>
                      <a:chExt cx="214313" cy="214313"/>
                    </a:xfrm>
                  </p:grpSpPr>
                  <p:sp>
                    <p:nvSpPr>
                      <p:cNvPr id="2721" name="Arc 2720">
                        <a:extLst>
                          <a:ext uri="{FF2B5EF4-FFF2-40B4-BE49-F238E27FC236}">
                            <a16:creationId xmlns:a16="http://schemas.microsoft.com/office/drawing/2014/main" id="{1BE40FA9-8B95-871E-FF0E-F3992BF7E9E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22" name="Arc 2721">
                        <a:extLst>
                          <a:ext uri="{FF2B5EF4-FFF2-40B4-BE49-F238E27FC236}">
                            <a16:creationId xmlns:a16="http://schemas.microsoft.com/office/drawing/2014/main" id="{6A05655E-C000-3BD0-1D7B-E5B1B7A7223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714" name="Group 2713">
                      <a:extLst>
                        <a:ext uri="{FF2B5EF4-FFF2-40B4-BE49-F238E27FC236}">
                          <a16:creationId xmlns:a16="http://schemas.microsoft.com/office/drawing/2014/main" id="{82C764AA-EFE0-7BE1-2E5B-5777E004D2FA}"/>
                        </a:ext>
                      </a:extLst>
                    </p:cNvPr>
                    <p:cNvGrpSpPr/>
                    <p:nvPr/>
                  </p:nvGrpSpPr>
                  <p:grpSpPr>
                    <a:xfrm rot="14400000">
                      <a:off x="5310186" y="3977611"/>
                      <a:ext cx="303213" cy="303213"/>
                      <a:chOff x="5354637" y="3446463"/>
                      <a:chExt cx="214313" cy="214313"/>
                    </a:xfrm>
                  </p:grpSpPr>
                  <p:sp>
                    <p:nvSpPr>
                      <p:cNvPr id="2719" name="Arc 2718">
                        <a:extLst>
                          <a:ext uri="{FF2B5EF4-FFF2-40B4-BE49-F238E27FC236}">
                            <a16:creationId xmlns:a16="http://schemas.microsoft.com/office/drawing/2014/main" id="{CD16062B-B5FA-2D56-480C-9BA52FC50F3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20" name="Arc 2719">
                        <a:extLst>
                          <a:ext uri="{FF2B5EF4-FFF2-40B4-BE49-F238E27FC236}">
                            <a16:creationId xmlns:a16="http://schemas.microsoft.com/office/drawing/2014/main" id="{A1D660FA-F60C-8E91-8112-C7B546CB1B0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715" name="Group 2714">
                      <a:extLst>
                        <a:ext uri="{FF2B5EF4-FFF2-40B4-BE49-F238E27FC236}">
                          <a16:creationId xmlns:a16="http://schemas.microsoft.com/office/drawing/2014/main" id="{AA60498F-6574-2134-7A54-D7DF427D303E}"/>
                        </a:ext>
                      </a:extLst>
                    </p:cNvPr>
                    <p:cNvGrpSpPr/>
                    <p:nvPr/>
                  </p:nvGrpSpPr>
                  <p:grpSpPr>
                    <a:xfrm rot="7200000">
                      <a:off x="5265196" y="3932619"/>
                      <a:ext cx="393192" cy="393192"/>
                      <a:chOff x="5354637" y="3446463"/>
                      <a:chExt cx="214313" cy="214313"/>
                    </a:xfrm>
                  </p:grpSpPr>
                  <p:sp>
                    <p:nvSpPr>
                      <p:cNvPr id="2717" name="Arc 2716">
                        <a:extLst>
                          <a:ext uri="{FF2B5EF4-FFF2-40B4-BE49-F238E27FC236}">
                            <a16:creationId xmlns:a16="http://schemas.microsoft.com/office/drawing/2014/main" id="{DAA48736-6BD0-E9D0-7970-E4E26F119D9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18" name="Arc 2717">
                        <a:extLst>
                          <a:ext uri="{FF2B5EF4-FFF2-40B4-BE49-F238E27FC236}">
                            <a16:creationId xmlns:a16="http://schemas.microsoft.com/office/drawing/2014/main" id="{535F6DF2-6E9C-2266-0D4D-5F3181360F0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716" name="TextBox 2715">
                      <a:extLst>
                        <a:ext uri="{FF2B5EF4-FFF2-40B4-BE49-F238E27FC236}">
                          <a16:creationId xmlns:a16="http://schemas.microsoft.com/office/drawing/2014/main" id="{48F6D12F-E602-AAD7-087B-1C67318ACDA4}"/>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690" name="Group 2689">
                    <a:extLst>
                      <a:ext uri="{FF2B5EF4-FFF2-40B4-BE49-F238E27FC236}">
                        <a16:creationId xmlns:a16="http://schemas.microsoft.com/office/drawing/2014/main" id="{3EA49FFF-4DF3-91EE-D1A8-FE10DF03449A}"/>
                      </a:ext>
                    </a:extLst>
                  </p:cNvPr>
                  <p:cNvGrpSpPr/>
                  <p:nvPr/>
                </p:nvGrpSpPr>
                <p:grpSpPr>
                  <a:xfrm>
                    <a:off x="6512463" y="3525040"/>
                    <a:ext cx="393192" cy="393192"/>
                    <a:chOff x="6389147" y="3357021"/>
                    <a:chExt cx="393192" cy="393192"/>
                  </a:xfrm>
                </p:grpSpPr>
                <p:grpSp>
                  <p:nvGrpSpPr>
                    <p:cNvPr id="2702" name="Group 2701">
                      <a:extLst>
                        <a:ext uri="{FF2B5EF4-FFF2-40B4-BE49-F238E27FC236}">
                          <a16:creationId xmlns:a16="http://schemas.microsoft.com/office/drawing/2014/main" id="{B399C320-F86A-5614-F96A-1E30DD8338C8}"/>
                        </a:ext>
                      </a:extLst>
                    </p:cNvPr>
                    <p:cNvGrpSpPr/>
                    <p:nvPr/>
                  </p:nvGrpSpPr>
                  <p:grpSpPr>
                    <a:xfrm rot="7200000" flipH="1">
                      <a:off x="6389147" y="3357021"/>
                      <a:ext cx="393192" cy="393192"/>
                      <a:chOff x="5354637" y="3446463"/>
                      <a:chExt cx="214313" cy="214313"/>
                    </a:xfrm>
                  </p:grpSpPr>
                  <p:sp>
                    <p:nvSpPr>
                      <p:cNvPr id="2711" name="Arc 2710">
                        <a:extLst>
                          <a:ext uri="{FF2B5EF4-FFF2-40B4-BE49-F238E27FC236}">
                            <a16:creationId xmlns:a16="http://schemas.microsoft.com/office/drawing/2014/main" id="{F180E817-7E5E-1EBC-A5BE-1C0C5BB4583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12" name="Arc 2711">
                        <a:extLst>
                          <a:ext uri="{FF2B5EF4-FFF2-40B4-BE49-F238E27FC236}">
                            <a16:creationId xmlns:a16="http://schemas.microsoft.com/office/drawing/2014/main" id="{FFA0A5B2-FF11-6307-8132-872ABB4AE91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703" name="Group 2702">
                      <a:extLst>
                        <a:ext uri="{FF2B5EF4-FFF2-40B4-BE49-F238E27FC236}">
                          <a16:creationId xmlns:a16="http://schemas.microsoft.com/office/drawing/2014/main" id="{174536B5-BED1-84EB-6C1D-98D1DAADC345}"/>
                        </a:ext>
                      </a:extLst>
                    </p:cNvPr>
                    <p:cNvGrpSpPr/>
                    <p:nvPr/>
                  </p:nvGrpSpPr>
                  <p:grpSpPr>
                    <a:xfrm>
                      <a:off x="6434137" y="3402011"/>
                      <a:ext cx="303213" cy="303213"/>
                      <a:chOff x="6434137" y="3402011"/>
                      <a:chExt cx="303213" cy="303213"/>
                    </a:xfrm>
                  </p:grpSpPr>
                  <p:grpSp>
                    <p:nvGrpSpPr>
                      <p:cNvPr id="2704" name="Group 2703">
                        <a:extLst>
                          <a:ext uri="{FF2B5EF4-FFF2-40B4-BE49-F238E27FC236}">
                            <a16:creationId xmlns:a16="http://schemas.microsoft.com/office/drawing/2014/main" id="{35E71DA4-81BD-D8AB-62B1-833BC1DA1AF1}"/>
                          </a:ext>
                        </a:extLst>
                      </p:cNvPr>
                      <p:cNvGrpSpPr/>
                      <p:nvPr/>
                    </p:nvGrpSpPr>
                    <p:grpSpPr>
                      <a:xfrm flipH="1">
                        <a:off x="6478587" y="3446461"/>
                        <a:ext cx="214313" cy="214313"/>
                        <a:chOff x="5354637" y="3446463"/>
                        <a:chExt cx="214313" cy="214313"/>
                      </a:xfrm>
                    </p:grpSpPr>
                    <p:sp>
                      <p:nvSpPr>
                        <p:cNvPr id="2709" name="Arc 2708">
                          <a:extLst>
                            <a:ext uri="{FF2B5EF4-FFF2-40B4-BE49-F238E27FC236}">
                              <a16:creationId xmlns:a16="http://schemas.microsoft.com/office/drawing/2014/main" id="{27D4F787-BDDD-C9F2-78CF-8AFDFDBA599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10" name="Arc 2709">
                          <a:extLst>
                            <a:ext uri="{FF2B5EF4-FFF2-40B4-BE49-F238E27FC236}">
                              <a16:creationId xmlns:a16="http://schemas.microsoft.com/office/drawing/2014/main" id="{53CFB594-52D2-3BF5-00FE-DAD7F3DA94C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705" name="Group 2704">
                        <a:extLst>
                          <a:ext uri="{FF2B5EF4-FFF2-40B4-BE49-F238E27FC236}">
                            <a16:creationId xmlns:a16="http://schemas.microsoft.com/office/drawing/2014/main" id="{0E47933F-ED72-E8CE-D9E3-4EEA0A971B77}"/>
                          </a:ext>
                        </a:extLst>
                      </p:cNvPr>
                      <p:cNvGrpSpPr/>
                      <p:nvPr/>
                    </p:nvGrpSpPr>
                    <p:grpSpPr>
                      <a:xfrm rot="14400000" flipH="1">
                        <a:off x="6434137" y="3402011"/>
                        <a:ext cx="303213" cy="303213"/>
                        <a:chOff x="5354637" y="3446463"/>
                        <a:chExt cx="214313" cy="214313"/>
                      </a:xfrm>
                    </p:grpSpPr>
                    <p:sp>
                      <p:nvSpPr>
                        <p:cNvPr id="2707" name="Arc 2706">
                          <a:extLst>
                            <a:ext uri="{FF2B5EF4-FFF2-40B4-BE49-F238E27FC236}">
                              <a16:creationId xmlns:a16="http://schemas.microsoft.com/office/drawing/2014/main" id="{37704C07-3B2C-0CAD-8E80-73CEFC2CCA0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08" name="Arc 2707">
                          <a:extLst>
                            <a:ext uri="{FF2B5EF4-FFF2-40B4-BE49-F238E27FC236}">
                              <a16:creationId xmlns:a16="http://schemas.microsoft.com/office/drawing/2014/main" id="{4412AAF2-7054-D568-CB1D-0FB79D3ECD0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706" name="TextBox 2705">
                        <a:extLst>
                          <a:ext uri="{FF2B5EF4-FFF2-40B4-BE49-F238E27FC236}">
                            <a16:creationId xmlns:a16="http://schemas.microsoft.com/office/drawing/2014/main" id="{35281F65-5C36-34DF-B1BB-0970ACF7E2D3}"/>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691" name="Group 2690">
                    <a:extLst>
                      <a:ext uri="{FF2B5EF4-FFF2-40B4-BE49-F238E27FC236}">
                        <a16:creationId xmlns:a16="http://schemas.microsoft.com/office/drawing/2014/main" id="{5F0677B1-83C2-B075-CCCB-86074BCE52E1}"/>
                      </a:ext>
                    </a:extLst>
                  </p:cNvPr>
                  <p:cNvGrpSpPr/>
                  <p:nvPr/>
                </p:nvGrpSpPr>
                <p:grpSpPr>
                  <a:xfrm>
                    <a:off x="6197413" y="3225768"/>
                    <a:ext cx="393192" cy="393192"/>
                    <a:chOff x="6389147" y="3932622"/>
                    <a:chExt cx="393192" cy="393192"/>
                  </a:xfrm>
                </p:grpSpPr>
                <p:grpSp>
                  <p:nvGrpSpPr>
                    <p:cNvPr id="2692" name="Group 2691">
                      <a:extLst>
                        <a:ext uri="{FF2B5EF4-FFF2-40B4-BE49-F238E27FC236}">
                          <a16:creationId xmlns:a16="http://schemas.microsoft.com/office/drawing/2014/main" id="{847AD9D4-29EF-C419-1696-6687574FA531}"/>
                        </a:ext>
                      </a:extLst>
                    </p:cNvPr>
                    <p:cNvGrpSpPr/>
                    <p:nvPr/>
                  </p:nvGrpSpPr>
                  <p:grpSpPr>
                    <a:xfrm flipH="1">
                      <a:off x="6478587" y="4022061"/>
                      <a:ext cx="214313" cy="214313"/>
                      <a:chOff x="5354637" y="3446463"/>
                      <a:chExt cx="214313" cy="214313"/>
                    </a:xfrm>
                  </p:grpSpPr>
                  <p:sp>
                    <p:nvSpPr>
                      <p:cNvPr id="2700" name="Arc 2699">
                        <a:extLst>
                          <a:ext uri="{FF2B5EF4-FFF2-40B4-BE49-F238E27FC236}">
                            <a16:creationId xmlns:a16="http://schemas.microsoft.com/office/drawing/2014/main" id="{31DBC1C2-85C4-036D-0AE7-6E9705482AD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01" name="Arc 2700">
                        <a:extLst>
                          <a:ext uri="{FF2B5EF4-FFF2-40B4-BE49-F238E27FC236}">
                            <a16:creationId xmlns:a16="http://schemas.microsoft.com/office/drawing/2014/main" id="{6A2ECAA3-BEBC-F9D0-5587-2EAF50FECF8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693" name="Group 2692">
                      <a:extLst>
                        <a:ext uri="{FF2B5EF4-FFF2-40B4-BE49-F238E27FC236}">
                          <a16:creationId xmlns:a16="http://schemas.microsoft.com/office/drawing/2014/main" id="{65E1B902-613B-51BB-D89B-1580B027231C}"/>
                        </a:ext>
                      </a:extLst>
                    </p:cNvPr>
                    <p:cNvGrpSpPr/>
                    <p:nvPr/>
                  </p:nvGrpSpPr>
                  <p:grpSpPr>
                    <a:xfrm rot="7200000" flipH="1">
                      <a:off x="6434137" y="3977611"/>
                      <a:ext cx="303213" cy="303213"/>
                      <a:chOff x="5354637" y="3446463"/>
                      <a:chExt cx="214313" cy="214313"/>
                    </a:xfrm>
                  </p:grpSpPr>
                  <p:sp>
                    <p:nvSpPr>
                      <p:cNvPr id="2698" name="Arc 2697">
                        <a:extLst>
                          <a:ext uri="{FF2B5EF4-FFF2-40B4-BE49-F238E27FC236}">
                            <a16:creationId xmlns:a16="http://schemas.microsoft.com/office/drawing/2014/main" id="{09CD1DF5-D539-6B7A-862D-0875CFA0F5A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99" name="Arc 2698">
                        <a:extLst>
                          <a:ext uri="{FF2B5EF4-FFF2-40B4-BE49-F238E27FC236}">
                            <a16:creationId xmlns:a16="http://schemas.microsoft.com/office/drawing/2014/main" id="{0A3D002D-DB7C-BF95-7614-8B4E681FCDA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694" name="Group 2693">
                      <a:extLst>
                        <a:ext uri="{FF2B5EF4-FFF2-40B4-BE49-F238E27FC236}">
                          <a16:creationId xmlns:a16="http://schemas.microsoft.com/office/drawing/2014/main" id="{04512972-4158-527C-B151-03C9780EA11C}"/>
                        </a:ext>
                      </a:extLst>
                    </p:cNvPr>
                    <p:cNvGrpSpPr/>
                    <p:nvPr/>
                  </p:nvGrpSpPr>
                  <p:grpSpPr>
                    <a:xfrm rot="14400000" flipH="1">
                      <a:off x="6389147" y="3932622"/>
                      <a:ext cx="393192" cy="393192"/>
                      <a:chOff x="5354637" y="3446463"/>
                      <a:chExt cx="214313" cy="214313"/>
                    </a:xfrm>
                  </p:grpSpPr>
                  <p:sp>
                    <p:nvSpPr>
                      <p:cNvPr id="2696" name="Arc 2695">
                        <a:extLst>
                          <a:ext uri="{FF2B5EF4-FFF2-40B4-BE49-F238E27FC236}">
                            <a16:creationId xmlns:a16="http://schemas.microsoft.com/office/drawing/2014/main" id="{C2E60ED9-9B04-331B-E85E-6C5509802B0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97" name="Arc 2696">
                        <a:extLst>
                          <a:ext uri="{FF2B5EF4-FFF2-40B4-BE49-F238E27FC236}">
                            <a16:creationId xmlns:a16="http://schemas.microsoft.com/office/drawing/2014/main" id="{1DC5DDB6-EAF3-30BF-3150-53A2EA94A7F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695" name="TextBox 2694">
                      <a:extLst>
                        <a:ext uri="{FF2B5EF4-FFF2-40B4-BE49-F238E27FC236}">
                          <a16:creationId xmlns:a16="http://schemas.microsoft.com/office/drawing/2014/main" id="{45E05553-5A4C-8DB2-D294-F730FE266A5F}"/>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0" name="Group 9">
              <a:extLst>
                <a:ext uri="{FF2B5EF4-FFF2-40B4-BE49-F238E27FC236}">
                  <a16:creationId xmlns:a16="http://schemas.microsoft.com/office/drawing/2014/main" id="{7F2760AD-40B1-A918-02CE-330026CF1835}"/>
                </a:ext>
              </a:extLst>
            </p:cNvPr>
            <p:cNvGrpSpPr/>
            <p:nvPr/>
          </p:nvGrpSpPr>
          <p:grpSpPr>
            <a:xfrm>
              <a:off x="8413769" y="-762992"/>
              <a:ext cx="2263438" cy="2198360"/>
              <a:chOff x="5445106" y="2039507"/>
              <a:chExt cx="2263438" cy="2198360"/>
            </a:xfrm>
          </p:grpSpPr>
          <p:grpSp>
            <p:nvGrpSpPr>
              <p:cNvPr id="2494" name="Group 2493">
                <a:extLst>
                  <a:ext uri="{FF2B5EF4-FFF2-40B4-BE49-F238E27FC236}">
                    <a16:creationId xmlns:a16="http://schemas.microsoft.com/office/drawing/2014/main" id="{64C9019F-D548-7B24-DF44-2C085A96C6F9}"/>
                  </a:ext>
                </a:extLst>
              </p:cNvPr>
              <p:cNvGrpSpPr/>
              <p:nvPr/>
            </p:nvGrpSpPr>
            <p:grpSpPr>
              <a:xfrm>
                <a:off x="5445106" y="2644743"/>
                <a:ext cx="1643204" cy="1593124"/>
                <a:chOff x="5445106" y="2644743"/>
                <a:chExt cx="1643204" cy="1593124"/>
              </a:xfrm>
            </p:grpSpPr>
            <p:grpSp>
              <p:nvGrpSpPr>
                <p:cNvPr id="2590" name="Group 2589">
                  <a:extLst>
                    <a:ext uri="{FF2B5EF4-FFF2-40B4-BE49-F238E27FC236}">
                      <a16:creationId xmlns:a16="http://schemas.microsoft.com/office/drawing/2014/main" id="{921DB4D4-8734-CB8D-B17A-A29C3FAC3D3D}"/>
                    </a:ext>
                  </a:extLst>
                </p:cNvPr>
                <p:cNvGrpSpPr/>
                <p:nvPr/>
              </p:nvGrpSpPr>
              <p:grpSpPr>
                <a:xfrm>
                  <a:off x="5445106" y="2644743"/>
                  <a:ext cx="1019224" cy="991639"/>
                  <a:chOff x="5886431" y="3225768"/>
                  <a:chExt cx="1019224" cy="991639"/>
                </a:xfrm>
              </p:grpSpPr>
              <p:grpSp>
                <p:nvGrpSpPr>
                  <p:cNvPr id="2638" name="Group 2637">
                    <a:extLst>
                      <a:ext uri="{FF2B5EF4-FFF2-40B4-BE49-F238E27FC236}">
                        <a16:creationId xmlns:a16="http://schemas.microsoft.com/office/drawing/2014/main" id="{41B8E472-7E38-6325-6883-1DF35B951A88}"/>
                      </a:ext>
                    </a:extLst>
                  </p:cNvPr>
                  <p:cNvGrpSpPr/>
                  <p:nvPr/>
                </p:nvGrpSpPr>
                <p:grpSpPr>
                  <a:xfrm>
                    <a:off x="6197413" y="3824215"/>
                    <a:ext cx="393192" cy="393192"/>
                    <a:chOff x="5265196" y="3357021"/>
                    <a:chExt cx="393192" cy="393192"/>
                  </a:xfrm>
                </p:grpSpPr>
                <p:grpSp>
                  <p:nvGrpSpPr>
                    <p:cNvPr id="2673" name="Group 2672">
                      <a:extLst>
                        <a:ext uri="{FF2B5EF4-FFF2-40B4-BE49-F238E27FC236}">
                          <a16:creationId xmlns:a16="http://schemas.microsoft.com/office/drawing/2014/main" id="{E761D506-8436-861D-4B5C-64AC8C0D2107}"/>
                        </a:ext>
                      </a:extLst>
                    </p:cNvPr>
                    <p:cNvGrpSpPr/>
                    <p:nvPr/>
                  </p:nvGrpSpPr>
                  <p:grpSpPr>
                    <a:xfrm rot="14400000">
                      <a:off x="5265196" y="3357021"/>
                      <a:ext cx="393192" cy="393192"/>
                      <a:chOff x="5354637" y="3446463"/>
                      <a:chExt cx="214313" cy="214313"/>
                    </a:xfrm>
                  </p:grpSpPr>
                  <p:sp>
                    <p:nvSpPr>
                      <p:cNvPr id="2682" name="Arc 2681">
                        <a:extLst>
                          <a:ext uri="{FF2B5EF4-FFF2-40B4-BE49-F238E27FC236}">
                            <a16:creationId xmlns:a16="http://schemas.microsoft.com/office/drawing/2014/main" id="{56C69354-42F4-8866-FC28-51C00721732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83" name="Arc 2682">
                        <a:extLst>
                          <a:ext uri="{FF2B5EF4-FFF2-40B4-BE49-F238E27FC236}">
                            <a16:creationId xmlns:a16="http://schemas.microsoft.com/office/drawing/2014/main" id="{5D0AD24D-1C43-6BDE-E077-7470C018C47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674" name="Group 2673">
                      <a:extLst>
                        <a:ext uri="{FF2B5EF4-FFF2-40B4-BE49-F238E27FC236}">
                          <a16:creationId xmlns:a16="http://schemas.microsoft.com/office/drawing/2014/main" id="{32230DE4-3614-FE54-A64B-5F6AB0BFCAE3}"/>
                        </a:ext>
                      </a:extLst>
                    </p:cNvPr>
                    <p:cNvGrpSpPr/>
                    <p:nvPr/>
                  </p:nvGrpSpPr>
                  <p:grpSpPr>
                    <a:xfrm>
                      <a:off x="5310186" y="3402011"/>
                      <a:ext cx="303213" cy="303213"/>
                      <a:chOff x="5310186" y="3402011"/>
                      <a:chExt cx="303213" cy="303213"/>
                    </a:xfrm>
                  </p:grpSpPr>
                  <p:grpSp>
                    <p:nvGrpSpPr>
                      <p:cNvPr id="2675" name="Group 2674">
                        <a:extLst>
                          <a:ext uri="{FF2B5EF4-FFF2-40B4-BE49-F238E27FC236}">
                            <a16:creationId xmlns:a16="http://schemas.microsoft.com/office/drawing/2014/main" id="{CA6E1502-CE77-3674-4B60-73F11B444F01}"/>
                          </a:ext>
                        </a:extLst>
                      </p:cNvPr>
                      <p:cNvGrpSpPr/>
                      <p:nvPr/>
                    </p:nvGrpSpPr>
                    <p:grpSpPr>
                      <a:xfrm>
                        <a:off x="5354636" y="3446461"/>
                        <a:ext cx="214313" cy="214313"/>
                        <a:chOff x="5354637" y="3446463"/>
                        <a:chExt cx="214313" cy="214313"/>
                      </a:xfrm>
                    </p:grpSpPr>
                    <p:sp>
                      <p:nvSpPr>
                        <p:cNvPr id="2680" name="Arc 2679">
                          <a:extLst>
                            <a:ext uri="{FF2B5EF4-FFF2-40B4-BE49-F238E27FC236}">
                              <a16:creationId xmlns:a16="http://schemas.microsoft.com/office/drawing/2014/main" id="{29C524F9-811A-ED08-1B2C-244F385B090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81" name="Arc 2680">
                          <a:extLst>
                            <a:ext uri="{FF2B5EF4-FFF2-40B4-BE49-F238E27FC236}">
                              <a16:creationId xmlns:a16="http://schemas.microsoft.com/office/drawing/2014/main" id="{C2D359CC-F408-66AD-A647-06E39B7C429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676" name="Group 2675">
                        <a:extLst>
                          <a:ext uri="{FF2B5EF4-FFF2-40B4-BE49-F238E27FC236}">
                            <a16:creationId xmlns:a16="http://schemas.microsoft.com/office/drawing/2014/main" id="{1D7E809A-FCE3-A2E4-4EA2-FBFEA22CFAB7}"/>
                          </a:ext>
                        </a:extLst>
                      </p:cNvPr>
                      <p:cNvGrpSpPr/>
                      <p:nvPr/>
                    </p:nvGrpSpPr>
                    <p:grpSpPr>
                      <a:xfrm rot="7200000">
                        <a:off x="5310186" y="3402011"/>
                        <a:ext cx="303213" cy="303213"/>
                        <a:chOff x="5354637" y="3446463"/>
                        <a:chExt cx="214313" cy="214313"/>
                      </a:xfrm>
                    </p:grpSpPr>
                    <p:sp>
                      <p:nvSpPr>
                        <p:cNvPr id="2678" name="Arc 2677">
                          <a:extLst>
                            <a:ext uri="{FF2B5EF4-FFF2-40B4-BE49-F238E27FC236}">
                              <a16:creationId xmlns:a16="http://schemas.microsoft.com/office/drawing/2014/main" id="{7924F024-BEF6-423C-AB32-C1D3FAE74B0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79" name="Arc 2678">
                          <a:extLst>
                            <a:ext uri="{FF2B5EF4-FFF2-40B4-BE49-F238E27FC236}">
                              <a16:creationId xmlns:a16="http://schemas.microsoft.com/office/drawing/2014/main" id="{1DD0BD18-2D4D-D32C-27EE-01D3752F152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677" name="TextBox 2676">
                        <a:extLst>
                          <a:ext uri="{FF2B5EF4-FFF2-40B4-BE49-F238E27FC236}">
                            <a16:creationId xmlns:a16="http://schemas.microsoft.com/office/drawing/2014/main" id="{87341D89-B3EC-D094-1B08-FFD8D4AE6066}"/>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639" name="Group 2638">
                    <a:extLst>
                      <a:ext uri="{FF2B5EF4-FFF2-40B4-BE49-F238E27FC236}">
                        <a16:creationId xmlns:a16="http://schemas.microsoft.com/office/drawing/2014/main" id="{7BA1EA0F-22B0-1CA6-09C6-639062F9D88F}"/>
                      </a:ext>
                    </a:extLst>
                  </p:cNvPr>
                  <p:cNvGrpSpPr/>
                  <p:nvPr/>
                </p:nvGrpSpPr>
                <p:grpSpPr>
                  <a:xfrm>
                    <a:off x="5886431" y="3525040"/>
                    <a:ext cx="393192" cy="393192"/>
                    <a:chOff x="5265196" y="3932619"/>
                    <a:chExt cx="393192" cy="393192"/>
                  </a:xfrm>
                </p:grpSpPr>
                <p:grpSp>
                  <p:nvGrpSpPr>
                    <p:cNvPr id="2663" name="Group 2662">
                      <a:extLst>
                        <a:ext uri="{FF2B5EF4-FFF2-40B4-BE49-F238E27FC236}">
                          <a16:creationId xmlns:a16="http://schemas.microsoft.com/office/drawing/2014/main" id="{B68CF8A0-5471-1167-6540-CF7EBD065D53}"/>
                        </a:ext>
                      </a:extLst>
                    </p:cNvPr>
                    <p:cNvGrpSpPr/>
                    <p:nvPr/>
                  </p:nvGrpSpPr>
                  <p:grpSpPr>
                    <a:xfrm>
                      <a:off x="5354636" y="4022061"/>
                      <a:ext cx="214313" cy="214313"/>
                      <a:chOff x="5354637" y="3446463"/>
                      <a:chExt cx="214313" cy="214313"/>
                    </a:xfrm>
                  </p:grpSpPr>
                  <p:sp>
                    <p:nvSpPr>
                      <p:cNvPr id="2671" name="Arc 2670">
                        <a:extLst>
                          <a:ext uri="{FF2B5EF4-FFF2-40B4-BE49-F238E27FC236}">
                            <a16:creationId xmlns:a16="http://schemas.microsoft.com/office/drawing/2014/main" id="{D6090867-2447-58B1-B051-96089DEE7F5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72" name="Arc 2671">
                        <a:extLst>
                          <a:ext uri="{FF2B5EF4-FFF2-40B4-BE49-F238E27FC236}">
                            <a16:creationId xmlns:a16="http://schemas.microsoft.com/office/drawing/2014/main" id="{9EE89B2C-62AC-DD42-3C62-04C75609AFB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664" name="Group 2663">
                      <a:extLst>
                        <a:ext uri="{FF2B5EF4-FFF2-40B4-BE49-F238E27FC236}">
                          <a16:creationId xmlns:a16="http://schemas.microsoft.com/office/drawing/2014/main" id="{F7D747A0-2A8A-D99A-2BF5-1E54651B2C69}"/>
                        </a:ext>
                      </a:extLst>
                    </p:cNvPr>
                    <p:cNvGrpSpPr/>
                    <p:nvPr/>
                  </p:nvGrpSpPr>
                  <p:grpSpPr>
                    <a:xfrm rot="14400000">
                      <a:off x="5310186" y="3977611"/>
                      <a:ext cx="303213" cy="303213"/>
                      <a:chOff x="5354637" y="3446463"/>
                      <a:chExt cx="214313" cy="214313"/>
                    </a:xfrm>
                  </p:grpSpPr>
                  <p:sp>
                    <p:nvSpPr>
                      <p:cNvPr id="2669" name="Arc 2668">
                        <a:extLst>
                          <a:ext uri="{FF2B5EF4-FFF2-40B4-BE49-F238E27FC236}">
                            <a16:creationId xmlns:a16="http://schemas.microsoft.com/office/drawing/2014/main" id="{CC154803-F7D4-3900-20D1-A74620BC384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70" name="Arc 2669">
                        <a:extLst>
                          <a:ext uri="{FF2B5EF4-FFF2-40B4-BE49-F238E27FC236}">
                            <a16:creationId xmlns:a16="http://schemas.microsoft.com/office/drawing/2014/main" id="{55B2BD3B-0102-7506-78C9-7EA65AA9B75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665" name="Group 2664">
                      <a:extLst>
                        <a:ext uri="{FF2B5EF4-FFF2-40B4-BE49-F238E27FC236}">
                          <a16:creationId xmlns:a16="http://schemas.microsoft.com/office/drawing/2014/main" id="{D22E3AF5-8C13-CC7B-2B26-E56B96B6A839}"/>
                        </a:ext>
                      </a:extLst>
                    </p:cNvPr>
                    <p:cNvGrpSpPr/>
                    <p:nvPr/>
                  </p:nvGrpSpPr>
                  <p:grpSpPr>
                    <a:xfrm rot="7200000">
                      <a:off x="5265196" y="3932619"/>
                      <a:ext cx="393192" cy="393192"/>
                      <a:chOff x="5354637" y="3446463"/>
                      <a:chExt cx="214313" cy="214313"/>
                    </a:xfrm>
                  </p:grpSpPr>
                  <p:sp>
                    <p:nvSpPr>
                      <p:cNvPr id="2667" name="Arc 2666">
                        <a:extLst>
                          <a:ext uri="{FF2B5EF4-FFF2-40B4-BE49-F238E27FC236}">
                            <a16:creationId xmlns:a16="http://schemas.microsoft.com/office/drawing/2014/main" id="{3534F5AE-82A6-A44F-1DF1-7E5A1875832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68" name="Arc 2667">
                        <a:extLst>
                          <a:ext uri="{FF2B5EF4-FFF2-40B4-BE49-F238E27FC236}">
                            <a16:creationId xmlns:a16="http://schemas.microsoft.com/office/drawing/2014/main" id="{294B286F-ACE7-4423-B382-162CDA11E35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666" name="TextBox 2665">
                      <a:extLst>
                        <a:ext uri="{FF2B5EF4-FFF2-40B4-BE49-F238E27FC236}">
                          <a16:creationId xmlns:a16="http://schemas.microsoft.com/office/drawing/2014/main" id="{97F1ACFE-44D4-F326-E7A7-898A8A45B7AA}"/>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640" name="Group 2639">
                    <a:extLst>
                      <a:ext uri="{FF2B5EF4-FFF2-40B4-BE49-F238E27FC236}">
                        <a16:creationId xmlns:a16="http://schemas.microsoft.com/office/drawing/2014/main" id="{3085A656-1339-4DE2-1422-5FD17B5D9BF4}"/>
                      </a:ext>
                    </a:extLst>
                  </p:cNvPr>
                  <p:cNvGrpSpPr/>
                  <p:nvPr/>
                </p:nvGrpSpPr>
                <p:grpSpPr>
                  <a:xfrm>
                    <a:off x="6512463" y="3525040"/>
                    <a:ext cx="393192" cy="393192"/>
                    <a:chOff x="6389147" y="3357021"/>
                    <a:chExt cx="393192" cy="393192"/>
                  </a:xfrm>
                </p:grpSpPr>
                <p:grpSp>
                  <p:nvGrpSpPr>
                    <p:cNvPr id="2652" name="Group 2651">
                      <a:extLst>
                        <a:ext uri="{FF2B5EF4-FFF2-40B4-BE49-F238E27FC236}">
                          <a16:creationId xmlns:a16="http://schemas.microsoft.com/office/drawing/2014/main" id="{60120AAC-64CD-A709-2E7C-F91034971F0F}"/>
                        </a:ext>
                      </a:extLst>
                    </p:cNvPr>
                    <p:cNvGrpSpPr/>
                    <p:nvPr/>
                  </p:nvGrpSpPr>
                  <p:grpSpPr>
                    <a:xfrm rot="7200000" flipH="1">
                      <a:off x="6389147" y="3357021"/>
                      <a:ext cx="393192" cy="393192"/>
                      <a:chOff x="5354637" y="3446463"/>
                      <a:chExt cx="214313" cy="214313"/>
                    </a:xfrm>
                  </p:grpSpPr>
                  <p:sp>
                    <p:nvSpPr>
                      <p:cNvPr id="2661" name="Arc 2660">
                        <a:extLst>
                          <a:ext uri="{FF2B5EF4-FFF2-40B4-BE49-F238E27FC236}">
                            <a16:creationId xmlns:a16="http://schemas.microsoft.com/office/drawing/2014/main" id="{3270A506-83E7-A557-D9C2-30F6B7CB627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62" name="Arc 2661">
                        <a:extLst>
                          <a:ext uri="{FF2B5EF4-FFF2-40B4-BE49-F238E27FC236}">
                            <a16:creationId xmlns:a16="http://schemas.microsoft.com/office/drawing/2014/main" id="{D40B48CB-332A-A948-48D9-E7A6621FB82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653" name="Group 2652">
                      <a:extLst>
                        <a:ext uri="{FF2B5EF4-FFF2-40B4-BE49-F238E27FC236}">
                          <a16:creationId xmlns:a16="http://schemas.microsoft.com/office/drawing/2014/main" id="{C0F6FFAE-071A-C6D2-DFB3-15A9104CB506}"/>
                        </a:ext>
                      </a:extLst>
                    </p:cNvPr>
                    <p:cNvGrpSpPr/>
                    <p:nvPr/>
                  </p:nvGrpSpPr>
                  <p:grpSpPr>
                    <a:xfrm>
                      <a:off x="6434137" y="3402011"/>
                      <a:ext cx="303213" cy="303213"/>
                      <a:chOff x="6434137" y="3402011"/>
                      <a:chExt cx="303213" cy="303213"/>
                    </a:xfrm>
                  </p:grpSpPr>
                  <p:grpSp>
                    <p:nvGrpSpPr>
                      <p:cNvPr id="2654" name="Group 2653">
                        <a:extLst>
                          <a:ext uri="{FF2B5EF4-FFF2-40B4-BE49-F238E27FC236}">
                            <a16:creationId xmlns:a16="http://schemas.microsoft.com/office/drawing/2014/main" id="{51AE9A9B-9AEA-C5EB-FE2B-48395854750C}"/>
                          </a:ext>
                        </a:extLst>
                      </p:cNvPr>
                      <p:cNvGrpSpPr/>
                      <p:nvPr/>
                    </p:nvGrpSpPr>
                    <p:grpSpPr>
                      <a:xfrm flipH="1">
                        <a:off x="6478587" y="3446461"/>
                        <a:ext cx="214313" cy="214313"/>
                        <a:chOff x="5354637" y="3446463"/>
                        <a:chExt cx="214313" cy="214313"/>
                      </a:xfrm>
                    </p:grpSpPr>
                    <p:sp>
                      <p:nvSpPr>
                        <p:cNvPr id="2659" name="Arc 2658">
                          <a:extLst>
                            <a:ext uri="{FF2B5EF4-FFF2-40B4-BE49-F238E27FC236}">
                              <a16:creationId xmlns:a16="http://schemas.microsoft.com/office/drawing/2014/main" id="{62873018-6F13-4F85-3F22-443F9C3F9B4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60" name="Arc 2659">
                          <a:extLst>
                            <a:ext uri="{FF2B5EF4-FFF2-40B4-BE49-F238E27FC236}">
                              <a16:creationId xmlns:a16="http://schemas.microsoft.com/office/drawing/2014/main" id="{B8618226-A423-B6BE-5A39-5F1F539C836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655" name="Group 2654">
                        <a:extLst>
                          <a:ext uri="{FF2B5EF4-FFF2-40B4-BE49-F238E27FC236}">
                            <a16:creationId xmlns:a16="http://schemas.microsoft.com/office/drawing/2014/main" id="{142ECB15-100F-340F-34F5-AD814FD14575}"/>
                          </a:ext>
                        </a:extLst>
                      </p:cNvPr>
                      <p:cNvGrpSpPr/>
                      <p:nvPr/>
                    </p:nvGrpSpPr>
                    <p:grpSpPr>
                      <a:xfrm rot="14400000" flipH="1">
                        <a:off x="6434137" y="3402011"/>
                        <a:ext cx="303213" cy="303213"/>
                        <a:chOff x="5354637" y="3446463"/>
                        <a:chExt cx="214313" cy="214313"/>
                      </a:xfrm>
                    </p:grpSpPr>
                    <p:sp>
                      <p:nvSpPr>
                        <p:cNvPr id="2657" name="Arc 2656">
                          <a:extLst>
                            <a:ext uri="{FF2B5EF4-FFF2-40B4-BE49-F238E27FC236}">
                              <a16:creationId xmlns:a16="http://schemas.microsoft.com/office/drawing/2014/main" id="{74DC7EE2-EAED-8214-F8AE-A5575FECCE1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58" name="Arc 2657">
                          <a:extLst>
                            <a:ext uri="{FF2B5EF4-FFF2-40B4-BE49-F238E27FC236}">
                              <a16:creationId xmlns:a16="http://schemas.microsoft.com/office/drawing/2014/main" id="{9FDA65C9-71E0-59C0-E732-9549E467215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656" name="TextBox 2655">
                        <a:extLst>
                          <a:ext uri="{FF2B5EF4-FFF2-40B4-BE49-F238E27FC236}">
                            <a16:creationId xmlns:a16="http://schemas.microsoft.com/office/drawing/2014/main" id="{45885B04-2137-0CB2-FC7B-EFB77D5878FE}"/>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641" name="Group 2640">
                    <a:extLst>
                      <a:ext uri="{FF2B5EF4-FFF2-40B4-BE49-F238E27FC236}">
                        <a16:creationId xmlns:a16="http://schemas.microsoft.com/office/drawing/2014/main" id="{51268E0D-2886-416E-6202-D718A92A0C1B}"/>
                      </a:ext>
                    </a:extLst>
                  </p:cNvPr>
                  <p:cNvGrpSpPr/>
                  <p:nvPr/>
                </p:nvGrpSpPr>
                <p:grpSpPr>
                  <a:xfrm>
                    <a:off x="6197413" y="3225768"/>
                    <a:ext cx="393192" cy="393192"/>
                    <a:chOff x="6389147" y="3932622"/>
                    <a:chExt cx="393192" cy="393192"/>
                  </a:xfrm>
                </p:grpSpPr>
                <p:grpSp>
                  <p:nvGrpSpPr>
                    <p:cNvPr id="2642" name="Group 2641">
                      <a:extLst>
                        <a:ext uri="{FF2B5EF4-FFF2-40B4-BE49-F238E27FC236}">
                          <a16:creationId xmlns:a16="http://schemas.microsoft.com/office/drawing/2014/main" id="{CEDE1CD0-D27D-9018-08FE-76BCBAA9192E}"/>
                        </a:ext>
                      </a:extLst>
                    </p:cNvPr>
                    <p:cNvGrpSpPr/>
                    <p:nvPr/>
                  </p:nvGrpSpPr>
                  <p:grpSpPr>
                    <a:xfrm flipH="1">
                      <a:off x="6478587" y="4022061"/>
                      <a:ext cx="214313" cy="214313"/>
                      <a:chOff x="5354637" y="3446463"/>
                      <a:chExt cx="214313" cy="214313"/>
                    </a:xfrm>
                  </p:grpSpPr>
                  <p:sp>
                    <p:nvSpPr>
                      <p:cNvPr id="2650" name="Arc 2649">
                        <a:extLst>
                          <a:ext uri="{FF2B5EF4-FFF2-40B4-BE49-F238E27FC236}">
                            <a16:creationId xmlns:a16="http://schemas.microsoft.com/office/drawing/2014/main" id="{706D74D6-04D3-9257-3E65-B6A895E08C8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51" name="Arc 2650">
                        <a:extLst>
                          <a:ext uri="{FF2B5EF4-FFF2-40B4-BE49-F238E27FC236}">
                            <a16:creationId xmlns:a16="http://schemas.microsoft.com/office/drawing/2014/main" id="{9DA93FC5-DAE8-790E-6BA6-F19F77743E4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643" name="Group 2642">
                      <a:extLst>
                        <a:ext uri="{FF2B5EF4-FFF2-40B4-BE49-F238E27FC236}">
                          <a16:creationId xmlns:a16="http://schemas.microsoft.com/office/drawing/2014/main" id="{57BD1140-B410-3F46-27D3-CB625824A509}"/>
                        </a:ext>
                      </a:extLst>
                    </p:cNvPr>
                    <p:cNvGrpSpPr/>
                    <p:nvPr/>
                  </p:nvGrpSpPr>
                  <p:grpSpPr>
                    <a:xfrm rot="7200000" flipH="1">
                      <a:off x="6434137" y="3977611"/>
                      <a:ext cx="303213" cy="303213"/>
                      <a:chOff x="5354637" y="3446463"/>
                      <a:chExt cx="214313" cy="214313"/>
                    </a:xfrm>
                  </p:grpSpPr>
                  <p:sp>
                    <p:nvSpPr>
                      <p:cNvPr id="2648" name="Arc 2647">
                        <a:extLst>
                          <a:ext uri="{FF2B5EF4-FFF2-40B4-BE49-F238E27FC236}">
                            <a16:creationId xmlns:a16="http://schemas.microsoft.com/office/drawing/2014/main" id="{0884DC78-D4BD-CA7A-5C37-F6688D503E0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49" name="Arc 2648">
                        <a:extLst>
                          <a:ext uri="{FF2B5EF4-FFF2-40B4-BE49-F238E27FC236}">
                            <a16:creationId xmlns:a16="http://schemas.microsoft.com/office/drawing/2014/main" id="{E5840584-1A1C-E7B7-058B-50A18D410AD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644" name="Group 2643">
                      <a:extLst>
                        <a:ext uri="{FF2B5EF4-FFF2-40B4-BE49-F238E27FC236}">
                          <a16:creationId xmlns:a16="http://schemas.microsoft.com/office/drawing/2014/main" id="{705458C3-70AA-1DFE-92B5-5F6FA365770E}"/>
                        </a:ext>
                      </a:extLst>
                    </p:cNvPr>
                    <p:cNvGrpSpPr/>
                    <p:nvPr/>
                  </p:nvGrpSpPr>
                  <p:grpSpPr>
                    <a:xfrm rot="14400000" flipH="1">
                      <a:off x="6389147" y="3932622"/>
                      <a:ext cx="393192" cy="393192"/>
                      <a:chOff x="5354637" y="3446463"/>
                      <a:chExt cx="214313" cy="214313"/>
                    </a:xfrm>
                  </p:grpSpPr>
                  <p:sp>
                    <p:nvSpPr>
                      <p:cNvPr id="2646" name="Arc 2645">
                        <a:extLst>
                          <a:ext uri="{FF2B5EF4-FFF2-40B4-BE49-F238E27FC236}">
                            <a16:creationId xmlns:a16="http://schemas.microsoft.com/office/drawing/2014/main" id="{1A2D5F1D-0486-1148-5801-53BAB19E7B9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47" name="Arc 2646">
                        <a:extLst>
                          <a:ext uri="{FF2B5EF4-FFF2-40B4-BE49-F238E27FC236}">
                            <a16:creationId xmlns:a16="http://schemas.microsoft.com/office/drawing/2014/main" id="{A27A9F52-AFDF-C0AD-52B9-C2DBD1F03CB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645" name="TextBox 2644">
                      <a:extLst>
                        <a:ext uri="{FF2B5EF4-FFF2-40B4-BE49-F238E27FC236}">
                          <a16:creationId xmlns:a16="http://schemas.microsoft.com/office/drawing/2014/main" id="{E355EE77-51FC-4A69-EE10-C9F5A2563CDB}"/>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591" name="Group 2590">
                  <a:extLst>
                    <a:ext uri="{FF2B5EF4-FFF2-40B4-BE49-F238E27FC236}">
                      <a16:creationId xmlns:a16="http://schemas.microsoft.com/office/drawing/2014/main" id="{3D54AAE7-F07C-98F8-822F-A16FE2DF9129}"/>
                    </a:ext>
                  </a:extLst>
                </p:cNvPr>
                <p:cNvGrpSpPr/>
                <p:nvPr/>
              </p:nvGrpSpPr>
              <p:grpSpPr>
                <a:xfrm>
                  <a:off x="6069086" y="3246228"/>
                  <a:ext cx="1019224" cy="991639"/>
                  <a:chOff x="5886431" y="3225768"/>
                  <a:chExt cx="1019224" cy="991639"/>
                </a:xfrm>
              </p:grpSpPr>
              <p:grpSp>
                <p:nvGrpSpPr>
                  <p:cNvPr id="2592" name="Group 2591">
                    <a:extLst>
                      <a:ext uri="{FF2B5EF4-FFF2-40B4-BE49-F238E27FC236}">
                        <a16:creationId xmlns:a16="http://schemas.microsoft.com/office/drawing/2014/main" id="{C87132AE-8E16-4A77-25A1-6A4EF1F6DE8D}"/>
                      </a:ext>
                    </a:extLst>
                  </p:cNvPr>
                  <p:cNvGrpSpPr/>
                  <p:nvPr/>
                </p:nvGrpSpPr>
                <p:grpSpPr>
                  <a:xfrm>
                    <a:off x="6197413" y="3824215"/>
                    <a:ext cx="393192" cy="393192"/>
                    <a:chOff x="5265196" y="3357021"/>
                    <a:chExt cx="393192" cy="393192"/>
                  </a:xfrm>
                </p:grpSpPr>
                <p:grpSp>
                  <p:nvGrpSpPr>
                    <p:cNvPr id="2627" name="Group 2626">
                      <a:extLst>
                        <a:ext uri="{FF2B5EF4-FFF2-40B4-BE49-F238E27FC236}">
                          <a16:creationId xmlns:a16="http://schemas.microsoft.com/office/drawing/2014/main" id="{72884B09-B457-3745-CE89-6016C9BDFF49}"/>
                        </a:ext>
                      </a:extLst>
                    </p:cNvPr>
                    <p:cNvGrpSpPr/>
                    <p:nvPr/>
                  </p:nvGrpSpPr>
                  <p:grpSpPr>
                    <a:xfrm rot="14400000">
                      <a:off x="5265196" y="3357021"/>
                      <a:ext cx="393192" cy="393192"/>
                      <a:chOff x="5354637" y="3446463"/>
                      <a:chExt cx="214313" cy="214313"/>
                    </a:xfrm>
                  </p:grpSpPr>
                  <p:sp>
                    <p:nvSpPr>
                      <p:cNvPr id="2636" name="Arc 2635">
                        <a:extLst>
                          <a:ext uri="{FF2B5EF4-FFF2-40B4-BE49-F238E27FC236}">
                            <a16:creationId xmlns:a16="http://schemas.microsoft.com/office/drawing/2014/main" id="{EA5C3770-7B91-7F1C-7699-33B0CDFAF9C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37" name="Arc 2636">
                        <a:extLst>
                          <a:ext uri="{FF2B5EF4-FFF2-40B4-BE49-F238E27FC236}">
                            <a16:creationId xmlns:a16="http://schemas.microsoft.com/office/drawing/2014/main" id="{A4C5BE8E-C87B-0F7D-CC44-DBEFE5487D7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628" name="Group 2627">
                      <a:extLst>
                        <a:ext uri="{FF2B5EF4-FFF2-40B4-BE49-F238E27FC236}">
                          <a16:creationId xmlns:a16="http://schemas.microsoft.com/office/drawing/2014/main" id="{3DD34128-6463-5DE4-55BD-EA1838B2D0D7}"/>
                        </a:ext>
                      </a:extLst>
                    </p:cNvPr>
                    <p:cNvGrpSpPr/>
                    <p:nvPr/>
                  </p:nvGrpSpPr>
                  <p:grpSpPr>
                    <a:xfrm>
                      <a:off x="5310186" y="3402011"/>
                      <a:ext cx="303213" cy="303213"/>
                      <a:chOff x="5310186" y="3402011"/>
                      <a:chExt cx="303213" cy="303213"/>
                    </a:xfrm>
                  </p:grpSpPr>
                  <p:grpSp>
                    <p:nvGrpSpPr>
                      <p:cNvPr id="2629" name="Group 2628">
                        <a:extLst>
                          <a:ext uri="{FF2B5EF4-FFF2-40B4-BE49-F238E27FC236}">
                            <a16:creationId xmlns:a16="http://schemas.microsoft.com/office/drawing/2014/main" id="{F0EF7B8B-6401-DA55-8CF4-83F51A4062A4}"/>
                          </a:ext>
                        </a:extLst>
                      </p:cNvPr>
                      <p:cNvGrpSpPr/>
                      <p:nvPr/>
                    </p:nvGrpSpPr>
                    <p:grpSpPr>
                      <a:xfrm>
                        <a:off x="5354636" y="3446461"/>
                        <a:ext cx="214313" cy="214313"/>
                        <a:chOff x="5354637" y="3446463"/>
                        <a:chExt cx="214313" cy="214313"/>
                      </a:xfrm>
                    </p:grpSpPr>
                    <p:sp>
                      <p:nvSpPr>
                        <p:cNvPr id="2634" name="Arc 2633">
                          <a:extLst>
                            <a:ext uri="{FF2B5EF4-FFF2-40B4-BE49-F238E27FC236}">
                              <a16:creationId xmlns:a16="http://schemas.microsoft.com/office/drawing/2014/main" id="{59EB010B-7E12-4732-A966-D331183B8D1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35" name="Arc 2634">
                          <a:extLst>
                            <a:ext uri="{FF2B5EF4-FFF2-40B4-BE49-F238E27FC236}">
                              <a16:creationId xmlns:a16="http://schemas.microsoft.com/office/drawing/2014/main" id="{60242E77-9F6B-1C4A-875A-FE093BD6489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630" name="Group 2629">
                        <a:extLst>
                          <a:ext uri="{FF2B5EF4-FFF2-40B4-BE49-F238E27FC236}">
                            <a16:creationId xmlns:a16="http://schemas.microsoft.com/office/drawing/2014/main" id="{DC1DE1EC-5176-775E-B05B-B490A4BF7862}"/>
                          </a:ext>
                        </a:extLst>
                      </p:cNvPr>
                      <p:cNvGrpSpPr/>
                      <p:nvPr/>
                    </p:nvGrpSpPr>
                    <p:grpSpPr>
                      <a:xfrm rot="7200000">
                        <a:off x="5310186" y="3402011"/>
                        <a:ext cx="303213" cy="303213"/>
                        <a:chOff x="5354637" y="3446463"/>
                        <a:chExt cx="214313" cy="214313"/>
                      </a:xfrm>
                    </p:grpSpPr>
                    <p:sp>
                      <p:nvSpPr>
                        <p:cNvPr id="2632" name="Arc 2631">
                          <a:extLst>
                            <a:ext uri="{FF2B5EF4-FFF2-40B4-BE49-F238E27FC236}">
                              <a16:creationId xmlns:a16="http://schemas.microsoft.com/office/drawing/2014/main" id="{F3193B8F-3668-794F-D3E0-BBDA1414CC6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33" name="Arc 2632">
                          <a:extLst>
                            <a:ext uri="{FF2B5EF4-FFF2-40B4-BE49-F238E27FC236}">
                              <a16:creationId xmlns:a16="http://schemas.microsoft.com/office/drawing/2014/main" id="{07164A3B-9E48-FCA3-A969-EC3F5877E28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631" name="TextBox 2630">
                        <a:extLst>
                          <a:ext uri="{FF2B5EF4-FFF2-40B4-BE49-F238E27FC236}">
                            <a16:creationId xmlns:a16="http://schemas.microsoft.com/office/drawing/2014/main" id="{E6C7F37B-08A7-71F4-FD6F-08342BDD9A9F}"/>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593" name="Group 2592">
                    <a:extLst>
                      <a:ext uri="{FF2B5EF4-FFF2-40B4-BE49-F238E27FC236}">
                        <a16:creationId xmlns:a16="http://schemas.microsoft.com/office/drawing/2014/main" id="{340C4129-19A3-41A1-82DE-CAB196B45656}"/>
                      </a:ext>
                    </a:extLst>
                  </p:cNvPr>
                  <p:cNvGrpSpPr/>
                  <p:nvPr/>
                </p:nvGrpSpPr>
                <p:grpSpPr>
                  <a:xfrm>
                    <a:off x="5886431" y="3525040"/>
                    <a:ext cx="393192" cy="393192"/>
                    <a:chOff x="5265196" y="3932619"/>
                    <a:chExt cx="393192" cy="393192"/>
                  </a:xfrm>
                </p:grpSpPr>
                <p:grpSp>
                  <p:nvGrpSpPr>
                    <p:cNvPr id="2617" name="Group 2616">
                      <a:extLst>
                        <a:ext uri="{FF2B5EF4-FFF2-40B4-BE49-F238E27FC236}">
                          <a16:creationId xmlns:a16="http://schemas.microsoft.com/office/drawing/2014/main" id="{066753AD-BE22-A0BF-3A81-3124BA955C77}"/>
                        </a:ext>
                      </a:extLst>
                    </p:cNvPr>
                    <p:cNvGrpSpPr/>
                    <p:nvPr/>
                  </p:nvGrpSpPr>
                  <p:grpSpPr>
                    <a:xfrm>
                      <a:off x="5354636" y="4022061"/>
                      <a:ext cx="214313" cy="214313"/>
                      <a:chOff x="5354637" y="3446463"/>
                      <a:chExt cx="214313" cy="214313"/>
                    </a:xfrm>
                  </p:grpSpPr>
                  <p:sp>
                    <p:nvSpPr>
                      <p:cNvPr id="2625" name="Arc 2624">
                        <a:extLst>
                          <a:ext uri="{FF2B5EF4-FFF2-40B4-BE49-F238E27FC236}">
                            <a16:creationId xmlns:a16="http://schemas.microsoft.com/office/drawing/2014/main" id="{C4535BA8-8635-2607-FEFD-7B8C447CF30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26" name="Arc 2625">
                        <a:extLst>
                          <a:ext uri="{FF2B5EF4-FFF2-40B4-BE49-F238E27FC236}">
                            <a16:creationId xmlns:a16="http://schemas.microsoft.com/office/drawing/2014/main" id="{E66B595D-1F9C-3D0E-3ECF-937A4EB6C20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618" name="Group 2617">
                      <a:extLst>
                        <a:ext uri="{FF2B5EF4-FFF2-40B4-BE49-F238E27FC236}">
                          <a16:creationId xmlns:a16="http://schemas.microsoft.com/office/drawing/2014/main" id="{FA542AD7-1284-78ED-1465-83FF753C76D8}"/>
                        </a:ext>
                      </a:extLst>
                    </p:cNvPr>
                    <p:cNvGrpSpPr/>
                    <p:nvPr/>
                  </p:nvGrpSpPr>
                  <p:grpSpPr>
                    <a:xfrm rot="14400000">
                      <a:off x="5310186" y="3977611"/>
                      <a:ext cx="303213" cy="303213"/>
                      <a:chOff x="5354637" y="3446463"/>
                      <a:chExt cx="214313" cy="214313"/>
                    </a:xfrm>
                  </p:grpSpPr>
                  <p:sp>
                    <p:nvSpPr>
                      <p:cNvPr id="2623" name="Arc 2622">
                        <a:extLst>
                          <a:ext uri="{FF2B5EF4-FFF2-40B4-BE49-F238E27FC236}">
                            <a16:creationId xmlns:a16="http://schemas.microsoft.com/office/drawing/2014/main" id="{9E2501DE-C516-C539-3F2E-8CD91AFDBA2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24" name="Arc 2623">
                        <a:extLst>
                          <a:ext uri="{FF2B5EF4-FFF2-40B4-BE49-F238E27FC236}">
                            <a16:creationId xmlns:a16="http://schemas.microsoft.com/office/drawing/2014/main" id="{F2761B0E-2145-ED80-9886-75811CC6712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619" name="Group 2618">
                      <a:extLst>
                        <a:ext uri="{FF2B5EF4-FFF2-40B4-BE49-F238E27FC236}">
                          <a16:creationId xmlns:a16="http://schemas.microsoft.com/office/drawing/2014/main" id="{91C8C13D-4EE1-2523-F4B2-8C4EBF6740FF}"/>
                        </a:ext>
                      </a:extLst>
                    </p:cNvPr>
                    <p:cNvGrpSpPr/>
                    <p:nvPr/>
                  </p:nvGrpSpPr>
                  <p:grpSpPr>
                    <a:xfrm rot="7200000">
                      <a:off x="5265196" y="3932619"/>
                      <a:ext cx="393192" cy="393192"/>
                      <a:chOff x="5354637" y="3446463"/>
                      <a:chExt cx="214313" cy="214313"/>
                    </a:xfrm>
                  </p:grpSpPr>
                  <p:sp>
                    <p:nvSpPr>
                      <p:cNvPr id="2621" name="Arc 2620">
                        <a:extLst>
                          <a:ext uri="{FF2B5EF4-FFF2-40B4-BE49-F238E27FC236}">
                            <a16:creationId xmlns:a16="http://schemas.microsoft.com/office/drawing/2014/main" id="{E0DF4F3F-A9D6-B231-AED3-1CE733EAA64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22" name="Arc 2621">
                        <a:extLst>
                          <a:ext uri="{FF2B5EF4-FFF2-40B4-BE49-F238E27FC236}">
                            <a16:creationId xmlns:a16="http://schemas.microsoft.com/office/drawing/2014/main" id="{C2731A58-B251-70A9-21B0-AB6EA1D22AA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620" name="TextBox 2619">
                      <a:extLst>
                        <a:ext uri="{FF2B5EF4-FFF2-40B4-BE49-F238E27FC236}">
                          <a16:creationId xmlns:a16="http://schemas.microsoft.com/office/drawing/2014/main" id="{B25F0C81-D64B-8451-88C6-12D722A61846}"/>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594" name="Group 2593">
                    <a:extLst>
                      <a:ext uri="{FF2B5EF4-FFF2-40B4-BE49-F238E27FC236}">
                        <a16:creationId xmlns:a16="http://schemas.microsoft.com/office/drawing/2014/main" id="{03820A67-AD66-855A-C47D-95781273428F}"/>
                      </a:ext>
                    </a:extLst>
                  </p:cNvPr>
                  <p:cNvGrpSpPr/>
                  <p:nvPr/>
                </p:nvGrpSpPr>
                <p:grpSpPr>
                  <a:xfrm>
                    <a:off x="6512463" y="3525040"/>
                    <a:ext cx="393192" cy="393192"/>
                    <a:chOff x="6389147" y="3357021"/>
                    <a:chExt cx="393192" cy="393192"/>
                  </a:xfrm>
                </p:grpSpPr>
                <p:grpSp>
                  <p:nvGrpSpPr>
                    <p:cNvPr id="2606" name="Group 2605">
                      <a:extLst>
                        <a:ext uri="{FF2B5EF4-FFF2-40B4-BE49-F238E27FC236}">
                          <a16:creationId xmlns:a16="http://schemas.microsoft.com/office/drawing/2014/main" id="{D34AFE50-18ED-7E22-1D34-0722FBDE95F3}"/>
                        </a:ext>
                      </a:extLst>
                    </p:cNvPr>
                    <p:cNvGrpSpPr/>
                    <p:nvPr/>
                  </p:nvGrpSpPr>
                  <p:grpSpPr>
                    <a:xfrm rot="7200000" flipH="1">
                      <a:off x="6389147" y="3357021"/>
                      <a:ext cx="393192" cy="393192"/>
                      <a:chOff x="5354637" y="3446463"/>
                      <a:chExt cx="214313" cy="214313"/>
                    </a:xfrm>
                  </p:grpSpPr>
                  <p:sp>
                    <p:nvSpPr>
                      <p:cNvPr id="2615" name="Arc 2614">
                        <a:extLst>
                          <a:ext uri="{FF2B5EF4-FFF2-40B4-BE49-F238E27FC236}">
                            <a16:creationId xmlns:a16="http://schemas.microsoft.com/office/drawing/2014/main" id="{54FD39A3-2D23-A8A2-5495-51731F1750F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16" name="Arc 2615">
                        <a:extLst>
                          <a:ext uri="{FF2B5EF4-FFF2-40B4-BE49-F238E27FC236}">
                            <a16:creationId xmlns:a16="http://schemas.microsoft.com/office/drawing/2014/main" id="{298CBBAF-013B-2753-01D7-EB098224BF1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607" name="Group 2606">
                      <a:extLst>
                        <a:ext uri="{FF2B5EF4-FFF2-40B4-BE49-F238E27FC236}">
                          <a16:creationId xmlns:a16="http://schemas.microsoft.com/office/drawing/2014/main" id="{64147084-0BCF-74EC-3F38-62F4B0618454}"/>
                        </a:ext>
                      </a:extLst>
                    </p:cNvPr>
                    <p:cNvGrpSpPr/>
                    <p:nvPr/>
                  </p:nvGrpSpPr>
                  <p:grpSpPr>
                    <a:xfrm>
                      <a:off x="6434137" y="3402011"/>
                      <a:ext cx="303213" cy="303213"/>
                      <a:chOff x="6434137" y="3402011"/>
                      <a:chExt cx="303213" cy="303213"/>
                    </a:xfrm>
                  </p:grpSpPr>
                  <p:grpSp>
                    <p:nvGrpSpPr>
                      <p:cNvPr id="2608" name="Group 2607">
                        <a:extLst>
                          <a:ext uri="{FF2B5EF4-FFF2-40B4-BE49-F238E27FC236}">
                            <a16:creationId xmlns:a16="http://schemas.microsoft.com/office/drawing/2014/main" id="{36FED0C6-76F3-47B4-41A5-C72FE9BB2823}"/>
                          </a:ext>
                        </a:extLst>
                      </p:cNvPr>
                      <p:cNvGrpSpPr/>
                      <p:nvPr/>
                    </p:nvGrpSpPr>
                    <p:grpSpPr>
                      <a:xfrm flipH="1">
                        <a:off x="6478587" y="3446461"/>
                        <a:ext cx="214313" cy="214313"/>
                        <a:chOff x="5354637" y="3446463"/>
                        <a:chExt cx="214313" cy="214313"/>
                      </a:xfrm>
                    </p:grpSpPr>
                    <p:sp>
                      <p:nvSpPr>
                        <p:cNvPr id="2613" name="Arc 2612">
                          <a:extLst>
                            <a:ext uri="{FF2B5EF4-FFF2-40B4-BE49-F238E27FC236}">
                              <a16:creationId xmlns:a16="http://schemas.microsoft.com/office/drawing/2014/main" id="{F33BF887-F26B-FE71-65EA-6B24EDB7090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14" name="Arc 2613">
                          <a:extLst>
                            <a:ext uri="{FF2B5EF4-FFF2-40B4-BE49-F238E27FC236}">
                              <a16:creationId xmlns:a16="http://schemas.microsoft.com/office/drawing/2014/main" id="{58370CDD-B889-CE91-F62F-B11CD3537AE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609" name="Group 2608">
                        <a:extLst>
                          <a:ext uri="{FF2B5EF4-FFF2-40B4-BE49-F238E27FC236}">
                            <a16:creationId xmlns:a16="http://schemas.microsoft.com/office/drawing/2014/main" id="{4A66418A-0472-B073-502B-5990F70A0314}"/>
                          </a:ext>
                        </a:extLst>
                      </p:cNvPr>
                      <p:cNvGrpSpPr/>
                      <p:nvPr/>
                    </p:nvGrpSpPr>
                    <p:grpSpPr>
                      <a:xfrm rot="14400000" flipH="1">
                        <a:off x="6434137" y="3402011"/>
                        <a:ext cx="303213" cy="303213"/>
                        <a:chOff x="5354637" y="3446463"/>
                        <a:chExt cx="214313" cy="214313"/>
                      </a:xfrm>
                    </p:grpSpPr>
                    <p:sp>
                      <p:nvSpPr>
                        <p:cNvPr id="2611" name="Arc 2610">
                          <a:extLst>
                            <a:ext uri="{FF2B5EF4-FFF2-40B4-BE49-F238E27FC236}">
                              <a16:creationId xmlns:a16="http://schemas.microsoft.com/office/drawing/2014/main" id="{FB3189EA-53B4-6D9E-FC68-E40F8172D49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12" name="Arc 2611">
                          <a:extLst>
                            <a:ext uri="{FF2B5EF4-FFF2-40B4-BE49-F238E27FC236}">
                              <a16:creationId xmlns:a16="http://schemas.microsoft.com/office/drawing/2014/main" id="{7B619F25-D684-E51E-2218-367E93F8343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610" name="TextBox 2609">
                        <a:extLst>
                          <a:ext uri="{FF2B5EF4-FFF2-40B4-BE49-F238E27FC236}">
                            <a16:creationId xmlns:a16="http://schemas.microsoft.com/office/drawing/2014/main" id="{B104F52F-8CE8-11B6-4311-F9CDD50A1010}"/>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595" name="Group 2594">
                    <a:extLst>
                      <a:ext uri="{FF2B5EF4-FFF2-40B4-BE49-F238E27FC236}">
                        <a16:creationId xmlns:a16="http://schemas.microsoft.com/office/drawing/2014/main" id="{E7FB1DE7-374C-0179-3031-C6E995BFEF2E}"/>
                      </a:ext>
                    </a:extLst>
                  </p:cNvPr>
                  <p:cNvGrpSpPr/>
                  <p:nvPr/>
                </p:nvGrpSpPr>
                <p:grpSpPr>
                  <a:xfrm>
                    <a:off x="6197413" y="3225768"/>
                    <a:ext cx="393192" cy="393192"/>
                    <a:chOff x="6389147" y="3932622"/>
                    <a:chExt cx="393192" cy="393192"/>
                  </a:xfrm>
                </p:grpSpPr>
                <p:grpSp>
                  <p:nvGrpSpPr>
                    <p:cNvPr id="2596" name="Group 2595">
                      <a:extLst>
                        <a:ext uri="{FF2B5EF4-FFF2-40B4-BE49-F238E27FC236}">
                          <a16:creationId xmlns:a16="http://schemas.microsoft.com/office/drawing/2014/main" id="{9BDF8202-D348-1F25-5578-151FD820A2E0}"/>
                        </a:ext>
                      </a:extLst>
                    </p:cNvPr>
                    <p:cNvGrpSpPr/>
                    <p:nvPr/>
                  </p:nvGrpSpPr>
                  <p:grpSpPr>
                    <a:xfrm flipH="1">
                      <a:off x="6478587" y="4022061"/>
                      <a:ext cx="214313" cy="214313"/>
                      <a:chOff x="5354637" y="3446463"/>
                      <a:chExt cx="214313" cy="214313"/>
                    </a:xfrm>
                  </p:grpSpPr>
                  <p:sp>
                    <p:nvSpPr>
                      <p:cNvPr id="2604" name="Arc 2603">
                        <a:extLst>
                          <a:ext uri="{FF2B5EF4-FFF2-40B4-BE49-F238E27FC236}">
                            <a16:creationId xmlns:a16="http://schemas.microsoft.com/office/drawing/2014/main" id="{CACDECCD-36AA-B84E-B741-F71D3D0C6C8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05" name="Arc 2604">
                        <a:extLst>
                          <a:ext uri="{FF2B5EF4-FFF2-40B4-BE49-F238E27FC236}">
                            <a16:creationId xmlns:a16="http://schemas.microsoft.com/office/drawing/2014/main" id="{6AB6368E-88D8-77F6-3A96-4D3B79B8070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597" name="Group 2596">
                      <a:extLst>
                        <a:ext uri="{FF2B5EF4-FFF2-40B4-BE49-F238E27FC236}">
                          <a16:creationId xmlns:a16="http://schemas.microsoft.com/office/drawing/2014/main" id="{7A8C4DE2-9603-DBED-C77A-FB76E24E01B6}"/>
                        </a:ext>
                      </a:extLst>
                    </p:cNvPr>
                    <p:cNvGrpSpPr/>
                    <p:nvPr/>
                  </p:nvGrpSpPr>
                  <p:grpSpPr>
                    <a:xfrm rot="7200000" flipH="1">
                      <a:off x="6434137" y="3977611"/>
                      <a:ext cx="303213" cy="303213"/>
                      <a:chOff x="5354637" y="3446463"/>
                      <a:chExt cx="214313" cy="214313"/>
                    </a:xfrm>
                  </p:grpSpPr>
                  <p:sp>
                    <p:nvSpPr>
                      <p:cNvPr id="2602" name="Arc 2601">
                        <a:extLst>
                          <a:ext uri="{FF2B5EF4-FFF2-40B4-BE49-F238E27FC236}">
                            <a16:creationId xmlns:a16="http://schemas.microsoft.com/office/drawing/2014/main" id="{2A2B4CF4-57B2-F493-29FA-22988E0FACC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03" name="Arc 2602">
                        <a:extLst>
                          <a:ext uri="{FF2B5EF4-FFF2-40B4-BE49-F238E27FC236}">
                            <a16:creationId xmlns:a16="http://schemas.microsoft.com/office/drawing/2014/main" id="{A279E53C-A264-98A2-EF3D-4E951B147EB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598" name="Group 2597">
                      <a:extLst>
                        <a:ext uri="{FF2B5EF4-FFF2-40B4-BE49-F238E27FC236}">
                          <a16:creationId xmlns:a16="http://schemas.microsoft.com/office/drawing/2014/main" id="{5C6374CC-19F8-13A5-3B60-CBF4FA1DBB86}"/>
                        </a:ext>
                      </a:extLst>
                    </p:cNvPr>
                    <p:cNvGrpSpPr/>
                    <p:nvPr/>
                  </p:nvGrpSpPr>
                  <p:grpSpPr>
                    <a:xfrm rot="14400000" flipH="1">
                      <a:off x="6389147" y="3932622"/>
                      <a:ext cx="393192" cy="393192"/>
                      <a:chOff x="5354637" y="3446463"/>
                      <a:chExt cx="214313" cy="214313"/>
                    </a:xfrm>
                  </p:grpSpPr>
                  <p:sp>
                    <p:nvSpPr>
                      <p:cNvPr id="2600" name="Arc 2599">
                        <a:extLst>
                          <a:ext uri="{FF2B5EF4-FFF2-40B4-BE49-F238E27FC236}">
                            <a16:creationId xmlns:a16="http://schemas.microsoft.com/office/drawing/2014/main" id="{32B948D5-7D3D-4DA9-88AB-3C41D873023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01" name="Arc 2600">
                        <a:extLst>
                          <a:ext uri="{FF2B5EF4-FFF2-40B4-BE49-F238E27FC236}">
                            <a16:creationId xmlns:a16="http://schemas.microsoft.com/office/drawing/2014/main" id="{CA83C0D2-D046-B0E6-61EE-8EC7A26BE08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599" name="TextBox 2598">
                      <a:extLst>
                        <a:ext uri="{FF2B5EF4-FFF2-40B4-BE49-F238E27FC236}">
                          <a16:creationId xmlns:a16="http://schemas.microsoft.com/office/drawing/2014/main" id="{962AAEAA-CCAC-3FF2-7092-A3FFFB345634}"/>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2495" name="Group 2494">
                <a:extLst>
                  <a:ext uri="{FF2B5EF4-FFF2-40B4-BE49-F238E27FC236}">
                    <a16:creationId xmlns:a16="http://schemas.microsoft.com/office/drawing/2014/main" id="{3BB68412-649B-DEF0-6650-83D148BC8D4F}"/>
                  </a:ext>
                </a:extLst>
              </p:cNvPr>
              <p:cNvGrpSpPr/>
              <p:nvPr/>
            </p:nvGrpSpPr>
            <p:grpSpPr>
              <a:xfrm>
                <a:off x="6065340" y="2039507"/>
                <a:ext cx="1643204" cy="1593124"/>
                <a:chOff x="5445106" y="2644743"/>
                <a:chExt cx="1643204" cy="1593124"/>
              </a:xfrm>
            </p:grpSpPr>
            <p:grpSp>
              <p:nvGrpSpPr>
                <p:cNvPr id="2496" name="Group 2495">
                  <a:extLst>
                    <a:ext uri="{FF2B5EF4-FFF2-40B4-BE49-F238E27FC236}">
                      <a16:creationId xmlns:a16="http://schemas.microsoft.com/office/drawing/2014/main" id="{B480B8CC-4F9C-6381-3C95-143DF8245CF2}"/>
                    </a:ext>
                  </a:extLst>
                </p:cNvPr>
                <p:cNvGrpSpPr/>
                <p:nvPr/>
              </p:nvGrpSpPr>
              <p:grpSpPr>
                <a:xfrm>
                  <a:off x="5445106" y="2644743"/>
                  <a:ext cx="1019224" cy="991639"/>
                  <a:chOff x="5886431" y="3225768"/>
                  <a:chExt cx="1019224" cy="991639"/>
                </a:xfrm>
              </p:grpSpPr>
              <p:grpSp>
                <p:nvGrpSpPr>
                  <p:cNvPr id="2544" name="Group 2543">
                    <a:extLst>
                      <a:ext uri="{FF2B5EF4-FFF2-40B4-BE49-F238E27FC236}">
                        <a16:creationId xmlns:a16="http://schemas.microsoft.com/office/drawing/2014/main" id="{7E5476CC-F6B0-933D-C05D-1536868096C3}"/>
                      </a:ext>
                    </a:extLst>
                  </p:cNvPr>
                  <p:cNvGrpSpPr/>
                  <p:nvPr/>
                </p:nvGrpSpPr>
                <p:grpSpPr>
                  <a:xfrm>
                    <a:off x="6197413" y="3824215"/>
                    <a:ext cx="393192" cy="393192"/>
                    <a:chOff x="5265196" y="3357021"/>
                    <a:chExt cx="393192" cy="393192"/>
                  </a:xfrm>
                </p:grpSpPr>
                <p:grpSp>
                  <p:nvGrpSpPr>
                    <p:cNvPr id="2579" name="Group 2578">
                      <a:extLst>
                        <a:ext uri="{FF2B5EF4-FFF2-40B4-BE49-F238E27FC236}">
                          <a16:creationId xmlns:a16="http://schemas.microsoft.com/office/drawing/2014/main" id="{E632AF37-B4BC-D4D3-D83C-2FC8B3F70F98}"/>
                        </a:ext>
                      </a:extLst>
                    </p:cNvPr>
                    <p:cNvGrpSpPr/>
                    <p:nvPr/>
                  </p:nvGrpSpPr>
                  <p:grpSpPr>
                    <a:xfrm rot="14400000">
                      <a:off x="5265196" y="3357021"/>
                      <a:ext cx="393192" cy="393192"/>
                      <a:chOff x="5354637" y="3446463"/>
                      <a:chExt cx="214313" cy="214313"/>
                    </a:xfrm>
                  </p:grpSpPr>
                  <p:sp>
                    <p:nvSpPr>
                      <p:cNvPr id="2588" name="Arc 2587">
                        <a:extLst>
                          <a:ext uri="{FF2B5EF4-FFF2-40B4-BE49-F238E27FC236}">
                            <a16:creationId xmlns:a16="http://schemas.microsoft.com/office/drawing/2014/main" id="{8167B18E-04FE-807F-746D-928A0329EFE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89" name="Arc 2588">
                        <a:extLst>
                          <a:ext uri="{FF2B5EF4-FFF2-40B4-BE49-F238E27FC236}">
                            <a16:creationId xmlns:a16="http://schemas.microsoft.com/office/drawing/2014/main" id="{9D455B2F-BD79-503B-3AAB-F103CB63A3E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580" name="Group 2579">
                      <a:extLst>
                        <a:ext uri="{FF2B5EF4-FFF2-40B4-BE49-F238E27FC236}">
                          <a16:creationId xmlns:a16="http://schemas.microsoft.com/office/drawing/2014/main" id="{D7DA8108-AE64-FB4B-69C0-25E8C5E2C48E}"/>
                        </a:ext>
                      </a:extLst>
                    </p:cNvPr>
                    <p:cNvGrpSpPr/>
                    <p:nvPr/>
                  </p:nvGrpSpPr>
                  <p:grpSpPr>
                    <a:xfrm>
                      <a:off x="5310186" y="3402011"/>
                      <a:ext cx="303213" cy="303213"/>
                      <a:chOff x="5310186" y="3402011"/>
                      <a:chExt cx="303213" cy="303213"/>
                    </a:xfrm>
                  </p:grpSpPr>
                  <p:grpSp>
                    <p:nvGrpSpPr>
                      <p:cNvPr id="2581" name="Group 2580">
                        <a:extLst>
                          <a:ext uri="{FF2B5EF4-FFF2-40B4-BE49-F238E27FC236}">
                            <a16:creationId xmlns:a16="http://schemas.microsoft.com/office/drawing/2014/main" id="{48E07E44-1314-1DAA-7A57-C4A1F13209FF}"/>
                          </a:ext>
                        </a:extLst>
                      </p:cNvPr>
                      <p:cNvGrpSpPr/>
                      <p:nvPr/>
                    </p:nvGrpSpPr>
                    <p:grpSpPr>
                      <a:xfrm>
                        <a:off x="5354636" y="3446461"/>
                        <a:ext cx="214313" cy="214313"/>
                        <a:chOff x="5354637" y="3446463"/>
                        <a:chExt cx="214313" cy="214313"/>
                      </a:xfrm>
                    </p:grpSpPr>
                    <p:sp>
                      <p:nvSpPr>
                        <p:cNvPr id="2586" name="Arc 2585">
                          <a:extLst>
                            <a:ext uri="{FF2B5EF4-FFF2-40B4-BE49-F238E27FC236}">
                              <a16:creationId xmlns:a16="http://schemas.microsoft.com/office/drawing/2014/main" id="{348FC900-0788-A21D-B427-CFE36356F9D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87" name="Arc 2586">
                          <a:extLst>
                            <a:ext uri="{FF2B5EF4-FFF2-40B4-BE49-F238E27FC236}">
                              <a16:creationId xmlns:a16="http://schemas.microsoft.com/office/drawing/2014/main" id="{CF73B383-50BD-D8C7-5A69-5B2E9E944F4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582" name="Group 2581">
                        <a:extLst>
                          <a:ext uri="{FF2B5EF4-FFF2-40B4-BE49-F238E27FC236}">
                            <a16:creationId xmlns:a16="http://schemas.microsoft.com/office/drawing/2014/main" id="{76D4F552-270A-17BF-E5A0-19179FE782A0}"/>
                          </a:ext>
                        </a:extLst>
                      </p:cNvPr>
                      <p:cNvGrpSpPr/>
                      <p:nvPr/>
                    </p:nvGrpSpPr>
                    <p:grpSpPr>
                      <a:xfrm rot="7200000">
                        <a:off x="5310186" y="3402011"/>
                        <a:ext cx="303213" cy="303213"/>
                        <a:chOff x="5354637" y="3446463"/>
                        <a:chExt cx="214313" cy="214313"/>
                      </a:xfrm>
                    </p:grpSpPr>
                    <p:sp>
                      <p:nvSpPr>
                        <p:cNvPr id="2584" name="Arc 2583">
                          <a:extLst>
                            <a:ext uri="{FF2B5EF4-FFF2-40B4-BE49-F238E27FC236}">
                              <a16:creationId xmlns:a16="http://schemas.microsoft.com/office/drawing/2014/main" id="{E0D592D8-0B85-54E9-04F5-65C00E09897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85" name="Arc 2584">
                          <a:extLst>
                            <a:ext uri="{FF2B5EF4-FFF2-40B4-BE49-F238E27FC236}">
                              <a16:creationId xmlns:a16="http://schemas.microsoft.com/office/drawing/2014/main" id="{741F3C61-61E4-86BC-2F79-D74F68C35D2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583" name="TextBox 2582">
                        <a:extLst>
                          <a:ext uri="{FF2B5EF4-FFF2-40B4-BE49-F238E27FC236}">
                            <a16:creationId xmlns:a16="http://schemas.microsoft.com/office/drawing/2014/main" id="{887543B4-52A4-D270-9FAD-24D602FBEFDC}"/>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545" name="Group 2544">
                    <a:extLst>
                      <a:ext uri="{FF2B5EF4-FFF2-40B4-BE49-F238E27FC236}">
                        <a16:creationId xmlns:a16="http://schemas.microsoft.com/office/drawing/2014/main" id="{A16DAA57-0DF9-5BF7-3A13-650D48A1D8C7}"/>
                      </a:ext>
                    </a:extLst>
                  </p:cNvPr>
                  <p:cNvGrpSpPr/>
                  <p:nvPr/>
                </p:nvGrpSpPr>
                <p:grpSpPr>
                  <a:xfrm>
                    <a:off x="5886431" y="3525040"/>
                    <a:ext cx="393192" cy="393192"/>
                    <a:chOff x="5265196" y="3932619"/>
                    <a:chExt cx="393192" cy="393192"/>
                  </a:xfrm>
                </p:grpSpPr>
                <p:grpSp>
                  <p:nvGrpSpPr>
                    <p:cNvPr id="2569" name="Group 2568">
                      <a:extLst>
                        <a:ext uri="{FF2B5EF4-FFF2-40B4-BE49-F238E27FC236}">
                          <a16:creationId xmlns:a16="http://schemas.microsoft.com/office/drawing/2014/main" id="{47775F91-85FC-405F-1140-30B1F86DC567}"/>
                        </a:ext>
                      </a:extLst>
                    </p:cNvPr>
                    <p:cNvGrpSpPr/>
                    <p:nvPr/>
                  </p:nvGrpSpPr>
                  <p:grpSpPr>
                    <a:xfrm>
                      <a:off x="5354636" y="4022061"/>
                      <a:ext cx="214313" cy="214313"/>
                      <a:chOff x="5354637" y="3446463"/>
                      <a:chExt cx="214313" cy="214313"/>
                    </a:xfrm>
                  </p:grpSpPr>
                  <p:sp>
                    <p:nvSpPr>
                      <p:cNvPr id="2577" name="Arc 2576">
                        <a:extLst>
                          <a:ext uri="{FF2B5EF4-FFF2-40B4-BE49-F238E27FC236}">
                            <a16:creationId xmlns:a16="http://schemas.microsoft.com/office/drawing/2014/main" id="{92493E42-CA66-363A-9ED4-2F9F9656BE9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78" name="Arc 2577">
                        <a:extLst>
                          <a:ext uri="{FF2B5EF4-FFF2-40B4-BE49-F238E27FC236}">
                            <a16:creationId xmlns:a16="http://schemas.microsoft.com/office/drawing/2014/main" id="{A8EBC1A3-AC72-3101-1893-79D2CB17CAA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570" name="Group 2569">
                      <a:extLst>
                        <a:ext uri="{FF2B5EF4-FFF2-40B4-BE49-F238E27FC236}">
                          <a16:creationId xmlns:a16="http://schemas.microsoft.com/office/drawing/2014/main" id="{83295F92-2E86-B3F1-1824-427A7B37AEB9}"/>
                        </a:ext>
                      </a:extLst>
                    </p:cNvPr>
                    <p:cNvGrpSpPr/>
                    <p:nvPr/>
                  </p:nvGrpSpPr>
                  <p:grpSpPr>
                    <a:xfrm rot="14400000">
                      <a:off x="5310186" y="3977611"/>
                      <a:ext cx="303213" cy="303213"/>
                      <a:chOff x="5354637" y="3446463"/>
                      <a:chExt cx="214313" cy="214313"/>
                    </a:xfrm>
                  </p:grpSpPr>
                  <p:sp>
                    <p:nvSpPr>
                      <p:cNvPr id="2575" name="Arc 2574">
                        <a:extLst>
                          <a:ext uri="{FF2B5EF4-FFF2-40B4-BE49-F238E27FC236}">
                            <a16:creationId xmlns:a16="http://schemas.microsoft.com/office/drawing/2014/main" id="{4EB34331-6D70-7375-4889-C8D97F3BACF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76" name="Arc 2575">
                        <a:extLst>
                          <a:ext uri="{FF2B5EF4-FFF2-40B4-BE49-F238E27FC236}">
                            <a16:creationId xmlns:a16="http://schemas.microsoft.com/office/drawing/2014/main" id="{1E709729-13D5-07F9-79EB-B17BB851288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571" name="Group 2570">
                      <a:extLst>
                        <a:ext uri="{FF2B5EF4-FFF2-40B4-BE49-F238E27FC236}">
                          <a16:creationId xmlns:a16="http://schemas.microsoft.com/office/drawing/2014/main" id="{B9C6BBDB-4A65-B5AF-934E-6E22EACF1F4C}"/>
                        </a:ext>
                      </a:extLst>
                    </p:cNvPr>
                    <p:cNvGrpSpPr/>
                    <p:nvPr/>
                  </p:nvGrpSpPr>
                  <p:grpSpPr>
                    <a:xfrm rot="7200000">
                      <a:off x="5265196" y="3932619"/>
                      <a:ext cx="393192" cy="393192"/>
                      <a:chOff x="5354637" y="3446463"/>
                      <a:chExt cx="214313" cy="214313"/>
                    </a:xfrm>
                  </p:grpSpPr>
                  <p:sp>
                    <p:nvSpPr>
                      <p:cNvPr id="2573" name="Arc 2572">
                        <a:extLst>
                          <a:ext uri="{FF2B5EF4-FFF2-40B4-BE49-F238E27FC236}">
                            <a16:creationId xmlns:a16="http://schemas.microsoft.com/office/drawing/2014/main" id="{38A5C33D-01B3-E9E6-7FD3-3668ACFBBBC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74" name="Arc 2573">
                        <a:extLst>
                          <a:ext uri="{FF2B5EF4-FFF2-40B4-BE49-F238E27FC236}">
                            <a16:creationId xmlns:a16="http://schemas.microsoft.com/office/drawing/2014/main" id="{EB996B27-DA4A-7236-EEB1-88E32D4A5F6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572" name="TextBox 2571">
                      <a:extLst>
                        <a:ext uri="{FF2B5EF4-FFF2-40B4-BE49-F238E27FC236}">
                          <a16:creationId xmlns:a16="http://schemas.microsoft.com/office/drawing/2014/main" id="{CB59E27E-007D-A9BC-3471-99AC2C1965FA}"/>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546" name="Group 2545">
                    <a:extLst>
                      <a:ext uri="{FF2B5EF4-FFF2-40B4-BE49-F238E27FC236}">
                        <a16:creationId xmlns:a16="http://schemas.microsoft.com/office/drawing/2014/main" id="{19C995B8-7610-872E-548F-EB17681E3A26}"/>
                      </a:ext>
                    </a:extLst>
                  </p:cNvPr>
                  <p:cNvGrpSpPr/>
                  <p:nvPr/>
                </p:nvGrpSpPr>
                <p:grpSpPr>
                  <a:xfrm>
                    <a:off x="6512463" y="3525040"/>
                    <a:ext cx="393192" cy="393192"/>
                    <a:chOff x="6389147" y="3357021"/>
                    <a:chExt cx="393192" cy="393192"/>
                  </a:xfrm>
                </p:grpSpPr>
                <p:grpSp>
                  <p:nvGrpSpPr>
                    <p:cNvPr id="2558" name="Group 2557">
                      <a:extLst>
                        <a:ext uri="{FF2B5EF4-FFF2-40B4-BE49-F238E27FC236}">
                          <a16:creationId xmlns:a16="http://schemas.microsoft.com/office/drawing/2014/main" id="{81B4C0BE-238C-5ACC-55B6-248F1DCCC5A8}"/>
                        </a:ext>
                      </a:extLst>
                    </p:cNvPr>
                    <p:cNvGrpSpPr/>
                    <p:nvPr/>
                  </p:nvGrpSpPr>
                  <p:grpSpPr>
                    <a:xfrm rot="7200000" flipH="1">
                      <a:off x="6389147" y="3357021"/>
                      <a:ext cx="393192" cy="393192"/>
                      <a:chOff x="5354637" y="3446463"/>
                      <a:chExt cx="214313" cy="214313"/>
                    </a:xfrm>
                  </p:grpSpPr>
                  <p:sp>
                    <p:nvSpPr>
                      <p:cNvPr id="2567" name="Arc 2566">
                        <a:extLst>
                          <a:ext uri="{FF2B5EF4-FFF2-40B4-BE49-F238E27FC236}">
                            <a16:creationId xmlns:a16="http://schemas.microsoft.com/office/drawing/2014/main" id="{6FF428E3-6A47-13DF-8D6E-33F05C8DDBB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68" name="Arc 2567">
                        <a:extLst>
                          <a:ext uri="{FF2B5EF4-FFF2-40B4-BE49-F238E27FC236}">
                            <a16:creationId xmlns:a16="http://schemas.microsoft.com/office/drawing/2014/main" id="{B985AFBE-1143-2880-33D2-EDBE882088D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559" name="Group 2558">
                      <a:extLst>
                        <a:ext uri="{FF2B5EF4-FFF2-40B4-BE49-F238E27FC236}">
                          <a16:creationId xmlns:a16="http://schemas.microsoft.com/office/drawing/2014/main" id="{9A399111-61D5-8D32-A6F6-60EAD1EEEB7B}"/>
                        </a:ext>
                      </a:extLst>
                    </p:cNvPr>
                    <p:cNvGrpSpPr/>
                    <p:nvPr/>
                  </p:nvGrpSpPr>
                  <p:grpSpPr>
                    <a:xfrm>
                      <a:off x="6434137" y="3402011"/>
                      <a:ext cx="303213" cy="303213"/>
                      <a:chOff x="6434137" y="3402011"/>
                      <a:chExt cx="303213" cy="303213"/>
                    </a:xfrm>
                  </p:grpSpPr>
                  <p:grpSp>
                    <p:nvGrpSpPr>
                      <p:cNvPr id="2560" name="Group 2559">
                        <a:extLst>
                          <a:ext uri="{FF2B5EF4-FFF2-40B4-BE49-F238E27FC236}">
                            <a16:creationId xmlns:a16="http://schemas.microsoft.com/office/drawing/2014/main" id="{30AAC1A1-043E-3993-9145-CF9D5F0AF982}"/>
                          </a:ext>
                        </a:extLst>
                      </p:cNvPr>
                      <p:cNvGrpSpPr/>
                      <p:nvPr/>
                    </p:nvGrpSpPr>
                    <p:grpSpPr>
                      <a:xfrm flipH="1">
                        <a:off x="6478587" y="3446461"/>
                        <a:ext cx="214313" cy="214313"/>
                        <a:chOff x="5354637" y="3446463"/>
                        <a:chExt cx="214313" cy="214313"/>
                      </a:xfrm>
                    </p:grpSpPr>
                    <p:sp>
                      <p:nvSpPr>
                        <p:cNvPr id="2565" name="Arc 2564">
                          <a:extLst>
                            <a:ext uri="{FF2B5EF4-FFF2-40B4-BE49-F238E27FC236}">
                              <a16:creationId xmlns:a16="http://schemas.microsoft.com/office/drawing/2014/main" id="{68862868-4631-154B-ABE1-784C1C04513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66" name="Arc 2565">
                          <a:extLst>
                            <a:ext uri="{FF2B5EF4-FFF2-40B4-BE49-F238E27FC236}">
                              <a16:creationId xmlns:a16="http://schemas.microsoft.com/office/drawing/2014/main" id="{55C15A59-1EFF-8A49-4B63-5BA77F383F8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561" name="Group 2560">
                        <a:extLst>
                          <a:ext uri="{FF2B5EF4-FFF2-40B4-BE49-F238E27FC236}">
                            <a16:creationId xmlns:a16="http://schemas.microsoft.com/office/drawing/2014/main" id="{C6BA249D-019B-8684-3171-411C6BD0164F}"/>
                          </a:ext>
                        </a:extLst>
                      </p:cNvPr>
                      <p:cNvGrpSpPr/>
                      <p:nvPr/>
                    </p:nvGrpSpPr>
                    <p:grpSpPr>
                      <a:xfrm rot="14400000" flipH="1">
                        <a:off x="6434137" y="3402011"/>
                        <a:ext cx="303213" cy="303213"/>
                        <a:chOff x="5354637" y="3446463"/>
                        <a:chExt cx="214313" cy="214313"/>
                      </a:xfrm>
                    </p:grpSpPr>
                    <p:sp>
                      <p:nvSpPr>
                        <p:cNvPr id="2563" name="Arc 2562">
                          <a:extLst>
                            <a:ext uri="{FF2B5EF4-FFF2-40B4-BE49-F238E27FC236}">
                              <a16:creationId xmlns:a16="http://schemas.microsoft.com/office/drawing/2014/main" id="{4DD64D95-1E7A-6B05-09A2-1693AB2C001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64" name="Arc 2563">
                          <a:extLst>
                            <a:ext uri="{FF2B5EF4-FFF2-40B4-BE49-F238E27FC236}">
                              <a16:creationId xmlns:a16="http://schemas.microsoft.com/office/drawing/2014/main" id="{52EA0F4F-40DA-C606-68C3-E9C72AB0B5E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562" name="TextBox 2561">
                        <a:extLst>
                          <a:ext uri="{FF2B5EF4-FFF2-40B4-BE49-F238E27FC236}">
                            <a16:creationId xmlns:a16="http://schemas.microsoft.com/office/drawing/2014/main" id="{07618D49-441D-47A9-2CCB-D44426E41F3D}"/>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547" name="Group 2546">
                    <a:extLst>
                      <a:ext uri="{FF2B5EF4-FFF2-40B4-BE49-F238E27FC236}">
                        <a16:creationId xmlns:a16="http://schemas.microsoft.com/office/drawing/2014/main" id="{B2184786-CA96-5289-2B9E-EE2F58054D37}"/>
                      </a:ext>
                    </a:extLst>
                  </p:cNvPr>
                  <p:cNvGrpSpPr/>
                  <p:nvPr/>
                </p:nvGrpSpPr>
                <p:grpSpPr>
                  <a:xfrm>
                    <a:off x="6197413" y="3225768"/>
                    <a:ext cx="393192" cy="393192"/>
                    <a:chOff x="6389147" y="3932622"/>
                    <a:chExt cx="393192" cy="393192"/>
                  </a:xfrm>
                </p:grpSpPr>
                <p:grpSp>
                  <p:nvGrpSpPr>
                    <p:cNvPr id="2548" name="Group 2547">
                      <a:extLst>
                        <a:ext uri="{FF2B5EF4-FFF2-40B4-BE49-F238E27FC236}">
                          <a16:creationId xmlns:a16="http://schemas.microsoft.com/office/drawing/2014/main" id="{8131E101-A0C5-FF10-55B8-A18AD63BBA6D}"/>
                        </a:ext>
                      </a:extLst>
                    </p:cNvPr>
                    <p:cNvGrpSpPr/>
                    <p:nvPr/>
                  </p:nvGrpSpPr>
                  <p:grpSpPr>
                    <a:xfrm flipH="1">
                      <a:off x="6478587" y="4022061"/>
                      <a:ext cx="214313" cy="214313"/>
                      <a:chOff x="5354637" y="3446463"/>
                      <a:chExt cx="214313" cy="214313"/>
                    </a:xfrm>
                  </p:grpSpPr>
                  <p:sp>
                    <p:nvSpPr>
                      <p:cNvPr id="2556" name="Arc 2555">
                        <a:extLst>
                          <a:ext uri="{FF2B5EF4-FFF2-40B4-BE49-F238E27FC236}">
                            <a16:creationId xmlns:a16="http://schemas.microsoft.com/office/drawing/2014/main" id="{DD58B4D5-F211-009E-40E8-6669DD8E91F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57" name="Arc 2556">
                        <a:extLst>
                          <a:ext uri="{FF2B5EF4-FFF2-40B4-BE49-F238E27FC236}">
                            <a16:creationId xmlns:a16="http://schemas.microsoft.com/office/drawing/2014/main" id="{73E04775-0198-EAA5-E979-CF352EDB165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549" name="Group 2548">
                      <a:extLst>
                        <a:ext uri="{FF2B5EF4-FFF2-40B4-BE49-F238E27FC236}">
                          <a16:creationId xmlns:a16="http://schemas.microsoft.com/office/drawing/2014/main" id="{19F85213-8898-4F45-9D14-1A6421321288}"/>
                        </a:ext>
                      </a:extLst>
                    </p:cNvPr>
                    <p:cNvGrpSpPr/>
                    <p:nvPr/>
                  </p:nvGrpSpPr>
                  <p:grpSpPr>
                    <a:xfrm rot="7200000" flipH="1">
                      <a:off x="6434137" y="3977611"/>
                      <a:ext cx="303213" cy="303213"/>
                      <a:chOff x="5354637" y="3446463"/>
                      <a:chExt cx="214313" cy="214313"/>
                    </a:xfrm>
                  </p:grpSpPr>
                  <p:sp>
                    <p:nvSpPr>
                      <p:cNvPr id="2554" name="Arc 2553">
                        <a:extLst>
                          <a:ext uri="{FF2B5EF4-FFF2-40B4-BE49-F238E27FC236}">
                            <a16:creationId xmlns:a16="http://schemas.microsoft.com/office/drawing/2014/main" id="{29E83EF1-3011-092A-4EEF-AA596346064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55" name="Arc 2554">
                        <a:extLst>
                          <a:ext uri="{FF2B5EF4-FFF2-40B4-BE49-F238E27FC236}">
                            <a16:creationId xmlns:a16="http://schemas.microsoft.com/office/drawing/2014/main" id="{3E09D716-858C-CC2D-5B5B-DB44D7FD161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550" name="Group 2549">
                      <a:extLst>
                        <a:ext uri="{FF2B5EF4-FFF2-40B4-BE49-F238E27FC236}">
                          <a16:creationId xmlns:a16="http://schemas.microsoft.com/office/drawing/2014/main" id="{1DCBA182-2473-3D02-BB96-6FCF6399AF3A}"/>
                        </a:ext>
                      </a:extLst>
                    </p:cNvPr>
                    <p:cNvGrpSpPr/>
                    <p:nvPr/>
                  </p:nvGrpSpPr>
                  <p:grpSpPr>
                    <a:xfrm rot="14400000" flipH="1">
                      <a:off x="6389147" y="3932622"/>
                      <a:ext cx="393192" cy="393192"/>
                      <a:chOff x="5354637" y="3446463"/>
                      <a:chExt cx="214313" cy="214313"/>
                    </a:xfrm>
                  </p:grpSpPr>
                  <p:sp>
                    <p:nvSpPr>
                      <p:cNvPr id="2552" name="Arc 2551">
                        <a:extLst>
                          <a:ext uri="{FF2B5EF4-FFF2-40B4-BE49-F238E27FC236}">
                            <a16:creationId xmlns:a16="http://schemas.microsoft.com/office/drawing/2014/main" id="{8C18932D-7A74-0ABD-FCDC-BEA71D7F47A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53" name="Arc 2552">
                        <a:extLst>
                          <a:ext uri="{FF2B5EF4-FFF2-40B4-BE49-F238E27FC236}">
                            <a16:creationId xmlns:a16="http://schemas.microsoft.com/office/drawing/2014/main" id="{FE5FFD25-2970-92C3-97A7-EC549B5AF47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551" name="TextBox 2550">
                      <a:extLst>
                        <a:ext uri="{FF2B5EF4-FFF2-40B4-BE49-F238E27FC236}">
                          <a16:creationId xmlns:a16="http://schemas.microsoft.com/office/drawing/2014/main" id="{FD0967E0-6013-1DE5-202F-054BF4D7E1DB}"/>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497" name="Group 2496">
                  <a:extLst>
                    <a:ext uri="{FF2B5EF4-FFF2-40B4-BE49-F238E27FC236}">
                      <a16:creationId xmlns:a16="http://schemas.microsoft.com/office/drawing/2014/main" id="{230E5134-AE9E-5AA2-8544-BE26C6CC9296}"/>
                    </a:ext>
                  </a:extLst>
                </p:cNvPr>
                <p:cNvGrpSpPr/>
                <p:nvPr/>
              </p:nvGrpSpPr>
              <p:grpSpPr>
                <a:xfrm>
                  <a:off x="6069086" y="3246228"/>
                  <a:ext cx="1019224" cy="991639"/>
                  <a:chOff x="5886431" y="3225768"/>
                  <a:chExt cx="1019224" cy="991639"/>
                </a:xfrm>
              </p:grpSpPr>
              <p:grpSp>
                <p:nvGrpSpPr>
                  <p:cNvPr id="2498" name="Group 2497">
                    <a:extLst>
                      <a:ext uri="{FF2B5EF4-FFF2-40B4-BE49-F238E27FC236}">
                        <a16:creationId xmlns:a16="http://schemas.microsoft.com/office/drawing/2014/main" id="{88B3EB18-CF98-1ED8-127B-D7C45D947599}"/>
                      </a:ext>
                    </a:extLst>
                  </p:cNvPr>
                  <p:cNvGrpSpPr/>
                  <p:nvPr/>
                </p:nvGrpSpPr>
                <p:grpSpPr>
                  <a:xfrm>
                    <a:off x="6197413" y="3824215"/>
                    <a:ext cx="393192" cy="393192"/>
                    <a:chOff x="5265196" y="3357021"/>
                    <a:chExt cx="393192" cy="393192"/>
                  </a:xfrm>
                </p:grpSpPr>
                <p:grpSp>
                  <p:nvGrpSpPr>
                    <p:cNvPr id="2533" name="Group 2532">
                      <a:extLst>
                        <a:ext uri="{FF2B5EF4-FFF2-40B4-BE49-F238E27FC236}">
                          <a16:creationId xmlns:a16="http://schemas.microsoft.com/office/drawing/2014/main" id="{09972F26-D6D4-6E0E-E09A-3B0BF31484E2}"/>
                        </a:ext>
                      </a:extLst>
                    </p:cNvPr>
                    <p:cNvGrpSpPr/>
                    <p:nvPr/>
                  </p:nvGrpSpPr>
                  <p:grpSpPr>
                    <a:xfrm rot="14400000">
                      <a:off x="5265196" y="3357021"/>
                      <a:ext cx="393192" cy="393192"/>
                      <a:chOff x="5354637" y="3446463"/>
                      <a:chExt cx="214313" cy="214313"/>
                    </a:xfrm>
                  </p:grpSpPr>
                  <p:sp>
                    <p:nvSpPr>
                      <p:cNvPr id="2542" name="Arc 2541">
                        <a:extLst>
                          <a:ext uri="{FF2B5EF4-FFF2-40B4-BE49-F238E27FC236}">
                            <a16:creationId xmlns:a16="http://schemas.microsoft.com/office/drawing/2014/main" id="{0A72672A-EF9E-3FE8-CD9A-9534A23A819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43" name="Arc 2542">
                        <a:extLst>
                          <a:ext uri="{FF2B5EF4-FFF2-40B4-BE49-F238E27FC236}">
                            <a16:creationId xmlns:a16="http://schemas.microsoft.com/office/drawing/2014/main" id="{59A95D69-2F35-2D23-73A8-A51E76B7212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534" name="Group 2533">
                      <a:extLst>
                        <a:ext uri="{FF2B5EF4-FFF2-40B4-BE49-F238E27FC236}">
                          <a16:creationId xmlns:a16="http://schemas.microsoft.com/office/drawing/2014/main" id="{1D286EC2-95FD-96CC-9BE5-8484B81DCC1D}"/>
                        </a:ext>
                      </a:extLst>
                    </p:cNvPr>
                    <p:cNvGrpSpPr/>
                    <p:nvPr/>
                  </p:nvGrpSpPr>
                  <p:grpSpPr>
                    <a:xfrm>
                      <a:off x="5310186" y="3402011"/>
                      <a:ext cx="303213" cy="303213"/>
                      <a:chOff x="5310186" y="3402011"/>
                      <a:chExt cx="303213" cy="303213"/>
                    </a:xfrm>
                  </p:grpSpPr>
                  <p:grpSp>
                    <p:nvGrpSpPr>
                      <p:cNvPr id="2535" name="Group 2534">
                        <a:extLst>
                          <a:ext uri="{FF2B5EF4-FFF2-40B4-BE49-F238E27FC236}">
                            <a16:creationId xmlns:a16="http://schemas.microsoft.com/office/drawing/2014/main" id="{9688E08D-0C66-2B63-53C9-EDC3CCB4C516}"/>
                          </a:ext>
                        </a:extLst>
                      </p:cNvPr>
                      <p:cNvGrpSpPr/>
                      <p:nvPr/>
                    </p:nvGrpSpPr>
                    <p:grpSpPr>
                      <a:xfrm>
                        <a:off x="5354636" y="3446461"/>
                        <a:ext cx="214313" cy="214313"/>
                        <a:chOff x="5354637" y="3446463"/>
                        <a:chExt cx="214313" cy="214313"/>
                      </a:xfrm>
                    </p:grpSpPr>
                    <p:sp>
                      <p:nvSpPr>
                        <p:cNvPr id="2540" name="Arc 2539">
                          <a:extLst>
                            <a:ext uri="{FF2B5EF4-FFF2-40B4-BE49-F238E27FC236}">
                              <a16:creationId xmlns:a16="http://schemas.microsoft.com/office/drawing/2014/main" id="{FD1FDF9D-C862-0CCC-218B-CDD16574833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41" name="Arc 2540">
                          <a:extLst>
                            <a:ext uri="{FF2B5EF4-FFF2-40B4-BE49-F238E27FC236}">
                              <a16:creationId xmlns:a16="http://schemas.microsoft.com/office/drawing/2014/main" id="{668BCE12-1226-4FFC-536C-1DBF3FE9BEE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536" name="Group 2535">
                        <a:extLst>
                          <a:ext uri="{FF2B5EF4-FFF2-40B4-BE49-F238E27FC236}">
                            <a16:creationId xmlns:a16="http://schemas.microsoft.com/office/drawing/2014/main" id="{E3CDA488-4C1F-4606-9584-7A9B9556FB8D}"/>
                          </a:ext>
                        </a:extLst>
                      </p:cNvPr>
                      <p:cNvGrpSpPr/>
                      <p:nvPr/>
                    </p:nvGrpSpPr>
                    <p:grpSpPr>
                      <a:xfrm rot="7200000">
                        <a:off x="5310186" y="3402011"/>
                        <a:ext cx="303213" cy="303213"/>
                        <a:chOff x="5354637" y="3446463"/>
                        <a:chExt cx="214313" cy="214313"/>
                      </a:xfrm>
                    </p:grpSpPr>
                    <p:sp>
                      <p:nvSpPr>
                        <p:cNvPr id="2538" name="Arc 2537">
                          <a:extLst>
                            <a:ext uri="{FF2B5EF4-FFF2-40B4-BE49-F238E27FC236}">
                              <a16:creationId xmlns:a16="http://schemas.microsoft.com/office/drawing/2014/main" id="{37EE3CCB-D003-12B4-96CB-A577D3F06DF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39" name="Arc 2538">
                          <a:extLst>
                            <a:ext uri="{FF2B5EF4-FFF2-40B4-BE49-F238E27FC236}">
                              <a16:creationId xmlns:a16="http://schemas.microsoft.com/office/drawing/2014/main" id="{FB46B35F-4DC5-D818-7E1A-4DDD67B71B8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537" name="TextBox 2536">
                        <a:extLst>
                          <a:ext uri="{FF2B5EF4-FFF2-40B4-BE49-F238E27FC236}">
                            <a16:creationId xmlns:a16="http://schemas.microsoft.com/office/drawing/2014/main" id="{E908D163-576A-D55F-5D93-D6B6C9C6C5E9}"/>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499" name="Group 2498">
                    <a:extLst>
                      <a:ext uri="{FF2B5EF4-FFF2-40B4-BE49-F238E27FC236}">
                        <a16:creationId xmlns:a16="http://schemas.microsoft.com/office/drawing/2014/main" id="{AF303E38-6111-CA56-A46E-B55681246065}"/>
                      </a:ext>
                    </a:extLst>
                  </p:cNvPr>
                  <p:cNvGrpSpPr/>
                  <p:nvPr/>
                </p:nvGrpSpPr>
                <p:grpSpPr>
                  <a:xfrm>
                    <a:off x="5886431" y="3525040"/>
                    <a:ext cx="393192" cy="393192"/>
                    <a:chOff x="5265196" y="3932619"/>
                    <a:chExt cx="393192" cy="393192"/>
                  </a:xfrm>
                </p:grpSpPr>
                <p:grpSp>
                  <p:nvGrpSpPr>
                    <p:cNvPr id="2523" name="Group 2522">
                      <a:extLst>
                        <a:ext uri="{FF2B5EF4-FFF2-40B4-BE49-F238E27FC236}">
                          <a16:creationId xmlns:a16="http://schemas.microsoft.com/office/drawing/2014/main" id="{23D3DC64-E9DD-CA73-588C-B3B18D09C15C}"/>
                        </a:ext>
                      </a:extLst>
                    </p:cNvPr>
                    <p:cNvGrpSpPr/>
                    <p:nvPr/>
                  </p:nvGrpSpPr>
                  <p:grpSpPr>
                    <a:xfrm>
                      <a:off x="5354636" y="4022061"/>
                      <a:ext cx="214313" cy="214313"/>
                      <a:chOff x="5354637" y="3446463"/>
                      <a:chExt cx="214313" cy="214313"/>
                    </a:xfrm>
                  </p:grpSpPr>
                  <p:sp>
                    <p:nvSpPr>
                      <p:cNvPr id="2531" name="Arc 2530">
                        <a:extLst>
                          <a:ext uri="{FF2B5EF4-FFF2-40B4-BE49-F238E27FC236}">
                            <a16:creationId xmlns:a16="http://schemas.microsoft.com/office/drawing/2014/main" id="{8279C6C4-B9F0-792B-4B8B-DDD6B82C581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32" name="Arc 2531">
                        <a:extLst>
                          <a:ext uri="{FF2B5EF4-FFF2-40B4-BE49-F238E27FC236}">
                            <a16:creationId xmlns:a16="http://schemas.microsoft.com/office/drawing/2014/main" id="{68267E11-3DB0-6589-76D6-7565C9C80AA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524" name="Group 2523">
                      <a:extLst>
                        <a:ext uri="{FF2B5EF4-FFF2-40B4-BE49-F238E27FC236}">
                          <a16:creationId xmlns:a16="http://schemas.microsoft.com/office/drawing/2014/main" id="{C0E083DB-CF9A-63AE-897C-FCD967E7A2CE}"/>
                        </a:ext>
                      </a:extLst>
                    </p:cNvPr>
                    <p:cNvGrpSpPr/>
                    <p:nvPr/>
                  </p:nvGrpSpPr>
                  <p:grpSpPr>
                    <a:xfrm rot="14400000">
                      <a:off x="5310186" y="3977611"/>
                      <a:ext cx="303213" cy="303213"/>
                      <a:chOff x="5354637" y="3446463"/>
                      <a:chExt cx="214313" cy="214313"/>
                    </a:xfrm>
                  </p:grpSpPr>
                  <p:sp>
                    <p:nvSpPr>
                      <p:cNvPr id="2529" name="Arc 2528">
                        <a:extLst>
                          <a:ext uri="{FF2B5EF4-FFF2-40B4-BE49-F238E27FC236}">
                            <a16:creationId xmlns:a16="http://schemas.microsoft.com/office/drawing/2014/main" id="{702780B3-424B-99C4-619A-7C2BAEAD402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30" name="Arc 2529">
                        <a:extLst>
                          <a:ext uri="{FF2B5EF4-FFF2-40B4-BE49-F238E27FC236}">
                            <a16:creationId xmlns:a16="http://schemas.microsoft.com/office/drawing/2014/main" id="{7F1701AE-DC02-00DB-130C-3423B3EDA4B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525" name="Group 2524">
                      <a:extLst>
                        <a:ext uri="{FF2B5EF4-FFF2-40B4-BE49-F238E27FC236}">
                          <a16:creationId xmlns:a16="http://schemas.microsoft.com/office/drawing/2014/main" id="{75FC5088-4548-C1D2-8FED-62E548542320}"/>
                        </a:ext>
                      </a:extLst>
                    </p:cNvPr>
                    <p:cNvGrpSpPr/>
                    <p:nvPr/>
                  </p:nvGrpSpPr>
                  <p:grpSpPr>
                    <a:xfrm rot="7200000">
                      <a:off x="5265196" y="3932619"/>
                      <a:ext cx="393192" cy="393192"/>
                      <a:chOff x="5354637" y="3446463"/>
                      <a:chExt cx="214313" cy="214313"/>
                    </a:xfrm>
                  </p:grpSpPr>
                  <p:sp>
                    <p:nvSpPr>
                      <p:cNvPr id="2527" name="Arc 2526">
                        <a:extLst>
                          <a:ext uri="{FF2B5EF4-FFF2-40B4-BE49-F238E27FC236}">
                            <a16:creationId xmlns:a16="http://schemas.microsoft.com/office/drawing/2014/main" id="{76A8AAD9-B4FB-C5EE-A74C-E2AA29B80B9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28" name="Arc 2527">
                        <a:extLst>
                          <a:ext uri="{FF2B5EF4-FFF2-40B4-BE49-F238E27FC236}">
                            <a16:creationId xmlns:a16="http://schemas.microsoft.com/office/drawing/2014/main" id="{4AA4D585-978B-FFE0-E58B-807D8371448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526" name="TextBox 2525">
                      <a:extLst>
                        <a:ext uri="{FF2B5EF4-FFF2-40B4-BE49-F238E27FC236}">
                          <a16:creationId xmlns:a16="http://schemas.microsoft.com/office/drawing/2014/main" id="{9BD836B7-C767-D8EA-D1B9-AEE021F12D57}"/>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500" name="Group 2499">
                    <a:extLst>
                      <a:ext uri="{FF2B5EF4-FFF2-40B4-BE49-F238E27FC236}">
                        <a16:creationId xmlns:a16="http://schemas.microsoft.com/office/drawing/2014/main" id="{7A774A1D-1E70-E88E-E4A3-B90C6CDC88E5}"/>
                      </a:ext>
                    </a:extLst>
                  </p:cNvPr>
                  <p:cNvGrpSpPr/>
                  <p:nvPr/>
                </p:nvGrpSpPr>
                <p:grpSpPr>
                  <a:xfrm>
                    <a:off x="6512463" y="3525040"/>
                    <a:ext cx="393192" cy="393192"/>
                    <a:chOff x="6389147" y="3357021"/>
                    <a:chExt cx="393192" cy="393192"/>
                  </a:xfrm>
                </p:grpSpPr>
                <p:grpSp>
                  <p:nvGrpSpPr>
                    <p:cNvPr id="2512" name="Group 2511">
                      <a:extLst>
                        <a:ext uri="{FF2B5EF4-FFF2-40B4-BE49-F238E27FC236}">
                          <a16:creationId xmlns:a16="http://schemas.microsoft.com/office/drawing/2014/main" id="{982CDC45-D325-949A-1C3B-43BC2E96BD50}"/>
                        </a:ext>
                      </a:extLst>
                    </p:cNvPr>
                    <p:cNvGrpSpPr/>
                    <p:nvPr/>
                  </p:nvGrpSpPr>
                  <p:grpSpPr>
                    <a:xfrm rot="7200000" flipH="1">
                      <a:off x="6389147" y="3357021"/>
                      <a:ext cx="393192" cy="393192"/>
                      <a:chOff x="5354637" y="3446463"/>
                      <a:chExt cx="214313" cy="214313"/>
                    </a:xfrm>
                  </p:grpSpPr>
                  <p:sp>
                    <p:nvSpPr>
                      <p:cNvPr id="2521" name="Arc 2520">
                        <a:extLst>
                          <a:ext uri="{FF2B5EF4-FFF2-40B4-BE49-F238E27FC236}">
                            <a16:creationId xmlns:a16="http://schemas.microsoft.com/office/drawing/2014/main" id="{B24D2711-09EB-65B6-AF43-176E3412BB6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22" name="Arc 2521">
                        <a:extLst>
                          <a:ext uri="{FF2B5EF4-FFF2-40B4-BE49-F238E27FC236}">
                            <a16:creationId xmlns:a16="http://schemas.microsoft.com/office/drawing/2014/main" id="{DA1F697A-DF3B-65AE-4A6C-4AD9BE72045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513" name="Group 2512">
                      <a:extLst>
                        <a:ext uri="{FF2B5EF4-FFF2-40B4-BE49-F238E27FC236}">
                          <a16:creationId xmlns:a16="http://schemas.microsoft.com/office/drawing/2014/main" id="{07227655-0754-1286-0230-9D256284BF39}"/>
                        </a:ext>
                      </a:extLst>
                    </p:cNvPr>
                    <p:cNvGrpSpPr/>
                    <p:nvPr/>
                  </p:nvGrpSpPr>
                  <p:grpSpPr>
                    <a:xfrm>
                      <a:off x="6434137" y="3402011"/>
                      <a:ext cx="303213" cy="303213"/>
                      <a:chOff x="6434137" y="3402011"/>
                      <a:chExt cx="303213" cy="303213"/>
                    </a:xfrm>
                  </p:grpSpPr>
                  <p:grpSp>
                    <p:nvGrpSpPr>
                      <p:cNvPr id="2514" name="Group 2513">
                        <a:extLst>
                          <a:ext uri="{FF2B5EF4-FFF2-40B4-BE49-F238E27FC236}">
                            <a16:creationId xmlns:a16="http://schemas.microsoft.com/office/drawing/2014/main" id="{3EB49BE3-78F9-B30C-1429-18E9E5F02D03}"/>
                          </a:ext>
                        </a:extLst>
                      </p:cNvPr>
                      <p:cNvGrpSpPr/>
                      <p:nvPr/>
                    </p:nvGrpSpPr>
                    <p:grpSpPr>
                      <a:xfrm flipH="1">
                        <a:off x="6478587" y="3446461"/>
                        <a:ext cx="214313" cy="214313"/>
                        <a:chOff x="5354637" y="3446463"/>
                        <a:chExt cx="214313" cy="214313"/>
                      </a:xfrm>
                    </p:grpSpPr>
                    <p:sp>
                      <p:nvSpPr>
                        <p:cNvPr id="2519" name="Arc 2518">
                          <a:extLst>
                            <a:ext uri="{FF2B5EF4-FFF2-40B4-BE49-F238E27FC236}">
                              <a16:creationId xmlns:a16="http://schemas.microsoft.com/office/drawing/2014/main" id="{95E9759D-4D66-8BA4-886D-AAB07B2102C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20" name="Arc 2519">
                          <a:extLst>
                            <a:ext uri="{FF2B5EF4-FFF2-40B4-BE49-F238E27FC236}">
                              <a16:creationId xmlns:a16="http://schemas.microsoft.com/office/drawing/2014/main" id="{1BC80FC5-5E15-7908-BEC6-F46604546B6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515" name="Group 2514">
                        <a:extLst>
                          <a:ext uri="{FF2B5EF4-FFF2-40B4-BE49-F238E27FC236}">
                            <a16:creationId xmlns:a16="http://schemas.microsoft.com/office/drawing/2014/main" id="{8392859E-7CD3-DD12-577C-0E54C8DE37FC}"/>
                          </a:ext>
                        </a:extLst>
                      </p:cNvPr>
                      <p:cNvGrpSpPr/>
                      <p:nvPr/>
                    </p:nvGrpSpPr>
                    <p:grpSpPr>
                      <a:xfrm rot="14400000" flipH="1">
                        <a:off x="6434137" y="3402011"/>
                        <a:ext cx="303213" cy="303213"/>
                        <a:chOff x="5354637" y="3446463"/>
                        <a:chExt cx="214313" cy="214313"/>
                      </a:xfrm>
                    </p:grpSpPr>
                    <p:sp>
                      <p:nvSpPr>
                        <p:cNvPr id="2517" name="Arc 2516">
                          <a:extLst>
                            <a:ext uri="{FF2B5EF4-FFF2-40B4-BE49-F238E27FC236}">
                              <a16:creationId xmlns:a16="http://schemas.microsoft.com/office/drawing/2014/main" id="{3CCDF9FD-84C3-0C27-9761-9876F58BFE4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18" name="Arc 2517">
                          <a:extLst>
                            <a:ext uri="{FF2B5EF4-FFF2-40B4-BE49-F238E27FC236}">
                              <a16:creationId xmlns:a16="http://schemas.microsoft.com/office/drawing/2014/main" id="{F7661199-1319-A5D7-10D7-9BC4D7BEA5D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516" name="TextBox 2515">
                        <a:extLst>
                          <a:ext uri="{FF2B5EF4-FFF2-40B4-BE49-F238E27FC236}">
                            <a16:creationId xmlns:a16="http://schemas.microsoft.com/office/drawing/2014/main" id="{51272E88-0A4E-A48F-8FA0-16F2CF5BCA23}"/>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501" name="Group 2500">
                    <a:extLst>
                      <a:ext uri="{FF2B5EF4-FFF2-40B4-BE49-F238E27FC236}">
                        <a16:creationId xmlns:a16="http://schemas.microsoft.com/office/drawing/2014/main" id="{EE0FC005-3530-26E4-9416-4FF1D6A0CA86}"/>
                      </a:ext>
                    </a:extLst>
                  </p:cNvPr>
                  <p:cNvGrpSpPr/>
                  <p:nvPr/>
                </p:nvGrpSpPr>
                <p:grpSpPr>
                  <a:xfrm>
                    <a:off x="6197413" y="3225768"/>
                    <a:ext cx="393192" cy="393192"/>
                    <a:chOff x="6389147" y="3932622"/>
                    <a:chExt cx="393192" cy="393192"/>
                  </a:xfrm>
                </p:grpSpPr>
                <p:grpSp>
                  <p:nvGrpSpPr>
                    <p:cNvPr id="2502" name="Group 2501">
                      <a:extLst>
                        <a:ext uri="{FF2B5EF4-FFF2-40B4-BE49-F238E27FC236}">
                          <a16:creationId xmlns:a16="http://schemas.microsoft.com/office/drawing/2014/main" id="{4BE0A002-C240-97E7-4AD5-A4E2B8E79DD6}"/>
                        </a:ext>
                      </a:extLst>
                    </p:cNvPr>
                    <p:cNvGrpSpPr/>
                    <p:nvPr/>
                  </p:nvGrpSpPr>
                  <p:grpSpPr>
                    <a:xfrm flipH="1">
                      <a:off x="6478587" y="4022061"/>
                      <a:ext cx="214313" cy="214313"/>
                      <a:chOff x="5354637" y="3446463"/>
                      <a:chExt cx="214313" cy="214313"/>
                    </a:xfrm>
                  </p:grpSpPr>
                  <p:sp>
                    <p:nvSpPr>
                      <p:cNvPr id="2510" name="Arc 2509">
                        <a:extLst>
                          <a:ext uri="{FF2B5EF4-FFF2-40B4-BE49-F238E27FC236}">
                            <a16:creationId xmlns:a16="http://schemas.microsoft.com/office/drawing/2014/main" id="{DCE28E65-017B-D50F-03BE-48D770B8549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11" name="Arc 2510">
                        <a:extLst>
                          <a:ext uri="{FF2B5EF4-FFF2-40B4-BE49-F238E27FC236}">
                            <a16:creationId xmlns:a16="http://schemas.microsoft.com/office/drawing/2014/main" id="{C0931464-8672-85D3-B069-47DB5C0B5C2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503" name="Group 2502">
                      <a:extLst>
                        <a:ext uri="{FF2B5EF4-FFF2-40B4-BE49-F238E27FC236}">
                          <a16:creationId xmlns:a16="http://schemas.microsoft.com/office/drawing/2014/main" id="{37BB54E7-6C17-3824-2D47-0479E6FC5CC5}"/>
                        </a:ext>
                      </a:extLst>
                    </p:cNvPr>
                    <p:cNvGrpSpPr/>
                    <p:nvPr/>
                  </p:nvGrpSpPr>
                  <p:grpSpPr>
                    <a:xfrm rot="7200000" flipH="1">
                      <a:off x="6434137" y="3977611"/>
                      <a:ext cx="303213" cy="303213"/>
                      <a:chOff x="5354637" y="3446463"/>
                      <a:chExt cx="214313" cy="214313"/>
                    </a:xfrm>
                  </p:grpSpPr>
                  <p:sp>
                    <p:nvSpPr>
                      <p:cNvPr id="2508" name="Arc 2507">
                        <a:extLst>
                          <a:ext uri="{FF2B5EF4-FFF2-40B4-BE49-F238E27FC236}">
                            <a16:creationId xmlns:a16="http://schemas.microsoft.com/office/drawing/2014/main" id="{4886E23A-A8B8-C789-423D-0B619C542F9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09" name="Arc 2508">
                        <a:extLst>
                          <a:ext uri="{FF2B5EF4-FFF2-40B4-BE49-F238E27FC236}">
                            <a16:creationId xmlns:a16="http://schemas.microsoft.com/office/drawing/2014/main" id="{A4E76B0A-6C3D-2D18-7BD1-EA1687AD6A7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504" name="Group 2503">
                      <a:extLst>
                        <a:ext uri="{FF2B5EF4-FFF2-40B4-BE49-F238E27FC236}">
                          <a16:creationId xmlns:a16="http://schemas.microsoft.com/office/drawing/2014/main" id="{37181E77-8DE5-C334-114F-34D515B2B26F}"/>
                        </a:ext>
                      </a:extLst>
                    </p:cNvPr>
                    <p:cNvGrpSpPr/>
                    <p:nvPr/>
                  </p:nvGrpSpPr>
                  <p:grpSpPr>
                    <a:xfrm rot="14400000" flipH="1">
                      <a:off x="6389147" y="3932622"/>
                      <a:ext cx="393192" cy="393192"/>
                      <a:chOff x="5354637" y="3446463"/>
                      <a:chExt cx="214313" cy="214313"/>
                    </a:xfrm>
                  </p:grpSpPr>
                  <p:sp>
                    <p:nvSpPr>
                      <p:cNvPr id="2506" name="Arc 2505">
                        <a:extLst>
                          <a:ext uri="{FF2B5EF4-FFF2-40B4-BE49-F238E27FC236}">
                            <a16:creationId xmlns:a16="http://schemas.microsoft.com/office/drawing/2014/main" id="{766104C3-041D-6EBD-DAE6-3CED51DE9E0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07" name="Arc 2506">
                        <a:extLst>
                          <a:ext uri="{FF2B5EF4-FFF2-40B4-BE49-F238E27FC236}">
                            <a16:creationId xmlns:a16="http://schemas.microsoft.com/office/drawing/2014/main" id="{F97EAE60-E365-ABC6-89DC-1EBC8299BFF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505" name="TextBox 2504">
                      <a:extLst>
                        <a:ext uri="{FF2B5EF4-FFF2-40B4-BE49-F238E27FC236}">
                          <a16:creationId xmlns:a16="http://schemas.microsoft.com/office/drawing/2014/main" id="{BA0BA5BC-B786-2C88-9503-8A6BCC32BDC3}"/>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1" name="Group 10">
              <a:extLst>
                <a:ext uri="{FF2B5EF4-FFF2-40B4-BE49-F238E27FC236}">
                  <a16:creationId xmlns:a16="http://schemas.microsoft.com/office/drawing/2014/main" id="{0575A81A-8D36-94D4-AC3C-E342B3AD9E33}"/>
                </a:ext>
              </a:extLst>
            </p:cNvPr>
            <p:cNvGrpSpPr/>
            <p:nvPr/>
          </p:nvGrpSpPr>
          <p:grpSpPr>
            <a:xfrm>
              <a:off x="5981315" y="745999"/>
              <a:ext cx="2263438" cy="2198360"/>
              <a:chOff x="5445106" y="2039507"/>
              <a:chExt cx="2263438" cy="2198360"/>
            </a:xfrm>
          </p:grpSpPr>
          <p:grpSp>
            <p:nvGrpSpPr>
              <p:cNvPr id="2304" name="Group 2303">
                <a:extLst>
                  <a:ext uri="{FF2B5EF4-FFF2-40B4-BE49-F238E27FC236}">
                    <a16:creationId xmlns:a16="http://schemas.microsoft.com/office/drawing/2014/main" id="{22A78053-4EF5-E4CB-D072-0769D7F4AF22}"/>
                  </a:ext>
                </a:extLst>
              </p:cNvPr>
              <p:cNvGrpSpPr/>
              <p:nvPr/>
            </p:nvGrpSpPr>
            <p:grpSpPr>
              <a:xfrm>
                <a:off x="5445106" y="2644743"/>
                <a:ext cx="1643204" cy="1593124"/>
                <a:chOff x="5445106" y="2644743"/>
                <a:chExt cx="1643204" cy="1593124"/>
              </a:xfrm>
            </p:grpSpPr>
            <p:grpSp>
              <p:nvGrpSpPr>
                <p:cNvPr id="2400" name="Group 2399">
                  <a:extLst>
                    <a:ext uri="{FF2B5EF4-FFF2-40B4-BE49-F238E27FC236}">
                      <a16:creationId xmlns:a16="http://schemas.microsoft.com/office/drawing/2014/main" id="{75989228-39D2-E154-3867-1D07F5AFFF7A}"/>
                    </a:ext>
                  </a:extLst>
                </p:cNvPr>
                <p:cNvGrpSpPr/>
                <p:nvPr/>
              </p:nvGrpSpPr>
              <p:grpSpPr>
                <a:xfrm>
                  <a:off x="5445106" y="2644743"/>
                  <a:ext cx="1019224" cy="991639"/>
                  <a:chOff x="5886431" y="3225768"/>
                  <a:chExt cx="1019224" cy="991639"/>
                </a:xfrm>
              </p:grpSpPr>
              <p:grpSp>
                <p:nvGrpSpPr>
                  <p:cNvPr id="2448" name="Group 2447">
                    <a:extLst>
                      <a:ext uri="{FF2B5EF4-FFF2-40B4-BE49-F238E27FC236}">
                        <a16:creationId xmlns:a16="http://schemas.microsoft.com/office/drawing/2014/main" id="{8752C7F6-99F8-AE6F-814F-C01CD795D983}"/>
                      </a:ext>
                    </a:extLst>
                  </p:cNvPr>
                  <p:cNvGrpSpPr/>
                  <p:nvPr/>
                </p:nvGrpSpPr>
                <p:grpSpPr>
                  <a:xfrm>
                    <a:off x="6197413" y="3824215"/>
                    <a:ext cx="393192" cy="393192"/>
                    <a:chOff x="5265196" y="3357021"/>
                    <a:chExt cx="393192" cy="393192"/>
                  </a:xfrm>
                </p:grpSpPr>
                <p:grpSp>
                  <p:nvGrpSpPr>
                    <p:cNvPr id="2483" name="Group 2482">
                      <a:extLst>
                        <a:ext uri="{FF2B5EF4-FFF2-40B4-BE49-F238E27FC236}">
                          <a16:creationId xmlns:a16="http://schemas.microsoft.com/office/drawing/2014/main" id="{E9733A77-2320-C19B-39D5-BA913C67323F}"/>
                        </a:ext>
                      </a:extLst>
                    </p:cNvPr>
                    <p:cNvGrpSpPr/>
                    <p:nvPr/>
                  </p:nvGrpSpPr>
                  <p:grpSpPr>
                    <a:xfrm rot="14400000">
                      <a:off x="5265196" y="3357021"/>
                      <a:ext cx="393192" cy="393192"/>
                      <a:chOff x="5354637" y="3446463"/>
                      <a:chExt cx="214313" cy="214313"/>
                    </a:xfrm>
                  </p:grpSpPr>
                  <p:sp>
                    <p:nvSpPr>
                      <p:cNvPr id="2492" name="Arc 2491">
                        <a:extLst>
                          <a:ext uri="{FF2B5EF4-FFF2-40B4-BE49-F238E27FC236}">
                            <a16:creationId xmlns:a16="http://schemas.microsoft.com/office/drawing/2014/main" id="{8BECE0E9-D52B-633E-8760-E6B114BBBC1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93" name="Arc 2492">
                        <a:extLst>
                          <a:ext uri="{FF2B5EF4-FFF2-40B4-BE49-F238E27FC236}">
                            <a16:creationId xmlns:a16="http://schemas.microsoft.com/office/drawing/2014/main" id="{F4C6063A-4893-CCA7-B1C3-6D9CD9F0330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84" name="Group 2483">
                      <a:extLst>
                        <a:ext uri="{FF2B5EF4-FFF2-40B4-BE49-F238E27FC236}">
                          <a16:creationId xmlns:a16="http://schemas.microsoft.com/office/drawing/2014/main" id="{C572B13C-5B55-E0E0-98D9-2C8C57A91F8F}"/>
                        </a:ext>
                      </a:extLst>
                    </p:cNvPr>
                    <p:cNvGrpSpPr/>
                    <p:nvPr/>
                  </p:nvGrpSpPr>
                  <p:grpSpPr>
                    <a:xfrm>
                      <a:off x="5310186" y="3402011"/>
                      <a:ext cx="303213" cy="303213"/>
                      <a:chOff x="5310186" y="3402011"/>
                      <a:chExt cx="303213" cy="303213"/>
                    </a:xfrm>
                  </p:grpSpPr>
                  <p:grpSp>
                    <p:nvGrpSpPr>
                      <p:cNvPr id="2485" name="Group 2484">
                        <a:extLst>
                          <a:ext uri="{FF2B5EF4-FFF2-40B4-BE49-F238E27FC236}">
                            <a16:creationId xmlns:a16="http://schemas.microsoft.com/office/drawing/2014/main" id="{67BBA243-BE8C-6B00-B007-ABBD1F304775}"/>
                          </a:ext>
                        </a:extLst>
                      </p:cNvPr>
                      <p:cNvGrpSpPr/>
                      <p:nvPr/>
                    </p:nvGrpSpPr>
                    <p:grpSpPr>
                      <a:xfrm>
                        <a:off x="5354636" y="3446461"/>
                        <a:ext cx="214313" cy="214313"/>
                        <a:chOff x="5354637" y="3446463"/>
                        <a:chExt cx="214313" cy="214313"/>
                      </a:xfrm>
                    </p:grpSpPr>
                    <p:sp>
                      <p:nvSpPr>
                        <p:cNvPr id="2490" name="Arc 2489">
                          <a:extLst>
                            <a:ext uri="{FF2B5EF4-FFF2-40B4-BE49-F238E27FC236}">
                              <a16:creationId xmlns:a16="http://schemas.microsoft.com/office/drawing/2014/main" id="{33583F6F-691E-5467-9677-DA0BFA02616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91" name="Arc 2490">
                          <a:extLst>
                            <a:ext uri="{FF2B5EF4-FFF2-40B4-BE49-F238E27FC236}">
                              <a16:creationId xmlns:a16="http://schemas.microsoft.com/office/drawing/2014/main" id="{9522776E-5E4B-893B-7005-CB28BDE45F3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86" name="Group 2485">
                        <a:extLst>
                          <a:ext uri="{FF2B5EF4-FFF2-40B4-BE49-F238E27FC236}">
                            <a16:creationId xmlns:a16="http://schemas.microsoft.com/office/drawing/2014/main" id="{A6A51DF5-B73C-2AB9-494D-97117548B542}"/>
                          </a:ext>
                        </a:extLst>
                      </p:cNvPr>
                      <p:cNvGrpSpPr/>
                      <p:nvPr/>
                    </p:nvGrpSpPr>
                    <p:grpSpPr>
                      <a:xfrm rot="7200000">
                        <a:off x="5310186" y="3402011"/>
                        <a:ext cx="303213" cy="303213"/>
                        <a:chOff x="5354637" y="3446463"/>
                        <a:chExt cx="214313" cy="214313"/>
                      </a:xfrm>
                    </p:grpSpPr>
                    <p:sp>
                      <p:nvSpPr>
                        <p:cNvPr id="2488" name="Arc 2487">
                          <a:extLst>
                            <a:ext uri="{FF2B5EF4-FFF2-40B4-BE49-F238E27FC236}">
                              <a16:creationId xmlns:a16="http://schemas.microsoft.com/office/drawing/2014/main" id="{AF72FEFD-A7D4-A241-2C54-220AA74FDC7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89" name="Arc 2488">
                          <a:extLst>
                            <a:ext uri="{FF2B5EF4-FFF2-40B4-BE49-F238E27FC236}">
                              <a16:creationId xmlns:a16="http://schemas.microsoft.com/office/drawing/2014/main" id="{A8F7433C-6424-6BF6-3243-C13A8496B34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487" name="TextBox 2486">
                        <a:extLst>
                          <a:ext uri="{FF2B5EF4-FFF2-40B4-BE49-F238E27FC236}">
                            <a16:creationId xmlns:a16="http://schemas.microsoft.com/office/drawing/2014/main" id="{D7E05627-953E-14E4-FB54-D6DB3801808F}"/>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449" name="Group 2448">
                    <a:extLst>
                      <a:ext uri="{FF2B5EF4-FFF2-40B4-BE49-F238E27FC236}">
                        <a16:creationId xmlns:a16="http://schemas.microsoft.com/office/drawing/2014/main" id="{9F64AB79-AE9D-A96B-8A46-C60E4337396B}"/>
                      </a:ext>
                    </a:extLst>
                  </p:cNvPr>
                  <p:cNvGrpSpPr/>
                  <p:nvPr/>
                </p:nvGrpSpPr>
                <p:grpSpPr>
                  <a:xfrm>
                    <a:off x="5886431" y="3525040"/>
                    <a:ext cx="393192" cy="393192"/>
                    <a:chOff x="5265196" y="3932619"/>
                    <a:chExt cx="393192" cy="393192"/>
                  </a:xfrm>
                </p:grpSpPr>
                <p:grpSp>
                  <p:nvGrpSpPr>
                    <p:cNvPr id="2473" name="Group 2472">
                      <a:extLst>
                        <a:ext uri="{FF2B5EF4-FFF2-40B4-BE49-F238E27FC236}">
                          <a16:creationId xmlns:a16="http://schemas.microsoft.com/office/drawing/2014/main" id="{9FEDD5CC-A313-51A5-8646-323A55519BAD}"/>
                        </a:ext>
                      </a:extLst>
                    </p:cNvPr>
                    <p:cNvGrpSpPr/>
                    <p:nvPr/>
                  </p:nvGrpSpPr>
                  <p:grpSpPr>
                    <a:xfrm>
                      <a:off x="5354636" y="4022061"/>
                      <a:ext cx="214313" cy="214313"/>
                      <a:chOff x="5354637" y="3446463"/>
                      <a:chExt cx="214313" cy="214313"/>
                    </a:xfrm>
                  </p:grpSpPr>
                  <p:sp>
                    <p:nvSpPr>
                      <p:cNvPr id="2481" name="Arc 2480">
                        <a:extLst>
                          <a:ext uri="{FF2B5EF4-FFF2-40B4-BE49-F238E27FC236}">
                            <a16:creationId xmlns:a16="http://schemas.microsoft.com/office/drawing/2014/main" id="{014AC88A-4152-B6D6-6D4E-BB30A4E0C55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82" name="Arc 2481">
                        <a:extLst>
                          <a:ext uri="{FF2B5EF4-FFF2-40B4-BE49-F238E27FC236}">
                            <a16:creationId xmlns:a16="http://schemas.microsoft.com/office/drawing/2014/main" id="{07BE631D-4BDE-F306-5007-3A94E34E221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74" name="Group 2473">
                      <a:extLst>
                        <a:ext uri="{FF2B5EF4-FFF2-40B4-BE49-F238E27FC236}">
                          <a16:creationId xmlns:a16="http://schemas.microsoft.com/office/drawing/2014/main" id="{613D99EA-B287-C79F-BEEE-F5B1A6195A19}"/>
                        </a:ext>
                      </a:extLst>
                    </p:cNvPr>
                    <p:cNvGrpSpPr/>
                    <p:nvPr/>
                  </p:nvGrpSpPr>
                  <p:grpSpPr>
                    <a:xfrm rot="14400000">
                      <a:off x="5310186" y="3977611"/>
                      <a:ext cx="303213" cy="303213"/>
                      <a:chOff x="5354637" y="3446463"/>
                      <a:chExt cx="214313" cy="214313"/>
                    </a:xfrm>
                  </p:grpSpPr>
                  <p:sp>
                    <p:nvSpPr>
                      <p:cNvPr id="2479" name="Arc 2478">
                        <a:extLst>
                          <a:ext uri="{FF2B5EF4-FFF2-40B4-BE49-F238E27FC236}">
                            <a16:creationId xmlns:a16="http://schemas.microsoft.com/office/drawing/2014/main" id="{8C0A7EEA-F0BB-1542-756B-49AF95E7DA2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80" name="Arc 2479">
                        <a:extLst>
                          <a:ext uri="{FF2B5EF4-FFF2-40B4-BE49-F238E27FC236}">
                            <a16:creationId xmlns:a16="http://schemas.microsoft.com/office/drawing/2014/main" id="{16A7386E-4FAE-D541-C4D3-0C6C3344DA8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75" name="Group 2474">
                      <a:extLst>
                        <a:ext uri="{FF2B5EF4-FFF2-40B4-BE49-F238E27FC236}">
                          <a16:creationId xmlns:a16="http://schemas.microsoft.com/office/drawing/2014/main" id="{6D1500BC-1FCC-3291-75CB-DD795C9D8D79}"/>
                        </a:ext>
                      </a:extLst>
                    </p:cNvPr>
                    <p:cNvGrpSpPr/>
                    <p:nvPr/>
                  </p:nvGrpSpPr>
                  <p:grpSpPr>
                    <a:xfrm rot="7200000">
                      <a:off x="5265196" y="3932619"/>
                      <a:ext cx="393192" cy="393192"/>
                      <a:chOff x="5354637" y="3446463"/>
                      <a:chExt cx="214313" cy="214313"/>
                    </a:xfrm>
                  </p:grpSpPr>
                  <p:sp>
                    <p:nvSpPr>
                      <p:cNvPr id="2477" name="Arc 2476">
                        <a:extLst>
                          <a:ext uri="{FF2B5EF4-FFF2-40B4-BE49-F238E27FC236}">
                            <a16:creationId xmlns:a16="http://schemas.microsoft.com/office/drawing/2014/main" id="{73346EBA-8098-5F98-5091-3EF0546F89A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78" name="Arc 2477">
                        <a:extLst>
                          <a:ext uri="{FF2B5EF4-FFF2-40B4-BE49-F238E27FC236}">
                            <a16:creationId xmlns:a16="http://schemas.microsoft.com/office/drawing/2014/main" id="{0CBB14E1-5D33-C589-7D08-3A1ED67BD9D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476" name="TextBox 2475">
                      <a:extLst>
                        <a:ext uri="{FF2B5EF4-FFF2-40B4-BE49-F238E27FC236}">
                          <a16:creationId xmlns:a16="http://schemas.microsoft.com/office/drawing/2014/main" id="{EB867A09-CEAE-47D8-C023-736F8DFCCD14}"/>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450" name="Group 2449">
                    <a:extLst>
                      <a:ext uri="{FF2B5EF4-FFF2-40B4-BE49-F238E27FC236}">
                        <a16:creationId xmlns:a16="http://schemas.microsoft.com/office/drawing/2014/main" id="{70892B2B-95B3-1B44-518E-E481F9629770}"/>
                      </a:ext>
                    </a:extLst>
                  </p:cNvPr>
                  <p:cNvGrpSpPr/>
                  <p:nvPr/>
                </p:nvGrpSpPr>
                <p:grpSpPr>
                  <a:xfrm>
                    <a:off x="6512463" y="3525040"/>
                    <a:ext cx="393192" cy="393192"/>
                    <a:chOff x="6389147" y="3357021"/>
                    <a:chExt cx="393192" cy="393192"/>
                  </a:xfrm>
                </p:grpSpPr>
                <p:grpSp>
                  <p:nvGrpSpPr>
                    <p:cNvPr id="2462" name="Group 2461">
                      <a:extLst>
                        <a:ext uri="{FF2B5EF4-FFF2-40B4-BE49-F238E27FC236}">
                          <a16:creationId xmlns:a16="http://schemas.microsoft.com/office/drawing/2014/main" id="{A8EFC7DD-12B9-3B94-B4C4-6BF404F9AADA}"/>
                        </a:ext>
                      </a:extLst>
                    </p:cNvPr>
                    <p:cNvGrpSpPr/>
                    <p:nvPr/>
                  </p:nvGrpSpPr>
                  <p:grpSpPr>
                    <a:xfrm rot="7200000" flipH="1">
                      <a:off x="6389147" y="3357021"/>
                      <a:ext cx="393192" cy="393192"/>
                      <a:chOff x="5354637" y="3446463"/>
                      <a:chExt cx="214313" cy="214313"/>
                    </a:xfrm>
                  </p:grpSpPr>
                  <p:sp>
                    <p:nvSpPr>
                      <p:cNvPr id="2471" name="Arc 2470">
                        <a:extLst>
                          <a:ext uri="{FF2B5EF4-FFF2-40B4-BE49-F238E27FC236}">
                            <a16:creationId xmlns:a16="http://schemas.microsoft.com/office/drawing/2014/main" id="{6C9964DD-ACCA-2B98-0BBB-56FE1DD6AD3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72" name="Arc 2471">
                        <a:extLst>
                          <a:ext uri="{FF2B5EF4-FFF2-40B4-BE49-F238E27FC236}">
                            <a16:creationId xmlns:a16="http://schemas.microsoft.com/office/drawing/2014/main" id="{FE3C707F-B555-2A15-2FD2-0AEBBDE46F6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63" name="Group 2462">
                      <a:extLst>
                        <a:ext uri="{FF2B5EF4-FFF2-40B4-BE49-F238E27FC236}">
                          <a16:creationId xmlns:a16="http://schemas.microsoft.com/office/drawing/2014/main" id="{14509373-54FB-DBD7-FE2F-C3E2A201CE5F}"/>
                        </a:ext>
                      </a:extLst>
                    </p:cNvPr>
                    <p:cNvGrpSpPr/>
                    <p:nvPr/>
                  </p:nvGrpSpPr>
                  <p:grpSpPr>
                    <a:xfrm>
                      <a:off x="6434137" y="3402011"/>
                      <a:ext cx="303213" cy="303213"/>
                      <a:chOff x="6434137" y="3402011"/>
                      <a:chExt cx="303213" cy="303213"/>
                    </a:xfrm>
                  </p:grpSpPr>
                  <p:grpSp>
                    <p:nvGrpSpPr>
                      <p:cNvPr id="2464" name="Group 2463">
                        <a:extLst>
                          <a:ext uri="{FF2B5EF4-FFF2-40B4-BE49-F238E27FC236}">
                            <a16:creationId xmlns:a16="http://schemas.microsoft.com/office/drawing/2014/main" id="{529ADC4F-0FD4-665F-5E8E-58DE23D93FE7}"/>
                          </a:ext>
                        </a:extLst>
                      </p:cNvPr>
                      <p:cNvGrpSpPr/>
                      <p:nvPr/>
                    </p:nvGrpSpPr>
                    <p:grpSpPr>
                      <a:xfrm flipH="1">
                        <a:off x="6478587" y="3446461"/>
                        <a:ext cx="214313" cy="214313"/>
                        <a:chOff x="5354637" y="3446463"/>
                        <a:chExt cx="214313" cy="214313"/>
                      </a:xfrm>
                    </p:grpSpPr>
                    <p:sp>
                      <p:nvSpPr>
                        <p:cNvPr id="2469" name="Arc 2468">
                          <a:extLst>
                            <a:ext uri="{FF2B5EF4-FFF2-40B4-BE49-F238E27FC236}">
                              <a16:creationId xmlns:a16="http://schemas.microsoft.com/office/drawing/2014/main" id="{3A9191DD-9265-0D5E-9414-7418B6ED0DF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70" name="Arc 2469">
                          <a:extLst>
                            <a:ext uri="{FF2B5EF4-FFF2-40B4-BE49-F238E27FC236}">
                              <a16:creationId xmlns:a16="http://schemas.microsoft.com/office/drawing/2014/main" id="{DE2453D0-63CB-4771-0E53-567A295F81E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65" name="Group 2464">
                        <a:extLst>
                          <a:ext uri="{FF2B5EF4-FFF2-40B4-BE49-F238E27FC236}">
                            <a16:creationId xmlns:a16="http://schemas.microsoft.com/office/drawing/2014/main" id="{F688FDAB-B902-22FE-4F78-C85F83B02FE8}"/>
                          </a:ext>
                        </a:extLst>
                      </p:cNvPr>
                      <p:cNvGrpSpPr/>
                      <p:nvPr/>
                    </p:nvGrpSpPr>
                    <p:grpSpPr>
                      <a:xfrm rot="14400000" flipH="1">
                        <a:off x="6434137" y="3402011"/>
                        <a:ext cx="303213" cy="303213"/>
                        <a:chOff x="5354637" y="3446463"/>
                        <a:chExt cx="214313" cy="214313"/>
                      </a:xfrm>
                    </p:grpSpPr>
                    <p:sp>
                      <p:nvSpPr>
                        <p:cNvPr id="2467" name="Arc 2466">
                          <a:extLst>
                            <a:ext uri="{FF2B5EF4-FFF2-40B4-BE49-F238E27FC236}">
                              <a16:creationId xmlns:a16="http://schemas.microsoft.com/office/drawing/2014/main" id="{97EBC9A8-DE60-6408-5877-7F8FAB63E68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68" name="Arc 2467">
                          <a:extLst>
                            <a:ext uri="{FF2B5EF4-FFF2-40B4-BE49-F238E27FC236}">
                              <a16:creationId xmlns:a16="http://schemas.microsoft.com/office/drawing/2014/main" id="{22D30869-F294-FE3A-0DB1-58FC46F1191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466" name="TextBox 2465">
                        <a:extLst>
                          <a:ext uri="{FF2B5EF4-FFF2-40B4-BE49-F238E27FC236}">
                            <a16:creationId xmlns:a16="http://schemas.microsoft.com/office/drawing/2014/main" id="{1A3884A0-3E0A-FDBE-1AC2-024148519C7A}"/>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451" name="Group 2450">
                    <a:extLst>
                      <a:ext uri="{FF2B5EF4-FFF2-40B4-BE49-F238E27FC236}">
                        <a16:creationId xmlns:a16="http://schemas.microsoft.com/office/drawing/2014/main" id="{8BAEE6E5-4B48-F9C6-4DE3-FFD2E4C5D2F7}"/>
                      </a:ext>
                    </a:extLst>
                  </p:cNvPr>
                  <p:cNvGrpSpPr/>
                  <p:nvPr/>
                </p:nvGrpSpPr>
                <p:grpSpPr>
                  <a:xfrm>
                    <a:off x="6197413" y="3225768"/>
                    <a:ext cx="393192" cy="393192"/>
                    <a:chOff x="6389147" y="3932622"/>
                    <a:chExt cx="393192" cy="393192"/>
                  </a:xfrm>
                </p:grpSpPr>
                <p:grpSp>
                  <p:nvGrpSpPr>
                    <p:cNvPr id="2452" name="Group 2451">
                      <a:extLst>
                        <a:ext uri="{FF2B5EF4-FFF2-40B4-BE49-F238E27FC236}">
                          <a16:creationId xmlns:a16="http://schemas.microsoft.com/office/drawing/2014/main" id="{0ADFAC1B-88ED-9FD6-E133-A2392998B3A0}"/>
                        </a:ext>
                      </a:extLst>
                    </p:cNvPr>
                    <p:cNvGrpSpPr/>
                    <p:nvPr/>
                  </p:nvGrpSpPr>
                  <p:grpSpPr>
                    <a:xfrm flipH="1">
                      <a:off x="6478587" y="4022061"/>
                      <a:ext cx="214313" cy="214313"/>
                      <a:chOff x="5354637" y="3446463"/>
                      <a:chExt cx="214313" cy="214313"/>
                    </a:xfrm>
                  </p:grpSpPr>
                  <p:sp>
                    <p:nvSpPr>
                      <p:cNvPr id="2460" name="Arc 2459">
                        <a:extLst>
                          <a:ext uri="{FF2B5EF4-FFF2-40B4-BE49-F238E27FC236}">
                            <a16:creationId xmlns:a16="http://schemas.microsoft.com/office/drawing/2014/main" id="{5817A578-B835-58A2-F91E-9CF5013EED5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61" name="Arc 2460">
                        <a:extLst>
                          <a:ext uri="{FF2B5EF4-FFF2-40B4-BE49-F238E27FC236}">
                            <a16:creationId xmlns:a16="http://schemas.microsoft.com/office/drawing/2014/main" id="{E15360D3-D310-F2C3-8014-C7DA6046C1B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53" name="Group 2452">
                      <a:extLst>
                        <a:ext uri="{FF2B5EF4-FFF2-40B4-BE49-F238E27FC236}">
                          <a16:creationId xmlns:a16="http://schemas.microsoft.com/office/drawing/2014/main" id="{4AD36897-8FDE-36F8-4C2A-84111CD380B9}"/>
                        </a:ext>
                      </a:extLst>
                    </p:cNvPr>
                    <p:cNvGrpSpPr/>
                    <p:nvPr/>
                  </p:nvGrpSpPr>
                  <p:grpSpPr>
                    <a:xfrm rot="7200000" flipH="1">
                      <a:off x="6434137" y="3977611"/>
                      <a:ext cx="303213" cy="303213"/>
                      <a:chOff x="5354637" y="3446463"/>
                      <a:chExt cx="214313" cy="214313"/>
                    </a:xfrm>
                  </p:grpSpPr>
                  <p:sp>
                    <p:nvSpPr>
                      <p:cNvPr id="2458" name="Arc 2457">
                        <a:extLst>
                          <a:ext uri="{FF2B5EF4-FFF2-40B4-BE49-F238E27FC236}">
                            <a16:creationId xmlns:a16="http://schemas.microsoft.com/office/drawing/2014/main" id="{0FC6FBFF-524C-D665-76A7-D01779CF154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59" name="Arc 2458">
                        <a:extLst>
                          <a:ext uri="{FF2B5EF4-FFF2-40B4-BE49-F238E27FC236}">
                            <a16:creationId xmlns:a16="http://schemas.microsoft.com/office/drawing/2014/main" id="{9F55B468-8EBC-5747-DD57-118353A7670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54" name="Group 2453">
                      <a:extLst>
                        <a:ext uri="{FF2B5EF4-FFF2-40B4-BE49-F238E27FC236}">
                          <a16:creationId xmlns:a16="http://schemas.microsoft.com/office/drawing/2014/main" id="{5CF21DCA-6FA7-0CE0-BCA2-B0FF325FF45C}"/>
                        </a:ext>
                      </a:extLst>
                    </p:cNvPr>
                    <p:cNvGrpSpPr/>
                    <p:nvPr/>
                  </p:nvGrpSpPr>
                  <p:grpSpPr>
                    <a:xfrm rot="14400000" flipH="1">
                      <a:off x="6389147" y="3932622"/>
                      <a:ext cx="393192" cy="393192"/>
                      <a:chOff x="5354637" y="3446463"/>
                      <a:chExt cx="214313" cy="214313"/>
                    </a:xfrm>
                  </p:grpSpPr>
                  <p:sp>
                    <p:nvSpPr>
                      <p:cNvPr id="2456" name="Arc 2455">
                        <a:extLst>
                          <a:ext uri="{FF2B5EF4-FFF2-40B4-BE49-F238E27FC236}">
                            <a16:creationId xmlns:a16="http://schemas.microsoft.com/office/drawing/2014/main" id="{726872E1-C0B4-CCCA-76F3-D4DE6476CC9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57" name="Arc 2456">
                        <a:extLst>
                          <a:ext uri="{FF2B5EF4-FFF2-40B4-BE49-F238E27FC236}">
                            <a16:creationId xmlns:a16="http://schemas.microsoft.com/office/drawing/2014/main" id="{D58FB124-26F6-AC03-1F48-9F1BFBA0369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455" name="TextBox 2454">
                      <a:extLst>
                        <a:ext uri="{FF2B5EF4-FFF2-40B4-BE49-F238E27FC236}">
                          <a16:creationId xmlns:a16="http://schemas.microsoft.com/office/drawing/2014/main" id="{DB2D76B7-6FE4-3B94-BC9B-E7DC5382759F}"/>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401" name="Group 2400">
                  <a:extLst>
                    <a:ext uri="{FF2B5EF4-FFF2-40B4-BE49-F238E27FC236}">
                      <a16:creationId xmlns:a16="http://schemas.microsoft.com/office/drawing/2014/main" id="{358344C2-9101-FB44-72BA-645827B6C991}"/>
                    </a:ext>
                  </a:extLst>
                </p:cNvPr>
                <p:cNvGrpSpPr/>
                <p:nvPr/>
              </p:nvGrpSpPr>
              <p:grpSpPr>
                <a:xfrm>
                  <a:off x="6069086" y="3246228"/>
                  <a:ext cx="1019224" cy="991639"/>
                  <a:chOff x="5886431" y="3225768"/>
                  <a:chExt cx="1019224" cy="991639"/>
                </a:xfrm>
              </p:grpSpPr>
              <p:grpSp>
                <p:nvGrpSpPr>
                  <p:cNvPr id="2402" name="Group 2401">
                    <a:extLst>
                      <a:ext uri="{FF2B5EF4-FFF2-40B4-BE49-F238E27FC236}">
                        <a16:creationId xmlns:a16="http://schemas.microsoft.com/office/drawing/2014/main" id="{CB231999-8B7A-3224-2EB4-C0CC574E8484}"/>
                      </a:ext>
                    </a:extLst>
                  </p:cNvPr>
                  <p:cNvGrpSpPr/>
                  <p:nvPr/>
                </p:nvGrpSpPr>
                <p:grpSpPr>
                  <a:xfrm>
                    <a:off x="6197413" y="3824215"/>
                    <a:ext cx="393192" cy="393192"/>
                    <a:chOff x="5265196" y="3357021"/>
                    <a:chExt cx="393192" cy="393192"/>
                  </a:xfrm>
                </p:grpSpPr>
                <p:grpSp>
                  <p:nvGrpSpPr>
                    <p:cNvPr id="2437" name="Group 2436">
                      <a:extLst>
                        <a:ext uri="{FF2B5EF4-FFF2-40B4-BE49-F238E27FC236}">
                          <a16:creationId xmlns:a16="http://schemas.microsoft.com/office/drawing/2014/main" id="{E9D74FE2-AEBE-12B2-DE99-6ED73FFBBFD7}"/>
                        </a:ext>
                      </a:extLst>
                    </p:cNvPr>
                    <p:cNvGrpSpPr/>
                    <p:nvPr/>
                  </p:nvGrpSpPr>
                  <p:grpSpPr>
                    <a:xfrm rot="14400000">
                      <a:off x="5265196" y="3357021"/>
                      <a:ext cx="393192" cy="393192"/>
                      <a:chOff x="5354637" y="3446463"/>
                      <a:chExt cx="214313" cy="214313"/>
                    </a:xfrm>
                  </p:grpSpPr>
                  <p:sp>
                    <p:nvSpPr>
                      <p:cNvPr id="2446" name="Arc 2445">
                        <a:extLst>
                          <a:ext uri="{FF2B5EF4-FFF2-40B4-BE49-F238E27FC236}">
                            <a16:creationId xmlns:a16="http://schemas.microsoft.com/office/drawing/2014/main" id="{7FA0E96F-BC61-32F9-2308-B1B023690B1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47" name="Arc 2446">
                        <a:extLst>
                          <a:ext uri="{FF2B5EF4-FFF2-40B4-BE49-F238E27FC236}">
                            <a16:creationId xmlns:a16="http://schemas.microsoft.com/office/drawing/2014/main" id="{147EA762-4E5F-3B07-9622-BF3C7E1B908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38" name="Group 2437">
                      <a:extLst>
                        <a:ext uri="{FF2B5EF4-FFF2-40B4-BE49-F238E27FC236}">
                          <a16:creationId xmlns:a16="http://schemas.microsoft.com/office/drawing/2014/main" id="{8471395E-2A05-4979-3899-F14179283F8F}"/>
                        </a:ext>
                      </a:extLst>
                    </p:cNvPr>
                    <p:cNvGrpSpPr/>
                    <p:nvPr/>
                  </p:nvGrpSpPr>
                  <p:grpSpPr>
                    <a:xfrm>
                      <a:off x="5310186" y="3402011"/>
                      <a:ext cx="303213" cy="303213"/>
                      <a:chOff x="5310186" y="3402011"/>
                      <a:chExt cx="303213" cy="303213"/>
                    </a:xfrm>
                  </p:grpSpPr>
                  <p:grpSp>
                    <p:nvGrpSpPr>
                      <p:cNvPr id="2439" name="Group 2438">
                        <a:extLst>
                          <a:ext uri="{FF2B5EF4-FFF2-40B4-BE49-F238E27FC236}">
                            <a16:creationId xmlns:a16="http://schemas.microsoft.com/office/drawing/2014/main" id="{907E9CE7-CCB5-A02E-E2C2-20012F983237}"/>
                          </a:ext>
                        </a:extLst>
                      </p:cNvPr>
                      <p:cNvGrpSpPr/>
                      <p:nvPr/>
                    </p:nvGrpSpPr>
                    <p:grpSpPr>
                      <a:xfrm>
                        <a:off x="5354636" y="3446461"/>
                        <a:ext cx="214313" cy="214313"/>
                        <a:chOff x="5354637" y="3446463"/>
                        <a:chExt cx="214313" cy="214313"/>
                      </a:xfrm>
                    </p:grpSpPr>
                    <p:sp>
                      <p:nvSpPr>
                        <p:cNvPr id="2444" name="Arc 2443">
                          <a:extLst>
                            <a:ext uri="{FF2B5EF4-FFF2-40B4-BE49-F238E27FC236}">
                              <a16:creationId xmlns:a16="http://schemas.microsoft.com/office/drawing/2014/main" id="{45788C46-E6C4-C60E-17CE-8744089EF74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45" name="Arc 2444">
                          <a:extLst>
                            <a:ext uri="{FF2B5EF4-FFF2-40B4-BE49-F238E27FC236}">
                              <a16:creationId xmlns:a16="http://schemas.microsoft.com/office/drawing/2014/main" id="{FB877A13-01CE-6C60-684A-073C76F3176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40" name="Group 2439">
                        <a:extLst>
                          <a:ext uri="{FF2B5EF4-FFF2-40B4-BE49-F238E27FC236}">
                            <a16:creationId xmlns:a16="http://schemas.microsoft.com/office/drawing/2014/main" id="{A1BD75B8-D268-5C4F-B554-B336EA93567C}"/>
                          </a:ext>
                        </a:extLst>
                      </p:cNvPr>
                      <p:cNvGrpSpPr/>
                      <p:nvPr/>
                    </p:nvGrpSpPr>
                    <p:grpSpPr>
                      <a:xfrm rot="7200000">
                        <a:off x="5310186" y="3402011"/>
                        <a:ext cx="303213" cy="303213"/>
                        <a:chOff x="5354637" y="3446463"/>
                        <a:chExt cx="214313" cy="214313"/>
                      </a:xfrm>
                    </p:grpSpPr>
                    <p:sp>
                      <p:nvSpPr>
                        <p:cNvPr id="2442" name="Arc 2441">
                          <a:extLst>
                            <a:ext uri="{FF2B5EF4-FFF2-40B4-BE49-F238E27FC236}">
                              <a16:creationId xmlns:a16="http://schemas.microsoft.com/office/drawing/2014/main" id="{BF4904E8-6794-A819-BD70-5D9AC20FA3C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43" name="Arc 2442">
                          <a:extLst>
                            <a:ext uri="{FF2B5EF4-FFF2-40B4-BE49-F238E27FC236}">
                              <a16:creationId xmlns:a16="http://schemas.microsoft.com/office/drawing/2014/main" id="{3E75A060-AFB1-5D68-299F-518F07C8C01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441" name="TextBox 2440">
                        <a:extLst>
                          <a:ext uri="{FF2B5EF4-FFF2-40B4-BE49-F238E27FC236}">
                            <a16:creationId xmlns:a16="http://schemas.microsoft.com/office/drawing/2014/main" id="{6F0A2E70-91F9-C06F-F514-A80C9F3C7649}"/>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403" name="Group 2402">
                    <a:extLst>
                      <a:ext uri="{FF2B5EF4-FFF2-40B4-BE49-F238E27FC236}">
                        <a16:creationId xmlns:a16="http://schemas.microsoft.com/office/drawing/2014/main" id="{E3D3D37F-45DA-C7CF-4F23-6F87327A418D}"/>
                      </a:ext>
                    </a:extLst>
                  </p:cNvPr>
                  <p:cNvGrpSpPr/>
                  <p:nvPr/>
                </p:nvGrpSpPr>
                <p:grpSpPr>
                  <a:xfrm>
                    <a:off x="5886431" y="3525040"/>
                    <a:ext cx="393192" cy="393192"/>
                    <a:chOff x="5265196" y="3932619"/>
                    <a:chExt cx="393192" cy="393192"/>
                  </a:xfrm>
                </p:grpSpPr>
                <p:grpSp>
                  <p:nvGrpSpPr>
                    <p:cNvPr id="2427" name="Group 2426">
                      <a:extLst>
                        <a:ext uri="{FF2B5EF4-FFF2-40B4-BE49-F238E27FC236}">
                          <a16:creationId xmlns:a16="http://schemas.microsoft.com/office/drawing/2014/main" id="{852CDB80-5E8A-361E-E3F3-8D724B6832F9}"/>
                        </a:ext>
                      </a:extLst>
                    </p:cNvPr>
                    <p:cNvGrpSpPr/>
                    <p:nvPr/>
                  </p:nvGrpSpPr>
                  <p:grpSpPr>
                    <a:xfrm>
                      <a:off x="5354636" y="4022061"/>
                      <a:ext cx="214313" cy="214313"/>
                      <a:chOff x="5354637" y="3446463"/>
                      <a:chExt cx="214313" cy="214313"/>
                    </a:xfrm>
                  </p:grpSpPr>
                  <p:sp>
                    <p:nvSpPr>
                      <p:cNvPr id="2435" name="Arc 2434">
                        <a:extLst>
                          <a:ext uri="{FF2B5EF4-FFF2-40B4-BE49-F238E27FC236}">
                            <a16:creationId xmlns:a16="http://schemas.microsoft.com/office/drawing/2014/main" id="{33564C13-3744-4F51-48D2-8C4C9A54DF3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36" name="Arc 2435">
                        <a:extLst>
                          <a:ext uri="{FF2B5EF4-FFF2-40B4-BE49-F238E27FC236}">
                            <a16:creationId xmlns:a16="http://schemas.microsoft.com/office/drawing/2014/main" id="{3A0B60E6-D445-E581-F673-103F437C15A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28" name="Group 2427">
                      <a:extLst>
                        <a:ext uri="{FF2B5EF4-FFF2-40B4-BE49-F238E27FC236}">
                          <a16:creationId xmlns:a16="http://schemas.microsoft.com/office/drawing/2014/main" id="{2666F6BF-1E90-707E-8132-487526566FB0}"/>
                        </a:ext>
                      </a:extLst>
                    </p:cNvPr>
                    <p:cNvGrpSpPr/>
                    <p:nvPr/>
                  </p:nvGrpSpPr>
                  <p:grpSpPr>
                    <a:xfrm rot="14400000">
                      <a:off x="5310186" y="3977611"/>
                      <a:ext cx="303213" cy="303213"/>
                      <a:chOff x="5354637" y="3446463"/>
                      <a:chExt cx="214313" cy="214313"/>
                    </a:xfrm>
                  </p:grpSpPr>
                  <p:sp>
                    <p:nvSpPr>
                      <p:cNvPr id="2433" name="Arc 2432">
                        <a:extLst>
                          <a:ext uri="{FF2B5EF4-FFF2-40B4-BE49-F238E27FC236}">
                            <a16:creationId xmlns:a16="http://schemas.microsoft.com/office/drawing/2014/main" id="{8379BF2D-3932-1394-FD40-1B18E121EF7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34" name="Arc 2433">
                        <a:extLst>
                          <a:ext uri="{FF2B5EF4-FFF2-40B4-BE49-F238E27FC236}">
                            <a16:creationId xmlns:a16="http://schemas.microsoft.com/office/drawing/2014/main" id="{C9B173AD-D558-9274-2BEC-AA367E1B9D8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29" name="Group 2428">
                      <a:extLst>
                        <a:ext uri="{FF2B5EF4-FFF2-40B4-BE49-F238E27FC236}">
                          <a16:creationId xmlns:a16="http://schemas.microsoft.com/office/drawing/2014/main" id="{97DB387A-C065-0A58-210B-5B0FC8C275E0}"/>
                        </a:ext>
                      </a:extLst>
                    </p:cNvPr>
                    <p:cNvGrpSpPr/>
                    <p:nvPr/>
                  </p:nvGrpSpPr>
                  <p:grpSpPr>
                    <a:xfrm rot="7200000">
                      <a:off x="5265196" y="3932619"/>
                      <a:ext cx="393192" cy="393192"/>
                      <a:chOff x="5354637" y="3446463"/>
                      <a:chExt cx="214313" cy="214313"/>
                    </a:xfrm>
                  </p:grpSpPr>
                  <p:sp>
                    <p:nvSpPr>
                      <p:cNvPr id="2431" name="Arc 2430">
                        <a:extLst>
                          <a:ext uri="{FF2B5EF4-FFF2-40B4-BE49-F238E27FC236}">
                            <a16:creationId xmlns:a16="http://schemas.microsoft.com/office/drawing/2014/main" id="{71D4340F-79C3-D072-2E82-95D23C7E5B0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32" name="Arc 2431">
                        <a:extLst>
                          <a:ext uri="{FF2B5EF4-FFF2-40B4-BE49-F238E27FC236}">
                            <a16:creationId xmlns:a16="http://schemas.microsoft.com/office/drawing/2014/main" id="{76E83DF6-81B9-ABE1-F4A6-77ECCB0F9B8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430" name="TextBox 2429">
                      <a:extLst>
                        <a:ext uri="{FF2B5EF4-FFF2-40B4-BE49-F238E27FC236}">
                          <a16:creationId xmlns:a16="http://schemas.microsoft.com/office/drawing/2014/main" id="{A90708AE-63FA-62A5-775C-34A161ED24FE}"/>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404" name="Group 2403">
                    <a:extLst>
                      <a:ext uri="{FF2B5EF4-FFF2-40B4-BE49-F238E27FC236}">
                        <a16:creationId xmlns:a16="http://schemas.microsoft.com/office/drawing/2014/main" id="{15993D5C-376E-602A-ED48-FA6C97FA0F7C}"/>
                      </a:ext>
                    </a:extLst>
                  </p:cNvPr>
                  <p:cNvGrpSpPr/>
                  <p:nvPr/>
                </p:nvGrpSpPr>
                <p:grpSpPr>
                  <a:xfrm>
                    <a:off x="6512463" y="3525040"/>
                    <a:ext cx="393192" cy="393192"/>
                    <a:chOff x="6389147" y="3357021"/>
                    <a:chExt cx="393192" cy="393192"/>
                  </a:xfrm>
                </p:grpSpPr>
                <p:grpSp>
                  <p:nvGrpSpPr>
                    <p:cNvPr id="2416" name="Group 2415">
                      <a:extLst>
                        <a:ext uri="{FF2B5EF4-FFF2-40B4-BE49-F238E27FC236}">
                          <a16:creationId xmlns:a16="http://schemas.microsoft.com/office/drawing/2014/main" id="{64535C20-F701-26F0-6B10-1446036D257C}"/>
                        </a:ext>
                      </a:extLst>
                    </p:cNvPr>
                    <p:cNvGrpSpPr/>
                    <p:nvPr/>
                  </p:nvGrpSpPr>
                  <p:grpSpPr>
                    <a:xfrm rot="7200000" flipH="1">
                      <a:off x="6389147" y="3357021"/>
                      <a:ext cx="393192" cy="393192"/>
                      <a:chOff x="5354637" y="3446463"/>
                      <a:chExt cx="214313" cy="214313"/>
                    </a:xfrm>
                  </p:grpSpPr>
                  <p:sp>
                    <p:nvSpPr>
                      <p:cNvPr id="2425" name="Arc 2424">
                        <a:extLst>
                          <a:ext uri="{FF2B5EF4-FFF2-40B4-BE49-F238E27FC236}">
                            <a16:creationId xmlns:a16="http://schemas.microsoft.com/office/drawing/2014/main" id="{E78B0EE9-72C1-F109-11C0-6450238265E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26" name="Arc 2425">
                        <a:extLst>
                          <a:ext uri="{FF2B5EF4-FFF2-40B4-BE49-F238E27FC236}">
                            <a16:creationId xmlns:a16="http://schemas.microsoft.com/office/drawing/2014/main" id="{5D4B07DC-D04D-49C1-E1BE-D2B6E1DC461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17" name="Group 2416">
                      <a:extLst>
                        <a:ext uri="{FF2B5EF4-FFF2-40B4-BE49-F238E27FC236}">
                          <a16:creationId xmlns:a16="http://schemas.microsoft.com/office/drawing/2014/main" id="{F8184BB5-F2A7-7A12-9FDC-82D3D731470A}"/>
                        </a:ext>
                      </a:extLst>
                    </p:cNvPr>
                    <p:cNvGrpSpPr/>
                    <p:nvPr/>
                  </p:nvGrpSpPr>
                  <p:grpSpPr>
                    <a:xfrm>
                      <a:off x="6434137" y="3402011"/>
                      <a:ext cx="303213" cy="303213"/>
                      <a:chOff x="6434137" y="3402011"/>
                      <a:chExt cx="303213" cy="303213"/>
                    </a:xfrm>
                  </p:grpSpPr>
                  <p:grpSp>
                    <p:nvGrpSpPr>
                      <p:cNvPr id="2418" name="Group 2417">
                        <a:extLst>
                          <a:ext uri="{FF2B5EF4-FFF2-40B4-BE49-F238E27FC236}">
                            <a16:creationId xmlns:a16="http://schemas.microsoft.com/office/drawing/2014/main" id="{BD66DDBD-B2FD-6299-6768-367F03D4F194}"/>
                          </a:ext>
                        </a:extLst>
                      </p:cNvPr>
                      <p:cNvGrpSpPr/>
                      <p:nvPr/>
                    </p:nvGrpSpPr>
                    <p:grpSpPr>
                      <a:xfrm flipH="1">
                        <a:off x="6478587" y="3446461"/>
                        <a:ext cx="214313" cy="214313"/>
                        <a:chOff x="5354637" y="3446463"/>
                        <a:chExt cx="214313" cy="214313"/>
                      </a:xfrm>
                    </p:grpSpPr>
                    <p:sp>
                      <p:nvSpPr>
                        <p:cNvPr id="2423" name="Arc 2422">
                          <a:extLst>
                            <a:ext uri="{FF2B5EF4-FFF2-40B4-BE49-F238E27FC236}">
                              <a16:creationId xmlns:a16="http://schemas.microsoft.com/office/drawing/2014/main" id="{5250FA54-6D1B-42A5-6528-599537D77BA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24" name="Arc 2423">
                          <a:extLst>
                            <a:ext uri="{FF2B5EF4-FFF2-40B4-BE49-F238E27FC236}">
                              <a16:creationId xmlns:a16="http://schemas.microsoft.com/office/drawing/2014/main" id="{490D4678-A6DB-EEC4-B0F0-A654289DBEF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19" name="Group 2418">
                        <a:extLst>
                          <a:ext uri="{FF2B5EF4-FFF2-40B4-BE49-F238E27FC236}">
                            <a16:creationId xmlns:a16="http://schemas.microsoft.com/office/drawing/2014/main" id="{D007406E-CB78-5896-191A-B244B4BC0CA5}"/>
                          </a:ext>
                        </a:extLst>
                      </p:cNvPr>
                      <p:cNvGrpSpPr/>
                      <p:nvPr/>
                    </p:nvGrpSpPr>
                    <p:grpSpPr>
                      <a:xfrm rot="14400000" flipH="1">
                        <a:off x="6434137" y="3402011"/>
                        <a:ext cx="303213" cy="303213"/>
                        <a:chOff x="5354637" y="3446463"/>
                        <a:chExt cx="214313" cy="214313"/>
                      </a:xfrm>
                    </p:grpSpPr>
                    <p:sp>
                      <p:nvSpPr>
                        <p:cNvPr id="2421" name="Arc 2420">
                          <a:extLst>
                            <a:ext uri="{FF2B5EF4-FFF2-40B4-BE49-F238E27FC236}">
                              <a16:creationId xmlns:a16="http://schemas.microsoft.com/office/drawing/2014/main" id="{F4796E1D-ABC4-BD6E-8D7E-5A66CBBACEA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22" name="Arc 2421">
                          <a:extLst>
                            <a:ext uri="{FF2B5EF4-FFF2-40B4-BE49-F238E27FC236}">
                              <a16:creationId xmlns:a16="http://schemas.microsoft.com/office/drawing/2014/main" id="{E86A83EE-C05D-A343-3857-CF374AB388E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420" name="TextBox 2419">
                        <a:extLst>
                          <a:ext uri="{FF2B5EF4-FFF2-40B4-BE49-F238E27FC236}">
                            <a16:creationId xmlns:a16="http://schemas.microsoft.com/office/drawing/2014/main" id="{FAF1ABFB-4BE2-24F0-205E-0DBDF39BEF96}"/>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405" name="Group 2404">
                    <a:extLst>
                      <a:ext uri="{FF2B5EF4-FFF2-40B4-BE49-F238E27FC236}">
                        <a16:creationId xmlns:a16="http://schemas.microsoft.com/office/drawing/2014/main" id="{BF7DB7DD-A3E9-F178-E4F4-A08FDDE3E86C}"/>
                      </a:ext>
                    </a:extLst>
                  </p:cNvPr>
                  <p:cNvGrpSpPr/>
                  <p:nvPr/>
                </p:nvGrpSpPr>
                <p:grpSpPr>
                  <a:xfrm>
                    <a:off x="6197413" y="3225768"/>
                    <a:ext cx="393192" cy="393192"/>
                    <a:chOff x="6389147" y="3932622"/>
                    <a:chExt cx="393192" cy="393192"/>
                  </a:xfrm>
                </p:grpSpPr>
                <p:grpSp>
                  <p:nvGrpSpPr>
                    <p:cNvPr id="2406" name="Group 2405">
                      <a:extLst>
                        <a:ext uri="{FF2B5EF4-FFF2-40B4-BE49-F238E27FC236}">
                          <a16:creationId xmlns:a16="http://schemas.microsoft.com/office/drawing/2014/main" id="{01EDE3C0-5C65-196F-025D-158C0BAD48F9}"/>
                        </a:ext>
                      </a:extLst>
                    </p:cNvPr>
                    <p:cNvGrpSpPr/>
                    <p:nvPr/>
                  </p:nvGrpSpPr>
                  <p:grpSpPr>
                    <a:xfrm flipH="1">
                      <a:off x="6478587" y="4022061"/>
                      <a:ext cx="214313" cy="214313"/>
                      <a:chOff x="5354637" y="3446463"/>
                      <a:chExt cx="214313" cy="214313"/>
                    </a:xfrm>
                  </p:grpSpPr>
                  <p:sp>
                    <p:nvSpPr>
                      <p:cNvPr id="2414" name="Arc 2413">
                        <a:extLst>
                          <a:ext uri="{FF2B5EF4-FFF2-40B4-BE49-F238E27FC236}">
                            <a16:creationId xmlns:a16="http://schemas.microsoft.com/office/drawing/2014/main" id="{4E9AA111-697C-C76B-1104-6C601B7563C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15" name="Arc 2414">
                        <a:extLst>
                          <a:ext uri="{FF2B5EF4-FFF2-40B4-BE49-F238E27FC236}">
                            <a16:creationId xmlns:a16="http://schemas.microsoft.com/office/drawing/2014/main" id="{4E9CEF4C-9C16-F7EC-A187-F3D42C4E014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07" name="Group 2406">
                      <a:extLst>
                        <a:ext uri="{FF2B5EF4-FFF2-40B4-BE49-F238E27FC236}">
                          <a16:creationId xmlns:a16="http://schemas.microsoft.com/office/drawing/2014/main" id="{4DCECDA4-3A98-7435-20E7-59254594C4DD}"/>
                        </a:ext>
                      </a:extLst>
                    </p:cNvPr>
                    <p:cNvGrpSpPr/>
                    <p:nvPr/>
                  </p:nvGrpSpPr>
                  <p:grpSpPr>
                    <a:xfrm rot="7200000" flipH="1">
                      <a:off x="6434137" y="3977611"/>
                      <a:ext cx="303213" cy="303213"/>
                      <a:chOff x="5354637" y="3446463"/>
                      <a:chExt cx="214313" cy="214313"/>
                    </a:xfrm>
                  </p:grpSpPr>
                  <p:sp>
                    <p:nvSpPr>
                      <p:cNvPr id="2412" name="Arc 2411">
                        <a:extLst>
                          <a:ext uri="{FF2B5EF4-FFF2-40B4-BE49-F238E27FC236}">
                            <a16:creationId xmlns:a16="http://schemas.microsoft.com/office/drawing/2014/main" id="{3DA35DDD-BD13-AF19-95E0-93D342C4917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13" name="Arc 2412">
                        <a:extLst>
                          <a:ext uri="{FF2B5EF4-FFF2-40B4-BE49-F238E27FC236}">
                            <a16:creationId xmlns:a16="http://schemas.microsoft.com/office/drawing/2014/main" id="{BB840FDA-3F81-EA4D-31B1-7748649B834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08" name="Group 2407">
                      <a:extLst>
                        <a:ext uri="{FF2B5EF4-FFF2-40B4-BE49-F238E27FC236}">
                          <a16:creationId xmlns:a16="http://schemas.microsoft.com/office/drawing/2014/main" id="{27EB3561-EB0E-7412-6DD5-83DEF60ED26B}"/>
                        </a:ext>
                      </a:extLst>
                    </p:cNvPr>
                    <p:cNvGrpSpPr/>
                    <p:nvPr/>
                  </p:nvGrpSpPr>
                  <p:grpSpPr>
                    <a:xfrm rot="14400000" flipH="1">
                      <a:off x="6389147" y="3932622"/>
                      <a:ext cx="393192" cy="393192"/>
                      <a:chOff x="5354637" y="3446463"/>
                      <a:chExt cx="214313" cy="214313"/>
                    </a:xfrm>
                  </p:grpSpPr>
                  <p:sp>
                    <p:nvSpPr>
                      <p:cNvPr id="2410" name="Arc 2409">
                        <a:extLst>
                          <a:ext uri="{FF2B5EF4-FFF2-40B4-BE49-F238E27FC236}">
                            <a16:creationId xmlns:a16="http://schemas.microsoft.com/office/drawing/2014/main" id="{0894F897-E8A7-B84A-534B-1F54ABC2454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11" name="Arc 2410">
                        <a:extLst>
                          <a:ext uri="{FF2B5EF4-FFF2-40B4-BE49-F238E27FC236}">
                            <a16:creationId xmlns:a16="http://schemas.microsoft.com/office/drawing/2014/main" id="{281217F8-0E6B-EE53-442A-558101702B4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409" name="TextBox 2408">
                      <a:extLst>
                        <a:ext uri="{FF2B5EF4-FFF2-40B4-BE49-F238E27FC236}">
                          <a16:creationId xmlns:a16="http://schemas.microsoft.com/office/drawing/2014/main" id="{CA388A78-DE81-CEBF-0E92-64BEAA2BE16A}"/>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2305" name="Group 2304">
                <a:extLst>
                  <a:ext uri="{FF2B5EF4-FFF2-40B4-BE49-F238E27FC236}">
                    <a16:creationId xmlns:a16="http://schemas.microsoft.com/office/drawing/2014/main" id="{D9D04DE5-DE02-0694-62F3-FEC3EEB314FC}"/>
                  </a:ext>
                </a:extLst>
              </p:cNvPr>
              <p:cNvGrpSpPr/>
              <p:nvPr/>
            </p:nvGrpSpPr>
            <p:grpSpPr>
              <a:xfrm>
                <a:off x="6065340" y="2039507"/>
                <a:ext cx="1643204" cy="1593124"/>
                <a:chOff x="5445106" y="2644743"/>
                <a:chExt cx="1643204" cy="1593124"/>
              </a:xfrm>
            </p:grpSpPr>
            <p:grpSp>
              <p:nvGrpSpPr>
                <p:cNvPr id="2306" name="Group 2305">
                  <a:extLst>
                    <a:ext uri="{FF2B5EF4-FFF2-40B4-BE49-F238E27FC236}">
                      <a16:creationId xmlns:a16="http://schemas.microsoft.com/office/drawing/2014/main" id="{E8FCFB2E-7267-AB92-8B9F-5B3AED0B53BC}"/>
                    </a:ext>
                  </a:extLst>
                </p:cNvPr>
                <p:cNvGrpSpPr/>
                <p:nvPr/>
              </p:nvGrpSpPr>
              <p:grpSpPr>
                <a:xfrm>
                  <a:off x="5445106" y="2644743"/>
                  <a:ext cx="1019224" cy="991639"/>
                  <a:chOff x="5886431" y="3225768"/>
                  <a:chExt cx="1019224" cy="991639"/>
                </a:xfrm>
              </p:grpSpPr>
              <p:grpSp>
                <p:nvGrpSpPr>
                  <p:cNvPr id="2354" name="Group 2353">
                    <a:extLst>
                      <a:ext uri="{FF2B5EF4-FFF2-40B4-BE49-F238E27FC236}">
                        <a16:creationId xmlns:a16="http://schemas.microsoft.com/office/drawing/2014/main" id="{DE42D2D0-2CAE-E2D1-41A1-AD09FCBBBD65}"/>
                      </a:ext>
                    </a:extLst>
                  </p:cNvPr>
                  <p:cNvGrpSpPr/>
                  <p:nvPr/>
                </p:nvGrpSpPr>
                <p:grpSpPr>
                  <a:xfrm>
                    <a:off x="6197413" y="3824215"/>
                    <a:ext cx="393192" cy="393192"/>
                    <a:chOff x="5265196" y="3357021"/>
                    <a:chExt cx="393192" cy="393192"/>
                  </a:xfrm>
                </p:grpSpPr>
                <p:grpSp>
                  <p:nvGrpSpPr>
                    <p:cNvPr id="2389" name="Group 2388">
                      <a:extLst>
                        <a:ext uri="{FF2B5EF4-FFF2-40B4-BE49-F238E27FC236}">
                          <a16:creationId xmlns:a16="http://schemas.microsoft.com/office/drawing/2014/main" id="{E5D8F155-AFD1-5459-0D84-2AFD1C126412}"/>
                        </a:ext>
                      </a:extLst>
                    </p:cNvPr>
                    <p:cNvGrpSpPr/>
                    <p:nvPr/>
                  </p:nvGrpSpPr>
                  <p:grpSpPr>
                    <a:xfrm rot="14400000">
                      <a:off x="5265196" y="3357021"/>
                      <a:ext cx="393192" cy="393192"/>
                      <a:chOff x="5354637" y="3446463"/>
                      <a:chExt cx="214313" cy="214313"/>
                    </a:xfrm>
                  </p:grpSpPr>
                  <p:sp>
                    <p:nvSpPr>
                      <p:cNvPr id="2398" name="Arc 2397">
                        <a:extLst>
                          <a:ext uri="{FF2B5EF4-FFF2-40B4-BE49-F238E27FC236}">
                            <a16:creationId xmlns:a16="http://schemas.microsoft.com/office/drawing/2014/main" id="{B8E24A76-6A7A-4CCB-1A47-A4906B40D0F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99" name="Arc 2398">
                        <a:extLst>
                          <a:ext uri="{FF2B5EF4-FFF2-40B4-BE49-F238E27FC236}">
                            <a16:creationId xmlns:a16="http://schemas.microsoft.com/office/drawing/2014/main" id="{F241F0A6-32A2-1054-6EE3-7CB386D3DB1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90" name="Group 2389">
                      <a:extLst>
                        <a:ext uri="{FF2B5EF4-FFF2-40B4-BE49-F238E27FC236}">
                          <a16:creationId xmlns:a16="http://schemas.microsoft.com/office/drawing/2014/main" id="{2277626D-A645-96AC-F131-717AD0166A32}"/>
                        </a:ext>
                      </a:extLst>
                    </p:cNvPr>
                    <p:cNvGrpSpPr/>
                    <p:nvPr/>
                  </p:nvGrpSpPr>
                  <p:grpSpPr>
                    <a:xfrm>
                      <a:off x="5310186" y="3402011"/>
                      <a:ext cx="303213" cy="303213"/>
                      <a:chOff x="5310186" y="3402011"/>
                      <a:chExt cx="303213" cy="303213"/>
                    </a:xfrm>
                  </p:grpSpPr>
                  <p:grpSp>
                    <p:nvGrpSpPr>
                      <p:cNvPr id="2391" name="Group 2390">
                        <a:extLst>
                          <a:ext uri="{FF2B5EF4-FFF2-40B4-BE49-F238E27FC236}">
                            <a16:creationId xmlns:a16="http://schemas.microsoft.com/office/drawing/2014/main" id="{AE189BD5-22D7-2045-3634-72E03562189E}"/>
                          </a:ext>
                        </a:extLst>
                      </p:cNvPr>
                      <p:cNvGrpSpPr/>
                      <p:nvPr/>
                    </p:nvGrpSpPr>
                    <p:grpSpPr>
                      <a:xfrm>
                        <a:off x="5354636" y="3446461"/>
                        <a:ext cx="214313" cy="214313"/>
                        <a:chOff x="5354637" y="3446463"/>
                        <a:chExt cx="214313" cy="214313"/>
                      </a:xfrm>
                    </p:grpSpPr>
                    <p:sp>
                      <p:nvSpPr>
                        <p:cNvPr id="2396" name="Arc 2395">
                          <a:extLst>
                            <a:ext uri="{FF2B5EF4-FFF2-40B4-BE49-F238E27FC236}">
                              <a16:creationId xmlns:a16="http://schemas.microsoft.com/office/drawing/2014/main" id="{2FCD5384-F3D6-B167-604A-C4DAD4CF25B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97" name="Arc 2396">
                          <a:extLst>
                            <a:ext uri="{FF2B5EF4-FFF2-40B4-BE49-F238E27FC236}">
                              <a16:creationId xmlns:a16="http://schemas.microsoft.com/office/drawing/2014/main" id="{4CBA1541-C813-9F41-DDB2-2B3A5CF7A13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92" name="Group 2391">
                        <a:extLst>
                          <a:ext uri="{FF2B5EF4-FFF2-40B4-BE49-F238E27FC236}">
                            <a16:creationId xmlns:a16="http://schemas.microsoft.com/office/drawing/2014/main" id="{34743CEC-9E98-99EC-8D49-7110239BA239}"/>
                          </a:ext>
                        </a:extLst>
                      </p:cNvPr>
                      <p:cNvGrpSpPr/>
                      <p:nvPr/>
                    </p:nvGrpSpPr>
                    <p:grpSpPr>
                      <a:xfrm rot="7200000">
                        <a:off x="5310186" y="3402011"/>
                        <a:ext cx="303213" cy="303213"/>
                        <a:chOff x="5354637" y="3446463"/>
                        <a:chExt cx="214313" cy="214313"/>
                      </a:xfrm>
                    </p:grpSpPr>
                    <p:sp>
                      <p:nvSpPr>
                        <p:cNvPr id="2394" name="Arc 2393">
                          <a:extLst>
                            <a:ext uri="{FF2B5EF4-FFF2-40B4-BE49-F238E27FC236}">
                              <a16:creationId xmlns:a16="http://schemas.microsoft.com/office/drawing/2014/main" id="{F7154424-988B-68D4-3BD6-191A371B7F8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95" name="Arc 2394">
                          <a:extLst>
                            <a:ext uri="{FF2B5EF4-FFF2-40B4-BE49-F238E27FC236}">
                              <a16:creationId xmlns:a16="http://schemas.microsoft.com/office/drawing/2014/main" id="{6127D4AB-32A9-1A7B-B6ED-F70CCE75FCC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93" name="TextBox 2392">
                        <a:extLst>
                          <a:ext uri="{FF2B5EF4-FFF2-40B4-BE49-F238E27FC236}">
                            <a16:creationId xmlns:a16="http://schemas.microsoft.com/office/drawing/2014/main" id="{FA4E69FA-01AA-0783-3B2A-5C9973556532}"/>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55" name="Group 2354">
                    <a:extLst>
                      <a:ext uri="{FF2B5EF4-FFF2-40B4-BE49-F238E27FC236}">
                        <a16:creationId xmlns:a16="http://schemas.microsoft.com/office/drawing/2014/main" id="{DA060B2C-E1CE-361D-2429-7AFFD6EC2C45}"/>
                      </a:ext>
                    </a:extLst>
                  </p:cNvPr>
                  <p:cNvGrpSpPr/>
                  <p:nvPr/>
                </p:nvGrpSpPr>
                <p:grpSpPr>
                  <a:xfrm>
                    <a:off x="5886431" y="3525040"/>
                    <a:ext cx="393192" cy="393192"/>
                    <a:chOff x="5265196" y="3932619"/>
                    <a:chExt cx="393192" cy="393192"/>
                  </a:xfrm>
                </p:grpSpPr>
                <p:grpSp>
                  <p:nvGrpSpPr>
                    <p:cNvPr id="2379" name="Group 2378">
                      <a:extLst>
                        <a:ext uri="{FF2B5EF4-FFF2-40B4-BE49-F238E27FC236}">
                          <a16:creationId xmlns:a16="http://schemas.microsoft.com/office/drawing/2014/main" id="{06262B09-D5BD-A1B0-013D-0666043F4702}"/>
                        </a:ext>
                      </a:extLst>
                    </p:cNvPr>
                    <p:cNvGrpSpPr/>
                    <p:nvPr/>
                  </p:nvGrpSpPr>
                  <p:grpSpPr>
                    <a:xfrm>
                      <a:off x="5354636" y="4022061"/>
                      <a:ext cx="214313" cy="214313"/>
                      <a:chOff x="5354637" y="3446463"/>
                      <a:chExt cx="214313" cy="214313"/>
                    </a:xfrm>
                  </p:grpSpPr>
                  <p:sp>
                    <p:nvSpPr>
                      <p:cNvPr id="2387" name="Arc 2386">
                        <a:extLst>
                          <a:ext uri="{FF2B5EF4-FFF2-40B4-BE49-F238E27FC236}">
                            <a16:creationId xmlns:a16="http://schemas.microsoft.com/office/drawing/2014/main" id="{2EFA3F6F-77A2-ECCF-950F-C773B1953FE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88" name="Arc 2387">
                        <a:extLst>
                          <a:ext uri="{FF2B5EF4-FFF2-40B4-BE49-F238E27FC236}">
                            <a16:creationId xmlns:a16="http://schemas.microsoft.com/office/drawing/2014/main" id="{67E6B370-2BA0-381D-06E6-E343F621031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80" name="Group 2379">
                      <a:extLst>
                        <a:ext uri="{FF2B5EF4-FFF2-40B4-BE49-F238E27FC236}">
                          <a16:creationId xmlns:a16="http://schemas.microsoft.com/office/drawing/2014/main" id="{F5C41F8D-E292-AF82-2DC3-C9CA71FC3B64}"/>
                        </a:ext>
                      </a:extLst>
                    </p:cNvPr>
                    <p:cNvGrpSpPr/>
                    <p:nvPr/>
                  </p:nvGrpSpPr>
                  <p:grpSpPr>
                    <a:xfrm rot="14400000">
                      <a:off x="5310186" y="3977611"/>
                      <a:ext cx="303213" cy="303213"/>
                      <a:chOff x="5354637" y="3446463"/>
                      <a:chExt cx="214313" cy="214313"/>
                    </a:xfrm>
                  </p:grpSpPr>
                  <p:sp>
                    <p:nvSpPr>
                      <p:cNvPr id="2385" name="Arc 2384">
                        <a:extLst>
                          <a:ext uri="{FF2B5EF4-FFF2-40B4-BE49-F238E27FC236}">
                            <a16:creationId xmlns:a16="http://schemas.microsoft.com/office/drawing/2014/main" id="{7E89136F-2886-9943-2A43-6D65F8C22AE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86" name="Arc 2385">
                        <a:extLst>
                          <a:ext uri="{FF2B5EF4-FFF2-40B4-BE49-F238E27FC236}">
                            <a16:creationId xmlns:a16="http://schemas.microsoft.com/office/drawing/2014/main" id="{2E23602C-C715-1CCE-7259-40447F346AD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81" name="Group 2380">
                      <a:extLst>
                        <a:ext uri="{FF2B5EF4-FFF2-40B4-BE49-F238E27FC236}">
                          <a16:creationId xmlns:a16="http://schemas.microsoft.com/office/drawing/2014/main" id="{D566D465-C12F-B733-DDDC-78BAF71C3173}"/>
                        </a:ext>
                      </a:extLst>
                    </p:cNvPr>
                    <p:cNvGrpSpPr/>
                    <p:nvPr/>
                  </p:nvGrpSpPr>
                  <p:grpSpPr>
                    <a:xfrm rot="7200000">
                      <a:off x="5265196" y="3932619"/>
                      <a:ext cx="393192" cy="393192"/>
                      <a:chOff x="5354637" y="3446463"/>
                      <a:chExt cx="214313" cy="214313"/>
                    </a:xfrm>
                  </p:grpSpPr>
                  <p:sp>
                    <p:nvSpPr>
                      <p:cNvPr id="2383" name="Arc 2382">
                        <a:extLst>
                          <a:ext uri="{FF2B5EF4-FFF2-40B4-BE49-F238E27FC236}">
                            <a16:creationId xmlns:a16="http://schemas.microsoft.com/office/drawing/2014/main" id="{2359C82F-C8A5-5A23-F95E-714002FDB99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84" name="Arc 2383">
                        <a:extLst>
                          <a:ext uri="{FF2B5EF4-FFF2-40B4-BE49-F238E27FC236}">
                            <a16:creationId xmlns:a16="http://schemas.microsoft.com/office/drawing/2014/main" id="{99F88968-3B35-0299-0183-588FF920E07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82" name="TextBox 2381">
                      <a:extLst>
                        <a:ext uri="{FF2B5EF4-FFF2-40B4-BE49-F238E27FC236}">
                          <a16:creationId xmlns:a16="http://schemas.microsoft.com/office/drawing/2014/main" id="{A106E7E2-2781-28E6-EBD4-09783307F660}"/>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356" name="Group 2355">
                    <a:extLst>
                      <a:ext uri="{FF2B5EF4-FFF2-40B4-BE49-F238E27FC236}">
                        <a16:creationId xmlns:a16="http://schemas.microsoft.com/office/drawing/2014/main" id="{AD3192E1-68F1-D99A-0BD4-68A23DE6F273}"/>
                      </a:ext>
                    </a:extLst>
                  </p:cNvPr>
                  <p:cNvGrpSpPr/>
                  <p:nvPr/>
                </p:nvGrpSpPr>
                <p:grpSpPr>
                  <a:xfrm>
                    <a:off x="6512463" y="3525040"/>
                    <a:ext cx="393192" cy="393192"/>
                    <a:chOff x="6389147" y="3357021"/>
                    <a:chExt cx="393192" cy="393192"/>
                  </a:xfrm>
                </p:grpSpPr>
                <p:grpSp>
                  <p:nvGrpSpPr>
                    <p:cNvPr id="2368" name="Group 2367">
                      <a:extLst>
                        <a:ext uri="{FF2B5EF4-FFF2-40B4-BE49-F238E27FC236}">
                          <a16:creationId xmlns:a16="http://schemas.microsoft.com/office/drawing/2014/main" id="{9089A8F1-310D-D327-7180-45D4543BC255}"/>
                        </a:ext>
                      </a:extLst>
                    </p:cNvPr>
                    <p:cNvGrpSpPr/>
                    <p:nvPr/>
                  </p:nvGrpSpPr>
                  <p:grpSpPr>
                    <a:xfrm rot="7200000" flipH="1">
                      <a:off x="6389147" y="3357021"/>
                      <a:ext cx="393192" cy="393192"/>
                      <a:chOff x="5354637" y="3446463"/>
                      <a:chExt cx="214313" cy="214313"/>
                    </a:xfrm>
                  </p:grpSpPr>
                  <p:sp>
                    <p:nvSpPr>
                      <p:cNvPr id="2377" name="Arc 2376">
                        <a:extLst>
                          <a:ext uri="{FF2B5EF4-FFF2-40B4-BE49-F238E27FC236}">
                            <a16:creationId xmlns:a16="http://schemas.microsoft.com/office/drawing/2014/main" id="{C6C8D91F-DAE5-4818-4DCB-C1C066E16C3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78" name="Arc 2377">
                        <a:extLst>
                          <a:ext uri="{FF2B5EF4-FFF2-40B4-BE49-F238E27FC236}">
                            <a16:creationId xmlns:a16="http://schemas.microsoft.com/office/drawing/2014/main" id="{C6C1E987-5472-4461-5433-A9651F57631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69" name="Group 2368">
                      <a:extLst>
                        <a:ext uri="{FF2B5EF4-FFF2-40B4-BE49-F238E27FC236}">
                          <a16:creationId xmlns:a16="http://schemas.microsoft.com/office/drawing/2014/main" id="{56CAEE2A-160F-86FB-26AF-A4D4C343BEFE}"/>
                        </a:ext>
                      </a:extLst>
                    </p:cNvPr>
                    <p:cNvGrpSpPr/>
                    <p:nvPr/>
                  </p:nvGrpSpPr>
                  <p:grpSpPr>
                    <a:xfrm>
                      <a:off x="6434137" y="3402011"/>
                      <a:ext cx="303213" cy="303213"/>
                      <a:chOff x="6434137" y="3402011"/>
                      <a:chExt cx="303213" cy="303213"/>
                    </a:xfrm>
                  </p:grpSpPr>
                  <p:grpSp>
                    <p:nvGrpSpPr>
                      <p:cNvPr id="2370" name="Group 2369">
                        <a:extLst>
                          <a:ext uri="{FF2B5EF4-FFF2-40B4-BE49-F238E27FC236}">
                            <a16:creationId xmlns:a16="http://schemas.microsoft.com/office/drawing/2014/main" id="{1CCA9E99-EDE8-C071-FA09-132E764E5320}"/>
                          </a:ext>
                        </a:extLst>
                      </p:cNvPr>
                      <p:cNvGrpSpPr/>
                      <p:nvPr/>
                    </p:nvGrpSpPr>
                    <p:grpSpPr>
                      <a:xfrm flipH="1">
                        <a:off x="6478587" y="3446461"/>
                        <a:ext cx="214313" cy="214313"/>
                        <a:chOff x="5354637" y="3446463"/>
                        <a:chExt cx="214313" cy="214313"/>
                      </a:xfrm>
                    </p:grpSpPr>
                    <p:sp>
                      <p:nvSpPr>
                        <p:cNvPr id="2375" name="Arc 2374">
                          <a:extLst>
                            <a:ext uri="{FF2B5EF4-FFF2-40B4-BE49-F238E27FC236}">
                              <a16:creationId xmlns:a16="http://schemas.microsoft.com/office/drawing/2014/main" id="{99E2822E-40D7-629E-DFBD-B2380058384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76" name="Arc 2375">
                          <a:extLst>
                            <a:ext uri="{FF2B5EF4-FFF2-40B4-BE49-F238E27FC236}">
                              <a16:creationId xmlns:a16="http://schemas.microsoft.com/office/drawing/2014/main" id="{03A890B5-D468-5339-D081-8DEB5A59A92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71" name="Group 2370">
                        <a:extLst>
                          <a:ext uri="{FF2B5EF4-FFF2-40B4-BE49-F238E27FC236}">
                            <a16:creationId xmlns:a16="http://schemas.microsoft.com/office/drawing/2014/main" id="{4C17437B-16AE-5E24-C248-50CEDEA3D62D}"/>
                          </a:ext>
                        </a:extLst>
                      </p:cNvPr>
                      <p:cNvGrpSpPr/>
                      <p:nvPr/>
                    </p:nvGrpSpPr>
                    <p:grpSpPr>
                      <a:xfrm rot="14400000" flipH="1">
                        <a:off x="6434137" y="3402011"/>
                        <a:ext cx="303213" cy="303213"/>
                        <a:chOff x="5354637" y="3446463"/>
                        <a:chExt cx="214313" cy="214313"/>
                      </a:xfrm>
                    </p:grpSpPr>
                    <p:sp>
                      <p:nvSpPr>
                        <p:cNvPr id="2373" name="Arc 2372">
                          <a:extLst>
                            <a:ext uri="{FF2B5EF4-FFF2-40B4-BE49-F238E27FC236}">
                              <a16:creationId xmlns:a16="http://schemas.microsoft.com/office/drawing/2014/main" id="{13F7BEF4-2E3D-E1C5-E027-2BF53279093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74" name="Arc 2373">
                          <a:extLst>
                            <a:ext uri="{FF2B5EF4-FFF2-40B4-BE49-F238E27FC236}">
                              <a16:creationId xmlns:a16="http://schemas.microsoft.com/office/drawing/2014/main" id="{23FA69FD-B9B5-D6EF-B273-09BE952E285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72" name="TextBox 2371">
                        <a:extLst>
                          <a:ext uri="{FF2B5EF4-FFF2-40B4-BE49-F238E27FC236}">
                            <a16:creationId xmlns:a16="http://schemas.microsoft.com/office/drawing/2014/main" id="{63F07CBC-595C-8254-3FC3-04F61909CB86}"/>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57" name="Group 2356">
                    <a:extLst>
                      <a:ext uri="{FF2B5EF4-FFF2-40B4-BE49-F238E27FC236}">
                        <a16:creationId xmlns:a16="http://schemas.microsoft.com/office/drawing/2014/main" id="{27358956-EAA3-5DA9-F0AC-28B92BD31D4F}"/>
                      </a:ext>
                    </a:extLst>
                  </p:cNvPr>
                  <p:cNvGrpSpPr/>
                  <p:nvPr/>
                </p:nvGrpSpPr>
                <p:grpSpPr>
                  <a:xfrm>
                    <a:off x="6197413" y="3225768"/>
                    <a:ext cx="393192" cy="393192"/>
                    <a:chOff x="6389147" y="3932622"/>
                    <a:chExt cx="393192" cy="393192"/>
                  </a:xfrm>
                </p:grpSpPr>
                <p:grpSp>
                  <p:nvGrpSpPr>
                    <p:cNvPr id="2358" name="Group 2357">
                      <a:extLst>
                        <a:ext uri="{FF2B5EF4-FFF2-40B4-BE49-F238E27FC236}">
                          <a16:creationId xmlns:a16="http://schemas.microsoft.com/office/drawing/2014/main" id="{E0BDE674-4592-19B0-ECCE-B129465F9DC6}"/>
                        </a:ext>
                      </a:extLst>
                    </p:cNvPr>
                    <p:cNvGrpSpPr/>
                    <p:nvPr/>
                  </p:nvGrpSpPr>
                  <p:grpSpPr>
                    <a:xfrm flipH="1">
                      <a:off x="6478587" y="4022061"/>
                      <a:ext cx="214313" cy="214313"/>
                      <a:chOff x="5354637" y="3446463"/>
                      <a:chExt cx="214313" cy="214313"/>
                    </a:xfrm>
                  </p:grpSpPr>
                  <p:sp>
                    <p:nvSpPr>
                      <p:cNvPr id="2366" name="Arc 2365">
                        <a:extLst>
                          <a:ext uri="{FF2B5EF4-FFF2-40B4-BE49-F238E27FC236}">
                            <a16:creationId xmlns:a16="http://schemas.microsoft.com/office/drawing/2014/main" id="{FDD5D32A-DD1E-6576-80AB-FA3ABF4108A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67" name="Arc 2366">
                        <a:extLst>
                          <a:ext uri="{FF2B5EF4-FFF2-40B4-BE49-F238E27FC236}">
                            <a16:creationId xmlns:a16="http://schemas.microsoft.com/office/drawing/2014/main" id="{57CDC6FD-3023-BA7F-4856-B0814A37BCD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59" name="Group 2358">
                      <a:extLst>
                        <a:ext uri="{FF2B5EF4-FFF2-40B4-BE49-F238E27FC236}">
                          <a16:creationId xmlns:a16="http://schemas.microsoft.com/office/drawing/2014/main" id="{7C02FB60-584E-1320-CC60-2F0A62D533CE}"/>
                        </a:ext>
                      </a:extLst>
                    </p:cNvPr>
                    <p:cNvGrpSpPr/>
                    <p:nvPr/>
                  </p:nvGrpSpPr>
                  <p:grpSpPr>
                    <a:xfrm rot="7200000" flipH="1">
                      <a:off x="6434137" y="3977611"/>
                      <a:ext cx="303213" cy="303213"/>
                      <a:chOff x="5354637" y="3446463"/>
                      <a:chExt cx="214313" cy="214313"/>
                    </a:xfrm>
                  </p:grpSpPr>
                  <p:sp>
                    <p:nvSpPr>
                      <p:cNvPr id="2364" name="Arc 2363">
                        <a:extLst>
                          <a:ext uri="{FF2B5EF4-FFF2-40B4-BE49-F238E27FC236}">
                            <a16:creationId xmlns:a16="http://schemas.microsoft.com/office/drawing/2014/main" id="{EF37FA4C-CB5F-FFD8-7989-8DBA3A62DF0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65" name="Arc 2364">
                        <a:extLst>
                          <a:ext uri="{FF2B5EF4-FFF2-40B4-BE49-F238E27FC236}">
                            <a16:creationId xmlns:a16="http://schemas.microsoft.com/office/drawing/2014/main" id="{993735E0-0F19-3D49-3C38-15D2CAD8CEC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60" name="Group 2359">
                      <a:extLst>
                        <a:ext uri="{FF2B5EF4-FFF2-40B4-BE49-F238E27FC236}">
                          <a16:creationId xmlns:a16="http://schemas.microsoft.com/office/drawing/2014/main" id="{2D55990B-AF01-7B8B-AC80-33051A838523}"/>
                        </a:ext>
                      </a:extLst>
                    </p:cNvPr>
                    <p:cNvGrpSpPr/>
                    <p:nvPr/>
                  </p:nvGrpSpPr>
                  <p:grpSpPr>
                    <a:xfrm rot="14400000" flipH="1">
                      <a:off x="6389147" y="3932622"/>
                      <a:ext cx="393192" cy="393192"/>
                      <a:chOff x="5354637" y="3446463"/>
                      <a:chExt cx="214313" cy="214313"/>
                    </a:xfrm>
                  </p:grpSpPr>
                  <p:sp>
                    <p:nvSpPr>
                      <p:cNvPr id="2362" name="Arc 2361">
                        <a:extLst>
                          <a:ext uri="{FF2B5EF4-FFF2-40B4-BE49-F238E27FC236}">
                            <a16:creationId xmlns:a16="http://schemas.microsoft.com/office/drawing/2014/main" id="{EA271158-2702-341B-4255-40790E1E338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63" name="Arc 2362">
                        <a:extLst>
                          <a:ext uri="{FF2B5EF4-FFF2-40B4-BE49-F238E27FC236}">
                            <a16:creationId xmlns:a16="http://schemas.microsoft.com/office/drawing/2014/main" id="{FB0E2CBF-5E49-E523-98F4-5AC4B0AE4A9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61" name="TextBox 2360">
                      <a:extLst>
                        <a:ext uri="{FF2B5EF4-FFF2-40B4-BE49-F238E27FC236}">
                          <a16:creationId xmlns:a16="http://schemas.microsoft.com/office/drawing/2014/main" id="{EB58AF56-E0A6-973B-C2BA-21CFA8C38A78}"/>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07" name="Group 2306">
                  <a:extLst>
                    <a:ext uri="{FF2B5EF4-FFF2-40B4-BE49-F238E27FC236}">
                      <a16:creationId xmlns:a16="http://schemas.microsoft.com/office/drawing/2014/main" id="{C3E28C7C-D72B-04D0-DAE0-1B9E1C1B92E3}"/>
                    </a:ext>
                  </a:extLst>
                </p:cNvPr>
                <p:cNvGrpSpPr/>
                <p:nvPr/>
              </p:nvGrpSpPr>
              <p:grpSpPr>
                <a:xfrm>
                  <a:off x="6069086" y="3246228"/>
                  <a:ext cx="1019224" cy="991639"/>
                  <a:chOff x="5886431" y="3225768"/>
                  <a:chExt cx="1019224" cy="991639"/>
                </a:xfrm>
              </p:grpSpPr>
              <p:grpSp>
                <p:nvGrpSpPr>
                  <p:cNvPr id="2308" name="Group 2307">
                    <a:extLst>
                      <a:ext uri="{FF2B5EF4-FFF2-40B4-BE49-F238E27FC236}">
                        <a16:creationId xmlns:a16="http://schemas.microsoft.com/office/drawing/2014/main" id="{0DAF5C96-28CC-DCA4-ED50-B30566607E00}"/>
                      </a:ext>
                    </a:extLst>
                  </p:cNvPr>
                  <p:cNvGrpSpPr/>
                  <p:nvPr/>
                </p:nvGrpSpPr>
                <p:grpSpPr>
                  <a:xfrm>
                    <a:off x="6197413" y="3824215"/>
                    <a:ext cx="393192" cy="393192"/>
                    <a:chOff x="5265196" y="3357021"/>
                    <a:chExt cx="393192" cy="393192"/>
                  </a:xfrm>
                </p:grpSpPr>
                <p:grpSp>
                  <p:nvGrpSpPr>
                    <p:cNvPr id="2343" name="Group 2342">
                      <a:extLst>
                        <a:ext uri="{FF2B5EF4-FFF2-40B4-BE49-F238E27FC236}">
                          <a16:creationId xmlns:a16="http://schemas.microsoft.com/office/drawing/2014/main" id="{D2A88EA3-EF8C-4F6B-0EF1-6F4BA97F7924}"/>
                        </a:ext>
                      </a:extLst>
                    </p:cNvPr>
                    <p:cNvGrpSpPr/>
                    <p:nvPr/>
                  </p:nvGrpSpPr>
                  <p:grpSpPr>
                    <a:xfrm rot="14400000">
                      <a:off x="5265196" y="3357021"/>
                      <a:ext cx="393192" cy="393192"/>
                      <a:chOff x="5354637" y="3446463"/>
                      <a:chExt cx="214313" cy="214313"/>
                    </a:xfrm>
                  </p:grpSpPr>
                  <p:sp>
                    <p:nvSpPr>
                      <p:cNvPr id="2352" name="Arc 2351">
                        <a:extLst>
                          <a:ext uri="{FF2B5EF4-FFF2-40B4-BE49-F238E27FC236}">
                            <a16:creationId xmlns:a16="http://schemas.microsoft.com/office/drawing/2014/main" id="{95637779-4920-EDD2-810C-BFD5CFA1266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53" name="Arc 2352">
                        <a:extLst>
                          <a:ext uri="{FF2B5EF4-FFF2-40B4-BE49-F238E27FC236}">
                            <a16:creationId xmlns:a16="http://schemas.microsoft.com/office/drawing/2014/main" id="{ED7062DA-6E45-2856-F260-638089D1D72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44" name="Group 2343">
                      <a:extLst>
                        <a:ext uri="{FF2B5EF4-FFF2-40B4-BE49-F238E27FC236}">
                          <a16:creationId xmlns:a16="http://schemas.microsoft.com/office/drawing/2014/main" id="{DA129518-3634-5248-63F8-41F290D0EF39}"/>
                        </a:ext>
                      </a:extLst>
                    </p:cNvPr>
                    <p:cNvGrpSpPr/>
                    <p:nvPr/>
                  </p:nvGrpSpPr>
                  <p:grpSpPr>
                    <a:xfrm>
                      <a:off x="5310186" y="3402011"/>
                      <a:ext cx="303213" cy="303213"/>
                      <a:chOff x="5310186" y="3402011"/>
                      <a:chExt cx="303213" cy="303213"/>
                    </a:xfrm>
                  </p:grpSpPr>
                  <p:grpSp>
                    <p:nvGrpSpPr>
                      <p:cNvPr id="2345" name="Group 2344">
                        <a:extLst>
                          <a:ext uri="{FF2B5EF4-FFF2-40B4-BE49-F238E27FC236}">
                            <a16:creationId xmlns:a16="http://schemas.microsoft.com/office/drawing/2014/main" id="{4191129D-9FB7-89D9-69E7-4A21ACE3B697}"/>
                          </a:ext>
                        </a:extLst>
                      </p:cNvPr>
                      <p:cNvGrpSpPr/>
                      <p:nvPr/>
                    </p:nvGrpSpPr>
                    <p:grpSpPr>
                      <a:xfrm>
                        <a:off x="5354636" y="3446461"/>
                        <a:ext cx="214313" cy="214313"/>
                        <a:chOff x="5354637" y="3446463"/>
                        <a:chExt cx="214313" cy="214313"/>
                      </a:xfrm>
                    </p:grpSpPr>
                    <p:sp>
                      <p:nvSpPr>
                        <p:cNvPr id="2350" name="Arc 2349">
                          <a:extLst>
                            <a:ext uri="{FF2B5EF4-FFF2-40B4-BE49-F238E27FC236}">
                              <a16:creationId xmlns:a16="http://schemas.microsoft.com/office/drawing/2014/main" id="{B993F688-D206-A4AE-0217-D7B3738ADFC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51" name="Arc 2350">
                          <a:extLst>
                            <a:ext uri="{FF2B5EF4-FFF2-40B4-BE49-F238E27FC236}">
                              <a16:creationId xmlns:a16="http://schemas.microsoft.com/office/drawing/2014/main" id="{C08C61E7-9994-E562-ACAD-4B92A81AD8C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46" name="Group 2345">
                        <a:extLst>
                          <a:ext uri="{FF2B5EF4-FFF2-40B4-BE49-F238E27FC236}">
                            <a16:creationId xmlns:a16="http://schemas.microsoft.com/office/drawing/2014/main" id="{33A5B1BE-89FA-7C44-7763-84D303F3DAAD}"/>
                          </a:ext>
                        </a:extLst>
                      </p:cNvPr>
                      <p:cNvGrpSpPr/>
                      <p:nvPr/>
                    </p:nvGrpSpPr>
                    <p:grpSpPr>
                      <a:xfrm rot="7200000">
                        <a:off x="5310186" y="3402011"/>
                        <a:ext cx="303213" cy="303213"/>
                        <a:chOff x="5354637" y="3446463"/>
                        <a:chExt cx="214313" cy="214313"/>
                      </a:xfrm>
                    </p:grpSpPr>
                    <p:sp>
                      <p:nvSpPr>
                        <p:cNvPr id="2348" name="Arc 2347">
                          <a:extLst>
                            <a:ext uri="{FF2B5EF4-FFF2-40B4-BE49-F238E27FC236}">
                              <a16:creationId xmlns:a16="http://schemas.microsoft.com/office/drawing/2014/main" id="{9C775C39-028F-7E83-3828-52266A4F164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49" name="Arc 2348">
                          <a:extLst>
                            <a:ext uri="{FF2B5EF4-FFF2-40B4-BE49-F238E27FC236}">
                              <a16:creationId xmlns:a16="http://schemas.microsoft.com/office/drawing/2014/main" id="{20218C0F-AF2E-5FAA-3A7B-DBA04E32674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47" name="TextBox 2346">
                        <a:extLst>
                          <a:ext uri="{FF2B5EF4-FFF2-40B4-BE49-F238E27FC236}">
                            <a16:creationId xmlns:a16="http://schemas.microsoft.com/office/drawing/2014/main" id="{63DE6DFF-50DB-3B6C-6AB3-DF116C0B98C9}"/>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09" name="Group 2308">
                    <a:extLst>
                      <a:ext uri="{FF2B5EF4-FFF2-40B4-BE49-F238E27FC236}">
                        <a16:creationId xmlns:a16="http://schemas.microsoft.com/office/drawing/2014/main" id="{0ED82B2B-FF91-343F-6C32-F4DDDF37A1A6}"/>
                      </a:ext>
                    </a:extLst>
                  </p:cNvPr>
                  <p:cNvGrpSpPr/>
                  <p:nvPr/>
                </p:nvGrpSpPr>
                <p:grpSpPr>
                  <a:xfrm>
                    <a:off x="5886431" y="3525040"/>
                    <a:ext cx="393192" cy="393192"/>
                    <a:chOff x="5265196" y="3932619"/>
                    <a:chExt cx="393192" cy="393192"/>
                  </a:xfrm>
                </p:grpSpPr>
                <p:grpSp>
                  <p:nvGrpSpPr>
                    <p:cNvPr id="2333" name="Group 2332">
                      <a:extLst>
                        <a:ext uri="{FF2B5EF4-FFF2-40B4-BE49-F238E27FC236}">
                          <a16:creationId xmlns:a16="http://schemas.microsoft.com/office/drawing/2014/main" id="{ACF25F36-1529-7D3F-0036-838D68F8B8F6}"/>
                        </a:ext>
                      </a:extLst>
                    </p:cNvPr>
                    <p:cNvGrpSpPr/>
                    <p:nvPr/>
                  </p:nvGrpSpPr>
                  <p:grpSpPr>
                    <a:xfrm>
                      <a:off x="5354636" y="4022061"/>
                      <a:ext cx="214313" cy="214313"/>
                      <a:chOff x="5354637" y="3446463"/>
                      <a:chExt cx="214313" cy="214313"/>
                    </a:xfrm>
                  </p:grpSpPr>
                  <p:sp>
                    <p:nvSpPr>
                      <p:cNvPr id="2341" name="Arc 2340">
                        <a:extLst>
                          <a:ext uri="{FF2B5EF4-FFF2-40B4-BE49-F238E27FC236}">
                            <a16:creationId xmlns:a16="http://schemas.microsoft.com/office/drawing/2014/main" id="{9249984D-C886-D251-4923-E3D40752FA9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42" name="Arc 2341">
                        <a:extLst>
                          <a:ext uri="{FF2B5EF4-FFF2-40B4-BE49-F238E27FC236}">
                            <a16:creationId xmlns:a16="http://schemas.microsoft.com/office/drawing/2014/main" id="{978AC4AA-DB11-D329-F24A-634771930F3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34" name="Group 2333">
                      <a:extLst>
                        <a:ext uri="{FF2B5EF4-FFF2-40B4-BE49-F238E27FC236}">
                          <a16:creationId xmlns:a16="http://schemas.microsoft.com/office/drawing/2014/main" id="{8354663B-8031-91B1-49EB-E1BF2EACA0D2}"/>
                        </a:ext>
                      </a:extLst>
                    </p:cNvPr>
                    <p:cNvGrpSpPr/>
                    <p:nvPr/>
                  </p:nvGrpSpPr>
                  <p:grpSpPr>
                    <a:xfrm rot="14400000">
                      <a:off x="5310186" y="3977611"/>
                      <a:ext cx="303213" cy="303213"/>
                      <a:chOff x="5354637" y="3446463"/>
                      <a:chExt cx="214313" cy="214313"/>
                    </a:xfrm>
                  </p:grpSpPr>
                  <p:sp>
                    <p:nvSpPr>
                      <p:cNvPr id="2339" name="Arc 2338">
                        <a:extLst>
                          <a:ext uri="{FF2B5EF4-FFF2-40B4-BE49-F238E27FC236}">
                            <a16:creationId xmlns:a16="http://schemas.microsoft.com/office/drawing/2014/main" id="{6F1A4516-28B2-E2D5-67ED-1F5AC63B41F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40" name="Arc 2339">
                        <a:extLst>
                          <a:ext uri="{FF2B5EF4-FFF2-40B4-BE49-F238E27FC236}">
                            <a16:creationId xmlns:a16="http://schemas.microsoft.com/office/drawing/2014/main" id="{DB7EC318-A981-3799-0C08-B71916F4DAF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35" name="Group 2334">
                      <a:extLst>
                        <a:ext uri="{FF2B5EF4-FFF2-40B4-BE49-F238E27FC236}">
                          <a16:creationId xmlns:a16="http://schemas.microsoft.com/office/drawing/2014/main" id="{CB0C4638-9575-D213-1908-6C517AB7DC2E}"/>
                        </a:ext>
                      </a:extLst>
                    </p:cNvPr>
                    <p:cNvGrpSpPr/>
                    <p:nvPr/>
                  </p:nvGrpSpPr>
                  <p:grpSpPr>
                    <a:xfrm rot="7200000">
                      <a:off x="5265196" y="3932619"/>
                      <a:ext cx="393192" cy="393192"/>
                      <a:chOff x="5354637" y="3446463"/>
                      <a:chExt cx="214313" cy="214313"/>
                    </a:xfrm>
                  </p:grpSpPr>
                  <p:sp>
                    <p:nvSpPr>
                      <p:cNvPr id="2337" name="Arc 2336">
                        <a:extLst>
                          <a:ext uri="{FF2B5EF4-FFF2-40B4-BE49-F238E27FC236}">
                            <a16:creationId xmlns:a16="http://schemas.microsoft.com/office/drawing/2014/main" id="{181E807B-FBFF-FD5B-D92D-AA0EC4223F1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38" name="Arc 2337">
                        <a:extLst>
                          <a:ext uri="{FF2B5EF4-FFF2-40B4-BE49-F238E27FC236}">
                            <a16:creationId xmlns:a16="http://schemas.microsoft.com/office/drawing/2014/main" id="{D49030C9-E140-9959-FBD8-7E1D90586FB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36" name="TextBox 2335">
                      <a:extLst>
                        <a:ext uri="{FF2B5EF4-FFF2-40B4-BE49-F238E27FC236}">
                          <a16:creationId xmlns:a16="http://schemas.microsoft.com/office/drawing/2014/main" id="{0500B68D-A7D1-B3E5-7028-81A707BBBECF}"/>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310" name="Group 2309">
                    <a:extLst>
                      <a:ext uri="{FF2B5EF4-FFF2-40B4-BE49-F238E27FC236}">
                        <a16:creationId xmlns:a16="http://schemas.microsoft.com/office/drawing/2014/main" id="{71046420-AD17-5D03-44B8-DA8ACD95EF87}"/>
                      </a:ext>
                    </a:extLst>
                  </p:cNvPr>
                  <p:cNvGrpSpPr/>
                  <p:nvPr/>
                </p:nvGrpSpPr>
                <p:grpSpPr>
                  <a:xfrm>
                    <a:off x="6512463" y="3525040"/>
                    <a:ext cx="393192" cy="393192"/>
                    <a:chOff x="6389147" y="3357021"/>
                    <a:chExt cx="393192" cy="393192"/>
                  </a:xfrm>
                </p:grpSpPr>
                <p:grpSp>
                  <p:nvGrpSpPr>
                    <p:cNvPr id="2322" name="Group 2321">
                      <a:extLst>
                        <a:ext uri="{FF2B5EF4-FFF2-40B4-BE49-F238E27FC236}">
                          <a16:creationId xmlns:a16="http://schemas.microsoft.com/office/drawing/2014/main" id="{D255A5B1-76DF-1ED6-9D28-5053816302FA}"/>
                        </a:ext>
                      </a:extLst>
                    </p:cNvPr>
                    <p:cNvGrpSpPr/>
                    <p:nvPr/>
                  </p:nvGrpSpPr>
                  <p:grpSpPr>
                    <a:xfrm rot="7200000" flipH="1">
                      <a:off x="6389147" y="3357021"/>
                      <a:ext cx="393192" cy="393192"/>
                      <a:chOff x="5354637" y="3446463"/>
                      <a:chExt cx="214313" cy="214313"/>
                    </a:xfrm>
                  </p:grpSpPr>
                  <p:sp>
                    <p:nvSpPr>
                      <p:cNvPr id="2331" name="Arc 2330">
                        <a:extLst>
                          <a:ext uri="{FF2B5EF4-FFF2-40B4-BE49-F238E27FC236}">
                            <a16:creationId xmlns:a16="http://schemas.microsoft.com/office/drawing/2014/main" id="{169498D4-2B07-511E-A65E-3D7B0143C40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32" name="Arc 2331">
                        <a:extLst>
                          <a:ext uri="{FF2B5EF4-FFF2-40B4-BE49-F238E27FC236}">
                            <a16:creationId xmlns:a16="http://schemas.microsoft.com/office/drawing/2014/main" id="{1904887F-7A09-DF9E-2FF4-FE952AB6AEF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23" name="Group 2322">
                      <a:extLst>
                        <a:ext uri="{FF2B5EF4-FFF2-40B4-BE49-F238E27FC236}">
                          <a16:creationId xmlns:a16="http://schemas.microsoft.com/office/drawing/2014/main" id="{80B251EF-E227-511C-716B-3FF222B93BAD}"/>
                        </a:ext>
                      </a:extLst>
                    </p:cNvPr>
                    <p:cNvGrpSpPr/>
                    <p:nvPr/>
                  </p:nvGrpSpPr>
                  <p:grpSpPr>
                    <a:xfrm>
                      <a:off x="6434137" y="3402011"/>
                      <a:ext cx="303213" cy="303213"/>
                      <a:chOff x="6434137" y="3402011"/>
                      <a:chExt cx="303213" cy="303213"/>
                    </a:xfrm>
                  </p:grpSpPr>
                  <p:grpSp>
                    <p:nvGrpSpPr>
                      <p:cNvPr id="2324" name="Group 2323">
                        <a:extLst>
                          <a:ext uri="{FF2B5EF4-FFF2-40B4-BE49-F238E27FC236}">
                            <a16:creationId xmlns:a16="http://schemas.microsoft.com/office/drawing/2014/main" id="{567E601D-4E66-E858-F6A3-7F0A2D500BA4}"/>
                          </a:ext>
                        </a:extLst>
                      </p:cNvPr>
                      <p:cNvGrpSpPr/>
                      <p:nvPr/>
                    </p:nvGrpSpPr>
                    <p:grpSpPr>
                      <a:xfrm flipH="1">
                        <a:off x="6478587" y="3446461"/>
                        <a:ext cx="214313" cy="214313"/>
                        <a:chOff x="5354637" y="3446463"/>
                        <a:chExt cx="214313" cy="214313"/>
                      </a:xfrm>
                    </p:grpSpPr>
                    <p:sp>
                      <p:nvSpPr>
                        <p:cNvPr id="2329" name="Arc 2328">
                          <a:extLst>
                            <a:ext uri="{FF2B5EF4-FFF2-40B4-BE49-F238E27FC236}">
                              <a16:creationId xmlns:a16="http://schemas.microsoft.com/office/drawing/2014/main" id="{58926C84-0B49-07EA-2725-23D2EB3E15D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30" name="Arc 2329">
                          <a:extLst>
                            <a:ext uri="{FF2B5EF4-FFF2-40B4-BE49-F238E27FC236}">
                              <a16:creationId xmlns:a16="http://schemas.microsoft.com/office/drawing/2014/main" id="{448F5F32-81F3-AC3F-F7EE-6A8BB88FDE5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25" name="Group 2324">
                        <a:extLst>
                          <a:ext uri="{FF2B5EF4-FFF2-40B4-BE49-F238E27FC236}">
                            <a16:creationId xmlns:a16="http://schemas.microsoft.com/office/drawing/2014/main" id="{641536FB-3BC7-199B-847B-FE85FD36317F}"/>
                          </a:ext>
                        </a:extLst>
                      </p:cNvPr>
                      <p:cNvGrpSpPr/>
                      <p:nvPr/>
                    </p:nvGrpSpPr>
                    <p:grpSpPr>
                      <a:xfrm rot="14400000" flipH="1">
                        <a:off x="6434137" y="3402011"/>
                        <a:ext cx="303213" cy="303213"/>
                        <a:chOff x="5354637" y="3446463"/>
                        <a:chExt cx="214313" cy="214313"/>
                      </a:xfrm>
                    </p:grpSpPr>
                    <p:sp>
                      <p:nvSpPr>
                        <p:cNvPr id="2327" name="Arc 2326">
                          <a:extLst>
                            <a:ext uri="{FF2B5EF4-FFF2-40B4-BE49-F238E27FC236}">
                              <a16:creationId xmlns:a16="http://schemas.microsoft.com/office/drawing/2014/main" id="{493AB305-65BC-21AC-270F-93316F990D3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28" name="Arc 2327">
                          <a:extLst>
                            <a:ext uri="{FF2B5EF4-FFF2-40B4-BE49-F238E27FC236}">
                              <a16:creationId xmlns:a16="http://schemas.microsoft.com/office/drawing/2014/main" id="{8642EAE6-FBA6-865F-97C6-D8E2298A6E9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26" name="TextBox 2325">
                        <a:extLst>
                          <a:ext uri="{FF2B5EF4-FFF2-40B4-BE49-F238E27FC236}">
                            <a16:creationId xmlns:a16="http://schemas.microsoft.com/office/drawing/2014/main" id="{10250EAA-ADAC-40BD-0EA9-2033260BEEFC}"/>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11" name="Group 2310">
                    <a:extLst>
                      <a:ext uri="{FF2B5EF4-FFF2-40B4-BE49-F238E27FC236}">
                        <a16:creationId xmlns:a16="http://schemas.microsoft.com/office/drawing/2014/main" id="{751F77D9-A066-2817-9EE6-EB80041FD2C1}"/>
                      </a:ext>
                    </a:extLst>
                  </p:cNvPr>
                  <p:cNvGrpSpPr/>
                  <p:nvPr/>
                </p:nvGrpSpPr>
                <p:grpSpPr>
                  <a:xfrm>
                    <a:off x="6197413" y="3225768"/>
                    <a:ext cx="393192" cy="393192"/>
                    <a:chOff x="6389147" y="3932622"/>
                    <a:chExt cx="393192" cy="393192"/>
                  </a:xfrm>
                </p:grpSpPr>
                <p:grpSp>
                  <p:nvGrpSpPr>
                    <p:cNvPr id="2312" name="Group 2311">
                      <a:extLst>
                        <a:ext uri="{FF2B5EF4-FFF2-40B4-BE49-F238E27FC236}">
                          <a16:creationId xmlns:a16="http://schemas.microsoft.com/office/drawing/2014/main" id="{677F3F10-6B8A-CDCC-834D-B06FAB610028}"/>
                        </a:ext>
                      </a:extLst>
                    </p:cNvPr>
                    <p:cNvGrpSpPr/>
                    <p:nvPr/>
                  </p:nvGrpSpPr>
                  <p:grpSpPr>
                    <a:xfrm flipH="1">
                      <a:off x="6478587" y="4022061"/>
                      <a:ext cx="214313" cy="214313"/>
                      <a:chOff x="5354637" y="3446463"/>
                      <a:chExt cx="214313" cy="214313"/>
                    </a:xfrm>
                  </p:grpSpPr>
                  <p:sp>
                    <p:nvSpPr>
                      <p:cNvPr id="2320" name="Arc 2319">
                        <a:extLst>
                          <a:ext uri="{FF2B5EF4-FFF2-40B4-BE49-F238E27FC236}">
                            <a16:creationId xmlns:a16="http://schemas.microsoft.com/office/drawing/2014/main" id="{64AF63FB-70F7-76CB-7300-96532CE0B1C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21" name="Arc 2320">
                        <a:extLst>
                          <a:ext uri="{FF2B5EF4-FFF2-40B4-BE49-F238E27FC236}">
                            <a16:creationId xmlns:a16="http://schemas.microsoft.com/office/drawing/2014/main" id="{53487405-476E-EAD2-E74E-71D46CF08EB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13" name="Group 2312">
                      <a:extLst>
                        <a:ext uri="{FF2B5EF4-FFF2-40B4-BE49-F238E27FC236}">
                          <a16:creationId xmlns:a16="http://schemas.microsoft.com/office/drawing/2014/main" id="{1C113ED5-93E6-0BD7-CC04-2AFEE4CD80B9}"/>
                        </a:ext>
                      </a:extLst>
                    </p:cNvPr>
                    <p:cNvGrpSpPr/>
                    <p:nvPr/>
                  </p:nvGrpSpPr>
                  <p:grpSpPr>
                    <a:xfrm rot="7200000" flipH="1">
                      <a:off x="6434137" y="3977611"/>
                      <a:ext cx="303213" cy="303213"/>
                      <a:chOff x="5354637" y="3446463"/>
                      <a:chExt cx="214313" cy="214313"/>
                    </a:xfrm>
                  </p:grpSpPr>
                  <p:sp>
                    <p:nvSpPr>
                      <p:cNvPr id="2318" name="Arc 2317">
                        <a:extLst>
                          <a:ext uri="{FF2B5EF4-FFF2-40B4-BE49-F238E27FC236}">
                            <a16:creationId xmlns:a16="http://schemas.microsoft.com/office/drawing/2014/main" id="{09EBE9EA-2948-139F-1085-A776D46FF1D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19" name="Arc 2318">
                        <a:extLst>
                          <a:ext uri="{FF2B5EF4-FFF2-40B4-BE49-F238E27FC236}">
                            <a16:creationId xmlns:a16="http://schemas.microsoft.com/office/drawing/2014/main" id="{AFD6B3B6-EBAA-B431-BEDF-052DAB27552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14" name="Group 2313">
                      <a:extLst>
                        <a:ext uri="{FF2B5EF4-FFF2-40B4-BE49-F238E27FC236}">
                          <a16:creationId xmlns:a16="http://schemas.microsoft.com/office/drawing/2014/main" id="{47F8525E-32CB-C3ED-1E2F-09EAA0BEDD31}"/>
                        </a:ext>
                      </a:extLst>
                    </p:cNvPr>
                    <p:cNvGrpSpPr/>
                    <p:nvPr/>
                  </p:nvGrpSpPr>
                  <p:grpSpPr>
                    <a:xfrm rot="14400000" flipH="1">
                      <a:off x="6389147" y="3932622"/>
                      <a:ext cx="393192" cy="393192"/>
                      <a:chOff x="5354637" y="3446463"/>
                      <a:chExt cx="214313" cy="214313"/>
                    </a:xfrm>
                  </p:grpSpPr>
                  <p:sp>
                    <p:nvSpPr>
                      <p:cNvPr id="2316" name="Arc 2315">
                        <a:extLst>
                          <a:ext uri="{FF2B5EF4-FFF2-40B4-BE49-F238E27FC236}">
                            <a16:creationId xmlns:a16="http://schemas.microsoft.com/office/drawing/2014/main" id="{CEFE84E7-C602-383B-DB6E-AFBF4CA4187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17" name="Arc 2316">
                        <a:extLst>
                          <a:ext uri="{FF2B5EF4-FFF2-40B4-BE49-F238E27FC236}">
                            <a16:creationId xmlns:a16="http://schemas.microsoft.com/office/drawing/2014/main" id="{8AF9C19B-0CCB-F4EF-8F6A-A0C0014AFB7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15" name="TextBox 2314">
                      <a:extLst>
                        <a:ext uri="{FF2B5EF4-FFF2-40B4-BE49-F238E27FC236}">
                          <a16:creationId xmlns:a16="http://schemas.microsoft.com/office/drawing/2014/main" id="{8E6F5CB1-8E3F-E33F-BE59-85991869DAB3}"/>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2" name="Group 11">
              <a:extLst>
                <a:ext uri="{FF2B5EF4-FFF2-40B4-BE49-F238E27FC236}">
                  <a16:creationId xmlns:a16="http://schemas.microsoft.com/office/drawing/2014/main" id="{75C82409-EA6E-7565-EFCD-1F72BDABFE98}"/>
                </a:ext>
              </a:extLst>
            </p:cNvPr>
            <p:cNvGrpSpPr/>
            <p:nvPr/>
          </p:nvGrpSpPr>
          <p:grpSpPr>
            <a:xfrm>
              <a:off x="4576926" y="706347"/>
              <a:ext cx="2263438" cy="2198360"/>
              <a:chOff x="5445106" y="2039507"/>
              <a:chExt cx="2263438" cy="2198360"/>
            </a:xfrm>
          </p:grpSpPr>
          <p:grpSp>
            <p:nvGrpSpPr>
              <p:cNvPr id="2114" name="Group 2113">
                <a:extLst>
                  <a:ext uri="{FF2B5EF4-FFF2-40B4-BE49-F238E27FC236}">
                    <a16:creationId xmlns:a16="http://schemas.microsoft.com/office/drawing/2014/main" id="{BC4EE9EB-CB0A-E572-A1FF-B7CB749F8427}"/>
                  </a:ext>
                </a:extLst>
              </p:cNvPr>
              <p:cNvGrpSpPr/>
              <p:nvPr/>
            </p:nvGrpSpPr>
            <p:grpSpPr>
              <a:xfrm>
                <a:off x="5445106" y="2644743"/>
                <a:ext cx="1643204" cy="1593124"/>
                <a:chOff x="5445106" y="2644743"/>
                <a:chExt cx="1643204" cy="1593124"/>
              </a:xfrm>
            </p:grpSpPr>
            <p:grpSp>
              <p:nvGrpSpPr>
                <p:cNvPr id="2210" name="Group 2209">
                  <a:extLst>
                    <a:ext uri="{FF2B5EF4-FFF2-40B4-BE49-F238E27FC236}">
                      <a16:creationId xmlns:a16="http://schemas.microsoft.com/office/drawing/2014/main" id="{12C0217A-CB32-3B98-9988-42887B5E5E0C}"/>
                    </a:ext>
                  </a:extLst>
                </p:cNvPr>
                <p:cNvGrpSpPr/>
                <p:nvPr/>
              </p:nvGrpSpPr>
              <p:grpSpPr>
                <a:xfrm>
                  <a:off x="5445106" y="2644743"/>
                  <a:ext cx="1019224" cy="991639"/>
                  <a:chOff x="5886431" y="3225768"/>
                  <a:chExt cx="1019224" cy="991639"/>
                </a:xfrm>
              </p:grpSpPr>
              <p:grpSp>
                <p:nvGrpSpPr>
                  <p:cNvPr id="2258" name="Group 2257">
                    <a:extLst>
                      <a:ext uri="{FF2B5EF4-FFF2-40B4-BE49-F238E27FC236}">
                        <a16:creationId xmlns:a16="http://schemas.microsoft.com/office/drawing/2014/main" id="{5167720F-6E74-6031-6595-999506F43B73}"/>
                      </a:ext>
                    </a:extLst>
                  </p:cNvPr>
                  <p:cNvGrpSpPr/>
                  <p:nvPr/>
                </p:nvGrpSpPr>
                <p:grpSpPr>
                  <a:xfrm>
                    <a:off x="6197413" y="3824215"/>
                    <a:ext cx="393192" cy="393192"/>
                    <a:chOff x="5265196" y="3357021"/>
                    <a:chExt cx="393192" cy="393192"/>
                  </a:xfrm>
                </p:grpSpPr>
                <p:grpSp>
                  <p:nvGrpSpPr>
                    <p:cNvPr id="2293" name="Group 2292">
                      <a:extLst>
                        <a:ext uri="{FF2B5EF4-FFF2-40B4-BE49-F238E27FC236}">
                          <a16:creationId xmlns:a16="http://schemas.microsoft.com/office/drawing/2014/main" id="{395F7AAC-FAFF-600C-A219-20E3A338F48C}"/>
                        </a:ext>
                      </a:extLst>
                    </p:cNvPr>
                    <p:cNvGrpSpPr/>
                    <p:nvPr/>
                  </p:nvGrpSpPr>
                  <p:grpSpPr>
                    <a:xfrm rot="14400000">
                      <a:off x="5265196" y="3357021"/>
                      <a:ext cx="393192" cy="393192"/>
                      <a:chOff x="5354637" y="3446463"/>
                      <a:chExt cx="214313" cy="214313"/>
                    </a:xfrm>
                  </p:grpSpPr>
                  <p:sp>
                    <p:nvSpPr>
                      <p:cNvPr id="2302" name="Arc 2301">
                        <a:extLst>
                          <a:ext uri="{FF2B5EF4-FFF2-40B4-BE49-F238E27FC236}">
                            <a16:creationId xmlns:a16="http://schemas.microsoft.com/office/drawing/2014/main" id="{B272A6D2-C30D-D862-B2CA-C50F4C20D58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03" name="Arc 2302">
                        <a:extLst>
                          <a:ext uri="{FF2B5EF4-FFF2-40B4-BE49-F238E27FC236}">
                            <a16:creationId xmlns:a16="http://schemas.microsoft.com/office/drawing/2014/main" id="{D5B194EB-4B6B-2602-9C7D-AC26B706256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94" name="Group 2293">
                      <a:extLst>
                        <a:ext uri="{FF2B5EF4-FFF2-40B4-BE49-F238E27FC236}">
                          <a16:creationId xmlns:a16="http://schemas.microsoft.com/office/drawing/2014/main" id="{2AAD0E4A-1112-F250-6460-42005A6DD23F}"/>
                        </a:ext>
                      </a:extLst>
                    </p:cNvPr>
                    <p:cNvGrpSpPr/>
                    <p:nvPr/>
                  </p:nvGrpSpPr>
                  <p:grpSpPr>
                    <a:xfrm>
                      <a:off x="5310186" y="3402011"/>
                      <a:ext cx="303213" cy="303213"/>
                      <a:chOff x="5310186" y="3402011"/>
                      <a:chExt cx="303213" cy="303213"/>
                    </a:xfrm>
                  </p:grpSpPr>
                  <p:grpSp>
                    <p:nvGrpSpPr>
                      <p:cNvPr id="2295" name="Group 2294">
                        <a:extLst>
                          <a:ext uri="{FF2B5EF4-FFF2-40B4-BE49-F238E27FC236}">
                            <a16:creationId xmlns:a16="http://schemas.microsoft.com/office/drawing/2014/main" id="{F9BFB91F-D760-91B0-1BD3-60BC01D6F5FE}"/>
                          </a:ext>
                        </a:extLst>
                      </p:cNvPr>
                      <p:cNvGrpSpPr/>
                      <p:nvPr/>
                    </p:nvGrpSpPr>
                    <p:grpSpPr>
                      <a:xfrm>
                        <a:off x="5354636" y="3446461"/>
                        <a:ext cx="214313" cy="214313"/>
                        <a:chOff x="5354637" y="3446463"/>
                        <a:chExt cx="214313" cy="214313"/>
                      </a:xfrm>
                    </p:grpSpPr>
                    <p:sp>
                      <p:nvSpPr>
                        <p:cNvPr id="2300" name="Arc 2299">
                          <a:extLst>
                            <a:ext uri="{FF2B5EF4-FFF2-40B4-BE49-F238E27FC236}">
                              <a16:creationId xmlns:a16="http://schemas.microsoft.com/office/drawing/2014/main" id="{D851907E-2607-A415-B566-8FCCEF50226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01" name="Arc 2300">
                          <a:extLst>
                            <a:ext uri="{FF2B5EF4-FFF2-40B4-BE49-F238E27FC236}">
                              <a16:creationId xmlns:a16="http://schemas.microsoft.com/office/drawing/2014/main" id="{F1324906-264A-1C51-7B76-A03BB41170C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96" name="Group 2295">
                        <a:extLst>
                          <a:ext uri="{FF2B5EF4-FFF2-40B4-BE49-F238E27FC236}">
                            <a16:creationId xmlns:a16="http://schemas.microsoft.com/office/drawing/2014/main" id="{AFE44A8B-26DF-48B8-17B8-65F8BA926000}"/>
                          </a:ext>
                        </a:extLst>
                      </p:cNvPr>
                      <p:cNvGrpSpPr/>
                      <p:nvPr/>
                    </p:nvGrpSpPr>
                    <p:grpSpPr>
                      <a:xfrm rot="7200000">
                        <a:off x="5310186" y="3402011"/>
                        <a:ext cx="303213" cy="303213"/>
                        <a:chOff x="5354637" y="3446463"/>
                        <a:chExt cx="214313" cy="214313"/>
                      </a:xfrm>
                    </p:grpSpPr>
                    <p:sp>
                      <p:nvSpPr>
                        <p:cNvPr id="2298" name="Arc 2297">
                          <a:extLst>
                            <a:ext uri="{FF2B5EF4-FFF2-40B4-BE49-F238E27FC236}">
                              <a16:creationId xmlns:a16="http://schemas.microsoft.com/office/drawing/2014/main" id="{52668649-C1B0-BE4F-F9EF-6CB75CC00A4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99" name="Arc 2298">
                          <a:extLst>
                            <a:ext uri="{FF2B5EF4-FFF2-40B4-BE49-F238E27FC236}">
                              <a16:creationId xmlns:a16="http://schemas.microsoft.com/office/drawing/2014/main" id="{7C2F86C3-0210-D503-63AE-7F27A8C6044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97" name="TextBox 2296">
                        <a:extLst>
                          <a:ext uri="{FF2B5EF4-FFF2-40B4-BE49-F238E27FC236}">
                            <a16:creationId xmlns:a16="http://schemas.microsoft.com/office/drawing/2014/main" id="{240D3B4C-C10A-4E29-658A-5735CAD679D4}"/>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59" name="Group 2258">
                    <a:extLst>
                      <a:ext uri="{FF2B5EF4-FFF2-40B4-BE49-F238E27FC236}">
                        <a16:creationId xmlns:a16="http://schemas.microsoft.com/office/drawing/2014/main" id="{221AE584-830F-B9E7-B768-898584A38226}"/>
                      </a:ext>
                    </a:extLst>
                  </p:cNvPr>
                  <p:cNvGrpSpPr/>
                  <p:nvPr/>
                </p:nvGrpSpPr>
                <p:grpSpPr>
                  <a:xfrm>
                    <a:off x="5886431" y="3525040"/>
                    <a:ext cx="393192" cy="393192"/>
                    <a:chOff x="5265196" y="3932619"/>
                    <a:chExt cx="393192" cy="393192"/>
                  </a:xfrm>
                </p:grpSpPr>
                <p:grpSp>
                  <p:nvGrpSpPr>
                    <p:cNvPr id="2283" name="Group 2282">
                      <a:extLst>
                        <a:ext uri="{FF2B5EF4-FFF2-40B4-BE49-F238E27FC236}">
                          <a16:creationId xmlns:a16="http://schemas.microsoft.com/office/drawing/2014/main" id="{18399838-24E2-FD9A-C838-F96701879864}"/>
                        </a:ext>
                      </a:extLst>
                    </p:cNvPr>
                    <p:cNvGrpSpPr/>
                    <p:nvPr/>
                  </p:nvGrpSpPr>
                  <p:grpSpPr>
                    <a:xfrm>
                      <a:off x="5354636" y="4022061"/>
                      <a:ext cx="214313" cy="214313"/>
                      <a:chOff x="5354637" y="3446463"/>
                      <a:chExt cx="214313" cy="214313"/>
                    </a:xfrm>
                  </p:grpSpPr>
                  <p:sp>
                    <p:nvSpPr>
                      <p:cNvPr id="2291" name="Arc 2290">
                        <a:extLst>
                          <a:ext uri="{FF2B5EF4-FFF2-40B4-BE49-F238E27FC236}">
                            <a16:creationId xmlns:a16="http://schemas.microsoft.com/office/drawing/2014/main" id="{095A645B-8DB9-6E8B-AD78-F90AEC60FB2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92" name="Arc 2291">
                        <a:extLst>
                          <a:ext uri="{FF2B5EF4-FFF2-40B4-BE49-F238E27FC236}">
                            <a16:creationId xmlns:a16="http://schemas.microsoft.com/office/drawing/2014/main" id="{D980364F-0FDF-E37E-5C30-0810BF8D2C4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84" name="Group 2283">
                      <a:extLst>
                        <a:ext uri="{FF2B5EF4-FFF2-40B4-BE49-F238E27FC236}">
                          <a16:creationId xmlns:a16="http://schemas.microsoft.com/office/drawing/2014/main" id="{17C211DE-FB78-D261-BFC1-36A854A3BD9C}"/>
                        </a:ext>
                      </a:extLst>
                    </p:cNvPr>
                    <p:cNvGrpSpPr/>
                    <p:nvPr/>
                  </p:nvGrpSpPr>
                  <p:grpSpPr>
                    <a:xfrm rot="14400000">
                      <a:off x="5310186" y="3977611"/>
                      <a:ext cx="303213" cy="303213"/>
                      <a:chOff x="5354637" y="3446463"/>
                      <a:chExt cx="214313" cy="214313"/>
                    </a:xfrm>
                  </p:grpSpPr>
                  <p:sp>
                    <p:nvSpPr>
                      <p:cNvPr id="2289" name="Arc 2288">
                        <a:extLst>
                          <a:ext uri="{FF2B5EF4-FFF2-40B4-BE49-F238E27FC236}">
                            <a16:creationId xmlns:a16="http://schemas.microsoft.com/office/drawing/2014/main" id="{ACC43731-2AA3-3D69-C20F-17825945095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90" name="Arc 2289">
                        <a:extLst>
                          <a:ext uri="{FF2B5EF4-FFF2-40B4-BE49-F238E27FC236}">
                            <a16:creationId xmlns:a16="http://schemas.microsoft.com/office/drawing/2014/main" id="{85CFEBBF-E873-E3FA-25D0-C38A5D7DD11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85" name="Group 2284">
                      <a:extLst>
                        <a:ext uri="{FF2B5EF4-FFF2-40B4-BE49-F238E27FC236}">
                          <a16:creationId xmlns:a16="http://schemas.microsoft.com/office/drawing/2014/main" id="{E00099B7-A8B5-4B49-D456-65B01ECED431}"/>
                        </a:ext>
                      </a:extLst>
                    </p:cNvPr>
                    <p:cNvGrpSpPr/>
                    <p:nvPr/>
                  </p:nvGrpSpPr>
                  <p:grpSpPr>
                    <a:xfrm rot="7200000">
                      <a:off x="5265196" y="3932619"/>
                      <a:ext cx="393192" cy="393192"/>
                      <a:chOff x="5354637" y="3446463"/>
                      <a:chExt cx="214313" cy="214313"/>
                    </a:xfrm>
                  </p:grpSpPr>
                  <p:sp>
                    <p:nvSpPr>
                      <p:cNvPr id="2287" name="Arc 2286">
                        <a:extLst>
                          <a:ext uri="{FF2B5EF4-FFF2-40B4-BE49-F238E27FC236}">
                            <a16:creationId xmlns:a16="http://schemas.microsoft.com/office/drawing/2014/main" id="{378DBCE2-7BAC-F221-5A01-BF3687D5CFB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88" name="Arc 2287">
                        <a:extLst>
                          <a:ext uri="{FF2B5EF4-FFF2-40B4-BE49-F238E27FC236}">
                            <a16:creationId xmlns:a16="http://schemas.microsoft.com/office/drawing/2014/main" id="{34BD70CD-8AB7-267A-6F0E-4B47C291A29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86" name="TextBox 2285">
                      <a:extLst>
                        <a:ext uri="{FF2B5EF4-FFF2-40B4-BE49-F238E27FC236}">
                          <a16:creationId xmlns:a16="http://schemas.microsoft.com/office/drawing/2014/main" id="{B039212D-3557-D434-FF67-8B2DE21284FB}"/>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260" name="Group 2259">
                    <a:extLst>
                      <a:ext uri="{FF2B5EF4-FFF2-40B4-BE49-F238E27FC236}">
                        <a16:creationId xmlns:a16="http://schemas.microsoft.com/office/drawing/2014/main" id="{DE9FE18C-04E9-2FAA-BB09-280733FF7FCD}"/>
                      </a:ext>
                    </a:extLst>
                  </p:cNvPr>
                  <p:cNvGrpSpPr/>
                  <p:nvPr/>
                </p:nvGrpSpPr>
                <p:grpSpPr>
                  <a:xfrm>
                    <a:off x="6512463" y="3525040"/>
                    <a:ext cx="393192" cy="393192"/>
                    <a:chOff x="6389147" y="3357021"/>
                    <a:chExt cx="393192" cy="393192"/>
                  </a:xfrm>
                </p:grpSpPr>
                <p:grpSp>
                  <p:nvGrpSpPr>
                    <p:cNvPr id="2272" name="Group 2271">
                      <a:extLst>
                        <a:ext uri="{FF2B5EF4-FFF2-40B4-BE49-F238E27FC236}">
                          <a16:creationId xmlns:a16="http://schemas.microsoft.com/office/drawing/2014/main" id="{8AA26957-69E4-E913-122A-44D6FF351B76}"/>
                        </a:ext>
                      </a:extLst>
                    </p:cNvPr>
                    <p:cNvGrpSpPr/>
                    <p:nvPr/>
                  </p:nvGrpSpPr>
                  <p:grpSpPr>
                    <a:xfrm rot="7200000" flipH="1">
                      <a:off x="6389147" y="3357021"/>
                      <a:ext cx="393192" cy="393192"/>
                      <a:chOff x="5354637" y="3446463"/>
                      <a:chExt cx="214313" cy="214313"/>
                    </a:xfrm>
                  </p:grpSpPr>
                  <p:sp>
                    <p:nvSpPr>
                      <p:cNvPr id="2281" name="Arc 2280">
                        <a:extLst>
                          <a:ext uri="{FF2B5EF4-FFF2-40B4-BE49-F238E27FC236}">
                            <a16:creationId xmlns:a16="http://schemas.microsoft.com/office/drawing/2014/main" id="{6CCAF32F-0E52-B7DC-298D-8756AF2A5B3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82" name="Arc 2281">
                        <a:extLst>
                          <a:ext uri="{FF2B5EF4-FFF2-40B4-BE49-F238E27FC236}">
                            <a16:creationId xmlns:a16="http://schemas.microsoft.com/office/drawing/2014/main" id="{F1B4A2D0-0C2B-EA62-C93D-7390EEA75F3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73" name="Group 2272">
                      <a:extLst>
                        <a:ext uri="{FF2B5EF4-FFF2-40B4-BE49-F238E27FC236}">
                          <a16:creationId xmlns:a16="http://schemas.microsoft.com/office/drawing/2014/main" id="{FCC4FD63-FC99-AF04-63A3-13248C26C4E2}"/>
                        </a:ext>
                      </a:extLst>
                    </p:cNvPr>
                    <p:cNvGrpSpPr/>
                    <p:nvPr/>
                  </p:nvGrpSpPr>
                  <p:grpSpPr>
                    <a:xfrm>
                      <a:off x="6434137" y="3402011"/>
                      <a:ext cx="303213" cy="303213"/>
                      <a:chOff x="6434137" y="3402011"/>
                      <a:chExt cx="303213" cy="303213"/>
                    </a:xfrm>
                  </p:grpSpPr>
                  <p:grpSp>
                    <p:nvGrpSpPr>
                      <p:cNvPr id="2274" name="Group 2273">
                        <a:extLst>
                          <a:ext uri="{FF2B5EF4-FFF2-40B4-BE49-F238E27FC236}">
                            <a16:creationId xmlns:a16="http://schemas.microsoft.com/office/drawing/2014/main" id="{1C30A7E0-45AF-DAAC-3D65-B336E335E155}"/>
                          </a:ext>
                        </a:extLst>
                      </p:cNvPr>
                      <p:cNvGrpSpPr/>
                      <p:nvPr/>
                    </p:nvGrpSpPr>
                    <p:grpSpPr>
                      <a:xfrm flipH="1">
                        <a:off x="6478587" y="3446461"/>
                        <a:ext cx="214313" cy="214313"/>
                        <a:chOff x="5354637" y="3446463"/>
                        <a:chExt cx="214313" cy="214313"/>
                      </a:xfrm>
                    </p:grpSpPr>
                    <p:sp>
                      <p:nvSpPr>
                        <p:cNvPr id="2279" name="Arc 2278">
                          <a:extLst>
                            <a:ext uri="{FF2B5EF4-FFF2-40B4-BE49-F238E27FC236}">
                              <a16:creationId xmlns:a16="http://schemas.microsoft.com/office/drawing/2014/main" id="{EFD31011-F11C-167D-697B-AC03A3A89B7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80" name="Arc 2279">
                          <a:extLst>
                            <a:ext uri="{FF2B5EF4-FFF2-40B4-BE49-F238E27FC236}">
                              <a16:creationId xmlns:a16="http://schemas.microsoft.com/office/drawing/2014/main" id="{97B0AF72-00B5-3883-3076-4853365F8E6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75" name="Group 2274">
                        <a:extLst>
                          <a:ext uri="{FF2B5EF4-FFF2-40B4-BE49-F238E27FC236}">
                            <a16:creationId xmlns:a16="http://schemas.microsoft.com/office/drawing/2014/main" id="{D268B98A-1D56-34B0-FF05-80C6A60AE589}"/>
                          </a:ext>
                        </a:extLst>
                      </p:cNvPr>
                      <p:cNvGrpSpPr/>
                      <p:nvPr/>
                    </p:nvGrpSpPr>
                    <p:grpSpPr>
                      <a:xfrm rot="14400000" flipH="1">
                        <a:off x="6434137" y="3402011"/>
                        <a:ext cx="303213" cy="303213"/>
                        <a:chOff x="5354637" y="3446463"/>
                        <a:chExt cx="214313" cy="214313"/>
                      </a:xfrm>
                    </p:grpSpPr>
                    <p:sp>
                      <p:nvSpPr>
                        <p:cNvPr id="2277" name="Arc 2276">
                          <a:extLst>
                            <a:ext uri="{FF2B5EF4-FFF2-40B4-BE49-F238E27FC236}">
                              <a16:creationId xmlns:a16="http://schemas.microsoft.com/office/drawing/2014/main" id="{8BBD2F39-5DF7-C361-C565-5429F9FFCA7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78" name="Arc 2277">
                          <a:extLst>
                            <a:ext uri="{FF2B5EF4-FFF2-40B4-BE49-F238E27FC236}">
                              <a16:creationId xmlns:a16="http://schemas.microsoft.com/office/drawing/2014/main" id="{CC058040-2025-213A-3D96-36B3E4D909E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76" name="TextBox 2275">
                        <a:extLst>
                          <a:ext uri="{FF2B5EF4-FFF2-40B4-BE49-F238E27FC236}">
                            <a16:creationId xmlns:a16="http://schemas.microsoft.com/office/drawing/2014/main" id="{C1583E72-0900-073A-78A4-ED2DB5D700A8}"/>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61" name="Group 2260">
                    <a:extLst>
                      <a:ext uri="{FF2B5EF4-FFF2-40B4-BE49-F238E27FC236}">
                        <a16:creationId xmlns:a16="http://schemas.microsoft.com/office/drawing/2014/main" id="{0468EE67-B22F-1AF6-E476-2B472A74D218}"/>
                      </a:ext>
                    </a:extLst>
                  </p:cNvPr>
                  <p:cNvGrpSpPr/>
                  <p:nvPr/>
                </p:nvGrpSpPr>
                <p:grpSpPr>
                  <a:xfrm>
                    <a:off x="6197413" y="3225768"/>
                    <a:ext cx="393192" cy="393192"/>
                    <a:chOff x="6389147" y="3932622"/>
                    <a:chExt cx="393192" cy="393192"/>
                  </a:xfrm>
                </p:grpSpPr>
                <p:grpSp>
                  <p:nvGrpSpPr>
                    <p:cNvPr id="2262" name="Group 2261">
                      <a:extLst>
                        <a:ext uri="{FF2B5EF4-FFF2-40B4-BE49-F238E27FC236}">
                          <a16:creationId xmlns:a16="http://schemas.microsoft.com/office/drawing/2014/main" id="{730651F2-5F88-D3E4-6D51-82B1C7B04B09}"/>
                        </a:ext>
                      </a:extLst>
                    </p:cNvPr>
                    <p:cNvGrpSpPr/>
                    <p:nvPr/>
                  </p:nvGrpSpPr>
                  <p:grpSpPr>
                    <a:xfrm flipH="1">
                      <a:off x="6478587" y="4022061"/>
                      <a:ext cx="214313" cy="214313"/>
                      <a:chOff x="5354637" y="3446463"/>
                      <a:chExt cx="214313" cy="214313"/>
                    </a:xfrm>
                  </p:grpSpPr>
                  <p:sp>
                    <p:nvSpPr>
                      <p:cNvPr id="2270" name="Arc 2269">
                        <a:extLst>
                          <a:ext uri="{FF2B5EF4-FFF2-40B4-BE49-F238E27FC236}">
                            <a16:creationId xmlns:a16="http://schemas.microsoft.com/office/drawing/2014/main" id="{C29C4313-3CF7-FD1D-45BB-823E9B31C87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71" name="Arc 2270">
                        <a:extLst>
                          <a:ext uri="{FF2B5EF4-FFF2-40B4-BE49-F238E27FC236}">
                            <a16:creationId xmlns:a16="http://schemas.microsoft.com/office/drawing/2014/main" id="{64F3682F-660F-6674-9599-6076678E73C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63" name="Group 2262">
                      <a:extLst>
                        <a:ext uri="{FF2B5EF4-FFF2-40B4-BE49-F238E27FC236}">
                          <a16:creationId xmlns:a16="http://schemas.microsoft.com/office/drawing/2014/main" id="{4660430D-C789-AA10-C03A-F57F710BE7A7}"/>
                        </a:ext>
                      </a:extLst>
                    </p:cNvPr>
                    <p:cNvGrpSpPr/>
                    <p:nvPr/>
                  </p:nvGrpSpPr>
                  <p:grpSpPr>
                    <a:xfrm rot="7200000" flipH="1">
                      <a:off x="6434137" y="3977611"/>
                      <a:ext cx="303213" cy="303213"/>
                      <a:chOff x="5354637" y="3446463"/>
                      <a:chExt cx="214313" cy="214313"/>
                    </a:xfrm>
                  </p:grpSpPr>
                  <p:sp>
                    <p:nvSpPr>
                      <p:cNvPr id="2268" name="Arc 2267">
                        <a:extLst>
                          <a:ext uri="{FF2B5EF4-FFF2-40B4-BE49-F238E27FC236}">
                            <a16:creationId xmlns:a16="http://schemas.microsoft.com/office/drawing/2014/main" id="{B878B5BE-1CC9-7F8A-2228-98032CE3918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69" name="Arc 2268">
                        <a:extLst>
                          <a:ext uri="{FF2B5EF4-FFF2-40B4-BE49-F238E27FC236}">
                            <a16:creationId xmlns:a16="http://schemas.microsoft.com/office/drawing/2014/main" id="{AB98F884-EFE6-BB36-4EE9-AEB3385B9E0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64" name="Group 2263">
                      <a:extLst>
                        <a:ext uri="{FF2B5EF4-FFF2-40B4-BE49-F238E27FC236}">
                          <a16:creationId xmlns:a16="http://schemas.microsoft.com/office/drawing/2014/main" id="{698B5187-2E66-1618-1FC1-F2690D3F0DD0}"/>
                        </a:ext>
                      </a:extLst>
                    </p:cNvPr>
                    <p:cNvGrpSpPr/>
                    <p:nvPr/>
                  </p:nvGrpSpPr>
                  <p:grpSpPr>
                    <a:xfrm rot="14400000" flipH="1">
                      <a:off x="6389147" y="3932622"/>
                      <a:ext cx="393192" cy="393192"/>
                      <a:chOff x="5354637" y="3446463"/>
                      <a:chExt cx="214313" cy="214313"/>
                    </a:xfrm>
                  </p:grpSpPr>
                  <p:sp>
                    <p:nvSpPr>
                      <p:cNvPr id="2266" name="Arc 2265">
                        <a:extLst>
                          <a:ext uri="{FF2B5EF4-FFF2-40B4-BE49-F238E27FC236}">
                            <a16:creationId xmlns:a16="http://schemas.microsoft.com/office/drawing/2014/main" id="{5325CF11-3B94-6FDC-B630-3B63397A71A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67" name="Arc 2266">
                        <a:extLst>
                          <a:ext uri="{FF2B5EF4-FFF2-40B4-BE49-F238E27FC236}">
                            <a16:creationId xmlns:a16="http://schemas.microsoft.com/office/drawing/2014/main" id="{CC81DDE1-8081-1099-215C-692AB11BC8E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65" name="TextBox 2264">
                      <a:extLst>
                        <a:ext uri="{FF2B5EF4-FFF2-40B4-BE49-F238E27FC236}">
                          <a16:creationId xmlns:a16="http://schemas.microsoft.com/office/drawing/2014/main" id="{E48EA0DF-AD22-9EFE-BF17-5058D07F195D}"/>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11" name="Group 2210">
                  <a:extLst>
                    <a:ext uri="{FF2B5EF4-FFF2-40B4-BE49-F238E27FC236}">
                      <a16:creationId xmlns:a16="http://schemas.microsoft.com/office/drawing/2014/main" id="{CBCE8E65-66BF-9B56-FA6B-E4E07FEE586D}"/>
                    </a:ext>
                  </a:extLst>
                </p:cNvPr>
                <p:cNvGrpSpPr/>
                <p:nvPr/>
              </p:nvGrpSpPr>
              <p:grpSpPr>
                <a:xfrm>
                  <a:off x="6069086" y="3246228"/>
                  <a:ext cx="1019224" cy="991639"/>
                  <a:chOff x="5886431" y="3225768"/>
                  <a:chExt cx="1019224" cy="991639"/>
                </a:xfrm>
              </p:grpSpPr>
              <p:grpSp>
                <p:nvGrpSpPr>
                  <p:cNvPr id="2212" name="Group 2211">
                    <a:extLst>
                      <a:ext uri="{FF2B5EF4-FFF2-40B4-BE49-F238E27FC236}">
                        <a16:creationId xmlns:a16="http://schemas.microsoft.com/office/drawing/2014/main" id="{C0D5C399-09A6-553E-A0C6-FE5D5C2E52B0}"/>
                      </a:ext>
                    </a:extLst>
                  </p:cNvPr>
                  <p:cNvGrpSpPr/>
                  <p:nvPr/>
                </p:nvGrpSpPr>
                <p:grpSpPr>
                  <a:xfrm>
                    <a:off x="6197413" y="3824215"/>
                    <a:ext cx="393192" cy="393192"/>
                    <a:chOff x="5265196" y="3357021"/>
                    <a:chExt cx="393192" cy="393192"/>
                  </a:xfrm>
                </p:grpSpPr>
                <p:grpSp>
                  <p:nvGrpSpPr>
                    <p:cNvPr id="2247" name="Group 2246">
                      <a:extLst>
                        <a:ext uri="{FF2B5EF4-FFF2-40B4-BE49-F238E27FC236}">
                          <a16:creationId xmlns:a16="http://schemas.microsoft.com/office/drawing/2014/main" id="{0804B819-30A3-E7B9-7FAC-D9F604A9D103}"/>
                        </a:ext>
                      </a:extLst>
                    </p:cNvPr>
                    <p:cNvGrpSpPr/>
                    <p:nvPr/>
                  </p:nvGrpSpPr>
                  <p:grpSpPr>
                    <a:xfrm rot="14400000">
                      <a:off x="5265196" y="3357021"/>
                      <a:ext cx="393192" cy="393192"/>
                      <a:chOff x="5354637" y="3446463"/>
                      <a:chExt cx="214313" cy="214313"/>
                    </a:xfrm>
                  </p:grpSpPr>
                  <p:sp>
                    <p:nvSpPr>
                      <p:cNvPr id="2256" name="Arc 2255">
                        <a:extLst>
                          <a:ext uri="{FF2B5EF4-FFF2-40B4-BE49-F238E27FC236}">
                            <a16:creationId xmlns:a16="http://schemas.microsoft.com/office/drawing/2014/main" id="{AF99923A-3719-A08A-9FB2-6FD95E1A710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57" name="Arc 2256">
                        <a:extLst>
                          <a:ext uri="{FF2B5EF4-FFF2-40B4-BE49-F238E27FC236}">
                            <a16:creationId xmlns:a16="http://schemas.microsoft.com/office/drawing/2014/main" id="{65E16051-40D7-EAB4-9140-B3A4ECE48EE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48" name="Group 2247">
                      <a:extLst>
                        <a:ext uri="{FF2B5EF4-FFF2-40B4-BE49-F238E27FC236}">
                          <a16:creationId xmlns:a16="http://schemas.microsoft.com/office/drawing/2014/main" id="{F7DE06BA-FEEE-DAF3-05E0-CE8B70AD3010}"/>
                        </a:ext>
                      </a:extLst>
                    </p:cNvPr>
                    <p:cNvGrpSpPr/>
                    <p:nvPr/>
                  </p:nvGrpSpPr>
                  <p:grpSpPr>
                    <a:xfrm>
                      <a:off x="5310186" y="3402011"/>
                      <a:ext cx="303213" cy="303213"/>
                      <a:chOff x="5310186" y="3402011"/>
                      <a:chExt cx="303213" cy="303213"/>
                    </a:xfrm>
                  </p:grpSpPr>
                  <p:grpSp>
                    <p:nvGrpSpPr>
                      <p:cNvPr id="2249" name="Group 2248">
                        <a:extLst>
                          <a:ext uri="{FF2B5EF4-FFF2-40B4-BE49-F238E27FC236}">
                            <a16:creationId xmlns:a16="http://schemas.microsoft.com/office/drawing/2014/main" id="{9D7D8EBB-B4C4-ADDC-82B1-45A78B18BE6F}"/>
                          </a:ext>
                        </a:extLst>
                      </p:cNvPr>
                      <p:cNvGrpSpPr/>
                      <p:nvPr/>
                    </p:nvGrpSpPr>
                    <p:grpSpPr>
                      <a:xfrm>
                        <a:off x="5354636" y="3446461"/>
                        <a:ext cx="214313" cy="214313"/>
                        <a:chOff x="5354637" y="3446463"/>
                        <a:chExt cx="214313" cy="214313"/>
                      </a:xfrm>
                    </p:grpSpPr>
                    <p:sp>
                      <p:nvSpPr>
                        <p:cNvPr id="2254" name="Arc 2253">
                          <a:extLst>
                            <a:ext uri="{FF2B5EF4-FFF2-40B4-BE49-F238E27FC236}">
                              <a16:creationId xmlns:a16="http://schemas.microsoft.com/office/drawing/2014/main" id="{A9E07ED6-0FCD-1720-73A8-3EA2520D42A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55" name="Arc 2254">
                          <a:extLst>
                            <a:ext uri="{FF2B5EF4-FFF2-40B4-BE49-F238E27FC236}">
                              <a16:creationId xmlns:a16="http://schemas.microsoft.com/office/drawing/2014/main" id="{905804F0-D7D8-8D11-D3F4-D93E4431911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50" name="Group 2249">
                        <a:extLst>
                          <a:ext uri="{FF2B5EF4-FFF2-40B4-BE49-F238E27FC236}">
                            <a16:creationId xmlns:a16="http://schemas.microsoft.com/office/drawing/2014/main" id="{EBAD3D66-9188-72E3-BA57-5D85EC01BCBC}"/>
                          </a:ext>
                        </a:extLst>
                      </p:cNvPr>
                      <p:cNvGrpSpPr/>
                      <p:nvPr/>
                    </p:nvGrpSpPr>
                    <p:grpSpPr>
                      <a:xfrm rot="7200000">
                        <a:off x="5310186" y="3402011"/>
                        <a:ext cx="303213" cy="303213"/>
                        <a:chOff x="5354637" y="3446463"/>
                        <a:chExt cx="214313" cy="214313"/>
                      </a:xfrm>
                    </p:grpSpPr>
                    <p:sp>
                      <p:nvSpPr>
                        <p:cNvPr id="2252" name="Arc 2251">
                          <a:extLst>
                            <a:ext uri="{FF2B5EF4-FFF2-40B4-BE49-F238E27FC236}">
                              <a16:creationId xmlns:a16="http://schemas.microsoft.com/office/drawing/2014/main" id="{054B323B-95C5-82D7-F153-60CDB0D078A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53" name="Arc 2252">
                          <a:extLst>
                            <a:ext uri="{FF2B5EF4-FFF2-40B4-BE49-F238E27FC236}">
                              <a16:creationId xmlns:a16="http://schemas.microsoft.com/office/drawing/2014/main" id="{2E811939-03AA-EB54-04B0-27D77CB82C1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51" name="TextBox 2250">
                        <a:extLst>
                          <a:ext uri="{FF2B5EF4-FFF2-40B4-BE49-F238E27FC236}">
                            <a16:creationId xmlns:a16="http://schemas.microsoft.com/office/drawing/2014/main" id="{BECDC123-01C6-7240-0609-3E0CA82E6450}"/>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13" name="Group 2212">
                    <a:extLst>
                      <a:ext uri="{FF2B5EF4-FFF2-40B4-BE49-F238E27FC236}">
                        <a16:creationId xmlns:a16="http://schemas.microsoft.com/office/drawing/2014/main" id="{8EB45138-D831-BC21-332C-DD4729B4C7F1}"/>
                      </a:ext>
                    </a:extLst>
                  </p:cNvPr>
                  <p:cNvGrpSpPr/>
                  <p:nvPr/>
                </p:nvGrpSpPr>
                <p:grpSpPr>
                  <a:xfrm>
                    <a:off x="5886431" y="3525040"/>
                    <a:ext cx="393192" cy="393192"/>
                    <a:chOff x="5265196" y="3932619"/>
                    <a:chExt cx="393192" cy="393192"/>
                  </a:xfrm>
                </p:grpSpPr>
                <p:grpSp>
                  <p:nvGrpSpPr>
                    <p:cNvPr id="2237" name="Group 2236">
                      <a:extLst>
                        <a:ext uri="{FF2B5EF4-FFF2-40B4-BE49-F238E27FC236}">
                          <a16:creationId xmlns:a16="http://schemas.microsoft.com/office/drawing/2014/main" id="{8DE1CF64-B518-C8EF-935B-23185D111558}"/>
                        </a:ext>
                      </a:extLst>
                    </p:cNvPr>
                    <p:cNvGrpSpPr/>
                    <p:nvPr/>
                  </p:nvGrpSpPr>
                  <p:grpSpPr>
                    <a:xfrm>
                      <a:off x="5354636" y="4022061"/>
                      <a:ext cx="214313" cy="214313"/>
                      <a:chOff x="5354637" y="3446463"/>
                      <a:chExt cx="214313" cy="214313"/>
                    </a:xfrm>
                  </p:grpSpPr>
                  <p:sp>
                    <p:nvSpPr>
                      <p:cNvPr id="2245" name="Arc 2244">
                        <a:extLst>
                          <a:ext uri="{FF2B5EF4-FFF2-40B4-BE49-F238E27FC236}">
                            <a16:creationId xmlns:a16="http://schemas.microsoft.com/office/drawing/2014/main" id="{093E095A-89CC-35DC-CC72-B53B4B4BD14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46" name="Arc 2245">
                        <a:extLst>
                          <a:ext uri="{FF2B5EF4-FFF2-40B4-BE49-F238E27FC236}">
                            <a16:creationId xmlns:a16="http://schemas.microsoft.com/office/drawing/2014/main" id="{AD7B9A17-CC6B-8253-482E-C604D1085B2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38" name="Group 2237">
                      <a:extLst>
                        <a:ext uri="{FF2B5EF4-FFF2-40B4-BE49-F238E27FC236}">
                          <a16:creationId xmlns:a16="http://schemas.microsoft.com/office/drawing/2014/main" id="{DD842309-4CC1-3B21-9C79-0B9E36609CD5}"/>
                        </a:ext>
                      </a:extLst>
                    </p:cNvPr>
                    <p:cNvGrpSpPr/>
                    <p:nvPr/>
                  </p:nvGrpSpPr>
                  <p:grpSpPr>
                    <a:xfrm rot="14400000">
                      <a:off x="5310186" y="3977611"/>
                      <a:ext cx="303213" cy="303213"/>
                      <a:chOff x="5354637" y="3446463"/>
                      <a:chExt cx="214313" cy="214313"/>
                    </a:xfrm>
                  </p:grpSpPr>
                  <p:sp>
                    <p:nvSpPr>
                      <p:cNvPr id="2243" name="Arc 2242">
                        <a:extLst>
                          <a:ext uri="{FF2B5EF4-FFF2-40B4-BE49-F238E27FC236}">
                            <a16:creationId xmlns:a16="http://schemas.microsoft.com/office/drawing/2014/main" id="{FDF70843-811D-C0CE-4CBE-4B3897A9B81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44" name="Arc 2243">
                        <a:extLst>
                          <a:ext uri="{FF2B5EF4-FFF2-40B4-BE49-F238E27FC236}">
                            <a16:creationId xmlns:a16="http://schemas.microsoft.com/office/drawing/2014/main" id="{D88DBF37-DD0A-ACE6-8AFD-4AD979CF36F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39" name="Group 2238">
                      <a:extLst>
                        <a:ext uri="{FF2B5EF4-FFF2-40B4-BE49-F238E27FC236}">
                          <a16:creationId xmlns:a16="http://schemas.microsoft.com/office/drawing/2014/main" id="{9B71F34C-3EAC-AAF1-5C07-572115CB7DB7}"/>
                        </a:ext>
                      </a:extLst>
                    </p:cNvPr>
                    <p:cNvGrpSpPr/>
                    <p:nvPr/>
                  </p:nvGrpSpPr>
                  <p:grpSpPr>
                    <a:xfrm rot="7200000">
                      <a:off x="5265196" y="3932619"/>
                      <a:ext cx="393192" cy="393192"/>
                      <a:chOff x="5354637" y="3446463"/>
                      <a:chExt cx="214313" cy="214313"/>
                    </a:xfrm>
                  </p:grpSpPr>
                  <p:sp>
                    <p:nvSpPr>
                      <p:cNvPr id="2241" name="Arc 2240">
                        <a:extLst>
                          <a:ext uri="{FF2B5EF4-FFF2-40B4-BE49-F238E27FC236}">
                            <a16:creationId xmlns:a16="http://schemas.microsoft.com/office/drawing/2014/main" id="{BC0B8732-BBE9-B88D-E6DB-9C980AFC5FA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42" name="Arc 2241">
                        <a:extLst>
                          <a:ext uri="{FF2B5EF4-FFF2-40B4-BE49-F238E27FC236}">
                            <a16:creationId xmlns:a16="http://schemas.microsoft.com/office/drawing/2014/main" id="{8FC62B42-0D9C-7886-1BD5-B36DA743AFE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40" name="TextBox 2239">
                      <a:extLst>
                        <a:ext uri="{FF2B5EF4-FFF2-40B4-BE49-F238E27FC236}">
                          <a16:creationId xmlns:a16="http://schemas.microsoft.com/office/drawing/2014/main" id="{5730B52B-787A-1CDF-07D0-0F0CEFC3432D}"/>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214" name="Group 2213">
                    <a:extLst>
                      <a:ext uri="{FF2B5EF4-FFF2-40B4-BE49-F238E27FC236}">
                        <a16:creationId xmlns:a16="http://schemas.microsoft.com/office/drawing/2014/main" id="{B5999826-84B5-0BCA-DA40-3C6DD9B16CE0}"/>
                      </a:ext>
                    </a:extLst>
                  </p:cNvPr>
                  <p:cNvGrpSpPr/>
                  <p:nvPr/>
                </p:nvGrpSpPr>
                <p:grpSpPr>
                  <a:xfrm>
                    <a:off x="6512463" y="3525040"/>
                    <a:ext cx="393192" cy="393192"/>
                    <a:chOff x="6389147" y="3357021"/>
                    <a:chExt cx="393192" cy="393192"/>
                  </a:xfrm>
                </p:grpSpPr>
                <p:grpSp>
                  <p:nvGrpSpPr>
                    <p:cNvPr id="2226" name="Group 2225">
                      <a:extLst>
                        <a:ext uri="{FF2B5EF4-FFF2-40B4-BE49-F238E27FC236}">
                          <a16:creationId xmlns:a16="http://schemas.microsoft.com/office/drawing/2014/main" id="{E0637584-DDED-908E-139C-F3BA0E00527A}"/>
                        </a:ext>
                      </a:extLst>
                    </p:cNvPr>
                    <p:cNvGrpSpPr/>
                    <p:nvPr/>
                  </p:nvGrpSpPr>
                  <p:grpSpPr>
                    <a:xfrm rot="7200000" flipH="1">
                      <a:off x="6389147" y="3357021"/>
                      <a:ext cx="393192" cy="393192"/>
                      <a:chOff x="5354637" y="3446463"/>
                      <a:chExt cx="214313" cy="214313"/>
                    </a:xfrm>
                  </p:grpSpPr>
                  <p:sp>
                    <p:nvSpPr>
                      <p:cNvPr id="2235" name="Arc 2234">
                        <a:extLst>
                          <a:ext uri="{FF2B5EF4-FFF2-40B4-BE49-F238E27FC236}">
                            <a16:creationId xmlns:a16="http://schemas.microsoft.com/office/drawing/2014/main" id="{6BE6E203-6010-F254-1DC9-332AD39AB2B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36" name="Arc 2235">
                        <a:extLst>
                          <a:ext uri="{FF2B5EF4-FFF2-40B4-BE49-F238E27FC236}">
                            <a16:creationId xmlns:a16="http://schemas.microsoft.com/office/drawing/2014/main" id="{1E56435B-EF74-B8D4-7C0F-7AEACD76157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27" name="Group 2226">
                      <a:extLst>
                        <a:ext uri="{FF2B5EF4-FFF2-40B4-BE49-F238E27FC236}">
                          <a16:creationId xmlns:a16="http://schemas.microsoft.com/office/drawing/2014/main" id="{CFE47185-6256-7C6F-924C-AB0B67E62F75}"/>
                        </a:ext>
                      </a:extLst>
                    </p:cNvPr>
                    <p:cNvGrpSpPr/>
                    <p:nvPr/>
                  </p:nvGrpSpPr>
                  <p:grpSpPr>
                    <a:xfrm>
                      <a:off x="6434137" y="3402011"/>
                      <a:ext cx="303213" cy="303213"/>
                      <a:chOff x="6434137" y="3402011"/>
                      <a:chExt cx="303213" cy="303213"/>
                    </a:xfrm>
                  </p:grpSpPr>
                  <p:grpSp>
                    <p:nvGrpSpPr>
                      <p:cNvPr id="2228" name="Group 2227">
                        <a:extLst>
                          <a:ext uri="{FF2B5EF4-FFF2-40B4-BE49-F238E27FC236}">
                            <a16:creationId xmlns:a16="http://schemas.microsoft.com/office/drawing/2014/main" id="{B92ACB16-AADF-EAC1-7AB1-B9B16C1EEB2C}"/>
                          </a:ext>
                        </a:extLst>
                      </p:cNvPr>
                      <p:cNvGrpSpPr/>
                      <p:nvPr/>
                    </p:nvGrpSpPr>
                    <p:grpSpPr>
                      <a:xfrm flipH="1">
                        <a:off x="6478587" y="3446461"/>
                        <a:ext cx="214313" cy="214313"/>
                        <a:chOff x="5354637" y="3446463"/>
                        <a:chExt cx="214313" cy="214313"/>
                      </a:xfrm>
                    </p:grpSpPr>
                    <p:sp>
                      <p:nvSpPr>
                        <p:cNvPr id="2233" name="Arc 2232">
                          <a:extLst>
                            <a:ext uri="{FF2B5EF4-FFF2-40B4-BE49-F238E27FC236}">
                              <a16:creationId xmlns:a16="http://schemas.microsoft.com/office/drawing/2014/main" id="{20AB6E09-5156-DFC2-F314-7BF1863E9A7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34" name="Arc 2233">
                          <a:extLst>
                            <a:ext uri="{FF2B5EF4-FFF2-40B4-BE49-F238E27FC236}">
                              <a16:creationId xmlns:a16="http://schemas.microsoft.com/office/drawing/2014/main" id="{C4E68017-2ACC-F508-21DE-CC6F1FF4133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29" name="Group 2228">
                        <a:extLst>
                          <a:ext uri="{FF2B5EF4-FFF2-40B4-BE49-F238E27FC236}">
                            <a16:creationId xmlns:a16="http://schemas.microsoft.com/office/drawing/2014/main" id="{E0167097-7889-FE9E-C2AD-B95D2AB2113B}"/>
                          </a:ext>
                        </a:extLst>
                      </p:cNvPr>
                      <p:cNvGrpSpPr/>
                      <p:nvPr/>
                    </p:nvGrpSpPr>
                    <p:grpSpPr>
                      <a:xfrm rot="14400000" flipH="1">
                        <a:off x="6434137" y="3402011"/>
                        <a:ext cx="303213" cy="303213"/>
                        <a:chOff x="5354637" y="3446463"/>
                        <a:chExt cx="214313" cy="214313"/>
                      </a:xfrm>
                    </p:grpSpPr>
                    <p:sp>
                      <p:nvSpPr>
                        <p:cNvPr id="2231" name="Arc 2230">
                          <a:extLst>
                            <a:ext uri="{FF2B5EF4-FFF2-40B4-BE49-F238E27FC236}">
                              <a16:creationId xmlns:a16="http://schemas.microsoft.com/office/drawing/2014/main" id="{49856206-0625-9881-5880-4AC6B484D4A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32" name="Arc 2231">
                          <a:extLst>
                            <a:ext uri="{FF2B5EF4-FFF2-40B4-BE49-F238E27FC236}">
                              <a16:creationId xmlns:a16="http://schemas.microsoft.com/office/drawing/2014/main" id="{6444E0ED-104B-958A-D8F7-CFED82F188C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30" name="TextBox 2229">
                        <a:extLst>
                          <a:ext uri="{FF2B5EF4-FFF2-40B4-BE49-F238E27FC236}">
                            <a16:creationId xmlns:a16="http://schemas.microsoft.com/office/drawing/2014/main" id="{523EE0E4-9163-7527-4B31-0E5972EE6E36}"/>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15" name="Group 2214">
                    <a:extLst>
                      <a:ext uri="{FF2B5EF4-FFF2-40B4-BE49-F238E27FC236}">
                        <a16:creationId xmlns:a16="http://schemas.microsoft.com/office/drawing/2014/main" id="{2998824C-DBA5-DC75-998E-FC5E1865DA93}"/>
                      </a:ext>
                    </a:extLst>
                  </p:cNvPr>
                  <p:cNvGrpSpPr/>
                  <p:nvPr/>
                </p:nvGrpSpPr>
                <p:grpSpPr>
                  <a:xfrm>
                    <a:off x="6197413" y="3225768"/>
                    <a:ext cx="393192" cy="393192"/>
                    <a:chOff x="6389147" y="3932622"/>
                    <a:chExt cx="393192" cy="393192"/>
                  </a:xfrm>
                </p:grpSpPr>
                <p:grpSp>
                  <p:nvGrpSpPr>
                    <p:cNvPr id="2216" name="Group 2215">
                      <a:extLst>
                        <a:ext uri="{FF2B5EF4-FFF2-40B4-BE49-F238E27FC236}">
                          <a16:creationId xmlns:a16="http://schemas.microsoft.com/office/drawing/2014/main" id="{9B42858D-38F8-73EA-3CAB-7F8F9CB4D25F}"/>
                        </a:ext>
                      </a:extLst>
                    </p:cNvPr>
                    <p:cNvGrpSpPr/>
                    <p:nvPr/>
                  </p:nvGrpSpPr>
                  <p:grpSpPr>
                    <a:xfrm flipH="1">
                      <a:off x="6478587" y="4022061"/>
                      <a:ext cx="214313" cy="214313"/>
                      <a:chOff x="5354637" y="3446463"/>
                      <a:chExt cx="214313" cy="214313"/>
                    </a:xfrm>
                  </p:grpSpPr>
                  <p:sp>
                    <p:nvSpPr>
                      <p:cNvPr id="2224" name="Arc 2223">
                        <a:extLst>
                          <a:ext uri="{FF2B5EF4-FFF2-40B4-BE49-F238E27FC236}">
                            <a16:creationId xmlns:a16="http://schemas.microsoft.com/office/drawing/2014/main" id="{7CB2316B-1896-DE50-4BC2-1302ADDF95F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25" name="Arc 2224">
                        <a:extLst>
                          <a:ext uri="{FF2B5EF4-FFF2-40B4-BE49-F238E27FC236}">
                            <a16:creationId xmlns:a16="http://schemas.microsoft.com/office/drawing/2014/main" id="{BDD28DCB-1C4A-FA34-BA5A-169CDE254F2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17" name="Group 2216">
                      <a:extLst>
                        <a:ext uri="{FF2B5EF4-FFF2-40B4-BE49-F238E27FC236}">
                          <a16:creationId xmlns:a16="http://schemas.microsoft.com/office/drawing/2014/main" id="{82C879DF-FD39-D4C3-9CC6-995909FA1504}"/>
                        </a:ext>
                      </a:extLst>
                    </p:cNvPr>
                    <p:cNvGrpSpPr/>
                    <p:nvPr/>
                  </p:nvGrpSpPr>
                  <p:grpSpPr>
                    <a:xfrm rot="7200000" flipH="1">
                      <a:off x="6434137" y="3977611"/>
                      <a:ext cx="303213" cy="303213"/>
                      <a:chOff x="5354637" y="3446463"/>
                      <a:chExt cx="214313" cy="214313"/>
                    </a:xfrm>
                  </p:grpSpPr>
                  <p:sp>
                    <p:nvSpPr>
                      <p:cNvPr id="2222" name="Arc 2221">
                        <a:extLst>
                          <a:ext uri="{FF2B5EF4-FFF2-40B4-BE49-F238E27FC236}">
                            <a16:creationId xmlns:a16="http://schemas.microsoft.com/office/drawing/2014/main" id="{312B446D-46AF-E5E5-8842-434D3D8B7B2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23" name="Arc 2222">
                        <a:extLst>
                          <a:ext uri="{FF2B5EF4-FFF2-40B4-BE49-F238E27FC236}">
                            <a16:creationId xmlns:a16="http://schemas.microsoft.com/office/drawing/2014/main" id="{AEAA6CAC-1705-B72E-7BAB-7D416833868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18" name="Group 2217">
                      <a:extLst>
                        <a:ext uri="{FF2B5EF4-FFF2-40B4-BE49-F238E27FC236}">
                          <a16:creationId xmlns:a16="http://schemas.microsoft.com/office/drawing/2014/main" id="{B0700B32-E851-628E-6CC5-E2F353D97A19}"/>
                        </a:ext>
                      </a:extLst>
                    </p:cNvPr>
                    <p:cNvGrpSpPr/>
                    <p:nvPr/>
                  </p:nvGrpSpPr>
                  <p:grpSpPr>
                    <a:xfrm rot="14400000" flipH="1">
                      <a:off x="6389147" y="3932622"/>
                      <a:ext cx="393192" cy="393192"/>
                      <a:chOff x="5354637" y="3446463"/>
                      <a:chExt cx="214313" cy="214313"/>
                    </a:xfrm>
                  </p:grpSpPr>
                  <p:sp>
                    <p:nvSpPr>
                      <p:cNvPr id="2220" name="Arc 2219">
                        <a:extLst>
                          <a:ext uri="{FF2B5EF4-FFF2-40B4-BE49-F238E27FC236}">
                            <a16:creationId xmlns:a16="http://schemas.microsoft.com/office/drawing/2014/main" id="{45A9F9FD-12D6-493B-A214-B2C33BE752D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21" name="Arc 2220">
                        <a:extLst>
                          <a:ext uri="{FF2B5EF4-FFF2-40B4-BE49-F238E27FC236}">
                            <a16:creationId xmlns:a16="http://schemas.microsoft.com/office/drawing/2014/main" id="{BB173992-A6C8-EB8F-1A12-BBD9838DE8E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19" name="TextBox 2218">
                      <a:extLst>
                        <a:ext uri="{FF2B5EF4-FFF2-40B4-BE49-F238E27FC236}">
                          <a16:creationId xmlns:a16="http://schemas.microsoft.com/office/drawing/2014/main" id="{6461E2CC-33D6-51C5-6F33-EAC67579E2B7}"/>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2115" name="Group 2114">
                <a:extLst>
                  <a:ext uri="{FF2B5EF4-FFF2-40B4-BE49-F238E27FC236}">
                    <a16:creationId xmlns:a16="http://schemas.microsoft.com/office/drawing/2014/main" id="{9F7144E4-9FB3-6B00-58D7-4E36A314C951}"/>
                  </a:ext>
                </a:extLst>
              </p:cNvPr>
              <p:cNvGrpSpPr/>
              <p:nvPr/>
            </p:nvGrpSpPr>
            <p:grpSpPr>
              <a:xfrm>
                <a:off x="6065340" y="2039507"/>
                <a:ext cx="1643204" cy="1593124"/>
                <a:chOff x="5445106" y="2644743"/>
                <a:chExt cx="1643204" cy="1593124"/>
              </a:xfrm>
            </p:grpSpPr>
            <p:grpSp>
              <p:nvGrpSpPr>
                <p:cNvPr id="2116" name="Group 2115">
                  <a:extLst>
                    <a:ext uri="{FF2B5EF4-FFF2-40B4-BE49-F238E27FC236}">
                      <a16:creationId xmlns:a16="http://schemas.microsoft.com/office/drawing/2014/main" id="{A3ED46F1-E868-D0AC-0097-97BF61B50C8F}"/>
                    </a:ext>
                  </a:extLst>
                </p:cNvPr>
                <p:cNvGrpSpPr/>
                <p:nvPr/>
              </p:nvGrpSpPr>
              <p:grpSpPr>
                <a:xfrm>
                  <a:off x="5445106" y="2644743"/>
                  <a:ext cx="1019224" cy="991639"/>
                  <a:chOff x="5886431" y="3225768"/>
                  <a:chExt cx="1019224" cy="991639"/>
                </a:xfrm>
              </p:grpSpPr>
              <p:grpSp>
                <p:nvGrpSpPr>
                  <p:cNvPr id="2164" name="Group 2163">
                    <a:extLst>
                      <a:ext uri="{FF2B5EF4-FFF2-40B4-BE49-F238E27FC236}">
                        <a16:creationId xmlns:a16="http://schemas.microsoft.com/office/drawing/2014/main" id="{2748E7E5-BA7D-C1C3-9BC7-D89EE9B17D1A}"/>
                      </a:ext>
                    </a:extLst>
                  </p:cNvPr>
                  <p:cNvGrpSpPr/>
                  <p:nvPr/>
                </p:nvGrpSpPr>
                <p:grpSpPr>
                  <a:xfrm>
                    <a:off x="6197413" y="3824215"/>
                    <a:ext cx="393192" cy="393192"/>
                    <a:chOff x="5265196" y="3357021"/>
                    <a:chExt cx="393192" cy="393192"/>
                  </a:xfrm>
                </p:grpSpPr>
                <p:grpSp>
                  <p:nvGrpSpPr>
                    <p:cNvPr id="2199" name="Group 2198">
                      <a:extLst>
                        <a:ext uri="{FF2B5EF4-FFF2-40B4-BE49-F238E27FC236}">
                          <a16:creationId xmlns:a16="http://schemas.microsoft.com/office/drawing/2014/main" id="{11EA9CE9-EE2E-24B3-9B2E-5BBB3377063A}"/>
                        </a:ext>
                      </a:extLst>
                    </p:cNvPr>
                    <p:cNvGrpSpPr/>
                    <p:nvPr/>
                  </p:nvGrpSpPr>
                  <p:grpSpPr>
                    <a:xfrm rot="14400000">
                      <a:off x="5265196" y="3357021"/>
                      <a:ext cx="393192" cy="393192"/>
                      <a:chOff x="5354637" y="3446463"/>
                      <a:chExt cx="214313" cy="214313"/>
                    </a:xfrm>
                  </p:grpSpPr>
                  <p:sp>
                    <p:nvSpPr>
                      <p:cNvPr id="2208" name="Arc 2207">
                        <a:extLst>
                          <a:ext uri="{FF2B5EF4-FFF2-40B4-BE49-F238E27FC236}">
                            <a16:creationId xmlns:a16="http://schemas.microsoft.com/office/drawing/2014/main" id="{406CD64E-8D01-823A-D835-DE00D3EA079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09" name="Arc 2208">
                        <a:extLst>
                          <a:ext uri="{FF2B5EF4-FFF2-40B4-BE49-F238E27FC236}">
                            <a16:creationId xmlns:a16="http://schemas.microsoft.com/office/drawing/2014/main" id="{3A6C9CED-40CF-CDE4-21F4-A130725C208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00" name="Group 2199">
                      <a:extLst>
                        <a:ext uri="{FF2B5EF4-FFF2-40B4-BE49-F238E27FC236}">
                          <a16:creationId xmlns:a16="http://schemas.microsoft.com/office/drawing/2014/main" id="{00ADBDFF-F7C7-912C-D0A1-21A690034EB5}"/>
                        </a:ext>
                      </a:extLst>
                    </p:cNvPr>
                    <p:cNvGrpSpPr/>
                    <p:nvPr/>
                  </p:nvGrpSpPr>
                  <p:grpSpPr>
                    <a:xfrm>
                      <a:off x="5310186" y="3402011"/>
                      <a:ext cx="303213" cy="303213"/>
                      <a:chOff x="5310186" y="3402011"/>
                      <a:chExt cx="303213" cy="303213"/>
                    </a:xfrm>
                  </p:grpSpPr>
                  <p:grpSp>
                    <p:nvGrpSpPr>
                      <p:cNvPr id="2201" name="Group 2200">
                        <a:extLst>
                          <a:ext uri="{FF2B5EF4-FFF2-40B4-BE49-F238E27FC236}">
                            <a16:creationId xmlns:a16="http://schemas.microsoft.com/office/drawing/2014/main" id="{FDC4CBFB-F781-00C3-0756-67BE09DACE63}"/>
                          </a:ext>
                        </a:extLst>
                      </p:cNvPr>
                      <p:cNvGrpSpPr/>
                      <p:nvPr/>
                    </p:nvGrpSpPr>
                    <p:grpSpPr>
                      <a:xfrm>
                        <a:off x="5354636" y="3446461"/>
                        <a:ext cx="214313" cy="214313"/>
                        <a:chOff x="5354637" y="3446463"/>
                        <a:chExt cx="214313" cy="214313"/>
                      </a:xfrm>
                    </p:grpSpPr>
                    <p:sp>
                      <p:nvSpPr>
                        <p:cNvPr id="2206" name="Arc 2205">
                          <a:extLst>
                            <a:ext uri="{FF2B5EF4-FFF2-40B4-BE49-F238E27FC236}">
                              <a16:creationId xmlns:a16="http://schemas.microsoft.com/office/drawing/2014/main" id="{A0A467F8-4626-30BA-A444-251A58E97E6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07" name="Arc 2206">
                          <a:extLst>
                            <a:ext uri="{FF2B5EF4-FFF2-40B4-BE49-F238E27FC236}">
                              <a16:creationId xmlns:a16="http://schemas.microsoft.com/office/drawing/2014/main" id="{4793FE15-5E18-A85A-8BEC-067E2D05315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02" name="Group 2201">
                        <a:extLst>
                          <a:ext uri="{FF2B5EF4-FFF2-40B4-BE49-F238E27FC236}">
                            <a16:creationId xmlns:a16="http://schemas.microsoft.com/office/drawing/2014/main" id="{78CC2498-C708-B6A3-65EE-AB4A8A371874}"/>
                          </a:ext>
                        </a:extLst>
                      </p:cNvPr>
                      <p:cNvGrpSpPr/>
                      <p:nvPr/>
                    </p:nvGrpSpPr>
                    <p:grpSpPr>
                      <a:xfrm rot="7200000">
                        <a:off x="5310186" y="3402011"/>
                        <a:ext cx="303213" cy="303213"/>
                        <a:chOff x="5354637" y="3446463"/>
                        <a:chExt cx="214313" cy="214313"/>
                      </a:xfrm>
                    </p:grpSpPr>
                    <p:sp>
                      <p:nvSpPr>
                        <p:cNvPr id="2204" name="Arc 2203">
                          <a:extLst>
                            <a:ext uri="{FF2B5EF4-FFF2-40B4-BE49-F238E27FC236}">
                              <a16:creationId xmlns:a16="http://schemas.microsoft.com/office/drawing/2014/main" id="{8D1CD691-E3AD-85E4-34F1-DA82E67CF03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05" name="Arc 2204">
                          <a:extLst>
                            <a:ext uri="{FF2B5EF4-FFF2-40B4-BE49-F238E27FC236}">
                              <a16:creationId xmlns:a16="http://schemas.microsoft.com/office/drawing/2014/main" id="{EA2F71B8-9E60-D9A8-76BF-F808AEDD85B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03" name="TextBox 2202">
                        <a:extLst>
                          <a:ext uri="{FF2B5EF4-FFF2-40B4-BE49-F238E27FC236}">
                            <a16:creationId xmlns:a16="http://schemas.microsoft.com/office/drawing/2014/main" id="{02186477-B13A-FFBA-04D0-C6CF96727436}"/>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65" name="Group 2164">
                    <a:extLst>
                      <a:ext uri="{FF2B5EF4-FFF2-40B4-BE49-F238E27FC236}">
                        <a16:creationId xmlns:a16="http://schemas.microsoft.com/office/drawing/2014/main" id="{682BA740-858C-03C5-5B80-3213F59A77B6}"/>
                      </a:ext>
                    </a:extLst>
                  </p:cNvPr>
                  <p:cNvGrpSpPr/>
                  <p:nvPr/>
                </p:nvGrpSpPr>
                <p:grpSpPr>
                  <a:xfrm>
                    <a:off x="5886431" y="3525040"/>
                    <a:ext cx="393192" cy="393192"/>
                    <a:chOff x="5265196" y="3932619"/>
                    <a:chExt cx="393192" cy="393192"/>
                  </a:xfrm>
                </p:grpSpPr>
                <p:grpSp>
                  <p:nvGrpSpPr>
                    <p:cNvPr id="2189" name="Group 2188">
                      <a:extLst>
                        <a:ext uri="{FF2B5EF4-FFF2-40B4-BE49-F238E27FC236}">
                          <a16:creationId xmlns:a16="http://schemas.microsoft.com/office/drawing/2014/main" id="{0B1DED03-DC8B-1594-9515-67012ABC2E67}"/>
                        </a:ext>
                      </a:extLst>
                    </p:cNvPr>
                    <p:cNvGrpSpPr/>
                    <p:nvPr/>
                  </p:nvGrpSpPr>
                  <p:grpSpPr>
                    <a:xfrm>
                      <a:off x="5354636" y="4022061"/>
                      <a:ext cx="214313" cy="214313"/>
                      <a:chOff x="5354637" y="3446463"/>
                      <a:chExt cx="214313" cy="214313"/>
                    </a:xfrm>
                  </p:grpSpPr>
                  <p:sp>
                    <p:nvSpPr>
                      <p:cNvPr id="2197" name="Arc 2196">
                        <a:extLst>
                          <a:ext uri="{FF2B5EF4-FFF2-40B4-BE49-F238E27FC236}">
                            <a16:creationId xmlns:a16="http://schemas.microsoft.com/office/drawing/2014/main" id="{B9E6DDD8-3910-2B0C-A041-F97E5E31C29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98" name="Arc 2197">
                        <a:extLst>
                          <a:ext uri="{FF2B5EF4-FFF2-40B4-BE49-F238E27FC236}">
                            <a16:creationId xmlns:a16="http://schemas.microsoft.com/office/drawing/2014/main" id="{F574D7FB-5291-E020-509C-1D5180AF59B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90" name="Group 2189">
                      <a:extLst>
                        <a:ext uri="{FF2B5EF4-FFF2-40B4-BE49-F238E27FC236}">
                          <a16:creationId xmlns:a16="http://schemas.microsoft.com/office/drawing/2014/main" id="{792B1DB1-2432-AA93-C6D8-9F82ABDAEC36}"/>
                        </a:ext>
                      </a:extLst>
                    </p:cNvPr>
                    <p:cNvGrpSpPr/>
                    <p:nvPr/>
                  </p:nvGrpSpPr>
                  <p:grpSpPr>
                    <a:xfrm rot="14400000">
                      <a:off x="5310186" y="3977611"/>
                      <a:ext cx="303213" cy="303213"/>
                      <a:chOff x="5354637" y="3446463"/>
                      <a:chExt cx="214313" cy="214313"/>
                    </a:xfrm>
                  </p:grpSpPr>
                  <p:sp>
                    <p:nvSpPr>
                      <p:cNvPr id="2195" name="Arc 2194">
                        <a:extLst>
                          <a:ext uri="{FF2B5EF4-FFF2-40B4-BE49-F238E27FC236}">
                            <a16:creationId xmlns:a16="http://schemas.microsoft.com/office/drawing/2014/main" id="{1D2E1755-4D78-B1DC-25D4-01FD7CC4122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96" name="Arc 2195">
                        <a:extLst>
                          <a:ext uri="{FF2B5EF4-FFF2-40B4-BE49-F238E27FC236}">
                            <a16:creationId xmlns:a16="http://schemas.microsoft.com/office/drawing/2014/main" id="{0BCB2DF3-5164-2D88-EF1B-6046B1726F1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91" name="Group 2190">
                      <a:extLst>
                        <a:ext uri="{FF2B5EF4-FFF2-40B4-BE49-F238E27FC236}">
                          <a16:creationId xmlns:a16="http://schemas.microsoft.com/office/drawing/2014/main" id="{3ABDFEEC-67C6-0E42-A327-14A6CBC58205}"/>
                        </a:ext>
                      </a:extLst>
                    </p:cNvPr>
                    <p:cNvGrpSpPr/>
                    <p:nvPr/>
                  </p:nvGrpSpPr>
                  <p:grpSpPr>
                    <a:xfrm rot="7200000">
                      <a:off x="5265196" y="3932619"/>
                      <a:ext cx="393192" cy="393192"/>
                      <a:chOff x="5354637" y="3446463"/>
                      <a:chExt cx="214313" cy="214313"/>
                    </a:xfrm>
                  </p:grpSpPr>
                  <p:sp>
                    <p:nvSpPr>
                      <p:cNvPr id="2193" name="Arc 2192">
                        <a:extLst>
                          <a:ext uri="{FF2B5EF4-FFF2-40B4-BE49-F238E27FC236}">
                            <a16:creationId xmlns:a16="http://schemas.microsoft.com/office/drawing/2014/main" id="{CB3CA170-8636-CD42-A5C9-7B5522A1207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94" name="Arc 2193">
                        <a:extLst>
                          <a:ext uri="{FF2B5EF4-FFF2-40B4-BE49-F238E27FC236}">
                            <a16:creationId xmlns:a16="http://schemas.microsoft.com/office/drawing/2014/main" id="{02887C24-D9B3-3AC0-9FB0-709234D91D7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92" name="TextBox 2191">
                      <a:extLst>
                        <a:ext uri="{FF2B5EF4-FFF2-40B4-BE49-F238E27FC236}">
                          <a16:creationId xmlns:a16="http://schemas.microsoft.com/office/drawing/2014/main" id="{8496CDD0-C48B-86C7-4115-5F75B95FDF9F}"/>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166" name="Group 2165">
                    <a:extLst>
                      <a:ext uri="{FF2B5EF4-FFF2-40B4-BE49-F238E27FC236}">
                        <a16:creationId xmlns:a16="http://schemas.microsoft.com/office/drawing/2014/main" id="{3B489978-846C-9FFA-4315-449F9AAC615E}"/>
                      </a:ext>
                    </a:extLst>
                  </p:cNvPr>
                  <p:cNvGrpSpPr/>
                  <p:nvPr/>
                </p:nvGrpSpPr>
                <p:grpSpPr>
                  <a:xfrm>
                    <a:off x="6512463" y="3525040"/>
                    <a:ext cx="393192" cy="393192"/>
                    <a:chOff x="6389147" y="3357021"/>
                    <a:chExt cx="393192" cy="393192"/>
                  </a:xfrm>
                </p:grpSpPr>
                <p:grpSp>
                  <p:nvGrpSpPr>
                    <p:cNvPr id="2178" name="Group 2177">
                      <a:extLst>
                        <a:ext uri="{FF2B5EF4-FFF2-40B4-BE49-F238E27FC236}">
                          <a16:creationId xmlns:a16="http://schemas.microsoft.com/office/drawing/2014/main" id="{45AA2A65-05F3-2DF3-59AB-87C4D52A39CE}"/>
                        </a:ext>
                      </a:extLst>
                    </p:cNvPr>
                    <p:cNvGrpSpPr/>
                    <p:nvPr/>
                  </p:nvGrpSpPr>
                  <p:grpSpPr>
                    <a:xfrm rot="7200000" flipH="1">
                      <a:off x="6389147" y="3357021"/>
                      <a:ext cx="393192" cy="393192"/>
                      <a:chOff x="5354637" y="3446463"/>
                      <a:chExt cx="214313" cy="214313"/>
                    </a:xfrm>
                  </p:grpSpPr>
                  <p:sp>
                    <p:nvSpPr>
                      <p:cNvPr id="2187" name="Arc 2186">
                        <a:extLst>
                          <a:ext uri="{FF2B5EF4-FFF2-40B4-BE49-F238E27FC236}">
                            <a16:creationId xmlns:a16="http://schemas.microsoft.com/office/drawing/2014/main" id="{2B03D457-E76E-68B4-6F40-96D19CBB8ED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88" name="Arc 2187">
                        <a:extLst>
                          <a:ext uri="{FF2B5EF4-FFF2-40B4-BE49-F238E27FC236}">
                            <a16:creationId xmlns:a16="http://schemas.microsoft.com/office/drawing/2014/main" id="{0B8CFF17-CBA7-10AE-3F35-F60DDF8B835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79" name="Group 2178">
                      <a:extLst>
                        <a:ext uri="{FF2B5EF4-FFF2-40B4-BE49-F238E27FC236}">
                          <a16:creationId xmlns:a16="http://schemas.microsoft.com/office/drawing/2014/main" id="{4E830460-0BDA-CF48-598C-035EE840C4E5}"/>
                        </a:ext>
                      </a:extLst>
                    </p:cNvPr>
                    <p:cNvGrpSpPr/>
                    <p:nvPr/>
                  </p:nvGrpSpPr>
                  <p:grpSpPr>
                    <a:xfrm>
                      <a:off x="6434137" y="3402011"/>
                      <a:ext cx="303213" cy="303213"/>
                      <a:chOff x="6434137" y="3402011"/>
                      <a:chExt cx="303213" cy="303213"/>
                    </a:xfrm>
                  </p:grpSpPr>
                  <p:grpSp>
                    <p:nvGrpSpPr>
                      <p:cNvPr id="2180" name="Group 2179">
                        <a:extLst>
                          <a:ext uri="{FF2B5EF4-FFF2-40B4-BE49-F238E27FC236}">
                            <a16:creationId xmlns:a16="http://schemas.microsoft.com/office/drawing/2014/main" id="{999C69CF-6C5A-5160-C072-D5F170A5056E}"/>
                          </a:ext>
                        </a:extLst>
                      </p:cNvPr>
                      <p:cNvGrpSpPr/>
                      <p:nvPr/>
                    </p:nvGrpSpPr>
                    <p:grpSpPr>
                      <a:xfrm flipH="1">
                        <a:off x="6478587" y="3446461"/>
                        <a:ext cx="214313" cy="214313"/>
                        <a:chOff x="5354637" y="3446463"/>
                        <a:chExt cx="214313" cy="214313"/>
                      </a:xfrm>
                    </p:grpSpPr>
                    <p:sp>
                      <p:nvSpPr>
                        <p:cNvPr id="2185" name="Arc 2184">
                          <a:extLst>
                            <a:ext uri="{FF2B5EF4-FFF2-40B4-BE49-F238E27FC236}">
                              <a16:creationId xmlns:a16="http://schemas.microsoft.com/office/drawing/2014/main" id="{18578B53-C0A4-4776-C07D-949887E71C5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86" name="Arc 2185">
                          <a:extLst>
                            <a:ext uri="{FF2B5EF4-FFF2-40B4-BE49-F238E27FC236}">
                              <a16:creationId xmlns:a16="http://schemas.microsoft.com/office/drawing/2014/main" id="{EB7BA2DF-898A-DFE1-59A8-87E33B98B8E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81" name="Group 2180">
                        <a:extLst>
                          <a:ext uri="{FF2B5EF4-FFF2-40B4-BE49-F238E27FC236}">
                            <a16:creationId xmlns:a16="http://schemas.microsoft.com/office/drawing/2014/main" id="{EE9259E0-CF6A-1B60-EE96-790AA4689F77}"/>
                          </a:ext>
                        </a:extLst>
                      </p:cNvPr>
                      <p:cNvGrpSpPr/>
                      <p:nvPr/>
                    </p:nvGrpSpPr>
                    <p:grpSpPr>
                      <a:xfrm rot="14400000" flipH="1">
                        <a:off x="6434137" y="3402011"/>
                        <a:ext cx="303213" cy="303213"/>
                        <a:chOff x="5354637" y="3446463"/>
                        <a:chExt cx="214313" cy="214313"/>
                      </a:xfrm>
                    </p:grpSpPr>
                    <p:sp>
                      <p:nvSpPr>
                        <p:cNvPr id="2183" name="Arc 2182">
                          <a:extLst>
                            <a:ext uri="{FF2B5EF4-FFF2-40B4-BE49-F238E27FC236}">
                              <a16:creationId xmlns:a16="http://schemas.microsoft.com/office/drawing/2014/main" id="{5878A86F-5966-BC15-D2BC-5ECC46413CF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84" name="Arc 2183">
                          <a:extLst>
                            <a:ext uri="{FF2B5EF4-FFF2-40B4-BE49-F238E27FC236}">
                              <a16:creationId xmlns:a16="http://schemas.microsoft.com/office/drawing/2014/main" id="{4168BA31-C04A-EC39-18C1-6D492A93E53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82" name="TextBox 2181">
                        <a:extLst>
                          <a:ext uri="{FF2B5EF4-FFF2-40B4-BE49-F238E27FC236}">
                            <a16:creationId xmlns:a16="http://schemas.microsoft.com/office/drawing/2014/main" id="{B8E2305E-5329-2480-82E2-FBDE40D63763}"/>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67" name="Group 2166">
                    <a:extLst>
                      <a:ext uri="{FF2B5EF4-FFF2-40B4-BE49-F238E27FC236}">
                        <a16:creationId xmlns:a16="http://schemas.microsoft.com/office/drawing/2014/main" id="{F93B225E-7B7E-4D6A-EE6A-90AE68886043}"/>
                      </a:ext>
                    </a:extLst>
                  </p:cNvPr>
                  <p:cNvGrpSpPr/>
                  <p:nvPr/>
                </p:nvGrpSpPr>
                <p:grpSpPr>
                  <a:xfrm>
                    <a:off x="6197413" y="3225768"/>
                    <a:ext cx="393192" cy="393192"/>
                    <a:chOff x="6389147" y="3932622"/>
                    <a:chExt cx="393192" cy="393192"/>
                  </a:xfrm>
                </p:grpSpPr>
                <p:grpSp>
                  <p:nvGrpSpPr>
                    <p:cNvPr id="2168" name="Group 2167">
                      <a:extLst>
                        <a:ext uri="{FF2B5EF4-FFF2-40B4-BE49-F238E27FC236}">
                          <a16:creationId xmlns:a16="http://schemas.microsoft.com/office/drawing/2014/main" id="{65855F59-4E8D-23E3-5B0A-B5C4A605AA4B}"/>
                        </a:ext>
                      </a:extLst>
                    </p:cNvPr>
                    <p:cNvGrpSpPr/>
                    <p:nvPr/>
                  </p:nvGrpSpPr>
                  <p:grpSpPr>
                    <a:xfrm flipH="1">
                      <a:off x="6478587" y="4022061"/>
                      <a:ext cx="214313" cy="214313"/>
                      <a:chOff x="5354637" y="3446463"/>
                      <a:chExt cx="214313" cy="214313"/>
                    </a:xfrm>
                  </p:grpSpPr>
                  <p:sp>
                    <p:nvSpPr>
                      <p:cNvPr id="2176" name="Arc 2175">
                        <a:extLst>
                          <a:ext uri="{FF2B5EF4-FFF2-40B4-BE49-F238E27FC236}">
                            <a16:creationId xmlns:a16="http://schemas.microsoft.com/office/drawing/2014/main" id="{11638845-B078-5DA7-D9D3-121E38EBEE0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77" name="Arc 2176">
                        <a:extLst>
                          <a:ext uri="{FF2B5EF4-FFF2-40B4-BE49-F238E27FC236}">
                            <a16:creationId xmlns:a16="http://schemas.microsoft.com/office/drawing/2014/main" id="{30753B42-A78C-4D58-BBB0-81D943DA499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69" name="Group 2168">
                      <a:extLst>
                        <a:ext uri="{FF2B5EF4-FFF2-40B4-BE49-F238E27FC236}">
                          <a16:creationId xmlns:a16="http://schemas.microsoft.com/office/drawing/2014/main" id="{51A8B733-5EED-3D1E-EAFE-30973E7DF405}"/>
                        </a:ext>
                      </a:extLst>
                    </p:cNvPr>
                    <p:cNvGrpSpPr/>
                    <p:nvPr/>
                  </p:nvGrpSpPr>
                  <p:grpSpPr>
                    <a:xfrm rot="7200000" flipH="1">
                      <a:off x="6434137" y="3977611"/>
                      <a:ext cx="303213" cy="303213"/>
                      <a:chOff x="5354637" y="3446463"/>
                      <a:chExt cx="214313" cy="214313"/>
                    </a:xfrm>
                  </p:grpSpPr>
                  <p:sp>
                    <p:nvSpPr>
                      <p:cNvPr id="2174" name="Arc 2173">
                        <a:extLst>
                          <a:ext uri="{FF2B5EF4-FFF2-40B4-BE49-F238E27FC236}">
                            <a16:creationId xmlns:a16="http://schemas.microsoft.com/office/drawing/2014/main" id="{71EAE01B-1D11-66C6-CF9D-C4FC1459BB9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75" name="Arc 2174">
                        <a:extLst>
                          <a:ext uri="{FF2B5EF4-FFF2-40B4-BE49-F238E27FC236}">
                            <a16:creationId xmlns:a16="http://schemas.microsoft.com/office/drawing/2014/main" id="{5F93BC83-037F-D956-E099-B3C515F4301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70" name="Group 2169">
                      <a:extLst>
                        <a:ext uri="{FF2B5EF4-FFF2-40B4-BE49-F238E27FC236}">
                          <a16:creationId xmlns:a16="http://schemas.microsoft.com/office/drawing/2014/main" id="{3F64CA4A-7FAB-405F-6C9A-947EDA82A18B}"/>
                        </a:ext>
                      </a:extLst>
                    </p:cNvPr>
                    <p:cNvGrpSpPr/>
                    <p:nvPr/>
                  </p:nvGrpSpPr>
                  <p:grpSpPr>
                    <a:xfrm rot="14400000" flipH="1">
                      <a:off x="6389147" y="3932622"/>
                      <a:ext cx="393192" cy="393192"/>
                      <a:chOff x="5354637" y="3446463"/>
                      <a:chExt cx="214313" cy="214313"/>
                    </a:xfrm>
                  </p:grpSpPr>
                  <p:sp>
                    <p:nvSpPr>
                      <p:cNvPr id="2172" name="Arc 2171">
                        <a:extLst>
                          <a:ext uri="{FF2B5EF4-FFF2-40B4-BE49-F238E27FC236}">
                            <a16:creationId xmlns:a16="http://schemas.microsoft.com/office/drawing/2014/main" id="{4318A8E6-EA36-761F-7396-993E9B8E64D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73" name="Arc 2172">
                        <a:extLst>
                          <a:ext uri="{FF2B5EF4-FFF2-40B4-BE49-F238E27FC236}">
                            <a16:creationId xmlns:a16="http://schemas.microsoft.com/office/drawing/2014/main" id="{029F6167-E8C2-3E25-BABC-B9B4B17012A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71" name="TextBox 2170">
                      <a:extLst>
                        <a:ext uri="{FF2B5EF4-FFF2-40B4-BE49-F238E27FC236}">
                          <a16:creationId xmlns:a16="http://schemas.microsoft.com/office/drawing/2014/main" id="{29E88CD4-D8C3-453E-24DB-A6FB650C5D11}"/>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17" name="Group 2116">
                  <a:extLst>
                    <a:ext uri="{FF2B5EF4-FFF2-40B4-BE49-F238E27FC236}">
                      <a16:creationId xmlns:a16="http://schemas.microsoft.com/office/drawing/2014/main" id="{40D1C420-7C89-A4EC-8877-479BD71D4906}"/>
                    </a:ext>
                  </a:extLst>
                </p:cNvPr>
                <p:cNvGrpSpPr/>
                <p:nvPr/>
              </p:nvGrpSpPr>
              <p:grpSpPr>
                <a:xfrm>
                  <a:off x="6069086" y="3246228"/>
                  <a:ext cx="1019224" cy="991639"/>
                  <a:chOff x="5886431" y="3225768"/>
                  <a:chExt cx="1019224" cy="991639"/>
                </a:xfrm>
              </p:grpSpPr>
              <p:grpSp>
                <p:nvGrpSpPr>
                  <p:cNvPr id="2118" name="Group 2117">
                    <a:extLst>
                      <a:ext uri="{FF2B5EF4-FFF2-40B4-BE49-F238E27FC236}">
                        <a16:creationId xmlns:a16="http://schemas.microsoft.com/office/drawing/2014/main" id="{79C71691-8BE9-79CE-C005-D269B10707BA}"/>
                      </a:ext>
                    </a:extLst>
                  </p:cNvPr>
                  <p:cNvGrpSpPr/>
                  <p:nvPr/>
                </p:nvGrpSpPr>
                <p:grpSpPr>
                  <a:xfrm>
                    <a:off x="6197413" y="3824215"/>
                    <a:ext cx="393192" cy="393192"/>
                    <a:chOff x="5265196" y="3357021"/>
                    <a:chExt cx="393192" cy="393192"/>
                  </a:xfrm>
                </p:grpSpPr>
                <p:grpSp>
                  <p:nvGrpSpPr>
                    <p:cNvPr id="2153" name="Group 2152">
                      <a:extLst>
                        <a:ext uri="{FF2B5EF4-FFF2-40B4-BE49-F238E27FC236}">
                          <a16:creationId xmlns:a16="http://schemas.microsoft.com/office/drawing/2014/main" id="{C5959550-A66D-472F-C165-95416265635B}"/>
                        </a:ext>
                      </a:extLst>
                    </p:cNvPr>
                    <p:cNvGrpSpPr/>
                    <p:nvPr/>
                  </p:nvGrpSpPr>
                  <p:grpSpPr>
                    <a:xfrm rot="14400000">
                      <a:off x="5265196" y="3357021"/>
                      <a:ext cx="393192" cy="393192"/>
                      <a:chOff x="5354637" y="3446463"/>
                      <a:chExt cx="214313" cy="214313"/>
                    </a:xfrm>
                  </p:grpSpPr>
                  <p:sp>
                    <p:nvSpPr>
                      <p:cNvPr id="2162" name="Arc 2161">
                        <a:extLst>
                          <a:ext uri="{FF2B5EF4-FFF2-40B4-BE49-F238E27FC236}">
                            <a16:creationId xmlns:a16="http://schemas.microsoft.com/office/drawing/2014/main" id="{8E3B888D-4560-4F46-A752-C735C4AE0A4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63" name="Arc 2162">
                        <a:extLst>
                          <a:ext uri="{FF2B5EF4-FFF2-40B4-BE49-F238E27FC236}">
                            <a16:creationId xmlns:a16="http://schemas.microsoft.com/office/drawing/2014/main" id="{CFFE1CA4-7D32-1920-7253-16BF945D3F6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54" name="Group 2153">
                      <a:extLst>
                        <a:ext uri="{FF2B5EF4-FFF2-40B4-BE49-F238E27FC236}">
                          <a16:creationId xmlns:a16="http://schemas.microsoft.com/office/drawing/2014/main" id="{A4C6B379-2EB9-E0A9-FC8A-591FF43404B4}"/>
                        </a:ext>
                      </a:extLst>
                    </p:cNvPr>
                    <p:cNvGrpSpPr/>
                    <p:nvPr/>
                  </p:nvGrpSpPr>
                  <p:grpSpPr>
                    <a:xfrm>
                      <a:off x="5310186" y="3402011"/>
                      <a:ext cx="303213" cy="303213"/>
                      <a:chOff x="5310186" y="3402011"/>
                      <a:chExt cx="303213" cy="303213"/>
                    </a:xfrm>
                  </p:grpSpPr>
                  <p:grpSp>
                    <p:nvGrpSpPr>
                      <p:cNvPr id="2155" name="Group 2154">
                        <a:extLst>
                          <a:ext uri="{FF2B5EF4-FFF2-40B4-BE49-F238E27FC236}">
                            <a16:creationId xmlns:a16="http://schemas.microsoft.com/office/drawing/2014/main" id="{4CAEB3E0-1AFF-C3A2-9DCC-5752A057BF7B}"/>
                          </a:ext>
                        </a:extLst>
                      </p:cNvPr>
                      <p:cNvGrpSpPr/>
                      <p:nvPr/>
                    </p:nvGrpSpPr>
                    <p:grpSpPr>
                      <a:xfrm>
                        <a:off x="5354636" y="3446461"/>
                        <a:ext cx="214313" cy="214313"/>
                        <a:chOff x="5354637" y="3446463"/>
                        <a:chExt cx="214313" cy="214313"/>
                      </a:xfrm>
                    </p:grpSpPr>
                    <p:sp>
                      <p:nvSpPr>
                        <p:cNvPr id="2160" name="Arc 2159">
                          <a:extLst>
                            <a:ext uri="{FF2B5EF4-FFF2-40B4-BE49-F238E27FC236}">
                              <a16:creationId xmlns:a16="http://schemas.microsoft.com/office/drawing/2014/main" id="{88DECF17-C70D-7C5D-3300-682254C207C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61" name="Arc 2160">
                          <a:extLst>
                            <a:ext uri="{FF2B5EF4-FFF2-40B4-BE49-F238E27FC236}">
                              <a16:creationId xmlns:a16="http://schemas.microsoft.com/office/drawing/2014/main" id="{9425E5EE-20EB-2A1D-3117-A47D4CA5144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56" name="Group 2155">
                        <a:extLst>
                          <a:ext uri="{FF2B5EF4-FFF2-40B4-BE49-F238E27FC236}">
                            <a16:creationId xmlns:a16="http://schemas.microsoft.com/office/drawing/2014/main" id="{970CDCF4-7DC5-9B10-0BB2-70F10CBA9065}"/>
                          </a:ext>
                        </a:extLst>
                      </p:cNvPr>
                      <p:cNvGrpSpPr/>
                      <p:nvPr/>
                    </p:nvGrpSpPr>
                    <p:grpSpPr>
                      <a:xfrm rot="7200000">
                        <a:off x="5310186" y="3402011"/>
                        <a:ext cx="303213" cy="303213"/>
                        <a:chOff x="5354637" y="3446463"/>
                        <a:chExt cx="214313" cy="214313"/>
                      </a:xfrm>
                    </p:grpSpPr>
                    <p:sp>
                      <p:nvSpPr>
                        <p:cNvPr id="2158" name="Arc 2157">
                          <a:extLst>
                            <a:ext uri="{FF2B5EF4-FFF2-40B4-BE49-F238E27FC236}">
                              <a16:creationId xmlns:a16="http://schemas.microsoft.com/office/drawing/2014/main" id="{D586CD63-68DA-E6F4-8CEB-096474F0D16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59" name="Arc 2158">
                          <a:extLst>
                            <a:ext uri="{FF2B5EF4-FFF2-40B4-BE49-F238E27FC236}">
                              <a16:creationId xmlns:a16="http://schemas.microsoft.com/office/drawing/2014/main" id="{D6957422-96FD-9669-2E72-942191E9DDA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57" name="TextBox 2156">
                        <a:extLst>
                          <a:ext uri="{FF2B5EF4-FFF2-40B4-BE49-F238E27FC236}">
                            <a16:creationId xmlns:a16="http://schemas.microsoft.com/office/drawing/2014/main" id="{719F10D5-71F7-9A9A-705B-4DBE19E9BD13}"/>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19" name="Group 2118">
                    <a:extLst>
                      <a:ext uri="{FF2B5EF4-FFF2-40B4-BE49-F238E27FC236}">
                        <a16:creationId xmlns:a16="http://schemas.microsoft.com/office/drawing/2014/main" id="{0DDAAF8A-DEF3-DD03-384C-FB3C843D3997}"/>
                      </a:ext>
                    </a:extLst>
                  </p:cNvPr>
                  <p:cNvGrpSpPr/>
                  <p:nvPr/>
                </p:nvGrpSpPr>
                <p:grpSpPr>
                  <a:xfrm>
                    <a:off x="5886431" y="3525040"/>
                    <a:ext cx="393192" cy="393192"/>
                    <a:chOff x="5265196" y="3932619"/>
                    <a:chExt cx="393192" cy="393192"/>
                  </a:xfrm>
                </p:grpSpPr>
                <p:grpSp>
                  <p:nvGrpSpPr>
                    <p:cNvPr id="2143" name="Group 2142">
                      <a:extLst>
                        <a:ext uri="{FF2B5EF4-FFF2-40B4-BE49-F238E27FC236}">
                          <a16:creationId xmlns:a16="http://schemas.microsoft.com/office/drawing/2014/main" id="{11AA7783-2E42-CCB6-CE5D-A4CDB6CC6F34}"/>
                        </a:ext>
                      </a:extLst>
                    </p:cNvPr>
                    <p:cNvGrpSpPr/>
                    <p:nvPr/>
                  </p:nvGrpSpPr>
                  <p:grpSpPr>
                    <a:xfrm>
                      <a:off x="5354636" y="4022061"/>
                      <a:ext cx="214313" cy="214313"/>
                      <a:chOff x="5354637" y="3446463"/>
                      <a:chExt cx="214313" cy="214313"/>
                    </a:xfrm>
                  </p:grpSpPr>
                  <p:sp>
                    <p:nvSpPr>
                      <p:cNvPr id="2151" name="Arc 2150">
                        <a:extLst>
                          <a:ext uri="{FF2B5EF4-FFF2-40B4-BE49-F238E27FC236}">
                            <a16:creationId xmlns:a16="http://schemas.microsoft.com/office/drawing/2014/main" id="{B099AFF2-126B-CF80-344F-60D50AAE6B3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52" name="Arc 2151">
                        <a:extLst>
                          <a:ext uri="{FF2B5EF4-FFF2-40B4-BE49-F238E27FC236}">
                            <a16:creationId xmlns:a16="http://schemas.microsoft.com/office/drawing/2014/main" id="{03DF95B9-2587-C32A-F7A1-B38F57A4956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44" name="Group 2143">
                      <a:extLst>
                        <a:ext uri="{FF2B5EF4-FFF2-40B4-BE49-F238E27FC236}">
                          <a16:creationId xmlns:a16="http://schemas.microsoft.com/office/drawing/2014/main" id="{8C08688F-12FF-C4EA-68C7-CC1A9E188204}"/>
                        </a:ext>
                      </a:extLst>
                    </p:cNvPr>
                    <p:cNvGrpSpPr/>
                    <p:nvPr/>
                  </p:nvGrpSpPr>
                  <p:grpSpPr>
                    <a:xfrm rot="14400000">
                      <a:off x="5310186" y="3977611"/>
                      <a:ext cx="303213" cy="303213"/>
                      <a:chOff x="5354637" y="3446463"/>
                      <a:chExt cx="214313" cy="214313"/>
                    </a:xfrm>
                  </p:grpSpPr>
                  <p:sp>
                    <p:nvSpPr>
                      <p:cNvPr id="2149" name="Arc 2148">
                        <a:extLst>
                          <a:ext uri="{FF2B5EF4-FFF2-40B4-BE49-F238E27FC236}">
                            <a16:creationId xmlns:a16="http://schemas.microsoft.com/office/drawing/2014/main" id="{6DA806A1-95F9-E6AF-F224-867AD0A2B31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50" name="Arc 2149">
                        <a:extLst>
                          <a:ext uri="{FF2B5EF4-FFF2-40B4-BE49-F238E27FC236}">
                            <a16:creationId xmlns:a16="http://schemas.microsoft.com/office/drawing/2014/main" id="{717E844A-D697-FE72-209E-E8865EC8F66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45" name="Group 2144">
                      <a:extLst>
                        <a:ext uri="{FF2B5EF4-FFF2-40B4-BE49-F238E27FC236}">
                          <a16:creationId xmlns:a16="http://schemas.microsoft.com/office/drawing/2014/main" id="{56FD4DC9-33A6-9558-D7DF-8D76DC0448C9}"/>
                        </a:ext>
                      </a:extLst>
                    </p:cNvPr>
                    <p:cNvGrpSpPr/>
                    <p:nvPr/>
                  </p:nvGrpSpPr>
                  <p:grpSpPr>
                    <a:xfrm rot="7200000">
                      <a:off x="5265196" y="3932619"/>
                      <a:ext cx="393192" cy="393192"/>
                      <a:chOff x="5354637" y="3446463"/>
                      <a:chExt cx="214313" cy="214313"/>
                    </a:xfrm>
                  </p:grpSpPr>
                  <p:sp>
                    <p:nvSpPr>
                      <p:cNvPr id="2147" name="Arc 2146">
                        <a:extLst>
                          <a:ext uri="{FF2B5EF4-FFF2-40B4-BE49-F238E27FC236}">
                            <a16:creationId xmlns:a16="http://schemas.microsoft.com/office/drawing/2014/main" id="{A1C47BCC-21B7-58D9-4F84-F5F468C93E3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48" name="Arc 2147">
                        <a:extLst>
                          <a:ext uri="{FF2B5EF4-FFF2-40B4-BE49-F238E27FC236}">
                            <a16:creationId xmlns:a16="http://schemas.microsoft.com/office/drawing/2014/main" id="{F3735521-8E0F-01BA-6FCE-DF48E8F44AF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46" name="TextBox 2145">
                      <a:extLst>
                        <a:ext uri="{FF2B5EF4-FFF2-40B4-BE49-F238E27FC236}">
                          <a16:creationId xmlns:a16="http://schemas.microsoft.com/office/drawing/2014/main" id="{9248B08C-4925-1245-B618-25A2B1FF6F7C}"/>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120" name="Group 2119">
                    <a:extLst>
                      <a:ext uri="{FF2B5EF4-FFF2-40B4-BE49-F238E27FC236}">
                        <a16:creationId xmlns:a16="http://schemas.microsoft.com/office/drawing/2014/main" id="{A1EF2585-D3BB-0143-75DF-D9C7AD844A89}"/>
                      </a:ext>
                    </a:extLst>
                  </p:cNvPr>
                  <p:cNvGrpSpPr/>
                  <p:nvPr/>
                </p:nvGrpSpPr>
                <p:grpSpPr>
                  <a:xfrm>
                    <a:off x="6512463" y="3525040"/>
                    <a:ext cx="393192" cy="393192"/>
                    <a:chOff x="6389147" y="3357021"/>
                    <a:chExt cx="393192" cy="393192"/>
                  </a:xfrm>
                </p:grpSpPr>
                <p:grpSp>
                  <p:nvGrpSpPr>
                    <p:cNvPr id="2132" name="Group 2131">
                      <a:extLst>
                        <a:ext uri="{FF2B5EF4-FFF2-40B4-BE49-F238E27FC236}">
                          <a16:creationId xmlns:a16="http://schemas.microsoft.com/office/drawing/2014/main" id="{CC6050FB-6A13-B0F6-47C8-D15F06701247}"/>
                        </a:ext>
                      </a:extLst>
                    </p:cNvPr>
                    <p:cNvGrpSpPr/>
                    <p:nvPr/>
                  </p:nvGrpSpPr>
                  <p:grpSpPr>
                    <a:xfrm rot="7200000" flipH="1">
                      <a:off x="6389147" y="3357021"/>
                      <a:ext cx="393192" cy="393192"/>
                      <a:chOff x="5354637" y="3446463"/>
                      <a:chExt cx="214313" cy="214313"/>
                    </a:xfrm>
                  </p:grpSpPr>
                  <p:sp>
                    <p:nvSpPr>
                      <p:cNvPr id="2141" name="Arc 2140">
                        <a:extLst>
                          <a:ext uri="{FF2B5EF4-FFF2-40B4-BE49-F238E27FC236}">
                            <a16:creationId xmlns:a16="http://schemas.microsoft.com/office/drawing/2014/main" id="{DB8612C5-2CB8-2A22-574B-7D454F4BD9A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42" name="Arc 2141">
                        <a:extLst>
                          <a:ext uri="{FF2B5EF4-FFF2-40B4-BE49-F238E27FC236}">
                            <a16:creationId xmlns:a16="http://schemas.microsoft.com/office/drawing/2014/main" id="{9ECD1D3C-D259-F78C-06B9-BE2C6DCE3B6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33" name="Group 2132">
                      <a:extLst>
                        <a:ext uri="{FF2B5EF4-FFF2-40B4-BE49-F238E27FC236}">
                          <a16:creationId xmlns:a16="http://schemas.microsoft.com/office/drawing/2014/main" id="{925AC17B-542A-0D9F-53BD-EB6FCA629DB8}"/>
                        </a:ext>
                      </a:extLst>
                    </p:cNvPr>
                    <p:cNvGrpSpPr/>
                    <p:nvPr/>
                  </p:nvGrpSpPr>
                  <p:grpSpPr>
                    <a:xfrm>
                      <a:off x="6434137" y="3402011"/>
                      <a:ext cx="303213" cy="303213"/>
                      <a:chOff x="6434137" y="3402011"/>
                      <a:chExt cx="303213" cy="303213"/>
                    </a:xfrm>
                  </p:grpSpPr>
                  <p:grpSp>
                    <p:nvGrpSpPr>
                      <p:cNvPr id="2134" name="Group 2133">
                        <a:extLst>
                          <a:ext uri="{FF2B5EF4-FFF2-40B4-BE49-F238E27FC236}">
                            <a16:creationId xmlns:a16="http://schemas.microsoft.com/office/drawing/2014/main" id="{4ABD13FA-FFBA-CBBF-1231-A4CC0B652CC5}"/>
                          </a:ext>
                        </a:extLst>
                      </p:cNvPr>
                      <p:cNvGrpSpPr/>
                      <p:nvPr/>
                    </p:nvGrpSpPr>
                    <p:grpSpPr>
                      <a:xfrm flipH="1">
                        <a:off x="6478587" y="3446461"/>
                        <a:ext cx="214313" cy="214313"/>
                        <a:chOff x="5354637" y="3446463"/>
                        <a:chExt cx="214313" cy="214313"/>
                      </a:xfrm>
                    </p:grpSpPr>
                    <p:sp>
                      <p:nvSpPr>
                        <p:cNvPr id="2139" name="Arc 2138">
                          <a:extLst>
                            <a:ext uri="{FF2B5EF4-FFF2-40B4-BE49-F238E27FC236}">
                              <a16:creationId xmlns:a16="http://schemas.microsoft.com/office/drawing/2014/main" id="{4FC5DA25-A515-969C-B6A2-F491B3AC902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40" name="Arc 2139">
                          <a:extLst>
                            <a:ext uri="{FF2B5EF4-FFF2-40B4-BE49-F238E27FC236}">
                              <a16:creationId xmlns:a16="http://schemas.microsoft.com/office/drawing/2014/main" id="{7AB17BFA-7CE4-DA69-CCC3-617B14A5243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35" name="Group 2134">
                        <a:extLst>
                          <a:ext uri="{FF2B5EF4-FFF2-40B4-BE49-F238E27FC236}">
                            <a16:creationId xmlns:a16="http://schemas.microsoft.com/office/drawing/2014/main" id="{7BFF385D-FF70-73CF-761E-855203F1EA0F}"/>
                          </a:ext>
                        </a:extLst>
                      </p:cNvPr>
                      <p:cNvGrpSpPr/>
                      <p:nvPr/>
                    </p:nvGrpSpPr>
                    <p:grpSpPr>
                      <a:xfrm rot="14400000" flipH="1">
                        <a:off x="6434137" y="3402011"/>
                        <a:ext cx="303213" cy="303213"/>
                        <a:chOff x="5354637" y="3446463"/>
                        <a:chExt cx="214313" cy="214313"/>
                      </a:xfrm>
                    </p:grpSpPr>
                    <p:sp>
                      <p:nvSpPr>
                        <p:cNvPr id="2137" name="Arc 2136">
                          <a:extLst>
                            <a:ext uri="{FF2B5EF4-FFF2-40B4-BE49-F238E27FC236}">
                              <a16:creationId xmlns:a16="http://schemas.microsoft.com/office/drawing/2014/main" id="{8BD3D6DB-4F34-A063-543D-A26A045BC40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38" name="Arc 2137">
                          <a:extLst>
                            <a:ext uri="{FF2B5EF4-FFF2-40B4-BE49-F238E27FC236}">
                              <a16:creationId xmlns:a16="http://schemas.microsoft.com/office/drawing/2014/main" id="{98CB9E36-A29D-B724-0B23-07CEC566292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36" name="TextBox 2135">
                        <a:extLst>
                          <a:ext uri="{FF2B5EF4-FFF2-40B4-BE49-F238E27FC236}">
                            <a16:creationId xmlns:a16="http://schemas.microsoft.com/office/drawing/2014/main" id="{E6B20681-664A-0B55-F150-720D9C604FF1}"/>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21" name="Group 2120">
                    <a:extLst>
                      <a:ext uri="{FF2B5EF4-FFF2-40B4-BE49-F238E27FC236}">
                        <a16:creationId xmlns:a16="http://schemas.microsoft.com/office/drawing/2014/main" id="{EF92AB13-1B32-4BEC-AF72-8A70E527A0B1}"/>
                      </a:ext>
                    </a:extLst>
                  </p:cNvPr>
                  <p:cNvGrpSpPr/>
                  <p:nvPr/>
                </p:nvGrpSpPr>
                <p:grpSpPr>
                  <a:xfrm>
                    <a:off x="6197413" y="3225768"/>
                    <a:ext cx="393192" cy="393192"/>
                    <a:chOff x="6389147" y="3932622"/>
                    <a:chExt cx="393192" cy="393192"/>
                  </a:xfrm>
                </p:grpSpPr>
                <p:grpSp>
                  <p:nvGrpSpPr>
                    <p:cNvPr id="2122" name="Group 2121">
                      <a:extLst>
                        <a:ext uri="{FF2B5EF4-FFF2-40B4-BE49-F238E27FC236}">
                          <a16:creationId xmlns:a16="http://schemas.microsoft.com/office/drawing/2014/main" id="{88842FD8-651B-98EB-FFDC-1FE08DA50B6A}"/>
                        </a:ext>
                      </a:extLst>
                    </p:cNvPr>
                    <p:cNvGrpSpPr/>
                    <p:nvPr/>
                  </p:nvGrpSpPr>
                  <p:grpSpPr>
                    <a:xfrm flipH="1">
                      <a:off x="6478587" y="4022061"/>
                      <a:ext cx="214313" cy="214313"/>
                      <a:chOff x="5354637" y="3446463"/>
                      <a:chExt cx="214313" cy="214313"/>
                    </a:xfrm>
                  </p:grpSpPr>
                  <p:sp>
                    <p:nvSpPr>
                      <p:cNvPr id="2130" name="Arc 2129">
                        <a:extLst>
                          <a:ext uri="{FF2B5EF4-FFF2-40B4-BE49-F238E27FC236}">
                            <a16:creationId xmlns:a16="http://schemas.microsoft.com/office/drawing/2014/main" id="{F4FAE680-AB09-4ECE-664A-36B54A61503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31" name="Arc 2130">
                        <a:extLst>
                          <a:ext uri="{FF2B5EF4-FFF2-40B4-BE49-F238E27FC236}">
                            <a16:creationId xmlns:a16="http://schemas.microsoft.com/office/drawing/2014/main" id="{A4B9FA32-D0E4-076E-DF61-8AFFDE8F6C4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23" name="Group 2122">
                      <a:extLst>
                        <a:ext uri="{FF2B5EF4-FFF2-40B4-BE49-F238E27FC236}">
                          <a16:creationId xmlns:a16="http://schemas.microsoft.com/office/drawing/2014/main" id="{0CD38DFD-9308-E9EB-48D3-77099BA9ED17}"/>
                        </a:ext>
                      </a:extLst>
                    </p:cNvPr>
                    <p:cNvGrpSpPr/>
                    <p:nvPr/>
                  </p:nvGrpSpPr>
                  <p:grpSpPr>
                    <a:xfrm rot="7200000" flipH="1">
                      <a:off x="6434137" y="3977611"/>
                      <a:ext cx="303213" cy="303213"/>
                      <a:chOff x="5354637" y="3446463"/>
                      <a:chExt cx="214313" cy="214313"/>
                    </a:xfrm>
                  </p:grpSpPr>
                  <p:sp>
                    <p:nvSpPr>
                      <p:cNvPr id="2128" name="Arc 2127">
                        <a:extLst>
                          <a:ext uri="{FF2B5EF4-FFF2-40B4-BE49-F238E27FC236}">
                            <a16:creationId xmlns:a16="http://schemas.microsoft.com/office/drawing/2014/main" id="{6A8E69D3-BEE1-A0EF-013A-B32BA2C4569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29" name="Arc 2128">
                        <a:extLst>
                          <a:ext uri="{FF2B5EF4-FFF2-40B4-BE49-F238E27FC236}">
                            <a16:creationId xmlns:a16="http://schemas.microsoft.com/office/drawing/2014/main" id="{DDE2EC25-C054-9D12-7CAB-28DDD68B3BA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24" name="Group 2123">
                      <a:extLst>
                        <a:ext uri="{FF2B5EF4-FFF2-40B4-BE49-F238E27FC236}">
                          <a16:creationId xmlns:a16="http://schemas.microsoft.com/office/drawing/2014/main" id="{9D292C17-2FAC-5626-1E2B-713D58C73119}"/>
                        </a:ext>
                      </a:extLst>
                    </p:cNvPr>
                    <p:cNvGrpSpPr/>
                    <p:nvPr/>
                  </p:nvGrpSpPr>
                  <p:grpSpPr>
                    <a:xfrm rot="14400000" flipH="1">
                      <a:off x="6389147" y="3932622"/>
                      <a:ext cx="393192" cy="393192"/>
                      <a:chOff x="5354637" y="3446463"/>
                      <a:chExt cx="214313" cy="214313"/>
                    </a:xfrm>
                  </p:grpSpPr>
                  <p:sp>
                    <p:nvSpPr>
                      <p:cNvPr id="2126" name="Arc 2125">
                        <a:extLst>
                          <a:ext uri="{FF2B5EF4-FFF2-40B4-BE49-F238E27FC236}">
                            <a16:creationId xmlns:a16="http://schemas.microsoft.com/office/drawing/2014/main" id="{B97149F2-C69A-DA6C-29FB-C853A4B0954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27" name="Arc 2126">
                        <a:extLst>
                          <a:ext uri="{FF2B5EF4-FFF2-40B4-BE49-F238E27FC236}">
                            <a16:creationId xmlns:a16="http://schemas.microsoft.com/office/drawing/2014/main" id="{2F099F9F-E26C-369B-E1EC-CC4C467626D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25" name="TextBox 2124">
                      <a:extLst>
                        <a:ext uri="{FF2B5EF4-FFF2-40B4-BE49-F238E27FC236}">
                          <a16:creationId xmlns:a16="http://schemas.microsoft.com/office/drawing/2014/main" id="{B759DF7C-C926-94F4-1AA4-09461A552E90}"/>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3" name="Group 12">
              <a:extLst>
                <a:ext uri="{FF2B5EF4-FFF2-40B4-BE49-F238E27FC236}">
                  <a16:creationId xmlns:a16="http://schemas.microsoft.com/office/drawing/2014/main" id="{9C1CC8C0-798A-84E0-E2FF-7355EA9650C3}"/>
                </a:ext>
              </a:extLst>
            </p:cNvPr>
            <p:cNvGrpSpPr/>
            <p:nvPr/>
          </p:nvGrpSpPr>
          <p:grpSpPr>
            <a:xfrm>
              <a:off x="2369740" y="-674415"/>
              <a:ext cx="2263438" cy="2198360"/>
              <a:chOff x="5445106" y="2039507"/>
              <a:chExt cx="2263438" cy="2198360"/>
            </a:xfrm>
          </p:grpSpPr>
          <p:grpSp>
            <p:nvGrpSpPr>
              <p:cNvPr id="1924" name="Group 1923">
                <a:extLst>
                  <a:ext uri="{FF2B5EF4-FFF2-40B4-BE49-F238E27FC236}">
                    <a16:creationId xmlns:a16="http://schemas.microsoft.com/office/drawing/2014/main" id="{48A1350A-55F1-83F8-636D-6C0112CBCD72}"/>
                  </a:ext>
                </a:extLst>
              </p:cNvPr>
              <p:cNvGrpSpPr/>
              <p:nvPr/>
            </p:nvGrpSpPr>
            <p:grpSpPr>
              <a:xfrm>
                <a:off x="5445106" y="2644743"/>
                <a:ext cx="1643204" cy="1593124"/>
                <a:chOff x="5445106" y="2644743"/>
                <a:chExt cx="1643204" cy="1593124"/>
              </a:xfrm>
            </p:grpSpPr>
            <p:grpSp>
              <p:nvGrpSpPr>
                <p:cNvPr id="2020" name="Group 2019">
                  <a:extLst>
                    <a:ext uri="{FF2B5EF4-FFF2-40B4-BE49-F238E27FC236}">
                      <a16:creationId xmlns:a16="http://schemas.microsoft.com/office/drawing/2014/main" id="{BF7316A5-C303-53DD-D3FD-03FBF6604CC1}"/>
                    </a:ext>
                  </a:extLst>
                </p:cNvPr>
                <p:cNvGrpSpPr/>
                <p:nvPr/>
              </p:nvGrpSpPr>
              <p:grpSpPr>
                <a:xfrm>
                  <a:off x="5445106" y="2644743"/>
                  <a:ext cx="1019224" cy="991639"/>
                  <a:chOff x="5886431" y="3225768"/>
                  <a:chExt cx="1019224" cy="991639"/>
                </a:xfrm>
              </p:grpSpPr>
              <p:grpSp>
                <p:nvGrpSpPr>
                  <p:cNvPr id="2068" name="Group 2067">
                    <a:extLst>
                      <a:ext uri="{FF2B5EF4-FFF2-40B4-BE49-F238E27FC236}">
                        <a16:creationId xmlns:a16="http://schemas.microsoft.com/office/drawing/2014/main" id="{53DEBDE6-8C59-ADCD-6938-57C57CCC61D7}"/>
                      </a:ext>
                    </a:extLst>
                  </p:cNvPr>
                  <p:cNvGrpSpPr/>
                  <p:nvPr/>
                </p:nvGrpSpPr>
                <p:grpSpPr>
                  <a:xfrm>
                    <a:off x="6197413" y="3824215"/>
                    <a:ext cx="393192" cy="393192"/>
                    <a:chOff x="5265196" y="3357021"/>
                    <a:chExt cx="393192" cy="393192"/>
                  </a:xfrm>
                </p:grpSpPr>
                <p:grpSp>
                  <p:nvGrpSpPr>
                    <p:cNvPr id="2103" name="Group 2102">
                      <a:extLst>
                        <a:ext uri="{FF2B5EF4-FFF2-40B4-BE49-F238E27FC236}">
                          <a16:creationId xmlns:a16="http://schemas.microsoft.com/office/drawing/2014/main" id="{E54E70CB-29B3-7063-162A-E3F02B8CC493}"/>
                        </a:ext>
                      </a:extLst>
                    </p:cNvPr>
                    <p:cNvGrpSpPr/>
                    <p:nvPr/>
                  </p:nvGrpSpPr>
                  <p:grpSpPr>
                    <a:xfrm rot="14400000">
                      <a:off x="5265196" y="3357021"/>
                      <a:ext cx="393192" cy="393192"/>
                      <a:chOff x="5354637" y="3446463"/>
                      <a:chExt cx="214313" cy="214313"/>
                    </a:xfrm>
                  </p:grpSpPr>
                  <p:sp>
                    <p:nvSpPr>
                      <p:cNvPr id="2112" name="Arc 2111">
                        <a:extLst>
                          <a:ext uri="{FF2B5EF4-FFF2-40B4-BE49-F238E27FC236}">
                            <a16:creationId xmlns:a16="http://schemas.microsoft.com/office/drawing/2014/main" id="{3A310B32-07E4-3252-4192-BF44FE0F50B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13" name="Arc 2112">
                        <a:extLst>
                          <a:ext uri="{FF2B5EF4-FFF2-40B4-BE49-F238E27FC236}">
                            <a16:creationId xmlns:a16="http://schemas.microsoft.com/office/drawing/2014/main" id="{BCE72D65-E8C7-7BEA-B667-A1EF2455D4F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04" name="Group 2103">
                      <a:extLst>
                        <a:ext uri="{FF2B5EF4-FFF2-40B4-BE49-F238E27FC236}">
                          <a16:creationId xmlns:a16="http://schemas.microsoft.com/office/drawing/2014/main" id="{A4F27482-9A14-039F-252E-809E0BAAC8E6}"/>
                        </a:ext>
                      </a:extLst>
                    </p:cNvPr>
                    <p:cNvGrpSpPr/>
                    <p:nvPr/>
                  </p:nvGrpSpPr>
                  <p:grpSpPr>
                    <a:xfrm>
                      <a:off x="5310186" y="3402011"/>
                      <a:ext cx="303213" cy="303213"/>
                      <a:chOff x="5310186" y="3402011"/>
                      <a:chExt cx="303213" cy="303213"/>
                    </a:xfrm>
                  </p:grpSpPr>
                  <p:grpSp>
                    <p:nvGrpSpPr>
                      <p:cNvPr id="2105" name="Group 2104">
                        <a:extLst>
                          <a:ext uri="{FF2B5EF4-FFF2-40B4-BE49-F238E27FC236}">
                            <a16:creationId xmlns:a16="http://schemas.microsoft.com/office/drawing/2014/main" id="{263CB93C-77BA-19BE-EE1F-D2743F616B65}"/>
                          </a:ext>
                        </a:extLst>
                      </p:cNvPr>
                      <p:cNvGrpSpPr/>
                      <p:nvPr/>
                    </p:nvGrpSpPr>
                    <p:grpSpPr>
                      <a:xfrm>
                        <a:off x="5354636" y="3446461"/>
                        <a:ext cx="214313" cy="214313"/>
                        <a:chOff x="5354637" y="3446463"/>
                        <a:chExt cx="214313" cy="214313"/>
                      </a:xfrm>
                    </p:grpSpPr>
                    <p:sp>
                      <p:nvSpPr>
                        <p:cNvPr id="2110" name="Arc 2109">
                          <a:extLst>
                            <a:ext uri="{FF2B5EF4-FFF2-40B4-BE49-F238E27FC236}">
                              <a16:creationId xmlns:a16="http://schemas.microsoft.com/office/drawing/2014/main" id="{70A94698-8F6C-834F-5079-67B872A5057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11" name="Arc 2110">
                          <a:extLst>
                            <a:ext uri="{FF2B5EF4-FFF2-40B4-BE49-F238E27FC236}">
                              <a16:creationId xmlns:a16="http://schemas.microsoft.com/office/drawing/2014/main" id="{693E0799-0266-F48E-C8B6-096A9679CEA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06" name="Group 2105">
                        <a:extLst>
                          <a:ext uri="{FF2B5EF4-FFF2-40B4-BE49-F238E27FC236}">
                            <a16:creationId xmlns:a16="http://schemas.microsoft.com/office/drawing/2014/main" id="{221AD524-B8C0-BA57-CA83-4A9C3A0517A1}"/>
                          </a:ext>
                        </a:extLst>
                      </p:cNvPr>
                      <p:cNvGrpSpPr/>
                      <p:nvPr/>
                    </p:nvGrpSpPr>
                    <p:grpSpPr>
                      <a:xfrm rot="7200000">
                        <a:off x="5310186" y="3402011"/>
                        <a:ext cx="303213" cy="303213"/>
                        <a:chOff x="5354637" y="3446463"/>
                        <a:chExt cx="214313" cy="214313"/>
                      </a:xfrm>
                    </p:grpSpPr>
                    <p:sp>
                      <p:nvSpPr>
                        <p:cNvPr id="2108" name="Arc 2107">
                          <a:extLst>
                            <a:ext uri="{FF2B5EF4-FFF2-40B4-BE49-F238E27FC236}">
                              <a16:creationId xmlns:a16="http://schemas.microsoft.com/office/drawing/2014/main" id="{1F926828-5B2A-DBE5-4B4F-4D6ECEEBDF0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09" name="Arc 2108">
                          <a:extLst>
                            <a:ext uri="{FF2B5EF4-FFF2-40B4-BE49-F238E27FC236}">
                              <a16:creationId xmlns:a16="http://schemas.microsoft.com/office/drawing/2014/main" id="{D4195C10-A5DF-4FCE-F5E8-27202318549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07" name="TextBox 2106">
                        <a:extLst>
                          <a:ext uri="{FF2B5EF4-FFF2-40B4-BE49-F238E27FC236}">
                            <a16:creationId xmlns:a16="http://schemas.microsoft.com/office/drawing/2014/main" id="{D75EAB82-6DEE-D0AC-19D0-1B7DD22965DB}"/>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69" name="Group 2068">
                    <a:extLst>
                      <a:ext uri="{FF2B5EF4-FFF2-40B4-BE49-F238E27FC236}">
                        <a16:creationId xmlns:a16="http://schemas.microsoft.com/office/drawing/2014/main" id="{8957CF22-B9BF-89F7-7B2A-5C43BAA33D13}"/>
                      </a:ext>
                    </a:extLst>
                  </p:cNvPr>
                  <p:cNvGrpSpPr/>
                  <p:nvPr/>
                </p:nvGrpSpPr>
                <p:grpSpPr>
                  <a:xfrm>
                    <a:off x="5886431" y="3525040"/>
                    <a:ext cx="393192" cy="393192"/>
                    <a:chOff x="5265196" y="3932619"/>
                    <a:chExt cx="393192" cy="393192"/>
                  </a:xfrm>
                </p:grpSpPr>
                <p:grpSp>
                  <p:nvGrpSpPr>
                    <p:cNvPr id="2093" name="Group 2092">
                      <a:extLst>
                        <a:ext uri="{FF2B5EF4-FFF2-40B4-BE49-F238E27FC236}">
                          <a16:creationId xmlns:a16="http://schemas.microsoft.com/office/drawing/2014/main" id="{46709AA0-058E-6671-AF6E-17BFA5DF2146}"/>
                        </a:ext>
                      </a:extLst>
                    </p:cNvPr>
                    <p:cNvGrpSpPr/>
                    <p:nvPr/>
                  </p:nvGrpSpPr>
                  <p:grpSpPr>
                    <a:xfrm>
                      <a:off x="5354636" y="4022061"/>
                      <a:ext cx="214313" cy="214313"/>
                      <a:chOff x="5354637" y="3446463"/>
                      <a:chExt cx="214313" cy="214313"/>
                    </a:xfrm>
                  </p:grpSpPr>
                  <p:sp>
                    <p:nvSpPr>
                      <p:cNvPr id="2101" name="Arc 2100">
                        <a:extLst>
                          <a:ext uri="{FF2B5EF4-FFF2-40B4-BE49-F238E27FC236}">
                            <a16:creationId xmlns:a16="http://schemas.microsoft.com/office/drawing/2014/main" id="{12EA402B-DC25-C791-1AB5-9CB67B3957E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02" name="Arc 2101">
                        <a:extLst>
                          <a:ext uri="{FF2B5EF4-FFF2-40B4-BE49-F238E27FC236}">
                            <a16:creationId xmlns:a16="http://schemas.microsoft.com/office/drawing/2014/main" id="{6468E49E-162A-A515-6222-6D1EDA637D8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94" name="Group 2093">
                      <a:extLst>
                        <a:ext uri="{FF2B5EF4-FFF2-40B4-BE49-F238E27FC236}">
                          <a16:creationId xmlns:a16="http://schemas.microsoft.com/office/drawing/2014/main" id="{B59BC6DF-5315-09DB-5CD2-A4E4C33BA08D}"/>
                        </a:ext>
                      </a:extLst>
                    </p:cNvPr>
                    <p:cNvGrpSpPr/>
                    <p:nvPr/>
                  </p:nvGrpSpPr>
                  <p:grpSpPr>
                    <a:xfrm rot="14400000">
                      <a:off x="5310186" y="3977611"/>
                      <a:ext cx="303213" cy="303213"/>
                      <a:chOff x="5354637" y="3446463"/>
                      <a:chExt cx="214313" cy="214313"/>
                    </a:xfrm>
                  </p:grpSpPr>
                  <p:sp>
                    <p:nvSpPr>
                      <p:cNvPr id="2099" name="Arc 2098">
                        <a:extLst>
                          <a:ext uri="{FF2B5EF4-FFF2-40B4-BE49-F238E27FC236}">
                            <a16:creationId xmlns:a16="http://schemas.microsoft.com/office/drawing/2014/main" id="{E9BDC428-4205-BBC7-50CC-18542A0E592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00" name="Arc 2099">
                        <a:extLst>
                          <a:ext uri="{FF2B5EF4-FFF2-40B4-BE49-F238E27FC236}">
                            <a16:creationId xmlns:a16="http://schemas.microsoft.com/office/drawing/2014/main" id="{EE026004-DE5F-6582-75E5-81E4099C350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95" name="Group 2094">
                      <a:extLst>
                        <a:ext uri="{FF2B5EF4-FFF2-40B4-BE49-F238E27FC236}">
                          <a16:creationId xmlns:a16="http://schemas.microsoft.com/office/drawing/2014/main" id="{BDF454E1-8A2C-F37F-F3B9-6714B1FB992A}"/>
                        </a:ext>
                      </a:extLst>
                    </p:cNvPr>
                    <p:cNvGrpSpPr/>
                    <p:nvPr/>
                  </p:nvGrpSpPr>
                  <p:grpSpPr>
                    <a:xfrm rot="7200000">
                      <a:off x="5265196" y="3932619"/>
                      <a:ext cx="393192" cy="393192"/>
                      <a:chOff x="5354637" y="3446463"/>
                      <a:chExt cx="214313" cy="214313"/>
                    </a:xfrm>
                  </p:grpSpPr>
                  <p:sp>
                    <p:nvSpPr>
                      <p:cNvPr id="2097" name="Arc 2096">
                        <a:extLst>
                          <a:ext uri="{FF2B5EF4-FFF2-40B4-BE49-F238E27FC236}">
                            <a16:creationId xmlns:a16="http://schemas.microsoft.com/office/drawing/2014/main" id="{D401DB97-24FC-505A-AA09-14A1172922C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98" name="Arc 2097">
                        <a:extLst>
                          <a:ext uri="{FF2B5EF4-FFF2-40B4-BE49-F238E27FC236}">
                            <a16:creationId xmlns:a16="http://schemas.microsoft.com/office/drawing/2014/main" id="{0CD2598D-A1D8-700E-12A9-6F0B3758E82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96" name="TextBox 2095">
                      <a:extLst>
                        <a:ext uri="{FF2B5EF4-FFF2-40B4-BE49-F238E27FC236}">
                          <a16:creationId xmlns:a16="http://schemas.microsoft.com/office/drawing/2014/main" id="{339D5895-DD45-FE7E-84CE-B961D1C954A4}"/>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070" name="Group 2069">
                    <a:extLst>
                      <a:ext uri="{FF2B5EF4-FFF2-40B4-BE49-F238E27FC236}">
                        <a16:creationId xmlns:a16="http://schemas.microsoft.com/office/drawing/2014/main" id="{D26B60BC-89E0-C934-A3B8-381B578A5511}"/>
                      </a:ext>
                    </a:extLst>
                  </p:cNvPr>
                  <p:cNvGrpSpPr/>
                  <p:nvPr/>
                </p:nvGrpSpPr>
                <p:grpSpPr>
                  <a:xfrm>
                    <a:off x="6512463" y="3525040"/>
                    <a:ext cx="393192" cy="393192"/>
                    <a:chOff x="6389147" y="3357021"/>
                    <a:chExt cx="393192" cy="393192"/>
                  </a:xfrm>
                </p:grpSpPr>
                <p:grpSp>
                  <p:nvGrpSpPr>
                    <p:cNvPr id="2082" name="Group 2081">
                      <a:extLst>
                        <a:ext uri="{FF2B5EF4-FFF2-40B4-BE49-F238E27FC236}">
                          <a16:creationId xmlns:a16="http://schemas.microsoft.com/office/drawing/2014/main" id="{D43E1E76-E9AC-AFBC-14E9-41BFC1C25230}"/>
                        </a:ext>
                      </a:extLst>
                    </p:cNvPr>
                    <p:cNvGrpSpPr/>
                    <p:nvPr/>
                  </p:nvGrpSpPr>
                  <p:grpSpPr>
                    <a:xfrm rot="7200000" flipH="1">
                      <a:off x="6389147" y="3357021"/>
                      <a:ext cx="393192" cy="393192"/>
                      <a:chOff x="5354637" y="3446463"/>
                      <a:chExt cx="214313" cy="214313"/>
                    </a:xfrm>
                  </p:grpSpPr>
                  <p:sp>
                    <p:nvSpPr>
                      <p:cNvPr id="2091" name="Arc 2090">
                        <a:extLst>
                          <a:ext uri="{FF2B5EF4-FFF2-40B4-BE49-F238E27FC236}">
                            <a16:creationId xmlns:a16="http://schemas.microsoft.com/office/drawing/2014/main" id="{F1CF1FB5-0FB3-6848-F406-D029EAF8BA1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92" name="Arc 2091">
                        <a:extLst>
                          <a:ext uri="{FF2B5EF4-FFF2-40B4-BE49-F238E27FC236}">
                            <a16:creationId xmlns:a16="http://schemas.microsoft.com/office/drawing/2014/main" id="{9A2EE0FC-E16F-C05F-6DD9-F82C05222DD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83" name="Group 2082">
                      <a:extLst>
                        <a:ext uri="{FF2B5EF4-FFF2-40B4-BE49-F238E27FC236}">
                          <a16:creationId xmlns:a16="http://schemas.microsoft.com/office/drawing/2014/main" id="{544BA86D-CC0A-5B68-88F3-0796CB3AC511}"/>
                        </a:ext>
                      </a:extLst>
                    </p:cNvPr>
                    <p:cNvGrpSpPr/>
                    <p:nvPr/>
                  </p:nvGrpSpPr>
                  <p:grpSpPr>
                    <a:xfrm>
                      <a:off x="6434137" y="3402011"/>
                      <a:ext cx="303213" cy="303213"/>
                      <a:chOff x="6434137" y="3402011"/>
                      <a:chExt cx="303213" cy="303213"/>
                    </a:xfrm>
                  </p:grpSpPr>
                  <p:grpSp>
                    <p:nvGrpSpPr>
                      <p:cNvPr id="2084" name="Group 2083">
                        <a:extLst>
                          <a:ext uri="{FF2B5EF4-FFF2-40B4-BE49-F238E27FC236}">
                            <a16:creationId xmlns:a16="http://schemas.microsoft.com/office/drawing/2014/main" id="{1ABAD108-D838-967D-5EEC-03C1CBB13322}"/>
                          </a:ext>
                        </a:extLst>
                      </p:cNvPr>
                      <p:cNvGrpSpPr/>
                      <p:nvPr/>
                    </p:nvGrpSpPr>
                    <p:grpSpPr>
                      <a:xfrm flipH="1">
                        <a:off x="6478587" y="3446461"/>
                        <a:ext cx="214313" cy="214313"/>
                        <a:chOff x="5354637" y="3446463"/>
                        <a:chExt cx="214313" cy="214313"/>
                      </a:xfrm>
                    </p:grpSpPr>
                    <p:sp>
                      <p:nvSpPr>
                        <p:cNvPr id="2089" name="Arc 2088">
                          <a:extLst>
                            <a:ext uri="{FF2B5EF4-FFF2-40B4-BE49-F238E27FC236}">
                              <a16:creationId xmlns:a16="http://schemas.microsoft.com/office/drawing/2014/main" id="{EADB11C0-297E-59BD-B09E-0099773BCB7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90" name="Arc 2089">
                          <a:extLst>
                            <a:ext uri="{FF2B5EF4-FFF2-40B4-BE49-F238E27FC236}">
                              <a16:creationId xmlns:a16="http://schemas.microsoft.com/office/drawing/2014/main" id="{921107B3-E5B3-8F22-7B3E-09C33C65332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85" name="Group 2084">
                        <a:extLst>
                          <a:ext uri="{FF2B5EF4-FFF2-40B4-BE49-F238E27FC236}">
                            <a16:creationId xmlns:a16="http://schemas.microsoft.com/office/drawing/2014/main" id="{7DB4C0B9-C05D-0DED-BEA5-3C0E5A3BBCD1}"/>
                          </a:ext>
                        </a:extLst>
                      </p:cNvPr>
                      <p:cNvGrpSpPr/>
                      <p:nvPr/>
                    </p:nvGrpSpPr>
                    <p:grpSpPr>
                      <a:xfrm rot="14400000" flipH="1">
                        <a:off x="6434137" y="3402011"/>
                        <a:ext cx="303213" cy="303213"/>
                        <a:chOff x="5354637" y="3446463"/>
                        <a:chExt cx="214313" cy="214313"/>
                      </a:xfrm>
                    </p:grpSpPr>
                    <p:sp>
                      <p:nvSpPr>
                        <p:cNvPr id="2087" name="Arc 2086">
                          <a:extLst>
                            <a:ext uri="{FF2B5EF4-FFF2-40B4-BE49-F238E27FC236}">
                              <a16:creationId xmlns:a16="http://schemas.microsoft.com/office/drawing/2014/main" id="{D42F715C-8BCA-4F37-C65C-D2987D33DE8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88" name="Arc 2087">
                          <a:extLst>
                            <a:ext uri="{FF2B5EF4-FFF2-40B4-BE49-F238E27FC236}">
                              <a16:creationId xmlns:a16="http://schemas.microsoft.com/office/drawing/2014/main" id="{D668699B-C6E3-BAA0-FB8C-92BC20C7BF4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86" name="TextBox 2085">
                        <a:extLst>
                          <a:ext uri="{FF2B5EF4-FFF2-40B4-BE49-F238E27FC236}">
                            <a16:creationId xmlns:a16="http://schemas.microsoft.com/office/drawing/2014/main" id="{7BF8AB10-D4D4-DEEA-7667-A411CC78E50C}"/>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71" name="Group 2070">
                    <a:extLst>
                      <a:ext uri="{FF2B5EF4-FFF2-40B4-BE49-F238E27FC236}">
                        <a16:creationId xmlns:a16="http://schemas.microsoft.com/office/drawing/2014/main" id="{16CAF599-E3AF-6E00-CAC3-747CDA3CBBDF}"/>
                      </a:ext>
                    </a:extLst>
                  </p:cNvPr>
                  <p:cNvGrpSpPr/>
                  <p:nvPr/>
                </p:nvGrpSpPr>
                <p:grpSpPr>
                  <a:xfrm>
                    <a:off x="6197413" y="3225768"/>
                    <a:ext cx="393192" cy="393192"/>
                    <a:chOff x="6389147" y="3932622"/>
                    <a:chExt cx="393192" cy="393192"/>
                  </a:xfrm>
                </p:grpSpPr>
                <p:grpSp>
                  <p:nvGrpSpPr>
                    <p:cNvPr id="2072" name="Group 2071">
                      <a:extLst>
                        <a:ext uri="{FF2B5EF4-FFF2-40B4-BE49-F238E27FC236}">
                          <a16:creationId xmlns:a16="http://schemas.microsoft.com/office/drawing/2014/main" id="{E9496A98-7B77-AC59-F311-7A7406B5122F}"/>
                        </a:ext>
                      </a:extLst>
                    </p:cNvPr>
                    <p:cNvGrpSpPr/>
                    <p:nvPr/>
                  </p:nvGrpSpPr>
                  <p:grpSpPr>
                    <a:xfrm flipH="1">
                      <a:off x="6478587" y="4022061"/>
                      <a:ext cx="214313" cy="214313"/>
                      <a:chOff x="5354637" y="3446463"/>
                      <a:chExt cx="214313" cy="214313"/>
                    </a:xfrm>
                  </p:grpSpPr>
                  <p:sp>
                    <p:nvSpPr>
                      <p:cNvPr id="2080" name="Arc 2079">
                        <a:extLst>
                          <a:ext uri="{FF2B5EF4-FFF2-40B4-BE49-F238E27FC236}">
                            <a16:creationId xmlns:a16="http://schemas.microsoft.com/office/drawing/2014/main" id="{AD6A1FED-A631-5488-DBC5-604B272252D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81" name="Arc 2080">
                        <a:extLst>
                          <a:ext uri="{FF2B5EF4-FFF2-40B4-BE49-F238E27FC236}">
                            <a16:creationId xmlns:a16="http://schemas.microsoft.com/office/drawing/2014/main" id="{9A890486-61DF-19E2-B02F-50BE6D23080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73" name="Group 2072">
                      <a:extLst>
                        <a:ext uri="{FF2B5EF4-FFF2-40B4-BE49-F238E27FC236}">
                          <a16:creationId xmlns:a16="http://schemas.microsoft.com/office/drawing/2014/main" id="{A01333C3-AF8D-DF27-C534-332EF2169F72}"/>
                        </a:ext>
                      </a:extLst>
                    </p:cNvPr>
                    <p:cNvGrpSpPr/>
                    <p:nvPr/>
                  </p:nvGrpSpPr>
                  <p:grpSpPr>
                    <a:xfrm rot="7200000" flipH="1">
                      <a:off x="6434137" y="3977611"/>
                      <a:ext cx="303213" cy="303213"/>
                      <a:chOff x="5354637" y="3446463"/>
                      <a:chExt cx="214313" cy="214313"/>
                    </a:xfrm>
                  </p:grpSpPr>
                  <p:sp>
                    <p:nvSpPr>
                      <p:cNvPr id="2078" name="Arc 2077">
                        <a:extLst>
                          <a:ext uri="{FF2B5EF4-FFF2-40B4-BE49-F238E27FC236}">
                            <a16:creationId xmlns:a16="http://schemas.microsoft.com/office/drawing/2014/main" id="{ACFDDAF1-91E0-A854-449B-92DC9C768D7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79" name="Arc 2078">
                        <a:extLst>
                          <a:ext uri="{FF2B5EF4-FFF2-40B4-BE49-F238E27FC236}">
                            <a16:creationId xmlns:a16="http://schemas.microsoft.com/office/drawing/2014/main" id="{AD1A022E-6D5F-76BA-C0EB-3FAA6255181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74" name="Group 2073">
                      <a:extLst>
                        <a:ext uri="{FF2B5EF4-FFF2-40B4-BE49-F238E27FC236}">
                          <a16:creationId xmlns:a16="http://schemas.microsoft.com/office/drawing/2014/main" id="{6B4AAC94-F917-7BFD-5C47-F1560E18242F}"/>
                        </a:ext>
                      </a:extLst>
                    </p:cNvPr>
                    <p:cNvGrpSpPr/>
                    <p:nvPr/>
                  </p:nvGrpSpPr>
                  <p:grpSpPr>
                    <a:xfrm rot="14400000" flipH="1">
                      <a:off x="6389147" y="3932622"/>
                      <a:ext cx="393192" cy="393192"/>
                      <a:chOff x="5354637" y="3446463"/>
                      <a:chExt cx="214313" cy="214313"/>
                    </a:xfrm>
                  </p:grpSpPr>
                  <p:sp>
                    <p:nvSpPr>
                      <p:cNvPr id="2076" name="Arc 2075">
                        <a:extLst>
                          <a:ext uri="{FF2B5EF4-FFF2-40B4-BE49-F238E27FC236}">
                            <a16:creationId xmlns:a16="http://schemas.microsoft.com/office/drawing/2014/main" id="{52BD5DD7-5F1D-47F7-2432-A14AB9864C9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77" name="Arc 2076">
                        <a:extLst>
                          <a:ext uri="{FF2B5EF4-FFF2-40B4-BE49-F238E27FC236}">
                            <a16:creationId xmlns:a16="http://schemas.microsoft.com/office/drawing/2014/main" id="{CEABAF8A-2BDC-89D4-E348-6EE204F9E8C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75" name="TextBox 2074">
                      <a:extLst>
                        <a:ext uri="{FF2B5EF4-FFF2-40B4-BE49-F238E27FC236}">
                          <a16:creationId xmlns:a16="http://schemas.microsoft.com/office/drawing/2014/main" id="{096D2916-3223-8BBD-9B6D-D0541CACB6D7}"/>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21" name="Group 2020">
                  <a:extLst>
                    <a:ext uri="{FF2B5EF4-FFF2-40B4-BE49-F238E27FC236}">
                      <a16:creationId xmlns:a16="http://schemas.microsoft.com/office/drawing/2014/main" id="{FCC81D5D-4965-6998-6166-343776A3D66A}"/>
                    </a:ext>
                  </a:extLst>
                </p:cNvPr>
                <p:cNvGrpSpPr/>
                <p:nvPr/>
              </p:nvGrpSpPr>
              <p:grpSpPr>
                <a:xfrm>
                  <a:off x="6069086" y="3246228"/>
                  <a:ext cx="1019224" cy="991639"/>
                  <a:chOff x="5886431" y="3225768"/>
                  <a:chExt cx="1019224" cy="991639"/>
                </a:xfrm>
              </p:grpSpPr>
              <p:grpSp>
                <p:nvGrpSpPr>
                  <p:cNvPr id="2022" name="Group 2021">
                    <a:extLst>
                      <a:ext uri="{FF2B5EF4-FFF2-40B4-BE49-F238E27FC236}">
                        <a16:creationId xmlns:a16="http://schemas.microsoft.com/office/drawing/2014/main" id="{DF90EAB5-382F-D238-7978-390E92783E48}"/>
                      </a:ext>
                    </a:extLst>
                  </p:cNvPr>
                  <p:cNvGrpSpPr/>
                  <p:nvPr/>
                </p:nvGrpSpPr>
                <p:grpSpPr>
                  <a:xfrm>
                    <a:off x="6197413" y="3824215"/>
                    <a:ext cx="393192" cy="393192"/>
                    <a:chOff x="5265196" y="3357021"/>
                    <a:chExt cx="393192" cy="393192"/>
                  </a:xfrm>
                </p:grpSpPr>
                <p:grpSp>
                  <p:nvGrpSpPr>
                    <p:cNvPr id="2057" name="Group 2056">
                      <a:extLst>
                        <a:ext uri="{FF2B5EF4-FFF2-40B4-BE49-F238E27FC236}">
                          <a16:creationId xmlns:a16="http://schemas.microsoft.com/office/drawing/2014/main" id="{1BCD81A2-8096-3212-302A-450AC5C46FF8}"/>
                        </a:ext>
                      </a:extLst>
                    </p:cNvPr>
                    <p:cNvGrpSpPr/>
                    <p:nvPr/>
                  </p:nvGrpSpPr>
                  <p:grpSpPr>
                    <a:xfrm rot="14400000">
                      <a:off x="5265196" y="3357021"/>
                      <a:ext cx="393192" cy="393192"/>
                      <a:chOff x="5354637" y="3446463"/>
                      <a:chExt cx="214313" cy="214313"/>
                    </a:xfrm>
                  </p:grpSpPr>
                  <p:sp>
                    <p:nvSpPr>
                      <p:cNvPr id="2066" name="Arc 2065">
                        <a:extLst>
                          <a:ext uri="{FF2B5EF4-FFF2-40B4-BE49-F238E27FC236}">
                            <a16:creationId xmlns:a16="http://schemas.microsoft.com/office/drawing/2014/main" id="{0F350E06-1B33-8037-8756-0A7D1B3859A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67" name="Arc 2066">
                        <a:extLst>
                          <a:ext uri="{FF2B5EF4-FFF2-40B4-BE49-F238E27FC236}">
                            <a16:creationId xmlns:a16="http://schemas.microsoft.com/office/drawing/2014/main" id="{5C4E5170-841E-3855-9076-2EF482FD313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58" name="Group 2057">
                      <a:extLst>
                        <a:ext uri="{FF2B5EF4-FFF2-40B4-BE49-F238E27FC236}">
                          <a16:creationId xmlns:a16="http://schemas.microsoft.com/office/drawing/2014/main" id="{18E87FD4-9E9C-86B2-9123-6328B3D37785}"/>
                        </a:ext>
                      </a:extLst>
                    </p:cNvPr>
                    <p:cNvGrpSpPr/>
                    <p:nvPr/>
                  </p:nvGrpSpPr>
                  <p:grpSpPr>
                    <a:xfrm>
                      <a:off x="5310186" y="3402011"/>
                      <a:ext cx="303213" cy="303213"/>
                      <a:chOff x="5310186" y="3402011"/>
                      <a:chExt cx="303213" cy="303213"/>
                    </a:xfrm>
                  </p:grpSpPr>
                  <p:grpSp>
                    <p:nvGrpSpPr>
                      <p:cNvPr id="2059" name="Group 2058">
                        <a:extLst>
                          <a:ext uri="{FF2B5EF4-FFF2-40B4-BE49-F238E27FC236}">
                            <a16:creationId xmlns:a16="http://schemas.microsoft.com/office/drawing/2014/main" id="{4D53DE2B-2717-DCA1-C6FD-C437F214C314}"/>
                          </a:ext>
                        </a:extLst>
                      </p:cNvPr>
                      <p:cNvGrpSpPr/>
                      <p:nvPr/>
                    </p:nvGrpSpPr>
                    <p:grpSpPr>
                      <a:xfrm>
                        <a:off x="5354636" y="3446461"/>
                        <a:ext cx="214313" cy="214313"/>
                        <a:chOff x="5354637" y="3446463"/>
                        <a:chExt cx="214313" cy="214313"/>
                      </a:xfrm>
                    </p:grpSpPr>
                    <p:sp>
                      <p:nvSpPr>
                        <p:cNvPr id="2064" name="Arc 2063">
                          <a:extLst>
                            <a:ext uri="{FF2B5EF4-FFF2-40B4-BE49-F238E27FC236}">
                              <a16:creationId xmlns:a16="http://schemas.microsoft.com/office/drawing/2014/main" id="{4F28AB43-C4A9-184F-1776-63BDEE9EB85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65" name="Arc 2064">
                          <a:extLst>
                            <a:ext uri="{FF2B5EF4-FFF2-40B4-BE49-F238E27FC236}">
                              <a16:creationId xmlns:a16="http://schemas.microsoft.com/office/drawing/2014/main" id="{4EB49799-6ABA-5BDE-EAB8-67AB6CB4F78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60" name="Group 2059">
                        <a:extLst>
                          <a:ext uri="{FF2B5EF4-FFF2-40B4-BE49-F238E27FC236}">
                            <a16:creationId xmlns:a16="http://schemas.microsoft.com/office/drawing/2014/main" id="{B6597C19-F14C-37BF-F739-8A3B041177A3}"/>
                          </a:ext>
                        </a:extLst>
                      </p:cNvPr>
                      <p:cNvGrpSpPr/>
                      <p:nvPr/>
                    </p:nvGrpSpPr>
                    <p:grpSpPr>
                      <a:xfrm rot="7200000">
                        <a:off x="5310186" y="3402011"/>
                        <a:ext cx="303213" cy="303213"/>
                        <a:chOff x="5354637" y="3446463"/>
                        <a:chExt cx="214313" cy="214313"/>
                      </a:xfrm>
                    </p:grpSpPr>
                    <p:sp>
                      <p:nvSpPr>
                        <p:cNvPr id="2062" name="Arc 2061">
                          <a:extLst>
                            <a:ext uri="{FF2B5EF4-FFF2-40B4-BE49-F238E27FC236}">
                              <a16:creationId xmlns:a16="http://schemas.microsoft.com/office/drawing/2014/main" id="{46C248C5-B89B-1494-966B-DE45D9E83C1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63" name="Arc 2062">
                          <a:extLst>
                            <a:ext uri="{FF2B5EF4-FFF2-40B4-BE49-F238E27FC236}">
                              <a16:creationId xmlns:a16="http://schemas.microsoft.com/office/drawing/2014/main" id="{4DBE6B54-38A4-ABC7-D0AD-B6C9FFAA6D2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61" name="TextBox 2060">
                        <a:extLst>
                          <a:ext uri="{FF2B5EF4-FFF2-40B4-BE49-F238E27FC236}">
                            <a16:creationId xmlns:a16="http://schemas.microsoft.com/office/drawing/2014/main" id="{C1B484A0-3BFF-C59D-D564-81B23C205C98}"/>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23" name="Group 2022">
                    <a:extLst>
                      <a:ext uri="{FF2B5EF4-FFF2-40B4-BE49-F238E27FC236}">
                        <a16:creationId xmlns:a16="http://schemas.microsoft.com/office/drawing/2014/main" id="{9B2EA669-D67F-7A27-C1F6-87302F4D97BA}"/>
                      </a:ext>
                    </a:extLst>
                  </p:cNvPr>
                  <p:cNvGrpSpPr/>
                  <p:nvPr/>
                </p:nvGrpSpPr>
                <p:grpSpPr>
                  <a:xfrm>
                    <a:off x="5886431" y="3525040"/>
                    <a:ext cx="393192" cy="393192"/>
                    <a:chOff x="5265196" y="3932619"/>
                    <a:chExt cx="393192" cy="393192"/>
                  </a:xfrm>
                </p:grpSpPr>
                <p:grpSp>
                  <p:nvGrpSpPr>
                    <p:cNvPr id="2047" name="Group 2046">
                      <a:extLst>
                        <a:ext uri="{FF2B5EF4-FFF2-40B4-BE49-F238E27FC236}">
                          <a16:creationId xmlns:a16="http://schemas.microsoft.com/office/drawing/2014/main" id="{9F2AA10F-6D54-D72C-5AFD-134E0D336C41}"/>
                        </a:ext>
                      </a:extLst>
                    </p:cNvPr>
                    <p:cNvGrpSpPr/>
                    <p:nvPr/>
                  </p:nvGrpSpPr>
                  <p:grpSpPr>
                    <a:xfrm>
                      <a:off x="5354636" y="4022061"/>
                      <a:ext cx="214313" cy="214313"/>
                      <a:chOff x="5354637" y="3446463"/>
                      <a:chExt cx="214313" cy="214313"/>
                    </a:xfrm>
                  </p:grpSpPr>
                  <p:sp>
                    <p:nvSpPr>
                      <p:cNvPr id="2055" name="Arc 2054">
                        <a:extLst>
                          <a:ext uri="{FF2B5EF4-FFF2-40B4-BE49-F238E27FC236}">
                            <a16:creationId xmlns:a16="http://schemas.microsoft.com/office/drawing/2014/main" id="{39018769-7A3C-A015-993A-9ED9FCEDFCB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56" name="Arc 2055">
                        <a:extLst>
                          <a:ext uri="{FF2B5EF4-FFF2-40B4-BE49-F238E27FC236}">
                            <a16:creationId xmlns:a16="http://schemas.microsoft.com/office/drawing/2014/main" id="{0E4B9B74-49DD-FCD9-C4CD-B98310C1BA6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48" name="Group 2047">
                      <a:extLst>
                        <a:ext uri="{FF2B5EF4-FFF2-40B4-BE49-F238E27FC236}">
                          <a16:creationId xmlns:a16="http://schemas.microsoft.com/office/drawing/2014/main" id="{49D287C2-C837-1635-7BAE-EFC78D04A65F}"/>
                        </a:ext>
                      </a:extLst>
                    </p:cNvPr>
                    <p:cNvGrpSpPr/>
                    <p:nvPr/>
                  </p:nvGrpSpPr>
                  <p:grpSpPr>
                    <a:xfrm rot="14400000">
                      <a:off x="5310186" y="3977611"/>
                      <a:ext cx="303213" cy="303213"/>
                      <a:chOff x="5354637" y="3446463"/>
                      <a:chExt cx="214313" cy="214313"/>
                    </a:xfrm>
                  </p:grpSpPr>
                  <p:sp>
                    <p:nvSpPr>
                      <p:cNvPr id="2053" name="Arc 2052">
                        <a:extLst>
                          <a:ext uri="{FF2B5EF4-FFF2-40B4-BE49-F238E27FC236}">
                            <a16:creationId xmlns:a16="http://schemas.microsoft.com/office/drawing/2014/main" id="{37B26A7C-D283-A30E-F2EC-453FC66F5A7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54" name="Arc 2053">
                        <a:extLst>
                          <a:ext uri="{FF2B5EF4-FFF2-40B4-BE49-F238E27FC236}">
                            <a16:creationId xmlns:a16="http://schemas.microsoft.com/office/drawing/2014/main" id="{0DB4487F-FEB2-718B-EA5B-9A8D11016AB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49" name="Group 2048">
                      <a:extLst>
                        <a:ext uri="{FF2B5EF4-FFF2-40B4-BE49-F238E27FC236}">
                          <a16:creationId xmlns:a16="http://schemas.microsoft.com/office/drawing/2014/main" id="{E6D41E5F-63E6-40D6-83C7-99CF370424E0}"/>
                        </a:ext>
                      </a:extLst>
                    </p:cNvPr>
                    <p:cNvGrpSpPr/>
                    <p:nvPr/>
                  </p:nvGrpSpPr>
                  <p:grpSpPr>
                    <a:xfrm rot="7200000">
                      <a:off x="5265196" y="3932619"/>
                      <a:ext cx="393192" cy="393192"/>
                      <a:chOff x="5354637" y="3446463"/>
                      <a:chExt cx="214313" cy="214313"/>
                    </a:xfrm>
                  </p:grpSpPr>
                  <p:sp>
                    <p:nvSpPr>
                      <p:cNvPr id="2051" name="Arc 2050">
                        <a:extLst>
                          <a:ext uri="{FF2B5EF4-FFF2-40B4-BE49-F238E27FC236}">
                            <a16:creationId xmlns:a16="http://schemas.microsoft.com/office/drawing/2014/main" id="{A1441889-15B9-6242-D9CB-33C8BF6B067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52" name="Arc 2051">
                        <a:extLst>
                          <a:ext uri="{FF2B5EF4-FFF2-40B4-BE49-F238E27FC236}">
                            <a16:creationId xmlns:a16="http://schemas.microsoft.com/office/drawing/2014/main" id="{B235051D-B68C-4D08-7C2C-FEE0E70FBE6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50" name="TextBox 2049">
                      <a:extLst>
                        <a:ext uri="{FF2B5EF4-FFF2-40B4-BE49-F238E27FC236}">
                          <a16:creationId xmlns:a16="http://schemas.microsoft.com/office/drawing/2014/main" id="{12F3A8BF-BEE7-0BD8-DC49-5CB1EC99C1FB}"/>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024" name="Group 2023">
                    <a:extLst>
                      <a:ext uri="{FF2B5EF4-FFF2-40B4-BE49-F238E27FC236}">
                        <a16:creationId xmlns:a16="http://schemas.microsoft.com/office/drawing/2014/main" id="{C343E620-1ABD-53DB-902A-8F5D52E6DDDC}"/>
                      </a:ext>
                    </a:extLst>
                  </p:cNvPr>
                  <p:cNvGrpSpPr/>
                  <p:nvPr/>
                </p:nvGrpSpPr>
                <p:grpSpPr>
                  <a:xfrm>
                    <a:off x="6512463" y="3525040"/>
                    <a:ext cx="393192" cy="393192"/>
                    <a:chOff x="6389147" y="3357021"/>
                    <a:chExt cx="393192" cy="393192"/>
                  </a:xfrm>
                </p:grpSpPr>
                <p:grpSp>
                  <p:nvGrpSpPr>
                    <p:cNvPr id="2036" name="Group 2035">
                      <a:extLst>
                        <a:ext uri="{FF2B5EF4-FFF2-40B4-BE49-F238E27FC236}">
                          <a16:creationId xmlns:a16="http://schemas.microsoft.com/office/drawing/2014/main" id="{C046F348-9479-D4BC-13E6-209DE9E77B46}"/>
                        </a:ext>
                      </a:extLst>
                    </p:cNvPr>
                    <p:cNvGrpSpPr/>
                    <p:nvPr/>
                  </p:nvGrpSpPr>
                  <p:grpSpPr>
                    <a:xfrm rot="7200000" flipH="1">
                      <a:off x="6389147" y="3357021"/>
                      <a:ext cx="393192" cy="393192"/>
                      <a:chOff x="5354637" y="3446463"/>
                      <a:chExt cx="214313" cy="214313"/>
                    </a:xfrm>
                  </p:grpSpPr>
                  <p:sp>
                    <p:nvSpPr>
                      <p:cNvPr id="2045" name="Arc 2044">
                        <a:extLst>
                          <a:ext uri="{FF2B5EF4-FFF2-40B4-BE49-F238E27FC236}">
                            <a16:creationId xmlns:a16="http://schemas.microsoft.com/office/drawing/2014/main" id="{F41DDB4C-0A10-E24D-6BE7-4D6F0AD4E8C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46" name="Arc 2045">
                        <a:extLst>
                          <a:ext uri="{FF2B5EF4-FFF2-40B4-BE49-F238E27FC236}">
                            <a16:creationId xmlns:a16="http://schemas.microsoft.com/office/drawing/2014/main" id="{5758044E-3483-DD83-8E06-5897694792C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37" name="Group 2036">
                      <a:extLst>
                        <a:ext uri="{FF2B5EF4-FFF2-40B4-BE49-F238E27FC236}">
                          <a16:creationId xmlns:a16="http://schemas.microsoft.com/office/drawing/2014/main" id="{07E6E0A5-416A-60AF-6B92-3DCB5383E332}"/>
                        </a:ext>
                      </a:extLst>
                    </p:cNvPr>
                    <p:cNvGrpSpPr/>
                    <p:nvPr/>
                  </p:nvGrpSpPr>
                  <p:grpSpPr>
                    <a:xfrm>
                      <a:off x="6434137" y="3402011"/>
                      <a:ext cx="303213" cy="303213"/>
                      <a:chOff x="6434137" y="3402011"/>
                      <a:chExt cx="303213" cy="303213"/>
                    </a:xfrm>
                  </p:grpSpPr>
                  <p:grpSp>
                    <p:nvGrpSpPr>
                      <p:cNvPr id="2038" name="Group 2037">
                        <a:extLst>
                          <a:ext uri="{FF2B5EF4-FFF2-40B4-BE49-F238E27FC236}">
                            <a16:creationId xmlns:a16="http://schemas.microsoft.com/office/drawing/2014/main" id="{8AD54761-87F2-5583-9E3B-57A8970C7743}"/>
                          </a:ext>
                        </a:extLst>
                      </p:cNvPr>
                      <p:cNvGrpSpPr/>
                      <p:nvPr/>
                    </p:nvGrpSpPr>
                    <p:grpSpPr>
                      <a:xfrm flipH="1">
                        <a:off x="6478587" y="3446461"/>
                        <a:ext cx="214313" cy="214313"/>
                        <a:chOff x="5354637" y="3446463"/>
                        <a:chExt cx="214313" cy="214313"/>
                      </a:xfrm>
                    </p:grpSpPr>
                    <p:sp>
                      <p:nvSpPr>
                        <p:cNvPr id="2043" name="Arc 2042">
                          <a:extLst>
                            <a:ext uri="{FF2B5EF4-FFF2-40B4-BE49-F238E27FC236}">
                              <a16:creationId xmlns:a16="http://schemas.microsoft.com/office/drawing/2014/main" id="{37DBB3CE-88E5-B63C-C3F1-51BECDCB6C4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44" name="Arc 2043">
                          <a:extLst>
                            <a:ext uri="{FF2B5EF4-FFF2-40B4-BE49-F238E27FC236}">
                              <a16:creationId xmlns:a16="http://schemas.microsoft.com/office/drawing/2014/main" id="{3C3EFF07-A227-8C11-BF48-E81F0A594F4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39" name="Group 2038">
                        <a:extLst>
                          <a:ext uri="{FF2B5EF4-FFF2-40B4-BE49-F238E27FC236}">
                            <a16:creationId xmlns:a16="http://schemas.microsoft.com/office/drawing/2014/main" id="{2D7197A2-BD77-3394-6F8E-41676ECAA0A6}"/>
                          </a:ext>
                        </a:extLst>
                      </p:cNvPr>
                      <p:cNvGrpSpPr/>
                      <p:nvPr/>
                    </p:nvGrpSpPr>
                    <p:grpSpPr>
                      <a:xfrm rot="14400000" flipH="1">
                        <a:off x="6434137" y="3402011"/>
                        <a:ext cx="303213" cy="303213"/>
                        <a:chOff x="5354637" y="3446463"/>
                        <a:chExt cx="214313" cy="214313"/>
                      </a:xfrm>
                    </p:grpSpPr>
                    <p:sp>
                      <p:nvSpPr>
                        <p:cNvPr id="2041" name="Arc 2040">
                          <a:extLst>
                            <a:ext uri="{FF2B5EF4-FFF2-40B4-BE49-F238E27FC236}">
                              <a16:creationId xmlns:a16="http://schemas.microsoft.com/office/drawing/2014/main" id="{7DDE4DF8-D135-5CA4-A37E-843F33B4965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42" name="Arc 2041">
                          <a:extLst>
                            <a:ext uri="{FF2B5EF4-FFF2-40B4-BE49-F238E27FC236}">
                              <a16:creationId xmlns:a16="http://schemas.microsoft.com/office/drawing/2014/main" id="{70422273-98E6-A183-E202-E4EDDFD3D51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40" name="TextBox 2039">
                        <a:extLst>
                          <a:ext uri="{FF2B5EF4-FFF2-40B4-BE49-F238E27FC236}">
                            <a16:creationId xmlns:a16="http://schemas.microsoft.com/office/drawing/2014/main" id="{77A00BA0-6917-55D4-47E7-15179B9031DF}"/>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25" name="Group 2024">
                    <a:extLst>
                      <a:ext uri="{FF2B5EF4-FFF2-40B4-BE49-F238E27FC236}">
                        <a16:creationId xmlns:a16="http://schemas.microsoft.com/office/drawing/2014/main" id="{21ED3C2F-8597-B2FD-5D12-F1C46D0A7A99}"/>
                      </a:ext>
                    </a:extLst>
                  </p:cNvPr>
                  <p:cNvGrpSpPr/>
                  <p:nvPr/>
                </p:nvGrpSpPr>
                <p:grpSpPr>
                  <a:xfrm>
                    <a:off x="6197413" y="3225768"/>
                    <a:ext cx="393192" cy="393192"/>
                    <a:chOff x="6389147" y="3932622"/>
                    <a:chExt cx="393192" cy="393192"/>
                  </a:xfrm>
                </p:grpSpPr>
                <p:grpSp>
                  <p:nvGrpSpPr>
                    <p:cNvPr id="2026" name="Group 2025">
                      <a:extLst>
                        <a:ext uri="{FF2B5EF4-FFF2-40B4-BE49-F238E27FC236}">
                          <a16:creationId xmlns:a16="http://schemas.microsoft.com/office/drawing/2014/main" id="{2076E6C1-C54B-247E-7ED2-895B7A0AD9E7}"/>
                        </a:ext>
                      </a:extLst>
                    </p:cNvPr>
                    <p:cNvGrpSpPr/>
                    <p:nvPr/>
                  </p:nvGrpSpPr>
                  <p:grpSpPr>
                    <a:xfrm flipH="1">
                      <a:off x="6478587" y="4022061"/>
                      <a:ext cx="214313" cy="214313"/>
                      <a:chOff x="5354637" y="3446463"/>
                      <a:chExt cx="214313" cy="214313"/>
                    </a:xfrm>
                  </p:grpSpPr>
                  <p:sp>
                    <p:nvSpPr>
                      <p:cNvPr id="2034" name="Arc 2033">
                        <a:extLst>
                          <a:ext uri="{FF2B5EF4-FFF2-40B4-BE49-F238E27FC236}">
                            <a16:creationId xmlns:a16="http://schemas.microsoft.com/office/drawing/2014/main" id="{70C82572-BCC2-13E2-DFB2-A0CAD2931DC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35" name="Arc 2034">
                        <a:extLst>
                          <a:ext uri="{FF2B5EF4-FFF2-40B4-BE49-F238E27FC236}">
                            <a16:creationId xmlns:a16="http://schemas.microsoft.com/office/drawing/2014/main" id="{C352C5AE-6E0E-0141-37A5-2C45436A8E4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27" name="Group 2026">
                      <a:extLst>
                        <a:ext uri="{FF2B5EF4-FFF2-40B4-BE49-F238E27FC236}">
                          <a16:creationId xmlns:a16="http://schemas.microsoft.com/office/drawing/2014/main" id="{8C7FCDC4-5E60-2005-7684-76728A3F4E89}"/>
                        </a:ext>
                      </a:extLst>
                    </p:cNvPr>
                    <p:cNvGrpSpPr/>
                    <p:nvPr/>
                  </p:nvGrpSpPr>
                  <p:grpSpPr>
                    <a:xfrm rot="7200000" flipH="1">
                      <a:off x="6434137" y="3977611"/>
                      <a:ext cx="303213" cy="303213"/>
                      <a:chOff x="5354637" y="3446463"/>
                      <a:chExt cx="214313" cy="214313"/>
                    </a:xfrm>
                  </p:grpSpPr>
                  <p:sp>
                    <p:nvSpPr>
                      <p:cNvPr id="2032" name="Arc 2031">
                        <a:extLst>
                          <a:ext uri="{FF2B5EF4-FFF2-40B4-BE49-F238E27FC236}">
                            <a16:creationId xmlns:a16="http://schemas.microsoft.com/office/drawing/2014/main" id="{7228D9C3-45A1-A135-BE0B-36E7923E773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33" name="Arc 2032">
                        <a:extLst>
                          <a:ext uri="{FF2B5EF4-FFF2-40B4-BE49-F238E27FC236}">
                            <a16:creationId xmlns:a16="http://schemas.microsoft.com/office/drawing/2014/main" id="{41903350-0319-170C-D3EE-7E4F009CCEC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28" name="Group 2027">
                      <a:extLst>
                        <a:ext uri="{FF2B5EF4-FFF2-40B4-BE49-F238E27FC236}">
                          <a16:creationId xmlns:a16="http://schemas.microsoft.com/office/drawing/2014/main" id="{D20870CD-29D9-6095-CB74-B571022FD8D3}"/>
                        </a:ext>
                      </a:extLst>
                    </p:cNvPr>
                    <p:cNvGrpSpPr/>
                    <p:nvPr/>
                  </p:nvGrpSpPr>
                  <p:grpSpPr>
                    <a:xfrm rot="14400000" flipH="1">
                      <a:off x="6389147" y="3932622"/>
                      <a:ext cx="393192" cy="393192"/>
                      <a:chOff x="5354637" y="3446463"/>
                      <a:chExt cx="214313" cy="214313"/>
                    </a:xfrm>
                  </p:grpSpPr>
                  <p:sp>
                    <p:nvSpPr>
                      <p:cNvPr id="2030" name="Arc 2029">
                        <a:extLst>
                          <a:ext uri="{FF2B5EF4-FFF2-40B4-BE49-F238E27FC236}">
                            <a16:creationId xmlns:a16="http://schemas.microsoft.com/office/drawing/2014/main" id="{E86AE4BB-A63D-3014-727D-50EE339BD0B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31" name="Arc 2030">
                        <a:extLst>
                          <a:ext uri="{FF2B5EF4-FFF2-40B4-BE49-F238E27FC236}">
                            <a16:creationId xmlns:a16="http://schemas.microsoft.com/office/drawing/2014/main" id="{C2999ADE-5C5E-125F-800E-65F07EBE47C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29" name="TextBox 2028">
                      <a:extLst>
                        <a:ext uri="{FF2B5EF4-FFF2-40B4-BE49-F238E27FC236}">
                          <a16:creationId xmlns:a16="http://schemas.microsoft.com/office/drawing/2014/main" id="{44F3B423-E3F9-FC7A-C554-B53476230046}"/>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925" name="Group 1924">
                <a:extLst>
                  <a:ext uri="{FF2B5EF4-FFF2-40B4-BE49-F238E27FC236}">
                    <a16:creationId xmlns:a16="http://schemas.microsoft.com/office/drawing/2014/main" id="{A5B4345F-290B-CC8C-F5B0-FE7AC7E77B6E}"/>
                  </a:ext>
                </a:extLst>
              </p:cNvPr>
              <p:cNvGrpSpPr/>
              <p:nvPr/>
            </p:nvGrpSpPr>
            <p:grpSpPr>
              <a:xfrm>
                <a:off x="6065340" y="2039507"/>
                <a:ext cx="1643204" cy="1593124"/>
                <a:chOff x="5445106" y="2644743"/>
                <a:chExt cx="1643204" cy="1593124"/>
              </a:xfrm>
            </p:grpSpPr>
            <p:grpSp>
              <p:nvGrpSpPr>
                <p:cNvPr id="1926" name="Group 1925">
                  <a:extLst>
                    <a:ext uri="{FF2B5EF4-FFF2-40B4-BE49-F238E27FC236}">
                      <a16:creationId xmlns:a16="http://schemas.microsoft.com/office/drawing/2014/main" id="{DC60B8F6-72EC-09EA-442E-B552AAAC358E}"/>
                    </a:ext>
                  </a:extLst>
                </p:cNvPr>
                <p:cNvGrpSpPr/>
                <p:nvPr/>
              </p:nvGrpSpPr>
              <p:grpSpPr>
                <a:xfrm>
                  <a:off x="5445106" y="2644743"/>
                  <a:ext cx="1019224" cy="991639"/>
                  <a:chOff x="5886431" y="3225768"/>
                  <a:chExt cx="1019224" cy="991639"/>
                </a:xfrm>
              </p:grpSpPr>
              <p:grpSp>
                <p:nvGrpSpPr>
                  <p:cNvPr id="1974" name="Group 1973">
                    <a:extLst>
                      <a:ext uri="{FF2B5EF4-FFF2-40B4-BE49-F238E27FC236}">
                        <a16:creationId xmlns:a16="http://schemas.microsoft.com/office/drawing/2014/main" id="{820AD04A-2AFF-B2A6-97AA-F605A121B776}"/>
                      </a:ext>
                    </a:extLst>
                  </p:cNvPr>
                  <p:cNvGrpSpPr/>
                  <p:nvPr/>
                </p:nvGrpSpPr>
                <p:grpSpPr>
                  <a:xfrm>
                    <a:off x="6197413" y="3824215"/>
                    <a:ext cx="393192" cy="393192"/>
                    <a:chOff x="5265196" y="3357021"/>
                    <a:chExt cx="393192" cy="393192"/>
                  </a:xfrm>
                </p:grpSpPr>
                <p:grpSp>
                  <p:nvGrpSpPr>
                    <p:cNvPr id="2009" name="Group 2008">
                      <a:extLst>
                        <a:ext uri="{FF2B5EF4-FFF2-40B4-BE49-F238E27FC236}">
                          <a16:creationId xmlns:a16="http://schemas.microsoft.com/office/drawing/2014/main" id="{D868336C-E6B3-CC0C-F607-F70CA725FE95}"/>
                        </a:ext>
                      </a:extLst>
                    </p:cNvPr>
                    <p:cNvGrpSpPr/>
                    <p:nvPr/>
                  </p:nvGrpSpPr>
                  <p:grpSpPr>
                    <a:xfrm rot="14400000">
                      <a:off x="5265196" y="3357021"/>
                      <a:ext cx="393192" cy="393192"/>
                      <a:chOff x="5354637" y="3446463"/>
                      <a:chExt cx="214313" cy="214313"/>
                    </a:xfrm>
                  </p:grpSpPr>
                  <p:sp>
                    <p:nvSpPr>
                      <p:cNvPr id="2018" name="Arc 2017">
                        <a:extLst>
                          <a:ext uri="{FF2B5EF4-FFF2-40B4-BE49-F238E27FC236}">
                            <a16:creationId xmlns:a16="http://schemas.microsoft.com/office/drawing/2014/main" id="{A0E6A9F6-114B-9256-BEE8-50622A559B5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19" name="Arc 2018">
                        <a:extLst>
                          <a:ext uri="{FF2B5EF4-FFF2-40B4-BE49-F238E27FC236}">
                            <a16:creationId xmlns:a16="http://schemas.microsoft.com/office/drawing/2014/main" id="{C508D33D-FE38-2FA2-74E7-87EDC0DF226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10" name="Group 2009">
                      <a:extLst>
                        <a:ext uri="{FF2B5EF4-FFF2-40B4-BE49-F238E27FC236}">
                          <a16:creationId xmlns:a16="http://schemas.microsoft.com/office/drawing/2014/main" id="{159AA42B-4417-044F-361B-8F7A456B957A}"/>
                        </a:ext>
                      </a:extLst>
                    </p:cNvPr>
                    <p:cNvGrpSpPr/>
                    <p:nvPr/>
                  </p:nvGrpSpPr>
                  <p:grpSpPr>
                    <a:xfrm>
                      <a:off x="5310186" y="3402011"/>
                      <a:ext cx="303213" cy="303213"/>
                      <a:chOff x="5310186" y="3402011"/>
                      <a:chExt cx="303213" cy="303213"/>
                    </a:xfrm>
                  </p:grpSpPr>
                  <p:grpSp>
                    <p:nvGrpSpPr>
                      <p:cNvPr id="2011" name="Group 2010">
                        <a:extLst>
                          <a:ext uri="{FF2B5EF4-FFF2-40B4-BE49-F238E27FC236}">
                            <a16:creationId xmlns:a16="http://schemas.microsoft.com/office/drawing/2014/main" id="{E4F68EA5-3436-BD65-B966-C7F9D23B96C7}"/>
                          </a:ext>
                        </a:extLst>
                      </p:cNvPr>
                      <p:cNvGrpSpPr/>
                      <p:nvPr/>
                    </p:nvGrpSpPr>
                    <p:grpSpPr>
                      <a:xfrm>
                        <a:off x="5354636" y="3446461"/>
                        <a:ext cx="214313" cy="214313"/>
                        <a:chOff x="5354637" y="3446463"/>
                        <a:chExt cx="214313" cy="214313"/>
                      </a:xfrm>
                    </p:grpSpPr>
                    <p:sp>
                      <p:nvSpPr>
                        <p:cNvPr id="2016" name="Arc 2015">
                          <a:extLst>
                            <a:ext uri="{FF2B5EF4-FFF2-40B4-BE49-F238E27FC236}">
                              <a16:creationId xmlns:a16="http://schemas.microsoft.com/office/drawing/2014/main" id="{29188C16-70BF-8B0D-568F-F2793B26198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17" name="Arc 2016">
                          <a:extLst>
                            <a:ext uri="{FF2B5EF4-FFF2-40B4-BE49-F238E27FC236}">
                              <a16:creationId xmlns:a16="http://schemas.microsoft.com/office/drawing/2014/main" id="{C389BE67-2101-FABC-0190-5C3D91B1F9E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12" name="Group 2011">
                        <a:extLst>
                          <a:ext uri="{FF2B5EF4-FFF2-40B4-BE49-F238E27FC236}">
                            <a16:creationId xmlns:a16="http://schemas.microsoft.com/office/drawing/2014/main" id="{BC11FDFE-0DF0-0645-0501-0A86929F1DF7}"/>
                          </a:ext>
                        </a:extLst>
                      </p:cNvPr>
                      <p:cNvGrpSpPr/>
                      <p:nvPr/>
                    </p:nvGrpSpPr>
                    <p:grpSpPr>
                      <a:xfrm rot="7200000">
                        <a:off x="5310186" y="3402011"/>
                        <a:ext cx="303213" cy="303213"/>
                        <a:chOff x="5354637" y="3446463"/>
                        <a:chExt cx="214313" cy="214313"/>
                      </a:xfrm>
                    </p:grpSpPr>
                    <p:sp>
                      <p:nvSpPr>
                        <p:cNvPr id="2014" name="Arc 2013">
                          <a:extLst>
                            <a:ext uri="{FF2B5EF4-FFF2-40B4-BE49-F238E27FC236}">
                              <a16:creationId xmlns:a16="http://schemas.microsoft.com/office/drawing/2014/main" id="{D6B100C8-0C4B-AE07-0320-2ACEFB8C00F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15" name="Arc 2014">
                          <a:extLst>
                            <a:ext uri="{FF2B5EF4-FFF2-40B4-BE49-F238E27FC236}">
                              <a16:creationId xmlns:a16="http://schemas.microsoft.com/office/drawing/2014/main" id="{851096FD-6DF1-1967-BE5F-6DF8375908A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13" name="TextBox 2012">
                        <a:extLst>
                          <a:ext uri="{FF2B5EF4-FFF2-40B4-BE49-F238E27FC236}">
                            <a16:creationId xmlns:a16="http://schemas.microsoft.com/office/drawing/2014/main" id="{9EAD7071-B7F5-128B-E326-225E083A45F3}"/>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75" name="Group 1974">
                    <a:extLst>
                      <a:ext uri="{FF2B5EF4-FFF2-40B4-BE49-F238E27FC236}">
                        <a16:creationId xmlns:a16="http://schemas.microsoft.com/office/drawing/2014/main" id="{89214907-AD34-5A3A-DE7C-B1D524327648}"/>
                      </a:ext>
                    </a:extLst>
                  </p:cNvPr>
                  <p:cNvGrpSpPr/>
                  <p:nvPr/>
                </p:nvGrpSpPr>
                <p:grpSpPr>
                  <a:xfrm>
                    <a:off x="5886431" y="3525040"/>
                    <a:ext cx="393192" cy="393192"/>
                    <a:chOff x="5265196" y="3932619"/>
                    <a:chExt cx="393192" cy="393192"/>
                  </a:xfrm>
                </p:grpSpPr>
                <p:grpSp>
                  <p:nvGrpSpPr>
                    <p:cNvPr id="1999" name="Group 1998">
                      <a:extLst>
                        <a:ext uri="{FF2B5EF4-FFF2-40B4-BE49-F238E27FC236}">
                          <a16:creationId xmlns:a16="http://schemas.microsoft.com/office/drawing/2014/main" id="{57CC93A3-91C1-8403-B5A8-B133A2456CEB}"/>
                        </a:ext>
                      </a:extLst>
                    </p:cNvPr>
                    <p:cNvGrpSpPr/>
                    <p:nvPr/>
                  </p:nvGrpSpPr>
                  <p:grpSpPr>
                    <a:xfrm>
                      <a:off x="5354636" y="4022061"/>
                      <a:ext cx="214313" cy="214313"/>
                      <a:chOff x="5354637" y="3446463"/>
                      <a:chExt cx="214313" cy="214313"/>
                    </a:xfrm>
                  </p:grpSpPr>
                  <p:sp>
                    <p:nvSpPr>
                      <p:cNvPr id="2007" name="Arc 2006">
                        <a:extLst>
                          <a:ext uri="{FF2B5EF4-FFF2-40B4-BE49-F238E27FC236}">
                            <a16:creationId xmlns:a16="http://schemas.microsoft.com/office/drawing/2014/main" id="{3A4C6DAC-94C1-47FF-F042-773DB569715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08" name="Arc 2007">
                        <a:extLst>
                          <a:ext uri="{FF2B5EF4-FFF2-40B4-BE49-F238E27FC236}">
                            <a16:creationId xmlns:a16="http://schemas.microsoft.com/office/drawing/2014/main" id="{06B9938B-77B4-D86B-A938-956CE968D18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00" name="Group 1999">
                      <a:extLst>
                        <a:ext uri="{FF2B5EF4-FFF2-40B4-BE49-F238E27FC236}">
                          <a16:creationId xmlns:a16="http://schemas.microsoft.com/office/drawing/2014/main" id="{6224DC3A-AE5D-9093-547C-4C4CD67B94FB}"/>
                        </a:ext>
                      </a:extLst>
                    </p:cNvPr>
                    <p:cNvGrpSpPr/>
                    <p:nvPr/>
                  </p:nvGrpSpPr>
                  <p:grpSpPr>
                    <a:xfrm rot="14400000">
                      <a:off x="5310186" y="3977611"/>
                      <a:ext cx="303213" cy="303213"/>
                      <a:chOff x="5354637" y="3446463"/>
                      <a:chExt cx="214313" cy="214313"/>
                    </a:xfrm>
                  </p:grpSpPr>
                  <p:sp>
                    <p:nvSpPr>
                      <p:cNvPr id="2005" name="Arc 2004">
                        <a:extLst>
                          <a:ext uri="{FF2B5EF4-FFF2-40B4-BE49-F238E27FC236}">
                            <a16:creationId xmlns:a16="http://schemas.microsoft.com/office/drawing/2014/main" id="{014844DD-A10B-507E-0B04-CC3BD49FACD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06" name="Arc 2005">
                        <a:extLst>
                          <a:ext uri="{FF2B5EF4-FFF2-40B4-BE49-F238E27FC236}">
                            <a16:creationId xmlns:a16="http://schemas.microsoft.com/office/drawing/2014/main" id="{5D52B14C-EE49-C840-CF23-B99EA7FA751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01" name="Group 2000">
                      <a:extLst>
                        <a:ext uri="{FF2B5EF4-FFF2-40B4-BE49-F238E27FC236}">
                          <a16:creationId xmlns:a16="http://schemas.microsoft.com/office/drawing/2014/main" id="{CC394F6C-D759-5D4E-B77A-F1B92936721F}"/>
                        </a:ext>
                      </a:extLst>
                    </p:cNvPr>
                    <p:cNvGrpSpPr/>
                    <p:nvPr/>
                  </p:nvGrpSpPr>
                  <p:grpSpPr>
                    <a:xfrm rot="7200000">
                      <a:off x="5265196" y="3932619"/>
                      <a:ext cx="393192" cy="393192"/>
                      <a:chOff x="5354637" y="3446463"/>
                      <a:chExt cx="214313" cy="214313"/>
                    </a:xfrm>
                  </p:grpSpPr>
                  <p:sp>
                    <p:nvSpPr>
                      <p:cNvPr id="2003" name="Arc 2002">
                        <a:extLst>
                          <a:ext uri="{FF2B5EF4-FFF2-40B4-BE49-F238E27FC236}">
                            <a16:creationId xmlns:a16="http://schemas.microsoft.com/office/drawing/2014/main" id="{AA0DC3D1-8DDE-A2F0-B6FC-546AD3D225C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04" name="Arc 2003">
                        <a:extLst>
                          <a:ext uri="{FF2B5EF4-FFF2-40B4-BE49-F238E27FC236}">
                            <a16:creationId xmlns:a16="http://schemas.microsoft.com/office/drawing/2014/main" id="{F8E173E8-C5EF-03F5-8D42-9FDCE9BE5CC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02" name="TextBox 2001">
                      <a:extLst>
                        <a:ext uri="{FF2B5EF4-FFF2-40B4-BE49-F238E27FC236}">
                          <a16:creationId xmlns:a16="http://schemas.microsoft.com/office/drawing/2014/main" id="{FC0A3EA5-3E62-9EE9-AE8A-F0CC044504AD}"/>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976" name="Group 1975">
                    <a:extLst>
                      <a:ext uri="{FF2B5EF4-FFF2-40B4-BE49-F238E27FC236}">
                        <a16:creationId xmlns:a16="http://schemas.microsoft.com/office/drawing/2014/main" id="{A9960A16-EFC8-58A6-F8D7-3B727B82DA83}"/>
                      </a:ext>
                    </a:extLst>
                  </p:cNvPr>
                  <p:cNvGrpSpPr/>
                  <p:nvPr/>
                </p:nvGrpSpPr>
                <p:grpSpPr>
                  <a:xfrm>
                    <a:off x="6512463" y="3525040"/>
                    <a:ext cx="393192" cy="393192"/>
                    <a:chOff x="6389147" y="3357021"/>
                    <a:chExt cx="393192" cy="393192"/>
                  </a:xfrm>
                </p:grpSpPr>
                <p:grpSp>
                  <p:nvGrpSpPr>
                    <p:cNvPr id="1988" name="Group 1987">
                      <a:extLst>
                        <a:ext uri="{FF2B5EF4-FFF2-40B4-BE49-F238E27FC236}">
                          <a16:creationId xmlns:a16="http://schemas.microsoft.com/office/drawing/2014/main" id="{68B40185-554C-5CD6-50BF-F3FFCC27755F}"/>
                        </a:ext>
                      </a:extLst>
                    </p:cNvPr>
                    <p:cNvGrpSpPr/>
                    <p:nvPr/>
                  </p:nvGrpSpPr>
                  <p:grpSpPr>
                    <a:xfrm rot="7200000" flipH="1">
                      <a:off x="6389147" y="3357021"/>
                      <a:ext cx="393192" cy="393192"/>
                      <a:chOff x="5354637" y="3446463"/>
                      <a:chExt cx="214313" cy="214313"/>
                    </a:xfrm>
                  </p:grpSpPr>
                  <p:sp>
                    <p:nvSpPr>
                      <p:cNvPr id="1997" name="Arc 1996">
                        <a:extLst>
                          <a:ext uri="{FF2B5EF4-FFF2-40B4-BE49-F238E27FC236}">
                            <a16:creationId xmlns:a16="http://schemas.microsoft.com/office/drawing/2014/main" id="{8D5D3344-F757-A7C4-1B4F-7B079C0E576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98" name="Arc 1997">
                        <a:extLst>
                          <a:ext uri="{FF2B5EF4-FFF2-40B4-BE49-F238E27FC236}">
                            <a16:creationId xmlns:a16="http://schemas.microsoft.com/office/drawing/2014/main" id="{5A82DD1E-FDD9-45DC-5034-7380A53C524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89" name="Group 1988">
                      <a:extLst>
                        <a:ext uri="{FF2B5EF4-FFF2-40B4-BE49-F238E27FC236}">
                          <a16:creationId xmlns:a16="http://schemas.microsoft.com/office/drawing/2014/main" id="{43A3C910-7A66-ECB0-DAE7-3D6108ECDEDC}"/>
                        </a:ext>
                      </a:extLst>
                    </p:cNvPr>
                    <p:cNvGrpSpPr/>
                    <p:nvPr/>
                  </p:nvGrpSpPr>
                  <p:grpSpPr>
                    <a:xfrm>
                      <a:off x="6434137" y="3402011"/>
                      <a:ext cx="303213" cy="303213"/>
                      <a:chOff x="6434137" y="3402011"/>
                      <a:chExt cx="303213" cy="303213"/>
                    </a:xfrm>
                  </p:grpSpPr>
                  <p:grpSp>
                    <p:nvGrpSpPr>
                      <p:cNvPr id="1990" name="Group 1989">
                        <a:extLst>
                          <a:ext uri="{FF2B5EF4-FFF2-40B4-BE49-F238E27FC236}">
                            <a16:creationId xmlns:a16="http://schemas.microsoft.com/office/drawing/2014/main" id="{5948F29C-714F-5AB9-6D5E-6D4BBE384E1A}"/>
                          </a:ext>
                        </a:extLst>
                      </p:cNvPr>
                      <p:cNvGrpSpPr/>
                      <p:nvPr/>
                    </p:nvGrpSpPr>
                    <p:grpSpPr>
                      <a:xfrm flipH="1">
                        <a:off x="6478587" y="3446461"/>
                        <a:ext cx="214313" cy="214313"/>
                        <a:chOff x="5354637" y="3446463"/>
                        <a:chExt cx="214313" cy="214313"/>
                      </a:xfrm>
                    </p:grpSpPr>
                    <p:sp>
                      <p:nvSpPr>
                        <p:cNvPr id="1995" name="Arc 1994">
                          <a:extLst>
                            <a:ext uri="{FF2B5EF4-FFF2-40B4-BE49-F238E27FC236}">
                              <a16:creationId xmlns:a16="http://schemas.microsoft.com/office/drawing/2014/main" id="{92ABFBFD-A096-AC32-5AA0-530098BE86A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96" name="Arc 1995">
                          <a:extLst>
                            <a:ext uri="{FF2B5EF4-FFF2-40B4-BE49-F238E27FC236}">
                              <a16:creationId xmlns:a16="http://schemas.microsoft.com/office/drawing/2014/main" id="{3E5BE8ED-17AD-1206-C528-BE9DD0F74AA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91" name="Group 1990">
                        <a:extLst>
                          <a:ext uri="{FF2B5EF4-FFF2-40B4-BE49-F238E27FC236}">
                            <a16:creationId xmlns:a16="http://schemas.microsoft.com/office/drawing/2014/main" id="{85B812FE-A91B-FE2F-9F08-444C20FA143C}"/>
                          </a:ext>
                        </a:extLst>
                      </p:cNvPr>
                      <p:cNvGrpSpPr/>
                      <p:nvPr/>
                    </p:nvGrpSpPr>
                    <p:grpSpPr>
                      <a:xfrm rot="14400000" flipH="1">
                        <a:off x="6434137" y="3402011"/>
                        <a:ext cx="303213" cy="303213"/>
                        <a:chOff x="5354637" y="3446463"/>
                        <a:chExt cx="214313" cy="214313"/>
                      </a:xfrm>
                    </p:grpSpPr>
                    <p:sp>
                      <p:nvSpPr>
                        <p:cNvPr id="1993" name="Arc 1992">
                          <a:extLst>
                            <a:ext uri="{FF2B5EF4-FFF2-40B4-BE49-F238E27FC236}">
                              <a16:creationId xmlns:a16="http://schemas.microsoft.com/office/drawing/2014/main" id="{00C847B9-53D1-1C11-BC31-73B4CAE246A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94" name="Arc 1993">
                          <a:extLst>
                            <a:ext uri="{FF2B5EF4-FFF2-40B4-BE49-F238E27FC236}">
                              <a16:creationId xmlns:a16="http://schemas.microsoft.com/office/drawing/2014/main" id="{D81FED40-4EB7-BFF1-93D1-3C35E145AD1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92" name="TextBox 1991">
                        <a:extLst>
                          <a:ext uri="{FF2B5EF4-FFF2-40B4-BE49-F238E27FC236}">
                            <a16:creationId xmlns:a16="http://schemas.microsoft.com/office/drawing/2014/main" id="{57B43793-D04D-A734-073B-B71A0F00C113}"/>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77" name="Group 1976">
                    <a:extLst>
                      <a:ext uri="{FF2B5EF4-FFF2-40B4-BE49-F238E27FC236}">
                        <a16:creationId xmlns:a16="http://schemas.microsoft.com/office/drawing/2014/main" id="{50FA3DE7-AA87-A723-5853-BB8396672C0C}"/>
                      </a:ext>
                    </a:extLst>
                  </p:cNvPr>
                  <p:cNvGrpSpPr/>
                  <p:nvPr/>
                </p:nvGrpSpPr>
                <p:grpSpPr>
                  <a:xfrm>
                    <a:off x="6197413" y="3225768"/>
                    <a:ext cx="393192" cy="393192"/>
                    <a:chOff x="6389147" y="3932622"/>
                    <a:chExt cx="393192" cy="393192"/>
                  </a:xfrm>
                </p:grpSpPr>
                <p:grpSp>
                  <p:nvGrpSpPr>
                    <p:cNvPr id="1978" name="Group 1977">
                      <a:extLst>
                        <a:ext uri="{FF2B5EF4-FFF2-40B4-BE49-F238E27FC236}">
                          <a16:creationId xmlns:a16="http://schemas.microsoft.com/office/drawing/2014/main" id="{8FFFD0C3-F0C9-5D0D-73C7-D4AD0AB2B4EC}"/>
                        </a:ext>
                      </a:extLst>
                    </p:cNvPr>
                    <p:cNvGrpSpPr/>
                    <p:nvPr/>
                  </p:nvGrpSpPr>
                  <p:grpSpPr>
                    <a:xfrm flipH="1">
                      <a:off x="6478587" y="4022061"/>
                      <a:ext cx="214313" cy="214313"/>
                      <a:chOff x="5354637" y="3446463"/>
                      <a:chExt cx="214313" cy="214313"/>
                    </a:xfrm>
                  </p:grpSpPr>
                  <p:sp>
                    <p:nvSpPr>
                      <p:cNvPr id="1986" name="Arc 1985">
                        <a:extLst>
                          <a:ext uri="{FF2B5EF4-FFF2-40B4-BE49-F238E27FC236}">
                            <a16:creationId xmlns:a16="http://schemas.microsoft.com/office/drawing/2014/main" id="{402B0D47-B90D-3A8B-8644-4D5343FF586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87" name="Arc 1986">
                        <a:extLst>
                          <a:ext uri="{FF2B5EF4-FFF2-40B4-BE49-F238E27FC236}">
                            <a16:creationId xmlns:a16="http://schemas.microsoft.com/office/drawing/2014/main" id="{282B3592-FFBD-C388-2205-EF47FF45FA6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79" name="Group 1978">
                      <a:extLst>
                        <a:ext uri="{FF2B5EF4-FFF2-40B4-BE49-F238E27FC236}">
                          <a16:creationId xmlns:a16="http://schemas.microsoft.com/office/drawing/2014/main" id="{0B4664EB-ACAB-CC1C-91F0-CB89A120EC5B}"/>
                        </a:ext>
                      </a:extLst>
                    </p:cNvPr>
                    <p:cNvGrpSpPr/>
                    <p:nvPr/>
                  </p:nvGrpSpPr>
                  <p:grpSpPr>
                    <a:xfrm rot="7200000" flipH="1">
                      <a:off x="6434137" y="3977611"/>
                      <a:ext cx="303213" cy="303213"/>
                      <a:chOff x="5354637" y="3446463"/>
                      <a:chExt cx="214313" cy="214313"/>
                    </a:xfrm>
                  </p:grpSpPr>
                  <p:sp>
                    <p:nvSpPr>
                      <p:cNvPr id="1984" name="Arc 1983">
                        <a:extLst>
                          <a:ext uri="{FF2B5EF4-FFF2-40B4-BE49-F238E27FC236}">
                            <a16:creationId xmlns:a16="http://schemas.microsoft.com/office/drawing/2014/main" id="{6633F993-0AB4-2A69-0376-6287BDC58DE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85" name="Arc 1984">
                        <a:extLst>
                          <a:ext uri="{FF2B5EF4-FFF2-40B4-BE49-F238E27FC236}">
                            <a16:creationId xmlns:a16="http://schemas.microsoft.com/office/drawing/2014/main" id="{EDEB8388-4FC2-F525-C1EE-48EC05A6CB9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80" name="Group 1979">
                      <a:extLst>
                        <a:ext uri="{FF2B5EF4-FFF2-40B4-BE49-F238E27FC236}">
                          <a16:creationId xmlns:a16="http://schemas.microsoft.com/office/drawing/2014/main" id="{E2090018-DC56-035B-B474-B7BF167404E4}"/>
                        </a:ext>
                      </a:extLst>
                    </p:cNvPr>
                    <p:cNvGrpSpPr/>
                    <p:nvPr/>
                  </p:nvGrpSpPr>
                  <p:grpSpPr>
                    <a:xfrm rot="14400000" flipH="1">
                      <a:off x="6389147" y="3932622"/>
                      <a:ext cx="393192" cy="393192"/>
                      <a:chOff x="5354637" y="3446463"/>
                      <a:chExt cx="214313" cy="214313"/>
                    </a:xfrm>
                  </p:grpSpPr>
                  <p:sp>
                    <p:nvSpPr>
                      <p:cNvPr id="1982" name="Arc 1981">
                        <a:extLst>
                          <a:ext uri="{FF2B5EF4-FFF2-40B4-BE49-F238E27FC236}">
                            <a16:creationId xmlns:a16="http://schemas.microsoft.com/office/drawing/2014/main" id="{1EA909F4-33A7-BFDC-A730-A528E8582CA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83" name="Arc 1982">
                        <a:extLst>
                          <a:ext uri="{FF2B5EF4-FFF2-40B4-BE49-F238E27FC236}">
                            <a16:creationId xmlns:a16="http://schemas.microsoft.com/office/drawing/2014/main" id="{50BCE185-CC1E-5BE1-FC58-C6435E3269A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81" name="TextBox 1980">
                      <a:extLst>
                        <a:ext uri="{FF2B5EF4-FFF2-40B4-BE49-F238E27FC236}">
                          <a16:creationId xmlns:a16="http://schemas.microsoft.com/office/drawing/2014/main" id="{EA94BB3A-46F3-A8C4-91CE-858FA47248C8}"/>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27" name="Group 1926">
                  <a:extLst>
                    <a:ext uri="{FF2B5EF4-FFF2-40B4-BE49-F238E27FC236}">
                      <a16:creationId xmlns:a16="http://schemas.microsoft.com/office/drawing/2014/main" id="{A08A57F5-FBB6-D959-4547-7251B5259AE9}"/>
                    </a:ext>
                  </a:extLst>
                </p:cNvPr>
                <p:cNvGrpSpPr/>
                <p:nvPr/>
              </p:nvGrpSpPr>
              <p:grpSpPr>
                <a:xfrm>
                  <a:off x="6069086" y="3246228"/>
                  <a:ext cx="1019224" cy="991639"/>
                  <a:chOff x="5886431" y="3225768"/>
                  <a:chExt cx="1019224" cy="991639"/>
                </a:xfrm>
              </p:grpSpPr>
              <p:grpSp>
                <p:nvGrpSpPr>
                  <p:cNvPr id="1928" name="Group 1927">
                    <a:extLst>
                      <a:ext uri="{FF2B5EF4-FFF2-40B4-BE49-F238E27FC236}">
                        <a16:creationId xmlns:a16="http://schemas.microsoft.com/office/drawing/2014/main" id="{33D4DFEC-8F72-5C45-A99A-0CF00746CED7}"/>
                      </a:ext>
                    </a:extLst>
                  </p:cNvPr>
                  <p:cNvGrpSpPr/>
                  <p:nvPr/>
                </p:nvGrpSpPr>
                <p:grpSpPr>
                  <a:xfrm>
                    <a:off x="6197413" y="3824215"/>
                    <a:ext cx="393192" cy="393192"/>
                    <a:chOff x="5265196" y="3357021"/>
                    <a:chExt cx="393192" cy="393192"/>
                  </a:xfrm>
                </p:grpSpPr>
                <p:grpSp>
                  <p:nvGrpSpPr>
                    <p:cNvPr id="1963" name="Group 1962">
                      <a:extLst>
                        <a:ext uri="{FF2B5EF4-FFF2-40B4-BE49-F238E27FC236}">
                          <a16:creationId xmlns:a16="http://schemas.microsoft.com/office/drawing/2014/main" id="{50540C88-AE10-6313-7851-C069832EAF6C}"/>
                        </a:ext>
                      </a:extLst>
                    </p:cNvPr>
                    <p:cNvGrpSpPr/>
                    <p:nvPr/>
                  </p:nvGrpSpPr>
                  <p:grpSpPr>
                    <a:xfrm rot="14400000">
                      <a:off x="5265196" y="3357021"/>
                      <a:ext cx="393192" cy="393192"/>
                      <a:chOff x="5354637" y="3446463"/>
                      <a:chExt cx="214313" cy="214313"/>
                    </a:xfrm>
                  </p:grpSpPr>
                  <p:sp>
                    <p:nvSpPr>
                      <p:cNvPr id="1972" name="Arc 1971">
                        <a:extLst>
                          <a:ext uri="{FF2B5EF4-FFF2-40B4-BE49-F238E27FC236}">
                            <a16:creationId xmlns:a16="http://schemas.microsoft.com/office/drawing/2014/main" id="{0C524A12-0C3D-3D78-60BF-3CD5A429ECD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73" name="Arc 1972">
                        <a:extLst>
                          <a:ext uri="{FF2B5EF4-FFF2-40B4-BE49-F238E27FC236}">
                            <a16:creationId xmlns:a16="http://schemas.microsoft.com/office/drawing/2014/main" id="{8AC6B623-2AF3-9EEE-EEC5-1BC2C471C46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64" name="Group 1963">
                      <a:extLst>
                        <a:ext uri="{FF2B5EF4-FFF2-40B4-BE49-F238E27FC236}">
                          <a16:creationId xmlns:a16="http://schemas.microsoft.com/office/drawing/2014/main" id="{E14ADCF2-8D98-A5C1-4984-CC1C2344B7D4}"/>
                        </a:ext>
                      </a:extLst>
                    </p:cNvPr>
                    <p:cNvGrpSpPr/>
                    <p:nvPr/>
                  </p:nvGrpSpPr>
                  <p:grpSpPr>
                    <a:xfrm>
                      <a:off x="5310186" y="3402011"/>
                      <a:ext cx="303213" cy="303213"/>
                      <a:chOff x="5310186" y="3402011"/>
                      <a:chExt cx="303213" cy="303213"/>
                    </a:xfrm>
                  </p:grpSpPr>
                  <p:grpSp>
                    <p:nvGrpSpPr>
                      <p:cNvPr id="1965" name="Group 1964">
                        <a:extLst>
                          <a:ext uri="{FF2B5EF4-FFF2-40B4-BE49-F238E27FC236}">
                            <a16:creationId xmlns:a16="http://schemas.microsoft.com/office/drawing/2014/main" id="{3D6FBD51-10E2-63D5-8C3C-E5E5B6BB76FF}"/>
                          </a:ext>
                        </a:extLst>
                      </p:cNvPr>
                      <p:cNvGrpSpPr/>
                      <p:nvPr/>
                    </p:nvGrpSpPr>
                    <p:grpSpPr>
                      <a:xfrm>
                        <a:off x="5354636" y="3446461"/>
                        <a:ext cx="214313" cy="214313"/>
                        <a:chOff x="5354637" y="3446463"/>
                        <a:chExt cx="214313" cy="214313"/>
                      </a:xfrm>
                    </p:grpSpPr>
                    <p:sp>
                      <p:nvSpPr>
                        <p:cNvPr id="1970" name="Arc 1969">
                          <a:extLst>
                            <a:ext uri="{FF2B5EF4-FFF2-40B4-BE49-F238E27FC236}">
                              <a16:creationId xmlns:a16="http://schemas.microsoft.com/office/drawing/2014/main" id="{C66E6B49-54F2-17A6-915F-4ED741644A7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71" name="Arc 1970">
                          <a:extLst>
                            <a:ext uri="{FF2B5EF4-FFF2-40B4-BE49-F238E27FC236}">
                              <a16:creationId xmlns:a16="http://schemas.microsoft.com/office/drawing/2014/main" id="{1D9B3620-C652-E673-D506-044C7C7F400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66" name="Group 1965">
                        <a:extLst>
                          <a:ext uri="{FF2B5EF4-FFF2-40B4-BE49-F238E27FC236}">
                            <a16:creationId xmlns:a16="http://schemas.microsoft.com/office/drawing/2014/main" id="{8C51F846-7C70-C53C-2AD1-10481E0CD954}"/>
                          </a:ext>
                        </a:extLst>
                      </p:cNvPr>
                      <p:cNvGrpSpPr/>
                      <p:nvPr/>
                    </p:nvGrpSpPr>
                    <p:grpSpPr>
                      <a:xfrm rot="7200000">
                        <a:off x="5310186" y="3402011"/>
                        <a:ext cx="303213" cy="303213"/>
                        <a:chOff x="5354637" y="3446463"/>
                        <a:chExt cx="214313" cy="214313"/>
                      </a:xfrm>
                    </p:grpSpPr>
                    <p:sp>
                      <p:nvSpPr>
                        <p:cNvPr id="1968" name="Arc 1967">
                          <a:extLst>
                            <a:ext uri="{FF2B5EF4-FFF2-40B4-BE49-F238E27FC236}">
                              <a16:creationId xmlns:a16="http://schemas.microsoft.com/office/drawing/2014/main" id="{63B93B9D-B856-D786-16FC-B1AABE38D62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69" name="Arc 1968">
                          <a:extLst>
                            <a:ext uri="{FF2B5EF4-FFF2-40B4-BE49-F238E27FC236}">
                              <a16:creationId xmlns:a16="http://schemas.microsoft.com/office/drawing/2014/main" id="{4C4F5321-0ACA-9A09-7E43-03E3B561D59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67" name="TextBox 1966">
                        <a:extLst>
                          <a:ext uri="{FF2B5EF4-FFF2-40B4-BE49-F238E27FC236}">
                            <a16:creationId xmlns:a16="http://schemas.microsoft.com/office/drawing/2014/main" id="{A5475196-9328-070B-4258-FF2C2BFC34A4}"/>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29" name="Group 1928">
                    <a:extLst>
                      <a:ext uri="{FF2B5EF4-FFF2-40B4-BE49-F238E27FC236}">
                        <a16:creationId xmlns:a16="http://schemas.microsoft.com/office/drawing/2014/main" id="{59C3A310-D88E-F41E-AD34-BA836021F1EC}"/>
                      </a:ext>
                    </a:extLst>
                  </p:cNvPr>
                  <p:cNvGrpSpPr/>
                  <p:nvPr/>
                </p:nvGrpSpPr>
                <p:grpSpPr>
                  <a:xfrm>
                    <a:off x="5886431" y="3525040"/>
                    <a:ext cx="393192" cy="393192"/>
                    <a:chOff x="5265196" y="3932619"/>
                    <a:chExt cx="393192" cy="393192"/>
                  </a:xfrm>
                </p:grpSpPr>
                <p:grpSp>
                  <p:nvGrpSpPr>
                    <p:cNvPr id="1953" name="Group 1952">
                      <a:extLst>
                        <a:ext uri="{FF2B5EF4-FFF2-40B4-BE49-F238E27FC236}">
                          <a16:creationId xmlns:a16="http://schemas.microsoft.com/office/drawing/2014/main" id="{CB8FFEBA-93ED-8475-D305-2CA05264A816}"/>
                        </a:ext>
                      </a:extLst>
                    </p:cNvPr>
                    <p:cNvGrpSpPr/>
                    <p:nvPr/>
                  </p:nvGrpSpPr>
                  <p:grpSpPr>
                    <a:xfrm>
                      <a:off x="5354636" y="4022061"/>
                      <a:ext cx="214313" cy="214313"/>
                      <a:chOff x="5354637" y="3446463"/>
                      <a:chExt cx="214313" cy="214313"/>
                    </a:xfrm>
                  </p:grpSpPr>
                  <p:sp>
                    <p:nvSpPr>
                      <p:cNvPr id="1961" name="Arc 1960">
                        <a:extLst>
                          <a:ext uri="{FF2B5EF4-FFF2-40B4-BE49-F238E27FC236}">
                            <a16:creationId xmlns:a16="http://schemas.microsoft.com/office/drawing/2014/main" id="{89B196BC-9EA6-7BBC-6F3C-737BF53B830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62" name="Arc 1961">
                        <a:extLst>
                          <a:ext uri="{FF2B5EF4-FFF2-40B4-BE49-F238E27FC236}">
                            <a16:creationId xmlns:a16="http://schemas.microsoft.com/office/drawing/2014/main" id="{26D892BA-03C3-CEE4-9A7B-5B031909655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54" name="Group 1953">
                      <a:extLst>
                        <a:ext uri="{FF2B5EF4-FFF2-40B4-BE49-F238E27FC236}">
                          <a16:creationId xmlns:a16="http://schemas.microsoft.com/office/drawing/2014/main" id="{87ECA82D-EB83-820D-B673-715A1ED7839B}"/>
                        </a:ext>
                      </a:extLst>
                    </p:cNvPr>
                    <p:cNvGrpSpPr/>
                    <p:nvPr/>
                  </p:nvGrpSpPr>
                  <p:grpSpPr>
                    <a:xfrm rot="14400000">
                      <a:off x="5310186" y="3977611"/>
                      <a:ext cx="303213" cy="303213"/>
                      <a:chOff x="5354637" y="3446463"/>
                      <a:chExt cx="214313" cy="214313"/>
                    </a:xfrm>
                  </p:grpSpPr>
                  <p:sp>
                    <p:nvSpPr>
                      <p:cNvPr id="1959" name="Arc 1958">
                        <a:extLst>
                          <a:ext uri="{FF2B5EF4-FFF2-40B4-BE49-F238E27FC236}">
                            <a16:creationId xmlns:a16="http://schemas.microsoft.com/office/drawing/2014/main" id="{91E82AB0-FF5F-C884-F71E-3FBCA66CB9C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60" name="Arc 1959">
                        <a:extLst>
                          <a:ext uri="{FF2B5EF4-FFF2-40B4-BE49-F238E27FC236}">
                            <a16:creationId xmlns:a16="http://schemas.microsoft.com/office/drawing/2014/main" id="{96081FF5-8CDC-AA40-9F68-CC0F0ECE932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55" name="Group 1954">
                      <a:extLst>
                        <a:ext uri="{FF2B5EF4-FFF2-40B4-BE49-F238E27FC236}">
                          <a16:creationId xmlns:a16="http://schemas.microsoft.com/office/drawing/2014/main" id="{883361AD-5F8E-97A3-9382-AC973FC72D17}"/>
                        </a:ext>
                      </a:extLst>
                    </p:cNvPr>
                    <p:cNvGrpSpPr/>
                    <p:nvPr/>
                  </p:nvGrpSpPr>
                  <p:grpSpPr>
                    <a:xfrm rot="7200000">
                      <a:off x="5265196" y="3932619"/>
                      <a:ext cx="393192" cy="393192"/>
                      <a:chOff x="5354637" y="3446463"/>
                      <a:chExt cx="214313" cy="214313"/>
                    </a:xfrm>
                  </p:grpSpPr>
                  <p:sp>
                    <p:nvSpPr>
                      <p:cNvPr id="1957" name="Arc 1956">
                        <a:extLst>
                          <a:ext uri="{FF2B5EF4-FFF2-40B4-BE49-F238E27FC236}">
                            <a16:creationId xmlns:a16="http://schemas.microsoft.com/office/drawing/2014/main" id="{75500F25-8C6D-3F68-5BAC-7A57F0D1523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58" name="Arc 1957">
                        <a:extLst>
                          <a:ext uri="{FF2B5EF4-FFF2-40B4-BE49-F238E27FC236}">
                            <a16:creationId xmlns:a16="http://schemas.microsoft.com/office/drawing/2014/main" id="{148791DF-E9B3-FE79-7B3F-BFA20AC77D5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56" name="TextBox 1955">
                      <a:extLst>
                        <a:ext uri="{FF2B5EF4-FFF2-40B4-BE49-F238E27FC236}">
                          <a16:creationId xmlns:a16="http://schemas.microsoft.com/office/drawing/2014/main" id="{34E28366-A4F0-0467-0534-5E4E2A842E6A}"/>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930" name="Group 1929">
                    <a:extLst>
                      <a:ext uri="{FF2B5EF4-FFF2-40B4-BE49-F238E27FC236}">
                        <a16:creationId xmlns:a16="http://schemas.microsoft.com/office/drawing/2014/main" id="{9C418618-212B-2487-F3CF-5870951B50F3}"/>
                      </a:ext>
                    </a:extLst>
                  </p:cNvPr>
                  <p:cNvGrpSpPr/>
                  <p:nvPr/>
                </p:nvGrpSpPr>
                <p:grpSpPr>
                  <a:xfrm>
                    <a:off x="6512463" y="3525040"/>
                    <a:ext cx="393192" cy="393192"/>
                    <a:chOff x="6389147" y="3357021"/>
                    <a:chExt cx="393192" cy="393192"/>
                  </a:xfrm>
                </p:grpSpPr>
                <p:grpSp>
                  <p:nvGrpSpPr>
                    <p:cNvPr id="1942" name="Group 1941">
                      <a:extLst>
                        <a:ext uri="{FF2B5EF4-FFF2-40B4-BE49-F238E27FC236}">
                          <a16:creationId xmlns:a16="http://schemas.microsoft.com/office/drawing/2014/main" id="{7BC092F3-1A42-FED0-F9CB-B80C7CBB416D}"/>
                        </a:ext>
                      </a:extLst>
                    </p:cNvPr>
                    <p:cNvGrpSpPr/>
                    <p:nvPr/>
                  </p:nvGrpSpPr>
                  <p:grpSpPr>
                    <a:xfrm rot="7200000" flipH="1">
                      <a:off x="6389147" y="3357021"/>
                      <a:ext cx="393192" cy="393192"/>
                      <a:chOff x="5354637" y="3446463"/>
                      <a:chExt cx="214313" cy="214313"/>
                    </a:xfrm>
                  </p:grpSpPr>
                  <p:sp>
                    <p:nvSpPr>
                      <p:cNvPr id="1951" name="Arc 1950">
                        <a:extLst>
                          <a:ext uri="{FF2B5EF4-FFF2-40B4-BE49-F238E27FC236}">
                            <a16:creationId xmlns:a16="http://schemas.microsoft.com/office/drawing/2014/main" id="{8326E833-61DC-B9A6-17FA-539B24BC0B4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52" name="Arc 1951">
                        <a:extLst>
                          <a:ext uri="{FF2B5EF4-FFF2-40B4-BE49-F238E27FC236}">
                            <a16:creationId xmlns:a16="http://schemas.microsoft.com/office/drawing/2014/main" id="{793582A7-BCB4-6F6A-0E2D-BFF86DFAED7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43" name="Group 1942">
                      <a:extLst>
                        <a:ext uri="{FF2B5EF4-FFF2-40B4-BE49-F238E27FC236}">
                          <a16:creationId xmlns:a16="http://schemas.microsoft.com/office/drawing/2014/main" id="{C2E80FED-0F18-7FFB-8EFD-FC16E44EBE43}"/>
                        </a:ext>
                      </a:extLst>
                    </p:cNvPr>
                    <p:cNvGrpSpPr/>
                    <p:nvPr/>
                  </p:nvGrpSpPr>
                  <p:grpSpPr>
                    <a:xfrm>
                      <a:off x="6434137" y="3402011"/>
                      <a:ext cx="303213" cy="303213"/>
                      <a:chOff x="6434137" y="3402011"/>
                      <a:chExt cx="303213" cy="303213"/>
                    </a:xfrm>
                  </p:grpSpPr>
                  <p:grpSp>
                    <p:nvGrpSpPr>
                      <p:cNvPr id="1944" name="Group 1943">
                        <a:extLst>
                          <a:ext uri="{FF2B5EF4-FFF2-40B4-BE49-F238E27FC236}">
                            <a16:creationId xmlns:a16="http://schemas.microsoft.com/office/drawing/2014/main" id="{FD8EE9F0-8B06-294B-FA69-39BA2BE2D2D3}"/>
                          </a:ext>
                        </a:extLst>
                      </p:cNvPr>
                      <p:cNvGrpSpPr/>
                      <p:nvPr/>
                    </p:nvGrpSpPr>
                    <p:grpSpPr>
                      <a:xfrm flipH="1">
                        <a:off x="6478587" y="3446461"/>
                        <a:ext cx="214313" cy="214313"/>
                        <a:chOff x="5354637" y="3446463"/>
                        <a:chExt cx="214313" cy="214313"/>
                      </a:xfrm>
                    </p:grpSpPr>
                    <p:sp>
                      <p:nvSpPr>
                        <p:cNvPr id="1949" name="Arc 1948">
                          <a:extLst>
                            <a:ext uri="{FF2B5EF4-FFF2-40B4-BE49-F238E27FC236}">
                              <a16:creationId xmlns:a16="http://schemas.microsoft.com/office/drawing/2014/main" id="{2E3670C0-3998-8482-0709-9AF3B4D45F5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50" name="Arc 1949">
                          <a:extLst>
                            <a:ext uri="{FF2B5EF4-FFF2-40B4-BE49-F238E27FC236}">
                              <a16:creationId xmlns:a16="http://schemas.microsoft.com/office/drawing/2014/main" id="{F7A3B03A-1352-6E70-8109-E10FCD3410E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45" name="Group 1944">
                        <a:extLst>
                          <a:ext uri="{FF2B5EF4-FFF2-40B4-BE49-F238E27FC236}">
                            <a16:creationId xmlns:a16="http://schemas.microsoft.com/office/drawing/2014/main" id="{8C93E2F0-E6AE-DE34-B0B2-8D1C0925EE9D}"/>
                          </a:ext>
                        </a:extLst>
                      </p:cNvPr>
                      <p:cNvGrpSpPr/>
                      <p:nvPr/>
                    </p:nvGrpSpPr>
                    <p:grpSpPr>
                      <a:xfrm rot="14400000" flipH="1">
                        <a:off x="6434137" y="3402011"/>
                        <a:ext cx="303213" cy="303213"/>
                        <a:chOff x="5354637" y="3446463"/>
                        <a:chExt cx="214313" cy="214313"/>
                      </a:xfrm>
                    </p:grpSpPr>
                    <p:sp>
                      <p:nvSpPr>
                        <p:cNvPr id="1947" name="Arc 1946">
                          <a:extLst>
                            <a:ext uri="{FF2B5EF4-FFF2-40B4-BE49-F238E27FC236}">
                              <a16:creationId xmlns:a16="http://schemas.microsoft.com/office/drawing/2014/main" id="{2D03A5DA-B431-AF54-D568-0ABCB9928AA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48" name="Arc 1947">
                          <a:extLst>
                            <a:ext uri="{FF2B5EF4-FFF2-40B4-BE49-F238E27FC236}">
                              <a16:creationId xmlns:a16="http://schemas.microsoft.com/office/drawing/2014/main" id="{65EC33EA-65FB-48B8-BCD6-39BBAEAA1F1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46" name="TextBox 1945">
                        <a:extLst>
                          <a:ext uri="{FF2B5EF4-FFF2-40B4-BE49-F238E27FC236}">
                            <a16:creationId xmlns:a16="http://schemas.microsoft.com/office/drawing/2014/main" id="{272C9117-5EBE-6410-A903-5B276D3C08CD}"/>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31" name="Group 1930">
                    <a:extLst>
                      <a:ext uri="{FF2B5EF4-FFF2-40B4-BE49-F238E27FC236}">
                        <a16:creationId xmlns:a16="http://schemas.microsoft.com/office/drawing/2014/main" id="{2A01EF7A-42BC-231D-9E41-7E8E46C933B0}"/>
                      </a:ext>
                    </a:extLst>
                  </p:cNvPr>
                  <p:cNvGrpSpPr/>
                  <p:nvPr/>
                </p:nvGrpSpPr>
                <p:grpSpPr>
                  <a:xfrm>
                    <a:off x="6197413" y="3225768"/>
                    <a:ext cx="393192" cy="393192"/>
                    <a:chOff x="6389147" y="3932622"/>
                    <a:chExt cx="393192" cy="393192"/>
                  </a:xfrm>
                </p:grpSpPr>
                <p:grpSp>
                  <p:nvGrpSpPr>
                    <p:cNvPr id="1932" name="Group 1931">
                      <a:extLst>
                        <a:ext uri="{FF2B5EF4-FFF2-40B4-BE49-F238E27FC236}">
                          <a16:creationId xmlns:a16="http://schemas.microsoft.com/office/drawing/2014/main" id="{BC739899-BF20-EB43-E970-4E9D9A97F6C9}"/>
                        </a:ext>
                      </a:extLst>
                    </p:cNvPr>
                    <p:cNvGrpSpPr/>
                    <p:nvPr/>
                  </p:nvGrpSpPr>
                  <p:grpSpPr>
                    <a:xfrm flipH="1">
                      <a:off x="6478587" y="4022061"/>
                      <a:ext cx="214313" cy="214313"/>
                      <a:chOff x="5354637" y="3446463"/>
                      <a:chExt cx="214313" cy="214313"/>
                    </a:xfrm>
                  </p:grpSpPr>
                  <p:sp>
                    <p:nvSpPr>
                      <p:cNvPr id="1940" name="Arc 1939">
                        <a:extLst>
                          <a:ext uri="{FF2B5EF4-FFF2-40B4-BE49-F238E27FC236}">
                            <a16:creationId xmlns:a16="http://schemas.microsoft.com/office/drawing/2014/main" id="{565A97D4-F4C8-A625-73A3-9DF4303973E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41" name="Arc 1940">
                        <a:extLst>
                          <a:ext uri="{FF2B5EF4-FFF2-40B4-BE49-F238E27FC236}">
                            <a16:creationId xmlns:a16="http://schemas.microsoft.com/office/drawing/2014/main" id="{CC7A704D-254C-4B75-56AC-C736A7B7C0C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33" name="Group 1932">
                      <a:extLst>
                        <a:ext uri="{FF2B5EF4-FFF2-40B4-BE49-F238E27FC236}">
                          <a16:creationId xmlns:a16="http://schemas.microsoft.com/office/drawing/2014/main" id="{749D763D-D0E9-C358-9CB5-A6332B3BB968}"/>
                        </a:ext>
                      </a:extLst>
                    </p:cNvPr>
                    <p:cNvGrpSpPr/>
                    <p:nvPr/>
                  </p:nvGrpSpPr>
                  <p:grpSpPr>
                    <a:xfrm rot="7200000" flipH="1">
                      <a:off x="6434137" y="3977611"/>
                      <a:ext cx="303213" cy="303213"/>
                      <a:chOff x="5354637" y="3446463"/>
                      <a:chExt cx="214313" cy="214313"/>
                    </a:xfrm>
                  </p:grpSpPr>
                  <p:sp>
                    <p:nvSpPr>
                      <p:cNvPr id="1938" name="Arc 1937">
                        <a:extLst>
                          <a:ext uri="{FF2B5EF4-FFF2-40B4-BE49-F238E27FC236}">
                            <a16:creationId xmlns:a16="http://schemas.microsoft.com/office/drawing/2014/main" id="{2865721A-D6E2-6749-285F-2FB9FAB103E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39" name="Arc 1938">
                        <a:extLst>
                          <a:ext uri="{FF2B5EF4-FFF2-40B4-BE49-F238E27FC236}">
                            <a16:creationId xmlns:a16="http://schemas.microsoft.com/office/drawing/2014/main" id="{85235A6C-65B4-7DAC-8568-417C1F00E62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34" name="Group 1933">
                      <a:extLst>
                        <a:ext uri="{FF2B5EF4-FFF2-40B4-BE49-F238E27FC236}">
                          <a16:creationId xmlns:a16="http://schemas.microsoft.com/office/drawing/2014/main" id="{4129880B-BE6F-3B5F-8AF8-0656B00C7B69}"/>
                        </a:ext>
                      </a:extLst>
                    </p:cNvPr>
                    <p:cNvGrpSpPr/>
                    <p:nvPr/>
                  </p:nvGrpSpPr>
                  <p:grpSpPr>
                    <a:xfrm rot="14400000" flipH="1">
                      <a:off x="6389147" y="3932622"/>
                      <a:ext cx="393192" cy="393192"/>
                      <a:chOff x="5354637" y="3446463"/>
                      <a:chExt cx="214313" cy="214313"/>
                    </a:xfrm>
                  </p:grpSpPr>
                  <p:sp>
                    <p:nvSpPr>
                      <p:cNvPr id="1936" name="Arc 1935">
                        <a:extLst>
                          <a:ext uri="{FF2B5EF4-FFF2-40B4-BE49-F238E27FC236}">
                            <a16:creationId xmlns:a16="http://schemas.microsoft.com/office/drawing/2014/main" id="{F7C4D1EB-E2F8-8E85-8AA6-29BD126B1B7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37" name="Arc 1936">
                        <a:extLst>
                          <a:ext uri="{FF2B5EF4-FFF2-40B4-BE49-F238E27FC236}">
                            <a16:creationId xmlns:a16="http://schemas.microsoft.com/office/drawing/2014/main" id="{595B41B0-CE4E-0FD0-6333-509ACAE0009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35" name="TextBox 1934">
                      <a:extLst>
                        <a:ext uri="{FF2B5EF4-FFF2-40B4-BE49-F238E27FC236}">
                          <a16:creationId xmlns:a16="http://schemas.microsoft.com/office/drawing/2014/main" id="{73D99CAF-8472-D20E-0691-EC1D6E93D0CC}"/>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4" name="Group 13">
              <a:extLst>
                <a:ext uri="{FF2B5EF4-FFF2-40B4-BE49-F238E27FC236}">
                  <a16:creationId xmlns:a16="http://schemas.microsoft.com/office/drawing/2014/main" id="{F540BDF2-FA74-5278-2DAC-C1B6047B4BC9}"/>
                </a:ext>
              </a:extLst>
            </p:cNvPr>
            <p:cNvGrpSpPr/>
            <p:nvPr/>
          </p:nvGrpSpPr>
          <p:grpSpPr>
            <a:xfrm>
              <a:off x="784090" y="-792780"/>
              <a:ext cx="2263438" cy="2198360"/>
              <a:chOff x="5445106" y="2039507"/>
              <a:chExt cx="2263438" cy="2198360"/>
            </a:xfrm>
          </p:grpSpPr>
          <p:grpSp>
            <p:nvGrpSpPr>
              <p:cNvPr id="1734" name="Group 1733">
                <a:extLst>
                  <a:ext uri="{FF2B5EF4-FFF2-40B4-BE49-F238E27FC236}">
                    <a16:creationId xmlns:a16="http://schemas.microsoft.com/office/drawing/2014/main" id="{9C847EC4-3488-2904-341B-A98BC638A742}"/>
                  </a:ext>
                </a:extLst>
              </p:cNvPr>
              <p:cNvGrpSpPr/>
              <p:nvPr/>
            </p:nvGrpSpPr>
            <p:grpSpPr>
              <a:xfrm>
                <a:off x="5445106" y="2644743"/>
                <a:ext cx="1643204" cy="1593124"/>
                <a:chOff x="5445106" y="2644743"/>
                <a:chExt cx="1643204" cy="1593124"/>
              </a:xfrm>
            </p:grpSpPr>
            <p:grpSp>
              <p:nvGrpSpPr>
                <p:cNvPr id="1830" name="Group 1829">
                  <a:extLst>
                    <a:ext uri="{FF2B5EF4-FFF2-40B4-BE49-F238E27FC236}">
                      <a16:creationId xmlns:a16="http://schemas.microsoft.com/office/drawing/2014/main" id="{0E7EEEA9-29FC-9CC4-D046-B437A632E20E}"/>
                    </a:ext>
                  </a:extLst>
                </p:cNvPr>
                <p:cNvGrpSpPr/>
                <p:nvPr/>
              </p:nvGrpSpPr>
              <p:grpSpPr>
                <a:xfrm>
                  <a:off x="5445106" y="2644743"/>
                  <a:ext cx="1019224" cy="991639"/>
                  <a:chOff x="5886431" y="3225768"/>
                  <a:chExt cx="1019224" cy="991639"/>
                </a:xfrm>
              </p:grpSpPr>
              <p:grpSp>
                <p:nvGrpSpPr>
                  <p:cNvPr id="1878" name="Group 1877">
                    <a:extLst>
                      <a:ext uri="{FF2B5EF4-FFF2-40B4-BE49-F238E27FC236}">
                        <a16:creationId xmlns:a16="http://schemas.microsoft.com/office/drawing/2014/main" id="{DB9BC599-819D-DF68-4C53-A06808EB96C6}"/>
                      </a:ext>
                    </a:extLst>
                  </p:cNvPr>
                  <p:cNvGrpSpPr/>
                  <p:nvPr/>
                </p:nvGrpSpPr>
                <p:grpSpPr>
                  <a:xfrm>
                    <a:off x="6197413" y="3824215"/>
                    <a:ext cx="393192" cy="393192"/>
                    <a:chOff x="5265196" y="3357021"/>
                    <a:chExt cx="393192" cy="393192"/>
                  </a:xfrm>
                </p:grpSpPr>
                <p:grpSp>
                  <p:nvGrpSpPr>
                    <p:cNvPr id="1913" name="Group 1912">
                      <a:extLst>
                        <a:ext uri="{FF2B5EF4-FFF2-40B4-BE49-F238E27FC236}">
                          <a16:creationId xmlns:a16="http://schemas.microsoft.com/office/drawing/2014/main" id="{F2853C3C-5A6E-4A2C-1DB5-9C67473C4060}"/>
                        </a:ext>
                      </a:extLst>
                    </p:cNvPr>
                    <p:cNvGrpSpPr/>
                    <p:nvPr/>
                  </p:nvGrpSpPr>
                  <p:grpSpPr>
                    <a:xfrm rot="14400000">
                      <a:off x="5265196" y="3357021"/>
                      <a:ext cx="393192" cy="393192"/>
                      <a:chOff x="5354637" y="3446463"/>
                      <a:chExt cx="214313" cy="214313"/>
                    </a:xfrm>
                  </p:grpSpPr>
                  <p:sp>
                    <p:nvSpPr>
                      <p:cNvPr id="1922" name="Arc 1921">
                        <a:extLst>
                          <a:ext uri="{FF2B5EF4-FFF2-40B4-BE49-F238E27FC236}">
                            <a16:creationId xmlns:a16="http://schemas.microsoft.com/office/drawing/2014/main" id="{92EE115D-7B3C-3B21-D52B-79101E8E607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23" name="Arc 1922">
                        <a:extLst>
                          <a:ext uri="{FF2B5EF4-FFF2-40B4-BE49-F238E27FC236}">
                            <a16:creationId xmlns:a16="http://schemas.microsoft.com/office/drawing/2014/main" id="{828CA7AB-248C-6A4C-57E9-7D808278A1E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14" name="Group 1913">
                      <a:extLst>
                        <a:ext uri="{FF2B5EF4-FFF2-40B4-BE49-F238E27FC236}">
                          <a16:creationId xmlns:a16="http://schemas.microsoft.com/office/drawing/2014/main" id="{D9385B56-FFCB-8CF8-7A4D-3066ADE19407}"/>
                        </a:ext>
                      </a:extLst>
                    </p:cNvPr>
                    <p:cNvGrpSpPr/>
                    <p:nvPr/>
                  </p:nvGrpSpPr>
                  <p:grpSpPr>
                    <a:xfrm>
                      <a:off x="5310186" y="3402011"/>
                      <a:ext cx="303213" cy="303213"/>
                      <a:chOff x="5310186" y="3402011"/>
                      <a:chExt cx="303213" cy="303213"/>
                    </a:xfrm>
                  </p:grpSpPr>
                  <p:grpSp>
                    <p:nvGrpSpPr>
                      <p:cNvPr id="1915" name="Group 1914">
                        <a:extLst>
                          <a:ext uri="{FF2B5EF4-FFF2-40B4-BE49-F238E27FC236}">
                            <a16:creationId xmlns:a16="http://schemas.microsoft.com/office/drawing/2014/main" id="{A71D504D-0637-577C-FD0F-3B0464790E0F}"/>
                          </a:ext>
                        </a:extLst>
                      </p:cNvPr>
                      <p:cNvGrpSpPr/>
                      <p:nvPr/>
                    </p:nvGrpSpPr>
                    <p:grpSpPr>
                      <a:xfrm>
                        <a:off x="5354636" y="3446461"/>
                        <a:ext cx="214313" cy="214313"/>
                        <a:chOff x="5354637" y="3446463"/>
                        <a:chExt cx="214313" cy="214313"/>
                      </a:xfrm>
                    </p:grpSpPr>
                    <p:sp>
                      <p:nvSpPr>
                        <p:cNvPr id="1920" name="Arc 1919">
                          <a:extLst>
                            <a:ext uri="{FF2B5EF4-FFF2-40B4-BE49-F238E27FC236}">
                              <a16:creationId xmlns:a16="http://schemas.microsoft.com/office/drawing/2014/main" id="{46E026CA-7C6D-22A5-6E95-37E072E891F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21" name="Arc 1920">
                          <a:extLst>
                            <a:ext uri="{FF2B5EF4-FFF2-40B4-BE49-F238E27FC236}">
                              <a16:creationId xmlns:a16="http://schemas.microsoft.com/office/drawing/2014/main" id="{6C5663AD-8877-34FF-4565-D047B6CBD70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16" name="Group 1915">
                        <a:extLst>
                          <a:ext uri="{FF2B5EF4-FFF2-40B4-BE49-F238E27FC236}">
                            <a16:creationId xmlns:a16="http://schemas.microsoft.com/office/drawing/2014/main" id="{DB61E650-1247-4312-5BD9-6A75EE39F3A8}"/>
                          </a:ext>
                        </a:extLst>
                      </p:cNvPr>
                      <p:cNvGrpSpPr/>
                      <p:nvPr/>
                    </p:nvGrpSpPr>
                    <p:grpSpPr>
                      <a:xfrm rot="7200000">
                        <a:off x="5310186" y="3402011"/>
                        <a:ext cx="303213" cy="303213"/>
                        <a:chOff x="5354637" y="3446463"/>
                        <a:chExt cx="214313" cy="214313"/>
                      </a:xfrm>
                    </p:grpSpPr>
                    <p:sp>
                      <p:nvSpPr>
                        <p:cNvPr id="1918" name="Arc 1917">
                          <a:extLst>
                            <a:ext uri="{FF2B5EF4-FFF2-40B4-BE49-F238E27FC236}">
                              <a16:creationId xmlns:a16="http://schemas.microsoft.com/office/drawing/2014/main" id="{CAB457A8-8E05-61CB-36A5-E13FC64ECD4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19" name="Arc 1918">
                          <a:extLst>
                            <a:ext uri="{FF2B5EF4-FFF2-40B4-BE49-F238E27FC236}">
                              <a16:creationId xmlns:a16="http://schemas.microsoft.com/office/drawing/2014/main" id="{C36B13D1-D7B6-FCBF-4D72-E39A1AEB444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17" name="TextBox 1916">
                        <a:extLst>
                          <a:ext uri="{FF2B5EF4-FFF2-40B4-BE49-F238E27FC236}">
                            <a16:creationId xmlns:a16="http://schemas.microsoft.com/office/drawing/2014/main" id="{64A2E01F-4A7B-AC3C-9552-F419EB412E22}"/>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79" name="Group 1878">
                    <a:extLst>
                      <a:ext uri="{FF2B5EF4-FFF2-40B4-BE49-F238E27FC236}">
                        <a16:creationId xmlns:a16="http://schemas.microsoft.com/office/drawing/2014/main" id="{B14AD5B7-B490-1B26-C995-1D59034F8953}"/>
                      </a:ext>
                    </a:extLst>
                  </p:cNvPr>
                  <p:cNvGrpSpPr/>
                  <p:nvPr/>
                </p:nvGrpSpPr>
                <p:grpSpPr>
                  <a:xfrm>
                    <a:off x="5886431" y="3525040"/>
                    <a:ext cx="393192" cy="393192"/>
                    <a:chOff x="5265196" y="3932619"/>
                    <a:chExt cx="393192" cy="393192"/>
                  </a:xfrm>
                </p:grpSpPr>
                <p:grpSp>
                  <p:nvGrpSpPr>
                    <p:cNvPr id="1903" name="Group 1902">
                      <a:extLst>
                        <a:ext uri="{FF2B5EF4-FFF2-40B4-BE49-F238E27FC236}">
                          <a16:creationId xmlns:a16="http://schemas.microsoft.com/office/drawing/2014/main" id="{1C72B091-51F7-E13F-A7E1-F705AC681FC8}"/>
                        </a:ext>
                      </a:extLst>
                    </p:cNvPr>
                    <p:cNvGrpSpPr/>
                    <p:nvPr/>
                  </p:nvGrpSpPr>
                  <p:grpSpPr>
                    <a:xfrm>
                      <a:off x="5354636" y="4022061"/>
                      <a:ext cx="214313" cy="214313"/>
                      <a:chOff x="5354637" y="3446463"/>
                      <a:chExt cx="214313" cy="214313"/>
                    </a:xfrm>
                  </p:grpSpPr>
                  <p:sp>
                    <p:nvSpPr>
                      <p:cNvPr id="1911" name="Arc 1910">
                        <a:extLst>
                          <a:ext uri="{FF2B5EF4-FFF2-40B4-BE49-F238E27FC236}">
                            <a16:creationId xmlns:a16="http://schemas.microsoft.com/office/drawing/2014/main" id="{17F4D667-D209-3074-E87A-A777E733A53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12" name="Arc 1911">
                        <a:extLst>
                          <a:ext uri="{FF2B5EF4-FFF2-40B4-BE49-F238E27FC236}">
                            <a16:creationId xmlns:a16="http://schemas.microsoft.com/office/drawing/2014/main" id="{BDAFB09B-169C-1BF1-5728-95E693EB8F7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04" name="Group 1903">
                      <a:extLst>
                        <a:ext uri="{FF2B5EF4-FFF2-40B4-BE49-F238E27FC236}">
                          <a16:creationId xmlns:a16="http://schemas.microsoft.com/office/drawing/2014/main" id="{DC4A259D-0B50-1A2A-5FED-62EA364F427C}"/>
                        </a:ext>
                      </a:extLst>
                    </p:cNvPr>
                    <p:cNvGrpSpPr/>
                    <p:nvPr/>
                  </p:nvGrpSpPr>
                  <p:grpSpPr>
                    <a:xfrm rot="14400000">
                      <a:off x="5310186" y="3977611"/>
                      <a:ext cx="303213" cy="303213"/>
                      <a:chOff x="5354637" y="3446463"/>
                      <a:chExt cx="214313" cy="214313"/>
                    </a:xfrm>
                  </p:grpSpPr>
                  <p:sp>
                    <p:nvSpPr>
                      <p:cNvPr id="1909" name="Arc 1908">
                        <a:extLst>
                          <a:ext uri="{FF2B5EF4-FFF2-40B4-BE49-F238E27FC236}">
                            <a16:creationId xmlns:a16="http://schemas.microsoft.com/office/drawing/2014/main" id="{23A87945-810B-1C92-F445-3F84EA1B632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10" name="Arc 1909">
                        <a:extLst>
                          <a:ext uri="{FF2B5EF4-FFF2-40B4-BE49-F238E27FC236}">
                            <a16:creationId xmlns:a16="http://schemas.microsoft.com/office/drawing/2014/main" id="{5A2F9E77-269E-6BAD-AB0E-6BA31FDB192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05" name="Group 1904">
                      <a:extLst>
                        <a:ext uri="{FF2B5EF4-FFF2-40B4-BE49-F238E27FC236}">
                          <a16:creationId xmlns:a16="http://schemas.microsoft.com/office/drawing/2014/main" id="{8A73A975-AFC6-D615-D08B-753D9B0F0723}"/>
                        </a:ext>
                      </a:extLst>
                    </p:cNvPr>
                    <p:cNvGrpSpPr/>
                    <p:nvPr/>
                  </p:nvGrpSpPr>
                  <p:grpSpPr>
                    <a:xfrm rot="7200000">
                      <a:off x="5265196" y="3932619"/>
                      <a:ext cx="393192" cy="393192"/>
                      <a:chOff x="5354637" y="3446463"/>
                      <a:chExt cx="214313" cy="214313"/>
                    </a:xfrm>
                  </p:grpSpPr>
                  <p:sp>
                    <p:nvSpPr>
                      <p:cNvPr id="1907" name="Arc 1906">
                        <a:extLst>
                          <a:ext uri="{FF2B5EF4-FFF2-40B4-BE49-F238E27FC236}">
                            <a16:creationId xmlns:a16="http://schemas.microsoft.com/office/drawing/2014/main" id="{899BAA71-C7A0-7B53-1F74-85540B4E170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08" name="Arc 1907">
                        <a:extLst>
                          <a:ext uri="{FF2B5EF4-FFF2-40B4-BE49-F238E27FC236}">
                            <a16:creationId xmlns:a16="http://schemas.microsoft.com/office/drawing/2014/main" id="{8248542B-ADD3-75E1-2306-7F7560FF51D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06" name="TextBox 1905">
                      <a:extLst>
                        <a:ext uri="{FF2B5EF4-FFF2-40B4-BE49-F238E27FC236}">
                          <a16:creationId xmlns:a16="http://schemas.microsoft.com/office/drawing/2014/main" id="{A057C1C7-EC64-DDE9-7FFF-33EAC26135D1}"/>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880" name="Group 1879">
                    <a:extLst>
                      <a:ext uri="{FF2B5EF4-FFF2-40B4-BE49-F238E27FC236}">
                        <a16:creationId xmlns:a16="http://schemas.microsoft.com/office/drawing/2014/main" id="{1BDE8459-07A7-3036-C0E4-77FB7AC588EF}"/>
                      </a:ext>
                    </a:extLst>
                  </p:cNvPr>
                  <p:cNvGrpSpPr/>
                  <p:nvPr/>
                </p:nvGrpSpPr>
                <p:grpSpPr>
                  <a:xfrm>
                    <a:off x="6512463" y="3525040"/>
                    <a:ext cx="393192" cy="393192"/>
                    <a:chOff x="6389147" y="3357021"/>
                    <a:chExt cx="393192" cy="393192"/>
                  </a:xfrm>
                </p:grpSpPr>
                <p:grpSp>
                  <p:nvGrpSpPr>
                    <p:cNvPr id="1892" name="Group 1891">
                      <a:extLst>
                        <a:ext uri="{FF2B5EF4-FFF2-40B4-BE49-F238E27FC236}">
                          <a16:creationId xmlns:a16="http://schemas.microsoft.com/office/drawing/2014/main" id="{7A7158D2-7013-9321-102C-156500555D0B}"/>
                        </a:ext>
                      </a:extLst>
                    </p:cNvPr>
                    <p:cNvGrpSpPr/>
                    <p:nvPr/>
                  </p:nvGrpSpPr>
                  <p:grpSpPr>
                    <a:xfrm rot="7200000" flipH="1">
                      <a:off x="6389147" y="3357021"/>
                      <a:ext cx="393192" cy="393192"/>
                      <a:chOff x="5354637" y="3446463"/>
                      <a:chExt cx="214313" cy="214313"/>
                    </a:xfrm>
                  </p:grpSpPr>
                  <p:sp>
                    <p:nvSpPr>
                      <p:cNvPr id="1901" name="Arc 1900">
                        <a:extLst>
                          <a:ext uri="{FF2B5EF4-FFF2-40B4-BE49-F238E27FC236}">
                            <a16:creationId xmlns:a16="http://schemas.microsoft.com/office/drawing/2014/main" id="{A48EED55-7C81-81A7-F13E-D89CE5EBA11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02" name="Arc 1901">
                        <a:extLst>
                          <a:ext uri="{FF2B5EF4-FFF2-40B4-BE49-F238E27FC236}">
                            <a16:creationId xmlns:a16="http://schemas.microsoft.com/office/drawing/2014/main" id="{136DC623-48DE-AFF5-C87C-79CA41D0C29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93" name="Group 1892">
                      <a:extLst>
                        <a:ext uri="{FF2B5EF4-FFF2-40B4-BE49-F238E27FC236}">
                          <a16:creationId xmlns:a16="http://schemas.microsoft.com/office/drawing/2014/main" id="{15620B51-1479-5816-5957-137B393864C3}"/>
                        </a:ext>
                      </a:extLst>
                    </p:cNvPr>
                    <p:cNvGrpSpPr/>
                    <p:nvPr/>
                  </p:nvGrpSpPr>
                  <p:grpSpPr>
                    <a:xfrm>
                      <a:off x="6434137" y="3402011"/>
                      <a:ext cx="303213" cy="303213"/>
                      <a:chOff x="6434137" y="3402011"/>
                      <a:chExt cx="303213" cy="303213"/>
                    </a:xfrm>
                  </p:grpSpPr>
                  <p:grpSp>
                    <p:nvGrpSpPr>
                      <p:cNvPr id="1894" name="Group 1893">
                        <a:extLst>
                          <a:ext uri="{FF2B5EF4-FFF2-40B4-BE49-F238E27FC236}">
                            <a16:creationId xmlns:a16="http://schemas.microsoft.com/office/drawing/2014/main" id="{62073097-1DAD-D2C2-FD38-48986C2CABCC}"/>
                          </a:ext>
                        </a:extLst>
                      </p:cNvPr>
                      <p:cNvGrpSpPr/>
                      <p:nvPr/>
                    </p:nvGrpSpPr>
                    <p:grpSpPr>
                      <a:xfrm flipH="1">
                        <a:off x="6478587" y="3446461"/>
                        <a:ext cx="214313" cy="214313"/>
                        <a:chOff x="5354637" y="3446463"/>
                        <a:chExt cx="214313" cy="214313"/>
                      </a:xfrm>
                    </p:grpSpPr>
                    <p:sp>
                      <p:nvSpPr>
                        <p:cNvPr id="1899" name="Arc 1898">
                          <a:extLst>
                            <a:ext uri="{FF2B5EF4-FFF2-40B4-BE49-F238E27FC236}">
                              <a16:creationId xmlns:a16="http://schemas.microsoft.com/office/drawing/2014/main" id="{72C236CB-B3E9-1134-EFC6-2E71345D33A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00" name="Arc 1899">
                          <a:extLst>
                            <a:ext uri="{FF2B5EF4-FFF2-40B4-BE49-F238E27FC236}">
                              <a16:creationId xmlns:a16="http://schemas.microsoft.com/office/drawing/2014/main" id="{F61FCCC2-B3DE-E2C6-A3E8-42D8B10FD78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95" name="Group 1894">
                        <a:extLst>
                          <a:ext uri="{FF2B5EF4-FFF2-40B4-BE49-F238E27FC236}">
                            <a16:creationId xmlns:a16="http://schemas.microsoft.com/office/drawing/2014/main" id="{29FFCC49-025E-8481-64ED-2708ACD5FA8E}"/>
                          </a:ext>
                        </a:extLst>
                      </p:cNvPr>
                      <p:cNvGrpSpPr/>
                      <p:nvPr/>
                    </p:nvGrpSpPr>
                    <p:grpSpPr>
                      <a:xfrm rot="14400000" flipH="1">
                        <a:off x="6434137" y="3402011"/>
                        <a:ext cx="303213" cy="303213"/>
                        <a:chOff x="5354637" y="3446463"/>
                        <a:chExt cx="214313" cy="214313"/>
                      </a:xfrm>
                    </p:grpSpPr>
                    <p:sp>
                      <p:nvSpPr>
                        <p:cNvPr id="1897" name="Arc 1896">
                          <a:extLst>
                            <a:ext uri="{FF2B5EF4-FFF2-40B4-BE49-F238E27FC236}">
                              <a16:creationId xmlns:a16="http://schemas.microsoft.com/office/drawing/2014/main" id="{8FDF74E3-A404-F507-3DAC-ED621969A57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98" name="Arc 1897">
                          <a:extLst>
                            <a:ext uri="{FF2B5EF4-FFF2-40B4-BE49-F238E27FC236}">
                              <a16:creationId xmlns:a16="http://schemas.microsoft.com/office/drawing/2014/main" id="{4DFDFACD-18F9-69C3-D666-0E67924514A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96" name="TextBox 1895">
                        <a:extLst>
                          <a:ext uri="{FF2B5EF4-FFF2-40B4-BE49-F238E27FC236}">
                            <a16:creationId xmlns:a16="http://schemas.microsoft.com/office/drawing/2014/main" id="{8C4A474C-94D7-E175-7897-CFD7D26975F5}"/>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81" name="Group 1880">
                    <a:extLst>
                      <a:ext uri="{FF2B5EF4-FFF2-40B4-BE49-F238E27FC236}">
                        <a16:creationId xmlns:a16="http://schemas.microsoft.com/office/drawing/2014/main" id="{A0C32B67-E16B-D6B4-C52E-EEE3D874E38F}"/>
                      </a:ext>
                    </a:extLst>
                  </p:cNvPr>
                  <p:cNvGrpSpPr/>
                  <p:nvPr/>
                </p:nvGrpSpPr>
                <p:grpSpPr>
                  <a:xfrm>
                    <a:off x="6197413" y="3225768"/>
                    <a:ext cx="393192" cy="393192"/>
                    <a:chOff x="6389147" y="3932622"/>
                    <a:chExt cx="393192" cy="393192"/>
                  </a:xfrm>
                </p:grpSpPr>
                <p:grpSp>
                  <p:nvGrpSpPr>
                    <p:cNvPr id="1882" name="Group 1881">
                      <a:extLst>
                        <a:ext uri="{FF2B5EF4-FFF2-40B4-BE49-F238E27FC236}">
                          <a16:creationId xmlns:a16="http://schemas.microsoft.com/office/drawing/2014/main" id="{DBBBBC36-959E-1F9A-DC0A-D4588AF7133C}"/>
                        </a:ext>
                      </a:extLst>
                    </p:cNvPr>
                    <p:cNvGrpSpPr/>
                    <p:nvPr/>
                  </p:nvGrpSpPr>
                  <p:grpSpPr>
                    <a:xfrm flipH="1">
                      <a:off x="6478587" y="4022061"/>
                      <a:ext cx="214313" cy="214313"/>
                      <a:chOff x="5354637" y="3446463"/>
                      <a:chExt cx="214313" cy="214313"/>
                    </a:xfrm>
                  </p:grpSpPr>
                  <p:sp>
                    <p:nvSpPr>
                      <p:cNvPr id="1890" name="Arc 1889">
                        <a:extLst>
                          <a:ext uri="{FF2B5EF4-FFF2-40B4-BE49-F238E27FC236}">
                            <a16:creationId xmlns:a16="http://schemas.microsoft.com/office/drawing/2014/main" id="{57F63DE3-9F7A-36DE-40AC-FE982D0DE18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91" name="Arc 1890">
                        <a:extLst>
                          <a:ext uri="{FF2B5EF4-FFF2-40B4-BE49-F238E27FC236}">
                            <a16:creationId xmlns:a16="http://schemas.microsoft.com/office/drawing/2014/main" id="{C3EBEF4D-859D-D75E-8B4D-7A6A54C8261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83" name="Group 1882">
                      <a:extLst>
                        <a:ext uri="{FF2B5EF4-FFF2-40B4-BE49-F238E27FC236}">
                          <a16:creationId xmlns:a16="http://schemas.microsoft.com/office/drawing/2014/main" id="{FA9A9398-D775-AEEE-F558-CD1C18D6F996}"/>
                        </a:ext>
                      </a:extLst>
                    </p:cNvPr>
                    <p:cNvGrpSpPr/>
                    <p:nvPr/>
                  </p:nvGrpSpPr>
                  <p:grpSpPr>
                    <a:xfrm rot="7200000" flipH="1">
                      <a:off x="6434137" y="3977611"/>
                      <a:ext cx="303213" cy="303213"/>
                      <a:chOff x="5354637" y="3446463"/>
                      <a:chExt cx="214313" cy="214313"/>
                    </a:xfrm>
                  </p:grpSpPr>
                  <p:sp>
                    <p:nvSpPr>
                      <p:cNvPr id="1888" name="Arc 1887">
                        <a:extLst>
                          <a:ext uri="{FF2B5EF4-FFF2-40B4-BE49-F238E27FC236}">
                            <a16:creationId xmlns:a16="http://schemas.microsoft.com/office/drawing/2014/main" id="{6D5FDDE1-6989-B1AC-D4B1-6D4097C837E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89" name="Arc 1888">
                        <a:extLst>
                          <a:ext uri="{FF2B5EF4-FFF2-40B4-BE49-F238E27FC236}">
                            <a16:creationId xmlns:a16="http://schemas.microsoft.com/office/drawing/2014/main" id="{891DFFFD-D317-D8D5-A5DB-6080A567991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84" name="Group 1883">
                      <a:extLst>
                        <a:ext uri="{FF2B5EF4-FFF2-40B4-BE49-F238E27FC236}">
                          <a16:creationId xmlns:a16="http://schemas.microsoft.com/office/drawing/2014/main" id="{4CC053E9-41CC-310D-A0F0-3B6CA04A4751}"/>
                        </a:ext>
                      </a:extLst>
                    </p:cNvPr>
                    <p:cNvGrpSpPr/>
                    <p:nvPr/>
                  </p:nvGrpSpPr>
                  <p:grpSpPr>
                    <a:xfrm rot="14400000" flipH="1">
                      <a:off x="6389147" y="3932622"/>
                      <a:ext cx="393192" cy="393192"/>
                      <a:chOff x="5354637" y="3446463"/>
                      <a:chExt cx="214313" cy="214313"/>
                    </a:xfrm>
                  </p:grpSpPr>
                  <p:sp>
                    <p:nvSpPr>
                      <p:cNvPr id="1886" name="Arc 1885">
                        <a:extLst>
                          <a:ext uri="{FF2B5EF4-FFF2-40B4-BE49-F238E27FC236}">
                            <a16:creationId xmlns:a16="http://schemas.microsoft.com/office/drawing/2014/main" id="{EBC73459-8AA3-4241-6740-8E81BA4A8C1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87" name="Arc 1886">
                        <a:extLst>
                          <a:ext uri="{FF2B5EF4-FFF2-40B4-BE49-F238E27FC236}">
                            <a16:creationId xmlns:a16="http://schemas.microsoft.com/office/drawing/2014/main" id="{03444AF0-67F0-EEE2-0D10-4113F2052FB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85" name="TextBox 1884">
                      <a:extLst>
                        <a:ext uri="{FF2B5EF4-FFF2-40B4-BE49-F238E27FC236}">
                          <a16:creationId xmlns:a16="http://schemas.microsoft.com/office/drawing/2014/main" id="{F18FD389-DDC7-FBBC-9CE7-D3FF6EFBA975}"/>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31" name="Group 1830">
                  <a:extLst>
                    <a:ext uri="{FF2B5EF4-FFF2-40B4-BE49-F238E27FC236}">
                      <a16:creationId xmlns:a16="http://schemas.microsoft.com/office/drawing/2014/main" id="{F91E30F7-9EB3-1EAA-13F7-D6055EC19D13}"/>
                    </a:ext>
                  </a:extLst>
                </p:cNvPr>
                <p:cNvGrpSpPr/>
                <p:nvPr/>
              </p:nvGrpSpPr>
              <p:grpSpPr>
                <a:xfrm>
                  <a:off x="6069086" y="3246228"/>
                  <a:ext cx="1019224" cy="991639"/>
                  <a:chOff x="5886431" y="3225768"/>
                  <a:chExt cx="1019224" cy="991639"/>
                </a:xfrm>
              </p:grpSpPr>
              <p:grpSp>
                <p:nvGrpSpPr>
                  <p:cNvPr id="1832" name="Group 1831">
                    <a:extLst>
                      <a:ext uri="{FF2B5EF4-FFF2-40B4-BE49-F238E27FC236}">
                        <a16:creationId xmlns:a16="http://schemas.microsoft.com/office/drawing/2014/main" id="{15A67192-8676-CC74-6953-C801DCCDDC9B}"/>
                      </a:ext>
                    </a:extLst>
                  </p:cNvPr>
                  <p:cNvGrpSpPr/>
                  <p:nvPr/>
                </p:nvGrpSpPr>
                <p:grpSpPr>
                  <a:xfrm>
                    <a:off x="6197413" y="3824215"/>
                    <a:ext cx="393192" cy="393192"/>
                    <a:chOff x="5265196" y="3357021"/>
                    <a:chExt cx="393192" cy="393192"/>
                  </a:xfrm>
                </p:grpSpPr>
                <p:grpSp>
                  <p:nvGrpSpPr>
                    <p:cNvPr id="1867" name="Group 1866">
                      <a:extLst>
                        <a:ext uri="{FF2B5EF4-FFF2-40B4-BE49-F238E27FC236}">
                          <a16:creationId xmlns:a16="http://schemas.microsoft.com/office/drawing/2014/main" id="{FD9AB632-C44A-3759-CC74-9A70DED7E784}"/>
                        </a:ext>
                      </a:extLst>
                    </p:cNvPr>
                    <p:cNvGrpSpPr/>
                    <p:nvPr/>
                  </p:nvGrpSpPr>
                  <p:grpSpPr>
                    <a:xfrm rot="14400000">
                      <a:off x="5265196" y="3357021"/>
                      <a:ext cx="393192" cy="393192"/>
                      <a:chOff x="5354637" y="3446463"/>
                      <a:chExt cx="214313" cy="214313"/>
                    </a:xfrm>
                  </p:grpSpPr>
                  <p:sp>
                    <p:nvSpPr>
                      <p:cNvPr id="1876" name="Arc 1875">
                        <a:extLst>
                          <a:ext uri="{FF2B5EF4-FFF2-40B4-BE49-F238E27FC236}">
                            <a16:creationId xmlns:a16="http://schemas.microsoft.com/office/drawing/2014/main" id="{55B8F452-8B74-BCE5-6615-4DE00869EB8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77" name="Arc 1876">
                        <a:extLst>
                          <a:ext uri="{FF2B5EF4-FFF2-40B4-BE49-F238E27FC236}">
                            <a16:creationId xmlns:a16="http://schemas.microsoft.com/office/drawing/2014/main" id="{DB964D6A-389D-BCF7-3BB3-7775FEB9ACE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68" name="Group 1867">
                      <a:extLst>
                        <a:ext uri="{FF2B5EF4-FFF2-40B4-BE49-F238E27FC236}">
                          <a16:creationId xmlns:a16="http://schemas.microsoft.com/office/drawing/2014/main" id="{6F3B31F4-A03A-69F3-26D2-C610A16D8FC4}"/>
                        </a:ext>
                      </a:extLst>
                    </p:cNvPr>
                    <p:cNvGrpSpPr/>
                    <p:nvPr/>
                  </p:nvGrpSpPr>
                  <p:grpSpPr>
                    <a:xfrm>
                      <a:off x="5310186" y="3402011"/>
                      <a:ext cx="303213" cy="303213"/>
                      <a:chOff x="5310186" y="3402011"/>
                      <a:chExt cx="303213" cy="303213"/>
                    </a:xfrm>
                  </p:grpSpPr>
                  <p:grpSp>
                    <p:nvGrpSpPr>
                      <p:cNvPr id="1869" name="Group 1868">
                        <a:extLst>
                          <a:ext uri="{FF2B5EF4-FFF2-40B4-BE49-F238E27FC236}">
                            <a16:creationId xmlns:a16="http://schemas.microsoft.com/office/drawing/2014/main" id="{EC565620-DCA6-11FE-956D-889064CB1FFB}"/>
                          </a:ext>
                        </a:extLst>
                      </p:cNvPr>
                      <p:cNvGrpSpPr/>
                      <p:nvPr/>
                    </p:nvGrpSpPr>
                    <p:grpSpPr>
                      <a:xfrm>
                        <a:off x="5354636" y="3446461"/>
                        <a:ext cx="214313" cy="214313"/>
                        <a:chOff x="5354637" y="3446463"/>
                        <a:chExt cx="214313" cy="214313"/>
                      </a:xfrm>
                    </p:grpSpPr>
                    <p:sp>
                      <p:nvSpPr>
                        <p:cNvPr id="1874" name="Arc 1873">
                          <a:extLst>
                            <a:ext uri="{FF2B5EF4-FFF2-40B4-BE49-F238E27FC236}">
                              <a16:creationId xmlns:a16="http://schemas.microsoft.com/office/drawing/2014/main" id="{83BED10C-B653-1781-8600-418ED56A200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75" name="Arc 1874">
                          <a:extLst>
                            <a:ext uri="{FF2B5EF4-FFF2-40B4-BE49-F238E27FC236}">
                              <a16:creationId xmlns:a16="http://schemas.microsoft.com/office/drawing/2014/main" id="{96DBDDC9-40E8-9EB6-7D92-5996EC840FC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70" name="Group 1869">
                        <a:extLst>
                          <a:ext uri="{FF2B5EF4-FFF2-40B4-BE49-F238E27FC236}">
                            <a16:creationId xmlns:a16="http://schemas.microsoft.com/office/drawing/2014/main" id="{5964982C-A57D-8782-6DE0-E5DC17CD87D4}"/>
                          </a:ext>
                        </a:extLst>
                      </p:cNvPr>
                      <p:cNvGrpSpPr/>
                      <p:nvPr/>
                    </p:nvGrpSpPr>
                    <p:grpSpPr>
                      <a:xfrm rot="7200000">
                        <a:off x="5310186" y="3402011"/>
                        <a:ext cx="303213" cy="303213"/>
                        <a:chOff x="5354637" y="3446463"/>
                        <a:chExt cx="214313" cy="214313"/>
                      </a:xfrm>
                    </p:grpSpPr>
                    <p:sp>
                      <p:nvSpPr>
                        <p:cNvPr id="1872" name="Arc 1871">
                          <a:extLst>
                            <a:ext uri="{FF2B5EF4-FFF2-40B4-BE49-F238E27FC236}">
                              <a16:creationId xmlns:a16="http://schemas.microsoft.com/office/drawing/2014/main" id="{F2D29E91-C2C7-7785-ED4E-D4C42AB018D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73" name="Arc 1872">
                          <a:extLst>
                            <a:ext uri="{FF2B5EF4-FFF2-40B4-BE49-F238E27FC236}">
                              <a16:creationId xmlns:a16="http://schemas.microsoft.com/office/drawing/2014/main" id="{69251EB3-2FD4-5B5D-382C-811D583B345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71" name="TextBox 1870">
                        <a:extLst>
                          <a:ext uri="{FF2B5EF4-FFF2-40B4-BE49-F238E27FC236}">
                            <a16:creationId xmlns:a16="http://schemas.microsoft.com/office/drawing/2014/main" id="{B2B9CE82-6354-93D1-64A6-031A8FA2AB3B}"/>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33" name="Group 1832">
                    <a:extLst>
                      <a:ext uri="{FF2B5EF4-FFF2-40B4-BE49-F238E27FC236}">
                        <a16:creationId xmlns:a16="http://schemas.microsoft.com/office/drawing/2014/main" id="{475D45B2-66E4-B660-2F48-DB996DCC5ED2}"/>
                      </a:ext>
                    </a:extLst>
                  </p:cNvPr>
                  <p:cNvGrpSpPr/>
                  <p:nvPr/>
                </p:nvGrpSpPr>
                <p:grpSpPr>
                  <a:xfrm>
                    <a:off x="5886431" y="3525040"/>
                    <a:ext cx="393192" cy="393192"/>
                    <a:chOff x="5265196" y="3932619"/>
                    <a:chExt cx="393192" cy="393192"/>
                  </a:xfrm>
                </p:grpSpPr>
                <p:grpSp>
                  <p:nvGrpSpPr>
                    <p:cNvPr id="1857" name="Group 1856">
                      <a:extLst>
                        <a:ext uri="{FF2B5EF4-FFF2-40B4-BE49-F238E27FC236}">
                          <a16:creationId xmlns:a16="http://schemas.microsoft.com/office/drawing/2014/main" id="{697BCB89-9812-2B28-4C89-3EAA02DBF794}"/>
                        </a:ext>
                      </a:extLst>
                    </p:cNvPr>
                    <p:cNvGrpSpPr/>
                    <p:nvPr/>
                  </p:nvGrpSpPr>
                  <p:grpSpPr>
                    <a:xfrm>
                      <a:off x="5354636" y="4022061"/>
                      <a:ext cx="214313" cy="214313"/>
                      <a:chOff x="5354637" y="3446463"/>
                      <a:chExt cx="214313" cy="214313"/>
                    </a:xfrm>
                  </p:grpSpPr>
                  <p:sp>
                    <p:nvSpPr>
                      <p:cNvPr id="1865" name="Arc 1864">
                        <a:extLst>
                          <a:ext uri="{FF2B5EF4-FFF2-40B4-BE49-F238E27FC236}">
                            <a16:creationId xmlns:a16="http://schemas.microsoft.com/office/drawing/2014/main" id="{FB21CB31-DC54-EE4C-6410-57CE26D04A9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66" name="Arc 1865">
                        <a:extLst>
                          <a:ext uri="{FF2B5EF4-FFF2-40B4-BE49-F238E27FC236}">
                            <a16:creationId xmlns:a16="http://schemas.microsoft.com/office/drawing/2014/main" id="{365A24C6-4AA9-0952-BCC3-057468D3BC0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58" name="Group 1857">
                      <a:extLst>
                        <a:ext uri="{FF2B5EF4-FFF2-40B4-BE49-F238E27FC236}">
                          <a16:creationId xmlns:a16="http://schemas.microsoft.com/office/drawing/2014/main" id="{B16B3AF2-52EC-D277-4495-C19398A4F54A}"/>
                        </a:ext>
                      </a:extLst>
                    </p:cNvPr>
                    <p:cNvGrpSpPr/>
                    <p:nvPr/>
                  </p:nvGrpSpPr>
                  <p:grpSpPr>
                    <a:xfrm rot="14400000">
                      <a:off x="5310186" y="3977611"/>
                      <a:ext cx="303213" cy="303213"/>
                      <a:chOff x="5354637" y="3446463"/>
                      <a:chExt cx="214313" cy="214313"/>
                    </a:xfrm>
                  </p:grpSpPr>
                  <p:sp>
                    <p:nvSpPr>
                      <p:cNvPr id="1863" name="Arc 1862">
                        <a:extLst>
                          <a:ext uri="{FF2B5EF4-FFF2-40B4-BE49-F238E27FC236}">
                            <a16:creationId xmlns:a16="http://schemas.microsoft.com/office/drawing/2014/main" id="{157625F0-20E3-5C0D-CEC9-E62059E01B7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64" name="Arc 1863">
                        <a:extLst>
                          <a:ext uri="{FF2B5EF4-FFF2-40B4-BE49-F238E27FC236}">
                            <a16:creationId xmlns:a16="http://schemas.microsoft.com/office/drawing/2014/main" id="{65F3004F-7CB3-0F5D-DE02-F8EF03E46D6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59" name="Group 1858">
                      <a:extLst>
                        <a:ext uri="{FF2B5EF4-FFF2-40B4-BE49-F238E27FC236}">
                          <a16:creationId xmlns:a16="http://schemas.microsoft.com/office/drawing/2014/main" id="{2AAC3651-977E-5942-588C-0F65F3A7D309}"/>
                        </a:ext>
                      </a:extLst>
                    </p:cNvPr>
                    <p:cNvGrpSpPr/>
                    <p:nvPr/>
                  </p:nvGrpSpPr>
                  <p:grpSpPr>
                    <a:xfrm rot="7200000">
                      <a:off x="5265196" y="3932619"/>
                      <a:ext cx="393192" cy="393192"/>
                      <a:chOff x="5354637" y="3446463"/>
                      <a:chExt cx="214313" cy="214313"/>
                    </a:xfrm>
                  </p:grpSpPr>
                  <p:sp>
                    <p:nvSpPr>
                      <p:cNvPr id="1861" name="Arc 1860">
                        <a:extLst>
                          <a:ext uri="{FF2B5EF4-FFF2-40B4-BE49-F238E27FC236}">
                            <a16:creationId xmlns:a16="http://schemas.microsoft.com/office/drawing/2014/main" id="{5C103B36-3B47-8616-5271-C0387082AD7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62" name="Arc 1861">
                        <a:extLst>
                          <a:ext uri="{FF2B5EF4-FFF2-40B4-BE49-F238E27FC236}">
                            <a16:creationId xmlns:a16="http://schemas.microsoft.com/office/drawing/2014/main" id="{4BFB0D21-8FAD-A91F-9104-04510FDAA6C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60" name="TextBox 1859">
                      <a:extLst>
                        <a:ext uri="{FF2B5EF4-FFF2-40B4-BE49-F238E27FC236}">
                          <a16:creationId xmlns:a16="http://schemas.microsoft.com/office/drawing/2014/main" id="{D42A4E8A-C1BF-6603-FFBE-2770940792F4}"/>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834" name="Group 1833">
                    <a:extLst>
                      <a:ext uri="{FF2B5EF4-FFF2-40B4-BE49-F238E27FC236}">
                        <a16:creationId xmlns:a16="http://schemas.microsoft.com/office/drawing/2014/main" id="{2135D80C-640C-16C7-E4D8-FDEC4229850C}"/>
                      </a:ext>
                    </a:extLst>
                  </p:cNvPr>
                  <p:cNvGrpSpPr/>
                  <p:nvPr/>
                </p:nvGrpSpPr>
                <p:grpSpPr>
                  <a:xfrm>
                    <a:off x="6512463" y="3525040"/>
                    <a:ext cx="393192" cy="393192"/>
                    <a:chOff x="6389147" y="3357021"/>
                    <a:chExt cx="393192" cy="393192"/>
                  </a:xfrm>
                </p:grpSpPr>
                <p:grpSp>
                  <p:nvGrpSpPr>
                    <p:cNvPr id="1846" name="Group 1845">
                      <a:extLst>
                        <a:ext uri="{FF2B5EF4-FFF2-40B4-BE49-F238E27FC236}">
                          <a16:creationId xmlns:a16="http://schemas.microsoft.com/office/drawing/2014/main" id="{75F94CB2-F94A-2072-133E-0424BC9A7DC5}"/>
                        </a:ext>
                      </a:extLst>
                    </p:cNvPr>
                    <p:cNvGrpSpPr/>
                    <p:nvPr/>
                  </p:nvGrpSpPr>
                  <p:grpSpPr>
                    <a:xfrm rot="7200000" flipH="1">
                      <a:off x="6389147" y="3357021"/>
                      <a:ext cx="393192" cy="393192"/>
                      <a:chOff x="5354637" y="3446463"/>
                      <a:chExt cx="214313" cy="214313"/>
                    </a:xfrm>
                  </p:grpSpPr>
                  <p:sp>
                    <p:nvSpPr>
                      <p:cNvPr id="1855" name="Arc 1854">
                        <a:extLst>
                          <a:ext uri="{FF2B5EF4-FFF2-40B4-BE49-F238E27FC236}">
                            <a16:creationId xmlns:a16="http://schemas.microsoft.com/office/drawing/2014/main" id="{805320EF-FD49-647A-C617-01C466C375E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56" name="Arc 1855">
                        <a:extLst>
                          <a:ext uri="{FF2B5EF4-FFF2-40B4-BE49-F238E27FC236}">
                            <a16:creationId xmlns:a16="http://schemas.microsoft.com/office/drawing/2014/main" id="{F6E26E33-AD87-4483-CB13-03A0E845415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47" name="Group 1846">
                      <a:extLst>
                        <a:ext uri="{FF2B5EF4-FFF2-40B4-BE49-F238E27FC236}">
                          <a16:creationId xmlns:a16="http://schemas.microsoft.com/office/drawing/2014/main" id="{44614D41-3A16-4B84-D627-FF17A18C9042}"/>
                        </a:ext>
                      </a:extLst>
                    </p:cNvPr>
                    <p:cNvGrpSpPr/>
                    <p:nvPr/>
                  </p:nvGrpSpPr>
                  <p:grpSpPr>
                    <a:xfrm>
                      <a:off x="6434137" y="3402011"/>
                      <a:ext cx="303213" cy="303213"/>
                      <a:chOff x="6434137" y="3402011"/>
                      <a:chExt cx="303213" cy="303213"/>
                    </a:xfrm>
                  </p:grpSpPr>
                  <p:grpSp>
                    <p:nvGrpSpPr>
                      <p:cNvPr id="1848" name="Group 1847">
                        <a:extLst>
                          <a:ext uri="{FF2B5EF4-FFF2-40B4-BE49-F238E27FC236}">
                            <a16:creationId xmlns:a16="http://schemas.microsoft.com/office/drawing/2014/main" id="{0C1DE7FD-8889-31CA-79CC-3BA79733ADF8}"/>
                          </a:ext>
                        </a:extLst>
                      </p:cNvPr>
                      <p:cNvGrpSpPr/>
                      <p:nvPr/>
                    </p:nvGrpSpPr>
                    <p:grpSpPr>
                      <a:xfrm flipH="1">
                        <a:off x="6478587" y="3446461"/>
                        <a:ext cx="214313" cy="214313"/>
                        <a:chOff x="5354637" y="3446463"/>
                        <a:chExt cx="214313" cy="214313"/>
                      </a:xfrm>
                    </p:grpSpPr>
                    <p:sp>
                      <p:nvSpPr>
                        <p:cNvPr id="1853" name="Arc 1852">
                          <a:extLst>
                            <a:ext uri="{FF2B5EF4-FFF2-40B4-BE49-F238E27FC236}">
                              <a16:creationId xmlns:a16="http://schemas.microsoft.com/office/drawing/2014/main" id="{9D5AD670-A293-5A7E-9A8A-00DB6F7D907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54" name="Arc 1853">
                          <a:extLst>
                            <a:ext uri="{FF2B5EF4-FFF2-40B4-BE49-F238E27FC236}">
                              <a16:creationId xmlns:a16="http://schemas.microsoft.com/office/drawing/2014/main" id="{0C173783-475D-9960-44D1-1D447ABFA45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49" name="Group 1848">
                        <a:extLst>
                          <a:ext uri="{FF2B5EF4-FFF2-40B4-BE49-F238E27FC236}">
                            <a16:creationId xmlns:a16="http://schemas.microsoft.com/office/drawing/2014/main" id="{F6E73E93-6586-46FC-6C06-FE6DC3D638CC}"/>
                          </a:ext>
                        </a:extLst>
                      </p:cNvPr>
                      <p:cNvGrpSpPr/>
                      <p:nvPr/>
                    </p:nvGrpSpPr>
                    <p:grpSpPr>
                      <a:xfrm rot="14400000" flipH="1">
                        <a:off x="6434137" y="3402011"/>
                        <a:ext cx="303213" cy="303213"/>
                        <a:chOff x="5354637" y="3446463"/>
                        <a:chExt cx="214313" cy="214313"/>
                      </a:xfrm>
                    </p:grpSpPr>
                    <p:sp>
                      <p:nvSpPr>
                        <p:cNvPr id="1851" name="Arc 1850">
                          <a:extLst>
                            <a:ext uri="{FF2B5EF4-FFF2-40B4-BE49-F238E27FC236}">
                              <a16:creationId xmlns:a16="http://schemas.microsoft.com/office/drawing/2014/main" id="{67889999-F374-9E4C-6070-4DF0F6CE49E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52" name="Arc 1851">
                          <a:extLst>
                            <a:ext uri="{FF2B5EF4-FFF2-40B4-BE49-F238E27FC236}">
                              <a16:creationId xmlns:a16="http://schemas.microsoft.com/office/drawing/2014/main" id="{9A25B751-374A-D865-337E-E85BC8743FC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50" name="TextBox 1849">
                        <a:extLst>
                          <a:ext uri="{FF2B5EF4-FFF2-40B4-BE49-F238E27FC236}">
                            <a16:creationId xmlns:a16="http://schemas.microsoft.com/office/drawing/2014/main" id="{69648D9B-FD44-BDBE-2C8B-ECE35C273BB3}"/>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35" name="Group 1834">
                    <a:extLst>
                      <a:ext uri="{FF2B5EF4-FFF2-40B4-BE49-F238E27FC236}">
                        <a16:creationId xmlns:a16="http://schemas.microsoft.com/office/drawing/2014/main" id="{0AC0FA58-2866-A219-D50A-A33131103EC4}"/>
                      </a:ext>
                    </a:extLst>
                  </p:cNvPr>
                  <p:cNvGrpSpPr/>
                  <p:nvPr/>
                </p:nvGrpSpPr>
                <p:grpSpPr>
                  <a:xfrm>
                    <a:off x="6197413" y="3225768"/>
                    <a:ext cx="393192" cy="393192"/>
                    <a:chOff x="6389147" y="3932622"/>
                    <a:chExt cx="393192" cy="393192"/>
                  </a:xfrm>
                </p:grpSpPr>
                <p:grpSp>
                  <p:nvGrpSpPr>
                    <p:cNvPr id="1836" name="Group 1835">
                      <a:extLst>
                        <a:ext uri="{FF2B5EF4-FFF2-40B4-BE49-F238E27FC236}">
                          <a16:creationId xmlns:a16="http://schemas.microsoft.com/office/drawing/2014/main" id="{4168A87B-E4A1-2D59-6AE3-BC157FD98889}"/>
                        </a:ext>
                      </a:extLst>
                    </p:cNvPr>
                    <p:cNvGrpSpPr/>
                    <p:nvPr/>
                  </p:nvGrpSpPr>
                  <p:grpSpPr>
                    <a:xfrm flipH="1">
                      <a:off x="6478587" y="4022061"/>
                      <a:ext cx="214313" cy="214313"/>
                      <a:chOff x="5354637" y="3446463"/>
                      <a:chExt cx="214313" cy="214313"/>
                    </a:xfrm>
                  </p:grpSpPr>
                  <p:sp>
                    <p:nvSpPr>
                      <p:cNvPr id="1844" name="Arc 1843">
                        <a:extLst>
                          <a:ext uri="{FF2B5EF4-FFF2-40B4-BE49-F238E27FC236}">
                            <a16:creationId xmlns:a16="http://schemas.microsoft.com/office/drawing/2014/main" id="{8A5B85C9-F7C6-C4C7-BF17-F4918148551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45" name="Arc 1844">
                        <a:extLst>
                          <a:ext uri="{FF2B5EF4-FFF2-40B4-BE49-F238E27FC236}">
                            <a16:creationId xmlns:a16="http://schemas.microsoft.com/office/drawing/2014/main" id="{2639B4AA-1419-C62A-EDE0-029C4F16F6B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37" name="Group 1836">
                      <a:extLst>
                        <a:ext uri="{FF2B5EF4-FFF2-40B4-BE49-F238E27FC236}">
                          <a16:creationId xmlns:a16="http://schemas.microsoft.com/office/drawing/2014/main" id="{28260C14-A4B6-4142-641E-2B7649C838BF}"/>
                        </a:ext>
                      </a:extLst>
                    </p:cNvPr>
                    <p:cNvGrpSpPr/>
                    <p:nvPr/>
                  </p:nvGrpSpPr>
                  <p:grpSpPr>
                    <a:xfrm rot="7200000" flipH="1">
                      <a:off x="6434137" y="3977611"/>
                      <a:ext cx="303213" cy="303213"/>
                      <a:chOff x="5354637" y="3446463"/>
                      <a:chExt cx="214313" cy="214313"/>
                    </a:xfrm>
                  </p:grpSpPr>
                  <p:sp>
                    <p:nvSpPr>
                      <p:cNvPr id="1842" name="Arc 1841">
                        <a:extLst>
                          <a:ext uri="{FF2B5EF4-FFF2-40B4-BE49-F238E27FC236}">
                            <a16:creationId xmlns:a16="http://schemas.microsoft.com/office/drawing/2014/main" id="{D1603AFD-A880-65B5-B127-CEB9F0C7826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43" name="Arc 1842">
                        <a:extLst>
                          <a:ext uri="{FF2B5EF4-FFF2-40B4-BE49-F238E27FC236}">
                            <a16:creationId xmlns:a16="http://schemas.microsoft.com/office/drawing/2014/main" id="{967D4386-3EBC-F9D0-D539-45DA0E314CA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38" name="Group 1837">
                      <a:extLst>
                        <a:ext uri="{FF2B5EF4-FFF2-40B4-BE49-F238E27FC236}">
                          <a16:creationId xmlns:a16="http://schemas.microsoft.com/office/drawing/2014/main" id="{E94B8CDF-0654-CFED-03D6-A831A060A2D6}"/>
                        </a:ext>
                      </a:extLst>
                    </p:cNvPr>
                    <p:cNvGrpSpPr/>
                    <p:nvPr/>
                  </p:nvGrpSpPr>
                  <p:grpSpPr>
                    <a:xfrm rot="14400000" flipH="1">
                      <a:off x="6389147" y="3932622"/>
                      <a:ext cx="393192" cy="393192"/>
                      <a:chOff x="5354637" y="3446463"/>
                      <a:chExt cx="214313" cy="214313"/>
                    </a:xfrm>
                  </p:grpSpPr>
                  <p:sp>
                    <p:nvSpPr>
                      <p:cNvPr id="1840" name="Arc 1839">
                        <a:extLst>
                          <a:ext uri="{FF2B5EF4-FFF2-40B4-BE49-F238E27FC236}">
                            <a16:creationId xmlns:a16="http://schemas.microsoft.com/office/drawing/2014/main" id="{048C61E4-0EDF-2E06-481F-2072D6DBF1B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41" name="Arc 1840">
                        <a:extLst>
                          <a:ext uri="{FF2B5EF4-FFF2-40B4-BE49-F238E27FC236}">
                            <a16:creationId xmlns:a16="http://schemas.microsoft.com/office/drawing/2014/main" id="{B3E9C8C7-643B-6EE4-B38E-06D51BA9DA0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39" name="TextBox 1838">
                      <a:extLst>
                        <a:ext uri="{FF2B5EF4-FFF2-40B4-BE49-F238E27FC236}">
                          <a16:creationId xmlns:a16="http://schemas.microsoft.com/office/drawing/2014/main" id="{D13478D9-5492-3393-F5DE-270C5A137DF0}"/>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735" name="Group 1734">
                <a:extLst>
                  <a:ext uri="{FF2B5EF4-FFF2-40B4-BE49-F238E27FC236}">
                    <a16:creationId xmlns:a16="http://schemas.microsoft.com/office/drawing/2014/main" id="{39EFD143-FEE9-9062-12D2-A26C079E4C2A}"/>
                  </a:ext>
                </a:extLst>
              </p:cNvPr>
              <p:cNvGrpSpPr/>
              <p:nvPr/>
            </p:nvGrpSpPr>
            <p:grpSpPr>
              <a:xfrm>
                <a:off x="6065340" y="2039507"/>
                <a:ext cx="1643204" cy="1593124"/>
                <a:chOff x="5445106" y="2644743"/>
                <a:chExt cx="1643204" cy="1593124"/>
              </a:xfrm>
            </p:grpSpPr>
            <p:grpSp>
              <p:nvGrpSpPr>
                <p:cNvPr id="1736" name="Group 1735">
                  <a:extLst>
                    <a:ext uri="{FF2B5EF4-FFF2-40B4-BE49-F238E27FC236}">
                      <a16:creationId xmlns:a16="http://schemas.microsoft.com/office/drawing/2014/main" id="{24374DE5-2799-C684-786D-09C33D3283EA}"/>
                    </a:ext>
                  </a:extLst>
                </p:cNvPr>
                <p:cNvGrpSpPr/>
                <p:nvPr/>
              </p:nvGrpSpPr>
              <p:grpSpPr>
                <a:xfrm>
                  <a:off x="5445106" y="2644743"/>
                  <a:ext cx="1019224" cy="991639"/>
                  <a:chOff x="5886431" y="3225768"/>
                  <a:chExt cx="1019224" cy="991639"/>
                </a:xfrm>
              </p:grpSpPr>
              <p:grpSp>
                <p:nvGrpSpPr>
                  <p:cNvPr id="1784" name="Group 1783">
                    <a:extLst>
                      <a:ext uri="{FF2B5EF4-FFF2-40B4-BE49-F238E27FC236}">
                        <a16:creationId xmlns:a16="http://schemas.microsoft.com/office/drawing/2014/main" id="{92C8C12F-B1A4-2754-EFA2-5E24E366AB5B}"/>
                      </a:ext>
                    </a:extLst>
                  </p:cNvPr>
                  <p:cNvGrpSpPr/>
                  <p:nvPr/>
                </p:nvGrpSpPr>
                <p:grpSpPr>
                  <a:xfrm>
                    <a:off x="6197413" y="3824215"/>
                    <a:ext cx="393192" cy="393192"/>
                    <a:chOff x="5265196" y="3357021"/>
                    <a:chExt cx="393192" cy="393192"/>
                  </a:xfrm>
                </p:grpSpPr>
                <p:grpSp>
                  <p:nvGrpSpPr>
                    <p:cNvPr id="1819" name="Group 1818">
                      <a:extLst>
                        <a:ext uri="{FF2B5EF4-FFF2-40B4-BE49-F238E27FC236}">
                          <a16:creationId xmlns:a16="http://schemas.microsoft.com/office/drawing/2014/main" id="{B3683B23-11C4-9E27-C0E2-C79FAE7B6785}"/>
                        </a:ext>
                      </a:extLst>
                    </p:cNvPr>
                    <p:cNvGrpSpPr/>
                    <p:nvPr/>
                  </p:nvGrpSpPr>
                  <p:grpSpPr>
                    <a:xfrm rot="14400000">
                      <a:off x="5265196" y="3357021"/>
                      <a:ext cx="393192" cy="393192"/>
                      <a:chOff x="5354637" y="3446463"/>
                      <a:chExt cx="214313" cy="214313"/>
                    </a:xfrm>
                  </p:grpSpPr>
                  <p:sp>
                    <p:nvSpPr>
                      <p:cNvPr id="1828" name="Arc 1827">
                        <a:extLst>
                          <a:ext uri="{FF2B5EF4-FFF2-40B4-BE49-F238E27FC236}">
                            <a16:creationId xmlns:a16="http://schemas.microsoft.com/office/drawing/2014/main" id="{D93C8424-2299-F048-EC25-93E3A3B1D3C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29" name="Arc 1828">
                        <a:extLst>
                          <a:ext uri="{FF2B5EF4-FFF2-40B4-BE49-F238E27FC236}">
                            <a16:creationId xmlns:a16="http://schemas.microsoft.com/office/drawing/2014/main" id="{DF9E5FA0-EBA7-65BE-0E8A-17D33C0D719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20" name="Group 1819">
                      <a:extLst>
                        <a:ext uri="{FF2B5EF4-FFF2-40B4-BE49-F238E27FC236}">
                          <a16:creationId xmlns:a16="http://schemas.microsoft.com/office/drawing/2014/main" id="{D4EBA6E7-278F-1596-2696-CC3CCCB68053}"/>
                        </a:ext>
                      </a:extLst>
                    </p:cNvPr>
                    <p:cNvGrpSpPr/>
                    <p:nvPr/>
                  </p:nvGrpSpPr>
                  <p:grpSpPr>
                    <a:xfrm>
                      <a:off x="5310186" y="3402011"/>
                      <a:ext cx="303213" cy="303213"/>
                      <a:chOff x="5310186" y="3402011"/>
                      <a:chExt cx="303213" cy="303213"/>
                    </a:xfrm>
                  </p:grpSpPr>
                  <p:grpSp>
                    <p:nvGrpSpPr>
                      <p:cNvPr id="1821" name="Group 1820">
                        <a:extLst>
                          <a:ext uri="{FF2B5EF4-FFF2-40B4-BE49-F238E27FC236}">
                            <a16:creationId xmlns:a16="http://schemas.microsoft.com/office/drawing/2014/main" id="{5991C834-3710-E79B-B5E1-4051087F4A72}"/>
                          </a:ext>
                        </a:extLst>
                      </p:cNvPr>
                      <p:cNvGrpSpPr/>
                      <p:nvPr/>
                    </p:nvGrpSpPr>
                    <p:grpSpPr>
                      <a:xfrm>
                        <a:off x="5354636" y="3446461"/>
                        <a:ext cx="214313" cy="214313"/>
                        <a:chOff x="5354637" y="3446463"/>
                        <a:chExt cx="214313" cy="214313"/>
                      </a:xfrm>
                    </p:grpSpPr>
                    <p:sp>
                      <p:nvSpPr>
                        <p:cNvPr id="1826" name="Arc 1825">
                          <a:extLst>
                            <a:ext uri="{FF2B5EF4-FFF2-40B4-BE49-F238E27FC236}">
                              <a16:creationId xmlns:a16="http://schemas.microsoft.com/office/drawing/2014/main" id="{B5178FA2-DACC-F55E-A7CD-BC846FF19B5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27" name="Arc 1826">
                          <a:extLst>
                            <a:ext uri="{FF2B5EF4-FFF2-40B4-BE49-F238E27FC236}">
                              <a16:creationId xmlns:a16="http://schemas.microsoft.com/office/drawing/2014/main" id="{66A9417E-095F-BA68-5D0A-48BF4D806E4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22" name="Group 1821">
                        <a:extLst>
                          <a:ext uri="{FF2B5EF4-FFF2-40B4-BE49-F238E27FC236}">
                            <a16:creationId xmlns:a16="http://schemas.microsoft.com/office/drawing/2014/main" id="{88B25B95-9851-3FDE-4713-5CE741FD92E7}"/>
                          </a:ext>
                        </a:extLst>
                      </p:cNvPr>
                      <p:cNvGrpSpPr/>
                      <p:nvPr/>
                    </p:nvGrpSpPr>
                    <p:grpSpPr>
                      <a:xfrm rot="7200000">
                        <a:off x="5310186" y="3402011"/>
                        <a:ext cx="303213" cy="303213"/>
                        <a:chOff x="5354637" y="3446463"/>
                        <a:chExt cx="214313" cy="214313"/>
                      </a:xfrm>
                    </p:grpSpPr>
                    <p:sp>
                      <p:nvSpPr>
                        <p:cNvPr id="1824" name="Arc 1823">
                          <a:extLst>
                            <a:ext uri="{FF2B5EF4-FFF2-40B4-BE49-F238E27FC236}">
                              <a16:creationId xmlns:a16="http://schemas.microsoft.com/office/drawing/2014/main" id="{3D7E0655-3DFA-FFF7-A890-472B1E84679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25" name="Arc 1824">
                          <a:extLst>
                            <a:ext uri="{FF2B5EF4-FFF2-40B4-BE49-F238E27FC236}">
                              <a16:creationId xmlns:a16="http://schemas.microsoft.com/office/drawing/2014/main" id="{82461C3B-718E-E6FB-2897-29A7568CBC2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23" name="TextBox 1822">
                        <a:extLst>
                          <a:ext uri="{FF2B5EF4-FFF2-40B4-BE49-F238E27FC236}">
                            <a16:creationId xmlns:a16="http://schemas.microsoft.com/office/drawing/2014/main" id="{11641DAB-AF17-C8EF-3844-14BAC43DD30D}"/>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85" name="Group 1784">
                    <a:extLst>
                      <a:ext uri="{FF2B5EF4-FFF2-40B4-BE49-F238E27FC236}">
                        <a16:creationId xmlns:a16="http://schemas.microsoft.com/office/drawing/2014/main" id="{FFDAB9BD-77B3-598A-946E-8F883B52F836}"/>
                      </a:ext>
                    </a:extLst>
                  </p:cNvPr>
                  <p:cNvGrpSpPr/>
                  <p:nvPr/>
                </p:nvGrpSpPr>
                <p:grpSpPr>
                  <a:xfrm>
                    <a:off x="5886431" y="3525040"/>
                    <a:ext cx="393192" cy="393192"/>
                    <a:chOff x="5265196" y="3932619"/>
                    <a:chExt cx="393192" cy="393192"/>
                  </a:xfrm>
                </p:grpSpPr>
                <p:grpSp>
                  <p:nvGrpSpPr>
                    <p:cNvPr id="1809" name="Group 1808">
                      <a:extLst>
                        <a:ext uri="{FF2B5EF4-FFF2-40B4-BE49-F238E27FC236}">
                          <a16:creationId xmlns:a16="http://schemas.microsoft.com/office/drawing/2014/main" id="{354481C7-3F96-B918-138D-FBF9DA4740AE}"/>
                        </a:ext>
                      </a:extLst>
                    </p:cNvPr>
                    <p:cNvGrpSpPr/>
                    <p:nvPr/>
                  </p:nvGrpSpPr>
                  <p:grpSpPr>
                    <a:xfrm>
                      <a:off x="5354636" y="4022061"/>
                      <a:ext cx="214313" cy="214313"/>
                      <a:chOff x="5354637" y="3446463"/>
                      <a:chExt cx="214313" cy="214313"/>
                    </a:xfrm>
                  </p:grpSpPr>
                  <p:sp>
                    <p:nvSpPr>
                      <p:cNvPr id="1817" name="Arc 1816">
                        <a:extLst>
                          <a:ext uri="{FF2B5EF4-FFF2-40B4-BE49-F238E27FC236}">
                            <a16:creationId xmlns:a16="http://schemas.microsoft.com/office/drawing/2014/main" id="{0B76E752-239A-5E04-7909-408E42E0C74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18" name="Arc 1817">
                        <a:extLst>
                          <a:ext uri="{FF2B5EF4-FFF2-40B4-BE49-F238E27FC236}">
                            <a16:creationId xmlns:a16="http://schemas.microsoft.com/office/drawing/2014/main" id="{9C46E2FB-9F88-1DF3-7B8B-A8EE455D8BD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10" name="Group 1809">
                      <a:extLst>
                        <a:ext uri="{FF2B5EF4-FFF2-40B4-BE49-F238E27FC236}">
                          <a16:creationId xmlns:a16="http://schemas.microsoft.com/office/drawing/2014/main" id="{D5421AF6-8BE3-F31B-C732-02BCD811F663}"/>
                        </a:ext>
                      </a:extLst>
                    </p:cNvPr>
                    <p:cNvGrpSpPr/>
                    <p:nvPr/>
                  </p:nvGrpSpPr>
                  <p:grpSpPr>
                    <a:xfrm rot="14400000">
                      <a:off x="5310186" y="3977611"/>
                      <a:ext cx="303213" cy="303213"/>
                      <a:chOff x="5354637" y="3446463"/>
                      <a:chExt cx="214313" cy="214313"/>
                    </a:xfrm>
                  </p:grpSpPr>
                  <p:sp>
                    <p:nvSpPr>
                      <p:cNvPr id="1815" name="Arc 1814">
                        <a:extLst>
                          <a:ext uri="{FF2B5EF4-FFF2-40B4-BE49-F238E27FC236}">
                            <a16:creationId xmlns:a16="http://schemas.microsoft.com/office/drawing/2014/main" id="{5221A46C-FB52-76C6-BEC3-CCB89F40CED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16" name="Arc 1815">
                        <a:extLst>
                          <a:ext uri="{FF2B5EF4-FFF2-40B4-BE49-F238E27FC236}">
                            <a16:creationId xmlns:a16="http://schemas.microsoft.com/office/drawing/2014/main" id="{17E574A8-CD08-956D-BFB2-009F23FFAF5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11" name="Group 1810">
                      <a:extLst>
                        <a:ext uri="{FF2B5EF4-FFF2-40B4-BE49-F238E27FC236}">
                          <a16:creationId xmlns:a16="http://schemas.microsoft.com/office/drawing/2014/main" id="{F2B2A17B-04DF-0338-30A1-6165C307676C}"/>
                        </a:ext>
                      </a:extLst>
                    </p:cNvPr>
                    <p:cNvGrpSpPr/>
                    <p:nvPr/>
                  </p:nvGrpSpPr>
                  <p:grpSpPr>
                    <a:xfrm rot="7200000">
                      <a:off x="5265196" y="3932619"/>
                      <a:ext cx="393192" cy="393192"/>
                      <a:chOff x="5354637" y="3446463"/>
                      <a:chExt cx="214313" cy="214313"/>
                    </a:xfrm>
                  </p:grpSpPr>
                  <p:sp>
                    <p:nvSpPr>
                      <p:cNvPr id="1813" name="Arc 1812">
                        <a:extLst>
                          <a:ext uri="{FF2B5EF4-FFF2-40B4-BE49-F238E27FC236}">
                            <a16:creationId xmlns:a16="http://schemas.microsoft.com/office/drawing/2014/main" id="{651B8668-53E0-D551-9DB8-AD6E7D11E9D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14" name="Arc 1813">
                        <a:extLst>
                          <a:ext uri="{FF2B5EF4-FFF2-40B4-BE49-F238E27FC236}">
                            <a16:creationId xmlns:a16="http://schemas.microsoft.com/office/drawing/2014/main" id="{DCDB6DD1-33B0-947F-16DD-6F82BE25C52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12" name="TextBox 1811">
                      <a:extLst>
                        <a:ext uri="{FF2B5EF4-FFF2-40B4-BE49-F238E27FC236}">
                          <a16:creationId xmlns:a16="http://schemas.microsoft.com/office/drawing/2014/main" id="{2E941CEF-45A1-CEA9-028B-B9B14D979D2E}"/>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786" name="Group 1785">
                    <a:extLst>
                      <a:ext uri="{FF2B5EF4-FFF2-40B4-BE49-F238E27FC236}">
                        <a16:creationId xmlns:a16="http://schemas.microsoft.com/office/drawing/2014/main" id="{8B04A28C-9C69-D5CD-02BE-37301AE89026}"/>
                      </a:ext>
                    </a:extLst>
                  </p:cNvPr>
                  <p:cNvGrpSpPr/>
                  <p:nvPr/>
                </p:nvGrpSpPr>
                <p:grpSpPr>
                  <a:xfrm>
                    <a:off x="6512463" y="3525040"/>
                    <a:ext cx="393192" cy="393192"/>
                    <a:chOff x="6389147" y="3357021"/>
                    <a:chExt cx="393192" cy="393192"/>
                  </a:xfrm>
                </p:grpSpPr>
                <p:grpSp>
                  <p:nvGrpSpPr>
                    <p:cNvPr id="1798" name="Group 1797">
                      <a:extLst>
                        <a:ext uri="{FF2B5EF4-FFF2-40B4-BE49-F238E27FC236}">
                          <a16:creationId xmlns:a16="http://schemas.microsoft.com/office/drawing/2014/main" id="{EA509138-F8A8-FDB3-62B8-8EF3FEAF0CE2}"/>
                        </a:ext>
                      </a:extLst>
                    </p:cNvPr>
                    <p:cNvGrpSpPr/>
                    <p:nvPr/>
                  </p:nvGrpSpPr>
                  <p:grpSpPr>
                    <a:xfrm rot="7200000" flipH="1">
                      <a:off x="6389147" y="3357021"/>
                      <a:ext cx="393192" cy="393192"/>
                      <a:chOff x="5354637" y="3446463"/>
                      <a:chExt cx="214313" cy="214313"/>
                    </a:xfrm>
                  </p:grpSpPr>
                  <p:sp>
                    <p:nvSpPr>
                      <p:cNvPr id="1807" name="Arc 1806">
                        <a:extLst>
                          <a:ext uri="{FF2B5EF4-FFF2-40B4-BE49-F238E27FC236}">
                            <a16:creationId xmlns:a16="http://schemas.microsoft.com/office/drawing/2014/main" id="{F6244FC6-03B9-75C5-341B-C54CFDCA036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08" name="Arc 1807">
                        <a:extLst>
                          <a:ext uri="{FF2B5EF4-FFF2-40B4-BE49-F238E27FC236}">
                            <a16:creationId xmlns:a16="http://schemas.microsoft.com/office/drawing/2014/main" id="{37649112-7FBE-EB7B-2C6D-E84A859827D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99" name="Group 1798">
                      <a:extLst>
                        <a:ext uri="{FF2B5EF4-FFF2-40B4-BE49-F238E27FC236}">
                          <a16:creationId xmlns:a16="http://schemas.microsoft.com/office/drawing/2014/main" id="{D4AB96D7-E626-34F2-AB99-9D9813D093DB}"/>
                        </a:ext>
                      </a:extLst>
                    </p:cNvPr>
                    <p:cNvGrpSpPr/>
                    <p:nvPr/>
                  </p:nvGrpSpPr>
                  <p:grpSpPr>
                    <a:xfrm>
                      <a:off x="6434137" y="3402011"/>
                      <a:ext cx="303213" cy="303213"/>
                      <a:chOff x="6434137" y="3402011"/>
                      <a:chExt cx="303213" cy="303213"/>
                    </a:xfrm>
                  </p:grpSpPr>
                  <p:grpSp>
                    <p:nvGrpSpPr>
                      <p:cNvPr id="1800" name="Group 1799">
                        <a:extLst>
                          <a:ext uri="{FF2B5EF4-FFF2-40B4-BE49-F238E27FC236}">
                            <a16:creationId xmlns:a16="http://schemas.microsoft.com/office/drawing/2014/main" id="{6C5B02CC-8D64-95CF-8375-766CEB393035}"/>
                          </a:ext>
                        </a:extLst>
                      </p:cNvPr>
                      <p:cNvGrpSpPr/>
                      <p:nvPr/>
                    </p:nvGrpSpPr>
                    <p:grpSpPr>
                      <a:xfrm flipH="1">
                        <a:off x="6478587" y="3446461"/>
                        <a:ext cx="214313" cy="214313"/>
                        <a:chOff x="5354637" y="3446463"/>
                        <a:chExt cx="214313" cy="214313"/>
                      </a:xfrm>
                    </p:grpSpPr>
                    <p:sp>
                      <p:nvSpPr>
                        <p:cNvPr id="1805" name="Arc 1804">
                          <a:extLst>
                            <a:ext uri="{FF2B5EF4-FFF2-40B4-BE49-F238E27FC236}">
                              <a16:creationId xmlns:a16="http://schemas.microsoft.com/office/drawing/2014/main" id="{DFF687F6-8312-1930-9F49-7FE932F5DA1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06" name="Arc 1805">
                          <a:extLst>
                            <a:ext uri="{FF2B5EF4-FFF2-40B4-BE49-F238E27FC236}">
                              <a16:creationId xmlns:a16="http://schemas.microsoft.com/office/drawing/2014/main" id="{7EB0948D-C288-779B-95FC-2DFC24CFA03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01" name="Group 1800">
                        <a:extLst>
                          <a:ext uri="{FF2B5EF4-FFF2-40B4-BE49-F238E27FC236}">
                            <a16:creationId xmlns:a16="http://schemas.microsoft.com/office/drawing/2014/main" id="{E5DF55D6-4262-E1B9-428E-E59B951DC8F0}"/>
                          </a:ext>
                        </a:extLst>
                      </p:cNvPr>
                      <p:cNvGrpSpPr/>
                      <p:nvPr/>
                    </p:nvGrpSpPr>
                    <p:grpSpPr>
                      <a:xfrm rot="14400000" flipH="1">
                        <a:off x="6434137" y="3402011"/>
                        <a:ext cx="303213" cy="303213"/>
                        <a:chOff x="5354637" y="3446463"/>
                        <a:chExt cx="214313" cy="214313"/>
                      </a:xfrm>
                    </p:grpSpPr>
                    <p:sp>
                      <p:nvSpPr>
                        <p:cNvPr id="1803" name="Arc 1802">
                          <a:extLst>
                            <a:ext uri="{FF2B5EF4-FFF2-40B4-BE49-F238E27FC236}">
                              <a16:creationId xmlns:a16="http://schemas.microsoft.com/office/drawing/2014/main" id="{CF5B4C1E-E261-3C28-F382-226C36B6C26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04" name="Arc 1803">
                          <a:extLst>
                            <a:ext uri="{FF2B5EF4-FFF2-40B4-BE49-F238E27FC236}">
                              <a16:creationId xmlns:a16="http://schemas.microsoft.com/office/drawing/2014/main" id="{012CFEC9-F4EF-A9A9-FDBC-EAFB730CB92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02" name="TextBox 1801">
                        <a:extLst>
                          <a:ext uri="{FF2B5EF4-FFF2-40B4-BE49-F238E27FC236}">
                            <a16:creationId xmlns:a16="http://schemas.microsoft.com/office/drawing/2014/main" id="{484AA132-35EC-CE90-2D26-8729108A270E}"/>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87" name="Group 1786">
                    <a:extLst>
                      <a:ext uri="{FF2B5EF4-FFF2-40B4-BE49-F238E27FC236}">
                        <a16:creationId xmlns:a16="http://schemas.microsoft.com/office/drawing/2014/main" id="{3507E2D7-90D2-61A1-2905-35AB741ED1A9}"/>
                      </a:ext>
                    </a:extLst>
                  </p:cNvPr>
                  <p:cNvGrpSpPr/>
                  <p:nvPr/>
                </p:nvGrpSpPr>
                <p:grpSpPr>
                  <a:xfrm>
                    <a:off x="6197413" y="3225768"/>
                    <a:ext cx="393192" cy="393192"/>
                    <a:chOff x="6389147" y="3932622"/>
                    <a:chExt cx="393192" cy="393192"/>
                  </a:xfrm>
                </p:grpSpPr>
                <p:grpSp>
                  <p:nvGrpSpPr>
                    <p:cNvPr id="1788" name="Group 1787">
                      <a:extLst>
                        <a:ext uri="{FF2B5EF4-FFF2-40B4-BE49-F238E27FC236}">
                          <a16:creationId xmlns:a16="http://schemas.microsoft.com/office/drawing/2014/main" id="{64276646-2E33-F79A-C69F-06D883C23AD1}"/>
                        </a:ext>
                      </a:extLst>
                    </p:cNvPr>
                    <p:cNvGrpSpPr/>
                    <p:nvPr/>
                  </p:nvGrpSpPr>
                  <p:grpSpPr>
                    <a:xfrm flipH="1">
                      <a:off x="6478587" y="4022061"/>
                      <a:ext cx="214313" cy="214313"/>
                      <a:chOff x="5354637" y="3446463"/>
                      <a:chExt cx="214313" cy="214313"/>
                    </a:xfrm>
                  </p:grpSpPr>
                  <p:sp>
                    <p:nvSpPr>
                      <p:cNvPr id="1796" name="Arc 1795">
                        <a:extLst>
                          <a:ext uri="{FF2B5EF4-FFF2-40B4-BE49-F238E27FC236}">
                            <a16:creationId xmlns:a16="http://schemas.microsoft.com/office/drawing/2014/main" id="{009B0617-43C3-55EF-3E37-BABCC0F8784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97" name="Arc 1796">
                        <a:extLst>
                          <a:ext uri="{FF2B5EF4-FFF2-40B4-BE49-F238E27FC236}">
                            <a16:creationId xmlns:a16="http://schemas.microsoft.com/office/drawing/2014/main" id="{760E2C21-745F-E547-FB1C-573A0B3F9C6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89" name="Group 1788">
                      <a:extLst>
                        <a:ext uri="{FF2B5EF4-FFF2-40B4-BE49-F238E27FC236}">
                          <a16:creationId xmlns:a16="http://schemas.microsoft.com/office/drawing/2014/main" id="{CB79DC65-33AE-AF80-A52E-F8CD9C24DEAE}"/>
                        </a:ext>
                      </a:extLst>
                    </p:cNvPr>
                    <p:cNvGrpSpPr/>
                    <p:nvPr/>
                  </p:nvGrpSpPr>
                  <p:grpSpPr>
                    <a:xfrm rot="7200000" flipH="1">
                      <a:off x="6434137" y="3977611"/>
                      <a:ext cx="303213" cy="303213"/>
                      <a:chOff x="5354637" y="3446463"/>
                      <a:chExt cx="214313" cy="214313"/>
                    </a:xfrm>
                  </p:grpSpPr>
                  <p:sp>
                    <p:nvSpPr>
                      <p:cNvPr id="1794" name="Arc 1793">
                        <a:extLst>
                          <a:ext uri="{FF2B5EF4-FFF2-40B4-BE49-F238E27FC236}">
                            <a16:creationId xmlns:a16="http://schemas.microsoft.com/office/drawing/2014/main" id="{B0CDB645-8ADA-7D87-746A-3E442F75057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95" name="Arc 1794">
                        <a:extLst>
                          <a:ext uri="{FF2B5EF4-FFF2-40B4-BE49-F238E27FC236}">
                            <a16:creationId xmlns:a16="http://schemas.microsoft.com/office/drawing/2014/main" id="{0178E5AB-A562-57F6-1447-E611A879152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90" name="Group 1789">
                      <a:extLst>
                        <a:ext uri="{FF2B5EF4-FFF2-40B4-BE49-F238E27FC236}">
                          <a16:creationId xmlns:a16="http://schemas.microsoft.com/office/drawing/2014/main" id="{22F1E172-6050-944F-CB84-2A1BF6E67F70}"/>
                        </a:ext>
                      </a:extLst>
                    </p:cNvPr>
                    <p:cNvGrpSpPr/>
                    <p:nvPr/>
                  </p:nvGrpSpPr>
                  <p:grpSpPr>
                    <a:xfrm rot="14400000" flipH="1">
                      <a:off x="6389147" y="3932622"/>
                      <a:ext cx="393192" cy="393192"/>
                      <a:chOff x="5354637" y="3446463"/>
                      <a:chExt cx="214313" cy="214313"/>
                    </a:xfrm>
                  </p:grpSpPr>
                  <p:sp>
                    <p:nvSpPr>
                      <p:cNvPr id="1792" name="Arc 1791">
                        <a:extLst>
                          <a:ext uri="{FF2B5EF4-FFF2-40B4-BE49-F238E27FC236}">
                            <a16:creationId xmlns:a16="http://schemas.microsoft.com/office/drawing/2014/main" id="{09AAD7FC-7C4E-B45F-8F44-44A39324726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93" name="Arc 1792">
                        <a:extLst>
                          <a:ext uri="{FF2B5EF4-FFF2-40B4-BE49-F238E27FC236}">
                            <a16:creationId xmlns:a16="http://schemas.microsoft.com/office/drawing/2014/main" id="{2C445A7B-5FBB-3904-4940-807EEC0ECA8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91" name="TextBox 1790">
                      <a:extLst>
                        <a:ext uri="{FF2B5EF4-FFF2-40B4-BE49-F238E27FC236}">
                          <a16:creationId xmlns:a16="http://schemas.microsoft.com/office/drawing/2014/main" id="{420D0056-EE0D-BC8F-B0D5-A3042EF20FAB}"/>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37" name="Group 1736">
                  <a:extLst>
                    <a:ext uri="{FF2B5EF4-FFF2-40B4-BE49-F238E27FC236}">
                      <a16:creationId xmlns:a16="http://schemas.microsoft.com/office/drawing/2014/main" id="{E76A7E24-8678-02A4-CC1E-82EFCD8A7313}"/>
                    </a:ext>
                  </a:extLst>
                </p:cNvPr>
                <p:cNvGrpSpPr/>
                <p:nvPr/>
              </p:nvGrpSpPr>
              <p:grpSpPr>
                <a:xfrm>
                  <a:off x="6069086" y="3246228"/>
                  <a:ext cx="1019224" cy="991639"/>
                  <a:chOff x="5886431" y="3225768"/>
                  <a:chExt cx="1019224" cy="991639"/>
                </a:xfrm>
              </p:grpSpPr>
              <p:grpSp>
                <p:nvGrpSpPr>
                  <p:cNvPr id="1738" name="Group 1737">
                    <a:extLst>
                      <a:ext uri="{FF2B5EF4-FFF2-40B4-BE49-F238E27FC236}">
                        <a16:creationId xmlns:a16="http://schemas.microsoft.com/office/drawing/2014/main" id="{9A9F886E-59FC-440D-527C-DC4FC7E78CDA}"/>
                      </a:ext>
                    </a:extLst>
                  </p:cNvPr>
                  <p:cNvGrpSpPr/>
                  <p:nvPr/>
                </p:nvGrpSpPr>
                <p:grpSpPr>
                  <a:xfrm>
                    <a:off x="6197413" y="3824215"/>
                    <a:ext cx="393192" cy="393192"/>
                    <a:chOff x="5265196" y="3357021"/>
                    <a:chExt cx="393192" cy="393192"/>
                  </a:xfrm>
                </p:grpSpPr>
                <p:grpSp>
                  <p:nvGrpSpPr>
                    <p:cNvPr id="1773" name="Group 1772">
                      <a:extLst>
                        <a:ext uri="{FF2B5EF4-FFF2-40B4-BE49-F238E27FC236}">
                          <a16:creationId xmlns:a16="http://schemas.microsoft.com/office/drawing/2014/main" id="{BD29B7FA-AD2B-3DA2-FB6E-42356433372D}"/>
                        </a:ext>
                      </a:extLst>
                    </p:cNvPr>
                    <p:cNvGrpSpPr/>
                    <p:nvPr/>
                  </p:nvGrpSpPr>
                  <p:grpSpPr>
                    <a:xfrm rot="14400000">
                      <a:off x="5265196" y="3357021"/>
                      <a:ext cx="393192" cy="393192"/>
                      <a:chOff x="5354637" y="3446463"/>
                      <a:chExt cx="214313" cy="214313"/>
                    </a:xfrm>
                  </p:grpSpPr>
                  <p:sp>
                    <p:nvSpPr>
                      <p:cNvPr id="1782" name="Arc 1781">
                        <a:extLst>
                          <a:ext uri="{FF2B5EF4-FFF2-40B4-BE49-F238E27FC236}">
                            <a16:creationId xmlns:a16="http://schemas.microsoft.com/office/drawing/2014/main" id="{0B3DF77E-F16E-71B5-7EC1-B6B9C3683B4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83" name="Arc 1782">
                        <a:extLst>
                          <a:ext uri="{FF2B5EF4-FFF2-40B4-BE49-F238E27FC236}">
                            <a16:creationId xmlns:a16="http://schemas.microsoft.com/office/drawing/2014/main" id="{B371695E-48E8-397F-299D-9FCC38B3272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74" name="Group 1773">
                      <a:extLst>
                        <a:ext uri="{FF2B5EF4-FFF2-40B4-BE49-F238E27FC236}">
                          <a16:creationId xmlns:a16="http://schemas.microsoft.com/office/drawing/2014/main" id="{D58755DB-1B9D-7BBC-B5B4-995E3AB7DF44}"/>
                        </a:ext>
                      </a:extLst>
                    </p:cNvPr>
                    <p:cNvGrpSpPr/>
                    <p:nvPr/>
                  </p:nvGrpSpPr>
                  <p:grpSpPr>
                    <a:xfrm>
                      <a:off x="5310186" y="3402011"/>
                      <a:ext cx="303213" cy="303213"/>
                      <a:chOff x="5310186" y="3402011"/>
                      <a:chExt cx="303213" cy="303213"/>
                    </a:xfrm>
                  </p:grpSpPr>
                  <p:grpSp>
                    <p:nvGrpSpPr>
                      <p:cNvPr id="1775" name="Group 1774">
                        <a:extLst>
                          <a:ext uri="{FF2B5EF4-FFF2-40B4-BE49-F238E27FC236}">
                            <a16:creationId xmlns:a16="http://schemas.microsoft.com/office/drawing/2014/main" id="{876D3337-EA60-CE7E-3F03-6D5083607095}"/>
                          </a:ext>
                        </a:extLst>
                      </p:cNvPr>
                      <p:cNvGrpSpPr/>
                      <p:nvPr/>
                    </p:nvGrpSpPr>
                    <p:grpSpPr>
                      <a:xfrm>
                        <a:off x="5354636" y="3446461"/>
                        <a:ext cx="214313" cy="214313"/>
                        <a:chOff x="5354637" y="3446463"/>
                        <a:chExt cx="214313" cy="214313"/>
                      </a:xfrm>
                    </p:grpSpPr>
                    <p:sp>
                      <p:nvSpPr>
                        <p:cNvPr id="1780" name="Arc 1779">
                          <a:extLst>
                            <a:ext uri="{FF2B5EF4-FFF2-40B4-BE49-F238E27FC236}">
                              <a16:creationId xmlns:a16="http://schemas.microsoft.com/office/drawing/2014/main" id="{D1537932-A290-6B51-98B4-CBEF8DA2B5A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81" name="Arc 1780">
                          <a:extLst>
                            <a:ext uri="{FF2B5EF4-FFF2-40B4-BE49-F238E27FC236}">
                              <a16:creationId xmlns:a16="http://schemas.microsoft.com/office/drawing/2014/main" id="{85A30233-1766-5002-1101-F4707C50600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76" name="Group 1775">
                        <a:extLst>
                          <a:ext uri="{FF2B5EF4-FFF2-40B4-BE49-F238E27FC236}">
                            <a16:creationId xmlns:a16="http://schemas.microsoft.com/office/drawing/2014/main" id="{59486801-38E0-DD1F-4B3E-211D13EAF609}"/>
                          </a:ext>
                        </a:extLst>
                      </p:cNvPr>
                      <p:cNvGrpSpPr/>
                      <p:nvPr/>
                    </p:nvGrpSpPr>
                    <p:grpSpPr>
                      <a:xfrm rot="7200000">
                        <a:off x="5310186" y="3402011"/>
                        <a:ext cx="303213" cy="303213"/>
                        <a:chOff x="5354637" y="3446463"/>
                        <a:chExt cx="214313" cy="214313"/>
                      </a:xfrm>
                    </p:grpSpPr>
                    <p:sp>
                      <p:nvSpPr>
                        <p:cNvPr id="1778" name="Arc 1777">
                          <a:extLst>
                            <a:ext uri="{FF2B5EF4-FFF2-40B4-BE49-F238E27FC236}">
                              <a16:creationId xmlns:a16="http://schemas.microsoft.com/office/drawing/2014/main" id="{65EBE038-004A-E31F-D8D4-670C12A8CF0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79" name="Arc 1778">
                          <a:extLst>
                            <a:ext uri="{FF2B5EF4-FFF2-40B4-BE49-F238E27FC236}">
                              <a16:creationId xmlns:a16="http://schemas.microsoft.com/office/drawing/2014/main" id="{AA831632-FFB3-1128-365C-5901EC215D3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77" name="TextBox 1776">
                        <a:extLst>
                          <a:ext uri="{FF2B5EF4-FFF2-40B4-BE49-F238E27FC236}">
                            <a16:creationId xmlns:a16="http://schemas.microsoft.com/office/drawing/2014/main" id="{AA20066F-3F0E-452F-E59B-15F9262A906B}"/>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39" name="Group 1738">
                    <a:extLst>
                      <a:ext uri="{FF2B5EF4-FFF2-40B4-BE49-F238E27FC236}">
                        <a16:creationId xmlns:a16="http://schemas.microsoft.com/office/drawing/2014/main" id="{731F0986-D7AA-C36C-D84E-48F5AADDF536}"/>
                      </a:ext>
                    </a:extLst>
                  </p:cNvPr>
                  <p:cNvGrpSpPr/>
                  <p:nvPr/>
                </p:nvGrpSpPr>
                <p:grpSpPr>
                  <a:xfrm>
                    <a:off x="5886431" y="3525040"/>
                    <a:ext cx="393192" cy="393192"/>
                    <a:chOff x="5265196" y="3932619"/>
                    <a:chExt cx="393192" cy="393192"/>
                  </a:xfrm>
                </p:grpSpPr>
                <p:grpSp>
                  <p:nvGrpSpPr>
                    <p:cNvPr id="1763" name="Group 1762">
                      <a:extLst>
                        <a:ext uri="{FF2B5EF4-FFF2-40B4-BE49-F238E27FC236}">
                          <a16:creationId xmlns:a16="http://schemas.microsoft.com/office/drawing/2014/main" id="{239958E9-CEAF-AFCD-DA10-78AE5A516056}"/>
                        </a:ext>
                      </a:extLst>
                    </p:cNvPr>
                    <p:cNvGrpSpPr/>
                    <p:nvPr/>
                  </p:nvGrpSpPr>
                  <p:grpSpPr>
                    <a:xfrm>
                      <a:off x="5354636" y="4022061"/>
                      <a:ext cx="214313" cy="214313"/>
                      <a:chOff x="5354637" y="3446463"/>
                      <a:chExt cx="214313" cy="214313"/>
                    </a:xfrm>
                  </p:grpSpPr>
                  <p:sp>
                    <p:nvSpPr>
                      <p:cNvPr id="1771" name="Arc 1770">
                        <a:extLst>
                          <a:ext uri="{FF2B5EF4-FFF2-40B4-BE49-F238E27FC236}">
                            <a16:creationId xmlns:a16="http://schemas.microsoft.com/office/drawing/2014/main" id="{200F7F74-6763-7F51-E517-EC34FEC15A9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72" name="Arc 1771">
                        <a:extLst>
                          <a:ext uri="{FF2B5EF4-FFF2-40B4-BE49-F238E27FC236}">
                            <a16:creationId xmlns:a16="http://schemas.microsoft.com/office/drawing/2014/main" id="{805B7B95-167A-03B5-7783-AE371FE6B34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64" name="Group 1763">
                      <a:extLst>
                        <a:ext uri="{FF2B5EF4-FFF2-40B4-BE49-F238E27FC236}">
                          <a16:creationId xmlns:a16="http://schemas.microsoft.com/office/drawing/2014/main" id="{170796BD-623F-1191-CD4C-470A507F7713}"/>
                        </a:ext>
                      </a:extLst>
                    </p:cNvPr>
                    <p:cNvGrpSpPr/>
                    <p:nvPr/>
                  </p:nvGrpSpPr>
                  <p:grpSpPr>
                    <a:xfrm rot="14400000">
                      <a:off x="5310186" y="3977611"/>
                      <a:ext cx="303213" cy="303213"/>
                      <a:chOff x="5354637" y="3446463"/>
                      <a:chExt cx="214313" cy="214313"/>
                    </a:xfrm>
                  </p:grpSpPr>
                  <p:sp>
                    <p:nvSpPr>
                      <p:cNvPr id="1769" name="Arc 1768">
                        <a:extLst>
                          <a:ext uri="{FF2B5EF4-FFF2-40B4-BE49-F238E27FC236}">
                            <a16:creationId xmlns:a16="http://schemas.microsoft.com/office/drawing/2014/main" id="{F4C1311A-8839-2967-2153-034B7B5A303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70" name="Arc 1769">
                        <a:extLst>
                          <a:ext uri="{FF2B5EF4-FFF2-40B4-BE49-F238E27FC236}">
                            <a16:creationId xmlns:a16="http://schemas.microsoft.com/office/drawing/2014/main" id="{154166D0-5101-82E7-FC03-720B026EC70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65" name="Group 1764">
                      <a:extLst>
                        <a:ext uri="{FF2B5EF4-FFF2-40B4-BE49-F238E27FC236}">
                          <a16:creationId xmlns:a16="http://schemas.microsoft.com/office/drawing/2014/main" id="{0887E0E4-1169-DFD4-5B64-291E5F2FCEF4}"/>
                        </a:ext>
                      </a:extLst>
                    </p:cNvPr>
                    <p:cNvGrpSpPr/>
                    <p:nvPr/>
                  </p:nvGrpSpPr>
                  <p:grpSpPr>
                    <a:xfrm rot="7200000">
                      <a:off x="5265196" y="3932619"/>
                      <a:ext cx="393192" cy="393192"/>
                      <a:chOff x="5354637" y="3446463"/>
                      <a:chExt cx="214313" cy="214313"/>
                    </a:xfrm>
                  </p:grpSpPr>
                  <p:sp>
                    <p:nvSpPr>
                      <p:cNvPr id="1767" name="Arc 1766">
                        <a:extLst>
                          <a:ext uri="{FF2B5EF4-FFF2-40B4-BE49-F238E27FC236}">
                            <a16:creationId xmlns:a16="http://schemas.microsoft.com/office/drawing/2014/main" id="{0EA37170-2735-3F17-D4FA-7F54911AE13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68" name="Arc 1767">
                        <a:extLst>
                          <a:ext uri="{FF2B5EF4-FFF2-40B4-BE49-F238E27FC236}">
                            <a16:creationId xmlns:a16="http://schemas.microsoft.com/office/drawing/2014/main" id="{784AAA89-CEEE-1527-E730-DAAFD14F61C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66" name="TextBox 1765">
                      <a:extLst>
                        <a:ext uri="{FF2B5EF4-FFF2-40B4-BE49-F238E27FC236}">
                          <a16:creationId xmlns:a16="http://schemas.microsoft.com/office/drawing/2014/main" id="{2FA1716E-5C6D-ECE6-3250-285D6C76A8D1}"/>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740" name="Group 1739">
                    <a:extLst>
                      <a:ext uri="{FF2B5EF4-FFF2-40B4-BE49-F238E27FC236}">
                        <a16:creationId xmlns:a16="http://schemas.microsoft.com/office/drawing/2014/main" id="{F87E056B-CDA4-F028-DA8E-739515827568}"/>
                      </a:ext>
                    </a:extLst>
                  </p:cNvPr>
                  <p:cNvGrpSpPr/>
                  <p:nvPr/>
                </p:nvGrpSpPr>
                <p:grpSpPr>
                  <a:xfrm>
                    <a:off x="6512463" y="3525040"/>
                    <a:ext cx="393192" cy="393192"/>
                    <a:chOff x="6389147" y="3357021"/>
                    <a:chExt cx="393192" cy="393192"/>
                  </a:xfrm>
                </p:grpSpPr>
                <p:grpSp>
                  <p:nvGrpSpPr>
                    <p:cNvPr id="1752" name="Group 1751">
                      <a:extLst>
                        <a:ext uri="{FF2B5EF4-FFF2-40B4-BE49-F238E27FC236}">
                          <a16:creationId xmlns:a16="http://schemas.microsoft.com/office/drawing/2014/main" id="{55B6F67C-67EC-4EA6-1ED8-414F8704BD8B}"/>
                        </a:ext>
                      </a:extLst>
                    </p:cNvPr>
                    <p:cNvGrpSpPr/>
                    <p:nvPr/>
                  </p:nvGrpSpPr>
                  <p:grpSpPr>
                    <a:xfrm rot="7200000" flipH="1">
                      <a:off x="6389147" y="3357021"/>
                      <a:ext cx="393192" cy="393192"/>
                      <a:chOff x="5354637" y="3446463"/>
                      <a:chExt cx="214313" cy="214313"/>
                    </a:xfrm>
                  </p:grpSpPr>
                  <p:sp>
                    <p:nvSpPr>
                      <p:cNvPr id="1761" name="Arc 1760">
                        <a:extLst>
                          <a:ext uri="{FF2B5EF4-FFF2-40B4-BE49-F238E27FC236}">
                            <a16:creationId xmlns:a16="http://schemas.microsoft.com/office/drawing/2014/main" id="{914475F2-8EE9-3855-DA6A-E8BBAD3AE62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62" name="Arc 1761">
                        <a:extLst>
                          <a:ext uri="{FF2B5EF4-FFF2-40B4-BE49-F238E27FC236}">
                            <a16:creationId xmlns:a16="http://schemas.microsoft.com/office/drawing/2014/main" id="{AF05425B-A25E-9938-DE5E-99DCAC4B41B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53" name="Group 1752">
                      <a:extLst>
                        <a:ext uri="{FF2B5EF4-FFF2-40B4-BE49-F238E27FC236}">
                          <a16:creationId xmlns:a16="http://schemas.microsoft.com/office/drawing/2014/main" id="{4D6BD310-F8FE-A6A4-B6A2-CC361997418C}"/>
                        </a:ext>
                      </a:extLst>
                    </p:cNvPr>
                    <p:cNvGrpSpPr/>
                    <p:nvPr/>
                  </p:nvGrpSpPr>
                  <p:grpSpPr>
                    <a:xfrm>
                      <a:off x="6434137" y="3402011"/>
                      <a:ext cx="303213" cy="303213"/>
                      <a:chOff x="6434137" y="3402011"/>
                      <a:chExt cx="303213" cy="303213"/>
                    </a:xfrm>
                  </p:grpSpPr>
                  <p:grpSp>
                    <p:nvGrpSpPr>
                      <p:cNvPr id="1754" name="Group 1753">
                        <a:extLst>
                          <a:ext uri="{FF2B5EF4-FFF2-40B4-BE49-F238E27FC236}">
                            <a16:creationId xmlns:a16="http://schemas.microsoft.com/office/drawing/2014/main" id="{434C9A78-3E62-B0E1-5DC5-FE3EAD4A150B}"/>
                          </a:ext>
                        </a:extLst>
                      </p:cNvPr>
                      <p:cNvGrpSpPr/>
                      <p:nvPr/>
                    </p:nvGrpSpPr>
                    <p:grpSpPr>
                      <a:xfrm flipH="1">
                        <a:off x="6478587" y="3446461"/>
                        <a:ext cx="214313" cy="214313"/>
                        <a:chOff x="5354637" y="3446463"/>
                        <a:chExt cx="214313" cy="214313"/>
                      </a:xfrm>
                    </p:grpSpPr>
                    <p:sp>
                      <p:nvSpPr>
                        <p:cNvPr id="1759" name="Arc 1758">
                          <a:extLst>
                            <a:ext uri="{FF2B5EF4-FFF2-40B4-BE49-F238E27FC236}">
                              <a16:creationId xmlns:a16="http://schemas.microsoft.com/office/drawing/2014/main" id="{1377CC89-EB4E-4581-5C3E-6E5D69F784F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60" name="Arc 1759">
                          <a:extLst>
                            <a:ext uri="{FF2B5EF4-FFF2-40B4-BE49-F238E27FC236}">
                              <a16:creationId xmlns:a16="http://schemas.microsoft.com/office/drawing/2014/main" id="{92689EFC-D3E1-94CB-3418-622B0402BFA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55" name="Group 1754">
                        <a:extLst>
                          <a:ext uri="{FF2B5EF4-FFF2-40B4-BE49-F238E27FC236}">
                            <a16:creationId xmlns:a16="http://schemas.microsoft.com/office/drawing/2014/main" id="{09D8A7CA-AF7E-A06A-DF1D-33F209B90795}"/>
                          </a:ext>
                        </a:extLst>
                      </p:cNvPr>
                      <p:cNvGrpSpPr/>
                      <p:nvPr/>
                    </p:nvGrpSpPr>
                    <p:grpSpPr>
                      <a:xfrm rot="14400000" flipH="1">
                        <a:off x="6434137" y="3402011"/>
                        <a:ext cx="303213" cy="303213"/>
                        <a:chOff x="5354637" y="3446463"/>
                        <a:chExt cx="214313" cy="214313"/>
                      </a:xfrm>
                    </p:grpSpPr>
                    <p:sp>
                      <p:nvSpPr>
                        <p:cNvPr id="1757" name="Arc 1756">
                          <a:extLst>
                            <a:ext uri="{FF2B5EF4-FFF2-40B4-BE49-F238E27FC236}">
                              <a16:creationId xmlns:a16="http://schemas.microsoft.com/office/drawing/2014/main" id="{0415C094-A7E4-FF35-B8D4-A824E07842B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58" name="Arc 1757">
                          <a:extLst>
                            <a:ext uri="{FF2B5EF4-FFF2-40B4-BE49-F238E27FC236}">
                              <a16:creationId xmlns:a16="http://schemas.microsoft.com/office/drawing/2014/main" id="{3BB029C2-0203-0D64-DD36-BB72363432B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56" name="TextBox 1755">
                        <a:extLst>
                          <a:ext uri="{FF2B5EF4-FFF2-40B4-BE49-F238E27FC236}">
                            <a16:creationId xmlns:a16="http://schemas.microsoft.com/office/drawing/2014/main" id="{FD8F2C0E-CB02-5156-4623-DCF593C2CAFB}"/>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41" name="Group 1740">
                    <a:extLst>
                      <a:ext uri="{FF2B5EF4-FFF2-40B4-BE49-F238E27FC236}">
                        <a16:creationId xmlns:a16="http://schemas.microsoft.com/office/drawing/2014/main" id="{CE427516-D254-585F-DDC4-650045181382}"/>
                      </a:ext>
                    </a:extLst>
                  </p:cNvPr>
                  <p:cNvGrpSpPr/>
                  <p:nvPr/>
                </p:nvGrpSpPr>
                <p:grpSpPr>
                  <a:xfrm>
                    <a:off x="6197413" y="3225768"/>
                    <a:ext cx="393192" cy="393192"/>
                    <a:chOff x="6389147" y="3932622"/>
                    <a:chExt cx="393192" cy="393192"/>
                  </a:xfrm>
                </p:grpSpPr>
                <p:grpSp>
                  <p:nvGrpSpPr>
                    <p:cNvPr id="1742" name="Group 1741">
                      <a:extLst>
                        <a:ext uri="{FF2B5EF4-FFF2-40B4-BE49-F238E27FC236}">
                          <a16:creationId xmlns:a16="http://schemas.microsoft.com/office/drawing/2014/main" id="{7CEAEEBA-1EFA-08C4-2862-A18D53E2BDC6}"/>
                        </a:ext>
                      </a:extLst>
                    </p:cNvPr>
                    <p:cNvGrpSpPr/>
                    <p:nvPr/>
                  </p:nvGrpSpPr>
                  <p:grpSpPr>
                    <a:xfrm flipH="1">
                      <a:off x="6478587" y="4022061"/>
                      <a:ext cx="214313" cy="214313"/>
                      <a:chOff x="5354637" y="3446463"/>
                      <a:chExt cx="214313" cy="214313"/>
                    </a:xfrm>
                  </p:grpSpPr>
                  <p:sp>
                    <p:nvSpPr>
                      <p:cNvPr id="1750" name="Arc 1749">
                        <a:extLst>
                          <a:ext uri="{FF2B5EF4-FFF2-40B4-BE49-F238E27FC236}">
                            <a16:creationId xmlns:a16="http://schemas.microsoft.com/office/drawing/2014/main" id="{D47357E7-1D3C-5909-520B-ED873DCF35D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51" name="Arc 1750">
                        <a:extLst>
                          <a:ext uri="{FF2B5EF4-FFF2-40B4-BE49-F238E27FC236}">
                            <a16:creationId xmlns:a16="http://schemas.microsoft.com/office/drawing/2014/main" id="{6DE73120-CFFE-7A32-FC19-28F61222317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43" name="Group 1742">
                      <a:extLst>
                        <a:ext uri="{FF2B5EF4-FFF2-40B4-BE49-F238E27FC236}">
                          <a16:creationId xmlns:a16="http://schemas.microsoft.com/office/drawing/2014/main" id="{CF3FC30B-0DF0-5157-700A-10D37D3BB8A2}"/>
                        </a:ext>
                      </a:extLst>
                    </p:cNvPr>
                    <p:cNvGrpSpPr/>
                    <p:nvPr/>
                  </p:nvGrpSpPr>
                  <p:grpSpPr>
                    <a:xfrm rot="7200000" flipH="1">
                      <a:off x="6434137" y="3977611"/>
                      <a:ext cx="303213" cy="303213"/>
                      <a:chOff x="5354637" y="3446463"/>
                      <a:chExt cx="214313" cy="214313"/>
                    </a:xfrm>
                  </p:grpSpPr>
                  <p:sp>
                    <p:nvSpPr>
                      <p:cNvPr id="1748" name="Arc 1747">
                        <a:extLst>
                          <a:ext uri="{FF2B5EF4-FFF2-40B4-BE49-F238E27FC236}">
                            <a16:creationId xmlns:a16="http://schemas.microsoft.com/office/drawing/2014/main" id="{B8C089AA-7C41-9535-1398-1D0F4E7E5B0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49" name="Arc 1748">
                        <a:extLst>
                          <a:ext uri="{FF2B5EF4-FFF2-40B4-BE49-F238E27FC236}">
                            <a16:creationId xmlns:a16="http://schemas.microsoft.com/office/drawing/2014/main" id="{F7CBF424-02B7-3B1A-70D7-3F6F148DCCE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44" name="Group 1743">
                      <a:extLst>
                        <a:ext uri="{FF2B5EF4-FFF2-40B4-BE49-F238E27FC236}">
                          <a16:creationId xmlns:a16="http://schemas.microsoft.com/office/drawing/2014/main" id="{9A5D885F-6597-61F8-0D3D-4FFC49341F33}"/>
                        </a:ext>
                      </a:extLst>
                    </p:cNvPr>
                    <p:cNvGrpSpPr/>
                    <p:nvPr/>
                  </p:nvGrpSpPr>
                  <p:grpSpPr>
                    <a:xfrm rot="14400000" flipH="1">
                      <a:off x="6389147" y="3932622"/>
                      <a:ext cx="393192" cy="393192"/>
                      <a:chOff x="5354637" y="3446463"/>
                      <a:chExt cx="214313" cy="214313"/>
                    </a:xfrm>
                  </p:grpSpPr>
                  <p:sp>
                    <p:nvSpPr>
                      <p:cNvPr id="1746" name="Arc 1745">
                        <a:extLst>
                          <a:ext uri="{FF2B5EF4-FFF2-40B4-BE49-F238E27FC236}">
                            <a16:creationId xmlns:a16="http://schemas.microsoft.com/office/drawing/2014/main" id="{474FC466-6DE3-09CF-D03D-3998D60DB08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47" name="Arc 1746">
                        <a:extLst>
                          <a:ext uri="{FF2B5EF4-FFF2-40B4-BE49-F238E27FC236}">
                            <a16:creationId xmlns:a16="http://schemas.microsoft.com/office/drawing/2014/main" id="{F96B5BF1-5943-45D8-6336-5D455A0476D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45" name="TextBox 1744">
                      <a:extLst>
                        <a:ext uri="{FF2B5EF4-FFF2-40B4-BE49-F238E27FC236}">
                          <a16:creationId xmlns:a16="http://schemas.microsoft.com/office/drawing/2014/main" id="{20F2B987-6094-603C-26A2-DD79CCFE9958}"/>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5" name="Group 14">
              <a:extLst>
                <a:ext uri="{FF2B5EF4-FFF2-40B4-BE49-F238E27FC236}">
                  <a16:creationId xmlns:a16="http://schemas.microsoft.com/office/drawing/2014/main" id="{42FA94CE-88F7-4081-6886-D9B0074108F9}"/>
                </a:ext>
              </a:extLst>
            </p:cNvPr>
            <p:cNvGrpSpPr/>
            <p:nvPr/>
          </p:nvGrpSpPr>
          <p:grpSpPr>
            <a:xfrm>
              <a:off x="7543526" y="535201"/>
              <a:ext cx="2263438" cy="2198360"/>
              <a:chOff x="5445106" y="2039507"/>
              <a:chExt cx="2263438" cy="2198360"/>
            </a:xfrm>
          </p:grpSpPr>
          <p:grpSp>
            <p:nvGrpSpPr>
              <p:cNvPr id="1544" name="Group 1543">
                <a:extLst>
                  <a:ext uri="{FF2B5EF4-FFF2-40B4-BE49-F238E27FC236}">
                    <a16:creationId xmlns:a16="http://schemas.microsoft.com/office/drawing/2014/main" id="{F44B31E4-1934-408C-6BB8-C9D48B04B2DD}"/>
                  </a:ext>
                </a:extLst>
              </p:cNvPr>
              <p:cNvGrpSpPr/>
              <p:nvPr/>
            </p:nvGrpSpPr>
            <p:grpSpPr>
              <a:xfrm>
                <a:off x="5445106" y="2644743"/>
                <a:ext cx="1643204" cy="1593124"/>
                <a:chOff x="5445106" y="2644743"/>
                <a:chExt cx="1643204" cy="1593124"/>
              </a:xfrm>
            </p:grpSpPr>
            <p:grpSp>
              <p:nvGrpSpPr>
                <p:cNvPr id="1640" name="Group 1639">
                  <a:extLst>
                    <a:ext uri="{FF2B5EF4-FFF2-40B4-BE49-F238E27FC236}">
                      <a16:creationId xmlns:a16="http://schemas.microsoft.com/office/drawing/2014/main" id="{5B517218-348D-1E40-1B75-3DE7B2F8D56D}"/>
                    </a:ext>
                  </a:extLst>
                </p:cNvPr>
                <p:cNvGrpSpPr/>
                <p:nvPr/>
              </p:nvGrpSpPr>
              <p:grpSpPr>
                <a:xfrm>
                  <a:off x="5445106" y="2644743"/>
                  <a:ext cx="1019224" cy="991639"/>
                  <a:chOff x="5886431" y="3225768"/>
                  <a:chExt cx="1019224" cy="991639"/>
                </a:xfrm>
              </p:grpSpPr>
              <p:grpSp>
                <p:nvGrpSpPr>
                  <p:cNvPr id="1688" name="Group 1687">
                    <a:extLst>
                      <a:ext uri="{FF2B5EF4-FFF2-40B4-BE49-F238E27FC236}">
                        <a16:creationId xmlns:a16="http://schemas.microsoft.com/office/drawing/2014/main" id="{EB5231F5-DF65-130B-5A96-FC579BCAEC69}"/>
                      </a:ext>
                    </a:extLst>
                  </p:cNvPr>
                  <p:cNvGrpSpPr/>
                  <p:nvPr/>
                </p:nvGrpSpPr>
                <p:grpSpPr>
                  <a:xfrm>
                    <a:off x="6197413" y="3824215"/>
                    <a:ext cx="393192" cy="393192"/>
                    <a:chOff x="5265196" y="3357021"/>
                    <a:chExt cx="393192" cy="393192"/>
                  </a:xfrm>
                </p:grpSpPr>
                <p:grpSp>
                  <p:nvGrpSpPr>
                    <p:cNvPr id="1723" name="Group 1722">
                      <a:extLst>
                        <a:ext uri="{FF2B5EF4-FFF2-40B4-BE49-F238E27FC236}">
                          <a16:creationId xmlns:a16="http://schemas.microsoft.com/office/drawing/2014/main" id="{C63446F1-7C86-4CCD-C582-79CB08F32D67}"/>
                        </a:ext>
                      </a:extLst>
                    </p:cNvPr>
                    <p:cNvGrpSpPr/>
                    <p:nvPr/>
                  </p:nvGrpSpPr>
                  <p:grpSpPr>
                    <a:xfrm rot="14400000">
                      <a:off x="5265196" y="3357021"/>
                      <a:ext cx="393192" cy="393192"/>
                      <a:chOff x="5354637" y="3446463"/>
                      <a:chExt cx="214313" cy="214313"/>
                    </a:xfrm>
                  </p:grpSpPr>
                  <p:sp>
                    <p:nvSpPr>
                      <p:cNvPr id="1732" name="Arc 1731">
                        <a:extLst>
                          <a:ext uri="{FF2B5EF4-FFF2-40B4-BE49-F238E27FC236}">
                            <a16:creationId xmlns:a16="http://schemas.microsoft.com/office/drawing/2014/main" id="{24F80395-2D80-2CC2-1F5D-372E3F77518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33" name="Arc 1732">
                        <a:extLst>
                          <a:ext uri="{FF2B5EF4-FFF2-40B4-BE49-F238E27FC236}">
                            <a16:creationId xmlns:a16="http://schemas.microsoft.com/office/drawing/2014/main" id="{13DEA12C-7397-3F8B-196D-ADD601DCA5D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24" name="Group 1723">
                      <a:extLst>
                        <a:ext uri="{FF2B5EF4-FFF2-40B4-BE49-F238E27FC236}">
                          <a16:creationId xmlns:a16="http://schemas.microsoft.com/office/drawing/2014/main" id="{92272567-4AF5-1FCC-B83B-A680F63FC93A}"/>
                        </a:ext>
                      </a:extLst>
                    </p:cNvPr>
                    <p:cNvGrpSpPr/>
                    <p:nvPr/>
                  </p:nvGrpSpPr>
                  <p:grpSpPr>
                    <a:xfrm>
                      <a:off x="5310186" y="3402011"/>
                      <a:ext cx="303213" cy="303213"/>
                      <a:chOff x="5310186" y="3402011"/>
                      <a:chExt cx="303213" cy="303213"/>
                    </a:xfrm>
                  </p:grpSpPr>
                  <p:grpSp>
                    <p:nvGrpSpPr>
                      <p:cNvPr id="1725" name="Group 1724">
                        <a:extLst>
                          <a:ext uri="{FF2B5EF4-FFF2-40B4-BE49-F238E27FC236}">
                            <a16:creationId xmlns:a16="http://schemas.microsoft.com/office/drawing/2014/main" id="{B5852194-213E-87B0-4122-3E81C28C8A65}"/>
                          </a:ext>
                        </a:extLst>
                      </p:cNvPr>
                      <p:cNvGrpSpPr/>
                      <p:nvPr/>
                    </p:nvGrpSpPr>
                    <p:grpSpPr>
                      <a:xfrm>
                        <a:off x="5354636" y="3446461"/>
                        <a:ext cx="214313" cy="214313"/>
                        <a:chOff x="5354637" y="3446463"/>
                        <a:chExt cx="214313" cy="214313"/>
                      </a:xfrm>
                    </p:grpSpPr>
                    <p:sp>
                      <p:nvSpPr>
                        <p:cNvPr id="1730" name="Arc 1729">
                          <a:extLst>
                            <a:ext uri="{FF2B5EF4-FFF2-40B4-BE49-F238E27FC236}">
                              <a16:creationId xmlns:a16="http://schemas.microsoft.com/office/drawing/2014/main" id="{AB636390-8141-B38B-420A-5A309C206F7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31" name="Arc 1730">
                          <a:extLst>
                            <a:ext uri="{FF2B5EF4-FFF2-40B4-BE49-F238E27FC236}">
                              <a16:creationId xmlns:a16="http://schemas.microsoft.com/office/drawing/2014/main" id="{E7C5228C-5544-5087-DC20-D24705D3BDF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26" name="Group 1725">
                        <a:extLst>
                          <a:ext uri="{FF2B5EF4-FFF2-40B4-BE49-F238E27FC236}">
                            <a16:creationId xmlns:a16="http://schemas.microsoft.com/office/drawing/2014/main" id="{4163C7B6-D294-651C-6D55-ADD2C7CD7B49}"/>
                          </a:ext>
                        </a:extLst>
                      </p:cNvPr>
                      <p:cNvGrpSpPr/>
                      <p:nvPr/>
                    </p:nvGrpSpPr>
                    <p:grpSpPr>
                      <a:xfrm rot="7200000">
                        <a:off x="5310186" y="3402011"/>
                        <a:ext cx="303213" cy="303213"/>
                        <a:chOff x="5354637" y="3446463"/>
                        <a:chExt cx="214313" cy="214313"/>
                      </a:xfrm>
                    </p:grpSpPr>
                    <p:sp>
                      <p:nvSpPr>
                        <p:cNvPr id="1728" name="Arc 1727">
                          <a:extLst>
                            <a:ext uri="{FF2B5EF4-FFF2-40B4-BE49-F238E27FC236}">
                              <a16:creationId xmlns:a16="http://schemas.microsoft.com/office/drawing/2014/main" id="{BEEFAE2B-7F87-1D67-31B9-6644615625F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29" name="Arc 1728">
                          <a:extLst>
                            <a:ext uri="{FF2B5EF4-FFF2-40B4-BE49-F238E27FC236}">
                              <a16:creationId xmlns:a16="http://schemas.microsoft.com/office/drawing/2014/main" id="{40A4EA75-CCD9-C18F-7AA3-C860FCE87F4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27" name="TextBox 1726">
                        <a:extLst>
                          <a:ext uri="{FF2B5EF4-FFF2-40B4-BE49-F238E27FC236}">
                            <a16:creationId xmlns:a16="http://schemas.microsoft.com/office/drawing/2014/main" id="{E8FEA741-F1BD-F8F6-A78C-3334FB1712E6}"/>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89" name="Group 1688">
                    <a:extLst>
                      <a:ext uri="{FF2B5EF4-FFF2-40B4-BE49-F238E27FC236}">
                        <a16:creationId xmlns:a16="http://schemas.microsoft.com/office/drawing/2014/main" id="{66689F18-5F29-04BA-B432-115D828DE4A4}"/>
                      </a:ext>
                    </a:extLst>
                  </p:cNvPr>
                  <p:cNvGrpSpPr/>
                  <p:nvPr/>
                </p:nvGrpSpPr>
                <p:grpSpPr>
                  <a:xfrm>
                    <a:off x="5886431" y="3525040"/>
                    <a:ext cx="393192" cy="393192"/>
                    <a:chOff x="5265196" y="3932619"/>
                    <a:chExt cx="393192" cy="393192"/>
                  </a:xfrm>
                </p:grpSpPr>
                <p:grpSp>
                  <p:nvGrpSpPr>
                    <p:cNvPr id="1713" name="Group 1712">
                      <a:extLst>
                        <a:ext uri="{FF2B5EF4-FFF2-40B4-BE49-F238E27FC236}">
                          <a16:creationId xmlns:a16="http://schemas.microsoft.com/office/drawing/2014/main" id="{9C85F50B-430D-08B6-5346-6CEA809D9466}"/>
                        </a:ext>
                      </a:extLst>
                    </p:cNvPr>
                    <p:cNvGrpSpPr/>
                    <p:nvPr/>
                  </p:nvGrpSpPr>
                  <p:grpSpPr>
                    <a:xfrm>
                      <a:off x="5354636" y="4022061"/>
                      <a:ext cx="214313" cy="214313"/>
                      <a:chOff x="5354637" y="3446463"/>
                      <a:chExt cx="214313" cy="214313"/>
                    </a:xfrm>
                  </p:grpSpPr>
                  <p:sp>
                    <p:nvSpPr>
                      <p:cNvPr id="1721" name="Arc 1720">
                        <a:extLst>
                          <a:ext uri="{FF2B5EF4-FFF2-40B4-BE49-F238E27FC236}">
                            <a16:creationId xmlns:a16="http://schemas.microsoft.com/office/drawing/2014/main" id="{C6BD0DF6-A567-3CC3-41FD-DD4E2ED3ACD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22" name="Arc 1721">
                        <a:extLst>
                          <a:ext uri="{FF2B5EF4-FFF2-40B4-BE49-F238E27FC236}">
                            <a16:creationId xmlns:a16="http://schemas.microsoft.com/office/drawing/2014/main" id="{BDB2C1A6-6060-6A3E-462E-B1E3D02353B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14" name="Group 1713">
                      <a:extLst>
                        <a:ext uri="{FF2B5EF4-FFF2-40B4-BE49-F238E27FC236}">
                          <a16:creationId xmlns:a16="http://schemas.microsoft.com/office/drawing/2014/main" id="{E743F518-1C4A-8557-596E-03E8235C9FFB}"/>
                        </a:ext>
                      </a:extLst>
                    </p:cNvPr>
                    <p:cNvGrpSpPr/>
                    <p:nvPr/>
                  </p:nvGrpSpPr>
                  <p:grpSpPr>
                    <a:xfrm rot="14400000">
                      <a:off x="5310186" y="3977611"/>
                      <a:ext cx="303213" cy="303213"/>
                      <a:chOff x="5354637" y="3446463"/>
                      <a:chExt cx="214313" cy="214313"/>
                    </a:xfrm>
                  </p:grpSpPr>
                  <p:sp>
                    <p:nvSpPr>
                      <p:cNvPr id="1719" name="Arc 1718">
                        <a:extLst>
                          <a:ext uri="{FF2B5EF4-FFF2-40B4-BE49-F238E27FC236}">
                            <a16:creationId xmlns:a16="http://schemas.microsoft.com/office/drawing/2014/main" id="{12C9E67B-7FA3-734A-975F-C47065134A9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20" name="Arc 1719">
                        <a:extLst>
                          <a:ext uri="{FF2B5EF4-FFF2-40B4-BE49-F238E27FC236}">
                            <a16:creationId xmlns:a16="http://schemas.microsoft.com/office/drawing/2014/main" id="{4FEEAF6B-BFB6-F633-E1C7-4E55BB4D780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15" name="Group 1714">
                      <a:extLst>
                        <a:ext uri="{FF2B5EF4-FFF2-40B4-BE49-F238E27FC236}">
                          <a16:creationId xmlns:a16="http://schemas.microsoft.com/office/drawing/2014/main" id="{6D4E8ED8-4E0C-7108-46E1-A27C05548EBF}"/>
                        </a:ext>
                      </a:extLst>
                    </p:cNvPr>
                    <p:cNvGrpSpPr/>
                    <p:nvPr/>
                  </p:nvGrpSpPr>
                  <p:grpSpPr>
                    <a:xfrm rot="7200000">
                      <a:off x="5265196" y="3932619"/>
                      <a:ext cx="393192" cy="393192"/>
                      <a:chOff x="5354637" y="3446463"/>
                      <a:chExt cx="214313" cy="214313"/>
                    </a:xfrm>
                  </p:grpSpPr>
                  <p:sp>
                    <p:nvSpPr>
                      <p:cNvPr id="1717" name="Arc 1716">
                        <a:extLst>
                          <a:ext uri="{FF2B5EF4-FFF2-40B4-BE49-F238E27FC236}">
                            <a16:creationId xmlns:a16="http://schemas.microsoft.com/office/drawing/2014/main" id="{FA4C4389-3707-BE30-8451-658C0B3D908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18" name="Arc 1717">
                        <a:extLst>
                          <a:ext uri="{FF2B5EF4-FFF2-40B4-BE49-F238E27FC236}">
                            <a16:creationId xmlns:a16="http://schemas.microsoft.com/office/drawing/2014/main" id="{3320EDD9-401A-57EB-5B2D-3B8EE087695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16" name="TextBox 1715">
                      <a:extLst>
                        <a:ext uri="{FF2B5EF4-FFF2-40B4-BE49-F238E27FC236}">
                          <a16:creationId xmlns:a16="http://schemas.microsoft.com/office/drawing/2014/main" id="{570018EA-4909-B93E-125E-9D8765E001C8}"/>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690" name="Group 1689">
                    <a:extLst>
                      <a:ext uri="{FF2B5EF4-FFF2-40B4-BE49-F238E27FC236}">
                        <a16:creationId xmlns:a16="http://schemas.microsoft.com/office/drawing/2014/main" id="{A28DFDFD-EAC5-C027-E095-E8918FB00FE7}"/>
                      </a:ext>
                    </a:extLst>
                  </p:cNvPr>
                  <p:cNvGrpSpPr/>
                  <p:nvPr/>
                </p:nvGrpSpPr>
                <p:grpSpPr>
                  <a:xfrm>
                    <a:off x="6512463" y="3525040"/>
                    <a:ext cx="393192" cy="393192"/>
                    <a:chOff x="6389147" y="3357021"/>
                    <a:chExt cx="393192" cy="393192"/>
                  </a:xfrm>
                </p:grpSpPr>
                <p:grpSp>
                  <p:nvGrpSpPr>
                    <p:cNvPr id="1702" name="Group 1701">
                      <a:extLst>
                        <a:ext uri="{FF2B5EF4-FFF2-40B4-BE49-F238E27FC236}">
                          <a16:creationId xmlns:a16="http://schemas.microsoft.com/office/drawing/2014/main" id="{C29FEC6D-77E8-D4D4-C3F2-A01A35AEAC03}"/>
                        </a:ext>
                      </a:extLst>
                    </p:cNvPr>
                    <p:cNvGrpSpPr/>
                    <p:nvPr/>
                  </p:nvGrpSpPr>
                  <p:grpSpPr>
                    <a:xfrm rot="7200000" flipH="1">
                      <a:off x="6389147" y="3357021"/>
                      <a:ext cx="393192" cy="393192"/>
                      <a:chOff x="5354637" y="3446463"/>
                      <a:chExt cx="214313" cy="214313"/>
                    </a:xfrm>
                  </p:grpSpPr>
                  <p:sp>
                    <p:nvSpPr>
                      <p:cNvPr id="1711" name="Arc 1710">
                        <a:extLst>
                          <a:ext uri="{FF2B5EF4-FFF2-40B4-BE49-F238E27FC236}">
                            <a16:creationId xmlns:a16="http://schemas.microsoft.com/office/drawing/2014/main" id="{A6A8D314-279A-36CA-A3E1-D3E255DA165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12" name="Arc 1711">
                        <a:extLst>
                          <a:ext uri="{FF2B5EF4-FFF2-40B4-BE49-F238E27FC236}">
                            <a16:creationId xmlns:a16="http://schemas.microsoft.com/office/drawing/2014/main" id="{BC73CCB3-7D61-3772-7017-2597AF6EE48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03" name="Group 1702">
                      <a:extLst>
                        <a:ext uri="{FF2B5EF4-FFF2-40B4-BE49-F238E27FC236}">
                          <a16:creationId xmlns:a16="http://schemas.microsoft.com/office/drawing/2014/main" id="{94A8E279-EE71-796E-56CF-2DF0162C02C0}"/>
                        </a:ext>
                      </a:extLst>
                    </p:cNvPr>
                    <p:cNvGrpSpPr/>
                    <p:nvPr/>
                  </p:nvGrpSpPr>
                  <p:grpSpPr>
                    <a:xfrm>
                      <a:off x="6434137" y="3402011"/>
                      <a:ext cx="303213" cy="303213"/>
                      <a:chOff x="6434137" y="3402011"/>
                      <a:chExt cx="303213" cy="303213"/>
                    </a:xfrm>
                  </p:grpSpPr>
                  <p:grpSp>
                    <p:nvGrpSpPr>
                      <p:cNvPr id="1704" name="Group 1703">
                        <a:extLst>
                          <a:ext uri="{FF2B5EF4-FFF2-40B4-BE49-F238E27FC236}">
                            <a16:creationId xmlns:a16="http://schemas.microsoft.com/office/drawing/2014/main" id="{4860EC3A-E123-7C84-4CF7-C8F00CE0D982}"/>
                          </a:ext>
                        </a:extLst>
                      </p:cNvPr>
                      <p:cNvGrpSpPr/>
                      <p:nvPr/>
                    </p:nvGrpSpPr>
                    <p:grpSpPr>
                      <a:xfrm flipH="1">
                        <a:off x="6478587" y="3446461"/>
                        <a:ext cx="214313" cy="214313"/>
                        <a:chOff x="5354637" y="3446463"/>
                        <a:chExt cx="214313" cy="214313"/>
                      </a:xfrm>
                    </p:grpSpPr>
                    <p:sp>
                      <p:nvSpPr>
                        <p:cNvPr id="1709" name="Arc 1708">
                          <a:extLst>
                            <a:ext uri="{FF2B5EF4-FFF2-40B4-BE49-F238E27FC236}">
                              <a16:creationId xmlns:a16="http://schemas.microsoft.com/office/drawing/2014/main" id="{4E8A9E3F-0491-C66E-10F2-820DE8BB33D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10" name="Arc 1709">
                          <a:extLst>
                            <a:ext uri="{FF2B5EF4-FFF2-40B4-BE49-F238E27FC236}">
                              <a16:creationId xmlns:a16="http://schemas.microsoft.com/office/drawing/2014/main" id="{404A1D2D-459F-FBD8-BDF8-4DA7A91393A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05" name="Group 1704">
                        <a:extLst>
                          <a:ext uri="{FF2B5EF4-FFF2-40B4-BE49-F238E27FC236}">
                            <a16:creationId xmlns:a16="http://schemas.microsoft.com/office/drawing/2014/main" id="{93D0D1BD-DE47-0B7D-570B-A37B8640F3ED}"/>
                          </a:ext>
                        </a:extLst>
                      </p:cNvPr>
                      <p:cNvGrpSpPr/>
                      <p:nvPr/>
                    </p:nvGrpSpPr>
                    <p:grpSpPr>
                      <a:xfrm rot="14400000" flipH="1">
                        <a:off x="6434137" y="3402011"/>
                        <a:ext cx="303213" cy="303213"/>
                        <a:chOff x="5354637" y="3446463"/>
                        <a:chExt cx="214313" cy="214313"/>
                      </a:xfrm>
                    </p:grpSpPr>
                    <p:sp>
                      <p:nvSpPr>
                        <p:cNvPr id="1707" name="Arc 1706">
                          <a:extLst>
                            <a:ext uri="{FF2B5EF4-FFF2-40B4-BE49-F238E27FC236}">
                              <a16:creationId xmlns:a16="http://schemas.microsoft.com/office/drawing/2014/main" id="{D9899E70-A730-8B33-1BEC-76754965FE2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08" name="Arc 1707">
                          <a:extLst>
                            <a:ext uri="{FF2B5EF4-FFF2-40B4-BE49-F238E27FC236}">
                              <a16:creationId xmlns:a16="http://schemas.microsoft.com/office/drawing/2014/main" id="{42B11AE3-5D7C-8798-69CD-D45A6D85A5C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06" name="TextBox 1705">
                        <a:extLst>
                          <a:ext uri="{FF2B5EF4-FFF2-40B4-BE49-F238E27FC236}">
                            <a16:creationId xmlns:a16="http://schemas.microsoft.com/office/drawing/2014/main" id="{14506091-5FAC-B30D-16EB-65D118AA6574}"/>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91" name="Group 1690">
                    <a:extLst>
                      <a:ext uri="{FF2B5EF4-FFF2-40B4-BE49-F238E27FC236}">
                        <a16:creationId xmlns:a16="http://schemas.microsoft.com/office/drawing/2014/main" id="{1AA62C28-A68F-E05D-B8B4-C494FAD99319}"/>
                      </a:ext>
                    </a:extLst>
                  </p:cNvPr>
                  <p:cNvGrpSpPr/>
                  <p:nvPr/>
                </p:nvGrpSpPr>
                <p:grpSpPr>
                  <a:xfrm>
                    <a:off x="6197413" y="3225768"/>
                    <a:ext cx="393192" cy="393192"/>
                    <a:chOff x="6389147" y="3932622"/>
                    <a:chExt cx="393192" cy="393192"/>
                  </a:xfrm>
                </p:grpSpPr>
                <p:grpSp>
                  <p:nvGrpSpPr>
                    <p:cNvPr id="1692" name="Group 1691">
                      <a:extLst>
                        <a:ext uri="{FF2B5EF4-FFF2-40B4-BE49-F238E27FC236}">
                          <a16:creationId xmlns:a16="http://schemas.microsoft.com/office/drawing/2014/main" id="{289AB70F-1E79-8960-B4FB-148DED7A39D3}"/>
                        </a:ext>
                      </a:extLst>
                    </p:cNvPr>
                    <p:cNvGrpSpPr/>
                    <p:nvPr/>
                  </p:nvGrpSpPr>
                  <p:grpSpPr>
                    <a:xfrm flipH="1">
                      <a:off x="6478587" y="4022061"/>
                      <a:ext cx="214313" cy="214313"/>
                      <a:chOff x="5354637" y="3446463"/>
                      <a:chExt cx="214313" cy="214313"/>
                    </a:xfrm>
                  </p:grpSpPr>
                  <p:sp>
                    <p:nvSpPr>
                      <p:cNvPr id="1700" name="Arc 1699">
                        <a:extLst>
                          <a:ext uri="{FF2B5EF4-FFF2-40B4-BE49-F238E27FC236}">
                            <a16:creationId xmlns:a16="http://schemas.microsoft.com/office/drawing/2014/main" id="{2C1C6A86-1A95-CC87-E850-4080229B570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01" name="Arc 1700">
                        <a:extLst>
                          <a:ext uri="{FF2B5EF4-FFF2-40B4-BE49-F238E27FC236}">
                            <a16:creationId xmlns:a16="http://schemas.microsoft.com/office/drawing/2014/main" id="{CC0637D6-6713-9E81-1AEE-12796B78F06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93" name="Group 1692">
                      <a:extLst>
                        <a:ext uri="{FF2B5EF4-FFF2-40B4-BE49-F238E27FC236}">
                          <a16:creationId xmlns:a16="http://schemas.microsoft.com/office/drawing/2014/main" id="{EDE4EB20-C07B-6033-2F54-BB0A4888A310}"/>
                        </a:ext>
                      </a:extLst>
                    </p:cNvPr>
                    <p:cNvGrpSpPr/>
                    <p:nvPr/>
                  </p:nvGrpSpPr>
                  <p:grpSpPr>
                    <a:xfrm rot="7200000" flipH="1">
                      <a:off x="6434137" y="3977611"/>
                      <a:ext cx="303213" cy="303213"/>
                      <a:chOff x="5354637" y="3446463"/>
                      <a:chExt cx="214313" cy="214313"/>
                    </a:xfrm>
                  </p:grpSpPr>
                  <p:sp>
                    <p:nvSpPr>
                      <p:cNvPr id="1698" name="Arc 1697">
                        <a:extLst>
                          <a:ext uri="{FF2B5EF4-FFF2-40B4-BE49-F238E27FC236}">
                            <a16:creationId xmlns:a16="http://schemas.microsoft.com/office/drawing/2014/main" id="{5BA01344-ED91-FFA4-5A42-CF4C85342E0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99" name="Arc 1698">
                        <a:extLst>
                          <a:ext uri="{FF2B5EF4-FFF2-40B4-BE49-F238E27FC236}">
                            <a16:creationId xmlns:a16="http://schemas.microsoft.com/office/drawing/2014/main" id="{3844D9F9-E636-5B14-915C-ADED58F2BD1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94" name="Group 1693">
                      <a:extLst>
                        <a:ext uri="{FF2B5EF4-FFF2-40B4-BE49-F238E27FC236}">
                          <a16:creationId xmlns:a16="http://schemas.microsoft.com/office/drawing/2014/main" id="{78264DDF-AC2D-CB6C-9602-C1C5E9660862}"/>
                        </a:ext>
                      </a:extLst>
                    </p:cNvPr>
                    <p:cNvGrpSpPr/>
                    <p:nvPr/>
                  </p:nvGrpSpPr>
                  <p:grpSpPr>
                    <a:xfrm rot="14400000" flipH="1">
                      <a:off x="6389147" y="3932622"/>
                      <a:ext cx="393192" cy="393192"/>
                      <a:chOff x="5354637" y="3446463"/>
                      <a:chExt cx="214313" cy="214313"/>
                    </a:xfrm>
                  </p:grpSpPr>
                  <p:sp>
                    <p:nvSpPr>
                      <p:cNvPr id="1696" name="Arc 1695">
                        <a:extLst>
                          <a:ext uri="{FF2B5EF4-FFF2-40B4-BE49-F238E27FC236}">
                            <a16:creationId xmlns:a16="http://schemas.microsoft.com/office/drawing/2014/main" id="{9FD4483D-21FC-8822-161E-44A300A7830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97" name="Arc 1696">
                        <a:extLst>
                          <a:ext uri="{FF2B5EF4-FFF2-40B4-BE49-F238E27FC236}">
                            <a16:creationId xmlns:a16="http://schemas.microsoft.com/office/drawing/2014/main" id="{7A090A8B-77E7-CB81-995C-283236C5D78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95" name="TextBox 1694">
                      <a:extLst>
                        <a:ext uri="{FF2B5EF4-FFF2-40B4-BE49-F238E27FC236}">
                          <a16:creationId xmlns:a16="http://schemas.microsoft.com/office/drawing/2014/main" id="{B129251E-1BDC-5A6E-E98D-23AA365664F5}"/>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41" name="Group 1640">
                  <a:extLst>
                    <a:ext uri="{FF2B5EF4-FFF2-40B4-BE49-F238E27FC236}">
                      <a16:creationId xmlns:a16="http://schemas.microsoft.com/office/drawing/2014/main" id="{FB1CF41A-23BE-5194-1C2E-1F3154974661}"/>
                    </a:ext>
                  </a:extLst>
                </p:cNvPr>
                <p:cNvGrpSpPr/>
                <p:nvPr/>
              </p:nvGrpSpPr>
              <p:grpSpPr>
                <a:xfrm>
                  <a:off x="6069086" y="3246228"/>
                  <a:ext cx="1019224" cy="991639"/>
                  <a:chOff x="5886431" y="3225768"/>
                  <a:chExt cx="1019224" cy="991639"/>
                </a:xfrm>
              </p:grpSpPr>
              <p:grpSp>
                <p:nvGrpSpPr>
                  <p:cNvPr id="1642" name="Group 1641">
                    <a:extLst>
                      <a:ext uri="{FF2B5EF4-FFF2-40B4-BE49-F238E27FC236}">
                        <a16:creationId xmlns:a16="http://schemas.microsoft.com/office/drawing/2014/main" id="{D9039A5C-063D-B9F0-42E0-0D7FA64DC16D}"/>
                      </a:ext>
                    </a:extLst>
                  </p:cNvPr>
                  <p:cNvGrpSpPr/>
                  <p:nvPr/>
                </p:nvGrpSpPr>
                <p:grpSpPr>
                  <a:xfrm>
                    <a:off x="6197413" y="3824215"/>
                    <a:ext cx="393192" cy="393192"/>
                    <a:chOff x="5265196" y="3357021"/>
                    <a:chExt cx="393192" cy="393192"/>
                  </a:xfrm>
                </p:grpSpPr>
                <p:grpSp>
                  <p:nvGrpSpPr>
                    <p:cNvPr id="1677" name="Group 1676">
                      <a:extLst>
                        <a:ext uri="{FF2B5EF4-FFF2-40B4-BE49-F238E27FC236}">
                          <a16:creationId xmlns:a16="http://schemas.microsoft.com/office/drawing/2014/main" id="{41D63F10-60C4-3E7C-E0C3-CEA051C482DF}"/>
                        </a:ext>
                      </a:extLst>
                    </p:cNvPr>
                    <p:cNvGrpSpPr/>
                    <p:nvPr/>
                  </p:nvGrpSpPr>
                  <p:grpSpPr>
                    <a:xfrm rot="14400000">
                      <a:off x="5265196" y="3357021"/>
                      <a:ext cx="393192" cy="393192"/>
                      <a:chOff x="5354637" y="3446463"/>
                      <a:chExt cx="214313" cy="214313"/>
                    </a:xfrm>
                  </p:grpSpPr>
                  <p:sp>
                    <p:nvSpPr>
                      <p:cNvPr id="1686" name="Arc 1685">
                        <a:extLst>
                          <a:ext uri="{FF2B5EF4-FFF2-40B4-BE49-F238E27FC236}">
                            <a16:creationId xmlns:a16="http://schemas.microsoft.com/office/drawing/2014/main" id="{73EBE3E0-903C-D057-3FB6-EBE6A97DACA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87" name="Arc 1686">
                        <a:extLst>
                          <a:ext uri="{FF2B5EF4-FFF2-40B4-BE49-F238E27FC236}">
                            <a16:creationId xmlns:a16="http://schemas.microsoft.com/office/drawing/2014/main" id="{3F7F1AF5-3BD3-9C2E-6AAD-1FD30840871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78" name="Group 1677">
                      <a:extLst>
                        <a:ext uri="{FF2B5EF4-FFF2-40B4-BE49-F238E27FC236}">
                          <a16:creationId xmlns:a16="http://schemas.microsoft.com/office/drawing/2014/main" id="{CD76E23D-6300-8981-327A-134EBB4A46BD}"/>
                        </a:ext>
                      </a:extLst>
                    </p:cNvPr>
                    <p:cNvGrpSpPr/>
                    <p:nvPr/>
                  </p:nvGrpSpPr>
                  <p:grpSpPr>
                    <a:xfrm>
                      <a:off x="5310186" y="3402011"/>
                      <a:ext cx="303213" cy="303213"/>
                      <a:chOff x="5310186" y="3402011"/>
                      <a:chExt cx="303213" cy="303213"/>
                    </a:xfrm>
                  </p:grpSpPr>
                  <p:grpSp>
                    <p:nvGrpSpPr>
                      <p:cNvPr id="1679" name="Group 1678">
                        <a:extLst>
                          <a:ext uri="{FF2B5EF4-FFF2-40B4-BE49-F238E27FC236}">
                            <a16:creationId xmlns:a16="http://schemas.microsoft.com/office/drawing/2014/main" id="{AB802E72-D6B9-EC44-78E9-8E215D0AD054}"/>
                          </a:ext>
                        </a:extLst>
                      </p:cNvPr>
                      <p:cNvGrpSpPr/>
                      <p:nvPr/>
                    </p:nvGrpSpPr>
                    <p:grpSpPr>
                      <a:xfrm>
                        <a:off x="5354636" y="3446461"/>
                        <a:ext cx="214313" cy="214313"/>
                        <a:chOff x="5354637" y="3446463"/>
                        <a:chExt cx="214313" cy="214313"/>
                      </a:xfrm>
                    </p:grpSpPr>
                    <p:sp>
                      <p:nvSpPr>
                        <p:cNvPr id="1684" name="Arc 1683">
                          <a:extLst>
                            <a:ext uri="{FF2B5EF4-FFF2-40B4-BE49-F238E27FC236}">
                              <a16:creationId xmlns:a16="http://schemas.microsoft.com/office/drawing/2014/main" id="{8CF942B2-51F4-2EF4-BEDE-A13F29AE03C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85" name="Arc 1684">
                          <a:extLst>
                            <a:ext uri="{FF2B5EF4-FFF2-40B4-BE49-F238E27FC236}">
                              <a16:creationId xmlns:a16="http://schemas.microsoft.com/office/drawing/2014/main" id="{A69A966A-FCFF-856D-9572-375FEC64C8A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80" name="Group 1679">
                        <a:extLst>
                          <a:ext uri="{FF2B5EF4-FFF2-40B4-BE49-F238E27FC236}">
                            <a16:creationId xmlns:a16="http://schemas.microsoft.com/office/drawing/2014/main" id="{C0C57F86-B529-EDA9-9E18-8C3E54C409AF}"/>
                          </a:ext>
                        </a:extLst>
                      </p:cNvPr>
                      <p:cNvGrpSpPr/>
                      <p:nvPr/>
                    </p:nvGrpSpPr>
                    <p:grpSpPr>
                      <a:xfrm rot="7200000">
                        <a:off x="5310186" y="3402011"/>
                        <a:ext cx="303213" cy="303213"/>
                        <a:chOff x="5354637" y="3446463"/>
                        <a:chExt cx="214313" cy="214313"/>
                      </a:xfrm>
                    </p:grpSpPr>
                    <p:sp>
                      <p:nvSpPr>
                        <p:cNvPr id="1682" name="Arc 1681">
                          <a:extLst>
                            <a:ext uri="{FF2B5EF4-FFF2-40B4-BE49-F238E27FC236}">
                              <a16:creationId xmlns:a16="http://schemas.microsoft.com/office/drawing/2014/main" id="{5599C08C-7AF3-A386-1653-136C83B1C73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83" name="Arc 1682">
                          <a:extLst>
                            <a:ext uri="{FF2B5EF4-FFF2-40B4-BE49-F238E27FC236}">
                              <a16:creationId xmlns:a16="http://schemas.microsoft.com/office/drawing/2014/main" id="{04C5258F-64E4-2CD9-E5E1-5ED9D15F40A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81" name="TextBox 1680">
                        <a:extLst>
                          <a:ext uri="{FF2B5EF4-FFF2-40B4-BE49-F238E27FC236}">
                            <a16:creationId xmlns:a16="http://schemas.microsoft.com/office/drawing/2014/main" id="{E16505AD-1575-37B3-F3CC-461F59BD6DC3}"/>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43" name="Group 1642">
                    <a:extLst>
                      <a:ext uri="{FF2B5EF4-FFF2-40B4-BE49-F238E27FC236}">
                        <a16:creationId xmlns:a16="http://schemas.microsoft.com/office/drawing/2014/main" id="{67A73FB4-DC8E-076A-E019-83166D9D3C64}"/>
                      </a:ext>
                    </a:extLst>
                  </p:cNvPr>
                  <p:cNvGrpSpPr/>
                  <p:nvPr/>
                </p:nvGrpSpPr>
                <p:grpSpPr>
                  <a:xfrm>
                    <a:off x="5886431" y="3525040"/>
                    <a:ext cx="393192" cy="393192"/>
                    <a:chOff x="5265196" y="3932619"/>
                    <a:chExt cx="393192" cy="393192"/>
                  </a:xfrm>
                </p:grpSpPr>
                <p:grpSp>
                  <p:nvGrpSpPr>
                    <p:cNvPr id="1667" name="Group 1666">
                      <a:extLst>
                        <a:ext uri="{FF2B5EF4-FFF2-40B4-BE49-F238E27FC236}">
                          <a16:creationId xmlns:a16="http://schemas.microsoft.com/office/drawing/2014/main" id="{8AADEA46-56BD-A7C3-EF6B-5C45A4253A91}"/>
                        </a:ext>
                      </a:extLst>
                    </p:cNvPr>
                    <p:cNvGrpSpPr/>
                    <p:nvPr/>
                  </p:nvGrpSpPr>
                  <p:grpSpPr>
                    <a:xfrm>
                      <a:off x="5354636" y="4022061"/>
                      <a:ext cx="214313" cy="214313"/>
                      <a:chOff x="5354637" y="3446463"/>
                      <a:chExt cx="214313" cy="214313"/>
                    </a:xfrm>
                  </p:grpSpPr>
                  <p:sp>
                    <p:nvSpPr>
                      <p:cNvPr id="1675" name="Arc 1674">
                        <a:extLst>
                          <a:ext uri="{FF2B5EF4-FFF2-40B4-BE49-F238E27FC236}">
                            <a16:creationId xmlns:a16="http://schemas.microsoft.com/office/drawing/2014/main" id="{22D7F781-FE11-9C78-4CD5-56E19E221F7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76" name="Arc 1675">
                        <a:extLst>
                          <a:ext uri="{FF2B5EF4-FFF2-40B4-BE49-F238E27FC236}">
                            <a16:creationId xmlns:a16="http://schemas.microsoft.com/office/drawing/2014/main" id="{1E9C53F7-8E0A-7612-A525-2BDF871B35E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68" name="Group 1667">
                      <a:extLst>
                        <a:ext uri="{FF2B5EF4-FFF2-40B4-BE49-F238E27FC236}">
                          <a16:creationId xmlns:a16="http://schemas.microsoft.com/office/drawing/2014/main" id="{C2E47235-EB8F-C6C9-97EB-956FF596F5CB}"/>
                        </a:ext>
                      </a:extLst>
                    </p:cNvPr>
                    <p:cNvGrpSpPr/>
                    <p:nvPr/>
                  </p:nvGrpSpPr>
                  <p:grpSpPr>
                    <a:xfrm rot="14400000">
                      <a:off x="5310186" y="3977611"/>
                      <a:ext cx="303213" cy="303213"/>
                      <a:chOff x="5354637" y="3446463"/>
                      <a:chExt cx="214313" cy="214313"/>
                    </a:xfrm>
                  </p:grpSpPr>
                  <p:sp>
                    <p:nvSpPr>
                      <p:cNvPr id="1673" name="Arc 1672">
                        <a:extLst>
                          <a:ext uri="{FF2B5EF4-FFF2-40B4-BE49-F238E27FC236}">
                            <a16:creationId xmlns:a16="http://schemas.microsoft.com/office/drawing/2014/main" id="{8E83E0B7-78A3-EA5E-85F9-811B5BB668E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74" name="Arc 1673">
                        <a:extLst>
                          <a:ext uri="{FF2B5EF4-FFF2-40B4-BE49-F238E27FC236}">
                            <a16:creationId xmlns:a16="http://schemas.microsoft.com/office/drawing/2014/main" id="{FF03A94D-4D02-A845-2772-5BB1C49FA26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69" name="Group 1668">
                      <a:extLst>
                        <a:ext uri="{FF2B5EF4-FFF2-40B4-BE49-F238E27FC236}">
                          <a16:creationId xmlns:a16="http://schemas.microsoft.com/office/drawing/2014/main" id="{EF173E92-CAB6-1C3D-8C2C-651223E0E2DA}"/>
                        </a:ext>
                      </a:extLst>
                    </p:cNvPr>
                    <p:cNvGrpSpPr/>
                    <p:nvPr/>
                  </p:nvGrpSpPr>
                  <p:grpSpPr>
                    <a:xfrm rot="7200000">
                      <a:off x="5265196" y="3932619"/>
                      <a:ext cx="393192" cy="393192"/>
                      <a:chOff x="5354637" y="3446463"/>
                      <a:chExt cx="214313" cy="214313"/>
                    </a:xfrm>
                  </p:grpSpPr>
                  <p:sp>
                    <p:nvSpPr>
                      <p:cNvPr id="1671" name="Arc 1670">
                        <a:extLst>
                          <a:ext uri="{FF2B5EF4-FFF2-40B4-BE49-F238E27FC236}">
                            <a16:creationId xmlns:a16="http://schemas.microsoft.com/office/drawing/2014/main" id="{31D93003-9E08-0AFF-0AD1-69FCDB8033F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72" name="Arc 1671">
                        <a:extLst>
                          <a:ext uri="{FF2B5EF4-FFF2-40B4-BE49-F238E27FC236}">
                            <a16:creationId xmlns:a16="http://schemas.microsoft.com/office/drawing/2014/main" id="{D9D95913-9A93-DFE4-747C-D7550255201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70" name="TextBox 1669">
                      <a:extLst>
                        <a:ext uri="{FF2B5EF4-FFF2-40B4-BE49-F238E27FC236}">
                          <a16:creationId xmlns:a16="http://schemas.microsoft.com/office/drawing/2014/main" id="{8B6B341C-44A9-3579-72BB-4292A4FB6352}"/>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644" name="Group 1643">
                    <a:extLst>
                      <a:ext uri="{FF2B5EF4-FFF2-40B4-BE49-F238E27FC236}">
                        <a16:creationId xmlns:a16="http://schemas.microsoft.com/office/drawing/2014/main" id="{64EE951E-164F-A6B0-1D77-17AAFB94153E}"/>
                      </a:ext>
                    </a:extLst>
                  </p:cNvPr>
                  <p:cNvGrpSpPr/>
                  <p:nvPr/>
                </p:nvGrpSpPr>
                <p:grpSpPr>
                  <a:xfrm>
                    <a:off x="6512463" y="3525040"/>
                    <a:ext cx="393192" cy="393192"/>
                    <a:chOff x="6389147" y="3357021"/>
                    <a:chExt cx="393192" cy="393192"/>
                  </a:xfrm>
                </p:grpSpPr>
                <p:grpSp>
                  <p:nvGrpSpPr>
                    <p:cNvPr id="1656" name="Group 1655">
                      <a:extLst>
                        <a:ext uri="{FF2B5EF4-FFF2-40B4-BE49-F238E27FC236}">
                          <a16:creationId xmlns:a16="http://schemas.microsoft.com/office/drawing/2014/main" id="{C175CCB4-0F82-B8FC-F43A-F00F1636F9AF}"/>
                        </a:ext>
                      </a:extLst>
                    </p:cNvPr>
                    <p:cNvGrpSpPr/>
                    <p:nvPr/>
                  </p:nvGrpSpPr>
                  <p:grpSpPr>
                    <a:xfrm rot="7200000" flipH="1">
                      <a:off x="6389147" y="3357021"/>
                      <a:ext cx="393192" cy="393192"/>
                      <a:chOff x="5354637" y="3446463"/>
                      <a:chExt cx="214313" cy="214313"/>
                    </a:xfrm>
                  </p:grpSpPr>
                  <p:sp>
                    <p:nvSpPr>
                      <p:cNvPr id="1665" name="Arc 1664">
                        <a:extLst>
                          <a:ext uri="{FF2B5EF4-FFF2-40B4-BE49-F238E27FC236}">
                            <a16:creationId xmlns:a16="http://schemas.microsoft.com/office/drawing/2014/main" id="{40F2CDBE-005D-310B-9769-26EDB3D62EB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66" name="Arc 1665">
                        <a:extLst>
                          <a:ext uri="{FF2B5EF4-FFF2-40B4-BE49-F238E27FC236}">
                            <a16:creationId xmlns:a16="http://schemas.microsoft.com/office/drawing/2014/main" id="{E2BBF61C-74AE-769C-055B-3E760578C02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57" name="Group 1656">
                      <a:extLst>
                        <a:ext uri="{FF2B5EF4-FFF2-40B4-BE49-F238E27FC236}">
                          <a16:creationId xmlns:a16="http://schemas.microsoft.com/office/drawing/2014/main" id="{078B99E5-FA36-9501-0145-CEC1CC651E82}"/>
                        </a:ext>
                      </a:extLst>
                    </p:cNvPr>
                    <p:cNvGrpSpPr/>
                    <p:nvPr/>
                  </p:nvGrpSpPr>
                  <p:grpSpPr>
                    <a:xfrm>
                      <a:off x="6434137" y="3402011"/>
                      <a:ext cx="303213" cy="303213"/>
                      <a:chOff x="6434137" y="3402011"/>
                      <a:chExt cx="303213" cy="303213"/>
                    </a:xfrm>
                  </p:grpSpPr>
                  <p:grpSp>
                    <p:nvGrpSpPr>
                      <p:cNvPr id="1658" name="Group 1657">
                        <a:extLst>
                          <a:ext uri="{FF2B5EF4-FFF2-40B4-BE49-F238E27FC236}">
                            <a16:creationId xmlns:a16="http://schemas.microsoft.com/office/drawing/2014/main" id="{684E8D25-CFBD-89EE-E401-BE460D1DF8BD}"/>
                          </a:ext>
                        </a:extLst>
                      </p:cNvPr>
                      <p:cNvGrpSpPr/>
                      <p:nvPr/>
                    </p:nvGrpSpPr>
                    <p:grpSpPr>
                      <a:xfrm flipH="1">
                        <a:off x="6478587" y="3446461"/>
                        <a:ext cx="214313" cy="214313"/>
                        <a:chOff x="5354637" y="3446463"/>
                        <a:chExt cx="214313" cy="214313"/>
                      </a:xfrm>
                    </p:grpSpPr>
                    <p:sp>
                      <p:nvSpPr>
                        <p:cNvPr id="1663" name="Arc 1662">
                          <a:extLst>
                            <a:ext uri="{FF2B5EF4-FFF2-40B4-BE49-F238E27FC236}">
                              <a16:creationId xmlns:a16="http://schemas.microsoft.com/office/drawing/2014/main" id="{8DBF08B7-A837-21BA-E004-3B37AF3B9B2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64" name="Arc 1663">
                          <a:extLst>
                            <a:ext uri="{FF2B5EF4-FFF2-40B4-BE49-F238E27FC236}">
                              <a16:creationId xmlns:a16="http://schemas.microsoft.com/office/drawing/2014/main" id="{C9D32274-F3FD-E575-EBB1-A5F9B985235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59" name="Group 1658">
                        <a:extLst>
                          <a:ext uri="{FF2B5EF4-FFF2-40B4-BE49-F238E27FC236}">
                            <a16:creationId xmlns:a16="http://schemas.microsoft.com/office/drawing/2014/main" id="{5D1173AD-F579-213A-2088-67457076AD3D}"/>
                          </a:ext>
                        </a:extLst>
                      </p:cNvPr>
                      <p:cNvGrpSpPr/>
                      <p:nvPr/>
                    </p:nvGrpSpPr>
                    <p:grpSpPr>
                      <a:xfrm rot="14400000" flipH="1">
                        <a:off x="6434137" y="3402011"/>
                        <a:ext cx="303213" cy="303213"/>
                        <a:chOff x="5354637" y="3446463"/>
                        <a:chExt cx="214313" cy="214313"/>
                      </a:xfrm>
                    </p:grpSpPr>
                    <p:sp>
                      <p:nvSpPr>
                        <p:cNvPr id="1661" name="Arc 1660">
                          <a:extLst>
                            <a:ext uri="{FF2B5EF4-FFF2-40B4-BE49-F238E27FC236}">
                              <a16:creationId xmlns:a16="http://schemas.microsoft.com/office/drawing/2014/main" id="{250BDBF7-A32C-24AD-FC44-332B5A36D0C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62" name="Arc 1661">
                          <a:extLst>
                            <a:ext uri="{FF2B5EF4-FFF2-40B4-BE49-F238E27FC236}">
                              <a16:creationId xmlns:a16="http://schemas.microsoft.com/office/drawing/2014/main" id="{7B8E9978-1418-1AE6-B1AF-029D6E7B661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60" name="TextBox 1659">
                        <a:extLst>
                          <a:ext uri="{FF2B5EF4-FFF2-40B4-BE49-F238E27FC236}">
                            <a16:creationId xmlns:a16="http://schemas.microsoft.com/office/drawing/2014/main" id="{4F55996A-1CE3-A3AC-2838-46E6265FCFA8}"/>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45" name="Group 1644">
                    <a:extLst>
                      <a:ext uri="{FF2B5EF4-FFF2-40B4-BE49-F238E27FC236}">
                        <a16:creationId xmlns:a16="http://schemas.microsoft.com/office/drawing/2014/main" id="{B86D1729-2C35-AB8F-A3C7-0AE5DECB345D}"/>
                      </a:ext>
                    </a:extLst>
                  </p:cNvPr>
                  <p:cNvGrpSpPr/>
                  <p:nvPr/>
                </p:nvGrpSpPr>
                <p:grpSpPr>
                  <a:xfrm>
                    <a:off x="6197413" y="3225768"/>
                    <a:ext cx="393192" cy="393192"/>
                    <a:chOff x="6389147" y="3932622"/>
                    <a:chExt cx="393192" cy="393192"/>
                  </a:xfrm>
                </p:grpSpPr>
                <p:grpSp>
                  <p:nvGrpSpPr>
                    <p:cNvPr id="1646" name="Group 1645">
                      <a:extLst>
                        <a:ext uri="{FF2B5EF4-FFF2-40B4-BE49-F238E27FC236}">
                          <a16:creationId xmlns:a16="http://schemas.microsoft.com/office/drawing/2014/main" id="{E21F79F7-485E-2554-370D-A9D3D4F0E9CD}"/>
                        </a:ext>
                      </a:extLst>
                    </p:cNvPr>
                    <p:cNvGrpSpPr/>
                    <p:nvPr/>
                  </p:nvGrpSpPr>
                  <p:grpSpPr>
                    <a:xfrm flipH="1">
                      <a:off x="6478587" y="4022061"/>
                      <a:ext cx="214313" cy="214313"/>
                      <a:chOff x="5354637" y="3446463"/>
                      <a:chExt cx="214313" cy="214313"/>
                    </a:xfrm>
                  </p:grpSpPr>
                  <p:sp>
                    <p:nvSpPr>
                      <p:cNvPr id="1654" name="Arc 1653">
                        <a:extLst>
                          <a:ext uri="{FF2B5EF4-FFF2-40B4-BE49-F238E27FC236}">
                            <a16:creationId xmlns:a16="http://schemas.microsoft.com/office/drawing/2014/main" id="{16CDDFA4-CBDE-1301-CE1A-C747E954654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55" name="Arc 1654">
                        <a:extLst>
                          <a:ext uri="{FF2B5EF4-FFF2-40B4-BE49-F238E27FC236}">
                            <a16:creationId xmlns:a16="http://schemas.microsoft.com/office/drawing/2014/main" id="{343FDA76-E9AE-3831-0281-044D6987E5F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47" name="Group 1646">
                      <a:extLst>
                        <a:ext uri="{FF2B5EF4-FFF2-40B4-BE49-F238E27FC236}">
                          <a16:creationId xmlns:a16="http://schemas.microsoft.com/office/drawing/2014/main" id="{858583DC-6ABA-5577-00FB-4471DB1E27D0}"/>
                        </a:ext>
                      </a:extLst>
                    </p:cNvPr>
                    <p:cNvGrpSpPr/>
                    <p:nvPr/>
                  </p:nvGrpSpPr>
                  <p:grpSpPr>
                    <a:xfrm rot="7200000" flipH="1">
                      <a:off x="6434137" y="3977611"/>
                      <a:ext cx="303213" cy="303213"/>
                      <a:chOff x="5354637" y="3446463"/>
                      <a:chExt cx="214313" cy="214313"/>
                    </a:xfrm>
                  </p:grpSpPr>
                  <p:sp>
                    <p:nvSpPr>
                      <p:cNvPr id="1652" name="Arc 1651">
                        <a:extLst>
                          <a:ext uri="{FF2B5EF4-FFF2-40B4-BE49-F238E27FC236}">
                            <a16:creationId xmlns:a16="http://schemas.microsoft.com/office/drawing/2014/main" id="{035C7CAC-36B4-B9C5-D92F-EE566A7F2EA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53" name="Arc 1652">
                        <a:extLst>
                          <a:ext uri="{FF2B5EF4-FFF2-40B4-BE49-F238E27FC236}">
                            <a16:creationId xmlns:a16="http://schemas.microsoft.com/office/drawing/2014/main" id="{AD24E006-B05A-E0CE-6C5D-9933F8AED3B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48" name="Group 1647">
                      <a:extLst>
                        <a:ext uri="{FF2B5EF4-FFF2-40B4-BE49-F238E27FC236}">
                          <a16:creationId xmlns:a16="http://schemas.microsoft.com/office/drawing/2014/main" id="{5D16A0E4-C6D4-D8D8-C6DA-7875F228AB6A}"/>
                        </a:ext>
                      </a:extLst>
                    </p:cNvPr>
                    <p:cNvGrpSpPr/>
                    <p:nvPr/>
                  </p:nvGrpSpPr>
                  <p:grpSpPr>
                    <a:xfrm rot="14400000" flipH="1">
                      <a:off x="6389147" y="3932622"/>
                      <a:ext cx="393192" cy="393192"/>
                      <a:chOff x="5354637" y="3446463"/>
                      <a:chExt cx="214313" cy="214313"/>
                    </a:xfrm>
                  </p:grpSpPr>
                  <p:sp>
                    <p:nvSpPr>
                      <p:cNvPr id="1650" name="Arc 1649">
                        <a:extLst>
                          <a:ext uri="{FF2B5EF4-FFF2-40B4-BE49-F238E27FC236}">
                            <a16:creationId xmlns:a16="http://schemas.microsoft.com/office/drawing/2014/main" id="{B58D7D3D-4CB2-4AAD-8D89-2DE4840A677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51" name="Arc 1650">
                        <a:extLst>
                          <a:ext uri="{FF2B5EF4-FFF2-40B4-BE49-F238E27FC236}">
                            <a16:creationId xmlns:a16="http://schemas.microsoft.com/office/drawing/2014/main" id="{A246413A-0A6F-F638-BF34-885F351DB95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49" name="TextBox 1648">
                      <a:extLst>
                        <a:ext uri="{FF2B5EF4-FFF2-40B4-BE49-F238E27FC236}">
                          <a16:creationId xmlns:a16="http://schemas.microsoft.com/office/drawing/2014/main" id="{6CD42A8A-5F55-7EEE-6E5E-06CD66965426}"/>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545" name="Group 1544">
                <a:extLst>
                  <a:ext uri="{FF2B5EF4-FFF2-40B4-BE49-F238E27FC236}">
                    <a16:creationId xmlns:a16="http://schemas.microsoft.com/office/drawing/2014/main" id="{CFACA04E-97D6-04D9-40C2-D74072C11985}"/>
                  </a:ext>
                </a:extLst>
              </p:cNvPr>
              <p:cNvGrpSpPr/>
              <p:nvPr/>
            </p:nvGrpSpPr>
            <p:grpSpPr>
              <a:xfrm>
                <a:off x="6065340" y="2039507"/>
                <a:ext cx="1643204" cy="1593124"/>
                <a:chOff x="5445106" y="2644743"/>
                <a:chExt cx="1643204" cy="1593124"/>
              </a:xfrm>
            </p:grpSpPr>
            <p:grpSp>
              <p:nvGrpSpPr>
                <p:cNvPr id="1546" name="Group 1545">
                  <a:extLst>
                    <a:ext uri="{FF2B5EF4-FFF2-40B4-BE49-F238E27FC236}">
                      <a16:creationId xmlns:a16="http://schemas.microsoft.com/office/drawing/2014/main" id="{AB8B7E42-6FEB-BFAD-9E47-52749DC84AD9}"/>
                    </a:ext>
                  </a:extLst>
                </p:cNvPr>
                <p:cNvGrpSpPr/>
                <p:nvPr/>
              </p:nvGrpSpPr>
              <p:grpSpPr>
                <a:xfrm>
                  <a:off x="5445106" y="2644743"/>
                  <a:ext cx="1019224" cy="991639"/>
                  <a:chOff x="5886431" y="3225768"/>
                  <a:chExt cx="1019224" cy="991639"/>
                </a:xfrm>
              </p:grpSpPr>
              <p:grpSp>
                <p:nvGrpSpPr>
                  <p:cNvPr id="1594" name="Group 1593">
                    <a:extLst>
                      <a:ext uri="{FF2B5EF4-FFF2-40B4-BE49-F238E27FC236}">
                        <a16:creationId xmlns:a16="http://schemas.microsoft.com/office/drawing/2014/main" id="{9062D79A-6610-7FDE-AFB3-6A4F3C27FBBC}"/>
                      </a:ext>
                    </a:extLst>
                  </p:cNvPr>
                  <p:cNvGrpSpPr/>
                  <p:nvPr/>
                </p:nvGrpSpPr>
                <p:grpSpPr>
                  <a:xfrm>
                    <a:off x="6197413" y="3824215"/>
                    <a:ext cx="393192" cy="393192"/>
                    <a:chOff x="5265196" y="3357021"/>
                    <a:chExt cx="393192" cy="393192"/>
                  </a:xfrm>
                </p:grpSpPr>
                <p:grpSp>
                  <p:nvGrpSpPr>
                    <p:cNvPr id="1629" name="Group 1628">
                      <a:extLst>
                        <a:ext uri="{FF2B5EF4-FFF2-40B4-BE49-F238E27FC236}">
                          <a16:creationId xmlns:a16="http://schemas.microsoft.com/office/drawing/2014/main" id="{F1B87B53-4338-AE09-6F2F-6EF65A5E897A}"/>
                        </a:ext>
                      </a:extLst>
                    </p:cNvPr>
                    <p:cNvGrpSpPr/>
                    <p:nvPr/>
                  </p:nvGrpSpPr>
                  <p:grpSpPr>
                    <a:xfrm rot="14400000">
                      <a:off x="5265196" y="3357021"/>
                      <a:ext cx="393192" cy="393192"/>
                      <a:chOff x="5354637" y="3446463"/>
                      <a:chExt cx="214313" cy="214313"/>
                    </a:xfrm>
                  </p:grpSpPr>
                  <p:sp>
                    <p:nvSpPr>
                      <p:cNvPr id="1638" name="Arc 1637">
                        <a:extLst>
                          <a:ext uri="{FF2B5EF4-FFF2-40B4-BE49-F238E27FC236}">
                            <a16:creationId xmlns:a16="http://schemas.microsoft.com/office/drawing/2014/main" id="{4DA24B46-D5CD-8289-0D68-EDB9BB6B3E1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39" name="Arc 1638">
                        <a:extLst>
                          <a:ext uri="{FF2B5EF4-FFF2-40B4-BE49-F238E27FC236}">
                            <a16:creationId xmlns:a16="http://schemas.microsoft.com/office/drawing/2014/main" id="{FDA0903D-5B85-4194-FE32-0FD78FCEFDF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30" name="Group 1629">
                      <a:extLst>
                        <a:ext uri="{FF2B5EF4-FFF2-40B4-BE49-F238E27FC236}">
                          <a16:creationId xmlns:a16="http://schemas.microsoft.com/office/drawing/2014/main" id="{7615231D-0891-B3AB-FD7B-32AF62451DB3}"/>
                        </a:ext>
                      </a:extLst>
                    </p:cNvPr>
                    <p:cNvGrpSpPr/>
                    <p:nvPr/>
                  </p:nvGrpSpPr>
                  <p:grpSpPr>
                    <a:xfrm>
                      <a:off x="5310186" y="3402011"/>
                      <a:ext cx="303213" cy="303213"/>
                      <a:chOff x="5310186" y="3402011"/>
                      <a:chExt cx="303213" cy="303213"/>
                    </a:xfrm>
                  </p:grpSpPr>
                  <p:grpSp>
                    <p:nvGrpSpPr>
                      <p:cNvPr id="1631" name="Group 1630">
                        <a:extLst>
                          <a:ext uri="{FF2B5EF4-FFF2-40B4-BE49-F238E27FC236}">
                            <a16:creationId xmlns:a16="http://schemas.microsoft.com/office/drawing/2014/main" id="{81B105EB-731F-E7BA-AD6A-7E4232ACE47C}"/>
                          </a:ext>
                        </a:extLst>
                      </p:cNvPr>
                      <p:cNvGrpSpPr/>
                      <p:nvPr/>
                    </p:nvGrpSpPr>
                    <p:grpSpPr>
                      <a:xfrm>
                        <a:off x="5354636" y="3446461"/>
                        <a:ext cx="214313" cy="214313"/>
                        <a:chOff x="5354637" y="3446463"/>
                        <a:chExt cx="214313" cy="214313"/>
                      </a:xfrm>
                    </p:grpSpPr>
                    <p:sp>
                      <p:nvSpPr>
                        <p:cNvPr id="1636" name="Arc 1635">
                          <a:extLst>
                            <a:ext uri="{FF2B5EF4-FFF2-40B4-BE49-F238E27FC236}">
                              <a16:creationId xmlns:a16="http://schemas.microsoft.com/office/drawing/2014/main" id="{0DA42FC5-5E1E-3C7C-1421-5271F29F3DA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37" name="Arc 1636">
                          <a:extLst>
                            <a:ext uri="{FF2B5EF4-FFF2-40B4-BE49-F238E27FC236}">
                              <a16:creationId xmlns:a16="http://schemas.microsoft.com/office/drawing/2014/main" id="{E15EED0F-33B0-1735-A5A8-78C596BF968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32" name="Group 1631">
                        <a:extLst>
                          <a:ext uri="{FF2B5EF4-FFF2-40B4-BE49-F238E27FC236}">
                            <a16:creationId xmlns:a16="http://schemas.microsoft.com/office/drawing/2014/main" id="{5582A7C6-4259-4D71-7C17-008B01731776}"/>
                          </a:ext>
                        </a:extLst>
                      </p:cNvPr>
                      <p:cNvGrpSpPr/>
                      <p:nvPr/>
                    </p:nvGrpSpPr>
                    <p:grpSpPr>
                      <a:xfrm rot="7200000">
                        <a:off x="5310186" y="3402011"/>
                        <a:ext cx="303213" cy="303213"/>
                        <a:chOff x="5354637" y="3446463"/>
                        <a:chExt cx="214313" cy="214313"/>
                      </a:xfrm>
                    </p:grpSpPr>
                    <p:sp>
                      <p:nvSpPr>
                        <p:cNvPr id="1634" name="Arc 1633">
                          <a:extLst>
                            <a:ext uri="{FF2B5EF4-FFF2-40B4-BE49-F238E27FC236}">
                              <a16:creationId xmlns:a16="http://schemas.microsoft.com/office/drawing/2014/main" id="{558B5FB1-5420-AE0A-DFA9-38562508D2F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35" name="Arc 1634">
                          <a:extLst>
                            <a:ext uri="{FF2B5EF4-FFF2-40B4-BE49-F238E27FC236}">
                              <a16:creationId xmlns:a16="http://schemas.microsoft.com/office/drawing/2014/main" id="{2253677D-6330-4857-CF2C-EAABB4E3C8A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33" name="TextBox 1632">
                        <a:extLst>
                          <a:ext uri="{FF2B5EF4-FFF2-40B4-BE49-F238E27FC236}">
                            <a16:creationId xmlns:a16="http://schemas.microsoft.com/office/drawing/2014/main" id="{2FF763A7-5ED6-A5C3-A905-21014378AE9D}"/>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95" name="Group 1594">
                    <a:extLst>
                      <a:ext uri="{FF2B5EF4-FFF2-40B4-BE49-F238E27FC236}">
                        <a16:creationId xmlns:a16="http://schemas.microsoft.com/office/drawing/2014/main" id="{F9B07FA0-32E7-4996-01F6-695F644B7412}"/>
                      </a:ext>
                    </a:extLst>
                  </p:cNvPr>
                  <p:cNvGrpSpPr/>
                  <p:nvPr/>
                </p:nvGrpSpPr>
                <p:grpSpPr>
                  <a:xfrm>
                    <a:off x="5886431" y="3525040"/>
                    <a:ext cx="393192" cy="393192"/>
                    <a:chOff x="5265196" y="3932619"/>
                    <a:chExt cx="393192" cy="393192"/>
                  </a:xfrm>
                </p:grpSpPr>
                <p:grpSp>
                  <p:nvGrpSpPr>
                    <p:cNvPr id="1619" name="Group 1618">
                      <a:extLst>
                        <a:ext uri="{FF2B5EF4-FFF2-40B4-BE49-F238E27FC236}">
                          <a16:creationId xmlns:a16="http://schemas.microsoft.com/office/drawing/2014/main" id="{B699B59D-3EE0-6802-60A6-10D891AA1F81}"/>
                        </a:ext>
                      </a:extLst>
                    </p:cNvPr>
                    <p:cNvGrpSpPr/>
                    <p:nvPr/>
                  </p:nvGrpSpPr>
                  <p:grpSpPr>
                    <a:xfrm>
                      <a:off x="5354636" y="4022061"/>
                      <a:ext cx="214313" cy="214313"/>
                      <a:chOff x="5354637" y="3446463"/>
                      <a:chExt cx="214313" cy="214313"/>
                    </a:xfrm>
                  </p:grpSpPr>
                  <p:sp>
                    <p:nvSpPr>
                      <p:cNvPr id="1627" name="Arc 1626">
                        <a:extLst>
                          <a:ext uri="{FF2B5EF4-FFF2-40B4-BE49-F238E27FC236}">
                            <a16:creationId xmlns:a16="http://schemas.microsoft.com/office/drawing/2014/main" id="{C6EC0190-4F0C-1D3C-1BDD-E3B2E68E4E5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28" name="Arc 1627">
                        <a:extLst>
                          <a:ext uri="{FF2B5EF4-FFF2-40B4-BE49-F238E27FC236}">
                            <a16:creationId xmlns:a16="http://schemas.microsoft.com/office/drawing/2014/main" id="{2466B173-7200-D5F3-B141-CD8B98DC90A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20" name="Group 1619">
                      <a:extLst>
                        <a:ext uri="{FF2B5EF4-FFF2-40B4-BE49-F238E27FC236}">
                          <a16:creationId xmlns:a16="http://schemas.microsoft.com/office/drawing/2014/main" id="{FC23C653-83FB-4AED-A340-659DB6507D8B}"/>
                        </a:ext>
                      </a:extLst>
                    </p:cNvPr>
                    <p:cNvGrpSpPr/>
                    <p:nvPr/>
                  </p:nvGrpSpPr>
                  <p:grpSpPr>
                    <a:xfrm rot="14400000">
                      <a:off x="5310186" y="3977611"/>
                      <a:ext cx="303213" cy="303213"/>
                      <a:chOff x="5354637" y="3446463"/>
                      <a:chExt cx="214313" cy="214313"/>
                    </a:xfrm>
                  </p:grpSpPr>
                  <p:sp>
                    <p:nvSpPr>
                      <p:cNvPr id="1625" name="Arc 1624">
                        <a:extLst>
                          <a:ext uri="{FF2B5EF4-FFF2-40B4-BE49-F238E27FC236}">
                            <a16:creationId xmlns:a16="http://schemas.microsoft.com/office/drawing/2014/main" id="{4A771BD2-FD2F-A951-DDE2-470266919D5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26" name="Arc 1625">
                        <a:extLst>
                          <a:ext uri="{FF2B5EF4-FFF2-40B4-BE49-F238E27FC236}">
                            <a16:creationId xmlns:a16="http://schemas.microsoft.com/office/drawing/2014/main" id="{7F78F9FF-9586-74B6-A61A-D576D6BCCF7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21" name="Group 1620">
                      <a:extLst>
                        <a:ext uri="{FF2B5EF4-FFF2-40B4-BE49-F238E27FC236}">
                          <a16:creationId xmlns:a16="http://schemas.microsoft.com/office/drawing/2014/main" id="{B83188B0-FBE8-B53C-5B2A-8D212E64FBB1}"/>
                        </a:ext>
                      </a:extLst>
                    </p:cNvPr>
                    <p:cNvGrpSpPr/>
                    <p:nvPr/>
                  </p:nvGrpSpPr>
                  <p:grpSpPr>
                    <a:xfrm rot="7200000">
                      <a:off x="5265196" y="3932619"/>
                      <a:ext cx="393192" cy="393192"/>
                      <a:chOff x="5354637" y="3446463"/>
                      <a:chExt cx="214313" cy="214313"/>
                    </a:xfrm>
                  </p:grpSpPr>
                  <p:sp>
                    <p:nvSpPr>
                      <p:cNvPr id="1623" name="Arc 1622">
                        <a:extLst>
                          <a:ext uri="{FF2B5EF4-FFF2-40B4-BE49-F238E27FC236}">
                            <a16:creationId xmlns:a16="http://schemas.microsoft.com/office/drawing/2014/main" id="{13085932-8535-6ECF-D55D-9C41B8E18F0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24" name="Arc 1623">
                        <a:extLst>
                          <a:ext uri="{FF2B5EF4-FFF2-40B4-BE49-F238E27FC236}">
                            <a16:creationId xmlns:a16="http://schemas.microsoft.com/office/drawing/2014/main" id="{708DDE6B-6C7C-C992-8B0B-B4765311B41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22" name="TextBox 1621">
                      <a:extLst>
                        <a:ext uri="{FF2B5EF4-FFF2-40B4-BE49-F238E27FC236}">
                          <a16:creationId xmlns:a16="http://schemas.microsoft.com/office/drawing/2014/main" id="{770AED24-C09C-0F75-04C7-FD9273DCEC84}"/>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596" name="Group 1595">
                    <a:extLst>
                      <a:ext uri="{FF2B5EF4-FFF2-40B4-BE49-F238E27FC236}">
                        <a16:creationId xmlns:a16="http://schemas.microsoft.com/office/drawing/2014/main" id="{66F31516-FC55-D3DD-E3A9-8295428AD78F}"/>
                      </a:ext>
                    </a:extLst>
                  </p:cNvPr>
                  <p:cNvGrpSpPr/>
                  <p:nvPr/>
                </p:nvGrpSpPr>
                <p:grpSpPr>
                  <a:xfrm>
                    <a:off x="6512463" y="3525040"/>
                    <a:ext cx="393192" cy="393192"/>
                    <a:chOff x="6389147" y="3357021"/>
                    <a:chExt cx="393192" cy="393192"/>
                  </a:xfrm>
                </p:grpSpPr>
                <p:grpSp>
                  <p:nvGrpSpPr>
                    <p:cNvPr id="1608" name="Group 1607">
                      <a:extLst>
                        <a:ext uri="{FF2B5EF4-FFF2-40B4-BE49-F238E27FC236}">
                          <a16:creationId xmlns:a16="http://schemas.microsoft.com/office/drawing/2014/main" id="{50C3B1D8-DE6C-83EF-4228-F59880F5F6E3}"/>
                        </a:ext>
                      </a:extLst>
                    </p:cNvPr>
                    <p:cNvGrpSpPr/>
                    <p:nvPr/>
                  </p:nvGrpSpPr>
                  <p:grpSpPr>
                    <a:xfrm rot="7200000" flipH="1">
                      <a:off x="6389147" y="3357021"/>
                      <a:ext cx="393192" cy="393192"/>
                      <a:chOff x="5354637" y="3446463"/>
                      <a:chExt cx="214313" cy="214313"/>
                    </a:xfrm>
                  </p:grpSpPr>
                  <p:sp>
                    <p:nvSpPr>
                      <p:cNvPr id="1617" name="Arc 1616">
                        <a:extLst>
                          <a:ext uri="{FF2B5EF4-FFF2-40B4-BE49-F238E27FC236}">
                            <a16:creationId xmlns:a16="http://schemas.microsoft.com/office/drawing/2014/main" id="{5627F723-28FD-C925-0780-BE98030460B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18" name="Arc 1617">
                        <a:extLst>
                          <a:ext uri="{FF2B5EF4-FFF2-40B4-BE49-F238E27FC236}">
                            <a16:creationId xmlns:a16="http://schemas.microsoft.com/office/drawing/2014/main" id="{6F5B0D29-3169-9442-CA02-BE754744D7D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09" name="Group 1608">
                      <a:extLst>
                        <a:ext uri="{FF2B5EF4-FFF2-40B4-BE49-F238E27FC236}">
                          <a16:creationId xmlns:a16="http://schemas.microsoft.com/office/drawing/2014/main" id="{7BFA9790-9F70-D153-82B6-3B3AB37C39BA}"/>
                        </a:ext>
                      </a:extLst>
                    </p:cNvPr>
                    <p:cNvGrpSpPr/>
                    <p:nvPr/>
                  </p:nvGrpSpPr>
                  <p:grpSpPr>
                    <a:xfrm>
                      <a:off x="6434137" y="3402011"/>
                      <a:ext cx="303213" cy="303213"/>
                      <a:chOff x="6434137" y="3402011"/>
                      <a:chExt cx="303213" cy="303213"/>
                    </a:xfrm>
                  </p:grpSpPr>
                  <p:grpSp>
                    <p:nvGrpSpPr>
                      <p:cNvPr id="1610" name="Group 1609">
                        <a:extLst>
                          <a:ext uri="{FF2B5EF4-FFF2-40B4-BE49-F238E27FC236}">
                            <a16:creationId xmlns:a16="http://schemas.microsoft.com/office/drawing/2014/main" id="{79ABE7EE-2C9B-3285-4953-F8D4D63D5B7C}"/>
                          </a:ext>
                        </a:extLst>
                      </p:cNvPr>
                      <p:cNvGrpSpPr/>
                      <p:nvPr/>
                    </p:nvGrpSpPr>
                    <p:grpSpPr>
                      <a:xfrm flipH="1">
                        <a:off x="6478587" y="3446461"/>
                        <a:ext cx="214313" cy="214313"/>
                        <a:chOff x="5354637" y="3446463"/>
                        <a:chExt cx="214313" cy="214313"/>
                      </a:xfrm>
                    </p:grpSpPr>
                    <p:sp>
                      <p:nvSpPr>
                        <p:cNvPr id="1615" name="Arc 1614">
                          <a:extLst>
                            <a:ext uri="{FF2B5EF4-FFF2-40B4-BE49-F238E27FC236}">
                              <a16:creationId xmlns:a16="http://schemas.microsoft.com/office/drawing/2014/main" id="{5162899F-A02E-FFC4-2363-267F220E197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16" name="Arc 1615">
                          <a:extLst>
                            <a:ext uri="{FF2B5EF4-FFF2-40B4-BE49-F238E27FC236}">
                              <a16:creationId xmlns:a16="http://schemas.microsoft.com/office/drawing/2014/main" id="{8DFA2BA5-6444-3F9B-219D-4B7CADA320D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11" name="Group 1610">
                        <a:extLst>
                          <a:ext uri="{FF2B5EF4-FFF2-40B4-BE49-F238E27FC236}">
                            <a16:creationId xmlns:a16="http://schemas.microsoft.com/office/drawing/2014/main" id="{888DB7AE-C309-6231-B960-5606E6391167}"/>
                          </a:ext>
                        </a:extLst>
                      </p:cNvPr>
                      <p:cNvGrpSpPr/>
                      <p:nvPr/>
                    </p:nvGrpSpPr>
                    <p:grpSpPr>
                      <a:xfrm rot="14400000" flipH="1">
                        <a:off x="6434137" y="3402011"/>
                        <a:ext cx="303213" cy="303213"/>
                        <a:chOff x="5354637" y="3446463"/>
                        <a:chExt cx="214313" cy="214313"/>
                      </a:xfrm>
                    </p:grpSpPr>
                    <p:sp>
                      <p:nvSpPr>
                        <p:cNvPr id="1613" name="Arc 1612">
                          <a:extLst>
                            <a:ext uri="{FF2B5EF4-FFF2-40B4-BE49-F238E27FC236}">
                              <a16:creationId xmlns:a16="http://schemas.microsoft.com/office/drawing/2014/main" id="{A2FE9417-9D99-A13A-FB93-46D76F2CC89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14" name="Arc 1613">
                          <a:extLst>
                            <a:ext uri="{FF2B5EF4-FFF2-40B4-BE49-F238E27FC236}">
                              <a16:creationId xmlns:a16="http://schemas.microsoft.com/office/drawing/2014/main" id="{1927BFFA-AC64-340F-6788-AF03266A218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12" name="TextBox 1611">
                        <a:extLst>
                          <a:ext uri="{FF2B5EF4-FFF2-40B4-BE49-F238E27FC236}">
                            <a16:creationId xmlns:a16="http://schemas.microsoft.com/office/drawing/2014/main" id="{880D799E-EA13-633B-8B3E-74130951EFEB}"/>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97" name="Group 1596">
                    <a:extLst>
                      <a:ext uri="{FF2B5EF4-FFF2-40B4-BE49-F238E27FC236}">
                        <a16:creationId xmlns:a16="http://schemas.microsoft.com/office/drawing/2014/main" id="{9C86FAA4-7A0F-A449-FF3B-7E93A4FC870F}"/>
                      </a:ext>
                    </a:extLst>
                  </p:cNvPr>
                  <p:cNvGrpSpPr/>
                  <p:nvPr/>
                </p:nvGrpSpPr>
                <p:grpSpPr>
                  <a:xfrm>
                    <a:off x="6197413" y="3225768"/>
                    <a:ext cx="393192" cy="393192"/>
                    <a:chOff x="6389147" y="3932622"/>
                    <a:chExt cx="393192" cy="393192"/>
                  </a:xfrm>
                </p:grpSpPr>
                <p:grpSp>
                  <p:nvGrpSpPr>
                    <p:cNvPr id="1598" name="Group 1597">
                      <a:extLst>
                        <a:ext uri="{FF2B5EF4-FFF2-40B4-BE49-F238E27FC236}">
                          <a16:creationId xmlns:a16="http://schemas.microsoft.com/office/drawing/2014/main" id="{B71C8732-360A-188F-D4D8-A9A7D64E8EAB}"/>
                        </a:ext>
                      </a:extLst>
                    </p:cNvPr>
                    <p:cNvGrpSpPr/>
                    <p:nvPr/>
                  </p:nvGrpSpPr>
                  <p:grpSpPr>
                    <a:xfrm flipH="1">
                      <a:off x="6478587" y="4022061"/>
                      <a:ext cx="214313" cy="214313"/>
                      <a:chOff x="5354637" y="3446463"/>
                      <a:chExt cx="214313" cy="214313"/>
                    </a:xfrm>
                  </p:grpSpPr>
                  <p:sp>
                    <p:nvSpPr>
                      <p:cNvPr id="1606" name="Arc 1605">
                        <a:extLst>
                          <a:ext uri="{FF2B5EF4-FFF2-40B4-BE49-F238E27FC236}">
                            <a16:creationId xmlns:a16="http://schemas.microsoft.com/office/drawing/2014/main" id="{8C8FB8D0-A691-1250-CA3C-367CC51C7DB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07" name="Arc 1606">
                        <a:extLst>
                          <a:ext uri="{FF2B5EF4-FFF2-40B4-BE49-F238E27FC236}">
                            <a16:creationId xmlns:a16="http://schemas.microsoft.com/office/drawing/2014/main" id="{EC78D7A5-B27D-FC11-5E71-BAC1D691FC2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99" name="Group 1598">
                      <a:extLst>
                        <a:ext uri="{FF2B5EF4-FFF2-40B4-BE49-F238E27FC236}">
                          <a16:creationId xmlns:a16="http://schemas.microsoft.com/office/drawing/2014/main" id="{245E3CAC-2A40-5345-98D1-0E44FD4DB330}"/>
                        </a:ext>
                      </a:extLst>
                    </p:cNvPr>
                    <p:cNvGrpSpPr/>
                    <p:nvPr/>
                  </p:nvGrpSpPr>
                  <p:grpSpPr>
                    <a:xfrm rot="7200000" flipH="1">
                      <a:off x="6434137" y="3977611"/>
                      <a:ext cx="303213" cy="303213"/>
                      <a:chOff x="5354637" y="3446463"/>
                      <a:chExt cx="214313" cy="214313"/>
                    </a:xfrm>
                  </p:grpSpPr>
                  <p:sp>
                    <p:nvSpPr>
                      <p:cNvPr id="1604" name="Arc 1603">
                        <a:extLst>
                          <a:ext uri="{FF2B5EF4-FFF2-40B4-BE49-F238E27FC236}">
                            <a16:creationId xmlns:a16="http://schemas.microsoft.com/office/drawing/2014/main" id="{C4277232-C275-60F9-CC21-D00B7622928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05" name="Arc 1604">
                        <a:extLst>
                          <a:ext uri="{FF2B5EF4-FFF2-40B4-BE49-F238E27FC236}">
                            <a16:creationId xmlns:a16="http://schemas.microsoft.com/office/drawing/2014/main" id="{0A8128E3-250D-9E7B-A4F5-9C33D3316A1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00" name="Group 1599">
                      <a:extLst>
                        <a:ext uri="{FF2B5EF4-FFF2-40B4-BE49-F238E27FC236}">
                          <a16:creationId xmlns:a16="http://schemas.microsoft.com/office/drawing/2014/main" id="{8BE4EA3C-23C3-998A-45F0-ED427440D86E}"/>
                        </a:ext>
                      </a:extLst>
                    </p:cNvPr>
                    <p:cNvGrpSpPr/>
                    <p:nvPr/>
                  </p:nvGrpSpPr>
                  <p:grpSpPr>
                    <a:xfrm rot="14400000" flipH="1">
                      <a:off x="6389147" y="3932622"/>
                      <a:ext cx="393192" cy="393192"/>
                      <a:chOff x="5354637" y="3446463"/>
                      <a:chExt cx="214313" cy="214313"/>
                    </a:xfrm>
                  </p:grpSpPr>
                  <p:sp>
                    <p:nvSpPr>
                      <p:cNvPr id="1602" name="Arc 1601">
                        <a:extLst>
                          <a:ext uri="{FF2B5EF4-FFF2-40B4-BE49-F238E27FC236}">
                            <a16:creationId xmlns:a16="http://schemas.microsoft.com/office/drawing/2014/main" id="{B5B7DFC8-1EBA-DA9A-2D62-D1F691BC22F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03" name="Arc 1602">
                        <a:extLst>
                          <a:ext uri="{FF2B5EF4-FFF2-40B4-BE49-F238E27FC236}">
                            <a16:creationId xmlns:a16="http://schemas.microsoft.com/office/drawing/2014/main" id="{267C3681-C15D-C4E6-F524-F10E2B0ED21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01" name="TextBox 1600">
                      <a:extLst>
                        <a:ext uri="{FF2B5EF4-FFF2-40B4-BE49-F238E27FC236}">
                          <a16:creationId xmlns:a16="http://schemas.microsoft.com/office/drawing/2014/main" id="{AAC8A4D9-AE4C-62A9-971F-91E7B1BDD3F7}"/>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47" name="Group 1546">
                  <a:extLst>
                    <a:ext uri="{FF2B5EF4-FFF2-40B4-BE49-F238E27FC236}">
                      <a16:creationId xmlns:a16="http://schemas.microsoft.com/office/drawing/2014/main" id="{0D11B718-4C45-3A22-6597-0CFE4ACF82C2}"/>
                    </a:ext>
                  </a:extLst>
                </p:cNvPr>
                <p:cNvGrpSpPr/>
                <p:nvPr/>
              </p:nvGrpSpPr>
              <p:grpSpPr>
                <a:xfrm>
                  <a:off x="6069086" y="3246228"/>
                  <a:ext cx="1019224" cy="991639"/>
                  <a:chOff x="5886431" y="3225768"/>
                  <a:chExt cx="1019224" cy="991639"/>
                </a:xfrm>
              </p:grpSpPr>
              <p:grpSp>
                <p:nvGrpSpPr>
                  <p:cNvPr id="1548" name="Group 1547">
                    <a:extLst>
                      <a:ext uri="{FF2B5EF4-FFF2-40B4-BE49-F238E27FC236}">
                        <a16:creationId xmlns:a16="http://schemas.microsoft.com/office/drawing/2014/main" id="{D21C6D87-3578-D679-3DF5-E73A83DE5CE9}"/>
                      </a:ext>
                    </a:extLst>
                  </p:cNvPr>
                  <p:cNvGrpSpPr/>
                  <p:nvPr/>
                </p:nvGrpSpPr>
                <p:grpSpPr>
                  <a:xfrm>
                    <a:off x="6197413" y="3824215"/>
                    <a:ext cx="393192" cy="393192"/>
                    <a:chOff x="5265196" y="3357021"/>
                    <a:chExt cx="393192" cy="393192"/>
                  </a:xfrm>
                </p:grpSpPr>
                <p:grpSp>
                  <p:nvGrpSpPr>
                    <p:cNvPr id="1583" name="Group 1582">
                      <a:extLst>
                        <a:ext uri="{FF2B5EF4-FFF2-40B4-BE49-F238E27FC236}">
                          <a16:creationId xmlns:a16="http://schemas.microsoft.com/office/drawing/2014/main" id="{64A92641-A3E7-23CC-F348-1682D2C57B89}"/>
                        </a:ext>
                      </a:extLst>
                    </p:cNvPr>
                    <p:cNvGrpSpPr/>
                    <p:nvPr/>
                  </p:nvGrpSpPr>
                  <p:grpSpPr>
                    <a:xfrm rot="14400000">
                      <a:off x="5265196" y="3357021"/>
                      <a:ext cx="393192" cy="393192"/>
                      <a:chOff x="5354637" y="3446463"/>
                      <a:chExt cx="214313" cy="214313"/>
                    </a:xfrm>
                  </p:grpSpPr>
                  <p:sp>
                    <p:nvSpPr>
                      <p:cNvPr id="1592" name="Arc 1591">
                        <a:extLst>
                          <a:ext uri="{FF2B5EF4-FFF2-40B4-BE49-F238E27FC236}">
                            <a16:creationId xmlns:a16="http://schemas.microsoft.com/office/drawing/2014/main" id="{7C025195-2537-C7D9-9CFD-65F92FA0452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93" name="Arc 1592">
                        <a:extLst>
                          <a:ext uri="{FF2B5EF4-FFF2-40B4-BE49-F238E27FC236}">
                            <a16:creationId xmlns:a16="http://schemas.microsoft.com/office/drawing/2014/main" id="{F40846AA-EBB4-2CA1-ABF9-A5CE72DC3CA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84" name="Group 1583">
                      <a:extLst>
                        <a:ext uri="{FF2B5EF4-FFF2-40B4-BE49-F238E27FC236}">
                          <a16:creationId xmlns:a16="http://schemas.microsoft.com/office/drawing/2014/main" id="{820AA18C-70B9-59AB-2296-BD3BB00F4BE2}"/>
                        </a:ext>
                      </a:extLst>
                    </p:cNvPr>
                    <p:cNvGrpSpPr/>
                    <p:nvPr/>
                  </p:nvGrpSpPr>
                  <p:grpSpPr>
                    <a:xfrm>
                      <a:off x="5310186" y="3402011"/>
                      <a:ext cx="303213" cy="303213"/>
                      <a:chOff x="5310186" y="3402011"/>
                      <a:chExt cx="303213" cy="303213"/>
                    </a:xfrm>
                  </p:grpSpPr>
                  <p:grpSp>
                    <p:nvGrpSpPr>
                      <p:cNvPr id="1585" name="Group 1584">
                        <a:extLst>
                          <a:ext uri="{FF2B5EF4-FFF2-40B4-BE49-F238E27FC236}">
                            <a16:creationId xmlns:a16="http://schemas.microsoft.com/office/drawing/2014/main" id="{5684F457-D379-1003-96F7-F969347D81CD}"/>
                          </a:ext>
                        </a:extLst>
                      </p:cNvPr>
                      <p:cNvGrpSpPr/>
                      <p:nvPr/>
                    </p:nvGrpSpPr>
                    <p:grpSpPr>
                      <a:xfrm>
                        <a:off x="5354636" y="3446461"/>
                        <a:ext cx="214313" cy="214313"/>
                        <a:chOff x="5354637" y="3446463"/>
                        <a:chExt cx="214313" cy="214313"/>
                      </a:xfrm>
                    </p:grpSpPr>
                    <p:sp>
                      <p:nvSpPr>
                        <p:cNvPr id="1590" name="Arc 1589">
                          <a:extLst>
                            <a:ext uri="{FF2B5EF4-FFF2-40B4-BE49-F238E27FC236}">
                              <a16:creationId xmlns:a16="http://schemas.microsoft.com/office/drawing/2014/main" id="{6F04352A-253E-4634-AFFB-45B3D97C802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91" name="Arc 1590">
                          <a:extLst>
                            <a:ext uri="{FF2B5EF4-FFF2-40B4-BE49-F238E27FC236}">
                              <a16:creationId xmlns:a16="http://schemas.microsoft.com/office/drawing/2014/main" id="{9B037B6F-993A-97EC-3ACA-122AA6E9B39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86" name="Group 1585">
                        <a:extLst>
                          <a:ext uri="{FF2B5EF4-FFF2-40B4-BE49-F238E27FC236}">
                            <a16:creationId xmlns:a16="http://schemas.microsoft.com/office/drawing/2014/main" id="{4B1E757E-F4C0-411D-42A5-D835C651B515}"/>
                          </a:ext>
                        </a:extLst>
                      </p:cNvPr>
                      <p:cNvGrpSpPr/>
                      <p:nvPr/>
                    </p:nvGrpSpPr>
                    <p:grpSpPr>
                      <a:xfrm rot="7200000">
                        <a:off x="5310186" y="3402011"/>
                        <a:ext cx="303213" cy="303213"/>
                        <a:chOff x="5354637" y="3446463"/>
                        <a:chExt cx="214313" cy="214313"/>
                      </a:xfrm>
                    </p:grpSpPr>
                    <p:sp>
                      <p:nvSpPr>
                        <p:cNvPr id="1588" name="Arc 1587">
                          <a:extLst>
                            <a:ext uri="{FF2B5EF4-FFF2-40B4-BE49-F238E27FC236}">
                              <a16:creationId xmlns:a16="http://schemas.microsoft.com/office/drawing/2014/main" id="{C1AF35E3-48A2-220E-9C5C-06809B3BEB0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89" name="Arc 1588">
                          <a:extLst>
                            <a:ext uri="{FF2B5EF4-FFF2-40B4-BE49-F238E27FC236}">
                              <a16:creationId xmlns:a16="http://schemas.microsoft.com/office/drawing/2014/main" id="{516C516A-9AA2-6A0A-9B2B-2D42B002305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87" name="TextBox 1586">
                        <a:extLst>
                          <a:ext uri="{FF2B5EF4-FFF2-40B4-BE49-F238E27FC236}">
                            <a16:creationId xmlns:a16="http://schemas.microsoft.com/office/drawing/2014/main" id="{4E5942B9-25A2-F15E-DDA2-E1A6D0ECAE8A}"/>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49" name="Group 1548">
                    <a:extLst>
                      <a:ext uri="{FF2B5EF4-FFF2-40B4-BE49-F238E27FC236}">
                        <a16:creationId xmlns:a16="http://schemas.microsoft.com/office/drawing/2014/main" id="{2073B430-4B70-0472-8FB1-DD009727CCFE}"/>
                      </a:ext>
                    </a:extLst>
                  </p:cNvPr>
                  <p:cNvGrpSpPr/>
                  <p:nvPr/>
                </p:nvGrpSpPr>
                <p:grpSpPr>
                  <a:xfrm>
                    <a:off x="5886431" y="3525040"/>
                    <a:ext cx="393192" cy="393192"/>
                    <a:chOff x="5265196" y="3932619"/>
                    <a:chExt cx="393192" cy="393192"/>
                  </a:xfrm>
                </p:grpSpPr>
                <p:grpSp>
                  <p:nvGrpSpPr>
                    <p:cNvPr id="1573" name="Group 1572">
                      <a:extLst>
                        <a:ext uri="{FF2B5EF4-FFF2-40B4-BE49-F238E27FC236}">
                          <a16:creationId xmlns:a16="http://schemas.microsoft.com/office/drawing/2014/main" id="{947F6172-4DAD-DD0D-139C-58FC5D45CCBC}"/>
                        </a:ext>
                      </a:extLst>
                    </p:cNvPr>
                    <p:cNvGrpSpPr/>
                    <p:nvPr/>
                  </p:nvGrpSpPr>
                  <p:grpSpPr>
                    <a:xfrm>
                      <a:off x="5354636" y="4022061"/>
                      <a:ext cx="214313" cy="214313"/>
                      <a:chOff x="5354637" y="3446463"/>
                      <a:chExt cx="214313" cy="214313"/>
                    </a:xfrm>
                  </p:grpSpPr>
                  <p:sp>
                    <p:nvSpPr>
                      <p:cNvPr id="1581" name="Arc 1580">
                        <a:extLst>
                          <a:ext uri="{FF2B5EF4-FFF2-40B4-BE49-F238E27FC236}">
                            <a16:creationId xmlns:a16="http://schemas.microsoft.com/office/drawing/2014/main" id="{5B906716-4349-D36D-48E8-EF1A95C143C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82" name="Arc 1581">
                        <a:extLst>
                          <a:ext uri="{FF2B5EF4-FFF2-40B4-BE49-F238E27FC236}">
                            <a16:creationId xmlns:a16="http://schemas.microsoft.com/office/drawing/2014/main" id="{8307E947-973F-2DE5-A471-1B9B388707C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74" name="Group 1573">
                      <a:extLst>
                        <a:ext uri="{FF2B5EF4-FFF2-40B4-BE49-F238E27FC236}">
                          <a16:creationId xmlns:a16="http://schemas.microsoft.com/office/drawing/2014/main" id="{6E4028DC-4FE8-A6E4-DE69-5B465ED9EA34}"/>
                        </a:ext>
                      </a:extLst>
                    </p:cNvPr>
                    <p:cNvGrpSpPr/>
                    <p:nvPr/>
                  </p:nvGrpSpPr>
                  <p:grpSpPr>
                    <a:xfrm rot="14400000">
                      <a:off x="5310186" y="3977611"/>
                      <a:ext cx="303213" cy="303213"/>
                      <a:chOff x="5354637" y="3446463"/>
                      <a:chExt cx="214313" cy="214313"/>
                    </a:xfrm>
                  </p:grpSpPr>
                  <p:sp>
                    <p:nvSpPr>
                      <p:cNvPr id="1579" name="Arc 1578">
                        <a:extLst>
                          <a:ext uri="{FF2B5EF4-FFF2-40B4-BE49-F238E27FC236}">
                            <a16:creationId xmlns:a16="http://schemas.microsoft.com/office/drawing/2014/main" id="{DBBE759C-0D8C-7BF3-A0EB-DA06AFC6080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80" name="Arc 1579">
                        <a:extLst>
                          <a:ext uri="{FF2B5EF4-FFF2-40B4-BE49-F238E27FC236}">
                            <a16:creationId xmlns:a16="http://schemas.microsoft.com/office/drawing/2014/main" id="{3FADA42F-6685-9B19-94EB-B574DE2D958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75" name="Group 1574">
                      <a:extLst>
                        <a:ext uri="{FF2B5EF4-FFF2-40B4-BE49-F238E27FC236}">
                          <a16:creationId xmlns:a16="http://schemas.microsoft.com/office/drawing/2014/main" id="{3549B09B-C73B-F3CD-D83A-ED7318A44AE5}"/>
                        </a:ext>
                      </a:extLst>
                    </p:cNvPr>
                    <p:cNvGrpSpPr/>
                    <p:nvPr/>
                  </p:nvGrpSpPr>
                  <p:grpSpPr>
                    <a:xfrm rot="7200000">
                      <a:off x="5265196" y="3932619"/>
                      <a:ext cx="393192" cy="393192"/>
                      <a:chOff x="5354637" y="3446463"/>
                      <a:chExt cx="214313" cy="214313"/>
                    </a:xfrm>
                  </p:grpSpPr>
                  <p:sp>
                    <p:nvSpPr>
                      <p:cNvPr id="1577" name="Arc 1576">
                        <a:extLst>
                          <a:ext uri="{FF2B5EF4-FFF2-40B4-BE49-F238E27FC236}">
                            <a16:creationId xmlns:a16="http://schemas.microsoft.com/office/drawing/2014/main" id="{5F116C53-2B20-FC3D-6F51-83687E1204A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78" name="Arc 1577">
                        <a:extLst>
                          <a:ext uri="{FF2B5EF4-FFF2-40B4-BE49-F238E27FC236}">
                            <a16:creationId xmlns:a16="http://schemas.microsoft.com/office/drawing/2014/main" id="{B1913864-1E8A-B5C3-33B7-8626725E40D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76" name="TextBox 1575">
                      <a:extLst>
                        <a:ext uri="{FF2B5EF4-FFF2-40B4-BE49-F238E27FC236}">
                          <a16:creationId xmlns:a16="http://schemas.microsoft.com/office/drawing/2014/main" id="{3AC80C55-70E8-8720-7603-FFCC4CB11C10}"/>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550" name="Group 1549">
                    <a:extLst>
                      <a:ext uri="{FF2B5EF4-FFF2-40B4-BE49-F238E27FC236}">
                        <a16:creationId xmlns:a16="http://schemas.microsoft.com/office/drawing/2014/main" id="{9569CDC7-2EE9-C446-85F7-240894A18F33}"/>
                      </a:ext>
                    </a:extLst>
                  </p:cNvPr>
                  <p:cNvGrpSpPr/>
                  <p:nvPr/>
                </p:nvGrpSpPr>
                <p:grpSpPr>
                  <a:xfrm>
                    <a:off x="6512463" y="3525040"/>
                    <a:ext cx="393192" cy="393192"/>
                    <a:chOff x="6389147" y="3357021"/>
                    <a:chExt cx="393192" cy="393192"/>
                  </a:xfrm>
                </p:grpSpPr>
                <p:grpSp>
                  <p:nvGrpSpPr>
                    <p:cNvPr id="1562" name="Group 1561">
                      <a:extLst>
                        <a:ext uri="{FF2B5EF4-FFF2-40B4-BE49-F238E27FC236}">
                          <a16:creationId xmlns:a16="http://schemas.microsoft.com/office/drawing/2014/main" id="{F0828E01-ABCC-E5D8-BAC6-ED803F42C058}"/>
                        </a:ext>
                      </a:extLst>
                    </p:cNvPr>
                    <p:cNvGrpSpPr/>
                    <p:nvPr/>
                  </p:nvGrpSpPr>
                  <p:grpSpPr>
                    <a:xfrm rot="7200000" flipH="1">
                      <a:off x="6389147" y="3357021"/>
                      <a:ext cx="393192" cy="393192"/>
                      <a:chOff x="5354637" y="3446463"/>
                      <a:chExt cx="214313" cy="214313"/>
                    </a:xfrm>
                  </p:grpSpPr>
                  <p:sp>
                    <p:nvSpPr>
                      <p:cNvPr id="1571" name="Arc 1570">
                        <a:extLst>
                          <a:ext uri="{FF2B5EF4-FFF2-40B4-BE49-F238E27FC236}">
                            <a16:creationId xmlns:a16="http://schemas.microsoft.com/office/drawing/2014/main" id="{FD65AF95-83D6-C4E5-0462-0439AA3A06F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72" name="Arc 1571">
                        <a:extLst>
                          <a:ext uri="{FF2B5EF4-FFF2-40B4-BE49-F238E27FC236}">
                            <a16:creationId xmlns:a16="http://schemas.microsoft.com/office/drawing/2014/main" id="{ED7FFD62-4108-376E-9F32-B62912279BF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63" name="Group 1562">
                      <a:extLst>
                        <a:ext uri="{FF2B5EF4-FFF2-40B4-BE49-F238E27FC236}">
                          <a16:creationId xmlns:a16="http://schemas.microsoft.com/office/drawing/2014/main" id="{39FF4790-7D17-AD75-AE71-F348BF52B2B6}"/>
                        </a:ext>
                      </a:extLst>
                    </p:cNvPr>
                    <p:cNvGrpSpPr/>
                    <p:nvPr/>
                  </p:nvGrpSpPr>
                  <p:grpSpPr>
                    <a:xfrm>
                      <a:off x="6434137" y="3402011"/>
                      <a:ext cx="303213" cy="303213"/>
                      <a:chOff x="6434137" y="3402011"/>
                      <a:chExt cx="303213" cy="303213"/>
                    </a:xfrm>
                  </p:grpSpPr>
                  <p:grpSp>
                    <p:nvGrpSpPr>
                      <p:cNvPr id="1564" name="Group 1563">
                        <a:extLst>
                          <a:ext uri="{FF2B5EF4-FFF2-40B4-BE49-F238E27FC236}">
                            <a16:creationId xmlns:a16="http://schemas.microsoft.com/office/drawing/2014/main" id="{458C6608-B7CA-0E4E-0229-E20416F2B292}"/>
                          </a:ext>
                        </a:extLst>
                      </p:cNvPr>
                      <p:cNvGrpSpPr/>
                      <p:nvPr/>
                    </p:nvGrpSpPr>
                    <p:grpSpPr>
                      <a:xfrm flipH="1">
                        <a:off x="6478587" y="3446461"/>
                        <a:ext cx="214313" cy="214313"/>
                        <a:chOff x="5354637" y="3446463"/>
                        <a:chExt cx="214313" cy="214313"/>
                      </a:xfrm>
                    </p:grpSpPr>
                    <p:sp>
                      <p:nvSpPr>
                        <p:cNvPr id="1569" name="Arc 1568">
                          <a:extLst>
                            <a:ext uri="{FF2B5EF4-FFF2-40B4-BE49-F238E27FC236}">
                              <a16:creationId xmlns:a16="http://schemas.microsoft.com/office/drawing/2014/main" id="{B497CBB6-D60E-CDB5-53F2-672FB329BB5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70" name="Arc 1569">
                          <a:extLst>
                            <a:ext uri="{FF2B5EF4-FFF2-40B4-BE49-F238E27FC236}">
                              <a16:creationId xmlns:a16="http://schemas.microsoft.com/office/drawing/2014/main" id="{F77080F1-6C8B-14F7-A66A-54A399A3B03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65" name="Group 1564">
                        <a:extLst>
                          <a:ext uri="{FF2B5EF4-FFF2-40B4-BE49-F238E27FC236}">
                            <a16:creationId xmlns:a16="http://schemas.microsoft.com/office/drawing/2014/main" id="{FA4A4812-822A-79D1-E050-FA190FA94A67}"/>
                          </a:ext>
                        </a:extLst>
                      </p:cNvPr>
                      <p:cNvGrpSpPr/>
                      <p:nvPr/>
                    </p:nvGrpSpPr>
                    <p:grpSpPr>
                      <a:xfrm rot="14400000" flipH="1">
                        <a:off x="6434137" y="3402011"/>
                        <a:ext cx="303213" cy="303213"/>
                        <a:chOff x="5354637" y="3446463"/>
                        <a:chExt cx="214313" cy="214313"/>
                      </a:xfrm>
                    </p:grpSpPr>
                    <p:sp>
                      <p:nvSpPr>
                        <p:cNvPr id="1567" name="Arc 1566">
                          <a:extLst>
                            <a:ext uri="{FF2B5EF4-FFF2-40B4-BE49-F238E27FC236}">
                              <a16:creationId xmlns:a16="http://schemas.microsoft.com/office/drawing/2014/main" id="{AD3A8FFD-7078-BE9C-30FB-1E3D7149C65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68" name="Arc 1567">
                          <a:extLst>
                            <a:ext uri="{FF2B5EF4-FFF2-40B4-BE49-F238E27FC236}">
                              <a16:creationId xmlns:a16="http://schemas.microsoft.com/office/drawing/2014/main" id="{F00FED67-B71D-D42A-E37F-BD3D52963C2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66" name="TextBox 1565">
                        <a:extLst>
                          <a:ext uri="{FF2B5EF4-FFF2-40B4-BE49-F238E27FC236}">
                            <a16:creationId xmlns:a16="http://schemas.microsoft.com/office/drawing/2014/main" id="{1AF1ABC4-6DC3-3FE2-4DEE-8EEAFD22E3D2}"/>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51" name="Group 1550">
                    <a:extLst>
                      <a:ext uri="{FF2B5EF4-FFF2-40B4-BE49-F238E27FC236}">
                        <a16:creationId xmlns:a16="http://schemas.microsoft.com/office/drawing/2014/main" id="{732D4AB6-8F63-34A1-5B27-C663A7A6F63D}"/>
                      </a:ext>
                    </a:extLst>
                  </p:cNvPr>
                  <p:cNvGrpSpPr/>
                  <p:nvPr/>
                </p:nvGrpSpPr>
                <p:grpSpPr>
                  <a:xfrm>
                    <a:off x="6197413" y="3225768"/>
                    <a:ext cx="393192" cy="393192"/>
                    <a:chOff x="6389147" y="3932622"/>
                    <a:chExt cx="393192" cy="393192"/>
                  </a:xfrm>
                </p:grpSpPr>
                <p:grpSp>
                  <p:nvGrpSpPr>
                    <p:cNvPr id="1552" name="Group 1551">
                      <a:extLst>
                        <a:ext uri="{FF2B5EF4-FFF2-40B4-BE49-F238E27FC236}">
                          <a16:creationId xmlns:a16="http://schemas.microsoft.com/office/drawing/2014/main" id="{4B64559D-D739-E172-86F9-9EE278817692}"/>
                        </a:ext>
                      </a:extLst>
                    </p:cNvPr>
                    <p:cNvGrpSpPr/>
                    <p:nvPr/>
                  </p:nvGrpSpPr>
                  <p:grpSpPr>
                    <a:xfrm flipH="1">
                      <a:off x="6478587" y="4022061"/>
                      <a:ext cx="214313" cy="214313"/>
                      <a:chOff x="5354637" y="3446463"/>
                      <a:chExt cx="214313" cy="214313"/>
                    </a:xfrm>
                  </p:grpSpPr>
                  <p:sp>
                    <p:nvSpPr>
                      <p:cNvPr id="1560" name="Arc 1559">
                        <a:extLst>
                          <a:ext uri="{FF2B5EF4-FFF2-40B4-BE49-F238E27FC236}">
                            <a16:creationId xmlns:a16="http://schemas.microsoft.com/office/drawing/2014/main" id="{7F79FE6D-A228-8800-DD7A-C33B684ECD2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61" name="Arc 1560">
                        <a:extLst>
                          <a:ext uri="{FF2B5EF4-FFF2-40B4-BE49-F238E27FC236}">
                            <a16:creationId xmlns:a16="http://schemas.microsoft.com/office/drawing/2014/main" id="{10C59CD0-E582-4254-0FEE-A941DDA783F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53" name="Group 1552">
                      <a:extLst>
                        <a:ext uri="{FF2B5EF4-FFF2-40B4-BE49-F238E27FC236}">
                          <a16:creationId xmlns:a16="http://schemas.microsoft.com/office/drawing/2014/main" id="{6102CBF0-6B16-007B-037F-DEA79FD7DCB8}"/>
                        </a:ext>
                      </a:extLst>
                    </p:cNvPr>
                    <p:cNvGrpSpPr/>
                    <p:nvPr/>
                  </p:nvGrpSpPr>
                  <p:grpSpPr>
                    <a:xfrm rot="7200000" flipH="1">
                      <a:off x="6434137" y="3977611"/>
                      <a:ext cx="303213" cy="303213"/>
                      <a:chOff x="5354637" y="3446463"/>
                      <a:chExt cx="214313" cy="214313"/>
                    </a:xfrm>
                  </p:grpSpPr>
                  <p:sp>
                    <p:nvSpPr>
                      <p:cNvPr id="1558" name="Arc 1557">
                        <a:extLst>
                          <a:ext uri="{FF2B5EF4-FFF2-40B4-BE49-F238E27FC236}">
                            <a16:creationId xmlns:a16="http://schemas.microsoft.com/office/drawing/2014/main" id="{1B53FFAE-1861-6D3C-CE8E-278BE575E93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59" name="Arc 1558">
                        <a:extLst>
                          <a:ext uri="{FF2B5EF4-FFF2-40B4-BE49-F238E27FC236}">
                            <a16:creationId xmlns:a16="http://schemas.microsoft.com/office/drawing/2014/main" id="{4D3CFC34-176D-E88A-875C-8269C861BC1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54" name="Group 1553">
                      <a:extLst>
                        <a:ext uri="{FF2B5EF4-FFF2-40B4-BE49-F238E27FC236}">
                          <a16:creationId xmlns:a16="http://schemas.microsoft.com/office/drawing/2014/main" id="{A28CC09A-09CD-D163-1CD9-8B8BC7BE01C1}"/>
                        </a:ext>
                      </a:extLst>
                    </p:cNvPr>
                    <p:cNvGrpSpPr/>
                    <p:nvPr/>
                  </p:nvGrpSpPr>
                  <p:grpSpPr>
                    <a:xfrm rot="14400000" flipH="1">
                      <a:off x="6389147" y="3932622"/>
                      <a:ext cx="393192" cy="393192"/>
                      <a:chOff x="5354637" y="3446463"/>
                      <a:chExt cx="214313" cy="214313"/>
                    </a:xfrm>
                  </p:grpSpPr>
                  <p:sp>
                    <p:nvSpPr>
                      <p:cNvPr id="1556" name="Arc 1555">
                        <a:extLst>
                          <a:ext uri="{FF2B5EF4-FFF2-40B4-BE49-F238E27FC236}">
                            <a16:creationId xmlns:a16="http://schemas.microsoft.com/office/drawing/2014/main" id="{F0B793B0-8FA4-79E5-ABE1-46650B31E8B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57" name="Arc 1556">
                        <a:extLst>
                          <a:ext uri="{FF2B5EF4-FFF2-40B4-BE49-F238E27FC236}">
                            <a16:creationId xmlns:a16="http://schemas.microsoft.com/office/drawing/2014/main" id="{5775DDF3-EB0B-C855-5AA6-C4AAD64C17F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55" name="TextBox 1554">
                      <a:extLst>
                        <a:ext uri="{FF2B5EF4-FFF2-40B4-BE49-F238E27FC236}">
                          <a16:creationId xmlns:a16="http://schemas.microsoft.com/office/drawing/2014/main" id="{F83D6EF8-5067-22A8-CC0D-1076518A2A8D}"/>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6" name="Group 15">
              <a:extLst>
                <a:ext uri="{FF2B5EF4-FFF2-40B4-BE49-F238E27FC236}">
                  <a16:creationId xmlns:a16="http://schemas.microsoft.com/office/drawing/2014/main" id="{34E8C09D-2683-2E91-E780-0BE7BF40A35C}"/>
                </a:ext>
              </a:extLst>
            </p:cNvPr>
            <p:cNvGrpSpPr/>
            <p:nvPr/>
          </p:nvGrpSpPr>
          <p:grpSpPr>
            <a:xfrm>
              <a:off x="9939813" y="-878204"/>
              <a:ext cx="2263438" cy="2198360"/>
              <a:chOff x="5445106" y="2039507"/>
              <a:chExt cx="2263438" cy="2198360"/>
            </a:xfrm>
          </p:grpSpPr>
          <p:grpSp>
            <p:nvGrpSpPr>
              <p:cNvPr id="1354" name="Group 1353">
                <a:extLst>
                  <a:ext uri="{FF2B5EF4-FFF2-40B4-BE49-F238E27FC236}">
                    <a16:creationId xmlns:a16="http://schemas.microsoft.com/office/drawing/2014/main" id="{8CF965FE-A806-8DF8-46E0-AF3D59CAA87D}"/>
                  </a:ext>
                </a:extLst>
              </p:cNvPr>
              <p:cNvGrpSpPr/>
              <p:nvPr/>
            </p:nvGrpSpPr>
            <p:grpSpPr>
              <a:xfrm>
                <a:off x="5445106" y="2644743"/>
                <a:ext cx="1643204" cy="1593124"/>
                <a:chOff x="5445106" y="2644743"/>
                <a:chExt cx="1643204" cy="1593124"/>
              </a:xfrm>
            </p:grpSpPr>
            <p:grpSp>
              <p:nvGrpSpPr>
                <p:cNvPr id="1450" name="Group 1449">
                  <a:extLst>
                    <a:ext uri="{FF2B5EF4-FFF2-40B4-BE49-F238E27FC236}">
                      <a16:creationId xmlns:a16="http://schemas.microsoft.com/office/drawing/2014/main" id="{F49B46AA-AED1-7381-BA04-89F9F9099ED1}"/>
                    </a:ext>
                  </a:extLst>
                </p:cNvPr>
                <p:cNvGrpSpPr/>
                <p:nvPr/>
              </p:nvGrpSpPr>
              <p:grpSpPr>
                <a:xfrm>
                  <a:off x="5445106" y="2644743"/>
                  <a:ext cx="1019224" cy="991639"/>
                  <a:chOff x="5886431" y="3225768"/>
                  <a:chExt cx="1019224" cy="991639"/>
                </a:xfrm>
              </p:grpSpPr>
              <p:grpSp>
                <p:nvGrpSpPr>
                  <p:cNvPr id="1498" name="Group 1497">
                    <a:extLst>
                      <a:ext uri="{FF2B5EF4-FFF2-40B4-BE49-F238E27FC236}">
                        <a16:creationId xmlns:a16="http://schemas.microsoft.com/office/drawing/2014/main" id="{30668B27-652E-05A8-9F34-A03C3ECD24BD}"/>
                      </a:ext>
                    </a:extLst>
                  </p:cNvPr>
                  <p:cNvGrpSpPr/>
                  <p:nvPr/>
                </p:nvGrpSpPr>
                <p:grpSpPr>
                  <a:xfrm>
                    <a:off x="6197413" y="3824215"/>
                    <a:ext cx="393192" cy="393192"/>
                    <a:chOff x="5265196" y="3357021"/>
                    <a:chExt cx="393192" cy="393192"/>
                  </a:xfrm>
                </p:grpSpPr>
                <p:grpSp>
                  <p:nvGrpSpPr>
                    <p:cNvPr id="1533" name="Group 1532">
                      <a:extLst>
                        <a:ext uri="{FF2B5EF4-FFF2-40B4-BE49-F238E27FC236}">
                          <a16:creationId xmlns:a16="http://schemas.microsoft.com/office/drawing/2014/main" id="{AD03A748-4D15-41E8-D951-3BFE66476E25}"/>
                        </a:ext>
                      </a:extLst>
                    </p:cNvPr>
                    <p:cNvGrpSpPr/>
                    <p:nvPr/>
                  </p:nvGrpSpPr>
                  <p:grpSpPr>
                    <a:xfrm rot="14400000">
                      <a:off x="5265196" y="3357021"/>
                      <a:ext cx="393192" cy="393192"/>
                      <a:chOff x="5354637" y="3446463"/>
                      <a:chExt cx="214313" cy="214313"/>
                    </a:xfrm>
                  </p:grpSpPr>
                  <p:sp>
                    <p:nvSpPr>
                      <p:cNvPr id="1542" name="Arc 1541">
                        <a:extLst>
                          <a:ext uri="{FF2B5EF4-FFF2-40B4-BE49-F238E27FC236}">
                            <a16:creationId xmlns:a16="http://schemas.microsoft.com/office/drawing/2014/main" id="{3814E12C-D045-DEA6-3363-7A37D27B10C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43" name="Arc 1542">
                        <a:extLst>
                          <a:ext uri="{FF2B5EF4-FFF2-40B4-BE49-F238E27FC236}">
                            <a16:creationId xmlns:a16="http://schemas.microsoft.com/office/drawing/2014/main" id="{4935F741-B49A-E024-9E84-BFE1EF132DC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34" name="Group 1533">
                      <a:extLst>
                        <a:ext uri="{FF2B5EF4-FFF2-40B4-BE49-F238E27FC236}">
                          <a16:creationId xmlns:a16="http://schemas.microsoft.com/office/drawing/2014/main" id="{BD0BC575-E45A-3310-EBD0-E1613A6C962F}"/>
                        </a:ext>
                      </a:extLst>
                    </p:cNvPr>
                    <p:cNvGrpSpPr/>
                    <p:nvPr/>
                  </p:nvGrpSpPr>
                  <p:grpSpPr>
                    <a:xfrm>
                      <a:off x="5310186" y="3402011"/>
                      <a:ext cx="303213" cy="303213"/>
                      <a:chOff x="5310186" y="3402011"/>
                      <a:chExt cx="303213" cy="303213"/>
                    </a:xfrm>
                  </p:grpSpPr>
                  <p:grpSp>
                    <p:nvGrpSpPr>
                      <p:cNvPr id="1535" name="Group 1534">
                        <a:extLst>
                          <a:ext uri="{FF2B5EF4-FFF2-40B4-BE49-F238E27FC236}">
                            <a16:creationId xmlns:a16="http://schemas.microsoft.com/office/drawing/2014/main" id="{8DD48FA9-D090-2AD3-539E-6469B6849489}"/>
                          </a:ext>
                        </a:extLst>
                      </p:cNvPr>
                      <p:cNvGrpSpPr/>
                      <p:nvPr/>
                    </p:nvGrpSpPr>
                    <p:grpSpPr>
                      <a:xfrm>
                        <a:off x="5354636" y="3446461"/>
                        <a:ext cx="214313" cy="214313"/>
                        <a:chOff x="5354637" y="3446463"/>
                        <a:chExt cx="214313" cy="214313"/>
                      </a:xfrm>
                    </p:grpSpPr>
                    <p:sp>
                      <p:nvSpPr>
                        <p:cNvPr id="1540" name="Arc 1539">
                          <a:extLst>
                            <a:ext uri="{FF2B5EF4-FFF2-40B4-BE49-F238E27FC236}">
                              <a16:creationId xmlns:a16="http://schemas.microsoft.com/office/drawing/2014/main" id="{32B72128-47CE-8071-CC88-DC9AF0398FD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41" name="Arc 1540">
                          <a:extLst>
                            <a:ext uri="{FF2B5EF4-FFF2-40B4-BE49-F238E27FC236}">
                              <a16:creationId xmlns:a16="http://schemas.microsoft.com/office/drawing/2014/main" id="{C873D527-CF1C-9722-4323-781EBF65820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36" name="Group 1535">
                        <a:extLst>
                          <a:ext uri="{FF2B5EF4-FFF2-40B4-BE49-F238E27FC236}">
                            <a16:creationId xmlns:a16="http://schemas.microsoft.com/office/drawing/2014/main" id="{46B6FBF2-F4C5-D8BE-25C7-402A398A5073}"/>
                          </a:ext>
                        </a:extLst>
                      </p:cNvPr>
                      <p:cNvGrpSpPr/>
                      <p:nvPr/>
                    </p:nvGrpSpPr>
                    <p:grpSpPr>
                      <a:xfrm rot="7200000">
                        <a:off x="5310186" y="3402011"/>
                        <a:ext cx="303213" cy="303213"/>
                        <a:chOff x="5354637" y="3446463"/>
                        <a:chExt cx="214313" cy="214313"/>
                      </a:xfrm>
                    </p:grpSpPr>
                    <p:sp>
                      <p:nvSpPr>
                        <p:cNvPr id="1538" name="Arc 1537">
                          <a:extLst>
                            <a:ext uri="{FF2B5EF4-FFF2-40B4-BE49-F238E27FC236}">
                              <a16:creationId xmlns:a16="http://schemas.microsoft.com/office/drawing/2014/main" id="{C1F95C95-0E3D-70FB-3622-0086964A114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39" name="Arc 1538">
                          <a:extLst>
                            <a:ext uri="{FF2B5EF4-FFF2-40B4-BE49-F238E27FC236}">
                              <a16:creationId xmlns:a16="http://schemas.microsoft.com/office/drawing/2014/main" id="{83C35A10-4501-A2D4-1AC2-93F0F16B760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37" name="TextBox 1536">
                        <a:extLst>
                          <a:ext uri="{FF2B5EF4-FFF2-40B4-BE49-F238E27FC236}">
                            <a16:creationId xmlns:a16="http://schemas.microsoft.com/office/drawing/2014/main" id="{B4948D04-1B79-EE72-CC70-5A5644CA3E8B}"/>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99" name="Group 1498">
                    <a:extLst>
                      <a:ext uri="{FF2B5EF4-FFF2-40B4-BE49-F238E27FC236}">
                        <a16:creationId xmlns:a16="http://schemas.microsoft.com/office/drawing/2014/main" id="{5EEFFEA1-A27A-849A-63B0-DF51FB01BE9F}"/>
                      </a:ext>
                    </a:extLst>
                  </p:cNvPr>
                  <p:cNvGrpSpPr/>
                  <p:nvPr/>
                </p:nvGrpSpPr>
                <p:grpSpPr>
                  <a:xfrm>
                    <a:off x="5886431" y="3525040"/>
                    <a:ext cx="393192" cy="393192"/>
                    <a:chOff x="5265196" y="3932619"/>
                    <a:chExt cx="393192" cy="393192"/>
                  </a:xfrm>
                </p:grpSpPr>
                <p:grpSp>
                  <p:nvGrpSpPr>
                    <p:cNvPr id="1523" name="Group 1522">
                      <a:extLst>
                        <a:ext uri="{FF2B5EF4-FFF2-40B4-BE49-F238E27FC236}">
                          <a16:creationId xmlns:a16="http://schemas.microsoft.com/office/drawing/2014/main" id="{790EECCF-FB86-BD50-F603-0BCD3A9369A2}"/>
                        </a:ext>
                      </a:extLst>
                    </p:cNvPr>
                    <p:cNvGrpSpPr/>
                    <p:nvPr/>
                  </p:nvGrpSpPr>
                  <p:grpSpPr>
                    <a:xfrm>
                      <a:off x="5354636" y="4022061"/>
                      <a:ext cx="214313" cy="214313"/>
                      <a:chOff x="5354637" y="3446463"/>
                      <a:chExt cx="214313" cy="214313"/>
                    </a:xfrm>
                  </p:grpSpPr>
                  <p:sp>
                    <p:nvSpPr>
                      <p:cNvPr id="1531" name="Arc 1530">
                        <a:extLst>
                          <a:ext uri="{FF2B5EF4-FFF2-40B4-BE49-F238E27FC236}">
                            <a16:creationId xmlns:a16="http://schemas.microsoft.com/office/drawing/2014/main" id="{2A241BA4-B68C-AED1-9638-A9D45F2B502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32" name="Arc 1531">
                        <a:extLst>
                          <a:ext uri="{FF2B5EF4-FFF2-40B4-BE49-F238E27FC236}">
                            <a16:creationId xmlns:a16="http://schemas.microsoft.com/office/drawing/2014/main" id="{8385BC71-7666-38E9-094B-70C24DBD572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24" name="Group 1523">
                      <a:extLst>
                        <a:ext uri="{FF2B5EF4-FFF2-40B4-BE49-F238E27FC236}">
                          <a16:creationId xmlns:a16="http://schemas.microsoft.com/office/drawing/2014/main" id="{1813BFB0-958E-3886-2415-5727C805F591}"/>
                        </a:ext>
                      </a:extLst>
                    </p:cNvPr>
                    <p:cNvGrpSpPr/>
                    <p:nvPr/>
                  </p:nvGrpSpPr>
                  <p:grpSpPr>
                    <a:xfrm rot="14400000">
                      <a:off x="5310186" y="3977611"/>
                      <a:ext cx="303213" cy="303213"/>
                      <a:chOff x="5354637" y="3446463"/>
                      <a:chExt cx="214313" cy="214313"/>
                    </a:xfrm>
                  </p:grpSpPr>
                  <p:sp>
                    <p:nvSpPr>
                      <p:cNvPr id="1529" name="Arc 1528">
                        <a:extLst>
                          <a:ext uri="{FF2B5EF4-FFF2-40B4-BE49-F238E27FC236}">
                            <a16:creationId xmlns:a16="http://schemas.microsoft.com/office/drawing/2014/main" id="{06008939-4F58-8642-21E3-7E18A715063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30" name="Arc 1529">
                        <a:extLst>
                          <a:ext uri="{FF2B5EF4-FFF2-40B4-BE49-F238E27FC236}">
                            <a16:creationId xmlns:a16="http://schemas.microsoft.com/office/drawing/2014/main" id="{DC9D2ECE-0115-2A10-3611-CB59499DCD2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25" name="Group 1524">
                      <a:extLst>
                        <a:ext uri="{FF2B5EF4-FFF2-40B4-BE49-F238E27FC236}">
                          <a16:creationId xmlns:a16="http://schemas.microsoft.com/office/drawing/2014/main" id="{8729376A-3C50-C354-F3CE-7A5CBF04928F}"/>
                        </a:ext>
                      </a:extLst>
                    </p:cNvPr>
                    <p:cNvGrpSpPr/>
                    <p:nvPr/>
                  </p:nvGrpSpPr>
                  <p:grpSpPr>
                    <a:xfrm rot="7200000">
                      <a:off x="5265196" y="3932619"/>
                      <a:ext cx="393192" cy="393192"/>
                      <a:chOff x="5354637" y="3446463"/>
                      <a:chExt cx="214313" cy="214313"/>
                    </a:xfrm>
                  </p:grpSpPr>
                  <p:sp>
                    <p:nvSpPr>
                      <p:cNvPr id="1527" name="Arc 1526">
                        <a:extLst>
                          <a:ext uri="{FF2B5EF4-FFF2-40B4-BE49-F238E27FC236}">
                            <a16:creationId xmlns:a16="http://schemas.microsoft.com/office/drawing/2014/main" id="{9F537142-5414-3A6F-1F72-09DE330AD33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28" name="Arc 1527">
                        <a:extLst>
                          <a:ext uri="{FF2B5EF4-FFF2-40B4-BE49-F238E27FC236}">
                            <a16:creationId xmlns:a16="http://schemas.microsoft.com/office/drawing/2014/main" id="{7332B6BF-50DA-AF16-B638-4C2DEC4DAF9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26" name="TextBox 1525">
                      <a:extLst>
                        <a:ext uri="{FF2B5EF4-FFF2-40B4-BE49-F238E27FC236}">
                          <a16:creationId xmlns:a16="http://schemas.microsoft.com/office/drawing/2014/main" id="{7522A937-DC83-90CF-7ACC-C148ABFFC775}"/>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500" name="Group 1499">
                    <a:extLst>
                      <a:ext uri="{FF2B5EF4-FFF2-40B4-BE49-F238E27FC236}">
                        <a16:creationId xmlns:a16="http://schemas.microsoft.com/office/drawing/2014/main" id="{2144F776-B9D1-91B0-188B-C98A4DFAB961}"/>
                      </a:ext>
                    </a:extLst>
                  </p:cNvPr>
                  <p:cNvGrpSpPr/>
                  <p:nvPr/>
                </p:nvGrpSpPr>
                <p:grpSpPr>
                  <a:xfrm>
                    <a:off x="6512463" y="3525040"/>
                    <a:ext cx="393192" cy="393192"/>
                    <a:chOff x="6389147" y="3357021"/>
                    <a:chExt cx="393192" cy="393192"/>
                  </a:xfrm>
                </p:grpSpPr>
                <p:grpSp>
                  <p:nvGrpSpPr>
                    <p:cNvPr id="1512" name="Group 1511">
                      <a:extLst>
                        <a:ext uri="{FF2B5EF4-FFF2-40B4-BE49-F238E27FC236}">
                          <a16:creationId xmlns:a16="http://schemas.microsoft.com/office/drawing/2014/main" id="{A1D1CA3C-4269-870B-177A-DEECAB54228A}"/>
                        </a:ext>
                      </a:extLst>
                    </p:cNvPr>
                    <p:cNvGrpSpPr/>
                    <p:nvPr/>
                  </p:nvGrpSpPr>
                  <p:grpSpPr>
                    <a:xfrm rot="7200000" flipH="1">
                      <a:off x="6389147" y="3357021"/>
                      <a:ext cx="393192" cy="393192"/>
                      <a:chOff x="5354637" y="3446463"/>
                      <a:chExt cx="214313" cy="214313"/>
                    </a:xfrm>
                  </p:grpSpPr>
                  <p:sp>
                    <p:nvSpPr>
                      <p:cNvPr id="1521" name="Arc 1520">
                        <a:extLst>
                          <a:ext uri="{FF2B5EF4-FFF2-40B4-BE49-F238E27FC236}">
                            <a16:creationId xmlns:a16="http://schemas.microsoft.com/office/drawing/2014/main" id="{AEF78D27-18A5-40FE-980E-AF875D36C55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22" name="Arc 1521">
                        <a:extLst>
                          <a:ext uri="{FF2B5EF4-FFF2-40B4-BE49-F238E27FC236}">
                            <a16:creationId xmlns:a16="http://schemas.microsoft.com/office/drawing/2014/main" id="{9696CACC-D8B7-A110-DFC8-64ADD1A33BB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13" name="Group 1512">
                      <a:extLst>
                        <a:ext uri="{FF2B5EF4-FFF2-40B4-BE49-F238E27FC236}">
                          <a16:creationId xmlns:a16="http://schemas.microsoft.com/office/drawing/2014/main" id="{46CED337-9C0A-CF18-245E-4D8B58EC1663}"/>
                        </a:ext>
                      </a:extLst>
                    </p:cNvPr>
                    <p:cNvGrpSpPr/>
                    <p:nvPr/>
                  </p:nvGrpSpPr>
                  <p:grpSpPr>
                    <a:xfrm>
                      <a:off x="6434137" y="3402011"/>
                      <a:ext cx="303213" cy="303213"/>
                      <a:chOff x="6434137" y="3402011"/>
                      <a:chExt cx="303213" cy="303213"/>
                    </a:xfrm>
                  </p:grpSpPr>
                  <p:grpSp>
                    <p:nvGrpSpPr>
                      <p:cNvPr id="1514" name="Group 1513">
                        <a:extLst>
                          <a:ext uri="{FF2B5EF4-FFF2-40B4-BE49-F238E27FC236}">
                            <a16:creationId xmlns:a16="http://schemas.microsoft.com/office/drawing/2014/main" id="{3647BEB4-1AC2-8B42-808E-947CD42C0CD4}"/>
                          </a:ext>
                        </a:extLst>
                      </p:cNvPr>
                      <p:cNvGrpSpPr/>
                      <p:nvPr/>
                    </p:nvGrpSpPr>
                    <p:grpSpPr>
                      <a:xfrm flipH="1">
                        <a:off x="6478587" y="3446461"/>
                        <a:ext cx="214313" cy="214313"/>
                        <a:chOff x="5354637" y="3446463"/>
                        <a:chExt cx="214313" cy="214313"/>
                      </a:xfrm>
                    </p:grpSpPr>
                    <p:sp>
                      <p:nvSpPr>
                        <p:cNvPr id="1519" name="Arc 1518">
                          <a:extLst>
                            <a:ext uri="{FF2B5EF4-FFF2-40B4-BE49-F238E27FC236}">
                              <a16:creationId xmlns:a16="http://schemas.microsoft.com/office/drawing/2014/main" id="{A2142D93-8F74-CA22-40B8-C699A018AC9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20" name="Arc 1519">
                          <a:extLst>
                            <a:ext uri="{FF2B5EF4-FFF2-40B4-BE49-F238E27FC236}">
                              <a16:creationId xmlns:a16="http://schemas.microsoft.com/office/drawing/2014/main" id="{94681043-AD3A-0B38-458D-7A069A9F3D4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15" name="Group 1514">
                        <a:extLst>
                          <a:ext uri="{FF2B5EF4-FFF2-40B4-BE49-F238E27FC236}">
                            <a16:creationId xmlns:a16="http://schemas.microsoft.com/office/drawing/2014/main" id="{01120D94-79B6-0997-9CC0-EEBEE952B7A0}"/>
                          </a:ext>
                        </a:extLst>
                      </p:cNvPr>
                      <p:cNvGrpSpPr/>
                      <p:nvPr/>
                    </p:nvGrpSpPr>
                    <p:grpSpPr>
                      <a:xfrm rot="14400000" flipH="1">
                        <a:off x="6434137" y="3402011"/>
                        <a:ext cx="303213" cy="303213"/>
                        <a:chOff x="5354637" y="3446463"/>
                        <a:chExt cx="214313" cy="214313"/>
                      </a:xfrm>
                    </p:grpSpPr>
                    <p:sp>
                      <p:nvSpPr>
                        <p:cNvPr id="1517" name="Arc 1516">
                          <a:extLst>
                            <a:ext uri="{FF2B5EF4-FFF2-40B4-BE49-F238E27FC236}">
                              <a16:creationId xmlns:a16="http://schemas.microsoft.com/office/drawing/2014/main" id="{5BAF0203-734B-5428-A609-3B88C3E56D1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18" name="Arc 1517">
                          <a:extLst>
                            <a:ext uri="{FF2B5EF4-FFF2-40B4-BE49-F238E27FC236}">
                              <a16:creationId xmlns:a16="http://schemas.microsoft.com/office/drawing/2014/main" id="{D45839A1-67EB-B8E6-8834-CBB9B38E387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16" name="TextBox 1515">
                        <a:extLst>
                          <a:ext uri="{FF2B5EF4-FFF2-40B4-BE49-F238E27FC236}">
                            <a16:creationId xmlns:a16="http://schemas.microsoft.com/office/drawing/2014/main" id="{79838D5C-A988-D617-7EF4-C9A770E9649A}"/>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01" name="Group 1500">
                    <a:extLst>
                      <a:ext uri="{FF2B5EF4-FFF2-40B4-BE49-F238E27FC236}">
                        <a16:creationId xmlns:a16="http://schemas.microsoft.com/office/drawing/2014/main" id="{8D078E56-9432-EFD5-086B-7981FE43D2B4}"/>
                      </a:ext>
                    </a:extLst>
                  </p:cNvPr>
                  <p:cNvGrpSpPr/>
                  <p:nvPr/>
                </p:nvGrpSpPr>
                <p:grpSpPr>
                  <a:xfrm>
                    <a:off x="6197413" y="3225768"/>
                    <a:ext cx="393192" cy="393192"/>
                    <a:chOff x="6389147" y="3932622"/>
                    <a:chExt cx="393192" cy="393192"/>
                  </a:xfrm>
                </p:grpSpPr>
                <p:grpSp>
                  <p:nvGrpSpPr>
                    <p:cNvPr id="1502" name="Group 1501">
                      <a:extLst>
                        <a:ext uri="{FF2B5EF4-FFF2-40B4-BE49-F238E27FC236}">
                          <a16:creationId xmlns:a16="http://schemas.microsoft.com/office/drawing/2014/main" id="{3F4DEC06-6193-8103-EE0E-D450F9198D71}"/>
                        </a:ext>
                      </a:extLst>
                    </p:cNvPr>
                    <p:cNvGrpSpPr/>
                    <p:nvPr/>
                  </p:nvGrpSpPr>
                  <p:grpSpPr>
                    <a:xfrm flipH="1">
                      <a:off x="6478587" y="4022061"/>
                      <a:ext cx="214313" cy="214313"/>
                      <a:chOff x="5354637" y="3446463"/>
                      <a:chExt cx="214313" cy="214313"/>
                    </a:xfrm>
                  </p:grpSpPr>
                  <p:sp>
                    <p:nvSpPr>
                      <p:cNvPr id="1510" name="Arc 1509">
                        <a:extLst>
                          <a:ext uri="{FF2B5EF4-FFF2-40B4-BE49-F238E27FC236}">
                            <a16:creationId xmlns:a16="http://schemas.microsoft.com/office/drawing/2014/main" id="{134F89FE-C59D-9134-3115-1A8B45C9B8F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11" name="Arc 1510">
                        <a:extLst>
                          <a:ext uri="{FF2B5EF4-FFF2-40B4-BE49-F238E27FC236}">
                            <a16:creationId xmlns:a16="http://schemas.microsoft.com/office/drawing/2014/main" id="{FE58178A-E03D-F172-864A-BB1CA2CDA87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03" name="Group 1502">
                      <a:extLst>
                        <a:ext uri="{FF2B5EF4-FFF2-40B4-BE49-F238E27FC236}">
                          <a16:creationId xmlns:a16="http://schemas.microsoft.com/office/drawing/2014/main" id="{7E474B6D-4274-F83D-B56C-14C089E61B2B}"/>
                        </a:ext>
                      </a:extLst>
                    </p:cNvPr>
                    <p:cNvGrpSpPr/>
                    <p:nvPr/>
                  </p:nvGrpSpPr>
                  <p:grpSpPr>
                    <a:xfrm rot="7200000" flipH="1">
                      <a:off x="6434137" y="3977611"/>
                      <a:ext cx="303213" cy="303213"/>
                      <a:chOff x="5354637" y="3446463"/>
                      <a:chExt cx="214313" cy="214313"/>
                    </a:xfrm>
                  </p:grpSpPr>
                  <p:sp>
                    <p:nvSpPr>
                      <p:cNvPr id="1508" name="Arc 1507">
                        <a:extLst>
                          <a:ext uri="{FF2B5EF4-FFF2-40B4-BE49-F238E27FC236}">
                            <a16:creationId xmlns:a16="http://schemas.microsoft.com/office/drawing/2014/main" id="{7F8356DD-745A-8DFE-A8FB-4EBEB77EE9B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09" name="Arc 1508">
                        <a:extLst>
                          <a:ext uri="{FF2B5EF4-FFF2-40B4-BE49-F238E27FC236}">
                            <a16:creationId xmlns:a16="http://schemas.microsoft.com/office/drawing/2014/main" id="{C2027435-E6B3-AA7B-B64D-FF7D18C380F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04" name="Group 1503">
                      <a:extLst>
                        <a:ext uri="{FF2B5EF4-FFF2-40B4-BE49-F238E27FC236}">
                          <a16:creationId xmlns:a16="http://schemas.microsoft.com/office/drawing/2014/main" id="{1B3C53C7-7E50-8F51-463E-82B07C5845FF}"/>
                        </a:ext>
                      </a:extLst>
                    </p:cNvPr>
                    <p:cNvGrpSpPr/>
                    <p:nvPr/>
                  </p:nvGrpSpPr>
                  <p:grpSpPr>
                    <a:xfrm rot="14400000" flipH="1">
                      <a:off x="6389147" y="3932622"/>
                      <a:ext cx="393192" cy="393192"/>
                      <a:chOff x="5354637" y="3446463"/>
                      <a:chExt cx="214313" cy="214313"/>
                    </a:xfrm>
                  </p:grpSpPr>
                  <p:sp>
                    <p:nvSpPr>
                      <p:cNvPr id="1506" name="Arc 1505">
                        <a:extLst>
                          <a:ext uri="{FF2B5EF4-FFF2-40B4-BE49-F238E27FC236}">
                            <a16:creationId xmlns:a16="http://schemas.microsoft.com/office/drawing/2014/main" id="{A962F15B-818A-17A0-FA90-957E8D76FA5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07" name="Arc 1506">
                        <a:extLst>
                          <a:ext uri="{FF2B5EF4-FFF2-40B4-BE49-F238E27FC236}">
                            <a16:creationId xmlns:a16="http://schemas.microsoft.com/office/drawing/2014/main" id="{969E7FDA-4CA3-4B8C-F239-53B37D3618E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05" name="TextBox 1504">
                      <a:extLst>
                        <a:ext uri="{FF2B5EF4-FFF2-40B4-BE49-F238E27FC236}">
                          <a16:creationId xmlns:a16="http://schemas.microsoft.com/office/drawing/2014/main" id="{E2657C61-E490-7D57-576B-B237E3A910B6}"/>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51" name="Group 1450">
                  <a:extLst>
                    <a:ext uri="{FF2B5EF4-FFF2-40B4-BE49-F238E27FC236}">
                      <a16:creationId xmlns:a16="http://schemas.microsoft.com/office/drawing/2014/main" id="{8CB36105-D581-89CC-5E75-C2BA880DAC9D}"/>
                    </a:ext>
                  </a:extLst>
                </p:cNvPr>
                <p:cNvGrpSpPr/>
                <p:nvPr/>
              </p:nvGrpSpPr>
              <p:grpSpPr>
                <a:xfrm>
                  <a:off x="6069086" y="3246228"/>
                  <a:ext cx="1019224" cy="991639"/>
                  <a:chOff x="5886431" y="3225768"/>
                  <a:chExt cx="1019224" cy="991639"/>
                </a:xfrm>
              </p:grpSpPr>
              <p:grpSp>
                <p:nvGrpSpPr>
                  <p:cNvPr id="1452" name="Group 1451">
                    <a:extLst>
                      <a:ext uri="{FF2B5EF4-FFF2-40B4-BE49-F238E27FC236}">
                        <a16:creationId xmlns:a16="http://schemas.microsoft.com/office/drawing/2014/main" id="{AEFABFC9-E159-453F-103E-87AFE8174216}"/>
                      </a:ext>
                    </a:extLst>
                  </p:cNvPr>
                  <p:cNvGrpSpPr/>
                  <p:nvPr/>
                </p:nvGrpSpPr>
                <p:grpSpPr>
                  <a:xfrm>
                    <a:off x="6197413" y="3824215"/>
                    <a:ext cx="393192" cy="393192"/>
                    <a:chOff x="5265196" y="3357021"/>
                    <a:chExt cx="393192" cy="393192"/>
                  </a:xfrm>
                </p:grpSpPr>
                <p:grpSp>
                  <p:nvGrpSpPr>
                    <p:cNvPr id="1487" name="Group 1486">
                      <a:extLst>
                        <a:ext uri="{FF2B5EF4-FFF2-40B4-BE49-F238E27FC236}">
                          <a16:creationId xmlns:a16="http://schemas.microsoft.com/office/drawing/2014/main" id="{BB34A30B-888A-CA99-BB77-DCE2558BE521}"/>
                        </a:ext>
                      </a:extLst>
                    </p:cNvPr>
                    <p:cNvGrpSpPr/>
                    <p:nvPr/>
                  </p:nvGrpSpPr>
                  <p:grpSpPr>
                    <a:xfrm rot="14400000">
                      <a:off x="5265196" y="3357021"/>
                      <a:ext cx="393192" cy="393192"/>
                      <a:chOff x="5354637" y="3446463"/>
                      <a:chExt cx="214313" cy="214313"/>
                    </a:xfrm>
                  </p:grpSpPr>
                  <p:sp>
                    <p:nvSpPr>
                      <p:cNvPr id="1496" name="Arc 1495">
                        <a:extLst>
                          <a:ext uri="{FF2B5EF4-FFF2-40B4-BE49-F238E27FC236}">
                            <a16:creationId xmlns:a16="http://schemas.microsoft.com/office/drawing/2014/main" id="{5851E132-6A1E-710C-18D7-4AADEB895ED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97" name="Arc 1496">
                        <a:extLst>
                          <a:ext uri="{FF2B5EF4-FFF2-40B4-BE49-F238E27FC236}">
                            <a16:creationId xmlns:a16="http://schemas.microsoft.com/office/drawing/2014/main" id="{D1B9A67E-0BFD-7D26-204A-C8EDD7568F7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88" name="Group 1487">
                      <a:extLst>
                        <a:ext uri="{FF2B5EF4-FFF2-40B4-BE49-F238E27FC236}">
                          <a16:creationId xmlns:a16="http://schemas.microsoft.com/office/drawing/2014/main" id="{55F196D2-931C-D785-FF0F-381670C1790C}"/>
                        </a:ext>
                      </a:extLst>
                    </p:cNvPr>
                    <p:cNvGrpSpPr/>
                    <p:nvPr/>
                  </p:nvGrpSpPr>
                  <p:grpSpPr>
                    <a:xfrm>
                      <a:off x="5310186" y="3402011"/>
                      <a:ext cx="303213" cy="303213"/>
                      <a:chOff x="5310186" y="3402011"/>
                      <a:chExt cx="303213" cy="303213"/>
                    </a:xfrm>
                  </p:grpSpPr>
                  <p:grpSp>
                    <p:nvGrpSpPr>
                      <p:cNvPr id="1489" name="Group 1488">
                        <a:extLst>
                          <a:ext uri="{FF2B5EF4-FFF2-40B4-BE49-F238E27FC236}">
                            <a16:creationId xmlns:a16="http://schemas.microsoft.com/office/drawing/2014/main" id="{03073D43-4F6B-16EE-39E5-CBE968FBD8D2}"/>
                          </a:ext>
                        </a:extLst>
                      </p:cNvPr>
                      <p:cNvGrpSpPr/>
                      <p:nvPr/>
                    </p:nvGrpSpPr>
                    <p:grpSpPr>
                      <a:xfrm>
                        <a:off x="5354636" y="3446461"/>
                        <a:ext cx="214313" cy="214313"/>
                        <a:chOff x="5354637" y="3446463"/>
                        <a:chExt cx="214313" cy="214313"/>
                      </a:xfrm>
                    </p:grpSpPr>
                    <p:sp>
                      <p:nvSpPr>
                        <p:cNvPr id="1494" name="Arc 1493">
                          <a:extLst>
                            <a:ext uri="{FF2B5EF4-FFF2-40B4-BE49-F238E27FC236}">
                              <a16:creationId xmlns:a16="http://schemas.microsoft.com/office/drawing/2014/main" id="{C1A85859-2B0D-9EAD-5D84-5B4515C9DF9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95" name="Arc 1494">
                          <a:extLst>
                            <a:ext uri="{FF2B5EF4-FFF2-40B4-BE49-F238E27FC236}">
                              <a16:creationId xmlns:a16="http://schemas.microsoft.com/office/drawing/2014/main" id="{1C98ADCF-D79D-8593-1788-4FA79CF3416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90" name="Group 1489">
                        <a:extLst>
                          <a:ext uri="{FF2B5EF4-FFF2-40B4-BE49-F238E27FC236}">
                            <a16:creationId xmlns:a16="http://schemas.microsoft.com/office/drawing/2014/main" id="{B5773C40-44DF-D180-1E5A-3CD4CC506E5A}"/>
                          </a:ext>
                        </a:extLst>
                      </p:cNvPr>
                      <p:cNvGrpSpPr/>
                      <p:nvPr/>
                    </p:nvGrpSpPr>
                    <p:grpSpPr>
                      <a:xfrm rot="7200000">
                        <a:off x="5310186" y="3402011"/>
                        <a:ext cx="303213" cy="303213"/>
                        <a:chOff x="5354637" y="3446463"/>
                        <a:chExt cx="214313" cy="214313"/>
                      </a:xfrm>
                    </p:grpSpPr>
                    <p:sp>
                      <p:nvSpPr>
                        <p:cNvPr id="1492" name="Arc 1491">
                          <a:extLst>
                            <a:ext uri="{FF2B5EF4-FFF2-40B4-BE49-F238E27FC236}">
                              <a16:creationId xmlns:a16="http://schemas.microsoft.com/office/drawing/2014/main" id="{7A422AB9-718D-CCB1-D555-5D205EF324F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93" name="Arc 1492">
                          <a:extLst>
                            <a:ext uri="{FF2B5EF4-FFF2-40B4-BE49-F238E27FC236}">
                              <a16:creationId xmlns:a16="http://schemas.microsoft.com/office/drawing/2014/main" id="{765119B0-2732-02BE-790B-505D3DE35F1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91" name="TextBox 1490">
                        <a:extLst>
                          <a:ext uri="{FF2B5EF4-FFF2-40B4-BE49-F238E27FC236}">
                            <a16:creationId xmlns:a16="http://schemas.microsoft.com/office/drawing/2014/main" id="{065D2591-50EC-11CC-39FD-9D7BB49B850E}"/>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53" name="Group 1452">
                    <a:extLst>
                      <a:ext uri="{FF2B5EF4-FFF2-40B4-BE49-F238E27FC236}">
                        <a16:creationId xmlns:a16="http://schemas.microsoft.com/office/drawing/2014/main" id="{78830722-2CAE-109F-3565-AD1A49AFF625}"/>
                      </a:ext>
                    </a:extLst>
                  </p:cNvPr>
                  <p:cNvGrpSpPr/>
                  <p:nvPr/>
                </p:nvGrpSpPr>
                <p:grpSpPr>
                  <a:xfrm>
                    <a:off x="5886431" y="3525040"/>
                    <a:ext cx="393192" cy="393192"/>
                    <a:chOff x="5265196" y="3932619"/>
                    <a:chExt cx="393192" cy="393192"/>
                  </a:xfrm>
                </p:grpSpPr>
                <p:grpSp>
                  <p:nvGrpSpPr>
                    <p:cNvPr id="1477" name="Group 1476">
                      <a:extLst>
                        <a:ext uri="{FF2B5EF4-FFF2-40B4-BE49-F238E27FC236}">
                          <a16:creationId xmlns:a16="http://schemas.microsoft.com/office/drawing/2014/main" id="{49E3D9A9-BCE4-0206-6FD5-CFCF887BB9AC}"/>
                        </a:ext>
                      </a:extLst>
                    </p:cNvPr>
                    <p:cNvGrpSpPr/>
                    <p:nvPr/>
                  </p:nvGrpSpPr>
                  <p:grpSpPr>
                    <a:xfrm>
                      <a:off x="5354636" y="4022061"/>
                      <a:ext cx="214313" cy="214313"/>
                      <a:chOff x="5354637" y="3446463"/>
                      <a:chExt cx="214313" cy="214313"/>
                    </a:xfrm>
                  </p:grpSpPr>
                  <p:sp>
                    <p:nvSpPr>
                      <p:cNvPr id="1485" name="Arc 1484">
                        <a:extLst>
                          <a:ext uri="{FF2B5EF4-FFF2-40B4-BE49-F238E27FC236}">
                            <a16:creationId xmlns:a16="http://schemas.microsoft.com/office/drawing/2014/main" id="{60DFB1D1-8EE5-B85D-6AFD-A3FCDE6F450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86" name="Arc 1485">
                        <a:extLst>
                          <a:ext uri="{FF2B5EF4-FFF2-40B4-BE49-F238E27FC236}">
                            <a16:creationId xmlns:a16="http://schemas.microsoft.com/office/drawing/2014/main" id="{FB3B8F32-91E0-0E80-4DB0-39EB311B901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78" name="Group 1477">
                      <a:extLst>
                        <a:ext uri="{FF2B5EF4-FFF2-40B4-BE49-F238E27FC236}">
                          <a16:creationId xmlns:a16="http://schemas.microsoft.com/office/drawing/2014/main" id="{2DE8FFD7-3BDD-584D-BC30-F6CA9B36F083}"/>
                        </a:ext>
                      </a:extLst>
                    </p:cNvPr>
                    <p:cNvGrpSpPr/>
                    <p:nvPr/>
                  </p:nvGrpSpPr>
                  <p:grpSpPr>
                    <a:xfrm rot="14400000">
                      <a:off x="5310186" y="3977611"/>
                      <a:ext cx="303213" cy="303213"/>
                      <a:chOff x="5354637" y="3446463"/>
                      <a:chExt cx="214313" cy="214313"/>
                    </a:xfrm>
                  </p:grpSpPr>
                  <p:sp>
                    <p:nvSpPr>
                      <p:cNvPr id="1483" name="Arc 1482">
                        <a:extLst>
                          <a:ext uri="{FF2B5EF4-FFF2-40B4-BE49-F238E27FC236}">
                            <a16:creationId xmlns:a16="http://schemas.microsoft.com/office/drawing/2014/main" id="{1A067A9D-12B5-AE7A-5F1C-DD8CE79D528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84" name="Arc 1483">
                        <a:extLst>
                          <a:ext uri="{FF2B5EF4-FFF2-40B4-BE49-F238E27FC236}">
                            <a16:creationId xmlns:a16="http://schemas.microsoft.com/office/drawing/2014/main" id="{088EEA04-E760-8676-1AB0-1335BF9FBDF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79" name="Group 1478">
                      <a:extLst>
                        <a:ext uri="{FF2B5EF4-FFF2-40B4-BE49-F238E27FC236}">
                          <a16:creationId xmlns:a16="http://schemas.microsoft.com/office/drawing/2014/main" id="{8071C46E-62CA-23A0-027A-BD0DEBBAE761}"/>
                        </a:ext>
                      </a:extLst>
                    </p:cNvPr>
                    <p:cNvGrpSpPr/>
                    <p:nvPr/>
                  </p:nvGrpSpPr>
                  <p:grpSpPr>
                    <a:xfrm rot="7200000">
                      <a:off x="5265196" y="3932619"/>
                      <a:ext cx="393192" cy="393192"/>
                      <a:chOff x="5354637" y="3446463"/>
                      <a:chExt cx="214313" cy="214313"/>
                    </a:xfrm>
                  </p:grpSpPr>
                  <p:sp>
                    <p:nvSpPr>
                      <p:cNvPr id="1481" name="Arc 1480">
                        <a:extLst>
                          <a:ext uri="{FF2B5EF4-FFF2-40B4-BE49-F238E27FC236}">
                            <a16:creationId xmlns:a16="http://schemas.microsoft.com/office/drawing/2014/main" id="{1BF4327C-403E-112D-E355-B519FE0CA0B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82" name="Arc 1481">
                        <a:extLst>
                          <a:ext uri="{FF2B5EF4-FFF2-40B4-BE49-F238E27FC236}">
                            <a16:creationId xmlns:a16="http://schemas.microsoft.com/office/drawing/2014/main" id="{1B062C56-C700-8955-F320-F21A906CC07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80" name="TextBox 1479">
                      <a:extLst>
                        <a:ext uri="{FF2B5EF4-FFF2-40B4-BE49-F238E27FC236}">
                          <a16:creationId xmlns:a16="http://schemas.microsoft.com/office/drawing/2014/main" id="{D44D6648-8A23-EEAE-A8CC-2A49FB55077E}"/>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454" name="Group 1453">
                    <a:extLst>
                      <a:ext uri="{FF2B5EF4-FFF2-40B4-BE49-F238E27FC236}">
                        <a16:creationId xmlns:a16="http://schemas.microsoft.com/office/drawing/2014/main" id="{D8B9C061-48EB-0D4A-F69B-293071E51C6E}"/>
                      </a:ext>
                    </a:extLst>
                  </p:cNvPr>
                  <p:cNvGrpSpPr/>
                  <p:nvPr/>
                </p:nvGrpSpPr>
                <p:grpSpPr>
                  <a:xfrm>
                    <a:off x="6512463" y="3525040"/>
                    <a:ext cx="393192" cy="393192"/>
                    <a:chOff x="6389147" y="3357021"/>
                    <a:chExt cx="393192" cy="393192"/>
                  </a:xfrm>
                </p:grpSpPr>
                <p:grpSp>
                  <p:nvGrpSpPr>
                    <p:cNvPr id="1466" name="Group 1465">
                      <a:extLst>
                        <a:ext uri="{FF2B5EF4-FFF2-40B4-BE49-F238E27FC236}">
                          <a16:creationId xmlns:a16="http://schemas.microsoft.com/office/drawing/2014/main" id="{048BB27B-542F-33DD-8A23-DBE0C5EAF849}"/>
                        </a:ext>
                      </a:extLst>
                    </p:cNvPr>
                    <p:cNvGrpSpPr/>
                    <p:nvPr/>
                  </p:nvGrpSpPr>
                  <p:grpSpPr>
                    <a:xfrm rot="7200000" flipH="1">
                      <a:off x="6389147" y="3357021"/>
                      <a:ext cx="393192" cy="393192"/>
                      <a:chOff x="5354637" y="3446463"/>
                      <a:chExt cx="214313" cy="214313"/>
                    </a:xfrm>
                  </p:grpSpPr>
                  <p:sp>
                    <p:nvSpPr>
                      <p:cNvPr id="1475" name="Arc 1474">
                        <a:extLst>
                          <a:ext uri="{FF2B5EF4-FFF2-40B4-BE49-F238E27FC236}">
                            <a16:creationId xmlns:a16="http://schemas.microsoft.com/office/drawing/2014/main" id="{346490A0-B0E0-016E-B7DB-A60711B2618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76" name="Arc 1475">
                        <a:extLst>
                          <a:ext uri="{FF2B5EF4-FFF2-40B4-BE49-F238E27FC236}">
                            <a16:creationId xmlns:a16="http://schemas.microsoft.com/office/drawing/2014/main" id="{020FDAD8-B2EC-635F-992B-76827B5CE4D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67" name="Group 1466">
                      <a:extLst>
                        <a:ext uri="{FF2B5EF4-FFF2-40B4-BE49-F238E27FC236}">
                          <a16:creationId xmlns:a16="http://schemas.microsoft.com/office/drawing/2014/main" id="{AEF9D1BD-E52F-06E7-694B-585F6F59B718}"/>
                        </a:ext>
                      </a:extLst>
                    </p:cNvPr>
                    <p:cNvGrpSpPr/>
                    <p:nvPr/>
                  </p:nvGrpSpPr>
                  <p:grpSpPr>
                    <a:xfrm>
                      <a:off x="6434137" y="3402011"/>
                      <a:ext cx="303213" cy="303213"/>
                      <a:chOff x="6434137" y="3402011"/>
                      <a:chExt cx="303213" cy="303213"/>
                    </a:xfrm>
                  </p:grpSpPr>
                  <p:grpSp>
                    <p:nvGrpSpPr>
                      <p:cNvPr id="1468" name="Group 1467">
                        <a:extLst>
                          <a:ext uri="{FF2B5EF4-FFF2-40B4-BE49-F238E27FC236}">
                            <a16:creationId xmlns:a16="http://schemas.microsoft.com/office/drawing/2014/main" id="{CF3CFCE6-7CF1-7924-A6A0-A0222128450D}"/>
                          </a:ext>
                        </a:extLst>
                      </p:cNvPr>
                      <p:cNvGrpSpPr/>
                      <p:nvPr/>
                    </p:nvGrpSpPr>
                    <p:grpSpPr>
                      <a:xfrm flipH="1">
                        <a:off x="6478587" y="3446461"/>
                        <a:ext cx="214313" cy="214313"/>
                        <a:chOff x="5354637" y="3446463"/>
                        <a:chExt cx="214313" cy="214313"/>
                      </a:xfrm>
                    </p:grpSpPr>
                    <p:sp>
                      <p:nvSpPr>
                        <p:cNvPr id="1473" name="Arc 1472">
                          <a:extLst>
                            <a:ext uri="{FF2B5EF4-FFF2-40B4-BE49-F238E27FC236}">
                              <a16:creationId xmlns:a16="http://schemas.microsoft.com/office/drawing/2014/main" id="{8F98CBD3-CA97-52B6-36BD-34613EFFC16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74" name="Arc 1473">
                          <a:extLst>
                            <a:ext uri="{FF2B5EF4-FFF2-40B4-BE49-F238E27FC236}">
                              <a16:creationId xmlns:a16="http://schemas.microsoft.com/office/drawing/2014/main" id="{FE6F8EDD-1DF4-79CD-BD08-27E0B146633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69" name="Group 1468">
                        <a:extLst>
                          <a:ext uri="{FF2B5EF4-FFF2-40B4-BE49-F238E27FC236}">
                            <a16:creationId xmlns:a16="http://schemas.microsoft.com/office/drawing/2014/main" id="{3FA13ADE-3C76-5400-D5A5-AFEFCF6B6E9F}"/>
                          </a:ext>
                        </a:extLst>
                      </p:cNvPr>
                      <p:cNvGrpSpPr/>
                      <p:nvPr/>
                    </p:nvGrpSpPr>
                    <p:grpSpPr>
                      <a:xfrm rot="14400000" flipH="1">
                        <a:off x="6434137" y="3402011"/>
                        <a:ext cx="303213" cy="303213"/>
                        <a:chOff x="5354637" y="3446463"/>
                        <a:chExt cx="214313" cy="214313"/>
                      </a:xfrm>
                    </p:grpSpPr>
                    <p:sp>
                      <p:nvSpPr>
                        <p:cNvPr id="1471" name="Arc 1470">
                          <a:extLst>
                            <a:ext uri="{FF2B5EF4-FFF2-40B4-BE49-F238E27FC236}">
                              <a16:creationId xmlns:a16="http://schemas.microsoft.com/office/drawing/2014/main" id="{A0502220-5EB2-0B6C-E295-D9F0ACA687B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72" name="Arc 1471">
                          <a:extLst>
                            <a:ext uri="{FF2B5EF4-FFF2-40B4-BE49-F238E27FC236}">
                              <a16:creationId xmlns:a16="http://schemas.microsoft.com/office/drawing/2014/main" id="{09FBB8E4-9956-D77A-6AF5-48F888BD863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70" name="TextBox 1469">
                        <a:extLst>
                          <a:ext uri="{FF2B5EF4-FFF2-40B4-BE49-F238E27FC236}">
                            <a16:creationId xmlns:a16="http://schemas.microsoft.com/office/drawing/2014/main" id="{FFCE1C9D-2D7D-E419-9287-59AE615CFD56}"/>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55" name="Group 1454">
                    <a:extLst>
                      <a:ext uri="{FF2B5EF4-FFF2-40B4-BE49-F238E27FC236}">
                        <a16:creationId xmlns:a16="http://schemas.microsoft.com/office/drawing/2014/main" id="{6134E4BB-AB50-3BF4-E568-3B9B4C702EEC}"/>
                      </a:ext>
                    </a:extLst>
                  </p:cNvPr>
                  <p:cNvGrpSpPr/>
                  <p:nvPr/>
                </p:nvGrpSpPr>
                <p:grpSpPr>
                  <a:xfrm>
                    <a:off x="6197413" y="3225768"/>
                    <a:ext cx="393192" cy="393192"/>
                    <a:chOff x="6389147" y="3932622"/>
                    <a:chExt cx="393192" cy="393192"/>
                  </a:xfrm>
                </p:grpSpPr>
                <p:grpSp>
                  <p:nvGrpSpPr>
                    <p:cNvPr id="1456" name="Group 1455">
                      <a:extLst>
                        <a:ext uri="{FF2B5EF4-FFF2-40B4-BE49-F238E27FC236}">
                          <a16:creationId xmlns:a16="http://schemas.microsoft.com/office/drawing/2014/main" id="{C8E50320-99F9-2732-C74A-9B4F2BBB359D}"/>
                        </a:ext>
                      </a:extLst>
                    </p:cNvPr>
                    <p:cNvGrpSpPr/>
                    <p:nvPr/>
                  </p:nvGrpSpPr>
                  <p:grpSpPr>
                    <a:xfrm flipH="1">
                      <a:off x="6478587" y="4022061"/>
                      <a:ext cx="214313" cy="214313"/>
                      <a:chOff x="5354637" y="3446463"/>
                      <a:chExt cx="214313" cy="214313"/>
                    </a:xfrm>
                  </p:grpSpPr>
                  <p:sp>
                    <p:nvSpPr>
                      <p:cNvPr id="1464" name="Arc 1463">
                        <a:extLst>
                          <a:ext uri="{FF2B5EF4-FFF2-40B4-BE49-F238E27FC236}">
                            <a16:creationId xmlns:a16="http://schemas.microsoft.com/office/drawing/2014/main" id="{DB3974BF-69F7-B870-F5E0-2DCA87BCFE1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65" name="Arc 1464">
                        <a:extLst>
                          <a:ext uri="{FF2B5EF4-FFF2-40B4-BE49-F238E27FC236}">
                            <a16:creationId xmlns:a16="http://schemas.microsoft.com/office/drawing/2014/main" id="{E6F99D51-A0B1-DBEE-E032-0AF7C0B9C8A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57" name="Group 1456">
                      <a:extLst>
                        <a:ext uri="{FF2B5EF4-FFF2-40B4-BE49-F238E27FC236}">
                          <a16:creationId xmlns:a16="http://schemas.microsoft.com/office/drawing/2014/main" id="{15ABD761-7682-8DA6-BA83-FC83266B3327}"/>
                        </a:ext>
                      </a:extLst>
                    </p:cNvPr>
                    <p:cNvGrpSpPr/>
                    <p:nvPr/>
                  </p:nvGrpSpPr>
                  <p:grpSpPr>
                    <a:xfrm rot="7200000" flipH="1">
                      <a:off x="6434137" y="3977611"/>
                      <a:ext cx="303213" cy="303213"/>
                      <a:chOff x="5354637" y="3446463"/>
                      <a:chExt cx="214313" cy="214313"/>
                    </a:xfrm>
                  </p:grpSpPr>
                  <p:sp>
                    <p:nvSpPr>
                      <p:cNvPr id="1462" name="Arc 1461">
                        <a:extLst>
                          <a:ext uri="{FF2B5EF4-FFF2-40B4-BE49-F238E27FC236}">
                            <a16:creationId xmlns:a16="http://schemas.microsoft.com/office/drawing/2014/main" id="{516DEEF1-BDB2-B8FC-E019-0DD8DD485F5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63" name="Arc 1462">
                        <a:extLst>
                          <a:ext uri="{FF2B5EF4-FFF2-40B4-BE49-F238E27FC236}">
                            <a16:creationId xmlns:a16="http://schemas.microsoft.com/office/drawing/2014/main" id="{A797F095-4E36-4400-F468-73021D1968D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58" name="Group 1457">
                      <a:extLst>
                        <a:ext uri="{FF2B5EF4-FFF2-40B4-BE49-F238E27FC236}">
                          <a16:creationId xmlns:a16="http://schemas.microsoft.com/office/drawing/2014/main" id="{96543352-7C9F-A8A6-2568-8B98800948A4}"/>
                        </a:ext>
                      </a:extLst>
                    </p:cNvPr>
                    <p:cNvGrpSpPr/>
                    <p:nvPr/>
                  </p:nvGrpSpPr>
                  <p:grpSpPr>
                    <a:xfrm rot="14400000" flipH="1">
                      <a:off x="6389147" y="3932622"/>
                      <a:ext cx="393192" cy="393192"/>
                      <a:chOff x="5354637" y="3446463"/>
                      <a:chExt cx="214313" cy="214313"/>
                    </a:xfrm>
                  </p:grpSpPr>
                  <p:sp>
                    <p:nvSpPr>
                      <p:cNvPr id="1460" name="Arc 1459">
                        <a:extLst>
                          <a:ext uri="{FF2B5EF4-FFF2-40B4-BE49-F238E27FC236}">
                            <a16:creationId xmlns:a16="http://schemas.microsoft.com/office/drawing/2014/main" id="{863A4007-661A-3B9C-D3F6-5072A2C2BD5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61" name="Arc 1460">
                        <a:extLst>
                          <a:ext uri="{FF2B5EF4-FFF2-40B4-BE49-F238E27FC236}">
                            <a16:creationId xmlns:a16="http://schemas.microsoft.com/office/drawing/2014/main" id="{8C8044B2-7D54-BCA1-385F-480BB633BB9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59" name="TextBox 1458">
                      <a:extLst>
                        <a:ext uri="{FF2B5EF4-FFF2-40B4-BE49-F238E27FC236}">
                          <a16:creationId xmlns:a16="http://schemas.microsoft.com/office/drawing/2014/main" id="{39E3C3CC-4539-B41E-9D68-C6F720E59985}"/>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355" name="Group 1354">
                <a:extLst>
                  <a:ext uri="{FF2B5EF4-FFF2-40B4-BE49-F238E27FC236}">
                    <a16:creationId xmlns:a16="http://schemas.microsoft.com/office/drawing/2014/main" id="{82143DFE-BAD7-45E6-ED94-473E56DCF101}"/>
                  </a:ext>
                </a:extLst>
              </p:cNvPr>
              <p:cNvGrpSpPr/>
              <p:nvPr/>
            </p:nvGrpSpPr>
            <p:grpSpPr>
              <a:xfrm>
                <a:off x="6065340" y="2039507"/>
                <a:ext cx="1643204" cy="1593124"/>
                <a:chOff x="5445106" y="2644743"/>
                <a:chExt cx="1643204" cy="1593124"/>
              </a:xfrm>
            </p:grpSpPr>
            <p:grpSp>
              <p:nvGrpSpPr>
                <p:cNvPr id="1356" name="Group 1355">
                  <a:extLst>
                    <a:ext uri="{FF2B5EF4-FFF2-40B4-BE49-F238E27FC236}">
                      <a16:creationId xmlns:a16="http://schemas.microsoft.com/office/drawing/2014/main" id="{8364A045-3E45-382F-1E3E-349BA4403274}"/>
                    </a:ext>
                  </a:extLst>
                </p:cNvPr>
                <p:cNvGrpSpPr/>
                <p:nvPr/>
              </p:nvGrpSpPr>
              <p:grpSpPr>
                <a:xfrm>
                  <a:off x="5445106" y="2644743"/>
                  <a:ext cx="1019224" cy="991639"/>
                  <a:chOff x="5886431" y="3225768"/>
                  <a:chExt cx="1019224" cy="991639"/>
                </a:xfrm>
              </p:grpSpPr>
              <p:grpSp>
                <p:nvGrpSpPr>
                  <p:cNvPr id="1404" name="Group 1403">
                    <a:extLst>
                      <a:ext uri="{FF2B5EF4-FFF2-40B4-BE49-F238E27FC236}">
                        <a16:creationId xmlns:a16="http://schemas.microsoft.com/office/drawing/2014/main" id="{D4D03E1D-EC3D-9FF2-7C22-B1178D0A282C}"/>
                      </a:ext>
                    </a:extLst>
                  </p:cNvPr>
                  <p:cNvGrpSpPr/>
                  <p:nvPr/>
                </p:nvGrpSpPr>
                <p:grpSpPr>
                  <a:xfrm>
                    <a:off x="6197413" y="3824215"/>
                    <a:ext cx="393192" cy="393192"/>
                    <a:chOff x="5265196" y="3357021"/>
                    <a:chExt cx="393192" cy="393192"/>
                  </a:xfrm>
                </p:grpSpPr>
                <p:grpSp>
                  <p:nvGrpSpPr>
                    <p:cNvPr id="1439" name="Group 1438">
                      <a:extLst>
                        <a:ext uri="{FF2B5EF4-FFF2-40B4-BE49-F238E27FC236}">
                          <a16:creationId xmlns:a16="http://schemas.microsoft.com/office/drawing/2014/main" id="{4752FCB3-465F-8848-9F86-F2C305C6B501}"/>
                        </a:ext>
                      </a:extLst>
                    </p:cNvPr>
                    <p:cNvGrpSpPr/>
                    <p:nvPr/>
                  </p:nvGrpSpPr>
                  <p:grpSpPr>
                    <a:xfrm rot="14400000">
                      <a:off x="5265196" y="3357021"/>
                      <a:ext cx="393192" cy="393192"/>
                      <a:chOff x="5354637" y="3446463"/>
                      <a:chExt cx="214313" cy="214313"/>
                    </a:xfrm>
                  </p:grpSpPr>
                  <p:sp>
                    <p:nvSpPr>
                      <p:cNvPr id="1448" name="Arc 1447">
                        <a:extLst>
                          <a:ext uri="{FF2B5EF4-FFF2-40B4-BE49-F238E27FC236}">
                            <a16:creationId xmlns:a16="http://schemas.microsoft.com/office/drawing/2014/main" id="{1FEF3826-6AC3-8A17-402B-3E9100491BD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49" name="Arc 1448">
                        <a:extLst>
                          <a:ext uri="{FF2B5EF4-FFF2-40B4-BE49-F238E27FC236}">
                            <a16:creationId xmlns:a16="http://schemas.microsoft.com/office/drawing/2014/main" id="{E1A8C850-2615-7342-28AB-551679D4CC7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40" name="Group 1439">
                      <a:extLst>
                        <a:ext uri="{FF2B5EF4-FFF2-40B4-BE49-F238E27FC236}">
                          <a16:creationId xmlns:a16="http://schemas.microsoft.com/office/drawing/2014/main" id="{3A1E1FFD-3F40-BC62-4DB3-DF9363A090B0}"/>
                        </a:ext>
                      </a:extLst>
                    </p:cNvPr>
                    <p:cNvGrpSpPr/>
                    <p:nvPr/>
                  </p:nvGrpSpPr>
                  <p:grpSpPr>
                    <a:xfrm>
                      <a:off x="5310186" y="3402011"/>
                      <a:ext cx="303213" cy="303213"/>
                      <a:chOff x="5310186" y="3402011"/>
                      <a:chExt cx="303213" cy="303213"/>
                    </a:xfrm>
                  </p:grpSpPr>
                  <p:grpSp>
                    <p:nvGrpSpPr>
                      <p:cNvPr id="1441" name="Group 1440">
                        <a:extLst>
                          <a:ext uri="{FF2B5EF4-FFF2-40B4-BE49-F238E27FC236}">
                            <a16:creationId xmlns:a16="http://schemas.microsoft.com/office/drawing/2014/main" id="{BC0B4505-0B29-583F-BB89-D861A7D58707}"/>
                          </a:ext>
                        </a:extLst>
                      </p:cNvPr>
                      <p:cNvGrpSpPr/>
                      <p:nvPr/>
                    </p:nvGrpSpPr>
                    <p:grpSpPr>
                      <a:xfrm>
                        <a:off x="5354636" y="3446461"/>
                        <a:ext cx="214313" cy="214313"/>
                        <a:chOff x="5354637" y="3446463"/>
                        <a:chExt cx="214313" cy="214313"/>
                      </a:xfrm>
                    </p:grpSpPr>
                    <p:sp>
                      <p:nvSpPr>
                        <p:cNvPr id="1446" name="Arc 1445">
                          <a:extLst>
                            <a:ext uri="{FF2B5EF4-FFF2-40B4-BE49-F238E27FC236}">
                              <a16:creationId xmlns:a16="http://schemas.microsoft.com/office/drawing/2014/main" id="{AE19EC69-9974-EF7B-B963-D30024A283D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47" name="Arc 1446">
                          <a:extLst>
                            <a:ext uri="{FF2B5EF4-FFF2-40B4-BE49-F238E27FC236}">
                              <a16:creationId xmlns:a16="http://schemas.microsoft.com/office/drawing/2014/main" id="{DDDF688E-BBEC-5FD0-33C3-01B7EC2A3A7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42" name="Group 1441">
                        <a:extLst>
                          <a:ext uri="{FF2B5EF4-FFF2-40B4-BE49-F238E27FC236}">
                            <a16:creationId xmlns:a16="http://schemas.microsoft.com/office/drawing/2014/main" id="{54C8908D-B8BC-EF2B-C10B-7EA983B6A8BC}"/>
                          </a:ext>
                        </a:extLst>
                      </p:cNvPr>
                      <p:cNvGrpSpPr/>
                      <p:nvPr/>
                    </p:nvGrpSpPr>
                    <p:grpSpPr>
                      <a:xfrm rot="7200000">
                        <a:off x="5310186" y="3402011"/>
                        <a:ext cx="303213" cy="303213"/>
                        <a:chOff x="5354637" y="3446463"/>
                        <a:chExt cx="214313" cy="214313"/>
                      </a:xfrm>
                    </p:grpSpPr>
                    <p:sp>
                      <p:nvSpPr>
                        <p:cNvPr id="1444" name="Arc 1443">
                          <a:extLst>
                            <a:ext uri="{FF2B5EF4-FFF2-40B4-BE49-F238E27FC236}">
                              <a16:creationId xmlns:a16="http://schemas.microsoft.com/office/drawing/2014/main" id="{E8D9FD34-FE8E-E35B-2999-A12B4404C1D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45" name="Arc 1444">
                          <a:extLst>
                            <a:ext uri="{FF2B5EF4-FFF2-40B4-BE49-F238E27FC236}">
                              <a16:creationId xmlns:a16="http://schemas.microsoft.com/office/drawing/2014/main" id="{E867E757-9927-22B2-2CEB-A2F606EE6E3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43" name="TextBox 1442">
                        <a:extLst>
                          <a:ext uri="{FF2B5EF4-FFF2-40B4-BE49-F238E27FC236}">
                            <a16:creationId xmlns:a16="http://schemas.microsoft.com/office/drawing/2014/main" id="{65EEE902-B73B-0C9D-2E51-64FFEFEED937}"/>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05" name="Group 1404">
                    <a:extLst>
                      <a:ext uri="{FF2B5EF4-FFF2-40B4-BE49-F238E27FC236}">
                        <a16:creationId xmlns:a16="http://schemas.microsoft.com/office/drawing/2014/main" id="{37C2994B-F11A-619F-9270-694D3631D14D}"/>
                      </a:ext>
                    </a:extLst>
                  </p:cNvPr>
                  <p:cNvGrpSpPr/>
                  <p:nvPr/>
                </p:nvGrpSpPr>
                <p:grpSpPr>
                  <a:xfrm>
                    <a:off x="5886431" y="3525040"/>
                    <a:ext cx="393192" cy="393192"/>
                    <a:chOff x="5265196" y="3932619"/>
                    <a:chExt cx="393192" cy="393192"/>
                  </a:xfrm>
                </p:grpSpPr>
                <p:grpSp>
                  <p:nvGrpSpPr>
                    <p:cNvPr id="1429" name="Group 1428">
                      <a:extLst>
                        <a:ext uri="{FF2B5EF4-FFF2-40B4-BE49-F238E27FC236}">
                          <a16:creationId xmlns:a16="http://schemas.microsoft.com/office/drawing/2014/main" id="{9A8D9B39-63FC-DDA1-1F57-7827BFD69013}"/>
                        </a:ext>
                      </a:extLst>
                    </p:cNvPr>
                    <p:cNvGrpSpPr/>
                    <p:nvPr/>
                  </p:nvGrpSpPr>
                  <p:grpSpPr>
                    <a:xfrm>
                      <a:off x="5354636" y="4022061"/>
                      <a:ext cx="214313" cy="214313"/>
                      <a:chOff x="5354637" y="3446463"/>
                      <a:chExt cx="214313" cy="214313"/>
                    </a:xfrm>
                  </p:grpSpPr>
                  <p:sp>
                    <p:nvSpPr>
                      <p:cNvPr id="1437" name="Arc 1436">
                        <a:extLst>
                          <a:ext uri="{FF2B5EF4-FFF2-40B4-BE49-F238E27FC236}">
                            <a16:creationId xmlns:a16="http://schemas.microsoft.com/office/drawing/2014/main" id="{95A0B1EB-847A-F0D8-54F4-23317B67AC2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38" name="Arc 1437">
                        <a:extLst>
                          <a:ext uri="{FF2B5EF4-FFF2-40B4-BE49-F238E27FC236}">
                            <a16:creationId xmlns:a16="http://schemas.microsoft.com/office/drawing/2014/main" id="{E668C0C5-B91D-D956-157B-C3EBAD8B519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30" name="Group 1429">
                      <a:extLst>
                        <a:ext uri="{FF2B5EF4-FFF2-40B4-BE49-F238E27FC236}">
                          <a16:creationId xmlns:a16="http://schemas.microsoft.com/office/drawing/2014/main" id="{56481091-2A3B-A5D9-8ADC-DCFAC99AD7DB}"/>
                        </a:ext>
                      </a:extLst>
                    </p:cNvPr>
                    <p:cNvGrpSpPr/>
                    <p:nvPr/>
                  </p:nvGrpSpPr>
                  <p:grpSpPr>
                    <a:xfrm rot="14400000">
                      <a:off x="5310186" y="3977611"/>
                      <a:ext cx="303213" cy="303213"/>
                      <a:chOff x="5354637" y="3446463"/>
                      <a:chExt cx="214313" cy="214313"/>
                    </a:xfrm>
                  </p:grpSpPr>
                  <p:sp>
                    <p:nvSpPr>
                      <p:cNvPr id="1435" name="Arc 1434">
                        <a:extLst>
                          <a:ext uri="{FF2B5EF4-FFF2-40B4-BE49-F238E27FC236}">
                            <a16:creationId xmlns:a16="http://schemas.microsoft.com/office/drawing/2014/main" id="{ACE94FFF-FE51-8872-8EC4-7B99812DBF7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36" name="Arc 1435">
                        <a:extLst>
                          <a:ext uri="{FF2B5EF4-FFF2-40B4-BE49-F238E27FC236}">
                            <a16:creationId xmlns:a16="http://schemas.microsoft.com/office/drawing/2014/main" id="{667C6FE2-3978-9DE1-2F43-20BF306A732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31" name="Group 1430">
                      <a:extLst>
                        <a:ext uri="{FF2B5EF4-FFF2-40B4-BE49-F238E27FC236}">
                          <a16:creationId xmlns:a16="http://schemas.microsoft.com/office/drawing/2014/main" id="{E0892741-F207-A413-8A73-F2321397B95F}"/>
                        </a:ext>
                      </a:extLst>
                    </p:cNvPr>
                    <p:cNvGrpSpPr/>
                    <p:nvPr/>
                  </p:nvGrpSpPr>
                  <p:grpSpPr>
                    <a:xfrm rot="7200000">
                      <a:off x="5265196" y="3932619"/>
                      <a:ext cx="393192" cy="393192"/>
                      <a:chOff x="5354637" y="3446463"/>
                      <a:chExt cx="214313" cy="214313"/>
                    </a:xfrm>
                  </p:grpSpPr>
                  <p:sp>
                    <p:nvSpPr>
                      <p:cNvPr id="1433" name="Arc 1432">
                        <a:extLst>
                          <a:ext uri="{FF2B5EF4-FFF2-40B4-BE49-F238E27FC236}">
                            <a16:creationId xmlns:a16="http://schemas.microsoft.com/office/drawing/2014/main" id="{2129F2B1-F537-D5D7-4BC1-738F201630E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34" name="Arc 1433">
                        <a:extLst>
                          <a:ext uri="{FF2B5EF4-FFF2-40B4-BE49-F238E27FC236}">
                            <a16:creationId xmlns:a16="http://schemas.microsoft.com/office/drawing/2014/main" id="{3693C2BE-47E4-EDAC-769D-95999878FAF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32" name="TextBox 1431">
                      <a:extLst>
                        <a:ext uri="{FF2B5EF4-FFF2-40B4-BE49-F238E27FC236}">
                          <a16:creationId xmlns:a16="http://schemas.microsoft.com/office/drawing/2014/main" id="{DC2FE502-EB72-899A-952E-1F493CBD5978}"/>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406" name="Group 1405">
                    <a:extLst>
                      <a:ext uri="{FF2B5EF4-FFF2-40B4-BE49-F238E27FC236}">
                        <a16:creationId xmlns:a16="http://schemas.microsoft.com/office/drawing/2014/main" id="{2E37B3D2-FDAA-E83D-054C-D6634A159048}"/>
                      </a:ext>
                    </a:extLst>
                  </p:cNvPr>
                  <p:cNvGrpSpPr/>
                  <p:nvPr/>
                </p:nvGrpSpPr>
                <p:grpSpPr>
                  <a:xfrm>
                    <a:off x="6512463" y="3525040"/>
                    <a:ext cx="393192" cy="393192"/>
                    <a:chOff x="6389147" y="3357021"/>
                    <a:chExt cx="393192" cy="393192"/>
                  </a:xfrm>
                </p:grpSpPr>
                <p:grpSp>
                  <p:nvGrpSpPr>
                    <p:cNvPr id="1418" name="Group 1417">
                      <a:extLst>
                        <a:ext uri="{FF2B5EF4-FFF2-40B4-BE49-F238E27FC236}">
                          <a16:creationId xmlns:a16="http://schemas.microsoft.com/office/drawing/2014/main" id="{937BEBB0-9164-FB9E-6478-B88CE97A84EF}"/>
                        </a:ext>
                      </a:extLst>
                    </p:cNvPr>
                    <p:cNvGrpSpPr/>
                    <p:nvPr/>
                  </p:nvGrpSpPr>
                  <p:grpSpPr>
                    <a:xfrm rot="7200000" flipH="1">
                      <a:off x="6389147" y="3357021"/>
                      <a:ext cx="393192" cy="393192"/>
                      <a:chOff x="5354637" y="3446463"/>
                      <a:chExt cx="214313" cy="214313"/>
                    </a:xfrm>
                  </p:grpSpPr>
                  <p:sp>
                    <p:nvSpPr>
                      <p:cNvPr id="1427" name="Arc 1426">
                        <a:extLst>
                          <a:ext uri="{FF2B5EF4-FFF2-40B4-BE49-F238E27FC236}">
                            <a16:creationId xmlns:a16="http://schemas.microsoft.com/office/drawing/2014/main" id="{5E5173D8-C7FE-7253-B6F5-BE0EE6B2716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28" name="Arc 1427">
                        <a:extLst>
                          <a:ext uri="{FF2B5EF4-FFF2-40B4-BE49-F238E27FC236}">
                            <a16:creationId xmlns:a16="http://schemas.microsoft.com/office/drawing/2014/main" id="{FCEE45A5-7844-94D0-E2A3-C930F45B769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19" name="Group 1418">
                      <a:extLst>
                        <a:ext uri="{FF2B5EF4-FFF2-40B4-BE49-F238E27FC236}">
                          <a16:creationId xmlns:a16="http://schemas.microsoft.com/office/drawing/2014/main" id="{8808C216-FDDF-6E07-3FDF-E21AFF16E997}"/>
                        </a:ext>
                      </a:extLst>
                    </p:cNvPr>
                    <p:cNvGrpSpPr/>
                    <p:nvPr/>
                  </p:nvGrpSpPr>
                  <p:grpSpPr>
                    <a:xfrm>
                      <a:off x="6434137" y="3402011"/>
                      <a:ext cx="303213" cy="303213"/>
                      <a:chOff x="6434137" y="3402011"/>
                      <a:chExt cx="303213" cy="303213"/>
                    </a:xfrm>
                  </p:grpSpPr>
                  <p:grpSp>
                    <p:nvGrpSpPr>
                      <p:cNvPr id="1420" name="Group 1419">
                        <a:extLst>
                          <a:ext uri="{FF2B5EF4-FFF2-40B4-BE49-F238E27FC236}">
                            <a16:creationId xmlns:a16="http://schemas.microsoft.com/office/drawing/2014/main" id="{E7E3BC6F-0C60-A5F8-0789-1AF6B652F18D}"/>
                          </a:ext>
                        </a:extLst>
                      </p:cNvPr>
                      <p:cNvGrpSpPr/>
                      <p:nvPr/>
                    </p:nvGrpSpPr>
                    <p:grpSpPr>
                      <a:xfrm flipH="1">
                        <a:off x="6478587" y="3446461"/>
                        <a:ext cx="214313" cy="214313"/>
                        <a:chOff x="5354637" y="3446463"/>
                        <a:chExt cx="214313" cy="214313"/>
                      </a:xfrm>
                    </p:grpSpPr>
                    <p:sp>
                      <p:nvSpPr>
                        <p:cNvPr id="1425" name="Arc 1424">
                          <a:extLst>
                            <a:ext uri="{FF2B5EF4-FFF2-40B4-BE49-F238E27FC236}">
                              <a16:creationId xmlns:a16="http://schemas.microsoft.com/office/drawing/2014/main" id="{5C99576F-8D8F-5D92-D0E5-FEB572C8D54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26" name="Arc 1425">
                          <a:extLst>
                            <a:ext uri="{FF2B5EF4-FFF2-40B4-BE49-F238E27FC236}">
                              <a16:creationId xmlns:a16="http://schemas.microsoft.com/office/drawing/2014/main" id="{25597245-500E-8F29-B54D-D9FCD9D5189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21" name="Group 1420">
                        <a:extLst>
                          <a:ext uri="{FF2B5EF4-FFF2-40B4-BE49-F238E27FC236}">
                            <a16:creationId xmlns:a16="http://schemas.microsoft.com/office/drawing/2014/main" id="{4F2718D1-8B29-5FE2-2CE7-E73AF984FACD}"/>
                          </a:ext>
                        </a:extLst>
                      </p:cNvPr>
                      <p:cNvGrpSpPr/>
                      <p:nvPr/>
                    </p:nvGrpSpPr>
                    <p:grpSpPr>
                      <a:xfrm rot="14400000" flipH="1">
                        <a:off x="6434137" y="3402011"/>
                        <a:ext cx="303213" cy="303213"/>
                        <a:chOff x="5354637" y="3446463"/>
                        <a:chExt cx="214313" cy="214313"/>
                      </a:xfrm>
                    </p:grpSpPr>
                    <p:sp>
                      <p:nvSpPr>
                        <p:cNvPr id="1423" name="Arc 1422">
                          <a:extLst>
                            <a:ext uri="{FF2B5EF4-FFF2-40B4-BE49-F238E27FC236}">
                              <a16:creationId xmlns:a16="http://schemas.microsoft.com/office/drawing/2014/main" id="{E933D12D-966D-0347-8CBA-4FEC46E4650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24" name="Arc 1423">
                          <a:extLst>
                            <a:ext uri="{FF2B5EF4-FFF2-40B4-BE49-F238E27FC236}">
                              <a16:creationId xmlns:a16="http://schemas.microsoft.com/office/drawing/2014/main" id="{08A1399D-1658-7F48-BC7B-655446674AD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22" name="TextBox 1421">
                        <a:extLst>
                          <a:ext uri="{FF2B5EF4-FFF2-40B4-BE49-F238E27FC236}">
                            <a16:creationId xmlns:a16="http://schemas.microsoft.com/office/drawing/2014/main" id="{52D70294-93CF-846B-848B-8EFDEC7D1881}"/>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07" name="Group 1406">
                    <a:extLst>
                      <a:ext uri="{FF2B5EF4-FFF2-40B4-BE49-F238E27FC236}">
                        <a16:creationId xmlns:a16="http://schemas.microsoft.com/office/drawing/2014/main" id="{AF92A295-2B46-2B2A-E107-D3B4AF4CAFB0}"/>
                      </a:ext>
                    </a:extLst>
                  </p:cNvPr>
                  <p:cNvGrpSpPr/>
                  <p:nvPr/>
                </p:nvGrpSpPr>
                <p:grpSpPr>
                  <a:xfrm>
                    <a:off x="6197413" y="3225768"/>
                    <a:ext cx="393192" cy="393192"/>
                    <a:chOff x="6389147" y="3932622"/>
                    <a:chExt cx="393192" cy="393192"/>
                  </a:xfrm>
                </p:grpSpPr>
                <p:grpSp>
                  <p:nvGrpSpPr>
                    <p:cNvPr id="1408" name="Group 1407">
                      <a:extLst>
                        <a:ext uri="{FF2B5EF4-FFF2-40B4-BE49-F238E27FC236}">
                          <a16:creationId xmlns:a16="http://schemas.microsoft.com/office/drawing/2014/main" id="{844F8078-AB93-59E6-F418-9601DDFCE13D}"/>
                        </a:ext>
                      </a:extLst>
                    </p:cNvPr>
                    <p:cNvGrpSpPr/>
                    <p:nvPr/>
                  </p:nvGrpSpPr>
                  <p:grpSpPr>
                    <a:xfrm flipH="1">
                      <a:off x="6478587" y="4022061"/>
                      <a:ext cx="214313" cy="214313"/>
                      <a:chOff x="5354637" y="3446463"/>
                      <a:chExt cx="214313" cy="214313"/>
                    </a:xfrm>
                  </p:grpSpPr>
                  <p:sp>
                    <p:nvSpPr>
                      <p:cNvPr id="1416" name="Arc 1415">
                        <a:extLst>
                          <a:ext uri="{FF2B5EF4-FFF2-40B4-BE49-F238E27FC236}">
                            <a16:creationId xmlns:a16="http://schemas.microsoft.com/office/drawing/2014/main" id="{EBD84E47-9399-19D1-2A4C-C637C54E37C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17" name="Arc 1416">
                        <a:extLst>
                          <a:ext uri="{FF2B5EF4-FFF2-40B4-BE49-F238E27FC236}">
                            <a16:creationId xmlns:a16="http://schemas.microsoft.com/office/drawing/2014/main" id="{149B90DF-60F6-AB22-BB83-705F0732E94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09" name="Group 1408">
                      <a:extLst>
                        <a:ext uri="{FF2B5EF4-FFF2-40B4-BE49-F238E27FC236}">
                          <a16:creationId xmlns:a16="http://schemas.microsoft.com/office/drawing/2014/main" id="{FF32767A-F7DB-434B-1912-3078086B0247}"/>
                        </a:ext>
                      </a:extLst>
                    </p:cNvPr>
                    <p:cNvGrpSpPr/>
                    <p:nvPr/>
                  </p:nvGrpSpPr>
                  <p:grpSpPr>
                    <a:xfrm rot="7200000" flipH="1">
                      <a:off x="6434137" y="3977611"/>
                      <a:ext cx="303213" cy="303213"/>
                      <a:chOff x="5354637" y="3446463"/>
                      <a:chExt cx="214313" cy="214313"/>
                    </a:xfrm>
                  </p:grpSpPr>
                  <p:sp>
                    <p:nvSpPr>
                      <p:cNvPr id="1414" name="Arc 1413">
                        <a:extLst>
                          <a:ext uri="{FF2B5EF4-FFF2-40B4-BE49-F238E27FC236}">
                            <a16:creationId xmlns:a16="http://schemas.microsoft.com/office/drawing/2014/main" id="{0E6F8C49-8849-D7DF-9B83-A9C6A481014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15" name="Arc 1414">
                        <a:extLst>
                          <a:ext uri="{FF2B5EF4-FFF2-40B4-BE49-F238E27FC236}">
                            <a16:creationId xmlns:a16="http://schemas.microsoft.com/office/drawing/2014/main" id="{07FA8686-B31E-E924-2D2A-093CABA45AC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10" name="Group 1409">
                      <a:extLst>
                        <a:ext uri="{FF2B5EF4-FFF2-40B4-BE49-F238E27FC236}">
                          <a16:creationId xmlns:a16="http://schemas.microsoft.com/office/drawing/2014/main" id="{269F2096-4D22-7FD7-1DBF-04E941499EEA}"/>
                        </a:ext>
                      </a:extLst>
                    </p:cNvPr>
                    <p:cNvGrpSpPr/>
                    <p:nvPr/>
                  </p:nvGrpSpPr>
                  <p:grpSpPr>
                    <a:xfrm rot="14400000" flipH="1">
                      <a:off x="6389147" y="3932622"/>
                      <a:ext cx="393192" cy="393192"/>
                      <a:chOff x="5354637" y="3446463"/>
                      <a:chExt cx="214313" cy="214313"/>
                    </a:xfrm>
                  </p:grpSpPr>
                  <p:sp>
                    <p:nvSpPr>
                      <p:cNvPr id="1412" name="Arc 1411">
                        <a:extLst>
                          <a:ext uri="{FF2B5EF4-FFF2-40B4-BE49-F238E27FC236}">
                            <a16:creationId xmlns:a16="http://schemas.microsoft.com/office/drawing/2014/main" id="{29C4DA64-72DA-9C51-A570-CDCB2506DAC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13" name="Arc 1412">
                        <a:extLst>
                          <a:ext uri="{FF2B5EF4-FFF2-40B4-BE49-F238E27FC236}">
                            <a16:creationId xmlns:a16="http://schemas.microsoft.com/office/drawing/2014/main" id="{22C89460-7333-0ACF-8B36-4503AFCF8C7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11" name="TextBox 1410">
                      <a:extLst>
                        <a:ext uri="{FF2B5EF4-FFF2-40B4-BE49-F238E27FC236}">
                          <a16:creationId xmlns:a16="http://schemas.microsoft.com/office/drawing/2014/main" id="{A71FE61A-2B15-CB0C-BC7B-004397B2E3C5}"/>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57" name="Group 1356">
                  <a:extLst>
                    <a:ext uri="{FF2B5EF4-FFF2-40B4-BE49-F238E27FC236}">
                      <a16:creationId xmlns:a16="http://schemas.microsoft.com/office/drawing/2014/main" id="{152840D8-E476-50E1-312D-EE3F91C2CA35}"/>
                    </a:ext>
                  </a:extLst>
                </p:cNvPr>
                <p:cNvGrpSpPr/>
                <p:nvPr/>
              </p:nvGrpSpPr>
              <p:grpSpPr>
                <a:xfrm>
                  <a:off x="6069086" y="3246228"/>
                  <a:ext cx="1019224" cy="991639"/>
                  <a:chOff x="5886431" y="3225768"/>
                  <a:chExt cx="1019224" cy="991639"/>
                </a:xfrm>
              </p:grpSpPr>
              <p:grpSp>
                <p:nvGrpSpPr>
                  <p:cNvPr id="1358" name="Group 1357">
                    <a:extLst>
                      <a:ext uri="{FF2B5EF4-FFF2-40B4-BE49-F238E27FC236}">
                        <a16:creationId xmlns:a16="http://schemas.microsoft.com/office/drawing/2014/main" id="{4E6A2E81-6D08-FD04-E1B5-3036ACB77FC8}"/>
                      </a:ext>
                    </a:extLst>
                  </p:cNvPr>
                  <p:cNvGrpSpPr/>
                  <p:nvPr/>
                </p:nvGrpSpPr>
                <p:grpSpPr>
                  <a:xfrm>
                    <a:off x="6197413" y="3824215"/>
                    <a:ext cx="393192" cy="393192"/>
                    <a:chOff x="5265196" y="3357021"/>
                    <a:chExt cx="393192" cy="393192"/>
                  </a:xfrm>
                </p:grpSpPr>
                <p:grpSp>
                  <p:nvGrpSpPr>
                    <p:cNvPr id="1393" name="Group 1392">
                      <a:extLst>
                        <a:ext uri="{FF2B5EF4-FFF2-40B4-BE49-F238E27FC236}">
                          <a16:creationId xmlns:a16="http://schemas.microsoft.com/office/drawing/2014/main" id="{B9CF8C9C-8AC3-2B10-E87A-5BE059D8C7E7}"/>
                        </a:ext>
                      </a:extLst>
                    </p:cNvPr>
                    <p:cNvGrpSpPr/>
                    <p:nvPr/>
                  </p:nvGrpSpPr>
                  <p:grpSpPr>
                    <a:xfrm rot="14400000">
                      <a:off x="5265196" y="3357021"/>
                      <a:ext cx="393192" cy="393192"/>
                      <a:chOff x="5354637" y="3446463"/>
                      <a:chExt cx="214313" cy="214313"/>
                    </a:xfrm>
                  </p:grpSpPr>
                  <p:sp>
                    <p:nvSpPr>
                      <p:cNvPr id="1402" name="Arc 1401">
                        <a:extLst>
                          <a:ext uri="{FF2B5EF4-FFF2-40B4-BE49-F238E27FC236}">
                            <a16:creationId xmlns:a16="http://schemas.microsoft.com/office/drawing/2014/main" id="{EC734756-5982-F516-1671-7C5FB3C15A9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03" name="Arc 1402">
                        <a:extLst>
                          <a:ext uri="{FF2B5EF4-FFF2-40B4-BE49-F238E27FC236}">
                            <a16:creationId xmlns:a16="http://schemas.microsoft.com/office/drawing/2014/main" id="{3DDC3794-870F-BD5E-4F2F-352CA56F186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94" name="Group 1393">
                      <a:extLst>
                        <a:ext uri="{FF2B5EF4-FFF2-40B4-BE49-F238E27FC236}">
                          <a16:creationId xmlns:a16="http://schemas.microsoft.com/office/drawing/2014/main" id="{1A16F474-DA37-B30F-9625-9F6F334D7030}"/>
                        </a:ext>
                      </a:extLst>
                    </p:cNvPr>
                    <p:cNvGrpSpPr/>
                    <p:nvPr/>
                  </p:nvGrpSpPr>
                  <p:grpSpPr>
                    <a:xfrm>
                      <a:off x="5310186" y="3402011"/>
                      <a:ext cx="303213" cy="303213"/>
                      <a:chOff x="5310186" y="3402011"/>
                      <a:chExt cx="303213" cy="303213"/>
                    </a:xfrm>
                  </p:grpSpPr>
                  <p:grpSp>
                    <p:nvGrpSpPr>
                      <p:cNvPr id="1395" name="Group 1394">
                        <a:extLst>
                          <a:ext uri="{FF2B5EF4-FFF2-40B4-BE49-F238E27FC236}">
                            <a16:creationId xmlns:a16="http://schemas.microsoft.com/office/drawing/2014/main" id="{90FBCA3D-4DF0-D214-7801-243A536BE501}"/>
                          </a:ext>
                        </a:extLst>
                      </p:cNvPr>
                      <p:cNvGrpSpPr/>
                      <p:nvPr/>
                    </p:nvGrpSpPr>
                    <p:grpSpPr>
                      <a:xfrm>
                        <a:off x="5354636" y="3446461"/>
                        <a:ext cx="214313" cy="214313"/>
                        <a:chOff x="5354637" y="3446463"/>
                        <a:chExt cx="214313" cy="214313"/>
                      </a:xfrm>
                    </p:grpSpPr>
                    <p:sp>
                      <p:nvSpPr>
                        <p:cNvPr id="1400" name="Arc 1399">
                          <a:extLst>
                            <a:ext uri="{FF2B5EF4-FFF2-40B4-BE49-F238E27FC236}">
                              <a16:creationId xmlns:a16="http://schemas.microsoft.com/office/drawing/2014/main" id="{7B3F5E07-A0C6-F2D5-A107-2735C4A61DD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01" name="Arc 1400">
                          <a:extLst>
                            <a:ext uri="{FF2B5EF4-FFF2-40B4-BE49-F238E27FC236}">
                              <a16:creationId xmlns:a16="http://schemas.microsoft.com/office/drawing/2014/main" id="{00693EC7-B24E-BD89-80BA-3473AC86994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96" name="Group 1395">
                        <a:extLst>
                          <a:ext uri="{FF2B5EF4-FFF2-40B4-BE49-F238E27FC236}">
                            <a16:creationId xmlns:a16="http://schemas.microsoft.com/office/drawing/2014/main" id="{2FF86B8D-2EE2-B345-12F0-5F4CA450E667}"/>
                          </a:ext>
                        </a:extLst>
                      </p:cNvPr>
                      <p:cNvGrpSpPr/>
                      <p:nvPr/>
                    </p:nvGrpSpPr>
                    <p:grpSpPr>
                      <a:xfrm rot="7200000">
                        <a:off x="5310186" y="3402011"/>
                        <a:ext cx="303213" cy="303213"/>
                        <a:chOff x="5354637" y="3446463"/>
                        <a:chExt cx="214313" cy="214313"/>
                      </a:xfrm>
                    </p:grpSpPr>
                    <p:sp>
                      <p:nvSpPr>
                        <p:cNvPr id="1398" name="Arc 1397">
                          <a:extLst>
                            <a:ext uri="{FF2B5EF4-FFF2-40B4-BE49-F238E27FC236}">
                              <a16:creationId xmlns:a16="http://schemas.microsoft.com/office/drawing/2014/main" id="{8F9B45F7-67BB-01C2-7076-08641EDEA1C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99" name="Arc 1398">
                          <a:extLst>
                            <a:ext uri="{FF2B5EF4-FFF2-40B4-BE49-F238E27FC236}">
                              <a16:creationId xmlns:a16="http://schemas.microsoft.com/office/drawing/2014/main" id="{8E24A442-AA34-3B16-8B3C-E070889B2DC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97" name="TextBox 1396">
                        <a:extLst>
                          <a:ext uri="{FF2B5EF4-FFF2-40B4-BE49-F238E27FC236}">
                            <a16:creationId xmlns:a16="http://schemas.microsoft.com/office/drawing/2014/main" id="{4A0195DC-A868-C847-C07E-757E55C47BF2}"/>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59" name="Group 1358">
                    <a:extLst>
                      <a:ext uri="{FF2B5EF4-FFF2-40B4-BE49-F238E27FC236}">
                        <a16:creationId xmlns:a16="http://schemas.microsoft.com/office/drawing/2014/main" id="{94A4595E-48B8-D2AC-75A6-522FCEA3AC8F}"/>
                      </a:ext>
                    </a:extLst>
                  </p:cNvPr>
                  <p:cNvGrpSpPr/>
                  <p:nvPr/>
                </p:nvGrpSpPr>
                <p:grpSpPr>
                  <a:xfrm>
                    <a:off x="5886431" y="3525040"/>
                    <a:ext cx="393192" cy="393192"/>
                    <a:chOff x="5265196" y="3932619"/>
                    <a:chExt cx="393192" cy="393192"/>
                  </a:xfrm>
                </p:grpSpPr>
                <p:grpSp>
                  <p:nvGrpSpPr>
                    <p:cNvPr id="1383" name="Group 1382">
                      <a:extLst>
                        <a:ext uri="{FF2B5EF4-FFF2-40B4-BE49-F238E27FC236}">
                          <a16:creationId xmlns:a16="http://schemas.microsoft.com/office/drawing/2014/main" id="{F7C86D4A-D35C-DD54-5632-E81D71DE5893}"/>
                        </a:ext>
                      </a:extLst>
                    </p:cNvPr>
                    <p:cNvGrpSpPr/>
                    <p:nvPr/>
                  </p:nvGrpSpPr>
                  <p:grpSpPr>
                    <a:xfrm>
                      <a:off x="5354636" y="4022061"/>
                      <a:ext cx="214313" cy="214313"/>
                      <a:chOff x="5354637" y="3446463"/>
                      <a:chExt cx="214313" cy="214313"/>
                    </a:xfrm>
                  </p:grpSpPr>
                  <p:sp>
                    <p:nvSpPr>
                      <p:cNvPr id="1391" name="Arc 1390">
                        <a:extLst>
                          <a:ext uri="{FF2B5EF4-FFF2-40B4-BE49-F238E27FC236}">
                            <a16:creationId xmlns:a16="http://schemas.microsoft.com/office/drawing/2014/main" id="{D6FC80E9-C149-6F89-D040-366BC183D1B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92" name="Arc 1391">
                        <a:extLst>
                          <a:ext uri="{FF2B5EF4-FFF2-40B4-BE49-F238E27FC236}">
                            <a16:creationId xmlns:a16="http://schemas.microsoft.com/office/drawing/2014/main" id="{2B4CFC4E-15BD-510F-2FDB-05BE8870809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84" name="Group 1383">
                      <a:extLst>
                        <a:ext uri="{FF2B5EF4-FFF2-40B4-BE49-F238E27FC236}">
                          <a16:creationId xmlns:a16="http://schemas.microsoft.com/office/drawing/2014/main" id="{EFDFD520-832D-9967-AEBC-23C6D045B17A}"/>
                        </a:ext>
                      </a:extLst>
                    </p:cNvPr>
                    <p:cNvGrpSpPr/>
                    <p:nvPr/>
                  </p:nvGrpSpPr>
                  <p:grpSpPr>
                    <a:xfrm rot="14400000">
                      <a:off x="5310186" y="3977611"/>
                      <a:ext cx="303213" cy="303213"/>
                      <a:chOff x="5354637" y="3446463"/>
                      <a:chExt cx="214313" cy="214313"/>
                    </a:xfrm>
                  </p:grpSpPr>
                  <p:sp>
                    <p:nvSpPr>
                      <p:cNvPr id="1389" name="Arc 1388">
                        <a:extLst>
                          <a:ext uri="{FF2B5EF4-FFF2-40B4-BE49-F238E27FC236}">
                            <a16:creationId xmlns:a16="http://schemas.microsoft.com/office/drawing/2014/main" id="{F6D22907-8AE7-17C9-7305-BF89338789C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90" name="Arc 1389">
                        <a:extLst>
                          <a:ext uri="{FF2B5EF4-FFF2-40B4-BE49-F238E27FC236}">
                            <a16:creationId xmlns:a16="http://schemas.microsoft.com/office/drawing/2014/main" id="{FA65A5B6-E961-CAB8-35DE-2258E4D5D38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85" name="Group 1384">
                      <a:extLst>
                        <a:ext uri="{FF2B5EF4-FFF2-40B4-BE49-F238E27FC236}">
                          <a16:creationId xmlns:a16="http://schemas.microsoft.com/office/drawing/2014/main" id="{24FFD07F-4541-CB63-8DEB-79C23FC7558C}"/>
                        </a:ext>
                      </a:extLst>
                    </p:cNvPr>
                    <p:cNvGrpSpPr/>
                    <p:nvPr/>
                  </p:nvGrpSpPr>
                  <p:grpSpPr>
                    <a:xfrm rot="7200000">
                      <a:off x="5265196" y="3932619"/>
                      <a:ext cx="393192" cy="393192"/>
                      <a:chOff x="5354637" y="3446463"/>
                      <a:chExt cx="214313" cy="214313"/>
                    </a:xfrm>
                  </p:grpSpPr>
                  <p:sp>
                    <p:nvSpPr>
                      <p:cNvPr id="1387" name="Arc 1386">
                        <a:extLst>
                          <a:ext uri="{FF2B5EF4-FFF2-40B4-BE49-F238E27FC236}">
                            <a16:creationId xmlns:a16="http://schemas.microsoft.com/office/drawing/2014/main" id="{0693C7DF-92E8-9108-8D70-71660E9459C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88" name="Arc 1387">
                        <a:extLst>
                          <a:ext uri="{FF2B5EF4-FFF2-40B4-BE49-F238E27FC236}">
                            <a16:creationId xmlns:a16="http://schemas.microsoft.com/office/drawing/2014/main" id="{4A430D24-AEF0-498F-5AEC-A8BCB955556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86" name="TextBox 1385">
                      <a:extLst>
                        <a:ext uri="{FF2B5EF4-FFF2-40B4-BE49-F238E27FC236}">
                          <a16:creationId xmlns:a16="http://schemas.microsoft.com/office/drawing/2014/main" id="{6921BBC0-4500-F43D-97B4-7685533503AD}"/>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360" name="Group 1359">
                    <a:extLst>
                      <a:ext uri="{FF2B5EF4-FFF2-40B4-BE49-F238E27FC236}">
                        <a16:creationId xmlns:a16="http://schemas.microsoft.com/office/drawing/2014/main" id="{70D71EA3-CC0F-5063-5156-90C78B680112}"/>
                      </a:ext>
                    </a:extLst>
                  </p:cNvPr>
                  <p:cNvGrpSpPr/>
                  <p:nvPr/>
                </p:nvGrpSpPr>
                <p:grpSpPr>
                  <a:xfrm>
                    <a:off x="6512463" y="3525040"/>
                    <a:ext cx="393192" cy="393192"/>
                    <a:chOff x="6389147" y="3357021"/>
                    <a:chExt cx="393192" cy="393192"/>
                  </a:xfrm>
                </p:grpSpPr>
                <p:grpSp>
                  <p:nvGrpSpPr>
                    <p:cNvPr id="1372" name="Group 1371">
                      <a:extLst>
                        <a:ext uri="{FF2B5EF4-FFF2-40B4-BE49-F238E27FC236}">
                          <a16:creationId xmlns:a16="http://schemas.microsoft.com/office/drawing/2014/main" id="{4AA2C8C2-7991-25FC-8C27-D047BB7E48FA}"/>
                        </a:ext>
                      </a:extLst>
                    </p:cNvPr>
                    <p:cNvGrpSpPr/>
                    <p:nvPr/>
                  </p:nvGrpSpPr>
                  <p:grpSpPr>
                    <a:xfrm rot="7200000" flipH="1">
                      <a:off x="6389147" y="3357021"/>
                      <a:ext cx="393192" cy="393192"/>
                      <a:chOff x="5354637" y="3446463"/>
                      <a:chExt cx="214313" cy="214313"/>
                    </a:xfrm>
                  </p:grpSpPr>
                  <p:sp>
                    <p:nvSpPr>
                      <p:cNvPr id="1381" name="Arc 1380">
                        <a:extLst>
                          <a:ext uri="{FF2B5EF4-FFF2-40B4-BE49-F238E27FC236}">
                            <a16:creationId xmlns:a16="http://schemas.microsoft.com/office/drawing/2014/main" id="{BA40A7F4-739A-D5F2-1A4F-12B3B489144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82" name="Arc 1381">
                        <a:extLst>
                          <a:ext uri="{FF2B5EF4-FFF2-40B4-BE49-F238E27FC236}">
                            <a16:creationId xmlns:a16="http://schemas.microsoft.com/office/drawing/2014/main" id="{9725BEEB-83D1-9BCD-AD05-AD9EE4E451D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73" name="Group 1372">
                      <a:extLst>
                        <a:ext uri="{FF2B5EF4-FFF2-40B4-BE49-F238E27FC236}">
                          <a16:creationId xmlns:a16="http://schemas.microsoft.com/office/drawing/2014/main" id="{C919374C-0E85-F231-546C-5B5AF735EBDA}"/>
                        </a:ext>
                      </a:extLst>
                    </p:cNvPr>
                    <p:cNvGrpSpPr/>
                    <p:nvPr/>
                  </p:nvGrpSpPr>
                  <p:grpSpPr>
                    <a:xfrm>
                      <a:off x="6434137" y="3402011"/>
                      <a:ext cx="303213" cy="303213"/>
                      <a:chOff x="6434137" y="3402011"/>
                      <a:chExt cx="303213" cy="303213"/>
                    </a:xfrm>
                  </p:grpSpPr>
                  <p:grpSp>
                    <p:nvGrpSpPr>
                      <p:cNvPr id="1374" name="Group 1373">
                        <a:extLst>
                          <a:ext uri="{FF2B5EF4-FFF2-40B4-BE49-F238E27FC236}">
                            <a16:creationId xmlns:a16="http://schemas.microsoft.com/office/drawing/2014/main" id="{70949155-18F7-C819-E1A7-1FDFBF54B937}"/>
                          </a:ext>
                        </a:extLst>
                      </p:cNvPr>
                      <p:cNvGrpSpPr/>
                      <p:nvPr/>
                    </p:nvGrpSpPr>
                    <p:grpSpPr>
                      <a:xfrm flipH="1">
                        <a:off x="6478587" y="3446461"/>
                        <a:ext cx="214313" cy="214313"/>
                        <a:chOff x="5354637" y="3446463"/>
                        <a:chExt cx="214313" cy="214313"/>
                      </a:xfrm>
                    </p:grpSpPr>
                    <p:sp>
                      <p:nvSpPr>
                        <p:cNvPr id="1379" name="Arc 1378">
                          <a:extLst>
                            <a:ext uri="{FF2B5EF4-FFF2-40B4-BE49-F238E27FC236}">
                              <a16:creationId xmlns:a16="http://schemas.microsoft.com/office/drawing/2014/main" id="{32051E83-9866-25CA-AD7D-3621B20586E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80" name="Arc 1379">
                          <a:extLst>
                            <a:ext uri="{FF2B5EF4-FFF2-40B4-BE49-F238E27FC236}">
                              <a16:creationId xmlns:a16="http://schemas.microsoft.com/office/drawing/2014/main" id="{591AB553-2B4C-7CE8-685C-C22C4B05D9B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75" name="Group 1374">
                        <a:extLst>
                          <a:ext uri="{FF2B5EF4-FFF2-40B4-BE49-F238E27FC236}">
                            <a16:creationId xmlns:a16="http://schemas.microsoft.com/office/drawing/2014/main" id="{95CB5DDD-714D-5F0B-B391-37BAFFCFA3CF}"/>
                          </a:ext>
                        </a:extLst>
                      </p:cNvPr>
                      <p:cNvGrpSpPr/>
                      <p:nvPr/>
                    </p:nvGrpSpPr>
                    <p:grpSpPr>
                      <a:xfrm rot="14400000" flipH="1">
                        <a:off x="6434137" y="3402011"/>
                        <a:ext cx="303213" cy="303213"/>
                        <a:chOff x="5354637" y="3446463"/>
                        <a:chExt cx="214313" cy="214313"/>
                      </a:xfrm>
                    </p:grpSpPr>
                    <p:sp>
                      <p:nvSpPr>
                        <p:cNvPr id="1377" name="Arc 1376">
                          <a:extLst>
                            <a:ext uri="{FF2B5EF4-FFF2-40B4-BE49-F238E27FC236}">
                              <a16:creationId xmlns:a16="http://schemas.microsoft.com/office/drawing/2014/main" id="{E83A0023-60FD-AAA6-3704-00FCF1D960A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78" name="Arc 1377">
                          <a:extLst>
                            <a:ext uri="{FF2B5EF4-FFF2-40B4-BE49-F238E27FC236}">
                              <a16:creationId xmlns:a16="http://schemas.microsoft.com/office/drawing/2014/main" id="{363A669C-C44B-1D8D-8C4E-394E7F403DB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76" name="TextBox 1375">
                        <a:extLst>
                          <a:ext uri="{FF2B5EF4-FFF2-40B4-BE49-F238E27FC236}">
                            <a16:creationId xmlns:a16="http://schemas.microsoft.com/office/drawing/2014/main" id="{38DA489A-69E8-3368-E113-EF27888CB813}"/>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61" name="Group 1360">
                    <a:extLst>
                      <a:ext uri="{FF2B5EF4-FFF2-40B4-BE49-F238E27FC236}">
                        <a16:creationId xmlns:a16="http://schemas.microsoft.com/office/drawing/2014/main" id="{98644231-9472-DEF3-5E28-E49509047900}"/>
                      </a:ext>
                    </a:extLst>
                  </p:cNvPr>
                  <p:cNvGrpSpPr/>
                  <p:nvPr/>
                </p:nvGrpSpPr>
                <p:grpSpPr>
                  <a:xfrm>
                    <a:off x="6197413" y="3225768"/>
                    <a:ext cx="393192" cy="393192"/>
                    <a:chOff x="6389147" y="3932622"/>
                    <a:chExt cx="393192" cy="393192"/>
                  </a:xfrm>
                </p:grpSpPr>
                <p:grpSp>
                  <p:nvGrpSpPr>
                    <p:cNvPr id="1362" name="Group 1361">
                      <a:extLst>
                        <a:ext uri="{FF2B5EF4-FFF2-40B4-BE49-F238E27FC236}">
                          <a16:creationId xmlns:a16="http://schemas.microsoft.com/office/drawing/2014/main" id="{2A590D79-EC04-396F-4B40-F3637A21ED0B}"/>
                        </a:ext>
                      </a:extLst>
                    </p:cNvPr>
                    <p:cNvGrpSpPr/>
                    <p:nvPr/>
                  </p:nvGrpSpPr>
                  <p:grpSpPr>
                    <a:xfrm flipH="1">
                      <a:off x="6478587" y="4022061"/>
                      <a:ext cx="214313" cy="214313"/>
                      <a:chOff x="5354637" y="3446463"/>
                      <a:chExt cx="214313" cy="214313"/>
                    </a:xfrm>
                  </p:grpSpPr>
                  <p:sp>
                    <p:nvSpPr>
                      <p:cNvPr id="1370" name="Arc 1369">
                        <a:extLst>
                          <a:ext uri="{FF2B5EF4-FFF2-40B4-BE49-F238E27FC236}">
                            <a16:creationId xmlns:a16="http://schemas.microsoft.com/office/drawing/2014/main" id="{8BD92BAE-1E2B-0806-3611-6539BA1CF43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71" name="Arc 1370">
                        <a:extLst>
                          <a:ext uri="{FF2B5EF4-FFF2-40B4-BE49-F238E27FC236}">
                            <a16:creationId xmlns:a16="http://schemas.microsoft.com/office/drawing/2014/main" id="{338D3BE3-EC51-7BC7-6205-2C941CCFC51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63" name="Group 1362">
                      <a:extLst>
                        <a:ext uri="{FF2B5EF4-FFF2-40B4-BE49-F238E27FC236}">
                          <a16:creationId xmlns:a16="http://schemas.microsoft.com/office/drawing/2014/main" id="{F301B47F-8CB7-8E72-5293-AB5F09B2D7C8}"/>
                        </a:ext>
                      </a:extLst>
                    </p:cNvPr>
                    <p:cNvGrpSpPr/>
                    <p:nvPr/>
                  </p:nvGrpSpPr>
                  <p:grpSpPr>
                    <a:xfrm rot="7200000" flipH="1">
                      <a:off x="6434137" y="3977611"/>
                      <a:ext cx="303213" cy="303213"/>
                      <a:chOff x="5354637" y="3446463"/>
                      <a:chExt cx="214313" cy="214313"/>
                    </a:xfrm>
                  </p:grpSpPr>
                  <p:sp>
                    <p:nvSpPr>
                      <p:cNvPr id="1368" name="Arc 1367">
                        <a:extLst>
                          <a:ext uri="{FF2B5EF4-FFF2-40B4-BE49-F238E27FC236}">
                            <a16:creationId xmlns:a16="http://schemas.microsoft.com/office/drawing/2014/main" id="{EFB8C592-8E4D-CD67-3D39-00542F5ABD1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69" name="Arc 1368">
                        <a:extLst>
                          <a:ext uri="{FF2B5EF4-FFF2-40B4-BE49-F238E27FC236}">
                            <a16:creationId xmlns:a16="http://schemas.microsoft.com/office/drawing/2014/main" id="{6FB70FE5-E971-E9E0-F1B3-C76AED367AD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64" name="Group 1363">
                      <a:extLst>
                        <a:ext uri="{FF2B5EF4-FFF2-40B4-BE49-F238E27FC236}">
                          <a16:creationId xmlns:a16="http://schemas.microsoft.com/office/drawing/2014/main" id="{A4AEAC00-5B3F-2BFF-55D3-AA458FE12E9A}"/>
                        </a:ext>
                      </a:extLst>
                    </p:cNvPr>
                    <p:cNvGrpSpPr/>
                    <p:nvPr/>
                  </p:nvGrpSpPr>
                  <p:grpSpPr>
                    <a:xfrm rot="14400000" flipH="1">
                      <a:off x="6389147" y="3932622"/>
                      <a:ext cx="393192" cy="393192"/>
                      <a:chOff x="5354637" y="3446463"/>
                      <a:chExt cx="214313" cy="214313"/>
                    </a:xfrm>
                  </p:grpSpPr>
                  <p:sp>
                    <p:nvSpPr>
                      <p:cNvPr id="1366" name="Arc 1365">
                        <a:extLst>
                          <a:ext uri="{FF2B5EF4-FFF2-40B4-BE49-F238E27FC236}">
                            <a16:creationId xmlns:a16="http://schemas.microsoft.com/office/drawing/2014/main" id="{F7E9A1B3-CFE3-6C29-EBA7-BD561206480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67" name="Arc 1366">
                        <a:extLst>
                          <a:ext uri="{FF2B5EF4-FFF2-40B4-BE49-F238E27FC236}">
                            <a16:creationId xmlns:a16="http://schemas.microsoft.com/office/drawing/2014/main" id="{22714841-0739-953E-5C00-3CAC7238247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65" name="TextBox 1364">
                      <a:extLst>
                        <a:ext uri="{FF2B5EF4-FFF2-40B4-BE49-F238E27FC236}">
                          <a16:creationId xmlns:a16="http://schemas.microsoft.com/office/drawing/2014/main" id="{A5F5EA4C-02CC-EF25-4EBE-D9B72949561D}"/>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7" name="Group 16">
              <a:extLst>
                <a:ext uri="{FF2B5EF4-FFF2-40B4-BE49-F238E27FC236}">
                  <a16:creationId xmlns:a16="http://schemas.microsoft.com/office/drawing/2014/main" id="{80CC9F9D-7533-D26F-E054-58AA873566FA}"/>
                </a:ext>
              </a:extLst>
            </p:cNvPr>
            <p:cNvGrpSpPr/>
            <p:nvPr/>
          </p:nvGrpSpPr>
          <p:grpSpPr>
            <a:xfrm>
              <a:off x="-599392" y="-493844"/>
              <a:ext cx="2263438" cy="2198360"/>
              <a:chOff x="5445106" y="2039507"/>
              <a:chExt cx="2263438" cy="2198360"/>
            </a:xfrm>
          </p:grpSpPr>
          <p:grpSp>
            <p:nvGrpSpPr>
              <p:cNvPr id="1164" name="Group 1163">
                <a:extLst>
                  <a:ext uri="{FF2B5EF4-FFF2-40B4-BE49-F238E27FC236}">
                    <a16:creationId xmlns:a16="http://schemas.microsoft.com/office/drawing/2014/main" id="{B55F3C81-BC6A-87D7-D9E2-004EB6A5BAC6}"/>
                  </a:ext>
                </a:extLst>
              </p:cNvPr>
              <p:cNvGrpSpPr/>
              <p:nvPr/>
            </p:nvGrpSpPr>
            <p:grpSpPr>
              <a:xfrm>
                <a:off x="5445106" y="2644743"/>
                <a:ext cx="1643204" cy="1593124"/>
                <a:chOff x="5445106" y="2644743"/>
                <a:chExt cx="1643204" cy="1593124"/>
              </a:xfrm>
            </p:grpSpPr>
            <p:grpSp>
              <p:nvGrpSpPr>
                <p:cNvPr id="1260" name="Group 1259">
                  <a:extLst>
                    <a:ext uri="{FF2B5EF4-FFF2-40B4-BE49-F238E27FC236}">
                      <a16:creationId xmlns:a16="http://schemas.microsoft.com/office/drawing/2014/main" id="{82CB5EFC-3E84-FB2C-0543-C9660C1949AB}"/>
                    </a:ext>
                  </a:extLst>
                </p:cNvPr>
                <p:cNvGrpSpPr/>
                <p:nvPr/>
              </p:nvGrpSpPr>
              <p:grpSpPr>
                <a:xfrm>
                  <a:off x="5445106" y="2644743"/>
                  <a:ext cx="1019224" cy="991639"/>
                  <a:chOff x="5886431" y="3225768"/>
                  <a:chExt cx="1019224" cy="991639"/>
                </a:xfrm>
              </p:grpSpPr>
              <p:grpSp>
                <p:nvGrpSpPr>
                  <p:cNvPr id="1308" name="Group 1307">
                    <a:extLst>
                      <a:ext uri="{FF2B5EF4-FFF2-40B4-BE49-F238E27FC236}">
                        <a16:creationId xmlns:a16="http://schemas.microsoft.com/office/drawing/2014/main" id="{A14FF412-FB4F-D23E-8565-31FB9A5A3A2D}"/>
                      </a:ext>
                    </a:extLst>
                  </p:cNvPr>
                  <p:cNvGrpSpPr/>
                  <p:nvPr/>
                </p:nvGrpSpPr>
                <p:grpSpPr>
                  <a:xfrm>
                    <a:off x="6197413" y="3824215"/>
                    <a:ext cx="393192" cy="393192"/>
                    <a:chOff x="5265196" y="3357021"/>
                    <a:chExt cx="393192" cy="393192"/>
                  </a:xfrm>
                </p:grpSpPr>
                <p:grpSp>
                  <p:nvGrpSpPr>
                    <p:cNvPr id="1343" name="Group 1342">
                      <a:extLst>
                        <a:ext uri="{FF2B5EF4-FFF2-40B4-BE49-F238E27FC236}">
                          <a16:creationId xmlns:a16="http://schemas.microsoft.com/office/drawing/2014/main" id="{C3A01853-10F9-96D4-3981-95F2AF36187E}"/>
                        </a:ext>
                      </a:extLst>
                    </p:cNvPr>
                    <p:cNvGrpSpPr/>
                    <p:nvPr/>
                  </p:nvGrpSpPr>
                  <p:grpSpPr>
                    <a:xfrm rot="14400000">
                      <a:off x="5265196" y="3357021"/>
                      <a:ext cx="393192" cy="393192"/>
                      <a:chOff x="5354637" y="3446463"/>
                      <a:chExt cx="214313" cy="214313"/>
                    </a:xfrm>
                  </p:grpSpPr>
                  <p:sp>
                    <p:nvSpPr>
                      <p:cNvPr id="1352" name="Arc 1351">
                        <a:extLst>
                          <a:ext uri="{FF2B5EF4-FFF2-40B4-BE49-F238E27FC236}">
                            <a16:creationId xmlns:a16="http://schemas.microsoft.com/office/drawing/2014/main" id="{D3FE6B43-9222-CA31-A4FF-B4522D1F692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53" name="Arc 1352">
                        <a:extLst>
                          <a:ext uri="{FF2B5EF4-FFF2-40B4-BE49-F238E27FC236}">
                            <a16:creationId xmlns:a16="http://schemas.microsoft.com/office/drawing/2014/main" id="{8A4BFCDC-DA1F-87C3-56B2-982EB3F47F9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44" name="Group 1343">
                      <a:extLst>
                        <a:ext uri="{FF2B5EF4-FFF2-40B4-BE49-F238E27FC236}">
                          <a16:creationId xmlns:a16="http://schemas.microsoft.com/office/drawing/2014/main" id="{2B36DE9D-F796-4602-1637-4105856C030E}"/>
                        </a:ext>
                      </a:extLst>
                    </p:cNvPr>
                    <p:cNvGrpSpPr/>
                    <p:nvPr/>
                  </p:nvGrpSpPr>
                  <p:grpSpPr>
                    <a:xfrm>
                      <a:off x="5310186" y="3402011"/>
                      <a:ext cx="303213" cy="303213"/>
                      <a:chOff x="5310186" y="3402011"/>
                      <a:chExt cx="303213" cy="303213"/>
                    </a:xfrm>
                  </p:grpSpPr>
                  <p:grpSp>
                    <p:nvGrpSpPr>
                      <p:cNvPr id="1345" name="Group 1344">
                        <a:extLst>
                          <a:ext uri="{FF2B5EF4-FFF2-40B4-BE49-F238E27FC236}">
                            <a16:creationId xmlns:a16="http://schemas.microsoft.com/office/drawing/2014/main" id="{266FF7FD-49BF-FA2A-946F-43C6D5829140}"/>
                          </a:ext>
                        </a:extLst>
                      </p:cNvPr>
                      <p:cNvGrpSpPr/>
                      <p:nvPr/>
                    </p:nvGrpSpPr>
                    <p:grpSpPr>
                      <a:xfrm>
                        <a:off x="5354636" y="3446461"/>
                        <a:ext cx="214313" cy="214313"/>
                        <a:chOff x="5354637" y="3446463"/>
                        <a:chExt cx="214313" cy="214313"/>
                      </a:xfrm>
                    </p:grpSpPr>
                    <p:sp>
                      <p:nvSpPr>
                        <p:cNvPr id="1350" name="Arc 1349">
                          <a:extLst>
                            <a:ext uri="{FF2B5EF4-FFF2-40B4-BE49-F238E27FC236}">
                              <a16:creationId xmlns:a16="http://schemas.microsoft.com/office/drawing/2014/main" id="{866E3723-15CA-6F45-66A4-549AF102535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51" name="Arc 1350">
                          <a:extLst>
                            <a:ext uri="{FF2B5EF4-FFF2-40B4-BE49-F238E27FC236}">
                              <a16:creationId xmlns:a16="http://schemas.microsoft.com/office/drawing/2014/main" id="{04658875-0B04-6935-35E9-0D1F49697F7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46" name="Group 1345">
                        <a:extLst>
                          <a:ext uri="{FF2B5EF4-FFF2-40B4-BE49-F238E27FC236}">
                            <a16:creationId xmlns:a16="http://schemas.microsoft.com/office/drawing/2014/main" id="{A10EC760-10F5-A186-B598-929C8D559479}"/>
                          </a:ext>
                        </a:extLst>
                      </p:cNvPr>
                      <p:cNvGrpSpPr/>
                      <p:nvPr/>
                    </p:nvGrpSpPr>
                    <p:grpSpPr>
                      <a:xfrm rot="7200000">
                        <a:off x="5310186" y="3402011"/>
                        <a:ext cx="303213" cy="303213"/>
                        <a:chOff x="5354637" y="3446463"/>
                        <a:chExt cx="214313" cy="214313"/>
                      </a:xfrm>
                    </p:grpSpPr>
                    <p:sp>
                      <p:nvSpPr>
                        <p:cNvPr id="1348" name="Arc 1347">
                          <a:extLst>
                            <a:ext uri="{FF2B5EF4-FFF2-40B4-BE49-F238E27FC236}">
                              <a16:creationId xmlns:a16="http://schemas.microsoft.com/office/drawing/2014/main" id="{6FE65948-1249-F46E-BBF7-2BF88E0676E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49" name="Arc 1348">
                          <a:extLst>
                            <a:ext uri="{FF2B5EF4-FFF2-40B4-BE49-F238E27FC236}">
                              <a16:creationId xmlns:a16="http://schemas.microsoft.com/office/drawing/2014/main" id="{79D33C79-2D7D-A040-B083-FD36C721CC7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47" name="TextBox 1346">
                        <a:extLst>
                          <a:ext uri="{FF2B5EF4-FFF2-40B4-BE49-F238E27FC236}">
                            <a16:creationId xmlns:a16="http://schemas.microsoft.com/office/drawing/2014/main" id="{B4882C8D-0B78-D528-D0F8-CBBD335DF273}"/>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09" name="Group 1308">
                    <a:extLst>
                      <a:ext uri="{FF2B5EF4-FFF2-40B4-BE49-F238E27FC236}">
                        <a16:creationId xmlns:a16="http://schemas.microsoft.com/office/drawing/2014/main" id="{F8FDBF53-4A4D-A97D-AF0A-93DBEC2A338B}"/>
                      </a:ext>
                    </a:extLst>
                  </p:cNvPr>
                  <p:cNvGrpSpPr/>
                  <p:nvPr/>
                </p:nvGrpSpPr>
                <p:grpSpPr>
                  <a:xfrm>
                    <a:off x="5886431" y="3525040"/>
                    <a:ext cx="393192" cy="393192"/>
                    <a:chOff x="5265196" y="3932619"/>
                    <a:chExt cx="393192" cy="393192"/>
                  </a:xfrm>
                </p:grpSpPr>
                <p:grpSp>
                  <p:nvGrpSpPr>
                    <p:cNvPr id="1333" name="Group 1332">
                      <a:extLst>
                        <a:ext uri="{FF2B5EF4-FFF2-40B4-BE49-F238E27FC236}">
                          <a16:creationId xmlns:a16="http://schemas.microsoft.com/office/drawing/2014/main" id="{F71D0617-B6BC-AE78-23CE-2D3712F31069}"/>
                        </a:ext>
                      </a:extLst>
                    </p:cNvPr>
                    <p:cNvGrpSpPr/>
                    <p:nvPr/>
                  </p:nvGrpSpPr>
                  <p:grpSpPr>
                    <a:xfrm>
                      <a:off x="5354636" y="4022061"/>
                      <a:ext cx="214313" cy="214313"/>
                      <a:chOff x="5354637" y="3446463"/>
                      <a:chExt cx="214313" cy="214313"/>
                    </a:xfrm>
                  </p:grpSpPr>
                  <p:sp>
                    <p:nvSpPr>
                      <p:cNvPr id="1341" name="Arc 1340">
                        <a:extLst>
                          <a:ext uri="{FF2B5EF4-FFF2-40B4-BE49-F238E27FC236}">
                            <a16:creationId xmlns:a16="http://schemas.microsoft.com/office/drawing/2014/main" id="{5EF1FD0B-BFB0-EE3F-F860-2AED49DF035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42" name="Arc 1341">
                        <a:extLst>
                          <a:ext uri="{FF2B5EF4-FFF2-40B4-BE49-F238E27FC236}">
                            <a16:creationId xmlns:a16="http://schemas.microsoft.com/office/drawing/2014/main" id="{72C14319-F010-7581-921F-B74E858872D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34" name="Group 1333">
                      <a:extLst>
                        <a:ext uri="{FF2B5EF4-FFF2-40B4-BE49-F238E27FC236}">
                          <a16:creationId xmlns:a16="http://schemas.microsoft.com/office/drawing/2014/main" id="{023DB586-2A35-0655-F34B-73B65517A364}"/>
                        </a:ext>
                      </a:extLst>
                    </p:cNvPr>
                    <p:cNvGrpSpPr/>
                    <p:nvPr/>
                  </p:nvGrpSpPr>
                  <p:grpSpPr>
                    <a:xfrm rot="14400000">
                      <a:off x="5310186" y="3977611"/>
                      <a:ext cx="303213" cy="303213"/>
                      <a:chOff x="5354637" y="3446463"/>
                      <a:chExt cx="214313" cy="214313"/>
                    </a:xfrm>
                  </p:grpSpPr>
                  <p:sp>
                    <p:nvSpPr>
                      <p:cNvPr id="1339" name="Arc 1338">
                        <a:extLst>
                          <a:ext uri="{FF2B5EF4-FFF2-40B4-BE49-F238E27FC236}">
                            <a16:creationId xmlns:a16="http://schemas.microsoft.com/office/drawing/2014/main" id="{A9CF72BF-9318-14AE-A993-E82F1196F9E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40" name="Arc 1339">
                        <a:extLst>
                          <a:ext uri="{FF2B5EF4-FFF2-40B4-BE49-F238E27FC236}">
                            <a16:creationId xmlns:a16="http://schemas.microsoft.com/office/drawing/2014/main" id="{BDC42742-286F-8644-1CBE-68DC8D96D0A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35" name="Group 1334">
                      <a:extLst>
                        <a:ext uri="{FF2B5EF4-FFF2-40B4-BE49-F238E27FC236}">
                          <a16:creationId xmlns:a16="http://schemas.microsoft.com/office/drawing/2014/main" id="{F69EF4A8-6452-4CD8-A2A3-74111EC07208}"/>
                        </a:ext>
                      </a:extLst>
                    </p:cNvPr>
                    <p:cNvGrpSpPr/>
                    <p:nvPr/>
                  </p:nvGrpSpPr>
                  <p:grpSpPr>
                    <a:xfrm rot="7200000">
                      <a:off x="5265196" y="3932619"/>
                      <a:ext cx="393192" cy="393192"/>
                      <a:chOff x="5354637" y="3446463"/>
                      <a:chExt cx="214313" cy="214313"/>
                    </a:xfrm>
                  </p:grpSpPr>
                  <p:sp>
                    <p:nvSpPr>
                      <p:cNvPr id="1337" name="Arc 1336">
                        <a:extLst>
                          <a:ext uri="{FF2B5EF4-FFF2-40B4-BE49-F238E27FC236}">
                            <a16:creationId xmlns:a16="http://schemas.microsoft.com/office/drawing/2014/main" id="{C9F217BF-B13A-3B04-4793-445570546ED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38" name="Arc 1337">
                        <a:extLst>
                          <a:ext uri="{FF2B5EF4-FFF2-40B4-BE49-F238E27FC236}">
                            <a16:creationId xmlns:a16="http://schemas.microsoft.com/office/drawing/2014/main" id="{A8320B54-816C-D496-84DC-AC9AB9FCD34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36" name="TextBox 1335">
                      <a:extLst>
                        <a:ext uri="{FF2B5EF4-FFF2-40B4-BE49-F238E27FC236}">
                          <a16:creationId xmlns:a16="http://schemas.microsoft.com/office/drawing/2014/main" id="{5D7B86C5-2EB2-23E7-D8A8-7840CCFE12BD}"/>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310" name="Group 1309">
                    <a:extLst>
                      <a:ext uri="{FF2B5EF4-FFF2-40B4-BE49-F238E27FC236}">
                        <a16:creationId xmlns:a16="http://schemas.microsoft.com/office/drawing/2014/main" id="{6391EC09-4BCB-E367-AC19-6060684D35BA}"/>
                      </a:ext>
                    </a:extLst>
                  </p:cNvPr>
                  <p:cNvGrpSpPr/>
                  <p:nvPr/>
                </p:nvGrpSpPr>
                <p:grpSpPr>
                  <a:xfrm>
                    <a:off x="6512463" y="3525040"/>
                    <a:ext cx="393192" cy="393192"/>
                    <a:chOff x="6389147" y="3357021"/>
                    <a:chExt cx="393192" cy="393192"/>
                  </a:xfrm>
                </p:grpSpPr>
                <p:grpSp>
                  <p:nvGrpSpPr>
                    <p:cNvPr id="1322" name="Group 1321">
                      <a:extLst>
                        <a:ext uri="{FF2B5EF4-FFF2-40B4-BE49-F238E27FC236}">
                          <a16:creationId xmlns:a16="http://schemas.microsoft.com/office/drawing/2014/main" id="{51490B55-8E6F-99E5-8A53-DD34939B5847}"/>
                        </a:ext>
                      </a:extLst>
                    </p:cNvPr>
                    <p:cNvGrpSpPr/>
                    <p:nvPr/>
                  </p:nvGrpSpPr>
                  <p:grpSpPr>
                    <a:xfrm rot="7200000" flipH="1">
                      <a:off x="6389147" y="3357021"/>
                      <a:ext cx="393192" cy="393192"/>
                      <a:chOff x="5354637" y="3446463"/>
                      <a:chExt cx="214313" cy="214313"/>
                    </a:xfrm>
                  </p:grpSpPr>
                  <p:sp>
                    <p:nvSpPr>
                      <p:cNvPr id="1331" name="Arc 1330">
                        <a:extLst>
                          <a:ext uri="{FF2B5EF4-FFF2-40B4-BE49-F238E27FC236}">
                            <a16:creationId xmlns:a16="http://schemas.microsoft.com/office/drawing/2014/main" id="{6320DDFA-F369-1F28-7042-4390637A27E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32" name="Arc 1331">
                        <a:extLst>
                          <a:ext uri="{FF2B5EF4-FFF2-40B4-BE49-F238E27FC236}">
                            <a16:creationId xmlns:a16="http://schemas.microsoft.com/office/drawing/2014/main" id="{117B5298-DD9F-DD29-980A-BE6D7F8C07E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23" name="Group 1322">
                      <a:extLst>
                        <a:ext uri="{FF2B5EF4-FFF2-40B4-BE49-F238E27FC236}">
                          <a16:creationId xmlns:a16="http://schemas.microsoft.com/office/drawing/2014/main" id="{84CD6093-A99D-E32D-BA05-3BC979294502}"/>
                        </a:ext>
                      </a:extLst>
                    </p:cNvPr>
                    <p:cNvGrpSpPr/>
                    <p:nvPr/>
                  </p:nvGrpSpPr>
                  <p:grpSpPr>
                    <a:xfrm>
                      <a:off x="6434137" y="3402011"/>
                      <a:ext cx="303213" cy="303213"/>
                      <a:chOff x="6434137" y="3402011"/>
                      <a:chExt cx="303213" cy="303213"/>
                    </a:xfrm>
                  </p:grpSpPr>
                  <p:grpSp>
                    <p:nvGrpSpPr>
                      <p:cNvPr id="1324" name="Group 1323">
                        <a:extLst>
                          <a:ext uri="{FF2B5EF4-FFF2-40B4-BE49-F238E27FC236}">
                            <a16:creationId xmlns:a16="http://schemas.microsoft.com/office/drawing/2014/main" id="{B5B46A32-34C5-5FDF-9B91-C96D79575742}"/>
                          </a:ext>
                        </a:extLst>
                      </p:cNvPr>
                      <p:cNvGrpSpPr/>
                      <p:nvPr/>
                    </p:nvGrpSpPr>
                    <p:grpSpPr>
                      <a:xfrm flipH="1">
                        <a:off x="6478587" y="3446461"/>
                        <a:ext cx="214313" cy="214313"/>
                        <a:chOff x="5354637" y="3446463"/>
                        <a:chExt cx="214313" cy="214313"/>
                      </a:xfrm>
                    </p:grpSpPr>
                    <p:sp>
                      <p:nvSpPr>
                        <p:cNvPr id="1329" name="Arc 1328">
                          <a:extLst>
                            <a:ext uri="{FF2B5EF4-FFF2-40B4-BE49-F238E27FC236}">
                              <a16:creationId xmlns:a16="http://schemas.microsoft.com/office/drawing/2014/main" id="{5A462A10-1BEF-508A-B4BE-49E98EF94B5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30" name="Arc 1329">
                          <a:extLst>
                            <a:ext uri="{FF2B5EF4-FFF2-40B4-BE49-F238E27FC236}">
                              <a16:creationId xmlns:a16="http://schemas.microsoft.com/office/drawing/2014/main" id="{047EBE19-55B4-F530-08C9-52DD9E20FAC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25" name="Group 1324">
                        <a:extLst>
                          <a:ext uri="{FF2B5EF4-FFF2-40B4-BE49-F238E27FC236}">
                            <a16:creationId xmlns:a16="http://schemas.microsoft.com/office/drawing/2014/main" id="{10E7D131-6AB4-2520-4972-5AC82B7D156B}"/>
                          </a:ext>
                        </a:extLst>
                      </p:cNvPr>
                      <p:cNvGrpSpPr/>
                      <p:nvPr/>
                    </p:nvGrpSpPr>
                    <p:grpSpPr>
                      <a:xfrm rot="14400000" flipH="1">
                        <a:off x="6434137" y="3402011"/>
                        <a:ext cx="303213" cy="303213"/>
                        <a:chOff x="5354637" y="3446463"/>
                        <a:chExt cx="214313" cy="214313"/>
                      </a:xfrm>
                    </p:grpSpPr>
                    <p:sp>
                      <p:nvSpPr>
                        <p:cNvPr id="1327" name="Arc 1326">
                          <a:extLst>
                            <a:ext uri="{FF2B5EF4-FFF2-40B4-BE49-F238E27FC236}">
                              <a16:creationId xmlns:a16="http://schemas.microsoft.com/office/drawing/2014/main" id="{C1FC1A54-9FE6-FF1F-68FB-97869A028E2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28" name="Arc 1327">
                          <a:extLst>
                            <a:ext uri="{FF2B5EF4-FFF2-40B4-BE49-F238E27FC236}">
                              <a16:creationId xmlns:a16="http://schemas.microsoft.com/office/drawing/2014/main" id="{26623670-4BF4-9192-E35C-DA3C4EF3F90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26" name="TextBox 1325">
                        <a:extLst>
                          <a:ext uri="{FF2B5EF4-FFF2-40B4-BE49-F238E27FC236}">
                            <a16:creationId xmlns:a16="http://schemas.microsoft.com/office/drawing/2014/main" id="{9DF788A4-DEAD-2FDF-5F31-CBB8B2C50042}"/>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11" name="Group 1310">
                    <a:extLst>
                      <a:ext uri="{FF2B5EF4-FFF2-40B4-BE49-F238E27FC236}">
                        <a16:creationId xmlns:a16="http://schemas.microsoft.com/office/drawing/2014/main" id="{F3CA1E6A-66A4-5E95-F0F8-FEB910BE960E}"/>
                      </a:ext>
                    </a:extLst>
                  </p:cNvPr>
                  <p:cNvGrpSpPr/>
                  <p:nvPr/>
                </p:nvGrpSpPr>
                <p:grpSpPr>
                  <a:xfrm>
                    <a:off x="6197413" y="3225768"/>
                    <a:ext cx="393192" cy="393192"/>
                    <a:chOff x="6389147" y="3932622"/>
                    <a:chExt cx="393192" cy="393192"/>
                  </a:xfrm>
                </p:grpSpPr>
                <p:grpSp>
                  <p:nvGrpSpPr>
                    <p:cNvPr id="1312" name="Group 1311">
                      <a:extLst>
                        <a:ext uri="{FF2B5EF4-FFF2-40B4-BE49-F238E27FC236}">
                          <a16:creationId xmlns:a16="http://schemas.microsoft.com/office/drawing/2014/main" id="{B639C59C-E69C-B4E2-AE01-7721C40EC0CE}"/>
                        </a:ext>
                      </a:extLst>
                    </p:cNvPr>
                    <p:cNvGrpSpPr/>
                    <p:nvPr/>
                  </p:nvGrpSpPr>
                  <p:grpSpPr>
                    <a:xfrm flipH="1">
                      <a:off x="6478587" y="4022061"/>
                      <a:ext cx="214313" cy="214313"/>
                      <a:chOff x="5354637" y="3446463"/>
                      <a:chExt cx="214313" cy="214313"/>
                    </a:xfrm>
                  </p:grpSpPr>
                  <p:sp>
                    <p:nvSpPr>
                      <p:cNvPr id="1320" name="Arc 1319">
                        <a:extLst>
                          <a:ext uri="{FF2B5EF4-FFF2-40B4-BE49-F238E27FC236}">
                            <a16:creationId xmlns:a16="http://schemas.microsoft.com/office/drawing/2014/main" id="{08B62DF5-D690-A2CE-6BFC-B5039FE8CAA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21" name="Arc 1320">
                        <a:extLst>
                          <a:ext uri="{FF2B5EF4-FFF2-40B4-BE49-F238E27FC236}">
                            <a16:creationId xmlns:a16="http://schemas.microsoft.com/office/drawing/2014/main" id="{13CAA601-F1B8-3330-1B3B-3FB035C7940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13" name="Group 1312">
                      <a:extLst>
                        <a:ext uri="{FF2B5EF4-FFF2-40B4-BE49-F238E27FC236}">
                          <a16:creationId xmlns:a16="http://schemas.microsoft.com/office/drawing/2014/main" id="{1272DBF8-308C-82B8-D909-E071A2590DC2}"/>
                        </a:ext>
                      </a:extLst>
                    </p:cNvPr>
                    <p:cNvGrpSpPr/>
                    <p:nvPr/>
                  </p:nvGrpSpPr>
                  <p:grpSpPr>
                    <a:xfrm rot="7200000" flipH="1">
                      <a:off x="6434137" y="3977611"/>
                      <a:ext cx="303213" cy="303213"/>
                      <a:chOff x="5354637" y="3446463"/>
                      <a:chExt cx="214313" cy="214313"/>
                    </a:xfrm>
                  </p:grpSpPr>
                  <p:sp>
                    <p:nvSpPr>
                      <p:cNvPr id="1318" name="Arc 1317">
                        <a:extLst>
                          <a:ext uri="{FF2B5EF4-FFF2-40B4-BE49-F238E27FC236}">
                            <a16:creationId xmlns:a16="http://schemas.microsoft.com/office/drawing/2014/main" id="{D6C3EAF9-6783-F463-3C20-6FAA9D7AD6C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19" name="Arc 1318">
                        <a:extLst>
                          <a:ext uri="{FF2B5EF4-FFF2-40B4-BE49-F238E27FC236}">
                            <a16:creationId xmlns:a16="http://schemas.microsoft.com/office/drawing/2014/main" id="{9D5A737B-2906-9588-B615-BDADCD79847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14" name="Group 1313">
                      <a:extLst>
                        <a:ext uri="{FF2B5EF4-FFF2-40B4-BE49-F238E27FC236}">
                          <a16:creationId xmlns:a16="http://schemas.microsoft.com/office/drawing/2014/main" id="{6DC0BB29-37B3-6FAF-4FA2-2AD895BA5E19}"/>
                        </a:ext>
                      </a:extLst>
                    </p:cNvPr>
                    <p:cNvGrpSpPr/>
                    <p:nvPr/>
                  </p:nvGrpSpPr>
                  <p:grpSpPr>
                    <a:xfrm rot="14400000" flipH="1">
                      <a:off x="6389147" y="3932622"/>
                      <a:ext cx="393192" cy="393192"/>
                      <a:chOff x="5354637" y="3446463"/>
                      <a:chExt cx="214313" cy="214313"/>
                    </a:xfrm>
                  </p:grpSpPr>
                  <p:sp>
                    <p:nvSpPr>
                      <p:cNvPr id="1316" name="Arc 1315">
                        <a:extLst>
                          <a:ext uri="{FF2B5EF4-FFF2-40B4-BE49-F238E27FC236}">
                            <a16:creationId xmlns:a16="http://schemas.microsoft.com/office/drawing/2014/main" id="{9D4D3B59-386F-416C-7087-95B8145E395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17" name="Arc 1316">
                        <a:extLst>
                          <a:ext uri="{FF2B5EF4-FFF2-40B4-BE49-F238E27FC236}">
                            <a16:creationId xmlns:a16="http://schemas.microsoft.com/office/drawing/2014/main" id="{16BB994D-1A79-86F8-D3D2-136FAAF5A2F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15" name="TextBox 1314">
                      <a:extLst>
                        <a:ext uri="{FF2B5EF4-FFF2-40B4-BE49-F238E27FC236}">
                          <a16:creationId xmlns:a16="http://schemas.microsoft.com/office/drawing/2014/main" id="{579BF882-6DC8-56EC-18D6-07579121C209}"/>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61" name="Group 1260">
                  <a:extLst>
                    <a:ext uri="{FF2B5EF4-FFF2-40B4-BE49-F238E27FC236}">
                      <a16:creationId xmlns:a16="http://schemas.microsoft.com/office/drawing/2014/main" id="{6A3BC01A-57EA-693A-05CF-0AF034912F00}"/>
                    </a:ext>
                  </a:extLst>
                </p:cNvPr>
                <p:cNvGrpSpPr/>
                <p:nvPr/>
              </p:nvGrpSpPr>
              <p:grpSpPr>
                <a:xfrm>
                  <a:off x="6069086" y="3246228"/>
                  <a:ext cx="1019224" cy="991639"/>
                  <a:chOff x="5886431" y="3225768"/>
                  <a:chExt cx="1019224" cy="991639"/>
                </a:xfrm>
              </p:grpSpPr>
              <p:grpSp>
                <p:nvGrpSpPr>
                  <p:cNvPr id="1262" name="Group 1261">
                    <a:extLst>
                      <a:ext uri="{FF2B5EF4-FFF2-40B4-BE49-F238E27FC236}">
                        <a16:creationId xmlns:a16="http://schemas.microsoft.com/office/drawing/2014/main" id="{8FE05F76-9726-8927-C27F-0B90EB940581}"/>
                      </a:ext>
                    </a:extLst>
                  </p:cNvPr>
                  <p:cNvGrpSpPr/>
                  <p:nvPr/>
                </p:nvGrpSpPr>
                <p:grpSpPr>
                  <a:xfrm>
                    <a:off x="6197413" y="3824215"/>
                    <a:ext cx="393192" cy="393192"/>
                    <a:chOff x="5265196" y="3357021"/>
                    <a:chExt cx="393192" cy="393192"/>
                  </a:xfrm>
                </p:grpSpPr>
                <p:grpSp>
                  <p:nvGrpSpPr>
                    <p:cNvPr id="1297" name="Group 1296">
                      <a:extLst>
                        <a:ext uri="{FF2B5EF4-FFF2-40B4-BE49-F238E27FC236}">
                          <a16:creationId xmlns:a16="http://schemas.microsoft.com/office/drawing/2014/main" id="{0B8AD9A5-B776-BBA5-F830-E8DCA8799FA2}"/>
                        </a:ext>
                      </a:extLst>
                    </p:cNvPr>
                    <p:cNvGrpSpPr/>
                    <p:nvPr/>
                  </p:nvGrpSpPr>
                  <p:grpSpPr>
                    <a:xfrm rot="14400000">
                      <a:off x="5265196" y="3357021"/>
                      <a:ext cx="393192" cy="393192"/>
                      <a:chOff x="5354637" y="3446463"/>
                      <a:chExt cx="214313" cy="214313"/>
                    </a:xfrm>
                  </p:grpSpPr>
                  <p:sp>
                    <p:nvSpPr>
                      <p:cNvPr id="1306" name="Arc 1305">
                        <a:extLst>
                          <a:ext uri="{FF2B5EF4-FFF2-40B4-BE49-F238E27FC236}">
                            <a16:creationId xmlns:a16="http://schemas.microsoft.com/office/drawing/2014/main" id="{0C58980D-D3F6-15E6-0571-F89C55B4479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07" name="Arc 1306">
                        <a:extLst>
                          <a:ext uri="{FF2B5EF4-FFF2-40B4-BE49-F238E27FC236}">
                            <a16:creationId xmlns:a16="http://schemas.microsoft.com/office/drawing/2014/main" id="{441C9FEB-B329-ACDD-E522-0FF79E04693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98" name="Group 1297">
                      <a:extLst>
                        <a:ext uri="{FF2B5EF4-FFF2-40B4-BE49-F238E27FC236}">
                          <a16:creationId xmlns:a16="http://schemas.microsoft.com/office/drawing/2014/main" id="{4B0A809B-F152-E200-3A87-D413C8B7DA33}"/>
                        </a:ext>
                      </a:extLst>
                    </p:cNvPr>
                    <p:cNvGrpSpPr/>
                    <p:nvPr/>
                  </p:nvGrpSpPr>
                  <p:grpSpPr>
                    <a:xfrm>
                      <a:off x="5310186" y="3402011"/>
                      <a:ext cx="303213" cy="303213"/>
                      <a:chOff x="5310186" y="3402011"/>
                      <a:chExt cx="303213" cy="303213"/>
                    </a:xfrm>
                  </p:grpSpPr>
                  <p:grpSp>
                    <p:nvGrpSpPr>
                      <p:cNvPr id="1299" name="Group 1298">
                        <a:extLst>
                          <a:ext uri="{FF2B5EF4-FFF2-40B4-BE49-F238E27FC236}">
                            <a16:creationId xmlns:a16="http://schemas.microsoft.com/office/drawing/2014/main" id="{0C2AC8B8-E619-67D3-B49A-AB269070B299}"/>
                          </a:ext>
                        </a:extLst>
                      </p:cNvPr>
                      <p:cNvGrpSpPr/>
                      <p:nvPr/>
                    </p:nvGrpSpPr>
                    <p:grpSpPr>
                      <a:xfrm>
                        <a:off x="5354636" y="3446461"/>
                        <a:ext cx="214313" cy="214313"/>
                        <a:chOff x="5354637" y="3446463"/>
                        <a:chExt cx="214313" cy="214313"/>
                      </a:xfrm>
                    </p:grpSpPr>
                    <p:sp>
                      <p:nvSpPr>
                        <p:cNvPr id="1304" name="Arc 1303">
                          <a:extLst>
                            <a:ext uri="{FF2B5EF4-FFF2-40B4-BE49-F238E27FC236}">
                              <a16:creationId xmlns:a16="http://schemas.microsoft.com/office/drawing/2014/main" id="{6A70B502-4645-C2FC-10A7-8952A063F5F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05" name="Arc 1304">
                          <a:extLst>
                            <a:ext uri="{FF2B5EF4-FFF2-40B4-BE49-F238E27FC236}">
                              <a16:creationId xmlns:a16="http://schemas.microsoft.com/office/drawing/2014/main" id="{D418A2A4-C968-C1AF-531F-3933F5D7962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00" name="Group 1299">
                        <a:extLst>
                          <a:ext uri="{FF2B5EF4-FFF2-40B4-BE49-F238E27FC236}">
                            <a16:creationId xmlns:a16="http://schemas.microsoft.com/office/drawing/2014/main" id="{D934F71C-C414-311B-5F62-B1ECB58AEB33}"/>
                          </a:ext>
                        </a:extLst>
                      </p:cNvPr>
                      <p:cNvGrpSpPr/>
                      <p:nvPr/>
                    </p:nvGrpSpPr>
                    <p:grpSpPr>
                      <a:xfrm rot="7200000">
                        <a:off x="5310186" y="3402011"/>
                        <a:ext cx="303213" cy="303213"/>
                        <a:chOff x="5354637" y="3446463"/>
                        <a:chExt cx="214313" cy="214313"/>
                      </a:xfrm>
                    </p:grpSpPr>
                    <p:sp>
                      <p:nvSpPr>
                        <p:cNvPr id="1302" name="Arc 1301">
                          <a:extLst>
                            <a:ext uri="{FF2B5EF4-FFF2-40B4-BE49-F238E27FC236}">
                              <a16:creationId xmlns:a16="http://schemas.microsoft.com/office/drawing/2014/main" id="{BD4594F5-FCF6-B528-5ECA-E0188474967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03" name="Arc 1302">
                          <a:extLst>
                            <a:ext uri="{FF2B5EF4-FFF2-40B4-BE49-F238E27FC236}">
                              <a16:creationId xmlns:a16="http://schemas.microsoft.com/office/drawing/2014/main" id="{2649A37D-B9BE-5553-EAAA-DAD0EC73574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01" name="TextBox 1300">
                        <a:extLst>
                          <a:ext uri="{FF2B5EF4-FFF2-40B4-BE49-F238E27FC236}">
                            <a16:creationId xmlns:a16="http://schemas.microsoft.com/office/drawing/2014/main" id="{16571EE4-4470-A12C-E145-FF929FBD5591}"/>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63" name="Group 1262">
                    <a:extLst>
                      <a:ext uri="{FF2B5EF4-FFF2-40B4-BE49-F238E27FC236}">
                        <a16:creationId xmlns:a16="http://schemas.microsoft.com/office/drawing/2014/main" id="{E694354D-E313-CE35-9759-86CDED9B21C1}"/>
                      </a:ext>
                    </a:extLst>
                  </p:cNvPr>
                  <p:cNvGrpSpPr/>
                  <p:nvPr/>
                </p:nvGrpSpPr>
                <p:grpSpPr>
                  <a:xfrm>
                    <a:off x="5886431" y="3525040"/>
                    <a:ext cx="393192" cy="393192"/>
                    <a:chOff x="5265196" y="3932619"/>
                    <a:chExt cx="393192" cy="393192"/>
                  </a:xfrm>
                </p:grpSpPr>
                <p:grpSp>
                  <p:nvGrpSpPr>
                    <p:cNvPr id="1287" name="Group 1286">
                      <a:extLst>
                        <a:ext uri="{FF2B5EF4-FFF2-40B4-BE49-F238E27FC236}">
                          <a16:creationId xmlns:a16="http://schemas.microsoft.com/office/drawing/2014/main" id="{113118D1-7C50-C8BC-B4AA-A2ED38B50A95}"/>
                        </a:ext>
                      </a:extLst>
                    </p:cNvPr>
                    <p:cNvGrpSpPr/>
                    <p:nvPr/>
                  </p:nvGrpSpPr>
                  <p:grpSpPr>
                    <a:xfrm>
                      <a:off x="5354636" y="4022061"/>
                      <a:ext cx="214313" cy="214313"/>
                      <a:chOff x="5354637" y="3446463"/>
                      <a:chExt cx="214313" cy="214313"/>
                    </a:xfrm>
                  </p:grpSpPr>
                  <p:sp>
                    <p:nvSpPr>
                      <p:cNvPr id="1295" name="Arc 1294">
                        <a:extLst>
                          <a:ext uri="{FF2B5EF4-FFF2-40B4-BE49-F238E27FC236}">
                            <a16:creationId xmlns:a16="http://schemas.microsoft.com/office/drawing/2014/main" id="{ECBF0006-0424-EBC4-8257-614DC328798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96" name="Arc 1295">
                        <a:extLst>
                          <a:ext uri="{FF2B5EF4-FFF2-40B4-BE49-F238E27FC236}">
                            <a16:creationId xmlns:a16="http://schemas.microsoft.com/office/drawing/2014/main" id="{7EE876DA-0971-44F4-F78D-CEDBA1C9276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88" name="Group 1287">
                      <a:extLst>
                        <a:ext uri="{FF2B5EF4-FFF2-40B4-BE49-F238E27FC236}">
                          <a16:creationId xmlns:a16="http://schemas.microsoft.com/office/drawing/2014/main" id="{D2A611B5-3B88-A073-10EE-5F0259C074C4}"/>
                        </a:ext>
                      </a:extLst>
                    </p:cNvPr>
                    <p:cNvGrpSpPr/>
                    <p:nvPr/>
                  </p:nvGrpSpPr>
                  <p:grpSpPr>
                    <a:xfrm rot="14400000">
                      <a:off x="5310186" y="3977611"/>
                      <a:ext cx="303213" cy="303213"/>
                      <a:chOff x="5354637" y="3446463"/>
                      <a:chExt cx="214313" cy="214313"/>
                    </a:xfrm>
                  </p:grpSpPr>
                  <p:sp>
                    <p:nvSpPr>
                      <p:cNvPr id="1293" name="Arc 1292">
                        <a:extLst>
                          <a:ext uri="{FF2B5EF4-FFF2-40B4-BE49-F238E27FC236}">
                            <a16:creationId xmlns:a16="http://schemas.microsoft.com/office/drawing/2014/main" id="{84EE4D85-C18C-ED79-243E-9899EEEA3FC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94" name="Arc 1293">
                        <a:extLst>
                          <a:ext uri="{FF2B5EF4-FFF2-40B4-BE49-F238E27FC236}">
                            <a16:creationId xmlns:a16="http://schemas.microsoft.com/office/drawing/2014/main" id="{78D3EEAF-9167-AB22-4EA6-DCAFD4F602E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89" name="Group 1288">
                      <a:extLst>
                        <a:ext uri="{FF2B5EF4-FFF2-40B4-BE49-F238E27FC236}">
                          <a16:creationId xmlns:a16="http://schemas.microsoft.com/office/drawing/2014/main" id="{624352B7-7EDF-7001-BD6C-753F65482620}"/>
                        </a:ext>
                      </a:extLst>
                    </p:cNvPr>
                    <p:cNvGrpSpPr/>
                    <p:nvPr/>
                  </p:nvGrpSpPr>
                  <p:grpSpPr>
                    <a:xfrm rot="7200000">
                      <a:off x="5265196" y="3932619"/>
                      <a:ext cx="393192" cy="393192"/>
                      <a:chOff x="5354637" y="3446463"/>
                      <a:chExt cx="214313" cy="214313"/>
                    </a:xfrm>
                  </p:grpSpPr>
                  <p:sp>
                    <p:nvSpPr>
                      <p:cNvPr id="1291" name="Arc 1290">
                        <a:extLst>
                          <a:ext uri="{FF2B5EF4-FFF2-40B4-BE49-F238E27FC236}">
                            <a16:creationId xmlns:a16="http://schemas.microsoft.com/office/drawing/2014/main" id="{F5C64EAA-5F72-A9C8-537D-25094CC6818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92" name="Arc 1291">
                        <a:extLst>
                          <a:ext uri="{FF2B5EF4-FFF2-40B4-BE49-F238E27FC236}">
                            <a16:creationId xmlns:a16="http://schemas.microsoft.com/office/drawing/2014/main" id="{66891CC8-D005-78B2-0897-A63705D265B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90" name="TextBox 1289">
                      <a:extLst>
                        <a:ext uri="{FF2B5EF4-FFF2-40B4-BE49-F238E27FC236}">
                          <a16:creationId xmlns:a16="http://schemas.microsoft.com/office/drawing/2014/main" id="{62F62524-C2CD-FF87-7034-D2F65C5246D9}"/>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264" name="Group 1263">
                    <a:extLst>
                      <a:ext uri="{FF2B5EF4-FFF2-40B4-BE49-F238E27FC236}">
                        <a16:creationId xmlns:a16="http://schemas.microsoft.com/office/drawing/2014/main" id="{0B8E4E5C-183C-8D50-98F8-AC43EB2D3177}"/>
                      </a:ext>
                    </a:extLst>
                  </p:cNvPr>
                  <p:cNvGrpSpPr/>
                  <p:nvPr/>
                </p:nvGrpSpPr>
                <p:grpSpPr>
                  <a:xfrm>
                    <a:off x="6512463" y="3525040"/>
                    <a:ext cx="393192" cy="393192"/>
                    <a:chOff x="6389147" y="3357021"/>
                    <a:chExt cx="393192" cy="393192"/>
                  </a:xfrm>
                </p:grpSpPr>
                <p:grpSp>
                  <p:nvGrpSpPr>
                    <p:cNvPr id="1276" name="Group 1275">
                      <a:extLst>
                        <a:ext uri="{FF2B5EF4-FFF2-40B4-BE49-F238E27FC236}">
                          <a16:creationId xmlns:a16="http://schemas.microsoft.com/office/drawing/2014/main" id="{BE5A47AE-F111-E70A-AD7C-BD596CF61B21}"/>
                        </a:ext>
                      </a:extLst>
                    </p:cNvPr>
                    <p:cNvGrpSpPr/>
                    <p:nvPr/>
                  </p:nvGrpSpPr>
                  <p:grpSpPr>
                    <a:xfrm rot="7200000" flipH="1">
                      <a:off x="6389147" y="3357021"/>
                      <a:ext cx="393192" cy="393192"/>
                      <a:chOff x="5354637" y="3446463"/>
                      <a:chExt cx="214313" cy="214313"/>
                    </a:xfrm>
                  </p:grpSpPr>
                  <p:sp>
                    <p:nvSpPr>
                      <p:cNvPr id="1285" name="Arc 1284">
                        <a:extLst>
                          <a:ext uri="{FF2B5EF4-FFF2-40B4-BE49-F238E27FC236}">
                            <a16:creationId xmlns:a16="http://schemas.microsoft.com/office/drawing/2014/main" id="{31ADB442-52C1-548E-FABD-2ECD0FFF705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86" name="Arc 1285">
                        <a:extLst>
                          <a:ext uri="{FF2B5EF4-FFF2-40B4-BE49-F238E27FC236}">
                            <a16:creationId xmlns:a16="http://schemas.microsoft.com/office/drawing/2014/main" id="{B23353C1-DAAD-E340-6369-2184674C693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77" name="Group 1276">
                      <a:extLst>
                        <a:ext uri="{FF2B5EF4-FFF2-40B4-BE49-F238E27FC236}">
                          <a16:creationId xmlns:a16="http://schemas.microsoft.com/office/drawing/2014/main" id="{49708420-B7A4-4E4D-8006-35A4FDDC7687}"/>
                        </a:ext>
                      </a:extLst>
                    </p:cNvPr>
                    <p:cNvGrpSpPr/>
                    <p:nvPr/>
                  </p:nvGrpSpPr>
                  <p:grpSpPr>
                    <a:xfrm>
                      <a:off x="6434137" y="3402011"/>
                      <a:ext cx="303213" cy="303213"/>
                      <a:chOff x="6434137" y="3402011"/>
                      <a:chExt cx="303213" cy="303213"/>
                    </a:xfrm>
                  </p:grpSpPr>
                  <p:grpSp>
                    <p:nvGrpSpPr>
                      <p:cNvPr id="1278" name="Group 1277">
                        <a:extLst>
                          <a:ext uri="{FF2B5EF4-FFF2-40B4-BE49-F238E27FC236}">
                            <a16:creationId xmlns:a16="http://schemas.microsoft.com/office/drawing/2014/main" id="{CAECD046-38F1-3601-F230-DEB0FDEE32F9}"/>
                          </a:ext>
                        </a:extLst>
                      </p:cNvPr>
                      <p:cNvGrpSpPr/>
                      <p:nvPr/>
                    </p:nvGrpSpPr>
                    <p:grpSpPr>
                      <a:xfrm flipH="1">
                        <a:off x="6478587" y="3446461"/>
                        <a:ext cx="214313" cy="214313"/>
                        <a:chOff x="5354637" y="3446463"/>
                        <a:chExt cx="214313" cy="214313"/>
                      </a:xfrm>
                    </p:grpSpPr>
                    <p:sp>
                      <p:nvSpPr>
                        <p:cNvPr id="1283" name="Arc 1282">
                          <a:extLst>
                            <a:ext uri="{FF2B5EF4-FFF2-40B4-BE49-F238E27FC236}">
                              <a16:creationId xmlns:a16="http://schemas.microsoft.com/office/drawing/2014/main" id="{D205F566-776B-19D8-1AC2-C24051A67FE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84" name="Arc 1283">
                          <a:extLst>
                            <a:ext uri="{FF2B5EF4-FFF2-40B4-BE49-F238E27FC236}">
                              <a16:creationId xmlns:a16="http://schemas.microsoft.com/office/drawing/2014/main" id="{44C93E05-DC86-A5DE-A8EB-184B8BA76B4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79" name="Group 1278">
                        <a:extLst>
                          <a:ext uri="{FF2B5EF4-FFF2-40B4-BE49-F238E27FC236}">
                            <a16:creationId xmlns:a16="http://schemas.microsoft.com/office/drawing/2014/main" id="{C01DB21D-F992-2FF2-28B1-01094D58938F}"/>
                          </a:ext>
                        </a:extLst>
                      </p:cNvPr>
                      <p:cNvGrpSpPr/>
                      <p:nvPr/>
                    </p:nvGrpSpPr>
                    <p:grpSpPr>
                      <a:xfrm rot="14400000" flipH="1">
                        <a:off x="6434137" y="3402011"/>
                        <a:ext cx="303213" cy="303213"/>
                        <a:chOff x="5354637" y="3446463"/>
                        <a:chExt cx="214313" cy="214313"/>
                      </a:xfrm>
                    </p:grpSpPr>
                    <p:sp>
                      <p:nvSpPr>
                        <p:cNvPr id="1281" name="Arc 1280">
                          <a:extLst>
                            <a:ext uri="{FF2B5EF4-FFF2-40B4-BE49-F238E27FC236}">
                              <a16:creationId xmlns:a16="http://schemas.microsoft.com/office/drawing/2014/main" id="{54504D0D-6EF4-85D1-24AF-4D794586C75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82" name="Arc 1281">
                          <a:extLst>
                            <a:ext uri="{FF2B5EF4-FFF2-40B4-BE49-F238E27FC236}">
                              <a16:creationId xmlns:a16="http://schemas.microsoft.com/office/drawing/2014/main" id="{253E5E34-4A8D-0DF6-489D-09C72F2D9F5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80" name="TextBox 1279">
                        <a:extLst>
                          <a:ext uri="{FF2B5EF4-FFF2-40B4-BE49-F238E27FC236}">
                            <a16:creationId xmlns:a16="http://schemas.microsoft.com/office/drawing/2014/main" id="{7A0CBDA2-A81F-EB9D-946F-42F050E76FC4}"/>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65" name="Group 1264">
                    <a:extLst>
                      <a:ext uri="{FF2B5EF4-FFF2-40B4-BE49-F238E27FC236}">
                        <a16:creationId xmlns:a16="http://schemas.microsoft.com/office/drawing/2014/main" id="{A535F2EC-A1CC-6A55-B185-42CBFFC71F5D}"/>
                      </a:ext>
                    </a:extLst>
                  </p:cNvPr>
                  <p:cNvGrpSpPr/>
                  <p:nvPr/>
                </p:nvGrpSpPr>
                <p:grpSpPr>
                  <a:xfrm>
                    <a:off x="6197413" y="3225768"/>
                    <a:ext cx="393192" cy="393192"/>
                    <a:chOff x="6389147" y="3932622"/>
                    <a:chExt cx="393192" cy="393192"/>
                  </a:xfrm>
                </p:grpSpPr>
                <p:grpSp>
                  <p:nvGrpSpPr>
                    <p:cNvPr id="1266" name="Group 1265">
                      <a:extLst>
                        <a:ext uri="{FF2B5EF4-FFF2-40B4-BE49-F238E27FC236}">
                          <a16:creationId xmlns:a16="http://schemas.microsoft.com/office/drawing/2014/main" id="{6387A7D7-559D-E221-41A5-82A16086D0CD}"/>
                        </a:ext>
                      </a:extLst>
                    </p:cNvPr>
                    <p:cNvGrpSpPr/>
                    <p:nvPr/>
                  </p:nvGrpSpPr>
                  <p:grpSpPr>
                    <a:xfrm flipH="1">
                      <a:off x="6478587" y="4022061"/>
                      <a:ext cx="214313" cy="214313"/>
                      <a:chOff x="5354637" y="3446463"/>
                      <a:chExt cx="214313" cy="214313"/>
                    </a:xfrm>
                  </p:grpSpPr>
                  <p:sp>
                    <p:nvSpPr>
                      <p:cNvPr id="1274" name="Arc 1273">
                        <a:extLst>
                          <a:ext uri="{FF2B5EF4-FFF2-40B4-BE49-F238E27FC236}">
                            <a16:creationId xmlns:a16="http://schemas.microsoft.com/office/drawing/2014/main" id="{712070B5-90BF-95C6-C218-EC9578C1D90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75" name="Arc 1274">
                        <a:extLst>
                          <a:ext uri="{FF2B5EF4-FFF2-40B4-BE49-F238E27FC236}">
                            <a16:creationId xmlns:a16="http://schemas.microsoft.com/office/drawing/2014/main" id="{C3025D03-20B0-1559-CE32-3BF59A355E2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67" name="Group 1266">
                      <a:extLst>
                        <a:ext uri="{FF2B5EF4-FFF2-40B4-BE49-F238E27FC236}">
                          <a16:creationId xmlns:a16="http://schemas.microsoft.com/office/drawing/2014/main" id="{7B06B608-305C-700F-BCFF-FE4E20E40171}"/>
                        </a:ext>
                      </a:extLst>
                    </p:cNvPr>
                    <p:cNvGrpSpPr/>
                    <p:nvPr/>
                  </p:nvGrpSpPr>
                  <p:grpSpPr>
                    <a:xfrm rot="7200000" flipH="1">
                      <a:off x="6434137" y="3977611"/>
                      <a:ext cx="303213" cy="303213"/>
                      <a:chOff x="5354637" y="3446463"/>
                      <a:chExt cx="214313" cy="214313"/>
                    </a:xfrm>
                  </p:grpSpPr>
                  <p:sp>
                    <p:nvSpPr>
                      <p:cNvPr id="1272" name="Arc 1271">
                        <a:extLst>
                          <a:ext uri="{FF2B5EF4-FFF2-40B4-BE49-F238E27FC236}">
                            <a16:creationId xmlns:a16="http://schemas.microsoft.com/office/drawing/2014/main" id="{046BCB26-40F3-B5FD-9DD6-2A4E160E375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73" name="Arc 1272">
                        <a:extLst>
                          <a:ext uri="{FF2B5EF4-FFF2-40B4-BE49-F238E27FC236}">
                            <a16:creationId xmlns:a16="http://schemas.microsoft.com/office/drawing/2014/main" id="{D0882380-13D9-5B7F-C2FA-6199065ED0C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68" name="Group 1267">
                      <a:extLst>
                        <a:ext uri="{FF2B5EF4-FFF2-40B4-BE49-F238E27FC236}">
                          <a16:creationId xmlns:a16="http://schemas.microsoft.com/office/drawing/2014/main" id="{C283CA38-B38C-5D6C-9E5A-BD2CB542003A}"/>
                        </a:ext>
                      </a:extLst>
                    </p:cNvPr>
                    <p:cNvGrpSpPr/>
                    <p:nvPr/>
                  </p:nvGrpSpPr>
                  <p:grpSpPr>
                    <a:xfrm rot="14400000" flipH="1">
                      <a:off x="6389147" y="3932622"/>
                      <a:ext cx="393192" cy="393192"/>
                      <a:chOff x="5354637" y="3446463"/>
                      <a:chExt cx="214313" cy="214313"/>
                    </a:xfrm>
                  </p:grpSpPr>
                  <p:sp>
                    <p:nvSpPr>
                      <p:cNvPr id="1270" name="Arc 1269">
                        <a:extLst>
                          <a:ext uri="{FF2B5EF4-FFF2-40B4-BE49-F238E27FC236}">
                            <a16:creationId xmlns:a16="http://schemas.microsoft.com/office/drawing/2014/main" id="{6838307D-B751-468B-D54D-BA8E8293883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71" name="Arc 1270">
                        <a:extLst>
                          <a:ext uri="{FF2B5EF4-FFF2-40B4-BE49-F238E27FC236}">
                            <a16:creationId xmlns:a16="http://schemas.microsoft.com/office/drawing/2014/main" id="{24B1466D-021D-A5CC-DF89-DFF1FEAE521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69" name="TextBox 1268">
                      <a:extLst>
                        <a:ext uri="{FF2B5EF4-FFF2-40B4-BE49-F238E27FC236}">
                          <a16:creationId xmlns:a16="http://schemas.microsoft.com/office/drawing/2014/main" id="{01056F2E-0982-283B-07B3-C753EA5F302A}"/>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165" name="Group 1164">
                <a:extLst>
                  <a:ext uri="{FF2B5EF4-FFF2-40B4-BE49-F238E27FC236}">
                    <a16:creationId xmlns:a16="http://schemas.microsoft.com/office/drawing/2014/main" id="{27E73176-D953-33FC-CA7A-872AB01E9BAD}"/>
                  </a:ext>
                </a:extLst>
              </p:cNvPr>
              <p:cNvGrpSpPr/>
              <p:nvPr/>
            </p:nvGrpSpPr>
            <p:grpSpPr>
              <a:xfrm>
                <a:off x="6065340" y="2039507"/>
                <a:ext cx="1643204" cy="1593124"/>
                <a:chOff x="5445106" y="2644743"/>
                <a:chExt cx="1643204" cy="1593124"/>
              </a:xfrm>
            </p:grpSpPr>
            <p:grpSp>
              <p:nvGrpSpPr>
                <p:cNvPr id="1166" name="Group 1165">
                  <a:extLst>
                    <a:ext uri="{FF2B5EF4-FFF2-40B4-BE49-F238E27FC236}">
                      <a16:creationId xmlns:a16="http://schemas.microsoft.com/office/drawing/2014/main" id="{10367B74-61D5-2CB0-0782-84BD32DE2573}"/>
                    </a:ext>
                  </a:extLst>
                </p:cNvPr>
                <p:cNvGrpSpPr/>
                <p:nvPr/>
              </p:nvGrpSpPr>
              <p:grpSpPr>
                <a:xfrm>
                  <a:off x="5445106" y="2644743"/>
                  <a:ext cx="1019224" cy="991639"/>
                  <a:chOff x="5886431" y="3225768"/>
                  <a:chExt cx="1019224" cy="991639"/>
                </a:xfrm>
              </p:grpSpPr>
              <p:grpSp>
                <p:nvGrpSpPr>
                  <p:cNvPr id="1214" name="Group 1213">
                    <a:extLst>
                      <a:ext uri="{FF2B5EF4-FFF2-40B4-BE49-F238E27FC236}">
                        <a16:creationId xmlns:a16="http://schemas.microsoft.com/office/drawing/2014/main" id="{C8701786-4CED-DF55-5840-E5D928E0C7BF}"/>
                      </a:ext>
                    </a:extLst>
                  </p:cNvPr>
                  <p:cNvGrpSpPr/>
                  <p:nvPr/>
                </p:nvGrpSpPr>
                <p:grpSpPr>
                  <a:xfrm>
                    <a:off x="6197413" y="3824215"/>
                    <a:ext cx="393192" cy="393192"/>
                    <a:chOff x="5265196" y="3357021"/>
                    <a:chExt cx="393192" cy="393192"/>
                  </a:xfrm>
                </p:grpSpPr>
                <p:grpSp>
                  <p:nvGrpSpPr>
                    <p:cNvPr id="1249" name="Group 1248">
                      <a:extLst>
                        <a:ext uri="{FF2B5EF4-FFF2-40B4-BE49-F238E27FC236}">
                          <a16:creationId xmlns:a16="http://schemas.microsoft.com/office/drawing/2014/main" id="{EF5A2713-9BB6-13E9-0E3A-F23EE9888AA6}"/>
                        </a:ext>
                      </a:extLst>
                    </p:cNvPr>
                    <p:cNvGrpSpPr/>
                    <p:nvPr/>
                  </p:nvGrpSpPr>
                  <p:grpSpPr>
                    <a:xfrm rot="14400000">
                      <a:off x="5265196" y="3357021"/>
                      <a:ext cx="393192" cy="393192"/>
                      <a:chOff x="5354637" y="3446463"/>
                      <a:chExt cx="214313" cy="214313"/>
                    </a:xfrm>
                  </p:grpSpPr>
                  <p:sp>
                    <p:nvSpPr>
                      <p:cNvPr id="1258" name="Arc 1257">
                        <a:extLst>
                          <a:ext uri="{FF2B5EF4-FFF2-40B4-BE49-F238E27FC236}">
                            <a16:creationId xmlns:a16="http://schemas.microsoft.com/office/drawing/2014/main" id="{645DD7A8-6A5E-66F2-4868-A60C09627C9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59" name="Arc 1258">
                        <a:extLst>
                          <a:ext uri="{FF2B5EF4-FFF2-40B4-BE49-F238E27FC236}">
                            <a16:creationId xmlns:a16="http://schemas.microsoft.com/office/drawing/2014/main" id="{F81A15A8-56E0-ACC6-BACE-47CEECBCD7C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50" name="Group 1249">
                      <a:extLst>
                        <a:ext uri="{FF2B5EF4-FFF2-40B4-BE49-F238E27FC236}">
                          <a16:creationId xmlns:a16="http://schemas.microsoft.com/office/drawing/2014/main" id="{3AEC1D37-5D39-37BD-9413-751D73C1B3EF}"/>
                        </a:ext>
                      </a:extLst>
                    </p:cNvPr>
                    <p:cNvGrpSpPr/>
                    <p:nvPr/>
                  </p:nvGrpSpPr>
                  <p:grpSpPr>
                    <a:xfrm>
                      <a:off x="5310186" y="3402011"/>
                      <a:ext cx="303213" cy="303213"/>
                      <a:chOff x="5310186" y="3402011"/>
                      <a:chExt cx="303213" cy="303213"/>
                    </a:xfrm>
                  </p:grpSpPr>
                  <p:grpSp>
                    <p:nvGrpSpPr>
                      <p:cNvPr id="1251" name="Group 1250">
                        <a:extLst>
                          <a:ext uri="{FF2B5EF4-FFF2-40B4-BE49-F238E27FC236}">
                            <a16:creationId xmlns:a16="http://schemas.microsoft.com/office/drawing/2014/main" id="{1CC794D2-4709-AD89-8D9A-E804792EC614}"/>
                          </a:ext>
                        </a:extLst>
                      </p:cNvPr>
                      <p:cNvGrpSpPr/>
                      <p:nvPr/>
                    </p:nvGrpSpPr>
                    <p:grpSpPr>
                      <a:xfrm>
                        <a:off x="5354636" y="3446461"/>
                        <a:ext cx="214313" cy="214313"/>
                        <a:chOff x="5354637" y="3446463"/>
                        <a:chExt cx="214313" cy="214313"/>
                      </a:xfrm>
                    </p:grpSpPr>
                    <p:sp>
                      <p:nvSpPr>
                        <p:cNvPr id="1256" name="Arc 1255">
                          <a:extLst>
                            <a:ext uri="{FF2B5EF4-FFF2-40B4-BE49-F238E27FC236}">
                              <a16:creationId xmlns:a16="http://schemas.microsoft.com/office/drawing/2014/main" id="{12F4EE2D-F087-B75C-5547-6E39AD0A7F2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57" name="Arc 1256">
                          <a:extLst>
                            <a:ext uri="{FF2B5EF4-FFF2-40B4-BE49-F238E27FC236}">
                              <a16:creationId xmlns:a16="http://schemas.microsoft.com/office/drawing/2014/main" id="{E1F5DD3F-0E65-39D4-481C-B1178308101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52" name="Group 1251">
                        <a:extLst>
                          <a:ext uri="{FF2B5EF4-FFF2-40B4-BE49-F238E27FC236}">
                            <a16:creationId xmlns:a16="http://schemas.microsoft.com/office/drawing/2014/main" id="{F165048B-0D76-421C-9FCF-D5BF7F1BBB5F}"/>
                          </a:ext>
                        </a:extLst>
                      </p:cNvPr>
                      <p:cNvGrpSpPr/>
                      <p:nvPr/>
                    </p:nvGrpSpPr>
                    <p:grpSpPr>
                      <a:xfrm rot="7200000">
                        <a:off x="5310186" y="3402011"/>
                        <a:ext cx="303213" cy="303213"/>
                        <a:chOff x="5354637" y="3446463"/>
                        <a:chExt cx="214313" cy="214313"/>
                      </a:xfrm>
                    </p:grpSpPr>
                    <p:sp>
                      <p:nvSpPr>
                        <p:cNvPr id="1254" name="Arc 1253">
                          <a:extLst>
                            <a:ext uri="{FF2B5EF4-FFF2-40B4-BE49-F238E27FC236}">
                              <a16:creationId xmlns:a16="http://schemas.microsoft.com/office/drawing/2014/main" id="{150B1C84-CB7C-F280-855D-A554BB401FA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55" name="Arc 1254">
                          <a:extLst>
                            <a:ext uri="{FF2B5EF4-FFF2-40B4-BE49-F238E27FC236}">
                              <a16:creationId xmlns:a16="http://schemas.microsoft.com/office/drawing/2014/main" id="{36B13EAF-1475-447E-9681-A5B43C353C2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53" name="TextBox 1252">
                        <a:extLst>
                          <a:ext uri="{FF2B5EF4-FFF2-40B4-BE49-F238E27FC236}">
                            <a16:creationId xmlns:a16="http://schemas.microsoft.com/office/drawing/2014/main" id="{FFF4C1FC-25CC-4FC2-5EC3-6147456E5968}"/>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15" name="Group 1214">
                    <a:extLst>
                      <a:ext uri="{FF2B5EF4-FFF2-40B4-BE49-F238E27FC236}">
                        <a16:creationId xmlns:a16="http://schemas.microsoft.com/office/drawing/2014/main" id="{302E28BC-65F3-AA79-37AA-554B81F78FE4}"/>
                      </a:ext>
                    </a:extLst>
                  </p:cNvPr>
                  <p:cNvGrpSpPr/>
                  <p:nvPr/>
                </p:nvGrpSpPr>
                <p:grpSpPr>
                  <a:xfrm>
                    <a:off x="5886431" y="3525040"/>
                    <a:ext cx="393192" cy="393192"/>
                    <a:chOff x="5265196" y="3932619"/>
                    <a:chExt cx="393192" cy="393192"/>
                  </a:xfrm>
                </p:grpSpPr>
                <p:grpSp>
                  <p:nvGrpSpPr>
                    <p:cNvPr id="1239" name="Group 1238">
                      <a:extLst>
                        <a:ext uri="{FF2B5EF4-FFF2-40B4-BE49-F238E27FC236}">
                          <a16:creationId xmlns:a16="http://schemas.microsoft.com/office/drawing/2014/main" id="{3DF00151-9103-F70A-AFB8-AD6A4C65AC3D}"/>
                        </a:ext>
                      </a:extLst>
                    </p:cNvPr>
                    <p:cNvGrpSpPr/>
                    <p:nvPr/>
                  </p:nvGrpSpPr>
                  <p:grpSpPr>
                    <a:xfrm>
                      <a:off x="5354636" y="4022061"/>
                      <a:ext cx="214313" cy="214313"/>
                      <a:chOff x="5354637" y="3446463"/>
                      <a:chExt cx="214313" cy="214313"/>
                    </a:xfrm>
                  </p:grpSpPr>
                  <p:sp>
                    <p:nvSpPr>
                      <p:cNvPr id="1247" name="Arc 1246">
                        <a:extLst>
                          <a:ext uri="{FF2B5EF4-FFF2-40B4-BE49-F238E27FC236}">
                            <a16:creationId xmlns:a16="http://schemas.microsoft.com/office/drawing/2014/main" id="{FFAA6953-90C6-4A84-09DD-866DA6B95DE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48" name="Arc 1247">
                        <a:extLst>
                          <a:ext uri="{FF2B5EF4-FFF2-40B4-BE49-F238E27FC236}">
                            <a16:creationId xmlns:a16="http://schemas.microsoft.com/office/drawing/2014/main" id="{B592F42B-7B79-BCDC-91AB-582A8C7BED9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40" name="Group 1239">
                      <a:extLst>
                        <a:ext uri="{FF2B5EF4-FFF2-40B4-BE49-F238E27FC236}">
                          <a16:creationId xmlns:a16="http://schemas.microsoft.com/office/drawing/2014/main" id="{FA4F6104-B0D9-71FC-6BF7-1BD86237310C}"/>
                        </a:ext>
                      </a:extLst>
                    </p:cNvPr>
                    <p:cNvGrpSpPr/>
                    <p:nvPr/>
                  </p:nvGrpSpPr>
                  <p:grpSpPr>
                    <a:xfrm rot="14400000">
                      <a:off x="5310186" y="3977611"/>
                      <a:ext cx="303213" cy="303213"/>
                      <a:chOff x="5354637" y="3446463"/>
                      <a:chExt cx="214313" cy="214313"/>
                    </a:xfrm>
                  </p:grpSpPr>
                  <p:sp>
                    <p:nvSpPr>
                      <p:cNvPr id="1245" name="Arc 1244">
                        <a:extLst>
                          <a:ext uri="{FF2B5EF4-FFF2-40B4-BE49-F238E27FC236}">
                            <a16:creationId xmlns:a16="http://schemas.microsoft.com/office/drawing/2014/main" id="{BAE3CA20-3F7B-76D4-1797-18DB052E7EF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46" name="Arc 1245">
                        <a:extLst>
                          <a:ext uri="{FF2B5EF4-FFF2-40B4-BE49-F238E27FC236}">
                            <a16:creationId xmlns:a16="http://schemas.microsoft.com/office/drawing/2014/main" id="{38460674-B1A3-EAB8-9C38-F97BFABFF2B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41" name="Group 1240">
                      <a:extLst>
                        <a:ext uri="{FF2B5EF4-FFF2-40B4-BE49-F238E27FC236}">
                          <a16:creationId xmlns:a16="http://schemas.microsoft.com/office/drawing/2014/main" id="{4F3C252D-A261-F2D8-1DFA-EE19B3D3D733}"/>
                        </a:ext>
                      </a:extLst>
                    </p:cNvPr>
                    <p:cNvGrpSpPr/>
                    <p:nvPr/>
                  </p:nvGrpSpPr>
                  <p:grpSpPr>
                    <a:xfrm rot="7200000">
                      <a:off x="5265196" y="3932619"/>
                      <a:ext cx="393192" cy="393192"/>
                      <a:chOff x="5354637" y="3446463"/>
                      <a:chExt cx="214313" cy="214313"/>
                    </a:xfrm>
                  </p:grpSpPr>
                  <p:sp>
                    <p:nvSpPr>
                      <p:cNvPr id="1243" name="Arc 1242">
                        <a:extLst>
                          <a:ext uri="{FF2B5EF4-FFF2-40B4-BE49-F238E27FC236}">
                            <a16:creationId xmlns:a16="http://schemas.microsoft.com/office/drawing/2014/main" id="{83D0F8B5-1707-39BE-1F6F-D8896B85EF3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44" name="Arc 1243">
                        <a:extLst>
                          <a:ext uri="{FF2B5EF4-FFF2-40B4-BE49-F238E27FC236}">
                            <a16:creationId xmlns:a16="http://schemas.microsoft.com/office/drawing/2014/main" id="{11091AD3-7210-999B-0DD4-346E7947936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42" name="TextBox 1241">
                      <a:extLst>
                        <a:ext uri="{FF2B5EF4-FFF2-40B4-BE49-F238E27FC236}">
                          <a16:creationId xmlns:a16="http://schemas.microsoft.com/office/drawing/2014/main" id="{A8713DCA-0ECB-A52B-BFBE-1EE1F7934479}"/>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216" name="Group 1215">
                    <a:extLst>
                      <a:ext uri="{FF2B5EF4-FFF2-40B4-BE49-F238E27FC236}">
                        <a16:creationId xmlns:a16="http://schemas.microsoft.com/office/drawing/2014/main" id="{AC6394E5-3138-F0F0-D88D-CD73676A03A8}"/>
                      </a:ext>
                    </a:extLst>
                  </p:cNvPr>
                  <p:cNvGrpSpPr/>
                  <p:nvPr/>
                </p:nvGrpSpPr>
                <p:grpSpPr>
                  <a:xfrm>
                    <a:off x="6512463" y="3525040"/>
                    <a:ext cx="393192" cy="393192"/>
                    <a:chOff x="6389147" y="3357021"/>
                    <a:chExt cx="393192" cy="393192"/>
                  </a:xfrm>
                </p:grpSpPr>
                <p:grpSp>
                  <p:nvGrpSpPr>
                    <p:cNvPr id="1228" name="Group 1227">
                      <a:extLst>
                        <a:ext uri="{FF2B5EF4-FFF2-40B4-BE49-F238E27FC236}">
                          <a16:creationId xmlns:a16="http://schemas.microsoft.com/office/drawing/2014/main" id="{7A45742C-24B8-1AE0-646F-AC92FC3EFD4C}"/>
                        </a:ext>
                      </a:extLst>
                    </p:cNvPr>
                    <p:cNvGrpSpPr/>
                    <p:nvPr/>
                  </p:nvGrpSpPr>
                  <p:grpSpPr>
                    <a:xfrm rot="7200000" flipH="1">
                      <a:off x="6389147" y="3357021"/>
                      <a:ext cx="393192" cy="393192"/>
                      <a:chOff x="5354637" y="3446463"/>
                      <a:chExt cx="214313" cy="214313"/>
                    </a:xfrm>
                  </p:grpSpPr>
                  <p:sp>
                    <p:nvSpPr>
                      <p:cNvPr id="1237" name="Arc 1236">
                        <a:extLst>
                          <a:ext uri="{FF2B5EF4-FFF2-40B4-BE49-F238E27FC236}">
                            <a16:creationId xmlns:a16="http://schemas.microsoft.com/office/drawing/2014/main" id="{5C9F37F4-D3D8-D7B7-44BB-839069243F0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38" name="Arc 1237">
                        <a:extLst>
                          <a:ext uri="{FF2B5EF4-FFF2-40B4-BE49-F238E27FC236}">
                            <a16:creationId xmlns:a16="http://schemas.microsoft.com/office/drawing/2014/main" id="{EE9BE679-5CCC-E4EF-20FA-F3D15FF3812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29" name="Group 1228">
                      <a:extLst>
                        <a:ext uri="{FF2B5EF4-FFF2-40B4-BE49-F238E27FC236}">
                          <a16:creationId xmlns:a16="http://schemas.microsoft.com/office/drawing/2014/main" id="{AFB61554-BF05-AF72-075C-5A10B587BC27}"/>
                        </a:ext>
                      </a:extLst>
                    </p:cNvPr>
                    <p:cNvGrpSpPr/>
                    <p:nvPr/>
                  </p:nvGrpSpPr>
                  <p:grpSpPr>
                    <a:xfrm>
                      <a:off x="6434137" y="3402011"/>
                      <a:ext cx="303213" cy="303213"/>
                      <a:chOff x="6434137" y="3402011"/>
                      <a:chExt cx="303213" cy="303213"/>
                    </a:xfrm>
                  </p:grpSpPr>
                  <p:grpSp>
                    <p:nvGrpSpPr>
                      <p:cNvPr id="1230" name="Group 1229">
                        <a:extLst>
                          <a:ext uri="{FF2B5EF4-FFF2-40B4-BE49-F238E27FC236}">
                            <a16:creationId xmlns:a16="http://schemas.microsoft.com/office/drawing/2014/main" id="{E5AE9D61-8251-342D-C8C7-F43D9086C8AA}"/>
                          </a:ext>
                        </a:extLst>
                      </p:cNvPr>
                      <p:cNvGrpSpPr/>
                      <p:nvPr/>
                    </p:nvGrpSpPr>
                    <p:grpSpPr>
                      <a:xfrm flipH="1">
                        <a:off x="6478587" y="3446461"/>
                        <a:ext cx="214313" cy="214313"/>
                        <a:chOff x="5354637" y="3446463"/>
                        <a:chExt cx="214313" cy="214313"/>
                      </a:xfrm>
                    </p:grpSpPr>
                    <p:sp>
                      <p:nvSpPr>
                        <p:cNvPr id="1235" name="Arc 1234">
                          <a:extLst>
                            <a:ext uri="{FF2B5EF4-FFF2-40B4-BE49-F238E27FC236}">
                              <a16:creationId xmlns:a16="http://schemas.microsoft.com/office/drawing/2014/main" id="{9788C21E-E73C-252A-2602-1C6DDCAAE31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36" name="Arc 1235">
                          <a:extLst>
                            <a:ext uri="{FF2B5EF4-FFF2-40B4-BE49-F238E27FC236}">
                              <a16:creationId xmlns:a16="http://schemas.microsoft.com/office/drawing/2014/main" id="{8CD590F8-4A89-CB7F-0EEC-7417F095179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31" name="Group 1230">
                        <a:extLst>
                          <a:ext uri="{FF2B5EF4-FFF2-40B4-BE49-F238E27FC236}">
                            <a16:creationId xmlns:a16="http://schemas.microsoft.com/office/drawing/2014/main" id="{155F07FA-3C69-5A8F-0203-356543B7B2EF}"/>
                          </a:ext>
                        </a:extLst>
                      </p:cNvPr>
                      <p:cNvGrpSpPr/>
                      <p:nvPr/>
                    </p:nvGrpSpPr>
                    <p:grpSpPr>
                      <a:xfrm rot="14400000" flipH="1">
                        <a:off x="6434137" y="3402011"/>
                        <a:ext cx="303213" cy="303213"/>
                        <a:chOff x="5354637" y="3446463"/>
                        <a:chExt cx="214313" cy="214313"/>
                      </a:xfrm>
                    </p:grpSpPr>
                    <p:sp>
                      <p:nvSpPr>
                        <p:cNvPr id="1233" name="Arc 1232">
                          <a:extLst>
                            <a:ext uri="{FF2B5EF4-FFF2-40B4-BE49-F238E27FC236}">
                              <a16:creationId xmlns:a16="http://schemas.microsoft.com/office/drawing/2014/main" id="{3075E9AA-DA50-AD3C-0211-0DF42E47E7D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34" name="Arc 1233">
                          <a:extLst>
                            <a:ext uri="{FF2B5EF4-FFF2-40B4-BE49-F238E27FC236}">
                              <a16:creationId xmlns:a16="http://schemas.microsoft.com/office/drawing/2014/main" id="{98BC4B37-D057-74A2-8F9E-031210E1D3E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32" name="TextBox 1231">
                        <a:extLst>
                          <a:ext uri="{FF2B5EF4-FFF2-40B4-BE49-F238E27FC236}">
                            <a16:creationId xmlns:a16="http://schemas.microsoft.com/office/drawing/2014/main" id="{04FA9F24-9EF5-FCE6-B169-15BD08F64F95}"/>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17" name="Group 1216">
                    <a:extLst>
                      <a:ext uri="{FF2B5EF4-FFF2-40B4-BE49-F238E27FC236}">
                        <a16:creationId xmlns:a16="http://schemas.microsoft.com/office/drawing/2014/main" id="{E919DC1E-5C42-1637-D183-C6905629707E}"/>
                      </a:ext>
                    </a:extLst>
                  </p:cNvPr>
                  <p:cNvGrpSpPr/>
                  <p:nvPr/>
                </p:nvGrpSpPr>
                <p:grpSpPr>
                  <a:xfrm>
                    <a:off x="6197413" y="3225768"/>
                    <a:ext cx="393192" cy="393192"/>
                    <a:chOff x="6389147" y="3932622"/>
                    <a:chExt cx="393192" cy="393192"/>
                  </a:xfrm>
                </p:grpSpPr>
                <p:grpSp>
                  <p:nvGrpSpPr>
                    <p:cNvPr id="1218" name="Group 1217">
                      <a:extLst>
                        <a:ext uri="{FF2B5EF4-FFF2-40B4-BE49-F238E27FC236}">
                          <a16:creationId xmlns:a16="http://schemas.microsoft.com/office/drawing/2014/main" id="{569D23C2-BBF0-A8C7-CFE8-974212AA1A33}"/>
                        </a:ext>
                      </a:extLst>
                    </p:cNvPr>
                    <p:cNvGrpSpPr/>
                    <p:nvPr/>
                  </p:nvGrpSpPr>
                  <p:grpSpPr>
                    <a:xfrm flipH="1">
                      <a:off x="6478587" y="4022061"/>
                      <a:ext cx="214313" cy="214313"/>
                      <a:chOff x="5354637" y="3446463"/>
                      <a:chExt cx="214313" cy="214313"/>
                    </a:xfrm>
                  </p:grpSpPr>
                  <p:sp>
                    <p:nvSpPr>
                      <p:cNvPr id="1226" name="Arc 1225">
                        <a:extLst>
                          <a:ext uri="{FF2B5EF4-FFF2-40B4-BE49-F238E27FC236}">
                            <a16:creationId xmlns:a16="http://schemas.microsoft.com/office/drawing/2014/main" id="{4A2913F9-8076-2065-4307-C19A431DFF3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27" name="Arc 1226">
                        <a:extLst>
                          <a:ext uri="{FF2B5EF4-FFF2-40B4-BE49-F238E27FC236}">
                            <a16:creationId xmlns:a16="http://schemas.microsoft.com/office/drawing/2014/main" id="{2924672B-0705-4245-6B2A-5FF75E89B1C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19" name="Group 1218">
                      <a:extLst>
                        <a:ext uri="{FF2B5EF4-FFF2-40B4-BE49-F238E27FC236}">
                          <a16:creationId xmlns:a16="http://schemas.microsoft.com/office/drawing/2014/main" id="{21AB93B8-68F1-14BE-99AA-F84CEE07435D}"/>
                        </a:ext>
                      </a:extLst>
                    </p:cNvPr>
                    <p:cNvGrpSpPr/>
                    <p:nvPr/>
                  </p:nvGrpSpPr>
                  <p:grpSpPr>
                    <a:xfrm rot="7200000" flipH="1">
                      <a:off x="6434137" y="3977611"/>
                      <a:ext cx="303213" cy="303213"/>
                      <a:chOff x="5354637" y="3446463"/>
                      <a:chExt cx="214313" cy="214313"/>
                    </a:xfrm>
                  </p:grpSpPr>
                  <p:sp>
                    <p:nvSpPr>
                      <p:cNvPr id="1224" name="Arc 1223">
                        <a:extLst>
                          <a:ext uri="{FF2B5EF4-FFF2-40B4-BE49-F238E27FC236}">
                            <a16:creationId xmlns:a16="http://schemas.microsoft.com/office/drawing/2014/main" id="{974A806F-E636-77A4-5A33-F16DFF7F117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25" name="Arc 1224">
                        <a:extLst>
                          <a:ext uri="{FF2B5EF4-FFF2-40B4-BE49-F238E27FC236}">
                            <a16:creationId xmlns:a16="http://schemas.microsoft.com/office/drawing/2014/main" id="{BF88BA80-B924-0D49-EF50-88BC61ABAED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20" name="Group 1219">
                      <a:extLst>
                        <a:ext uri="{FF2B5EF4-FFF2-40B4-BE49-F238E27FC236}">
                          <a16:creationId xmlns:a16="http://schemas.microsoft.com/office/drawing/2014/main" id="{F6863B4A-580D-FA49-9B64-A16592F11F0F}"/>
                        </a:ext>
                      </a:extLst>
                    </p:cNvPr>
                    <p:cNvGrpSpPr/>
                    <p:nvPr/>
                  </p:nvGrpSpPr>
                  <p:grpSpPr>
                    <a:xfrm rot="14400000" flipH="1">
                      <a:off x="6389147" y="3932622"/>
                      <a:ext cx="393192" cy="393192"/>
                      <a:chOff x="5354637" y="3446463"/>
                      <a:chExt cx="214313" cy="214313"/>
                    </a:xfrm>
                  </p:grpSpPr>
                  <p:sp>
                    <p:nvSpPr>
                      <p:cNvPr id="1222" name="Arc 1221">
                        <a:extLst>
                          <a:ext uri="{FF2B5EF4-FFF2-40B4-BE49-F238E27FC236}">
                            <a16:creationId xmlns:a16="http://schemas.microsoft.com/office/drawing/2014/main" id="{4A78F4F4-62FC-ECCC-1378-EE64EB9A248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23" name="Arc 1222">
                        <a:extLst>
                          <a:ext uri="{FF2B5EF4-FFF2-40B4-BE49-F238E27FC236}">
                            <a16:creationId xmlns:a16="http://schemas.microsoft.com/office/drawing/2014/main" id="{599CCCEF-98F6-EF6F-2667-BF922A41E98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21" name="TextBox 1220">
                      <a:extLst>
                        <a:ext uri="{FF2B5EF4-FFF2-40B4-BE49-F238E27FC236}">
                          <a16:creationId xmlns:a16="http://schemas.microsoft.com/office/drawing/2014/main" id="{F76F7E7A-279A-C25D-ED0C-1F158130C38D}"/>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67" name="Group 1166">
                  <a:extLst>
                    <a:ext uri="{FF2B5EF4-FFF2-40B4-BE49-F238E27FC236}">
                      <a16:creationId xmlns:a16="http://schemas.microsoft.com/office/drawing/2014/main" id="{B5B5E819-8057-2F2C-797E-488E739BFBB9}"/>
                    </a:ext>
                  </a:extLst>
                </p:cNvPr>
                <p:cNvGrpSpPr/>
                <p:nvPr/>
              </p:nvGrpSpPr>
              <p:grpSpPr>
                <a:xfrm>
                  <a:off x="6069086" y="3246228"/>
                  <a:ext cx="1019224" cy="991639"/>
                  <a:chOff x="5886431" y="3225768"/>
                  <a:chExt cx="1019224" cy="991639"/>
                </a:xfrm>
              </p:grpSpPr>
              <p:grpSp>
                <p:nvGrpSpPr>
                  <p:cNvPr id="1168" name="Group 1167">
                    <a:extLst>
                      <a:ext uri="{FF2B5EF4-FFF2-40B4-BE49-F238E27FC236}">
                        <a16:creationId xmlns:a16="http://schemas.microsoft.com/office/drawing/2014/main" id="{36BF0B3B-FD76-0330-2593-79454DEA23FB}"/>
                      </a:ext>
                    </a:extLst>
                  </p:cNvPr>
                  <p:cNvGrpSpPr/>
                  <p:nvPr/>
                </p:nvGrpSpPr>
                <p:grpSpPr>
                  <a:xfrm>
                    <a:off x="6197413" y="3824215"/>
                    <a:ext cx="393192" cy="393192"/>
                    <a:chOff x="5265196" y="3357021"/>
                    <a:chExt cx="393192" cy="393192"/>
                  </a:xfrm>
                </p:grpSpPr>
                <p:grpSp>
                  <p:nvGrpSpPr>
                    <p:cNvPr id="1203" name="Group 1202">
                      <a:extLst>
                        <a:ext uri="{FF2B5EF4-FFF2-40B4-BE49-F238E27FC236}">
                          <a16:creationId xmlns:a16="http://schemas.microsoft.com/office/drawing/2014/main" id="{01E83D92-762E-4F31-41B1-9226AFE2096A}"/>
                        </a:ext>
                      </a:extLst>
                    </p:cNvPr>
                    <p:cNvGrpSpPr/>
                    <p:nvPr/>
                  </p:nvGrpSpPr>
                  <p:grpSpPr>
                    <a:xfrm rot="14400000">
                      <a:off x="5265196" y="3357021"/>
                      <a:ext cx="393192" cy="393192"/>
                      <a:chOff x="5354637" y="3446463"/>
                      <a:chExt cx="214313" cy="214313"/>
                    </a:xfrm>
                  </p:grpSpPr>
                  <p:sp>
                    <p:nvSpPr>
                      <p:cNvPr id="1212" name="Arc 1211">
                        <a:extLst>
                          <a:ext uri="{FF2B5EF4-FFF2-40B4-BE49-F238E27FC236}">
                            <a16:creationId xmlns:a16="http://schemas.microsoft.com/office/drawing/2014/main" id="{A4C53F7C-048B-1AED-C580-0C030D9B123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13" name="Arc 1212">
                        <a:extLst>
                          <a:ext uri="{FF2B5EF4-FFF2-40B4-BE49-F238E27FC236}">
                            <a16:creationId xmlns:a16="http://schemas.microsoft.com/office/drawing/2014/main" id="{BAFAB82C-4A5B-2BF5-98A3-54AD247C52D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04" name="Group 1203">
                      <a:extLst>
                        <a:ext uri="{FF2B5EF4-FFF2-40B4-BE49-F238E27FC236}">
                          <a16:creationId xmlns:a16="http://schemas.microsoft.com/office/drawing/2014/main" id="{06607F03-3835-B3ED-DFFF-F0173125AE47}"/>
                        </a:ext>
                      </a:extLst>
                    </p:cNvPr>
                    <p:cNvGrpSpPr/>
                    <p:nvPr/>
                  </p:nvGrpSpPr>
                  <p:grpSpPr>
                    <a:xfrm>
                      <a:off x="5310186" y="3402011"/>
                      <a:ext cx="303213" cy="303213"/>
                      <a:chOff x="5310186" y="3402011"/>
                      <a:chExt cx="303213" cy="303213"/>
                    </a:xfrm>
                  </p:grpSpPr>
                  <p:grpSp>
                    <p:nvGrpSpPr>
                      <p:cNvPr id="1205" name="Group 1204">
                        <a:extLst>
                          <a:ext uri="{FF2B5EF4-FFF2-40B4-BE49-F238E27FC236}">
                            <a16:creationId xmlns:a16="http://schemas.microsoft.com/office/drawing/2014/main" id="{683C24EC-7CA3-E2DC-F2D1-8384CD451E2B}"/>
                          </a:ext>
                        </a:extLst>
                      </p:cNvPr>
                      <p:cNvGrpSpPr/>
                      <p:nvPr/>
                    </p:nvGrpSpPr>
                    <p:grpSpPr>
                      <a:xfrm>
                        <a:off x="5354636" y="3446461"/>
                        <a:ext cx="214313" cy="214313"/>
                        <a:chOff x="5354637" y="3446463"/>
                        <a:chExt cx="214313" cy="214313"/>
                      </a:xfrm>
                    </p:grpSpPr>
                    <p:sp>
                      <p:nvSpPr>
                        <p:cNvPr id="1210" name="Arc 1209">
                          <a:extLst>
                            <a:ext uri="{FF2B5EF4-FFF2-40B4-BE49-F238E27FC236}">
                              <a16:creationId xmlns:a16="http://schemas.microsoft.com/office/drawing/2014/main" id="{EDBDC004-36E7-1633-401A-EBF9DC686D7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11" name="Arc 1210">
                          <a:extLst>
                            <a:ext uri="{FF2B5EF4-FFF2-40B4-BE49-F238E27FC236}">
                              <a16:creationId xmlns:a16="http://schemas.microsoft.com/office/drawing/2014/main" id="{566F5CE7-8F48-28C4-B45C-EEBB45E444D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06" name="Group 1205">
                        <a:extLst>
                          <a:ext uri="{FF2B5EF4-FFF2-40B4-BE49-F238E27FC236}">
                            <a16:creationId xmlns:a16="http://schemas.microsoft.com/office/drawing/2014/main" id="{4343C812-D12C-93F3-D61F-DA7A8D37D464}"/>
                          </a:ext>
                        </a:extLst>
                      </p:cNvPr>
                      <p:cNvGrpSpPr/>
                      <p:nvPr/>
                    </p:nvGrpSpPr>
                    <p:grpSpPr>
                      <a:xfrm rot="7200000">
                        <a:off x="5310186" y="3402011"/>
                        <a:ext cx="303213" cy="303213"/>
                        <a:chOff x="5354637" y="3446463"/>
                        <a:chExt cx="214313" cy="214313"/>
                      </a:xfrm>
                    </p:grpSpPr>
                    <p:sp>
                      <p:nvSpPr>
                        <p:cNvPr id="1208" name="Arc 1207">
                          <a:extLst>
                            <a:ext uri="{FF2B5EF4-FFF2-40B4-BE49-F238E27FC236}">
                              <a16:creationId xmlns:a16="http://schemas.microsoft.com/office/drawing/2014/main" id="{D597EDBA-FCB7-E7CF-A8CB-889A63E7717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09" name="Arc 1208">
                          <a:extLst>
                            <a:ext uri="{FF2B5EF4-FFF2-40B4-BE49-F238E27FC236}">
                              <a16:creationId xmlns:a16="http://schemas.microsoft.com/office/drawing/2014/main" id="{BEA46FBD-B71E-477B-AE7B-2B2E509C054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07" name="TextBox 1206">
                        <a:extLst>
                          <a:ext uri="{FF2B5EF4-FFF2-40B4-BE49-F238E27FC236}">
                            <a16:creationId xmlns:a16="http://schemas.microsoft.com/office/drawing/2014/main" id="{E854174F-91B8-0699-5825-CB60AE447456}"/>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69" name="Group 1168">
                    <a:extLst>
                      <a:ext uri="{FF2B5EF4-FFF2-40B4-BE49-F238E27FC236}">
                        <a16:creationId xmlns:a16="http://schemas.microsoft.com/office/drawing/2014/main" id="{32C0601D-53BC-FA6E-C968-531332AB2D63}"/>
                      </a:ext>
                    </a:extLst>
                  </p:cNvPr>
                  <p:cNvGrpSpPr/>
                  <p:nvPr/>
                </p:nvGrpSpPr>
                <p:grpSpPr>
                  <a:xfrm>
                    <a:off x="5886431" y="3525040"/>
                    <a:ext cx="393192" cy="393192"/>
                    <a:chOff x="5265196" y="3932619"/>
                    <a:chExt cx="393192" cy="393192"/>
                  </a:xfrm>
                </p:grpSpPr>
                <p:grpSp>
                  <p:nvGrpSpPr>
                    <p:cNvPr id="1193" name="Group 1192">
                      <a:extLst>
                        <a:ext uri="{FF2B5EF4-FFF2-40B4-BE49-F238E27FC236}">
                          <a16:creationId xmlns:a16="http://schemas.microsoft.com/office/drawing/2014/main" id="{EAE29F28-DD47-DD7E-B31A-D13D8B0E1A8C}"/>
                        </a:ext>
                      </a:extLst>
                    </p:cNvPr>
                    <p:cNvGrpSpPr/>
                    <p:nvPr/>
                  </p:nvGrpSpPr>
                  <p:grpSpPr>
                    <a:xfrm>
                      <a:off x="5354636" y="4022061"/>
                      <a:ext cx="214313" cy="214313"/>
                      <a:chOff x="5354637" y="3446463"/>
                      <a:chExt cx="214313" cy="214313"/>
                    </a:xfrm>
                  </p:grpSpPr>
                  <p:sp>
                    <p:nvSpPr>
                      <p:cNvPr id="1201" name="Arc 1200">
                        <a:extLst>
                          <a:ext uri="{FF2B5EF4-FFF2-40B4-BE49-F238E27FC236}">
                            <a16:creationId xmlns:a16="http://schemas.microsoft.com/office/drawing/2014/main" id="{81FCA5DC-CFA0-CA10-94B3-36239978BBA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02" name="Arc 1201">
                        <a:extLst>
                          <a:ext uri="{FF2B5EF4-FFF2-40B4-BE49-F238E27FC236}">
                            <a16:creationId xmlns:a16="http://schemas.microsoft.com/office/drawing/2014/main" id="{01387DC9-94D6-B485-4C90-70C5CAD63AD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94" name="Group 1193">
                      <a:extLst>
                        <a:ext uri="{FF2B5EF4-FFF2-40B4-BE49-F238E27FC236}">
                          <a16:creationId xmlns:a16="http://schemas.microsoft.com/office/drawing/2014/main" id="{D9C76C7E-BC8C-E1C5-AFA0-41D024E0DD6D}"/>
                        </a:ext>
                      </a:extLst>
                    </p:cNvPr>
                    <p:cNvGrpSpPr/>
                    <p:nvPr/>
                  </p:nvGrpSpPr>
                  <p:grpSpPr>
                    <a:xfrm rot="14400000">
                      <a:off x="5310186" y="3977611"/>
                      <a:ext cx="303213" cy="303213"/>
                      <a:chOff x="5354637" y="3446463"/>
                      <a:chExt cx="214313" cy="214313"/>
                    </a:xfrm>
                  </p:grpSpPr>
                  <p:sp>
                    <p:nvSpPr>
                      <p:cNvPr id="1199" name="Arc 1198">
                        <a:extLst>
                          <a:ext uri="{FF2B5EF4-FFF2-40B4-BE49-F238E27FC236}">
                            <a16:creationId xmlns:a16="http://schemas.microsoft.com/office/drawing/2014/main" id="{215209FC-FC6A-17B9-B496-F8253F3825D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00" name="Arc 1199">
                        <a:extLst>
                          <a:ext uri="{FF2B5EF4-FFF2-40B4-BE49-F238E27FC236}">
                            <a16:creationId xmlns:a16="http://schemas.microsoft.com/office/drawing/2014/main" id="{55ED63D6-47EC-B97E-5DBF-D05CB98753E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95" name="Group 1194">
                      <a:extLst>
                        <a:ext uri="{FF2B5EF4-FFF2-40B4-BE49-F238E27FC236}">
                          <a16:creationId xmlns:a16="http://schemas.microsoft.com/office/drawing/2014/main" id="{5FC06B28-EDC2-33BE-9B3E-416AC13C98A6}"/>
                        </a:ext>
                      </a:extLst>
                    </p:cNvPr>
                    <p:cNvGrpSpPr/>
                    <p:nvPr/>
                  </p:nvGrpSpPr>
                  <p:grpSpPr>
                    <a:xfrm rot="7200000">
                      <a:off x="5265196" y="3932619"/>
                      <a:ext cx="393192" cy="393192"/>
                      <a:chOff x="5354637" y="3446463"/>
                      <a:chExt cx="214313" cy="214313"/>
                    </a:xfrm>
                  </p:grpSpPr>
                  <p:sp>
                    <p:nvSpPr>
                      <p:cNvPr id="1197" name="Arc 1196">
                        <a:extLst>
                          <a:ext uri="{FF2B5EF4-FFF2-40B4-BE49-F238E27FC236}">
                            <a16:creationId xmlns:a16="http://schemas.microsoft.com/office/drawing/2014/main" id="{816AD6AB-9E31-CEE0-3B22-B5BEB890052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98" name="Arc 1197">
                        <a:extLst>
                          <a:ext uri="{FF2B5EF4-FFF2-40B4-BE49-F238E27FC236}">
                            <a16:creationId xmlns:a16="http://schemas.microsoft.com/office/drawing/2014/main" id="{9EFB242E-6AF3-A658-778B-576306C70A2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96" name="TextBox 1195">
                      <a:extLst>
                        <a:ext uri="{FF2B5EF4-FFF2-40B4-BE49-F238E27FC236}">
                          <a16:creationId xmlns:a16="http://schemas.microsoft.com/office/drawing/2014/main" id="{66BE0834-D9EE-DB0F-31AB-6AF061A4E589}"/>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170" name="Group 1169">
                    <a:extLst>
                      <a:ext uri="{FF2B5EF4-FFF2-40B4-BE49-F238E27FC236}">
                        <a16:creationId xmlns:a16="http://schemas.microsoft.com/office/drawing/2014/main" id="{A54B59D7-69B2-4C2B-3001-28F8A6C3E592}"/>
                      </a:ext>
                    </a:extLst>
                  </p:cNvPr>
                  <p:cNvGrpSpPr/>
                  <p:nvPr/>
                </p:nvGrpSpPr>
                <p:grpSpPr>
                  <a:xfrm>
                    <a:off x="6512463" y="3525040"/>
                    <a:ext cx="393192" cy="393192"/>
                    <a:chOff x="6389147" y="3357021"/>
                    <a:chExt cx="393192" cy="393192"/>
                  </a:xfrm>
                </p:grpSpPr>
                <p:grpSp>
                  <p:nvGrpSpPr>
                    <p:cNvPr id="1182" name="Group 1181">
                      <a:extLst>
                        <a:ext uri="{FF2B5EF4-FFF2-40B4-BE49-F238E27FC236}">
                          <a16:creationId xmlns:a16="http://schemas.microsoft.com/office/drawing/2014/main" id="{42201543-1040-1A4A-AB51-7E2DCAAC7AB7}"/>
                        </a:ext>
                      </a:extLst>
                    </p:cNvPr>
                    <p:cNvGrpSpPr/>
                    <p:nvPr/>
                  </p:nvGrpSpPr>
                  <p:grpSpPr>
                    <a:xfrm rot="7200000" flipH="1">
                      <a:off x="6389147" y="3357021"/>
                      <a:ext cx="393192" cy="393192"/>
                      <a:chOff x="5354637" y="3446463"/>
                      <a:chExt cx="214313" cy="214313"/>
                    </a:xfrm>
                  </p:grpSpPr>
                  <p:sp>
                    <p:nvSpPr>
                      <p:cNvPr id="1191" name="Arc 1190">
                        <a:extLst>
                          <a:ext uri="{FF2B5EF4-FFF2-40B4-BE49-F238E27FC236}">
                            <a16:creationId xmlns:a16="http://schemas.microsoft.com/office/drawing/2014/main" id="{49A433DA-23A3-3C08-6283-449DDA99AA4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92" name="Arc 1191">
                        <a:extLst>
                          <a:ext uri="{FF2B5EF4-FFF2-40B4-BE49-F238E27FC236}">
                            <a16:creationId xmlns:a16="http://schemas.microsoft.com/office/drawing/2014/main" id="{1FD2801C-0E9E-EA82-2A2F-F4B22C1D234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83" name="Group 1182">
                      <a:extLst>
                        <a:ext uri="{FF2B5EF4-FFF2-40B4-BE49-F238E27FC236}">
                          <a16:creationId xmlns:a16="http://schemas.microsoft.com/office/drawing/2014/main" id="{34940F57-ABE3-5680-D3CF-1A9473FE1B3A}"/>
                        </a:ext>
                      </a:extLst>
                    </p:cNvPr>
                    <p:cNvGrpSpPr/>
                    <p:nvPr/>
                  </p:nvGrpSpPr>
                  <p:grpSpPr>
                    <a:xfrm>
                      <a:off x="6434137" y="3402011"/>
                      <a:ext cx="303213" cy="303213"/>
                      <a:chOff x="6434137" y="3402011"/>
                      <a:chExt cx="303213" cy="303213"/>
                    </a:xfrm>
                  </p:grpSpPr>
                  <p:grpSp>
                    <p:nvGrpSpPr>
                      <p:cNvPr id="1184" name="Group 1183">
                        <a:extLst>
                          <a:ext uri="{FF2B5EF4-FFF2-40B4-BE49-F238E27FC236}">
                            <a16:creationId xmlns:a16="http://schemas.microsoft.com/office/drawing/2014/main" id="{A68E332D-027F-BF0F-1FB8-608C223D80A3}"/>
                          </a:ext>
                        </a:extLst>
                      </p:cNvPr>
                      <p:cNvGrpSpPr/>
                      <p:nvPr/>
                    </p:nvGrpSpPr>
                    <p:grpSpPr>
                      <a:xfrm flipH="1">
                        <a:off x="6478587" y="3446461"/>
                        <a:ext cx="214313" cy="214313"/>
                        <a:chOff x="5354637" y="3446463"/>
                        <a:chExt cx="214313" cy="214313"/>
                      </a:xfrm>
                    </p:grpSpPr>
                    <p:sp>
                      <p:nvSpPr>
                        <p:cNvPr id="1189" name="Arc 1188">
                          <a:extLst>
                            <a:ext uri="{FF2B5EF4-FFF2-40B4-BE49-F238E27FC236}">
                              <a16:creationId xmlns:a16="http://schemas.microsoft.com/office/drawing/2014/main" id="{41E31F46-00A4-3851-BBCC-94A4FFE9E67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90" name="Arc 1189">
                          <a:extLst>
                            <a:ext uri="{FF2B5EF4-FFF2-40B4-BE49-F238E27FC236}">
                              <a16:creationId xmlns:a16="http://schemas.microsoft.com/office/drawing/2014/main" id="{37A133BA-4F03-2FA1-C65C-1514F059CFC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85" name="Group 1184">
                        <a:extLst>
                          <a:ext uri="{FF2B5EF4-FFF2-40B4-BE49-F238E27FC236}">
                            <a16:creationId xmlns:a16="http://schemas.microsoft.com/office/drawing/2014/main" id="{EE9A24DD-1849-AC33-C2EA-447511831031}"/>
                          </a:ext>
                        </a:extLst>
                      </p:cNvPr>
                      <p:cNvGrpSpPr/>
                      <p:nvPr/>
                    </p:nvGrpSpPr>
                    <p:grpSpPr>
                      <a:xfrm rot="14400000" flipH="1">
                        <a:off x="6434137" y="3402011"/>
                        <a:ext cx="303213" cy="303213"/>
                        <a:chOff x="5354637" y="3446463"/>
                        <a:chExt cx="214313" cy="214313"/>
                      </a:xfrm>
                    </p:grpSpPr>
                    <p:sp>
                      <p:nvSpPr>
                        <p:cNvPr id="1187" name="Arc 1186">
                          <a:extLst>
                            <a:ext uri="{FF2B5EF4-FFF2-40B4-BE49-F238E27FC236}">
                              <a16:creationId xmlns:a16="http://schemas.microsoft.com/office/drawing/2014/main" id="{7EAF50E4-A3F2-A9B6-7E0A-B435E5EBBDA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88" name="Arc 1187">
                          <a:extLst>
                            <a:ext uri="{FF2B5EF4-FFF2-40B4-BE49-F238E27FC236}">
                              <a16:creationId xmlns:a16="http://schemas.microsoft.com/office/drawing/2014/main" id="{1C7F63F6-FFA5-913E-30DD-9FD49FA3388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86" name="TextBox 1185">
                        <a:extLst>
                          <a:ext uri="{FF2B5EF4-FFF2-40B4-BE49-F238E27FC236}">
                            <a16:creationId xmlns:a16="http://schemas.microsoft.com/office/drawing/2014/main" id="{97A77F71-6BFF-BE59-1F52-C469BF38033F}"/>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71" name="Group 1170">
                    <a:extLst>
                      <a:ext uri="{FF2B5EF4-FFF2-40B4-BE49-F238E27FC236}">
                        <a16:creationId xmlns:a16="http://schemas.microsoft.com/office/drawing/2014/main" id="{2B2CEA4E-8041-F6D1-5CBF-5DC9F116C9F2}"/>
                      </a:ext>
                    </a:extLst>
                  </p:cNvPr>
                  <p:cNvGrpSpPr/>
                  <p:nvPr/>
                </p:nvGrpSpPr>
                <p:grpSpPr>
                  <a:xfrm>
                    <a:off x="6197413" y="3225768"/>
                    <a:ext cx="393192" cy="393192"/>
                    <a:chOff x="6389147" y="3932622"/>
                    <a:chExt cx="393192" cy="393192"/>
                  </a:xfrm>
                </p:grpSpPr>
                <p:grpSp>
                  <p:nvGrpSpPr>
                    <p:cNvPr id="1172" name="Group 1171">
                      <a:extLst>
                        <a:ext uri="{FF2B5EF4-FFF2-40B4-BE49-F238E27FC236}">
                          <a16:creationId xmlns:a16="http://schemas.microsoft.com/office/drawing/2014/main" id="{8BB13A9D-597B-8CB5-9238-12F82DA65CBC}"/>
                        </a:ext>
                      </a:extLst>
                    </p:cNvPr>
                    <p:cNvGrpSpPr/>
                    <p:nvPr/>
                  </p:nvGrpSpPr>
                  <p:grpSpPr>
                    <a:xfrm flipH="1">
                      <a:off x="6478587" y="4022061"/>
                      <a:ext cx="214313" cy="214313"/>
                      <a:chOff x="5354637" y="3446463"/>
                      <a:chExt cx="214313" cy="214313"/>
                    </a:xfrm>
                  </p:grpSpPr>
                  <p:sp>
                    <p:nvSpPr>
                      <p:cNvPr id="1180" name="Arc 1179">
                        <a:extLst>
                          <a:ext uri="{FF2B5EF4-FFF2-40B4-BE49-F238E27FC236}">
                            <a16:creationId xmlns:a16="http://schemas.microsoft.com/office/drawing/2014/main" id="{FF1F98AD-F548-B884-029F-F345EB6B426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81" name="Arc 1180">
                        <a:extLst>
                          <a:ext uri="{FF2B5EF4-FFF2-40B4-BE49-F238E27FC236}">
                            <a16:creationId xmlns:a16="http://schemas.microsoft.com/office/drawing/2014/main" id="{A237F46D-B1B7-E302-D2FD-CD196F8A7A7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73" name="Group 1172">
                      <a:extLst>
                        <a:ext uri="{FF2B5EF4-FFF2-40B4-BE49-F238E27FC236}">
                          <a16:creationId xmlns:a16="http://schemas.microsoft.com/office/drawing/2014/main" id="{BEF7B19E-E69C-9EFC-0649-C8E314FAC6FA}"/>
                        </a:ext>
                      </a:extLst>
                    </p:cNvPr>
                    <p:cNvGrpSpPr/>
                    <p:nvPr/>
                  </p:nvGrpSpPr>
                  <p:grpSpPr>
                    <a:xfrm rot="7200000" flipH="1">
                      <a:off x="6434137" y="3977611"/>
                      <a:ext cx="303213" cy="303213"/>
                      <a:chOff x="5354637" y="3446463"/>
                      <a:chExt cx="214313" cy="214313"/>
                    </a:xfrm>
                  </p:grpSpPr>
                  <p:sp>
                    <p:nvSpPr>
                      <p:cNvPr id="1178" name="Arc 1177">
                        <a:extLst>
                          <a:ext uri="{FF2B5EF4-FFF2-40B4-BE49-F238E27FC236}">
                            <a16:creationId xmlns:a16="http://schemas.microsoft.com/office/drawing/2014/main" id="{51F43806-0C44-886D-F75D-ECD9C585BB3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79" name="Arc 1178">
                        <a:extLst>
                          <a:ext uri="{FF2B5EF4-FFF2-40B4-BE49-F238E27FC236}">
                            <a16:creationId xmlns:a16="http://schemas.microsoft.com/office/drawing/2014/main" id="{5963480A-01A6-708E-0669-CAC046C0ABC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74" name="Group 1173">
                      <a:extLst>
                        <a:ext uri="{FF2B5EF4-FFF2-40B4-BE49-F238E27FC236}">
                          <a16:creationId xmlns:a16="http://schemas.microsoft.com/office/drawing/2014/main" id="{D69F1B72-388C-9DAC-74F7-A0B3B9F8E6AA}"/>
                        </a:ext>
                      </a:extLst>
                    </p:cNvPr>
                    <p:cNvGrpSpPr/>
                    <p:nvPr/>
                  </p:nvGrpSpPr>
                  <p:grpSpPr>
                    <a:xfrm rot="14400000" flipH="1">
                      <a:off x="6389147" y="3932622"/>
                      <a:ext cx="393192" cy="393192"/>
                      <a:chOff x="5354637" y="3446463"/>
                      <a:chExt cx="214313" cy="214313"/>
                    </a:xfrm>
                  </p:grpSpPr>
                  <p:sp>
                    <p:nvSpPr>
                      <p:cNvPr id="1176" name="Arc 1175">
                        <a:extLst>
                          <a:ext uri="{FF2B5EF4-FFF2-40B4-BE49-F238E27FC236}">
                            <a16:creationId xmlns:a16="http://schemas.microsoft.com/office/drawing/2014/main" id="{F24F21B6-E338-0207-E8DB-30A6F7A10D8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77" name="Arc 1176">
                        <a:extLst>
                          <a:ext uri="{FF2B5EF4-FFF2-40B4-BE49-F238E27FC236}">
                            <a16:creationId xmlns:a16="http://schemas.microsoft.com/office/drawing/2014/main" id="{CC7673A4-981B-C771-A794-5E159EF6DEB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75" name="TextBox 1174">
                      <a:extLst>
                        <a:ext uri="{FF2B5EF4-FFF2-40B4-BE49-F238E27FC236}">
                          <a16:creationId xmlns:a16="http://schemas.microsoft.com/office/drawing/2014/main" id="{1A42147D-D52B-14AB-FE1B-54E095355BE7}"/>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8" name="Group 17">
              <a:extLst>
                <a:ext uri="{FF2B5EF4-FFF2-40B4-BE49-F238E27FC236}">
                  <a16:creationId xmlns:a16="http://schemas.microsoft.com/office/drawing/2014/main" id="{9ABCE39E-4C58-0322-518B-C276C7BD112F}"/>
                </a:ext>
              </a:extLst>
            </p:cNvPr>
            <p:cNvGrpSpPr/>
            <p:nvPr/>
          </p:nvGrpSpPr>
          <p:grpSpPr>
            <a:xfrm>
              <a:off x="5257729" y="-658620"/>
              <a:ext cx="2263438" cy="2198360"/>
              <a:chOff x="5445106" y="2039507"/>
              <a:chExt cx="2263438" cy="2198360"/>
            </a:xfrm>
          </p:grpSpPr>
          <p:grpSp>
            <p:nvGrpSpPr>
              <p:cNvPr id="974" name="Group 973">
                <a:extLst>
                  <a:ext uri="{FF2B5EF4-FFF2-40B4-BE49-F238E27FC236}">
                    <a16:creationId xmlns:a16="http://schemas.microsoft.com/office/drawing/2014/main" id="{06C02A59-6335-9D57-8A7E-CED760FF28CD}"/>
                  </a:ext>
                </a:extLst>
              </p:cNvPr>
              <p:cNvGrpSpPr/>
              <p:nvPr/>
            </p:nvGrpSpPr>
            <p:grpSpPr>
              <a:xfrm>
                <a:off x="5445106" y="2644743"/>
                <a:ext cx="1643204" cy="1593124"/>
                <a:chOff x="5445106" y="2644743"/>
                <a:chExt cx="1643204" cy="1593124"/>
              </a:xfrm>
            </p:grpSpPr>
            <p:grpSp>
              <p:nvGrpSpPr>
                <p:cNvPr id="1070" name="Group 1069">
                  <a:extLst>
                    <a:ext uri="{FF2B5EF4-FFF2-40B4-BE49-F238E27FC236}">
                      <a16:creationId xmlns:a16="http://schemas.microsoft.com/office/drawing/2014/main" id="{28660CDF-E574-F8DB-C908-D09DBAC1540A}"/>
                    </a:ext>
                  </a:extLst>
                </p:cNvPr>
                <p:cNvGrpSpPr/>
                <p:nvPr/>
              </p:nvGrpSpPr>
              <p:grpSpPr>
                <a:xfrm>
                  <a:off x="5445106" y="2644743"/>
                  <a:ext cx="1019224" cy="991639"/>
                  <a:chOff x="5886431" y="3225768"/>
                  <a:chExt cx="1019224" cy="991639"/>
                </a:xfrm>
              </p:grpSpPr>
              <p:grpSp>
                <p:nvGrpSpPr>
                  <p:cNvPr id="1118" name="Group 1117">
                    <a:extLst>
                      <a:ext uri="{FF2B5EF4-FFF2-40B4-BE49-F238E27FC236}">
                        <a16:creationId xmlns:a16="http://schemas.microsoft.com/office/drawing/2014/main" id="{B598831F-FDB9-C94D-7349-2273B5AAF6C5}"/>
                      </a:ext>
                    </a:extLst>
                  </p:cNvPr>
                  <p:cNvGrpSpPr/>
                  <p:nvPr/>
                </p:nvGrpSpPr>
                <p:grpSpPr>
                  <a:xfrm>
                    <a:off x="6197413" y="3824215"/>
                    <a:ext cx="393192" cy="393192"/>
                    <a:chOff x="5265196" y="3357021"/>
                    <a:chExt cx="393192" cy="393192"/>
                  </a:xfrm>
                </p:grpSpPr>
                <p:grpSp>
                  <p:nvGrpSpPr>
                    <p:cNvPr id="1153" name="Group 1152">
                      <a:extLst>
                        <a:ext uri="{FF2B5EF4-FFF2-40B4-BE49-F238E27FC236}">
                          <a16:creationId xmlns:a16="http://schemas.microsoft.com/office/drawing/2014/main" id="{63CC1683-779D-320C-5353-6AC34A84EA97}"/>
                        </a:ext>
                      </a:extLst>
                    </p:cNvPr>
                    <p:cNvGrpSpPr/>
                    <p:nvPr/>
                  </p:nvGrpSpPr>
                  <p:grpSpPr>
                    <a:xfrm rot="14400000">
                      <a:off x="5265196" y="3357021"/>
                      <a:ext cx="393192" cy="393192"/>
                      <a:chOff x="5354637" y="3446463"/>
                      <a:chExt cx="214313" cy="214313"/>
                    </a:xfrm>
                  </p:grpSpPr>
                  <p:sp>
                    <p:nvSpPr>
                      <p:cNvPr id="1162" name="Arc 1161">
                        <a:extLst>
                          <a:ext uri="{FF2B5EF4-FFF2-40B4-BE49-F238E27FC236}">
                            <a16:creationId xmlns:a16="http://schemas.microsoft.com/office/drawing/2014/main" id="{E01D8B56-38CD-A930-753B-789FBF6D44A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63" name="Arc 1162">
                        <a:extLst>
                          <a:ext uri="{FF2B5EF4-FFF2-40B4-BE49-F238E27FC236}">
                            <a16:creationId xmlns:a16="http://schemas.microsoft.com/office/drawing/2014/main" id="{01168D81-18B6-A99E-4F79-088CF5A51A2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54" name="Group 1153">
                      <a:extLst>
                        <a:ext uri="{FF2B5EF4-FFF2-40B4-BE49-F238E27FC236}">
                          <a16:creationId xmlns:a16="http://schemas.microsoft.com/office/drawing/2014/main" id="{A3FF04F4-0CA4-ED0D-9F45-13CF57285CAA}"/>
                        </a:ext>
                      </a:extLst>
                    </p:cNvPr>
                    <p:cNvGrpSpPr/>
                    <p:nvPr/>
                  </p:nvGrpSpPr>
                  <p:grpSpPr>
                    <a:xfrm>
                      <a:off x="5310186" y="3402011"/>
                      <a:ext cx="303213" cy="303213"/>
                      <a:chOff x="5310186" y="3402011"/>
                      <a:chExt cx="303213" cy="303213"/>
                    </a:xfrm>
                  </p:grpSpPr>
                  <p:grpSp>
                    <p:nvGrpSpPr>
                      <p:cNvPr id="1155" name="Group 1154">
                        <a:extLst>
                          <a:ext uri="{FF2B5EF4-FFF2-40B4-BE49-F238E27FC236}">
                            <a16:creationId xmlns:a16="http://schemas.microsoft.com/office/drawing/2014/main" id="{10436CA0-E282-0298-5002-7778AE5B1322}"/>
                          </a:ext>
                        </a:extLst>
                      </p:cNvPr>
                      <p:cNvGrpSpPr/>
                      <p:nvPr/>
                    </p:nvGrpSpPr>
                    <p:grpSpPr>
                      <a:xfrm>
                        <a:off x="5354636" y="3446461"/>
                        <a:ext cx="214313" cy="214313"/>
                        <a:chOff x="5354637" y="3446463"/>
                        <a:chExt cx="214313" cy="214313"/>
                      </a:xfrm>
                    </p:grpSpPr>
                    <p:sp>
                      <p:nvSpPr>
                        <p:cNvPr id="1160" name="Arc 1159">
                          <a:extLst>
                            <a:ext uri="{FF2B5EF4-FFF2-40B4-BE49-F238E27FC236}">
                              <a16:creationId xmlns:a16="http://schemas.microsoft.com/office/drawing/2014/main" id="{9C42C863-3CD5-D623-9ABD-2A01859B0F8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61" name="Arc 1160">
                          <a:extLst>
                            <a:ext uri="{FF2B5EF4-FFF2-40B4-BE49-F238E27FC236}">
                              <a16:creationId xmlns:a16="http://schemas.microsoft.com/office/drawing/2014/main" id="{7525CD56-7082-BCFE-1B2E-8B2DC97CCE3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56" name="Group 1155">
                        <a:extLst>
                          <a:ext uri="{FF2B5EF4-FFF2-40B4-BE49-F238E27FC236}">
                            <a16:creationId xmlns:a16="http://schemas.microsoft.com/office/drawing/2014/main" id="{C5826D1C-6643-4534-5022-AF220D1300CB}"/>
                          </a:ext>
                        </a:extLst>
                      </p:cNvPr>
                      <p:cNvGrpSpPr/>
                      <p:nvPr/>
                    </p:nvGrpSpPr>
                    <p:grpSpPr>
                      <a:xfrm rot="7200000">
                        <a:off x="5310186" y="3402011"/>
                        <a:ext cx="303213" cy="303213"/>
                        <a:chOff x="5354637" y="3446463"/>
                        <a:chExt cx="214313" cy="214313"/>
                      </a:xfrm>
                    </p:grpSpPr>
                    <p:sp>
                      <p:nvSpPr>
                        <p:cNvPr id="1158" name="Arc 1157">
                          <a:extLst>
                            <a:ext uri="{FF2B5EF4-FFF2-40B4-BE49-F238E27FC236}">
                              <a16:creationId xmlns:a16="http://schemas.microsoft.com/office/drawing/2014/main" id="{D692998A-5817-9E0A-A1A1-EA8DA113FD6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59" name="Arc 1158">
                          <a:extLst>
                            <a:ext uri="{FF2B5EF4-FFF2-40B4-BE49-F238E27FC236}">
                              <a16:creationId xmlns:a16="http://schemas.microsoft.com/office/drawing/2014/main" id="{990F8D71-FC7D-2458-38AC-D557B956695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57" name="TextBox 1156">
                        <a:extLst>
                          <a:ext uri="{FF2B5EF4-FFF2-40B4-BE49-F238E27FC236}">
                            <a16:creationId xmlns:a16="http://schemas.microsoft.com/office/drawing/2014/main" id="{6E2ACCC7-5DFD-8B6A-808F-91DF9B2107F1}"/>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19" name="Group 1118">
                    <a:extLst>
                      <a:ext uri="{FF2B5EF4-FFF2-40B4-BE49-F238E27FC236}">
                        <a16:creationId xmlns:a16="http://schemas.microsoft.com/office/drawing/2014/main" id="{058B92D0-A917-165D-6E2C-E820697075C4}"/>
                      </a:ext>
                    </a:extLst>
                  </p:cNvPr>
                  <p:cNvGrpSpPr/>
                  <p:nvPr/>
                </p:nvGrpSpPr>
                <p:grpSpPr>
                  <a:xfrm>
                    <a:off x="5886431" y="3525040"/>
                    <a:ext cx="393192" cy="393192"/>
                    <a:chOff x="5265196" y="3932619"/>
                    <a:chExt cx="393192" cy="393192"/>
                  </a:xfrm>
                </p:grpSpPr>
                <p:grpSp>
                  <p:nvGrpSpPr>
                    <p:cNvPr id="1143" name="Group 1142">
                      <a:extLst>
                        <a:ext uri="{FF2B5EF4-FFF2-40B4-BE49-F238E27FC236}">
                          <a16:creationId xmlns:a16="http://schemas.microsoft.com/office/drawing/2014/main" id="{481C4232-635E-41EB-B064-06FA0CE0AF79}"/>
                        </a:ext>
                      </a:extLst>
                    </p:cNvPr>
                    <p:cNvGrpSpPr/>
                    <p:nvPr/>
                  </p:nvGrpSpPr>
                  <p:grpSpPr>
                    <a:xfrm>
                      <a:off x="5354636" y="4022061"/>
                      <a:ext cx="214313" cy="214313"/>
                      <a:chOff x="5354637" y="3446463"/>
                      <a:chExt cx="214313" cy="214313"/>
                    </a:xfrm>
                  </p:grpSpPr>
                  <p:sp>
                    <p:nvSpPr>
                      <p:cNvPr id="1151" name="Arc 1150">
                        <a:extLst>
                          <a:ext uri="{FF2B5EF4-FFF2-40B4-BE49-F238E27FC236}">
                            <a16:creationId xmlns:a16="http://schemas.microsoft.com/office/drawing/2014/main" id="{6527C0D0-B2CB-7B73-7006-AFB706D18D6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52" name="Arc 1151">
                        <a:extLst>
                          <a:ext uri="{FF2B5EF4-FFF2-40B4-BE49-F238E27FC236}">
                            <a16:creationId xmlns:a16="http://schemas.microsoft.com/office/drawing/2014/main" id="{8AB07293-B74B-C40D-AE08-F6BD28DB314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44" name="Group 1143">
                      <a:extLst>
                        <a:ext uri="{FF2B5EF4-FFF2-40B4-BE49-F238E27FC236}">
                          <a16:creationId xmlns:a16="http://schemas.microsoft.com/office/drawing/2014/main" id="{BCE44E48-5327-9EF4-3A60-D2DB03431E54}"/>
                        </a:ext>
                      </a:extLst>
                    </p:cNvPr>
                    <p:cNvGrpSpPr/>
                    <p:nvPr/>
                  </p:nvGrpSpPr>
                  <p:grpSpPr>
                    <a:xfrm rot="14400000">
                      <a:off x="5310186" y="3977611"/>
                      <a:ext cx="303213" cy="303213"/>
                      <a:chOff x="5354637" y="3446463"/>
                      <a:chExt cx="214313" cy="214313"/>
                    </a:xfrm>
                  </p:grpSpPr>
                  <p:sp>
                    <p:nvSpPr>
                      <p:cNvPr id="1149" name="Arc 1148">
                        <a:extLst>
                          <a:ext uri="{FF2B5EF4-FFF2-40B4-BE49-F238E27FC236}">
                            <a16:creationId xmlns:a16="http://schemas.microsoft.com/office/drawing/2014/main" id="{303FEC29-6CA7-EB44-540B-66A18A216BF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50" name="Arc 1149">
                        <a:extLst>
                          <a:ext uri="{FF2B5EF4-FFF2-40B4-BE49-F238E27FC236}">
                            <a16:creationId xmlns:a16="http://schemas.microsoft.com/office/drawing/2014/main" id="{A5EFBBB6-678F-9E79-AF3D-52A7A225AF2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45" name="Group 1144">
                      <a:extLst>
                        <a:ext uri="{FF2B5EF4-FFF2-40B4-BE49-F238E27FC236}">
                          <a16:creationId xmlns:a16="http://schemas.microsoft.com/office/drawing/2014/main" id="{49987487-258D-97DC-5665-9A3C065B4D80}"/>
                        </a:ext>
                      </a:extLst>
                    </p:cNvPr>
                    <p:cNvGrpSpPr/>
                    <p:nvPr/>
                  </p:nvGrpSpPr>
                  <p:grpSpPr>
                    <a:xfrm rot="7200000">
                      <a:off x="5265196" y="3932619"/>
                      <a:ext cx="393192" cy="393192"/>
                      <a:chOff x="5354637" y="3446463"/>
                      <a:chExt cx="214313" cy="214313"/>
                    </a:xfrm>
                  </p:grpSpPr>
                  <p:sp>
                    <p:nvSpPr>
                      <p:cNvPr id="1147" name="Arc 1146">
                        <a:extLst>
                          <a:ext uri="{FF2B5EF4-FFF2-40B4-BE49-F238E27FC236}">
                            <a16:creationId xmlns:a16="http://schemas.microsoft.com/office/drawing/2014/main" id="{FFC06CE1-3E17-3297-A08D-4DAB4F05E03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48" name="Arc 1147">
                        <a:extLst>
                          <a:ext uri="{FF2B5EF4-FFF2-40B4-BE49-F238E27FC236}">
                            <a16:creationId xmlns:a16="http://schemas.microsoft.com/office/drawing/2014/main" id="{C32861EB-9BC5-F94C-D86E-1E4562BD3B5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46" name="TextBox 1145">
                      <a:extLst>
                        <a:ext uri="{FF2B5EF4-FFF2-40B4-BE49-F238E27FC236}">
                          <a16:creationId xmlns:a16="http://schemas.microsoft.com/office/drawing/2014/main" id="{2365161A-D9C1-AB9F-2B1C-2220AE51FCC7}"/>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120" name="Group 1119">
                    <a:extLst>
                      <a:ext uri="{FF2B5EF4-FFF2-40B4-BE49-F238E27FC236}">
                        <a16:creationId xmlns:a16="http://schemas.microsoft.com/office/drawing/2014/main" id="{11542633-FC33-6E55-5CCB-78831A6961C9}"/>
                      </a:ext>
                    </a:extLst>
                  </p:cNvPr>
                  <p:cNvGrpSpPr/>
                  <p:nvPr/>
                </p:nvGrpSpPr>
                <p:grpSpPr>
                  <a:xfrm>
                    <a:off x="6512463" y="3525040"/>
                    <a:ext cx="393192" cy="393192"/>
                    <a:chOff x="6389147" y="3357021"/>
                    <a:chExt cx="393192" cy="393192"/>
                  </a:xfrm>
                </p:grpSpPr>
                <p:grpSp>
                  <p:nvGrpSpPr>
                    <p:cNvPr id="1132" name="Group 1131">
                      <a:extLst>
                        <a:ext uri="{FF2B5EF4-FFF2-40B4-BE49-F238E27FC236}">
                          <a16:creationId xmlns:a16="http://schemas.microsoft.com/office/drawing/2014/main" id="{76CB2700-2AC1-F98F-CCBC-023B4CD7482D}"/>
                        </a:ext>
                      </a:extLst>
                    </p:cNvPr>
                    <p:cNvGrpSpPr/>
                    <p:nvPr/>
                  </p:nvGrpSpPr>
                  <p:grpSpPr>
                    <a:xfrm rot="7200000" flipH="1">
                      <a:off x="6389147" y="3357021"/>
                      <a:ext cx="393192" cy="393192"/>
                      <a:chOff x="5354637" y="3446463"/>
                      <a:chExt cx="214313" cy="214313"/>
                    </a:xfrm>
                  </p:grpSpPr>
                  <p:sp>
                    <p:nvSpPr>
                      <p:cNvPr id="1141" name="Arc 1140">
                        <a:extLst>
                          <a:ext uri="{FF2B5EF4-FFF2-40B4-BE49-F238E27FC236}">
                            <a16:creationId xmlns:a16="http://schemas.microsoft.com/office/drawing/2014/main" id="{DF129EAC-0E0B-EA59-754D-52A13312CA6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42" name="Arc 1141">
                        <a:extLst>
                          <a:ext uri="{FF2B5EF4-FFF2-40B4-BE49-F238E27FC236}">
                            <a16:creationId xmlns:a16="http://schemas.microsoft.com/office/drawing/2014/main" id="{678B1E0B-90D9-EDCC-D1D7-587D7C458F2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33" name="Group 1132">
                      <a:extLst>
                        <a:ext uri="{FF2B5EF4-FFF2-40B4-BE49-F238E27FC236}">
                          <a16:creationId xmlns:a16="http://schemas.microsoft.com/office/drawing/2014/main" id="{0C70F446-300D-24E1-D0E3-C027369EBC8E}"/>
                        </a:ext>
                      </a:extLst>
                    </p:cNvPr>
                    <p:cNvGrpSpPr/>
                    <p:nvPr/>
                  </p:nvGrpSpPr>
                  <p:grpSpPr>
                    <a:xfrm>
                      <a:off x="6434137" y="3402011"/>
                      <a:ext cx="303213" cy="303213"/>
                      <a:chOff x="6434137" y="3402011"/>
                      <a:chExt cx="303213" cy="303213"/>
                    </a:xfrm>
                  </p:grpSpPr>
                  <p:grpSp>
                    <p:nvGrpSpPr>
                      <p:cNvPr id="1134" name="Group 1133">
                        <a:extLst>
                          <a:ext uri="{FF2B5EF4-FFF2-40B4-BE49-F238E27FC236}">
                            <a16:creationId xmlns:a16="http://schemas.microsoft.com/office/drawing/2014/main" id="{E37AFF48-76E3-67CD-81E4-EB23830DC721}"/>
                          </a:ext>
                        </a:extLst>
                      </p:cNvPr>
                      <p:cNvGrpSpPr/>
                      <p:nvPr/>
                    </p:nvGrpSpPr>
                    <p:grpSpPr>
                      <a:xfrm flipH="1">
                        <a:off x="6478587" y="3446461"/>
                        <a:ext cx="214313" cy="214313"/>
                        <a:chOff x="5354637" y="3446463"/>
                        <a:chExt cx="214313" cy="214313"/>
                      </a:xfrm>
                    </p:grpSpPr>
                    <p:sp>
                      <p:nvSpPr>
                        <p:cNvPr id="1139" name="Arc 1138">
                          <a:extLst>
                            <a:ext uri="{FF2B5EF4-FFF2-40B4-BE49-F238E27FC236}">
                              <a16:creationId xmlns:a16="http://schemas.microsoft.com/office/drawing/2014/main" id="{E834F298-5F40-4F25-1063-F2DCDF0EEAF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40" name="Arc 1139">
                          <a:extLst>
                            <a:ext uri="{FF2B5EF4-FFF2-40B4-BE49-F238E27FC236}">
                              <a16:creationId xmlns:a16="http://schemas.microsoft.com/office/drawing/2014/main" id="{C570CE43-79FE-9FBD-917E-4A9F2E6009A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35" name="Group 1134">
                        <a:extLst>
                          <a:ext uri="{FF2B5EF4-FFF2-40B4-BE49-F238E27FC236}">
                            <a16:creationId xmlns:a16="http://schemas.microsoft.com/office/drawing/2014/main" id="{1E18B469-CEBF-3DCA-0F73-668494460BB5}"/>
                          </a:ext>
                        </a:extLst>
                      </p:cNvPr>
                      <p:cNvGrpSpPr/>
                      <p:nvPr/>
                    </p:nvGrpSpPr>
                    <p:grpSpPr>
                      <a:xfrm rot="14400000" flipH="1">
                        <a:off x="6434137" y="3402011"/>
                        <a:ext cx="303213" cy="303213"/>
                        <a:chOff x="5354637" y="3446463"/>
                        <a:chExt cx="214313" cy="214313"/>
                      </a:xfrm>
                    </p:grpSpPr>
                    <p:sp>
                      <p:nvSpPr>
                        <p:cNvPr id="1137" name="Arc 1136">
                          <a:extLst>
                            <a:ext uri="{FF2B5EF4-FFF2-40B4-BE49-F238E27FC236}">
                              <a16:creationId xmlns:a16="http://schemas.microsoft.com/office/drawing/2014/main" id="{A6ECBE1C-1078-AE53-146D-D3F453B19FE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38" name="Arc 1137">
                          <a:extLst>
                            <a:ext uri="{FF2B5EF4-FFF2-40B4-BE49-F238E27FC236}">
                              <a16:creationId xmlns:a16="http://schemas.microsoft.com/office/drawing/2014/main" id="{0BBB41E3-6BE2-03E5-663D-4AE69FFC392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36" name="TextBox 1135">
                        <a:extLst>
                          <a:ext uri="{FF2B5EF4-FFF2-40B4-BE49-F238E27FC236}">
                            <a16:creationId xmlns:a16="http://schemas.microsoft.com/office/drawing/2014/main" id="{2ABD9874-CAC0-A733-3F49-BE0D4FCD20E3}"/>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21" name="Group 1120">
                    <a:extLst>
                      <a:ext uri="{FF2B5EF4-FFF2-40B4-BE49-F238E27FC236}">
                        <a16:creationId xmlns:a16="http://schemas.microsoft.com/office/drawing/2014/main" id="{ED628E3D-8811-1B1B-6E57-F79894767D58}"/>
                      </a:ext>
                    </a:extLst>
                  </p:cNvPr>
                  <p:cNvGrpSpPr/>
                  <p:nvPr/>
                </p:nvGrpSpPr>
                <p:grpSpPr>
                  <a:xfrm>
                    <a:off x="6197413" y="3225768"/>
                    <a:ext cx="393192" cy="393192"/>
                    <a:chOff x="6389147" y="3932622"/>
                    <a:chExt cx="393192" cy="393192"/>
                  </a:xfrm>
                </p:grpSpPr>
                <p:grpSp>
                  <p:nvGrpSpPr>
                    <p:cNvPr id="1122" name="Group 1121">
                      <a:extLst>
                        <a:ext uri="{FF2B5EF4-FFF2-40B4-BE49-F238E27FC236}">
                          <a16:creationId xmlns:a16="http://schemas.microsoft.com/office/drawing/2014/main" id="{7AC98236-0A59-CB40-8C79-A31F145F5BA2}"/>
                        </a:ext>
                      </a:extLst>
                    </p:cNvPr>
                    <p:cNvGrpSpPr/>
                    <p:nvPr/>
                  </p:nvGrpSpPr>
                  <p:grpSpPr>
                    <a:xfrm flipH="1">
                      <a:off x="6478587" y="4022061"/>
                      <a:ext cx="214313" cy="214313"/>
                      <a:chOff x="5354637" y="3446463"/>
                      <a:chExt cx="214313" cy="214313"/>
                    </a:xfrm>
                  </p:grpSpPr>
                  <p:sp>
                    <p:nvSpPr>
                      <p:cNvPr id="1130" name="Arc 1129">
                        <a:extLst>
                          <a:ext uri="{FF2B5EF4-FFF2-40B4-BE49-F238E27FC236}">
                            <a16:creationId xmlns:a16="http://schemas.microsoft.com/office/drawing/2014/main" id="{648A2534-C1FF-96D4-FAFD-CEBB92A8B74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31" name="Arc 1130">
                        <a:extLst>
                          <a:ext uri="{FF2B5EF4-FFF2-40B4-BE49-F238E27FC236}">
                            <a16:creationId xmlns:a16="http://schemas.microsoft.com/office/drawing/2014/main" id="{865565EC-6761-26D1-A7F1-C7F46A6385E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23" name="Group 1122">
                      <a:extLst>
                        <a:ext uri="{FF2B5EF4-FFF2-40B4-BE49-F238E27FC236}">
                          <a16:creationId xmlns:a16="http://schemas.microsoft.com/office/drawing/2014/main" id="{059DD7DF-04B4-18E1-C6A5-BFD5A11FD197}"/>
                        </a:ext>
                      </a:extLst>
                    </p:cNvPr>
                    <p:cNvGrpSpPr/>
                    <p:nvPr/>
                  </p:nvGrpSpPr>
                  <p:grpSpPr>
                    <a:xfrm rot="7200000" flipH="1">
                      <a:off x="6434137" y="3977611"/>
                      <a:ext cx="303213" cy="303213"/>
                      <a:chOff x="5354637" y="3446463"/>
                      <a:chExt cx="214313" cy="214313"/>
                    </a:xfrm>
                  </p:grpSpPr>
                  <p:sp>
                    <p:nvSpPr>
                      <p:cNvPr id="1128" name="Arc 1127">
                        <a:extLst>
                          <a:ext uri="{FF2B5EF4-FFF2-40B4-BE49-F238E27FC236}">
                            <a16:creationId xmlns:a16="http://schemas.microsoft.com/office/drawing/2014/main" id="{C766312B-F47B-20FE-7688-60F0ECB9F14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29" name="Arc 1128">
                        <a:extLst>
                          <a:ext uri="{FF2B5EF4-FFF2-40B4-BE49-F238E27FC236}">
                            <a16:creationId xmlns:a16="http://schemas.microsoft.com/office/drawing/2014/main" id="{027F70C0-B626-969A-1879-1580F137FE4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24" name="Group 1123">
                      <a:extLst>
                        <a:ext uri="{FF2B5EF4-FFF2-40B4-BE49-F238E27FC236}">
                          <a16:creationId xmlns:a16="http://schemas.microsoft.com/office/drawing/2014/main" id="{B04BDA8F-9E71-17F9-DFF7-91845E355011}"/>
                        </a:ext>
                      </a:extLst>
                    </p:cNvPr>
                    <p:cNvGrpSpPr/>
                    <p:nvPr/>
                  </p:nvGrpSpPr>
                  <p:grpSpPr>
                    <a:xfrm rot="14400000" flipH="1">
                      <a:off x="6389147" y="3932622"/>
                      <a:ext cx="393192" cy="393192"/>
                      <a:chOff x="5354637" y="3446463"/>
                      <a:chExt cx="214313" cy="214313"/>
                    </a:xfrm>
                  </p:grpSpPr>
                  <p:sp>
                    <p:nvSpPr>
                      <p:cNvPr id="1126" name="Arc 1125">
                        <a:extLst>
                          <a:ext uri="{FF2B5EF4-FFF2-40B4-BE49-F238E27FC236}">
                            <a16:creationId xmlns:a16="http://schemas.microsoft.com/office/drawing/2014/main" id="{7D0D543C-A532-016F-9A33-90B8673A03F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27" name="Arc 1126">
                        <a:extLst>
                          <a:ext uri="{FF2B5EF4-FFF2-40B4-BE49-F238E27FC236}">
                            <a16:creationId xmlns:a16="http://schemas.microsoft.com/office/drawing/2014/main" id="{122E79AE-9423-3832-1291-042E265A78F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25" name="TextBox 1124">
                      <a:extLst>
                        <a:ext uri="{FF2B5EF4-FFF2-40B4-BE49-F238E27FC236}">
                          <a16:creationId xmlns:a16="http://schemas.microsoft.com/office/drawing/2014/main" id="{EBCD3272-0B0D-44F7-B000-F8DDFE509C94}"/>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71" name="Group 1070">
                  <a:extLst>
                    <a:ext uri="{FF2B5EF4-FFF2-40B4-BE49-F238E27FC236}">
                      <a16:creationId xmlns:a16="http://schemas.microsoft.com/office/drawing/2014/main" id="{B55014FE-3FCE-ACF3-32CD-02507CF2B6F1}"/>
                    </a:ext>
                  </a:extLst>
                </p:cNvPr>
                <p:cNvGrpSpPr/>
                <p:nvPr/>
              </p:nvGrpSpPr>
              <p:grpSpPr>
                <a:xfrm>
                  <a:off x="6069086" y="3246228"/>
                  <a:ext cx="1019224" cy="991639"/>
                  <a:chOff x="5886431" y="3225768"/>
                  <a:chExt cx="1019224" cy="991639"/>
                </a:xfrm>
              </p:grpSpPr>
              <p:grpSp>
                <p:nvGrpSpPr>
                  <p:cNvPr id="1072" name="Group 1071">
                    <a:extLst>
                      <a:ext uri="{FF2B5EF4-FFF2-40B4-BE49-F238E27FC236}">
                        <a16:creationId xmlns:a16="http://schemas.microsoft.com/office/drawing/2014/main" id="{D0633E92-7370-E357-459F-DF2CE5079B25}"/>
                      </a:ext>
                    </a:extLst>
                  </p:cNvPr>
                  <p:cNvGrpSpPr/>
                  <p:nvPr/>
                </p:nvGrpSpPr>
                <p:grpSpPr>
                  <a:xfrm>
                    <a:off x="6197413" y="3824215"/>
                    <a:ext cx="393192" cy="393192"/>
                    <a:chOff x="5265196" y="3357021"/>
                    <a:chExt cx="393192" cy="393192"/>
                  </a:xfrm>
                </p:grpSpPr>
                <p:grpSp>
                  <p:nvGrpSpPr>
                    <p:cNvPr id="1107" name="Group 1106">
                      <a:extLst>
                        <a:ext uri="{FF2B5EF4-FFF2-40B4-BE49-F238E27FC236}">
                          <a16:creationId xmlns:a16="http://schemas.microsoft.com/office/drawing/2014/main" id="{D76FA13B-9B3B-2DD8-33BE-D5B2B23CD97E}"/>
                        </a:ext>
                      </a:extLst>
                    </p:cNvPr>
                    <p:cNvGrpSpPr/>
                    <p:nvPr/>
                  </p:nvGrpSpPr>
                  <p:grpSpPr>
                    <a:xfrm rot="14400000">
                      <a:off x="5265196" y="3357021"/>
                      <a:ext cx="393192" cy="393192"/>
                      <a:chOff x="5354637" y="3446463"/>
                      <a:chExt cx="214313" cy="214313"/>
                    </a:xfrm>
                  </p:grpSpPr>
                  <p:sp>
                    <p:nvSpPr>
                      <p:cNvPr id="1116" name="Arc 1115">
                        <a:extLst>
                          <a:ext uri="{FF2B5EF4-FFF2-40B4-BE49-F238E27FC236}">
                            <a16:creationId xmlns:a16="http://schemas.microsoft.com/office/drawing/2014/main" id="{9AAD253C-0785-D764-5CD9-2B3F1046A2D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17" name="Arc 1116">
                        <a:extLst>
                          <a:ext uri="{FF2B5EF4-FFF2-40B4-BE49-F238E27FC236}">
                            <a16:creationId xmlns:a16="http://schemas.microsoft.com/office/drawing/2014/main" id="{FD116760-70CD-F4FD-A672-C9435D55575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08" name="Group 1107">
                      <a:extLst>
                        <a:ext uri="{FF2B5EF4-FFF2-40B4-BE49-F238E27FC236}">
                          <a16:creationId xmlns:a16="http://schemas.microsoft.com/office/drawing/2014/main" id="{B51545F4-21FD-3449-A214-6FA7489EBCC2}"/>
                        </a:ext>
                      </a:extLst>
                    </p:cNvPr>
                    <p:cNvGrpSpPr/>
                    <p:nvPr/>
                  </p:nvGrpSpPr>
                  <p:grpSpPr>
                    <a:xfrm>
                      <a:off x="5310186" y="3402011"/>
                      <a:ext cx="303213" cy="303213"/>
                      <a:chOff x="5310186" y="3402011"/>
                      <a:chExt cx="303213" cy="303213"/>
                    </a:xfrm>
                  </p:grpSpPr>
                  <p:grpSp>
                    <p:nvGrpSpPr>
                      <p:cNvPr id="1109" name="Group 1108">
                        <a:extLst>
                          <a:ext uri="{FF2B5EF4-FFF2-40B4-BE49-F238E27FC236}">
                            <a16:creationId xmlns:a16="http://schemas.microsoft.com/office/drawing/2014/main" id="{009B8BF1-D5A6-D5DD-2C5D-5B647D18E9A4}"/>
                          </a:ext>
                        </a:extLst>
                      </p:cNvPr>
                      <p:cNvGrpSpPr/>
                      <p:nvPr/>
                    </p:nvGrpSpPr>
                    <p:grpSpPr>
                      <a:xfrm>
                        <a:off x="5354636" y="3446461"/>
                        <a:ext cx="214313" cy="214313"/>
                        <a:chOff x="5354637" y="3446463"/>
                        <a:chExt cx="214313" cy="214313"/>
                      </a:xfrm>
                    </p:grpSpPr>
                    <p:sp>
                      <p:nvSpPr>
                        <p:cNvPr id="1114" name="Arc 1113">
                          <a:extLst>
                            <a:ext uri="{FF2B5EF4-FFF2-40B4-BE49-F238E27FC236}">
                              <a16:creationId xmlns:a16="http://schemas.microsoft.com/office/drawing/2014/main" id="{F4E0D546-1F96-7D91-4D3C-C71C0F43E07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15" name="Arc 1114">
                          <a:extLst>
                            <a:ext uri="{FF2B5EF4-FFF2-40B4-BE49-F238E27FC236}">
                              <a16:creationId xmlns:a16="http://schemas.microsoft.com/office/drawing/2014/main" id="{C32E4CA4-AD96-F68D-2CBC-A6A1C668C21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10" name="Group 1109">
                        <a:extLst>
                          <a:ext uri="{FF2B5EF4-FFF2-40B4-BE49-F238E27FC236}">
                            <a16:creationId xmlns:a16="http://schemas.microsoft.com/office/drawing/2014/main" id="{580A5D47-B5EA-49F0-B16C-E4A8A1D681AE}"/>
                          </a:ext>
                        </a:extLst>
                      </p:cNvPr>
                      <p:cNvGrpSpPr/>
                      <p:nvPr/>
                    </p:nvGrpSpPr>
                    <p:grpSpPr>
                      <a:xfrm rot="7200000">
                        <a:off x="5310186" y="3402011"/>
                        <a:ext cx="303213" cy="303213"/>
                        <a:chOff x="5354637" y="3446463"/>
                        <a:chExt cx="214313" cy="214313"/>
                      </a:xfrm>
                    </p:grpSpPr>
                    <p:sp>
                      <p:nvSpPr>
                        <p:cNvPr id="1112" name="Arc 1111">
                          <a:extLst>
                            <a:ext uri="{FF2B5EF4-FFF2-40B4-BE49-F238E27FC236}">
                              <a16:creationId xmlns:a16="http://schemas.microsoft.com/office/drawing/2014/main" id="{FBBB2289-971D-FF60-0CDD-AE8F945C4FE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13" name="Arc 1112">
                          <a:extLst>
                            <a:ext uri="{FF2B5EF4-FFF2-40B4-BE49-F238E27FC236}">
                              <a16:creationId xmlns:a16="http://schemas.microsoft.com/office/drawing/2014/main" id="{4A86E511-302C-5801-D4B9-7E4219C9DD8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11" name="TextBox 1110">
                        <a:extLst>
                          <a:ext uri="{FF2B5EF4-FFF2-40B4-BE49-F238E27FC236}">
                            <a16:creationId xmlns:a16="http://schemas.microsoft.com/office/drawing/2014/main" id="{0A396966-3A87-6D63-8276-E103E94374EC}"/>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73" name="Group 1072">
                    <a:extLst>
                      <a:ext uri="{FF2B5EF4-FFF2-40B4-BE49-F238E27FC236}">
                        <a16:creationId xmlns:a16="http://schemas.microsoft.com/office/drawing/2014/main" id="{C6551A2C-DAE8-6E46-1C34-67E0A0FD1A25}"/>
                      </a:ext>
                    </a:extLst>
                  </p:cNvPr>
                  <p:cNvGrpSpPr/>
                  <p:nvPr/>
                </p:nvGrpSpPr>
                <p:grpSpPr>
                  <a:xfrm>
                    <a:off x="5886431" y="3525040"/>
                    <a:ext cx="393192" cy="393192"/>
                    <a:chOff x="5265196" y="3932619"/>
                    <a:chExt cx="393192" cy="393192"/>
                  </a:xfrm>
                </p:grpSpPr>
                <p:grpSp>
                  <p:nvGrpSpPr>
                    <p:cNvPr id="1097" name="Group 1096">
                      <a:extLst>
                        <a:ext uri="{FF2B5EF4-FFF2-40B4-BE49-F238E27FC236}">
                          <a16:creationId xmlns:a16="http://schemas.microsoft.com/office/drawing/2014/main" id="{10625C1D-64E9-4199-9B4B-3A858FD4ABE8}"/>
                        </a:ext>
                      </a:extLst>
                    </p:cNvPr>
                    <p:cNvGrpSpPr/>
                    <p:nvPr/>
                  </p:nvGrpSpPr>
                  <p:grpSpPr>
                    <a:xfrm>
                      <a:off x="5354636" y="4022061"/>
                      <a:ext cx="214313" cy="214313"/>
                      <a:chOff x="5354637" y="3446463"/>
                      <a:chExt cx="214313" cy="214313"/>
                    </a:xfrm>
                  </p:grpSpPr>
                  <p:sp>
                    <p:nvSpPr>
                      <p:cNvPr id="1105" name="Arc 1104">
                        <a:extLst>
                          <a:ext uri="{FF2B5EF4-FFF2-40B4-BE49-F238E27FC236}">
                            <a16:creationId xmlns:a16="http://schemas.microsoft.com/office/drawing/2014/main" id="{A5DA9769-C3C8-B938-0BE2-776B3BB6769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06" name="Arc 1105">
                        <a:extLst>
                          <a:ext uri="{FF2B5EF4-FFF2-40B4-BE49-F238E27FC236}">
                            <a16:creationId xmlns:a16="http://schemas.microsoft.com/office/drawing/2014/main" id="{A13BF8E2-22A4-3E8C-B665-0807494DD62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98" name="Group 1097">
                      <a:extLst>
                        <a:ext uri="{FF2B5EF4-FFF2-40B4-BE49-F238E27FC236}">
                          <a16:creationId xmlns:a16="http://schemas.microsoft.com/office/drawing/2014/main" id="{730EF199-6321-EFCD-797F-AF0F40763A12}"/>
                        </a:ext>
                      </a:extLst>
                    </p:cNvPr>
                    <p:cNvGrpSpPr/>
                    <p:nvPr/>
                  </p:nvGrpSpPr>
                  <p:grpSpPr>
                    <a:xfrm rot="14400000">
                      <a:off x="5310186" y="3977611"/>
                      <a:ext cx="303213" cy="303213"/>
                      <a:chOff x="5354637" y="3446463"/>
                      <a:chExt cx="214313" cy="214313"/>
                    </a:xfrm>
                  </p:grpSpPr>
                  <p:sp>
                    <p:nvSpPr>
                      <p:cNvPr id="1103" name="Arc 1102">
                        <a:extLst>
                          <a:ext uri="{FF2B5EF4-FFF2-40B4-BE49-F238E27FC236}">
                            <a16:creationId xmlns:a16="http://schemas.microsoft.com/office/drawing/2014/main" id="{13F96181-6217-50E0-9B49-DA34145F682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04" name="Arc 1103">
                        <a:extLst>
                          <a:ext uri="{FF2B5EF4-FFF2-40B4-BE49-F238E27FC236}">
                            <a16:creationId xmlns:a16="http://schemas.microsoft.com/office/drawing/2014/main" id="{8268F838-218C-A628-8C54-5258103234F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99" name="Group 1098">
                      <a:extLst>
                        <a:ext uri="{FF2B5EF4-FFF2-40B4-BE49-F238E27FC236}">
                          <a16:creationId xmlns:a16="http://schemas.microsoft.com/office/drawing/2014/main" id="{A927F3E6-6094-A3E8-5E31-38B4DA384A65}"/>
                        </a:ext>
                      </a:extLst>
                    </p:cNvPr>
                    <p:cNvGrpSpPr/>
                    <p:nvPr/>
                  </p:nvGrpSpPr>
                  <p:grpSpPr>
                    <a:xfrm rot="7200000">
                      <a:off x="5265196" y="3932619"/>
                      <a:ext cx="393192" cy="393192"/>
                      <a:chOff x="5354637" y="3446463"/>
                      <a:chExt cx="214313" cy="214313"/>
                    </a:xfrm>
                  </p:grpSpPr>
                  <p:sp>
                    <p:nvSpPr>
                      <p:cNvPr id="1101" name="Arc 1100">
                        <a:extLst>
                          <a:ext uri="{FF2B5EF4-FFF2-40B4-BE49-F238E27FC236}">
                            <a16:creationId xmlns:a16="http://schemas.microsoft.com/office/drawing/2014/main" id="{968374E2-58C6-21F2-728F-FEA5D1946A5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02" name="Arc 1101">
                        <a:extLst>
                          <a:ext uri="{FF2B5EF4-FFF2-40B4-BE49-F238E27FC236}">
                            <a16:creationId xmlns:a16="http://schemas.microsoft.com/office/drawing/2014/main" id="{396067C3-276C-8A4E-09B2-8035129E4A3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00" name="TextBox 1099">
                      <a:extLst>
                        <a:ext uri="{FF2B5EF4-FFF2-40B4-BE49-F238E27FC236}">
                          <a16:creationId xmlns:a16="http://schemas.microsoft.com/office/drawing/2014/main" id="{7C3C111E-887A-3B85-BE8E-37A76FBD37AD}"/>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074" name="Group 1073">
                    <a:extLst>
                      <a:ext uri="{FF2B5EF4-FFF2-40B4-BE49-F238E27FC236}">
                        <a16:creationId xmlns:a16="http://schemas.microsoft.com/office/drawing/2014/main" id="{1D9FE603-D6BB-D2DD-4275-9979D3ABFB26}"/>
                      </a:ext>
                    </a:extLst>
                  </p:cNvPr>
                  <p:cNvGrpSpPr/>
                  <p:nvPr/>
                </p:nvGrpSpPr>
                <p:grpSpPr>
                  <a:xfrm>
                    <a:off x="6512463" y="3525040"/>
                    <a:ext cx="393192" cy="393192"/>
                    <a:chOff x="6389147" y="3357021"/>
                    <a:chExt cx="393192" cy="393192"/>
                  </a:xfrm>
                </p:grpSpPr>
                <p:grpSp>
                  <p:nvGrpSpPr>
                    <p:cNvPr id="1086" name="Group 1085">
                      <a:extLst>
                        <a:ext uri="{FF2B5EF4-FFF2-40B4-BE49-F238E27FC236}">
                          <a16:creationId xmlns:a16="http://schemas.microsoft.com/office/drawing/2014/main" id="{28D03E2C-F7A5-7920-D5E9-B0D46A8BE25E}"/>
                        </a:ext>
                      </a:extLst>
                    </p:cNvPr>
                    <p:cNvGrpSpPr/>
                    <p:nvPr/>
                  </p:nvGrpSpPr>
                  <p:grpSpPr>
                    <a:xfrm rot="7200000" flipH="1">
                      <a:off x="6389147" y="3357021"/>
                      <a:ext cx="393192" cy="393192"/>
                      <a:chOff x="5354637" y="3446463"/>
                      <a:chExt cx="214313" cy="214313"/>
                    </a:xfrm>
                  </p:grpSpPr>
                  <p:sp>
                    <p:nvSpPr>
                      <p:cNvPr id="1095" name="Arc 1094">
                        <a:extLst>
                          <a:ext uri="{FF2B5EF4-FFF2-40B4-BE49-F238E27FC236}">
                            <a16:creationId xmlns:a16="http://schemas.microsoft.com/office/drawing/2014/main" id="{4F00CF7E-0FF7-F1D3-BB67-AA44D7A309F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96" name="Arc 1095">
                        <a:extLst>
                          <a:ext uri="{FF2B5EF4-FFF2-40B4-BE49-F238E27FC236}">
                            <a16:creationId xmlns:a16="http://schemas.microsoft.com/office/drawing/2014/main" id="{8404E8FF-FD8D-6C98-879E-4BCB9EAF8CF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87" name="Group 1086">
                      <a:extLst>
                        <a:ext uri="{FF2B5EF4-FFF2-40B4-BE49-F238E27FC236}">
                          <a16:creationId xmlns:a16="http://schemas.microsoft.com/office/drawing/2014/main" id="{76DE57E1-3D9F-0F04-0E9A-A1A06321591C}"/>
                        </a:ext>
                      </a:extLst>
                    </p:cNvPr>
                    <p:cNvGrpSpPr/>
                    <p:nvPr/>
                  </p:nvGrpSpPr>
                  <p:grpSpPr>
                    <a:xfrm>
                      <a:off x="6434137" y="3402011"/>
                      <a:ext cx="303213" cy="303213"/>
                      <a:chOff x="6434137" y="3402011"/>
                      <a:chExt cx="303213" cy="303213"/>
                    </a:xfrm>
                  </p:grpSpPr>
                  <p:grpSp>
                    <p:nvGrpSpPr>
                      <p:cNvPr id="1088" name="Group 1087">
                        <a:extLst>
                          <a:ext uri="{FF2B5EF4-FFF2-40B4-BE49-F238E27FC236}">
                            <a16:creationId xmlns:a16="http://schemas.microsoft.com/office/drawing/2014/main" id="{D18B062B-A192-8AE8-3BB7-67EA6D905DC6}"/>
                          </a:ext>
                        </a:extLst>
                      </p:cNvPr>
                      <p:cNvGrpSpPr/>
                      <p:nvPr/>
                    </p:nvGrpSpPr>
                    <p:grpSpPr>
                      <a:xfrm flipH="1">
                        <a:off x="6478587" y="3446461"/>
                        <a:ext cx="214313" cy="214313"/>
                        <a:chOff x="5354637" y="3446463"/>
                        <a:chExt cx="214313" cy="214313"/>
                      </a:xfrm>
                    </p:grpSpPr>
                    <p:sp>
                      <p:nvSpPr>
                        <p:cNvPr id="1093" name="Arc 1092">
                          <a:extLst>
                            <a:ext uri="{FF2B5EF4-FFF2-40B4-BE49-F238E27FC236}">
                              <a16:creationId xmlns:a16="http://schemas.microsoft.com/office/drawing/2014/main" id="{4A9607A5-0759-4F2D-8454-6F30D7C58DF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94" name="Arc 1093">
                          <a:extLst>
                            <a:ext uri="{FF2B5EF4-FFF2-40B4-BE49-F238E27FC236}">
                              <a16:creationId xmlns:a16="http://schemas.microsoft.com/office/drawing/2014/main" id="{8C901638-5B3C-3A9A-C36F-C582A69C062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89" name="Group 1088">
                        <a:extLst>
                          <a:ext uri="{FF2B5EF4-FFF2-40B4-BE49-F238E27FC236}">
                            <a16:creationId xmlns:a16="http://schemas.microsoft.com/office/drawing/2014/main" id="{7401FCC7-04DC-AABE-CDE4-630350ED0DA4}"/>
                          </a:ext>
                        </a:extLst>
                      </p:cNvPr>
                      <p:cNvGrpSpPr/>
                      <p:nvPr/>
                    </p:nvGrpSpPr>
                    <p:grpSpPr>
                      <a:xfrm rot="14400000" flipH="1">
                        <a:off x="6434137" y="3402011"/>
                        <a:ext cx="303213" cy="303213"/>
                        <a:chOff x="5354637" y="3446463"/>
                        <a:chExt cx="214313" cy="214313"/>
                      </a:xfrm>
                    </p:grpSpPr>
                    <p:sp>
                      <p:nvSpPr>
                        <p:cNvPr id="1091" name="Arc 1090">
                          <a:extLst>
                            <a:ext uri="{FF2B5EF4-FFF2-40B4-BE49-F238E27FC236}">
                              <a16:creationId xmlns:a16="http://schemas.microsoft.com/office/drawing/2014/main" id="{CA3E79FD-EBE9-BE85-91B4-E8FD6DF2AA7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92" name="Arc 1091">
                          <a:extLst>
                            <a:ext uri="{FF2B5EF4-FFF2-40B4-BE49-F238E27FC236}">
                              <a16:creationId xmlns:a16="http://schemas.microsoft.com/office/drawing/2014/main" id="{0A734A42-988F-D707-9133-7D74BBBECBC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90" name="TextBox 1089">
                        <a:extLst>
                          <a:ext uri="{FF2B5EF4-FFF2-40B4-BE49-F238E27FC236}">
                            <a16:creationId xmlns:a16="http://schemas.microsoft.com/office/drawing/2014/main" id="{AC6394A6-840A-CA20-09F1-D4B31BF63B29}"/>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75" name="Group 1074">
                    <a:extLst>
                      <a:ext uri="{FF2B5EF4-FFF2-40B4-BE49-F238E27FC236}">
                        <a16:creationId xmlns:a16="http://schemas.microsoft.com/office/drawing/2014/main" id="{8E234343-74B3-2BAC-C08E-28D4C1223ED4}"/>
                      </a:ext>
                    </a:extLst>
                  </p:cNvPr>
                  <p:cNvGrpSpPr/>
                  <p:nvPr/>
                </p:nvGrpSpPr>
                <p:grpSpPr>
                  <a:xfrm>
                    <a:off x="6197413" y="3225768"/>
                    <a:ext cx="393192" cy="393192"/>
                    <a:chOff x="6389147" y="3932622"/>
                    <a:chExt cx="393192" cy="393192"/>
                  </a:xfrm>
                </p:grpSpPr>
                <p:grpSp>
                  <p:nvGrpSpPr>
                    <p:cNvPr id="1076" name="Group 1075">
                      <a:extLst>
                        <a:ext uri="{FF2B5EF4-FFF2-40B4-BE49-F238E27FC236}">
                          <a16:creationId xmlns:a16="http://schemas.microsoft.com/office/drawing/2014/main" id="{81C8BDEB-15D7-0EFE-6094-B503BE15D40A}"/>
                        </a:ext>
                      </a:extLst>
                    </p:cNvPr>
                    <p:cNvGrpSpPr/>
                    <p:nvPr/>
                  </p:nvGrpSpPr>
                  <p:grpSpPr>
                    <a:xfrm flipH="1">
                      <a:off x="6478587" y="4022061"/>
                      <a:ext cx="214313" cy="214313"/>
                      <a:chOff x="5354637" y="3446463"/>
                      <a:chExt cx="214313" cy="214313"/>
                    </a:xfrm>
                  </p:grpSpPr>
                  <p:sp>
                    <p:nvSpPr>
                      <p:cNvPr id="1084" name="Arc 1083">
                        <a:extLst>
                          <a:ext uri="{FF2B5EF4-FFF2-40B4-BE49-F238E27FC236}">
                            <a16:creationId xmlns:a16="http://schemas.microsoft.com/office/drawing/2014/main" id="{7DA5AAE1-2DA4-48FC-6C24-F8A81CFB235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85" name="Arc 1084">
                        <a:extLst>
                          <a:ext uri="{FF2B5EF4-FFF2-40B4-BE49-F238E27FC236}">
                            <a16:creationId xmlns:a16="http://schemas.microsoft.com/office/drawing/2014/main" id="{0EAB73C6-8E49-1661-7BEB-621ADB82AF4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77" name="Group 1076">
                      <a:extLst>
                        <a:ext uri="{FF2B5EF4-FFF2-40B4-BE49-F238E27FC236}">
                          <a16:creationId xmlns:a16="http://schemas.microsoft.com/office/drawing/2014/main" id="{4B2A611E-5257-466A-2B29-C55EFB231971}"/>
                        </a:ext>
                      </a:extLst>
                    </p:cNvPr>
                    <p:cNvGrpSpPr/>
                    <p:nvPr/>
                  </p:nvGrpSpPr>
                  <p:grpSpPr>
                    <a:xfrm rot="7200000" flipH="1">
                      <a:off x="6434137" y="3977611"/>
                      <a:ext cx="303213" cy="303213"/>
                      <a:chOff x="5354637" y="3446463"/>
                      <a:chExt cx="214313" cy="214313"/>
                    </a:xfrm>
                  </p:grpSpPr>
                  <p:sp>
                    <p:nvSpPr>
                      <p:cNvPr id="1082" name="Arc 1081">
                        <a:extLst>
                          <a:ext uri="{FF2B5EF4-FFF2-40B4-BE49-F238E27FC236}">
                            <a16:creationId xmlns:a16="http://schemas.microsoft.com/office/drawing/2014/main" id="{20E10F61-4154-A512-4092-B42235D8DEB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83" name="Arc 1082">
                        <a:extLst>
                          <a:ext uri="{FF2B5EF4-FFF2-40B4-BE49-F238E27FC236}">
                            <a16:creationId xmlns:a16="http://schemas.microsoft.com/office/drawing/2014/main" id="{72F8E00C-BD14-196C-F9AC-EF8F9D12F93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78" name="Group 1077">
                      <a:extLst>
                        <a:ext uri="{FF2B5EF4-FFF2-40B4-BE49-F238E27FC236}">
                          <a16:creationId xmlns:a16="http://schemas.microsoft.com/office/drawing/2014/main" id="{36E7BC82-050D-BA20-54D1-A305165F31C5}"/>
                        </a:ext>
                      </a:extLst>
                    </p:cNvPr>
                    <p:cNvGrpSpPr/>
                    <p:nvPr/>
                  </p:nvGrpSpPr>
                  <p:grpSpPr>
                    <a:xfrm rot="14400000" flipH="1">
                      <a:off x="6389147" y="3932622"/>
                      <a:ext cx="393192" cy="393192"/>
                      <a:chOff x="5354637" y="3446463"/>
                      <a:chExt cx="214313" cy="214313"/>
                    </a:xfrm>
                  </p:grpSpPr>
                  <p:sp>
                    <p:nvSpPr>
                      <p:cNvPr id="1080" name="Arc 1079">
                        <a:extLst>
                          <a:ext uri="{FF2B5EF4-FFF2-40B4-BE49-F238E27FC236}">
                            <a16:creationId xmlns:a16="http://schemas.microsoft.com/office/drawing/2014/main" id="{5FFE4EF2-92A9-28B9-E865-004171BFAD7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81" name="Arc 1080">
                        <a:extLst>
                          <a:ext uri="{FF2B5EF4-FFF2-40B4-BE49-F238E27FC236}">
                            <a16:creationId xmlns:a16="http://schemas.microsoft.com/office/drawing/2014/main" id="{611868A7-3A82-5DB0-B9AD-737939E7CD9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79" name="TextBox 1078">
                      <a:extLst>
                        <a:ext uri="{FF2B5EF4-FFF2-40B4-BE49-F238E27FC236}">
                          <a16:creationId xmlns:a16="http://schemas.microsoft.com/office/drawing/2014/main" id="{6C1F9148-E47A-2BAE-E4CB-D476922BBBA5}"/>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975" name="Group 974">
                <a:extLst>
                  <a:ext uri="{FF2B5EF4-FFF2-40B4-BE49-F238E27FC236}">
                    <a16:creationId xmlns:a16="http://schemas.microsoft.com/office/drawing/2014/main" id="{0D3F6C1E-C0E1-0B1C-ED2E-6B290A2D0D6A}"/>
                  </a:ext>
                </a:extLst>
              </p:cNvPr>
              <p:cNvGrpSpPr/>
              <p:nvPr/>
            </p:nvGrpSpPr>
            <p:grpSpPr>
              <a:xfrm>
                <a:off x="6065340" y="2039507"/>
                <a:ext cx="1643204" cy="1593124"/>
                <a:chOff x="5445106" y="2644743"/>
                <a:chExt cx="1643204" cy="1593124"/>
              </a:xfrm>
            </p:grpSpPr>
            <p:grpSp>
              <p:nvGrpSpPr>
                <p:cNvPr id="976" name="Group 975">
                  <a:extLst>
                    <a:ext uri="{FF2B5EF4-FFF2-40B4-BE49-F238E27FC236}">
                      <a16:creationId xmlns:a16="http://schemas.microsoft.com/office/drawing/2014/main" id="{6CE10D1D-586A-9BC2-810A-2072457CAF83}"/>
                    </a:ext>
                  </a:extLst>
                </p:cNvPr>
                <p:cNvGrpSpPr/>
                <p:nvPr/>
              </p:nvGrpSpPr>
              <p:grpSpPr>
                <a:xfrm>
                  <a:off x="5445106" y="2644743"/>
                  <a:ext cx="1019224" cy="991639"/>
                  <a:chOff x="5886431" y="3225768"/>
                  <a:chExt cx="1019224" cy="991639"/>
                </a:xfrm>
              </p:grpSpPr>
              <p:grpSp>
                <p:nvGrpSpPr>
                  <p:cNvPr id="1024" name="Group 1023">
                    <a:extLst>
                      <a:ext uri="{FF2B5EF4-FFF2-40B4-BE49-F238E27FC236}">
                        <a16:creationId xmlns:a16="http://schemas.microsoft.com/office/drawing/2014/main" id="{42280903-255C-501D-77DD-30767744A207}"/>
                      </a:ext>
                    </a:extLst>
                  </p:cNvPr>
                  <p:cNvGrpSpPr/>
                  <p:nvPr/>
                </p:nvGrpSpPr>
                <p:grpSpPr>
                  <a:xfrm>
                    <a:off x="6197413" y="3824215"/>
                    <a:ext cx="393192" cy="393192"/>
                    <a:chOff x="5265196" y="3357021"/>
                    <a:chExt cx="393192" cy="393192"/>
                  </a:xfrm>
                </p:grpSpPr>
                <p:grpSp>
                  <p:nvGrpSpPr>
                    <p:cNvPr id="1059" name="Group 1058">
                      <a:extLst>
                        <a:ext uri="{FF2B5EF4-FFF2-40B4-BE49-F238E27FC236}">
                          <a16:creationId xmlns:a16="http://schemas.microsoft.com/office/drawing/2014/main" id="{C8D4C44D-E828-97DF-73C4-DC3E6854DCE5}"/>
                        </a:ext>
                      </a:extLst>
                    </p:cNvPr>
                    <p:cNvGrpSpPr/>
                    <p:nvPr/>
                  </p:nvGrpSpPr>
                  <p:grpSpPr>
                    <a:xfrm rot="14400000">
                      <a:off x="5265196" y="3357021"/>
                      <a:ext cx="393192" cy="393192"/>
                      <a:chOff x="5354637" y="3446463"/>
                      <a:chExt cx="214313" cy="214313"/>
                    </a:xfrm>
                  </p:grpSpPr>
                  <p:sp>
                    <p:nvSpPr>
                      <p:cNvPr id="1068" name="Arc 1067">
                        <a:extLst>
                          <a:ext uri="{FF2B5EF4-FFF2-40B4-BE49-F238E27FC236}">
                            <a16:creationId xmlns:a16="http://schemas.microsoft.com/office/drawing/2014/main" id="{8635228C-1BB9-24A7-153C-4713D7C2688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9" name="Arc 1068">
                        <a:extLst>
                          <a:ext uri="{FF2B5EF4-FFF2-40B4-BE49-F238E27FC236}">
                            <a16:creationId xmlns:a16="http://schemas.microsoft.com/office/drawing/2014/main" id="{0D178A17-0E9E-1BC4-F363-35750315963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60" name="Group 1059">
                      <a:extLst>
                        <a:ext uri="{FF2B5EF4-FFF2-40B4-BE49-F238E27FC236}">
                          <a16:creationId xmlns:a16="http://schemas.microsoft.com/office/drawing/2014/main" id="{5A0F0523-816F-C3ED-5CE7-C432B933026C}"/>
                        </a:ext>
                      </a:extLst>
                    </p:cNvPr>
                    <p:cNvGrpSpPr/>
                    <p:nvPr/>
                  </p:nvGrpSpPr>
                  <p:grpSpPr>
                    <a:xfrm>
                      <a:off x="5310186" y="3402011"/>
                      <a:ext cx="303213" cy="303213"/>
                      <a:chOff x="5310186" y="3402011"/>
                      <a:chExt cx="303213" cy="303213"/>
                    </a:xfrm>
                  </p:grpSpPr>
                  <p:grpSp>
                    <p:nvGrpSpPr>
                      <p:cNvPr id="1061" name="Group 1060">
                        <a:extLst>
                          <a:ext uri="{FF2B5EF4-FFF2-40B4-BE49-F238E27FC236}">
                            <a16:creationId xmlns:a16="http://schemas.microsoft.com/office/drawing/2014/main" id="{50ACC0C7-24B2-3F96-C8D6-BAEE15A421BC}"/>
                          </a:ext>
                        </a:extLst>
                      </p:cNvPr>
                      <p:cNvGrpSpPr/>
                      <p:nvPr/>
                    </p:nvGrpSpPr>
                    <p:grpSpPr>
                      <a:xfrm>
                        <a:off x="5354636" y="3446461"/>
                        <a:ext cx="214313" cy="214313"/>
                        <a:chOff x="5354637" y="3446463"/>
                        <a:chExt cx="214313" cy="214313"/>
                      </a:xfrm>
                    </p:grpSpPr>
                    <p:sp>
                      <p:nvSpPr>
                        <p:cNvPr id="1066" name="Arc 1065">
                          <a:extLst>
                            <a:ext uri="{FF2B5EF4-FFF2-40B4-BE49-F238E27FC236}">
                              <a16:creationId xmlns:a16="http://schemas.microsoft.com/office/drawing/2014/main" id="{77BF80DD-8F28-95DD-8AB1-08FA49BED1D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7" name="Arc 1066">
                          <a:extLst>
                            <a:ext uri="{FF2B5EF4-FFF2-40B4-BE49-F238E27FC236}">
                              <a16:creationId xmlns:a16="http://schemas.microsoft.com/office/drawing/2014/main" id="{A7B25B73-64CC-B300-9009-0E22AA35032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62" name="Group 1061">
                        <a:extLst>
                          <a:ext uri="{FF2B5EF4-FFF2-40B4-BE49-F238E27FC236}">
                            <a16:creationId xmlns:a16="http://schemas.microsoft.com/office/drawing/2014/main" id="{B7FA9FD2-8879-D276-0C0C-AEFF583BCDC0}"/>
                          </a:ext>
                        </a:extLst>
                      </p:cNvPr>
                      <p:cNvGrpSpPr/>
                      <p:nvPr/>
                    </p:nvGrpSpPr>
                    <p:grpSpPr>
                      <a:xfrm rot="7200000">
                        <a:off x="5310186" y="3402011"/>
                        <a:ext cx="303213" cy="303213"/>
                        <a:chOff x="5354637" y="3446463"/>
                        <a:chExt cx="214313" cy="214313"/>
                      </a:xfrm>
                    </p:grpSpPr>
                    <p:sp>
                      <p:nvSpPr>
                        <p:cNvPr id="1064" name="Arc 1063">
                          <a:extLst>
                            <a:ext uri="{FF2B5EF4-FFF2-40B4-BE49-F238E27FC236}">
                              <a16:creationId xmlns:a16="http://schemas.microsoft.com/office/drawing/2014/main" id="{711D7276-0293-3B2B-78BA-F1B5D82B80D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5" name="Arc 1064">
                          <a:extLst>
                            <a:ext uri="{FF2B5EF4-FFF2-40B4-BE49-F238E27FC236}">
                              <a16:creationId xmlns:a16="http://schemas.microsoft.com/office/drawing/2014/main" id="{F31D510A-BF89-A4FD-0763-0CB88554E28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63" name="TextBox 1062">
                        <a:extLst>
                          <a:ext uri="{FF2B5EF4-FFF2-40B4-BE49-F238E27FC236}">
                            <a16:creationId xmlns:a16="http://schemas.microsoft.com/office/drawing/2014/main" id="{2B815C4E-928C-C154-AC44-97EBB0B9E806}"/>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25" name="Group 1024">
                    <a:extLst>
                      <a:ext uri="{FF2B5EF4-FFF2-40B4-BE49-F238E27FC236}">
                        <a16:creationId xmlns:a16="http://schemas.microsoft.com/office/drawing/2014/main" id="{CEA1EE9D-823F-1E9C-ECB4-8B7C36F78B30}"/>
                      </a:ext>
                    </a:extLst>
                  </p:cNvPr>
                  <p:cNvGrpSpPr/>
                  <p:nvPr/>
                </p:nvGrpSpPr>
                <p:grpSpPr>
                  <a:xfrm>
                    <a:off x="5886431" y="3525040"/>
                    <a:ext cx="393192" cy="393192"/>
                    <a:chOff x="5265196" y="3932619"/>
                    <a:chExt cx="393192" cy="393192"/>
                  </a:xfrm>
                </p:grpSpPr>
                <p:grpSp>
                  <p:nvGrpSpPr>
                    <p:cNvPr id="1049" name="Group 1048">
                      <a:extLst>
                        <a:ext uri="{FF2B5EF4-FFF2-40B4-BE49-F238E27FC236}">
                          <a16:creationId xmlns:a16="http://schemas.microsoft.com/office/drawing/2014/main" id="{08A694E7-40EA-A898-970F-A33524C901BD}"/>
                        </a:ext>
                      </a:extLst>
                    </p:cNvPr>
                    <p:cNvGrpSpPr/>
                    <p:nvPr/>
                  </p:nvGrpSpPr>
                  <p:grpSpPr>
                    <a:xfrm>
                      <a:off x="5354636" y="4022061"/>
                      <a:ext cx="214313" cy="214313"/>
                      <a:chOff x="5354637" y="3446463"/>
                      <a:chExt cx="214313" cy="214313"/>
                    </a:xfrm>
                  </p:grpSpPr>
                  <p:sp>
                    <p:nvSpPr>
                      <p:cNvPr id="1057" name="Arc 1056">
                        <a:extLst>
                          <a:ext uri="{FF2B5EF4-FFF2-40B4-BE49-F238E27FC236}">
                            <a16:creationId xmlns:a16="http://schemas.microsoft.com/office/drawing/2014/main" id="{F283BB0B-336A-FE93-5EAB-E16F035E3EA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8" name="Arc 1057">
                        <a:extLst>
                          <a:ext uri="{FF2B5EF4-FFF2-40B4-BE49-F238E27FC236}">
                            <a16:creationId xmlns:a16="http://schemas.microsoft.com/office/drawing/2014/main" id="{78DE23BA-3EEC-63BB-B768-877331438BA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50" name="Group 1049">
                      <a:extLst>
                        <a:ext uri="{FF2B5EF4-FFF2-40B4-BE49-F238E27FC236}">
                          <a16:creationId xmlns:a16="http://schemas.microsoft.com/office/drawing/2014/main" id="{83A71CE0-3B57-BDA4-9294-6470EFFD6E0D}"/>
                        </a:ext>
                      </a:extLst>
                    </p:cNvPr>
                    <p:cNvGrpSpPr/>
                    <p:nvPr/>
                  </p:nvGrpSpPr>
                  <p:grpSpPr>
                    <a:xfrm rot="14400000">
                      <a:off x="5310186" y="3977611"/>
                      <a:ext cx="303213" cy="303213"/>
                      <a:chOff x="5354637" y="3446463"/>
                      <a:chExt cx="214313" cy="214313"/>
                    </a:xfrm>
                  </p:grpSpPr>
                  <p:sp>
                    <p:nvSpPr>
                      <p:cNvPr id="1055" name="Arc 1054">
                        <a:extLst>
                          <a:ext uri="{FF2B5EF4-FFF2-40B4-BE49-F238E27FC236}">
                            <a16:creationId xmlns:a16="http://schemas.microsoft.com/office/drawing/2014/main" id="{BF3D33B5-5261-A082-B9DD-8A91AAD2BB3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6" name="Arc 1055">
                        <a:extLst>
                          <a:ext uri="{FF2B5EF4-FFF2-40B4-BE49-F238E27FC236}">
                            <a16:creationId xmlns:a16="http://schemas.microsoft.com/office/drawing/2014/main" id="{4713E455-6926-351D-BBDC-A2AED7B0F40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51" name="Group 1050">
                      <a:extLst>
                        <a:ext uri="{FF2B5EF4-FFF2-40B4-BE49-F238E27FC236}">
                          <a16:creationId xmlns:a16="http://schemas.microsoft.com/office/drawing/2014/main" id="{4AD93974-79D4-AA01-2F91-EA36F2EB3071}"/>
                        </a:ext>
                      </a:extLst>
                    </p:cNvPr>
                    <p:cNvGrpSpPr/>
                    <p:nvPr/>
                  </p:nvGrpSpPr>
                  <p:grpSpPr>
                    <a:xfrm rot="7200000">
                      <a:off x="5265196" y="3932619"/>
                      <a:ext cx="393192" cy="393192"/>
                      <a:chOff x="5354637" y="3446463"/>
                      <a:chExt cx="214313" cy="214313"/>
                    </a:xfrm>
                  </p:grpSpPr>
                  <p:sp>
                    <p:nvSpPr>
                      <p:cNvPr id="1053" name="Arc 1052">
                        <a:extLst>
                          <a:ext uri="{FF2B5EF4-FFF2-40B4-BE49-F238E27FC236}">
                            <a16:creationId xmlns:a16="http://schemas.microsoft.com/office/drawing/2014/main" id="{C0C41091-A32C-C99F-C889-EA2857CC506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4" name="Arc 1053">
                        <a:extLst>
                          <a:ext uri="{FF2B5EF4-FFF2-40B4-BE49-F238E27FC236}">
                            <a16:creationId xmlns:a16="http://schemas.microsoft.com/office/drawing/2014/main" id="{F170D522-D51D-33F8-8A9B-734651AE715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52" name="TextBox 1051">
                      <a:extLst>
                        <a:ext uri="{FF2B5EF4-FFF2-40B4-BE49-F238E27FC236}">
                          <a16:creationId xmlns:a16="http://schemas.microsoft.com/office/drawing/2014/main" id="{319C110D-E706-5A11-89E8-56E17012380A}"/>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026" name="Group 1025">
                    <a:extLst>
                      <a:ext uri="{FF2B5EF4-FFF2-40B4-BE49-F238E27FC236}">
                        <a16:creationId xmlns:a16="http://schemas.microsoft.com/office/drawing/2014/main" id="{AC401FDE-A4A9-E2E8-4380-D3662CCE9E46}"/>
                      </a:ext>
                    </a:extLst>
                  </p:cNvPr>
                  <p:cNvGrpSpPr/>
                  <p:nvPr/>
                </p:nvGrpSpPr>
                <p:grpSpPr>
                  <a:xfrm>
                    <a:off x="6512463" y="3525040"/>
                    <a:ext cx="393192" cy="393192"/>
                    <a:chOff x="6389147" y="3357021"/>
                    <a:chExt cx="393192" cy="393192"/>
                  </a:xfrm>
                </p:grpSpPr>
                <p:grpSp>
                  <p:nvGrpSpPr>
                    <p:cNvPr id="1038" name="Group 1037">
                      <a:extLst>
                        <a:ext uri="{FF2B5EF4-FFF2-40B4-BE49-F238E27FC236}">
                          <a16:creationId xmlns:a16="http://schemas.microsoft.com/office/drawing/2014/main" id="{E6317CA0-BC58-0A7A-0D64-733DD657C111}"/>
                        </a:ext>
                      </a:extLst>
                    </p:cNvPr>
                    <p:cNvGrpSpPr/>
                    <p:nvPr/>
                  </p:nvGrpSpPr>
                  <p:grpSpPr>
                    <a:xfrm rot="7200000" flipH="1">
                      <a:off x="6389147" y="3357021"/>
                      <a:ext cx="393192" cy="393192"/>
                      <a:chOff x="5354637" y="3446463"/>
                      <a:chExt cx="214313" cy="214313"/>
                    </a:xfrm>
                  </p:grpSpPr>
                  <p:sp>
                    <p:nvSpPr>
                      <p:cNvPr id="1047" name="Arc 1046">
                        <a:extLst>
                          <a:ext uri="{FF2B5EF4-FFF2-40B4-BE49-F238E27FC236}">
                            <a16:creationId xmlns:a16="http://schemas.microsoft.com/office/drawing/2014/main" id="{90EFF949-8974-6D05-6734-0F73B69EC1E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48" name="Arc 1047">
                        <a:extLst>
                          <a:ext uri="{FF2B5EF4-FFF2-40B4-BE49-F238E27FC236}">
                            <a16:creationId xmlns:a16="http://schemas.microsoft.com/office/drawing/2014/main" id="{6989BC85-2E84-85C8-E36A-822FC249D25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39" name="Group 1038">
                      <a:extLst>
                        <a:ext uri="{FF2B5EF4-FFF2-40B4-BE49-F238E27FC236}">
                          <a16:creationId xmlns:a16="http://schemas.microsoft.com/office/drawing/2014/main" id="{3B4AEBB9-6D68-6B4E-9474-AEAA1F1DFAEC}"/>
                        </a:ext>
                      </a:extLst>
                    </p:cNvPr>
                    <p:cNvGrpSpPr/>
                    <p:nvPr/>
                  </p:nvGrpSpPr>
                  <p:grpSpPr>
                    <a:xfrm>
                      <a:off x="6434137" y="3402011"/>
                      <a:ext cx="303213" cy="303213"/>
                      <a:chOff x="6434137" y="3402011"/>
                      <a:chExt cx="303213" cy="303213"/>
                    </a:xfrm>
                  </p:grpSpPr>
                  <p:grpSp>
                    <p:nvGrpSpPr>
                      <p:cNvPr id="1040" name="Group 1039">
                        <a:extLst>
                          <a:ext uri="{FF2B5EF4-FFF2-40B4-BE49-F238E27FC236}">
                            <a16:creationId xmlns:a16="http://schemas.microsoft.com/office/drawing/2014/main" id="{029CC255-EBCA-A6A6-F356-3F6E2909B74C}"/>
                          </a:ext>
                        </a:extLst>
                      </p:cNvPr>
                      <p:cNvGrpSpPr/>
                      <p:nvPr/>
                    </p:nvGrpSpPr>
                    <p:grpSpPr>
                      <a:xfrm flipH="1">
                        <a:off x="6478587" y="3446461"/>
                        <a:ext cx="214313" cy="214313"/>
                        <a:chOff x="5354637" y="3446463"/>
                        <a:chExt cx="214313" cy="214313"/>
                      </a:xfrm>
                    </p:grpSpPr>
                    <p:sp>
                      <p:nvSpPr>
                        <p:cNvPr id="1045" name="Arc 1044">
                          <a:extLst>
                            <a:ext uri="{FF2B5EF4-FFF2-40B4-BE49-F238E27FC236}">
                              <a16:creationId xmlns:a16="http://schemas.microsoft.com/office/drawing/2014/main" id="{64C819FA-F0D4-7C14-BE63-941D4EA3CFA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46" name="Arc 1045">
                          <a:extLst>
                            <a:ext uri="{FF2B5EF4-FFF2-40B4-BE49-F238E27FC236}">
                              <a16:creationId xmlns:a16="http://schemas.microsoft.com/office/drawing/2014/main" id="{24F91592-3729-FCEF-B618-352A154026C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41" name="Group 1040">
                        <a:extLst>
                          <a:ext uri="{FF2B5EF4-FFF2-40B4-BE49-F238E27FC236}">
                            <a16:creationId xmlns:a16="http://schemas.microsoft.com/office/drawing/2014/main" id="{5879C449-9CDF-5D41-7D7B-513D2E07527D}"/>
                          </a:ext>
                        </a:extLst>
                      </p:cNvPr>
                      <p:cNvGrpSpPr/>
                      <p:nvPr/>
                    </p:nvGrpSpPr>
                    <p:grpSpPr>
                      <a:xfrm rot="14400000" flipH="1">
                        <a:off x="6434137" y="3402011"/>
                        <a:ext cx="303213" cy="303213"/>
                        <a:chOff x="5354637" y="3446463"/>
                        <a:chExt cx="214313" cy="214313"/>
                      </a:xfrm>
                    </p:grpSpPr>
                    <p:sp>
                      <p:nvSpPr>
                        <p:cNvPr id="1043" name="Arc 1042">
                          <a:extLst>
                            <a:ext uri="{FF2B5EF4-FFF2-40B4-BE49-F238E27FC236}">
                              <a16:creationId xmlns:a16="http://schemas.microsoft.com/office/drawing/2014/main" id="{FCF8C721-D87A-AD53-0250-EE4394405A7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44" name="Arc 1043">
                          <a:extLst>
                            <a:ext uri="{FF2B5EF4-FFF2-40B4-BE49-F238E27FC236}">
                              <a16:creationId xmlns:a16="http://schemas.microsoft.com/office/drawing/2014/main" id="{BC988B38-2AF5-1CBE-D2BA-CEC6E374BC7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42" name="TextBox 1041">
                        <a:extLst>
                          <a:ext uri="{FF2B5EF4-FFF2-40B4-BE49-F238E27FC236}">
                            <a16:creationId xmlns:a16="http://schemas.microsoft.com/office/drawing/2014/main" id="{05CC6FBA-04A0-1854-5D1A-CFDFD2A4D192}"/>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27" name="Group 1026">
                    <a:extLst>
                      <a:ext uri="{FF2B5EF4-FFF2-40B4-BE49-F238E27FC236}">
                        <a16:creationId xmlns:a16="http://schemas.microsoft.com/office/drawing/2014/main" id="{971F60A2-66D5-0A70-4BCA-06D58522ED40}"/>
                      </a:ext>
                    </a:extLst>
                  </p:cNvPr>
                  <p:cNvGrpSpPr/>
                  <p:nvPr/>
                </p:nvGrpSpPr>
                <p:grpSpPr>
                  <a:xfrm>
                    <a:off x="6197413" y="3225768"/>
                    <a:ext cx="393192" cy="393192"/>
                    <a:chOff x="6389147" y="3932622"/>
                    <a:chExt cx="393192" cy="393192"/>
                  </a:xfrm>
                </p:grpSpPr>
                <p:grpSp>
                  <p:nvGrpSpPr>
                    <p:cNvPr id="1028" name="Group 1027">
                      <a:extLst>
                        <a:ext uri="{FF2B5EF4-FFF2-40B4-BE49-F238E27FC236}">
                          <a16:creationId xmlns:a16="http://schemas.microsoft.com/office/drawing/2014/main" id="{979F7543-9309-85CF-60D8-EF957A083102}"/>
                        </a:ext>
                      </a:extLst>
                    </p:cNvPr>
                    <p:cNvGrpSpPr/>
                    <p:nvPr/>
                  </p:nvGrpSpPr>
                  <p:grpSpPr>
                    <a:xfrm flipH="1">
                      <a:off x="6478587" y="4022061"/>
                      <a:ext cx="214313" cy="214313"/>
                      <a:chOff x="5354637" y="3446463"/>
                      <a:chExt cx="214313" cy="214313"/>
                    </a:xfrm>
                  </p:grpSpPr>
                  <p:sp>
                    <p:nvSpPr>
                      <p:cNvPr id="1036" name="Arc 1035">
                        <a:extLst>
                          <a:ext uri="{FF2B5EF4-FFF2-40B4-BE49-F238E27FC236}">
                            <a16:creationId xmlns:a16="http://schemas.microsoft.com/office/drawing/2014/main" id="{3E955FD5-C641-23DE-DDE3-A2504507A96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7" name="Arc 1036">
                        <a:extLst>
                          <a:ext uri="{FF2B5EF4-FFF2-40B4-BE49-F238E27FC236}">
                            <a16:creationId xmlns:a16="http://schemas.microsoft.com/office/drawing/2014/main" id="{3E4399F6-0259-DB1B-C1B8-37AA7F47160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29" name="Group 1028">
                      <a:extLst>
                        <a:ext uri="{FF2B5EF4-FFF2-40B4-BE49-F238E27FC236}">
                          <a16:creationId xmlns:a16="http://schemas.microsoft.com/office/drawing/2014/main" id="{BC530948-F97C-8351-65EF-B067B8DAD193}"/>
                        </a:ext>
                      </a:extLst>
                    </p:cNvPr>
                    <p:cNvGrpSpPr/>
                    <p:nvPr/>
                  </p:nvGrpSpPr>
                  <p:grpSpPr>
                    <a:xfrm rot="7200000" flipH="1">
                      <a:off x="6434137" y="3977611"/>
                      <a:ext cx="303213" cy="303213"/>
                      <a:chOff x="5354637" y="3446463"/>
                      <a:chExt cx="214313" cy="214313"/>
                    </a:xfrm>
                  </p:grpSpPr>
                  <p:sp>
                    <p:nvSpPr>
                      <p:cNvPr id="1034" name="Arc 1033">
                        <a:extLst>
                          <a:ext uri="{FF2B5EF4-FFF2-40B4-BE49-F238E27FC236}">
                            <a16:creationId xmlns:a16="http://schemas.microsoft.com/office/drawing/2014/main" id="{0F5CA288-9BF1-B8F7-70D1-302B462F942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5" name="Arc 1034">
                        <a:extLst>
                          <a:ext uri="{FF2B5EF4-FFF2-40B4-BE49-F238E27FC236}">
                            <a16:creationId xmlns:a16="http://schemas.microsoft.com/office/drawing/2014/main" id="{54780961-B827-9442-8677-ACE2AF09E4E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30" name="Group 1029">
                      <a:extLst>
                        <a:ext uri="{FF2B5EF4-FFF2-40B4-BE49-F238E27FC236}">
                          <a16:creationId xmlns:a16="http://schemas.microsoft.com/office/drawing/2014/main" id="{F0E8130A-11AC-832E-2423-F783F3C481C0}"/>
                        </a:ext>
                      </a:extLst>
                    </p:cNvPr>
                    <p:cNvGrpSpPr/>
                    <p:nvPr/>
                  </p:nvGrpSpPr>
                  <p:grpSpPr>
                    <a:xfrm rot="14400000" flipH="1">
                      <a:off x="6389147" y="3932622"/>
                      <a:ext cx="393192" cy="393192"/>
                      <a:chOff x="5354637" y="3446463"/>
                      <a:chExt cx="214313" cy="214313"/>
                    </a:xfrm>
                  </p:grpSpPr>
                  <p:sp>
                    <p:nvSpPr>
                      <p:cNvPr id="1032" name="Arc 1031">
                        <a:extLst>
                          <a:ext uri="{FF2B5EF4-FFF2-40B4-BE49-F238E27FC236}">
                            <a16:creationId xmlns:a16="http://schemas.microsoft.com/office/drawing/2014/main" id="{945757AF-3F70-7CFB-7DA2-7885E4F4AF1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3" name="Arc 1032">
                        <a:extLst>
                          <a:ext uri="{FF2B5EF4-FFF2-40B4-BE49-F238E27FC236}">
                            <a16:creationId xmlns:a16="http://schemas.microsoft.com/office/drawing/2014/main" id="{40F86F7A-934E-0562-BC1B-1BDD8CA6EC7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31" name="TextBox 1030">
                      <a:extLst>
                        <a:ext uri="{FF2B5EF4-FFF2-40B4-BE49-F238E27FC236}">
                          <a16:creationId xmlns:a16="http://schemas.microsoft.com/office/drawing/2014/main" id="{62F13BE0-F238-D890-4472-A87225E2282D}"/>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77" name="Group 976">
                  <a:extLst>
                    <a:ext uri="{FF2B5EF4-FFF2-40B4-BE49-F238E27FC236}">
                      <a16:creationId xmlns:a16="http://schemas.microsoft.com/office/drawing/2014/main" id="{557B0B1F-2581-849A-E2EB-CAD2E357AD44}"/>
                    </a:ext>
                  </a:extLst>
                </p:cNvPr>
                <p:cNvGrpSpPr/>
                <p:nvPr/>
              </p:nvGrpSpPr>
              <p:grpSpPr>
                <a:xfrm>
                  <a:off x="6069086" y="3246228"/>
                  <a:ext cx="1019224" cy="991639"/>
                  <a:chOff x="5886431" y="3225768"/>
                  <a:chExt cx="1019224" cy="991639"/>
                </a:xfrm>
              </p:grpSpPr>
              <p:grpSp>
                <p:nvGrpSpPr>
                  <p:cNvPr id="978" name="Group 977">
                    <a:extLst>
                      <a:ext uri="{FF2B5EF4-FFF2-40B4-BE49-F238E27FC236}">
                        <a16:creationId xmlns:a16="http://schemas.microsoft.com/office/drawing/2014/main" id="{E723560F-87CE-8931-ED4C-A2435BA99B75}"/>
                      </a:ext>
                    </a:extLst>
                  </p:cNvPr>
                  <p:cNvGrpSpPr/>
                  <p:nvPr/>
                </p:nvGrpSpPr>
                <p:grpSpPr>
                  <a:xfrm>
                    <a:off x="6197413" y="3824215"/>
                    <a:ext cx="393192" cy="393192"/>
                    <a:chOff x="5265196" y="3357021"/>
                    <a:chExt cx="393192" cy="393192"/>
                  </a:xfrm>
                </p:grpSpPr>
                <p:grpSp>
                  <p:nvGrpSpPr>
                    <p:cNvPr id="1013" name="Group 1012">
                      <a:extLst>
                        <a:ext uri="{FF2B5EF4-FFF2-40B4-BE49-F238E27FC236}">
                          <a16:creationId xmlns:a16="http://schemas.microsoft.com/office/drawing/2014/main" id="{1D552359-C9A2-C468-F366-0BE2B8A7065A}"/>
                        </a:ext>
                      </a:extLst>
                    </p:cNvPr>
                    <p:cNvGrpSpPr/>
                    <p:nvPr/>
                  </p:nvGrpSpPr>
                  <p:grpSpPr>
                    <a:xfrm rot="14400000">
                      <a:off x="5265196" y="3357021"/>
                      <a:ext cx="393192" cy="393192"/>
                      <a:chOff x="5354637" y="3446463"/>
                      <a:chExt cx="214313" cy="214313"/>
                    </a:xfrm>
                  </p:grpSpPr>
                  <p:sp>
                    <p:nvSpPr>
                      <p:cNvPr id="1022" name="Arc 1021">
                        <a:extLst>
                          <a:ext uri="{FF2B5EF4-FFF2-40B4-BE49-F238E27FC236}">
                            <a16:creationId xmlns:a16="http://schemas.microsoft.com/office/drawing/2014/main" id="{B9B17EBC-D9A3-1A9F-DC20-5F712D1B8D6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23" name="Arc 1022">
                        <a:extLst>
                          <a:ext uri="{FF2B5EF4-FFF2-40B4-BE49-F238E27FC236}">
                            <a16:creationId xmlns:a16="http://schemas.microsoft.com/office/drawing/2014/main" id="{8179D05D-16DF-AC35-386B-02B170E52F4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14" name="Group 1013">
                      <a:extLst>
                        <a:ext uri="{FF2B5EF4-FFF2-40B4-BE49-F238E27FC236}">
                          <a16:creationId xmlns:a16="http://schemas.microsoft.com/office/drawing/2014/main" id="{22676577-E101-BB60-398B-FB830219268E}"/>
                        </a:ext>
                      </a:extLst>
                    </p:cNvPr>
                    <p:cNvGrpSpPr/>
                    <p:nvPr/>
                  </p:nvGrpSpPr>
                  <p:grpSpPr>
                    <a:xfrm>
                      <a:off x="5310186" y="3402011"/>
                      <a:ext cx="303213" cy="303213"/>
                      <a:chOff x="5310186" y="3402011"/>
                      <a:chExt cx="303213" cy="303213"/>
                    </a:xfrm>
                  </p:grpSpPr>
                  <p:grpSp>
                    <p:nvGrpSpPr>
                      <p:cNvPr id="1015" name="Group 1014">
                        <a:extLst>
                          <a:ext uri="{FF2B5EF4-FFF2-40B4-BE49-F238E27FC236}">
                            <a16:creationId xmlns:a16="http://schemas.microsoft.com/office/drawing/2014/main" id="{145093B0-768D-E115-6C49-2CE421711E81}"/>
                          </a:ext>
                        </a:extLst>
                      </p:cNvPr>
                      <p:cNvGrpSpPr/>
                      <p:nvPr/>
                    </p:nvGrpSpPr>
                    <p:grpSpPr>
                      <a:xfrm>
                        <a:off x="5354636" y="3446461"/>
                        <a:ext cx="214313" cy="214313"/>
                        <a:chOff x="5354637" y="3446463"/>
                        <a:chExt cx="214313" cy="214313"/>
                      </a:xfrm>
                    </p:grpSpPr>
                    <p:sp>
                      <p:nvSpPr>
                        <p:cNvPr id="1020" name="Arc 1019">
                          <a:extLst>
                            <a:ext uri="{FF2B5EF4-FFF2-40B4-BE49-F238E27FC236}">
                              <a16:creationId xmlns:a16="http://schemas.microsoft.com/office/drawing/2014/main" id="{D9A65C3C-426F-1139-6178-73033124D63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21" name="Arc 1020">
                          <a:extLst>
                            <a:ext uri="{FF2B5EF4-FFF2-40B4-BE49-F238E27FC236}">
                              <a16:creationId xmlns:a16="http://schemas.microsoft.com/office/drawing/2014/main" id="{5237C0A9-E3FB-221F-DE2B-AEACF883691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16" name="Group 1015">
                        <a:extLst>
                          <a:ext uri="{FF2B5EF4-FFF2-40B4-BE49-F238E27FC236}">
                            <a16:creationId xmlns:a16="http://schemas.microsoft.com/office/drawing/2014/main" id="{7A9B83CC-CCF2-01F1-94B3-11FB3DD4CE25}"/>
                          </a:ext>
                        </a:extLst>
                      </p:cNvPr>
                      <p:cNvGrpSpPr/>
                      <p:nvPr/>
                    </p:nvGrpSpPr>
                    <p:grpSpPr>
                      <a:xfrm rot="7200000">
                        <a:off x="5310186" y="3402011"/>
                        <a:ext cx="303213" cy="303213"/>
                        <a:chOff x="5354637" y="3446463"/>
                        <a:chExt cx="214313" cy="214313"/>
                      </a:xfrm>
                    </p:grpSpPr>
                    <p:sp>
                      <p:nvSpPr>
                        <p:cNvPr id="1018" name="Arc 1017">
                          <a:extLst>
                            <a:ext uri="{FF2B5EF4-FFF2-40B4-BE49-F238E27FC236}">
                              <a16:creationId xmlns:a16="http://schemas.microsoft.com/office/drawing/2014/main" id="{D97016B9-0A56-F36C-9D5A-49027C02AC9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19" name="Arc 1018">
                          <a:extLst>
                            <a:ext uri="{FF2B5EF4-FFF2-40B4-BE49-F238E27FC236}">
                              <a16:creationId xmlns:a16="http://schemas.microsoft.com/office/drawing/2014/main" id="{BEACD783-B2C4-D1A3-2D79-8D7EAE71706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17" name="TextBox 1016">
                        <a:extLst>
                          <a:ext uri="{FF2B5EF4-FFF2-40B4-BE49-F238E27FC236}">
                            <a16:creationId xmlns:a16="http://schemas.microsoft.com/office/drawing/2014/main" id="{D2CC97FE-BE77-E2AC-B96C-4E138E79C76B}"/>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79" name="Group 978">
                    <a:extLst>
                      <a:ext uri="{FF2B5EF4-FFF2-40B4-BE49-F238E27FC236}">
                        <a16:creationId xmlns:a16="http://schemas.microsoft.com/office/drawing/2014/main" id="{E2F7D777-CE87-F026-340C-AD6CABDE6F7C}"/>
                      </a:ext>
                    </a:extLst>
                  </p:cNvPr>
                  <p:cNvGrpSpPr/>
                  <p:nvPr/>
                </p:nvGrpSpPr>
                <p:grpSpPr>
                  <a:xfrm>
                    <a:off x="5886431" y="3525040"/>
                    <a:ext cx="393192" cy="393192"/>
                    <a:chOff x="5265196" y="3932619"/>
                    <a:chExt cx="393192" cy="393192"/>
                  </a:xfrm>
                </p:grpSpPr>
                <p:grpSp>
                  <p:nvGrpSpPr>
                    <p:cNvPr id="1003" name="Group 1002">
                      <a:extLst>
                        <a:ext uri="{FF2B5EF4-FFF2-40B4-BE49-F238E27FC236}">
                          <a16:creationId xmlns:a16="http://schemas.microsoft.com/office/drawing/2014/main" id="{84642E8B-45E0-7DEB-5009-5BB0560741D6}"/>
                        </a:ext>
                      </a:extLst>
                    </p:cNvPr>
                    <p:cNvGrpSpPr/>
                    <p:nvPr/>
                  </p:nvGrpSpPr>
                  <p:grpSpPr>
                    <a:xfrm>
                      <a:off x="5354636" y="4022061"/>
                      <a:ext cx="214313" cy="214313"/>
                      <a:chOff x="5354637" y="3446463"/>
                      <a:chExt cx="214313" cy="214313"/>
                    </a:xfrm>
                  </p:grpSpPr>
                  <p:sp>
                    <p:nvSpPr>
                      <p:cNvPr id="1011" name="Arc 1010">
                        <a:extLst>
                          <a:ext uri="{FF2B5EF4-FFF2-40B4-BE49-F238E27FC236}">
                            <a16:creationId xmlns:a16="http://schemas.microsoft.com/office/drawing/2014/main" id="{1DE62E8D-B9B0-4331-CADF-1C1C93AFDE2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12" name="Arc 1011">
                        <a:extLst>
                          <a:ext uri="{FF2B5EF4-FFF2-40B4-BE49-F238E27FC236}">
                            <a16:creationId xmlns:a16="http://schemas.microsoft.com/office/drawing/2014/main" id="{CA5148AC-FB2D-CBB9-D421-EF740862956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04" name="Group 1003">
                      <a:extLst>
                        <a:ext uri="{FF2B5EF4-FFF2-40B4-BE49-F238E27FC236}">
                          <a16:creationId xmlns:a16="http://schemas.microsoft.com/office/drawing/2014/main" id="{5D866CB0-934D-5DA5-5EB2-EC983A51730A}"/>
                        </a:ext>
                      </a:extLst>
                    </p:cNvPr>
                    <p:cNvGrpSpPr/>
                    <p:nvPr/>
                  </p:nvGrpSpPr>
                  <p:grpSpPr>
                    <a:xfrm rot="14400000">
                      <a:off x="5310186" y="3977611"/>
                      <a:ext cx="303213" cy="303213"/>
                      <a:chOff x="5354637" y="3446463"/>
                      <a:chExt cx="214313" cy="214313"/>
                    </a:xfrm>
                  </p:grpSpPr>
                  <p:sp>
                    <p:nvSpPr>
                      <p:cNvPr id="1009" name="Arc 1008">
                        <a:extLst>
                          <a:ext uri="{FF2B5EF4-FFF2-40B4-BE49-F238E27FC236}">
                            <a16:creationId xmlns:a16="http://schemas.microsoft.com/office/drawing/2014/main" id="{E07AB608-0D1B-463A-F9AE-3E09B8E836F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10" name="Arc 1009">
                        <a:extLst>
                          <a:ext uri="{FF2B5EF4-FFF2-40B4-BE49-F238E27FC236}">
                            <a16:creationId xmlns:a16="http://schemas.microsoft.com/office/drawing/2014/main" id="{FC9071CC-2479-AF8C-6EC8-29BF07C8C69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05" name="Group 1004">
                      <a:extLst>
                        <a:ext uri="{FF2B5EF4-FFF2-40B4-BE49-F238E27FC236}">
                          <a16:creationId xmlns:a16="http://schemas.microsoft.com/office/drawing/2014/main" id="{F9225558-2FBE-8B3E-B339-BB34FF168F29}"/>
                        </a:ext>
                      </a:extLst>
                    </p:cNvPr>
                    <p:cNvGrpSpPr/>
                    <p:nvPr/>
                  </p:nvGrpSpPr>
                  <p:grpSpPr>
                    <a:xfrm rot="7200000">
                      <a:off x="5265196" y="3932619"/>
                      <a:ext cx="393192" cy="393192"/>
                      <a:chOff x="5354637" y="3446463"/>
                      <a:chExt cx="214313" cy="214313"/>
                    </a:xfrm>
                  </p:grpSpPr>
                  <p:sp>
                    <p:nvSpPr>
                      <p:cNvPr id="1007" name="Arc 1006">
                        <a:extLst>
                          <a:ext uri="{FF2B5EF4-FFF2-40B4-BE49-F238E27FC236}">
                            <a16:creationId xmlns:a16="http://schemas.microsoft.com/office/drawing/2014/main" id="{989C7FCF-476D-84F9-4CA9-85118AFC568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08" name="Arc 1007">
                        <a:extLst>
                          <a:ext uri="{FF2B5EF4-FFF2-40B4-BE49-F238E27FC236}">
                            <a16:creationId xmlns:a16="http://schemas.microsoft.com/office/drawing/2014/main" id="{E1B5B5F2-F29E-92FF-A8EC-92DE01FD219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06" name="TextBox 1005">
                      <a:extLst>
                        <a:ext uri="{FF2B5EF4-FFF2-40B4-BE49-F238E27FC236}">
                          <a16:creationId xmlns:a16="http://schemas.microsoft.com/office/drawing/2014/main" id="{27A88005-3721-08EE-D3B0-20E6C7C76847}"/>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980" name="Group 979">
                    <a:extLst>
                      <a:ext uri="{FF2B5EF4-FFF2-40B4-BE49-F238E27FC236}">
                        <a16:creationId xmlns:a16="http://schemas.microsoft.com/office/drawing/2014/main" id="{D6EA5393-0DD8-7EF7-5B63-935E76C79E78}"/>
                      </a:ext>
                    </a:extLst>
                  </p:cNvPr>
                  <p:cNvGrpSpPr/>
                  <p:nvPr/>
                </p:nvGrpSpPr>
                <p:grpSpPr>
                  <a:xfrm>
                    <a:off x="6512463" y="3525040"/>
                    <a:ext cx="393192" cy="393192"/>
                    <a:chOff x="6389147" y="3357021"/>
                    <a:chExt cx="393192" cy="393192"/>
                  </a:xfrm>
                </p:grpSpPr>
                <p:grpSp>
                  <p:nvGrpSpPr>
                    <p:cNvPr id="992" name="Group 991">
                      <a:extLst>
                        <a:ext uri="{FF2B5EF4-FFF2-40B4-BE49-F238E27FC236}">
                          <a16:creationId xmlns:a16="http://schemas.microsoft.com/office/drawing/2014/main" id="{3BF0EFC4-ECD0-A0DC-C8DE-80240E0CC94E}"/>
                        </a:ext>
                      </a:extLst>
                    </p:cNvPr>
                    <p:cNvGrpSpPr/>
                    <p:nvPr/>
                  </p:nvGrpSpPr>
                  <p:grpSpPr>
                    <a:xfrm rot="7200000" flipH="1">
                      <a:off x="6389147" y="3357021"/>
                      <a:ext cx="393192" cy="393192"/>
                      <a:chOff x="5354637" y="3446463"/>
                      <a:chExt cx="214313" cy="214313"/>
                    </a:xfrm>
                  </p:grpSpPr>
                  <p:sp>
                    <p:nvSpPr>
                      <p:cNvPr id="1001" name="Arc 1000">
                        <a:extLst>
                          <a:ext uri="{FF2B5EF4-FFF2-40B4-BE49-F238E27FC236}">
                            <a16:creationId xmlns:a16="http://schemas.microsoft.com/office/drawing/2014/main" id="{A5ABC797-98C5-4C10-5521-B65559532D3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02" name="Arc 1001">
                        <a:extLst>
                          <a:ext uri="{FF2B5EF4-FFF2-40B4-BE49-F238E27FC236}">
                            <a16:creationId xmlns:a16="http://schemas.microsoft.com/office/drawing/2014/main" id="{75CE40D1-387C-892E-8060-D365EAF0A16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93" name="Group 992">
                      <a:extLst>
                        <a:ext uri="{FF2B5EF4-FFF2-40B4-BE49-F238E27FC236}">
                          <a16:creationId xmlns:a16="http://schemas.microsoft.com/office/drawing/2014/main" id="{6A0C94FC-B328-18B7-C520-2AFC3C5F56B6}"/>
                        </a:ext>
                      </a:extLst>
                    </p:cNvPr>
                    <p:cNvGrpSpPr/>
                    <p:nvPr/>
                  </p:nvGrpSpPr>
                  <p:grpSpPr>
                    <a:xfrm>
                      <a:off x="6434137" y="3402011"/>
                      <a:ext cx="303213" cy="303213"/>
                      <a:chOff x="6434137" y="3402011"/>
                      <a:chExt cx="303213" cy="303213"/>
                    </a:xfrm>
                  </p:grpSpPr>
                  <p:grpSp>
                    <p:nvGrpSpPr>
                      <p:cNvPr id="994" name="Group 993">
                        <a:extLst>
                          <a:ext uri="{FF2B5EF4-FFF2-40B4-BE49-F238E27FC236}">
                            <a16:creationId xmlns:a16="http://schemas.microsoft.com/office/drawing/2014/main" id="{0C78847F-7CD5-B780-83AA-6CECFCB7B4F5}"/>
                          </a:ext>
                        </a:extLst>
                      </p:cNvPr>
                      <p:cNvGrpSpPr/>
                      <p:nvPr/>
                    </p:nvGrpSpPr>
                    <p:grpSpPr>
                      <a:xfrm flipH="1">
                        <a:off x="6478587" y="3446461"/>
                        <a:ext cx="214313" cy="214313"/>
                        <a:chOff x="5354637" y="3446463"/>
                        <a:chExt cx="214313" cy="214313"/>
                      </a:xfrm>
                    </p:grpSpPr>
                    <p:sp>
                      <p:nvSpPr>
                        <p:cNvPr id="999" name="Arc 998">
                          <a:extLst>
                            <a:ext uri="{FF2B5EF4-FFF2-40B4-BE49-F238E27FC236}">
                              <a16:creationId xmlns:a16="http://schemas.microsoft.com/office/drawing/2014/main" id="{461CC1F5-D162-1503-FE15-C9E6A5FAC17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00" name="Arc 999">
                          <a:extLst>
                            <a:ext uri="{FF2B5EF4-FFF2-40B4-BE49-F238E27FC236}">
                              <a16:creationId xmlns:a16="http://schemas.microsoft.com/office/drawing/2014/main" id="{418E4BA5-928B-F4C5-692A-85094AAA12F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95" name="Group 994">
                        <a:extLst>
                          <a:ext uri="{FF2B5EF4-FFF2-40B4-BE49-F238E27FC236}">
                            <a16:creationId xmlns:a16="http://schemas.microsoft.com/office/drawing/2014/main" id="{088C2AD1-1C7D-EFE5-3164-C7F1BBA2524B}"/>
                          </a:ext>
                        </a:extLst>
                      </p:cNvPr>
                      <p:cNvGrpSpPr/>
                      <p:nvPr/>
                    </p:nvGrpSpPr>
                    <p:grpSpPr>
                      <a:xfrm rot="14400000" flipH="1">
                        <a:off x="6434137" y="3402011"/>
                        <a:ext cx="303213" cy="303213"/>
                        <a:chOff x="5354637" y="3446463"/>
                        <a:chExt cx="214313" cy="214313"/>
                      </a:xfrm>
                    </p:grpSpPr>
                    <p:sp>
                      <p:nvSpPr>
                        <p:cNvPr id="997" name="Arc 996">
                          <a:extLst>
                            <a:ext uri="{FF2B5EF4-FFF2-40B4-BE49-F238E27FC236}">
                              <a16:creationId xmlns:a16="http://schemas.microsoft.com/office/drawing/2014/main" id="{98F1E153-7E6D-51FF-7C48-1C0D61B48B9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98" name="Arc 997">
                          <a:extLst>
                            <a:ext uri="{FF2B5EF4-FFF2-40B4-BE49-F238E27FC236}">
                              <a16:creationId xmlns:a16="http://schemas.microsoft.com/office/drawing/2014/main" id="{3C89753D-0608-04BB-336D-E84E07152D5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96" name="TextBox 995">
                        <a:extLst>
                          <a:ext uri="{FF2B5EF4-FFF2-40B4-BE49-F238E27FC236}">
                            <a16:creationId xmlns:a16="http://schemas.microsoft.com/office/drawing/2014/main" id="{CDD4F684-C49B-373F-4D79-97D9A3D4E903}"/>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81" name="Group 980">
                    <a:extLst>
                      <a:ext uri="{FF2B5EF4-FFF2-40B4-BE49-F238E27FC236}">
                        <a16:creationId xmlns:a16="http://schemas.microsoft.com/office/drawing/2014/main" id="{0A114EED-5790-AFEC-87A2-3EB8EE302E91}"/>
                      </a:ext>
                    </a:extLst>
                  </p:cNvPr>
                  <p:cNvGrpSpPr/>
                  <p:nvPr/>
                </p:nvGrpSpPr>
                <p:grpSpPr>
                  <a:xfrm>
                    <a:off x="6197413" y="3225768"/>
                    <a:ext cx="393192" cy="393192"/>
                    <a:chOff x="6389147" y="3932622"/>
                    <a:chExt cx="393192" cy="393192"/>
                  </a:xfrm>
                </p:grpSpPr>
                <p:grpSp>
                  <p:nvGrpSpPr>
                    <p:cNvPr id="982" name="Group 981">
                      <a:extLst>
                        <a:ext uri="{FF2B5EF4-FFF2-40B4-BE49-F238E27FC236}">
                          <a16:creationId xmlns:a16="http://schemas.microsoft.com/office/drawing/2014/main" id="{25983E8B-52F2-577D-180A-5D85B6315882}"/>
                        </a:ext>
                      </a:extLst>
                    </p:cNvPr>
                    <p:cNvGrpSpPr/>
                    <p:nvPr/>
                  </p:nvGrpSpPr>
                  <p:grpSpPr>
                    <a:xfrm flipH="1">
                      <a:off x="6478587" y="4022061"/>
                      <a:ext cx="214313" cy="214313"/>
                      <a:chOff x="5354637" y="3446463"/>
                      <a:chExt cx="214313" cy="214313"/>
                    </a:xfrm>
                  </p:grpSpPr>
                  <p:sp>
                    <p:nvSpPr>
                      <p:cNvPr id="990" name="Arc 989">
                        <a:extLst>
                          <a:ext uri="{FF2B5EF4-FFF2-40B4-BE49-F238E27FC236}">
                            <a16:creationId xmlns:a16="http://schemas.microsoft.com/office/drawing/2014/main" id="{10B120EB-F5D3-B71B-42E3-7AAAE4336DE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91" name="Arc 990">
                        <a:extLst>
                          <a:ext uri="{FF2B5EF4-FFF2-40B4-BE49-F238E27FC236}">
                            <a16:creationId xmlns:a16="http://schemas.microsoft.com/office/drawing/2014/main" id="{80637442-30AC-4206-102D-03B572097B8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83" name="Group 982">
                      <a:extLst>
                        <a:ext uri="{FF2B5EF4-FFF2-40B4-BE49-F238E27FC236}">
                          <a16:creationId xmlns:a16="http://schemas.microsoft.com/office/drawing/2014/main" id="{DD025E7B-7883-F0E4-4C97-36FEDB712459}"/>
                        </a:ext>
                      </a:extLst>
                    </p:cNvPr>
                    <p:cNvGrpSpPr/>
                    <p:nvPr/>
                  </p:nvGrpSpPr>
                  <p:grpSpPr>
                    <a:xfrm rot="7200000" flipH="1">
                      <a:off x="6434137" y="3977611"/>
                      <a:ext cx="303213" cy="303213"/>
                      <a:chOff x="5354637" y="3446463"/>
                      <a:chExt cx="214313" cy="214313"/>
                    </a:xfrm>
                  </p:grpSpPr>
                  <p:sp>
                    <p:nvSpPr>
                      <p:cNvPr id="988" name="Arc 987">
                        <a:extLst>
                          <a:ext uri="{FF2B5EF4-FFF2-40B4-BE49-F238E27FC236}">
                            <a16:creationId xmlns:a16="http://schemas.microsoft.com/office/drawing/2014/main" id="{EADA5898-FD14-386F-C10F-762FA30446A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89" name="Arc 988">
                        <a:extLst>
                          <a:ext uri="{FF2B5EF4-FFF2-40B4-BE49-F238E27FC236}">
                            <a16:creationId xmlns:a16="http://schemas.microsoft.com/office/drawing/2014/main" id="{B936EC7D-FCDE-2F94-7DA5-CFA9D941AE3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84" name="Group 983">
                      <a:extLst>
                        <a:ext uri="{FF2B5EF4-FFF2-40B4-BE49-F238E27FC236}">
                          <a16:creationId xmlns:a16="http://schemas.microsoft.com/office/drawing/2014/main" id="{88CD0376-8EF5-C998-D793-3CE842222BE0}"/>
                        </a:ext>
                      </a:extLst>
                    </p:cNvPr>
                    <p:cNvGrpSpPr/>
                    <p:nvPr/>
                  </p:nvGrpSpPr>
                  <p:grpSpPr>
                    <a:xfrm rot="14400000" flipH="1">
                      <a:off x="6389147" y="3932622"/>
                      <a:ext cx="393192" cy="393192"/>
                      <a:chOff x="5354637" y="3446463"/>
                      <a:chExt cx="214313" cy="214313"/>
                    </a:xfrm>
                  </p:grpSpPr>
                  <p:sp>
                    <p:nvSpPr>
                      <p:cNvPr id="986" name="Arc 985">
                        <a:extLst>
                          <a:ext uri="{FF2B5EF4-FFF2-40B4-BE49-F238E27FC236}">
                            <a16:creationId xmlns:a16="http://schemas.microsoft.com/office/drawing/2014/main" id="{68879F9B-1624-D131-5538-3A0E07975D4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87" name="Arc 986">
                        <a:extLst>
                          <a:ext uri="{FF2B5EF4-FFF2-40B4-BE49-F238E27FC236}">
                            <a16:creationId xmlns:a16="http://schemas.microsoft.com/office/drawing/2014/main" id="{F7340E85-7998-DA91-62B0-AE1F3CA0174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85" name="TextBox 984">
                      <a:extLst>
                        <a:ext uri="{FF2B5EF4-FFF2-40B4-BE49-F238E27FC236}">
                          <a16:creationId xmlns:a16="http://schemas.microsoft.com/office/drawing/2014/main" id="{728FC2A6-28A9-6EC5-F3BB-7571B107D8DA}"/>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9" name="Group 18">
              <a:extLst>
                <a:ext uri="{FF2B5EF4-FFF2-40B4-BE49-F238E27FC236}">
                  <a16:creationId xmlns:a16="http://schemas.microsoft.com/office/drawing/2014/main" id="{E8DB3A28-33BC-988B-A859-F809D3E4EF1E}"/>
                </a:ext>
              </a:extLst>
            </p:cNvPr>
            <p:cNvGrpSpPr/>
            <p:nvPr/>
          </p:nvGrpSpPr>
          <p:grpSpPr>
            <a:xfrm>
              <a:off x="3814867" y="-515566"/>
              <a:ext cx="2263438" cy="2198360"/>
              <a:chOff x="5445106" y="2039507"/>
              <a:chExt cx="2263438" cy="2198360"/>
            </a:xfrm>
          </p:grpSpPr>
          <p:grpSp>
            <p:nvGrpSpPr>
              <p:cNvPr id="784" name="Group 783">
                <a:extLst>
                  <a:ext uri="{FF2B5EF4-FFF2-40B4-BE49-F238E27FC236}">
                    <a16:creationId xmlns:a16="http://schemas.microsoft.com/office/drawing/2014/main" id="{A724D353-4F26-5613-4BB7-A82C40C1B1C2}"/>
                  </a:ext>
                </a:extLst>
              </p:cNvPr>
              <p:cNvGrpSpPr/>
              <p:nvPr/>
            </p:nvGrpSpPr>
            <p:grpSpPr>
              <a:xfrm>
                <a:off x="5445106" y="2644743"/>
                <a:ext cx="1643204" cy="1593124"/>
                <a:chOff x="5445106" y="2644743"/>
                <a:chExt cx="1643204" cy="1593124"/>
              </a:xfrm>
            </p:grpSpPr>
            <p:grpSp>
              <p:nvGrpSpPr>
                <p:cNvPr id="880" name="Group 879">
                  <a:extLst>
                    <a:ext uri="{FF2B5EF4-FFF2-40B4-BE49-F238E27FC236}">
                      <a16:creationId xmlns:a16="http://schemas.microsoft.com/office/drawing/2014/main" id="{9E341D8E-5748-280D-9B12-F3D3281BC2EF}"/>
                    </a:ext>
                  </a:extLst>
                </p:cNvPr>
                <p:cNvGrpSpPr/>
                <p:nvPr/>
              </p:nvGrpSpPr>
              <p:grpSpPr>
                <a:xfrm>
                  <a:off x="5445106" y="2644743"/>
                  <a:ext cx="1019224" cy="991639"/>
                  <a:chOff x="5886431" y="3225768"/>
                  <a:chExt cx="1019224" cy="991639"/>
                </a:xfrm>
              </p:grpSpPr>
              <p:grpSp>
                <p:nvGrpSpPr>
                  <p:cNvPr id="928" name="Group 927">
                    <a:extLst>
                      <a:ext uri="{FF2B5EF4-FFF2-40B4-BE49-F238E27FC236}">
                        <a16:creationId xmlns:a16="http://schemas.microsoft.com/office/drawing/2014/main" id="{6969DBE8-B800-CD80-D63E-24CA73A6CAAF}"/>
                      </a:ext>
                    </a:extLst>
                  </p:cNvPr>
                  <p:cNvGrpSpPr/>
                  <p:nvPr/>
                </p:nvGrpSpPr>
                <p:grpSpPr>
                  <a:xfrm>
                    <a:off x="6197413" y="3824215"/>
                    <a:ext cx="393192" cy="393192"/>
                    <a:chOff x="5265196" y="3357021"/>
                    <a:chExt cx="393192" cy="393192"/>
                  </a:xfrm>
                </p:grpSpPr>
                <p:grpSp>
                  <p:nvGrpSpPr>
                    <p:cNvPr id="963" name="Group 962">
                      <a:extLst>
                        <a:ext uri="{FF2B5EF4-FFF2-40B4-BE49-F238E27FC236}">
                          <a16:creationId xmlns:a16="http://schemas.microsoft.com/office/drawing/2014/main" id="{396C106D-4AA4-918F-1907-F5ABE042434B}"/>
                        </a:ext>
                      </a:extLst>
                    </p:cNvPr>
                    <p:cNvGrpSpPr/>
                    <p:nvPr/>
                  </p:nvGrpSpPr>
                  <p:grpSpPr>
                    <a:xfrm rot="14400000">
                      <a:off x="5265196" y="3357021"/>
                      <a:ext cx="393192" cy="393192"/>
                      <a:chOff x="5354637" y="3446463"/>
                      <a:chExt cx="214313" cy="214313"/>
                    </a:xfrm>
                  </p:grpSpPr>
                  <p:sp>
                    <p:nvSpPr>
                      <p:cNvPr id="972" name="Arc 971">
                        <a:extLst>
                          <a:ext uri="{FF2B5EF4-FFF2-40B4-BE49-F238E27FC236}">
                            <a16:creationId xmlns:a16="http://schemas.microsoft.com/office/drawing/2014/main" id="{5C49750E-4B19-8F48-D06A-C3321906D29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73" name="Arc 972">
                        <a:extLst>
                          <a:ext uri="{FF2B5EF4-FFF2-40B4-BE49-F238E27FC236}">
                            <a16:creationId xmlns:a16="http://schemas.microsoft.com/office/drawing/2014/main" id="{1B3E1DD4-43F7-DC52-48FD-B6C6487C1A7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64" name="Group 963">
                      <a:extLst>
                        <a:ext uri="{FF2B5EF4-FFF2-40B4-BE49-F238E27FC236}">
                          <a16:creationId xmlns:a16="http://schemas.microsoft.com/office/drawing/2014/main" id="{2A6AD4D2-CE8B-13CF-FCE7-FEEC5BCF9A78}"/>
                        </a:ext>
                      </a:extLst>
                    </p:cNvPr>
                    <p:cNvGrpSpPr/>
                    <p:nvPr/>
                  </p:nvGrpSpPr>
                  <p:grpSpPr>
                    <a:xfrm>
                      <a:off x="5310186" y="3402011"/>
                      <a:ext cx="303213" cy="303213"/>
                      <a:chOff x="5310186" y="3402011"/>
                      <a:chExt cx="303213" cy="303213"/>
                    </a:xfrm>
                  </p:grpSpPr>
                  <p:grpSp>
                    <p:nvGrpSpPr>
                      <p:cNvPr id="965" name="Group 964">
                        <a:extLst>
                          <a:ext uri="{FF2B5EF4-FFF2-40B4-BE49-F238E27FC236}">
                            <a16:creationId xmlns:a16="http://schemas.microsoft.com/office/drawing/2014/main" id="{309BA3B4-59B9-91F4-B2D9-6A71CB6E3259}"/>
                          </a:ext>
                        </a:extLst>
                      </p:cNvPr>
                      <p:cNvGrpSpPr/>
                      <p:nvPr/>
                    </p:nvGrpSpPr>
                    <p:grpSpPr>
                      <a:xfrm>
                        <a:off x="5354636" y="3446461"/>
                        <a:ext cx="214313" cy="214313"/>
                        <a:chOff x="5354637" y="3446463"/>
                        <a:chExt cx="214313" cy="214313"/>
                      </a:xfrm>
                    </p:grpSpPr>
                    <p:sp>
                      <p:nvSpPr>
                        <p:cNvPr id="970" name="Arc 969">
                          <a:extLst>
                            <a:ext uri="{FF2B5EF4-FFF2-40B4-BE49-F238E27FC236}">
                              <a16:creationId xmlns:a16="http://schemas.microsoft.com/office/drawing/2014/main" id="{A9908CE8-B8A5-11DA-3481-8D4E0F25F4B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71" name="Arc 970">
                          <a:extLst>
                            <a:ext uri="{FF2B5EF4-FFF2-40B4-BE49-F238E27FC236}">
                              <a16:creationId xmlns:a16="http://schemas.microsoft.com/office/drawing/2014/main" id="{0AA1E641-E231-E968-A200-B738A6202A6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66" name="Group 965">
                        <a:extLst>
                          <a:ext uri="{FF2B5EF4-FFF2-40B4-BE49-F238E27FC236}">
                            <a16:creationId xmlns:a16="http://schemas.microsoft.com/office/drawing/2014/main" id="{A9B6840A-C286-68CF-0067-D6B548AA4729}"/>
                          </a:ext>
                        </a:extLst>
                      </p:cNvPr>
                      <p:cNvGrpSpPr/>
                      <p:nvPr/>
                    </p:nvGrpSpPr>
                    <p:grpSpPr>
                      <a:xfrm rot="7200000">
                        <a:off x="5310186" y="3402011"/>
                        <a:ext cx="303213" cy="303213"/>
                        <a:chOff x="5354637" y="3446463"/>
                        <a:chExt cx="214313" cy="214313"/>
                      </a:xfrm>
                    </p:grpSpPr>
                    <p:sp>
                      <p:nvSpPr>
                        <p:cNvPr id="968" name="Arc 967">
                          <a:extLst>
                            <a:ext uri="{FF2B5EF4-FFF2-40B4-BE49-F238E27FC236}">
                              <a16:creationId xmlns:a16="http://schemas.microsoft.com/office/drawing/2014/main" id="{3BA476A6-1835-5870-691C-410DC84DC0A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69" name="Arc 968">
                          <a:extLst>
                            <a:ext uri="{FF2B5EF4-FFF2-40B4-BE49-F238E27FC236}">
                              <a16:creationId xmlns:a16="http://schemas.microsoft.com/office/drawing/2014/main" id="{C673C358-86FA-0134-FF8D-187BA74379E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67" name="TextBox 966">
                        <a:extLst>
                          <a:ext uri="{FF2B5EF4-FFF2-40B4-BE49-F238E27FC236}">
                            <a16:creationId xmlns:a16="http://schemas.microsoft.com/office/drawing/2014/main" id="{9DE224D8-1001-618F-8493-3A32154D8C27}"/>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29" name="Group 928">
                    <a:extLst>
                      <a:ext uri="{FF2B5EF4-FFF2-40B4-BE49-F238E27FC236}">
                        <a16:creationId xmlns:a16="http://schemas.microsoft.com/office/drawing/2014/main" id="{974E7D0D-D650-8BC7-B5F6-644FD48E8D54}"/>
                      </a:ext>
                    </a:extLst>
                  </p:cNvPr>
                  <p:cNvGrpSpPr/>
                  <p:nvPr/>
                </p:nvGrpSpPr>
                <p:grpSpPr>
                  <a:xfrm>
                    <a:off x="5886431" y="3525040"/>
                    <a:ext cx="393192" cy="393192"/>
                    <a:chOff x="5265196" y="3932619"/>
                    <a:chExt cx="393192" cy="393192"/>
                  </a:xfrm>
                </p:grpSpPr>
                <p:grpSp>
                  <p:nvGrpSpPr>
                    <p:cNvPr id="953" name="Group 952">
                      <a:extLst>
                        <a:ext uri="{FF2B5EF4-FFF2-40B4-BE49-F238E27FC236}">
                          <a16:creationId xmlns:a16="http://schemas.microsoft.com/office/drawing/2014/main" id="{46DFE830-71A5-6330-4CDF-F5B5956A4FAA}"/>
                        </a:ext>
                      </a:extLst>
                    </p:cNvPr>
                    <p:cNvGrpSpPr/>
                    <p:nvPr/>
                  </p:nvGrpSpPr>
                  <p:grpSpPr>
                    <a:xfrm>
                      <a:off x="5354636" y="4022061"/>
                      <a:ext cx="214313" cy="214313"/>
                      <a:chOff x="5354637" y="3446463"/>
                      <a:chExt cx="214313" cy="214313"/>
                    </a:xfrm>
                  </p:grpSpPr>
                  <p:sp>
                    <p:nvSpPr>
                      <p:cNvPr id="961" name="Arc 960">
                        <a:extLst>
                          <a:ext uri="{FF2B5EF4-FFF2-40B4-BE49-F238E27FC236}">
                            <a16:creationId xmlns:a16="http://schemas.microsoft.com/office/drawing/2014/main" id="{81E8242E-1A42-7C7A-B6BE-9AE5B50E0CF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62" name="Arc 961">
                        <a:extLst>
                          <a:ext uri="{FF2B5EF4-FFF2-40B4-BE49-F238E27FC236}">
                            <a16:creationId xmlns:a16="http://schemas.microsoft.com/office/drawing/2014/main" id="{9D8BF9C3-CFEF-CDA5-A724-A57EAE31C09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54" name="Group 953">
                      <a:extLst>
                        <a:ext uri="{FF2B5EF4-FFF2-40B4-BE49-F238E27FC236}">
                          <a16:creationId xmlns:a16="http://schemas.microsoft.com/office/drawing/2014/main" id="{B9794656-71B3-4149-90AF-A87A53597A2B}"/>
                        </a:ext>
                      </a:extLst>
                    </p:cNvPr>
                    <p:cNvGrpSpPr/>
                    <p:nvPr/>
                  </p:nvGrpSpPr>
                  <p:grpSpPr>
                    <a:xfrm rot="14400000">
                      <a:off x="5310186" y="3977611"/>
                      <a:ext cx="303213" cy="303213"/>
                      <a:chOff x="5354637" y="3446463"/>
                      <a:chExt cx="214313" cy="214313"/>
                    </a:xfrm>
                  </p:grpSpPr>
                  <p:sp>
                    <p:nvSpPr>
                      <p:cNvPr id="959" name="Arc 958">
                        <a:extLst>
                          <a:ext uri="{FF2B5EF4-FFF2-40B4-BE49-F238E27FC236}">
                            <a16:creationId xmlns:a16="http://schemas.microsoft.com/office/drawing/2014/main" id="{C59D547B-E105-F781-5031-5758C9EDDD9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60" name="Arc 959">
                        <a:extLst>
                          <a:ext uri="{FF2B5EF4-FFF2-40B4-BE49-F238E27FC236}">
                            <a16:creationId xmlns:a16="http://schemas.microsoft.com/office/drawing/2014/main" id="{4217AB8E-503D-7946-3D59-17C18201E46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55" name="Group 954">
                      <a:extLst>
                        <a:ext uri="{FF2B5EF4-FFF2-40B4-BE49-F238E27FC236}">
                          <a16:creationId xmlns:a16="http://schemas.microsoft.com/office/drawing/2014/main" id="{50C30776-D140-8498-FC3D-FE9FE4B4C7CD}"/>
                        </a:ext>
                      </a:extLst>
                    </p:cNvPr>
                    <p:cNvGrpSpPr/>
                    <p:nvPr/>
                  </p:nvGrpSpPr>
                  <p:grpSpPr>
                    <a:xfrm rot="7200000">
                      <a:off x="5265196" y="3932619"/>
                      <a:ext cx="393192" cy="393192"/>
                      <a:chOff x="5354637" y="3446463"/>
                      <a:chExt cx="214313" cy="214313"/>
                    </a:xfrm>
                  </p:grpSpPr>
                  <p:sp>
                    <p:nvSpPr>
                      <p:cNvPr id="957" name="Arc 956">
                        <a:extLst>
                          <a:ext uri="{FF2B5EF4-FFF2-40B4-BE49-F238E27FC236}">
                            <a16:creationId xmlns:a16="http://schemas.microsoft.com/office/drawing/2014/main" id="{E71B48B0-D3E3-A02E-DFBA-E4F10466F77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58" name="Arc 957">
                        <a:extLst>
                          <a:ext uri="{FF2B5EF4-FFF2-40B4-BE49-F238E27FC236}">
                            <a16:creationId xmlns:a16="http://schemas.microsoft.com/office/drawing/2014/main" id="{1CA0FE04-E8BD-4D06-CFD1-4931A0CEF97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56" name="TextBox 955">
                      <a:extLst>
                        <a:ext uri="{FF2B5EF4-FFF2-40B4-BE49-F238E27FC236}">
                          <a16:creationId xmlns:a16="http://schemas.microsoft.com/office/drawing/2014/main" id="{9A18C54F-7568-ED48-8666-3CBA3AC04D94}"/>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930" name="Group 929">
                    <a:extLst>
                      <a:ext uri="{FF2B5EF4-FFF2-40B4-BE49-F238E27FC236}">
                        <a16:creationId xmlns:a16="http://schemas.microsoft.com/office/drawing/2014/main" id="{D8EDAA40-1F43-9252-8A8E-095DDCA4909E}"/>
                      </a:ext>
                    </a:extLst>
                  </p:cNvPr>
                  <p:cNvGrpSpPr/>
                  <p:nvPr/>
                </p:nvGrpSpPr>
                <p:grpSpPr>
                  <a:xfrm>
                    <a:off x="6512463" y="3525040"/>
                    <a:ext cx="393192" cy="393192"/>
                    <a:chOff x="6389147" y="3357021"/>
                    <a:chExt cx="393192" cy="393192"/>
                  </a:xfrm>
                </p:grpSpPr>
                <p:grpSp>
                  <p:nvGrpSpPr>
                    <p:cNvPr id="942" name="Group 941">
                      <a:extLst>
                        <a:ext uri="{FF2B5EF4-FFF2-40B4-BE49-F238E27FC236}">
                          <a16:creationId xmlns:a16="http://schemas.microsoft.com/office/drawing/2014/main" id="{51C362A1-D146-9B13-5AB3-D0AFB66C65CB}"/>
                        </a:ext>
                      </a:extLst>
                    </p:cNvPr>
                    <p:cNvGrpSpPr/>
                    <p:nvPr/>
                  </p:nvGrpSpPr>
                  <p:grpSpPr>
                    <a:xfrm rot="7200000" flipH="1">
                      <a:off x="6389147" y="3357021"/>
                      <a:ext cx="393192" cy="393192"/>
                      <a:chOff x="5354637" y="3446463"/>
                      <a:chExt cx="214313" cy="214313"/>
                    </a:xfrm>
                  </p:grpSpPr>
                  <p:sp>
                    <p:nvSpPr>
                      <p:cNvPr id="951" name="Arc 950">
                        <a:extLst>
                          <a:ext uri="{FF2B5EF4-FFF2-40B4-BE49-F238E27FC236}">
                            <a16:creationId xmlns:a16="http://schemas.microsoft.com/office/drawing/2014/main" id="{CDDDD394-3DCA-EBDE-6E99-643A5C2ECD0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52" name="Arc 951">
                        <a:extLst>
                          <a:ext uri="{FF2B5EF4-FFF2-40B4-BE49-F238E27FC236}">
                            <a16:creationId xmlns:a16="http://schemas.microsoft.com/office/drawing/2014/main" id="{F6B81609-B30A-6507-0B2C-12A70F6F5B0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43" name="Group 942">
                      <a:extLst>
                        <a:ext uri="{FF2B5EF4-FFF2-40B4-BE49-F238E27FC236}">
                          <a16:creationId xmlns:a16="http://schemas.microsoft.com/office/drawing/2014/main" id="{4BC01B4A-CC29-59F0-2A22-1174D19055E2}"/>
                        </a:ext>
                      </a:extLst>
                    </p:cNvPr>
                    <p:cNvGrpSpPr/>
                    <p:nvPr/>
                  </p:nvGrpSpPr>
                  <p:grpSpPr>
                    <a:xfrm>
                      <a:off x="6434137" y="3402011"/>
                      <a:ext cx="303213" cy="303213"/>
                      <a:chOff x="6434137" y="3402011"/>
                      <a:chExt cx="303213" cy="303213"/>
                    </a:xfrm>
                  </p:grpSpPr>
                  <p:grpSp>
                    <p:nvGrpSpPr>
                      <p:cNvPr id="944" name="Group 943">
                        <a:extLst>
                          <a:ext uri="{FF2B5EF4-FFF2-40B4-BE49-F238E27FC236}">
                            <a16:creationId xmlns:a16="http://schemas.microsoft.com/office/drawing/2014/main" id="{4023AB89-46CA-4A26-7C25-A10852C4BCE8}"/>
                          </a:ext>
                        </a:extLst>
                      </p:cNvPr>
                      <p:cNvGrpSpPr/>
                      <p:nvPr/>
                    </p:nvGrpSpPr>
                    <p:grpSpPr>
                      <a:xfrm flipH="1">
                        <a:off x="6478587" y="3446461"/>
                        <a:ext cx="214313" cy="214313"/>
                        <a:chOff x="5354637" y="3446463"/>
                        <a:chExt cx="214313" cy="214313"/>
                      </a:xfrm>
                    </p:grpSpPr>
                    <p:sp>
                      <p:nvSpPr>
                        <p:cNvPr id="949" name="Arc 948">
                          <a:extLst>
                            <a:ext uri="{FF2B5EF4-FFF2-40B4-BE49-F238E27FC236}">
                              <a16:creationId xmlns:a16="http://schemas.microsoft.com/office/drawing/2014/main" id="{05015853-6361-E3BE-E0B0-DA826D4B732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50" name="Arc 949">
                          <a:extLst>
                            <a:ext uri="{FF2B5EF4-FFF2-40B4-BE49-F238E27FC236}">
                              <a16:creationId xmlns:a16="http://schemas.microsoft.com/office/drawing/2014/main" id="{64146E91-164D-63F4-984B-421E9FF5728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45" name="Group 944">
                        <a:extLst>
                          <a:ext uri="{FF2B5EF4-FFF2-40B4-BE49-F238E27FC236}">
                            <a16:creationId xmlns:a16="http://schemas.microsoft.com/office/drawing/2014/main" id="{EC0FF46A-BB49-3ED0-32FE-DB4EF48526E4}"/>
                          </a:ext>
                        </a:extLst>
                      </p:cNvPr>
                      <p:cNvGrpSpPr/>
                      <p:nvPr/>
                    </p:nvGrpSpPr>
                    <p:grpSpPr>
                      <a:xfrm rot="14400000" flipH="1">
                        <a:off x="6434137" y="3402011"/>
                        <a:ext cx="303213" cy="303213"/>
                        <a:chOff x="5354637" y="3446463"/>
                        <a:chExt cx="214313" cy="214313"/>
                      </a:xfrm>
                    </p:grpSpPr>
                    <p:sp>
                      <p:nvSpPr>
                        <p:cNvPr id="947" name="Arc 946">
                          <a:extLst>
                            <a:ext uri="{FF2B5EF4-FFF2-40B4-BE49-F238E27FC236}">
                              <a16:creationId xmlns:a16="http://schemas.microsoft.com/office/drawing/2014/main" id="{576C82D0-26C6-B38B-31DD-40D4EA549E6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48" name="Arc 947">
                          <a:extLst>
                            <a:ext uri="{FF2B5EF4-FFF2-40B4-BE49-F238E27FC236}">
                              <a16:creationId xmlns:a16="http://schemas.microsoft.com/office/drawing/2014/main" id="{4110FDD6-224E-B8A2-538A-B5CFE57EFBA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46" name="TextBox 945">
                        <a:extLst>
                          <a:ext uri="{FF2B5EF4-FFF2-40B4-BE49-F238E27FC236}">
                            <a16:creationId xmlns:a16="http://schemas.microsoft.com/office/drawing/2014/main" id="{F2F71D00-F0FE-F4DA-734D-D63CC686F060}"/>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31" name="Group 930">
                    <a:extLst>
                      <a:ext uri="{FF2B5EF4-FFF2-40B4-BE49-F238E27FC236}">
                        <a16:creationId xmlns:a16="http://schemas.microsoft.com/office/drawing/2014/main" id="{FCB5CF57-E23B-3C26-CDD9-14A8F94C9F02}"/>
                      </a:ext>
                    </a:extLst>
                  </p:cNvPr>
                  <p:cNvGrpSpPr/>
                  <p:nvPr/>
                </p:nvGrpSpPr>
                <p:grpSpPr>
                  <a:xfrm>
                    <a:off x="6197413" y="3225768"/>
                    <a:ext cx="393192" cy="393192"/>
                    <a:chOff x="6389147" y="3932622"/>
                    <a:chExt cx="393192" cy="393192"/>
                  </a:xfrm>
                </p:grpSpPr>
                <p:grpSp>
                  <p:nvGrpSpPr>
                    <p:cNvPr id="932" name="Group 931">
                      <a:extLst>
                        <a:ext uri="{FF2B5EF4-FFF2-40B4-BE49-F238E27FC236}">
                          <a16:creationId xmlns:a16="http://schemas.microsoft.com/office/drawing/2014/main" id="{FE3377BF-C5BC-341A-FFB8-AE8A8B7816F1}"/>
                        </a:ext>
                      </a:extLst>
                    </p:cNvPr>
                    <p:cNvGrpSpPr/>
                    <p:nvPr/>
                  </p:nvGrpSpPr>
                  <p:grpSpPr>
                    <a:xfrm flipH="1">
                      <a:off x="6478587" y="4022061"/>
                      <a:ext cx="214313" cy="214313"/>
                      <a:chOff x="5354637" y="3446463"/>
                      <a:chExt cx="214313" cy="214313"/>
                    </a:xfrm>
                  </p:grpSpPr>
                  <p:sp>
                    <p:nvSpPr>
                      <p:cNvPr id="940" name="Arc 939">
                        <a:extLst>
                          <a:ext uri="{FF2B5EF4-FFF2-40B4-BE49-F238E27FC236}">
                            <a16:creationId xmlns:a16="http://schemas.microsoft.com/office/drawing/2014/main" id="{530A6843-DECE-8AC2-8846-B54914A43DB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41" name="Arc 940">
                        <a:extLst>
                          <a:ext uri="{FF2B5EF4-FFF2-40B4-BE49-F238E27FC236}">
                            <a16:creationId xmlns:a16="http://schemas.microsoft.com/office/drawing/2014/main" id="{742F6F2B-E20D-6EF3-99B9-D53C62FE039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33" name="Group 932">
                      <a:extLst>
                        <a:ext uri="{FF2B5EF4-FFF2-40B4-BE49-F238E27FC236}">
                          <a16:creationId xmlns:a16="http://schemas.microsoft.com/office/drawing/2014/main" id="{D7ED3C78-6CB5-BDA2-60BD-01893027A4B5}"/>
                        </a:ext>
                      </a:extLst>
                    </p:cNvPr>
                    <p:cNvGrpSpPr/>
                    <p:nvPr/>
                  </p:nvGrpSpPr>
                  <p:grpSpPr>
                    <a:xfrm rot="7200000" flipH="1">
                      <a:off x="6434137" y="3977611"/>
                      <a:ext cx="303213" cy="303213"/>
                      <a:chOff x="5354637" y="3446463"/>
                      <a:chExt cx="214313" cy="214313"/>
                    </a:xfrm>
                  </p:grpSpPr>
                  <p:sp>
                    <p:nvSpPr>
                      <p:cNvPr id="938" name="Arc 937">
                        <a:extLst>
                          <a:ext uri="{FF2B5EF4-FFF2-40B4-BE49-F238E27FC236}">
                            <a16:creationId xmlns:a16="http://schemas.microsoft.com/office/drawing/2014/main" id="{6B1C5B30-C233-B6BE-BBFE-5D13518F11B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39" name="Arc 938">
                        <a:extLst>
                          <a:ext uri="{FF2B5EF4-FFF2-40B4-BE49-F238E27FC236}">
                            <a16:creationId xmlns:a16="http://schemas.microsoft.com/office/drawing/2014/main" id="{BE2A3025-FE1B-FD09-85C8-B02C9737802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34" name="Group 933">
                      <a:extLst>
                        <a:ext uri="{FF2B5EF4-FFF2-40B4-BE49-F238E27FC236}">
                          <a16:creationId xmlns:a16="http://schemas.microsoft.com/office/drawing/2014/main" id="{7EB79E19-F100-F9BB-6A43-85FBAFB6D72A}"/>
                        </a:ext>
                      </a:extLst>
                    </p:cNvPr>
                    <p:cNvGrpSpPr/>
                    <p:nvPr/>
                  </p:nvGrpSpPr>
                  <p:grpSpPr>
                    <a:xfrm rot="14400000" flipH="1">
                      <a:off x="6389147" y="3932622"/>
                      <a:ext cx="393192" cy="393192"/>
                      <a:chOff x="5354637" y="3446463"/>
                      <a:chExt cx="214313" cy="214313"/>
                    </a:xfrm>
                  </p:grpSpPr>
                  <p:sp>
                    <p:nvSpPr>
                      <p:cNvPr id="936" name="Arc 935">
                        <a:extLst>
                          <a:ext uri="{FF2B5EF4-FFF2-40B4-BE49-F238E27FC236}">
                            <a16:creationId xmlns:a16="http://schemas.microsoft.com/office/drawing/2014/main" id="{FED24EAF-BF59-C1B1-9CAD-DEC2D4777D6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37" name="Arc 936">
                        <a:extLst>
                          <a:ext uri="{FF2B5EF4-FFF2-40B4-BE49-F238E27FC236}">
                            <a16:creationId xmlns:a16="http://schemas.microsoft.com/office/drawing/2014/main" id="{A253DC53-A634-B011-3F6F-3E25D3BA180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35" name="TextBox 934">
                      <a:extLst>
                        <a:ext uri="{FF2B5EF4-FFF2-40B4-BE49-F238E27FC236}">
                          <a16:creationId xmlns:a16="http://schemas.microsoft.com/office/drawing/2014/main" id="{26D8FCBB-7693-2B97-A9A8-21495F08290F}"/>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81" name="Group 880">
                  <a:extLst>
                    <a:ext uri="{FF2B5EF4-FFF2-40B4-BE49-F238E27FC236}">
                      <a16:creationId xmlns:a16="http://schemas.microsoft.com/office/drawing/2014/main" id="{5E9195CB-6707-9EBA-27DD-4DE437D127A6}"/>
                    </a:ext>
                  </a:extLst>
                </p:cNvPr>
                <p:cNvGrpSpPr/>
                <p:nvPr/>
              </p:nvGrpSpPr>
              <p:grpSpPr>
                <a:xfrm>
                  <a:off x="6069086" y="3246228"/>
                  <a:ext cx="1019224" cy="991639"/>
                  <a:chOff x="5886431" y="3225768"/>
                  <a:chExt cx="1019224" cy="991639"/>
                </a:xfrm>
              </p:grpSpPr>
              <p:grpSp>
                <p:nvGrpSpPr>
                  <p:cNvPr id="882" name="Group 881">
                    <a:extLst>
                      <a:ext uri="{FF2B5EF4-FFF2-40B4-BE49-F238E27FC236}">
                        <a16:creationId xmlns:a16="http://schemas.microsoft.com/office/drawing/2014/main" id="{8564E642-4393-B115-6292-AD0D8431F6E7}"/>
                      </a:ext>
                    </a:extLst>
                  </p:cNvPr>
                  <p:cNvGrpSpPr/>
                  <p:nvPr/>
                </p:nvGrpSpPr>
                <p:grpSpPr>
                  <a:xfrm>
                    <a:off x="6197413" y="3824215"/>
                    <a:ext cx="393192" cy="393192"/>
                    <a:chOff x="5265196" y="3357021"/>
                    <a:chExt cx="393192" cy="393192"/>
                  </a:xfrm>
                </p:grpSpPr>
                <p:grpSp>
                  <p:nvGrpSpPr>
                    <p:cNvPr id="917" name="Group 916">
                      <a:extLst>
                        <a:ext uri="{FF2B5EF4-FFF2-40B4-BE49-F238E27FC236}">
                          <a16:creationId xmlns:a16="http://schemas.microsoft.com/office/drawing/2014/main" id="{9FDB587F-1C05-C53C-38C7-5144CE8FAB7A}"/>
                        </a:ext>
                      </a:extLst>
                    </p:cNvPr>
                    <p:cNvGrpSpPr/>
                    <p:nvPr/>
                  </p:nvGrpSpPr>
                  <p:grpSpPr>
                    <a:xfrm rot="14400000">
                      <a:off x="5265196" y="3357021"/>
                      <a:ext cx="393192" cy="393192"/>
                      <a:chOff x="5354637" y="3446463"/>
                      <a:chExt cx="214313" cy="214313"/>
                    </a:xfrm>
                  </p:grpSpPr>
                  <p:sp>
                    <p:nvSpPr>
                      <p:cNvPr id="926" name="Arc 925">
                        <a:extLst>
                          <a:ext uri="{FF2B5EF4-FFF2-40B4-BE49-F238E27FC236}">
                            <a16:creationId xmlns:a16="http://schemas.microsoft.com/office/drawing/2014/main" id="{7A15D487-10E2-449C-E7EE-7614D769646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27" name="Arc 926">
                        <a:extLst>
                          <a:ext uri="{FF2B5EF4-FFF2-40B4-BE49-F238E27FC236}">
                            <a16:creationId xmlns:a16="http://schemas.microsoft.com/office/drawing/2014/main" id="{CEFE1E17-6D49-779A-D892-08C1C54F580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18" name="Group 917">
                      <a:extLst>
                        <a:ext uri="{FF2B5EF4-FFF2-40B4-BE49-F238E27FC236}">
                          <a16:creationId xmlns:a16="http://schemas.microsoft.com/office/drawing/2014/main" id="{5211D443-C8DD-6F6E-F775-B48252C35ADE}"/>
                        </a:ext>
                      </a:extLst>
                    </p:cNvPr>
                    <p:cNvGrpSpPr/>
                    <p:nvPr/>
                  </p:nvGrpSpPr>
                  <p:grpSpPr>
                    <a:xfrm>
                      <a:off x="5310186" y="3402011"/>
                      <a:ext cx="303213" cy="303213"/>
                      <a:chOff x="5310186" y="3402011"/>
                      <a:chExt cx="303213" cy="303213"/>
                    </a:xfrm>
                  </p:grpSpPr>
                  <p:grpSp>
                    <p:nvGrpSpPr>
                      <p:cNvPr id="919" name="Group 918">
                        <a:extLst>
                          <a:ext uri="{FF2B5EF4-FFF2-40B4-BE49-F238E27FC236}">
                            <a16:creationId xmlns:a16="http://schemas.microsoft.com/office/drawing/2014/main" id="{329EBC16-5AB0-D4A2-663D-4133F62A4AF7}"/>
                          </a:ext>
                        </a:extLst>
                      </p:cNvPr>
                      <p:cNvGrpSpPr/>
                      <p:nvPr/>
                    </p:nvGrpSpPr>
                    <p:grpSpPr>
                      <a:xfrm>
                        <a:off x="5354636" y="3446461"/>
                        <a:ext cx="214313" cy="214313"/>
                        <a:chOff x="5354637" y="3446463"/>
                        <a:chExt cx="214313" cy="214313"/>
                      </a:xfrm>
                    </p:grpSpPr>
                    <p:sp>
                      <p:nvSpPr>
                        <p:cNvPr id="924" name="Arc 923">
                          <a:extLst>
                            <a:ext uri="{FF2B5EF4-FFF2-40B4-BE49-F238E27FC236}">
                              <a16:creationId xmlns:a16="http://schemas.microsoft.com/office/drawing/2014/main" id="{CFCA398A-5705-F275-C3F0-0251846740A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25" name="Arc 924">
                          <a:extLst>
                            <a:ext uri="{FF2B5EF4-FFF2-40B4-BE49-F238E27FC236}">
                              <a16:creationId xmlns:a16="http://schemas.microsoft.com/office/drawing/2014/main" id="{285AED92-382C-ACE2-A156-4D72D52A9A1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20" name="Group 919">
                        <a:extLst>
                          <a:ext uri="{FF2B5EF4-FFF2-40B4-BE49-F238E27FC236}">
                            <a16:creationId xmlns:a16="http://schemas.microsoft.com/office/drawing/2014/main" id="{B1F9B8FE-B4BD-E3C4-75C4-8F00A87D866A}"/>
                          </a:ext>
                        </a:extLst>
                      </p:cNvPr>
                      <p:cNvGrpSpPr/>
                      <p:nvPr/>
                    </p:nvGrpSpPr>
                    <p:grpSpPr>
                      <a:xfrm rot="7200000">
                        <a:off x="5310186" y="3402011"/>
                        <a:ext cx="303213" cy="303213"/>
                        <a:chOff x="5354637" y="3446463"/>
                        <a:chExt cx="214313" cy="214313"/>
                      </a:xfrm>
                    </p:grpSpPr>
                    <p:sp>
                      <p:nvSpPr>
                        <p:cNvPr id="922" name="Arc 921">
                          <a:extLst>
                            <a:ext uri="{FF2B5EF4-FFF2-40B4-BE49-F238E27FC236}">
                              <a16:creationId xmlns:a16="http://schemas.microsoft.com/office/drawing/2014/main" id="{3D601E41-A8C2-CEAA-66FF-D99558D13BC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23" name="Arc 922">
                          <a:extLst>
                            <a:ext uri="{FF2B5EF4-FFF2-40B4-BE49-F238E27FC236}">
                              <a16:creationId xmlns:a16="http://schemas.microsoft.com/office/drawing/2014/main" id="{2643D2B7-8812-549E-A77A-1F11B453A70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21" name="TextBox 920">
                        <a:extLst>
                          <a:ext uri="{FF2B5EF4-FFF2-40B4-BE49-F238E27FC236}">
                            <a16:creationId xmlns:a16="http://schemas.microsoft.com/office/drawing/2014/main" id="{E3B0D5B0-FCF9-607A-7B51-55F498215067}"/>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83" name="Group 882">
                    <a:extLst>
                      <a:ext uri="{FF2B5EF4-FFF2-40B4-BE49-F238E27FC236}">
                        <a16:creationId xmlns:a16="http://schemas.microsoft.com/office/drawing/2014/main" id="{55A6C8AC-9770-8B36-D309-350BC5217E1C}"/>
                      </a:ext>
                    </a:extLst>
                  </p:cNvPr>
                  <p:cNvGrpSpPr/>
                  <p:nvPr/>
                </p:nvGrpSpPr>
                <p:grpSpPr>
                  <a:xfrm>
                    <a:off x="5886431" y="3525040"/>
                    <a:ext cx="393192" cy="393192"/>
                    <a:chOff x="5265196" y="3932619"/>
                    <a:chExt cx="393192" cy="393192"/>
                  </a:xfrm>
                </p:grpSpPr>
                <p:grpSp>
                  <p:nvGrpSpPr>
                    <p:cNvPr id="907" name="Group 906">
                      <a:extLst>
                        <a:ext uri="{FF2B5EF4-FFF2-40B4-BE49-F238E27FC236}">
                          <a16:creationId xmlns:a16="http://schemas.microsoft.com/office/drawing/2014/main" id="{2FBBB6B9-B76B-A7D7-33C3-C1C45DAFC35C}"/>
                        </a:ext>
                      </a:extLst>
                    </p:cNvPr>
                    <p:cNvGrpSpPr/>
                    <p:nvPr/>
                  </p:nvGrpSpPr>
                  <p:grpSpPr>
                    <a:xfrm>
                      <a:off x="5354636" y="4022061"/>
                      <a:ext cx="214313" cy="214313"/>
                      <a:chOff x="5354637" y="3446463"/>
                      <a:chExt cx="214313" cy="214313"/>
                    </a:xfrm>
                  </p:grpSpPr>
                  <p:sp>
                    <p:nvSpPr>
                      <p:cNvPr id="915" name="Arc 914">
                        <a:extLst>
                          <a:ext uri="{FF2B5EF4-FFF2-40B4-BE49-F238E27FC236}">
                            <a16:creationId xmlns:a16="http://schemas.microsoft.com/office/drawing/2014/main" id="{1DA3A6E7-119F-07C7-95E6-FC5E4185E9B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16" name="Arc 915">
                        <a:extLst>
                          <a:ext uri="{FF2B5EF4-FFF2-40B4-BE49-F238E27FC236}">
                            <a16:creationId xmlns:a16="http://schemas.microsoft.com/office/drawing/2014/main" id="{AF36F91B-05CF-FF72-F793-5FB96DFD0CF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08" name="Group 907">
                      <a:extLst>
                        <a:ext uri="{FF2B5EF4-FFF2-40B4-BE49-F238E27FC236}">
                          <a16:creationId xmlns:a16="http://schemas.microsoft.com/office/drawing/2014/main" id="{8E9ECB8C-6CCA-F917-D236-6593502CE05D}"/>
                        </a:ext>
                      </a:extLst>
                    </p:cNvPr>
                    <p:cNvGrpSpPr/>
                    <p:nvPr/>
                  </p:nvGrpSpPr>
                  <p:grpSpPr>
                    <a:xfrm rot="14400000">
                      <a:off x="5310186" y="3977611"/>
                      <a:ext cx="303213" cy="303213"/>
                      <a:chOff x="5354637" y="3446463"/>
                      <a:chExt cx="214313" cy="214313"/>
                    </a:xfrm>
                  </p:grpSpPr>
                  <p:sp>
                    <p:nvSpPr>
                      <p:cNvPr id="913" name="Arc 912">
                        <a:extLst>
                          <a:ext uri="{FF2B5EF4-FFF2-40B4-BE49-F238E27FC236}">
                            <a16:creationId xmlns:a16="http://schemas.microsoft.com/office/drawing/2014/main" id="{FE47545C-7BD5-2FFC-FA42-B658D310027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14" name="Arc 913">
                        <a:extLst>
                          <a:ext uri="{FF2B5EF4-FFF2-40B4-BE49-F238E27FC236}">
                            <a16:creationId xmlns:a16="http://schemas.microsoft.com/office/drawing/2014/main" id="{25182E63-D40E-96BB-4B1C-06C6A9AD7BC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09" name="Group 908">
                      <a:extLst>
                        <a:ext uri="{FF2B5EF4-FFF2-40B4-BE49-F238E27FC236}">
                          <a16:creationId xmlns:a16="http://schemas.microsoft.com/office/drawing/2014/main" id="{DD7E2352-3090-BD99-478D-7EF134647E7A}"/>
                        </a:ext>
                      </a:extLst>
                    </p:cNvPr>
                    <p:cNvGrpSpPr/>
                    <p:nvPr/>
                  </p:nvGrpSpPr>
                  <p:grpSpPr>
                    <a:xfrm rot="7200000">
                      <a:off x="5265196" y="3932619"/>
                      <a:ext cx="393192" cy="393192"/>
                      <a:chOff x="5354637" y="3446463"/>
                      <a:chExt cx="214313" cy="214313"/>
                    </a:xfrm>
                  </p:grpSpPr>
                  <p:sp>
                    <p:nvSpPr>
                      <p:cNvPr id="911" name="Arc 910">
                        <a:extLst>
                          <a:ext uri="{FF2B5EF4-FFF2-40B4-BE49-F238E27FC236}">
                            <a16:creationId xmlns:a16="http://schemas.microsoft.com/office/drawing/2014/main" id="{79BB6A4D-B180-3F69-D66B-4244DBCBBEB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12" name="Arc 911">
                        <a:extLst>
                          <a:ext uri="{FF2B5EF4-FFF2-40B4-BE49-F238E27FC236}">
                            <a16:creationId xmlns:a16="http://schemas.microsoft.com/office/drawing/2014/main" id="{8C5B700C-1023-3EFA-1557-96235056F13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10" name="TextBox 909">
                      <a:extLst>
                        <a:ext uri="{FF2B5EF4-FFF2-40B4-BE49-F238E27FC236}">
                          <a16:creationId xmlns:a16="http://schemas.microsoft.com/office/drawing/2014/main" id="{54335E1F-FFE3-34A3-38E5-3BB4816A1D30}"/>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884" name="Group 883">
                    <a:extLst>
                      <a:ext uri="{FF2B5EF4-FFF2-40B4-BE49-F238E27FC236}">
                        <a16:creationId xmlns:a16="http://schemas.microsoft.com/office/drawing/2014/main" id="{48F8C92C-C46B-EEF5-DF04-71BB01BAAC9F}"/>
                      </a:ext>
                    </a:extLst>
                  </p:cNvPr>
                  <p:cNvGrpSpPr/>
                  <p:nvPr/>
                </p:nvGrpSpPr>
                <p:grpSpPr>
                  <a:xfrm>
                    <a:off x="6512463" y="3525040"/>
                    <a:ext cx="393192" cy="393192"/>
                    <a:chOff x="6389147" y="3357021"/>
                    <a:chExt cx="393192" cy="393192"/>
                  </a:xfrm>
                </p:grpSpPr>
                <p:grpSp>
                  <p:nvGrpSpPr>
                    <p:cNvPr id="896" name="Group 895">
                      <a:extLst>
                        <a:ext uri="{FF2B5EF4-FFF2-40B4-BE49-F238E27FC236}">
                          <a16:creationId xmlns:a16="http://schemas.microsoft.com/office/drawing/2014/main" id="{857D1856-D9C1-4E61-4A1C-85B45E9404AD}"/>
                        </a:ext>
                      </a:extLst>
                    </p:cNvPr>
                    <p:cNvGrpSpPr/>
                    <p:nvPr/>
                  </p:nvGrpSpPr>
                  <p:grpSpPr>
                    <a:xfrm rot="7200000" flipH="1">
                      <a:off x="6389147" y="3357021"/>
                      <a:ext cx="393192" cy="393192"/>
                      <a:chOff x="5354637" y="3446463"/>
                      <a:chExt cx="214313" cy="214313"/>
                    </a:xfrm>
                  </p:grpSpPr>
                  <p:sp>
                    <p:nvSpPr>
                      <p:cNvPr id="905" name="Arc 904">
                        <a:extLst>
                          <a:ext uri="{FF2B5EF4-FFF2-40B4-BE49-F238E27FC236}">
                            <a16:creationId xmlns:a16="http://schemas.microsoft.com/office/drawing/2014/main" id="{42415651-58CF-3054-962F-594E097EE3D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06" name="Arc 905">
                        <a:extLst>
                          <a:ext uri="{FF2B5EF4-FFF2-40B4-BE49-F238E27FC236}">
                            <a16:creationId xmlns:a16="http://schemas.microsoft.com/office/drawing/2014/main" id="{FA804E59-F39A-3008-1041-9BE3E8B5919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97" name="Group 896">
                      <a:extLst>
                        <a:ext uri="{FF2B5EF4-FFF2-40B4-BE49-F238E27FC236}">
                          <a16:creationId xmlns:a16="http://schemas.microsoft.com/office/drawing/2014/main" id="{855FA3F6-030A-60DC-0651-F6E4F5D21FF9}"/>
                        </a:ext>
                      </a:extLst>
                    </p:cNvPr>
                    <p:cNvGrpSpPr/>
                    <p:nvPr/>
                  </p:nvGrpSpPr>
                  <p:grpSpPr>
                    <a:xfrm>
                      <a:off x="6434137" y="3402011"/>
                      <a:ext cx="303213" cy="303213"/>
                      <a:chOff x="6434137" y="3402011"/>
                      <a:chExt cx="303213" cy="303213"/>
                    </a:xfrm>
                  </p:grpSpPr>
                  <p:grpSp>
                    <p:nvGrpSpPr>
                      <p:cNvPr id="898" name="Group 897">
                        <a:extLst>
                          <a:ext uri="{FF2B5EF4-FFF2-40B4-BE49-F238E27FC236}">
                            <a16:creationId xmlns:a16="http://schemas.microsoft.com/office/drawing/2014/main" id="{3FF9C987-20B7-E201-4925-0977259690D4}"/>
                          </a:ext>
                        </a:extLst>
                      </p:cNvPr>
                      <p:cNvGrpSpPr/>
                      <p:nvPr/>
                    </p:nvGrpSpPr>
                    <p:grpSpPr>
                      <a:xfrm flipH="1">
                        <a:off x="6478587" y="3446461"/>
                        <a:ext cx="214313" cy="214313"/>
                        <a:chOff x="5354637" y="3446463"/>
                        <a:chExt cx="214313" cy="214313"/>
                      </a:xfrm>
                    </p:grpSpPr>
                    <p:sp>
                      <p:nvSpPr>
                        <p:cNvPr id="903" name="Arc 902">
                          <a:extLst>
                            <a:ext uri="{FF2B5EF4-FFF2-40B4-BE49-F238E27FC236}">
                              <a16:creationId xmlns:a16="http://schemas.microsoft.com/office/drawing/2014/main" id="{68F3D4CD-D580-F752-2FCC-887C3D4E783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04" name="Arc 903">
                          <a:extLst>
                            <a:ext uri="{FF2B5EF4-FFF2-40B4-BE49-F238E27FC236}">
                              <a16:creationId xmlns:a16="http://schemas.microsoft.com/office/drawing/2014/main" id="{78555DE9-009D-A993-954A-86B073FB2FB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99" name="Group 898">
                        <a:extLst>
                          <a:ext uri="{FF2B5EF4-FFF2-40B4-BE49-F238E27FC236}">
                            <a16:creationId xmlns:a16="http://schemas.microsoft.com/office/drawing/2014/main" id="{663B3050-83C5-9139-F303-63CFB584EE6F}"/>
                          </a:ext>
                        </a:extLst>
                      </p:cNvPr>
                      <p:cNvGrpSpPr/>
                      <p:nvPr/>
                    </p:nvGrpSpPr>
                    <p:grpSpPr>
                      <a:xfrm rot="14400000" flipH="1">
                        <a:off x="6434137" y="3402011"/>
                        <a:ext cx="303213" cy="303213"/>
                        <a:chOff x="5354637" y="3446463"/>
                        <a:chExt cx="214313" cy="214313"/>
                      </a:xfrm>
                    </p:grpSpPr>
                    <p:sp>
                      <p:nvSpPr>
                        <p:cNvPr id="901" name="Arc 900">
                          <a:extLst>
                            <a:ext uri="{FF2B5EF4-FFF2-40B4-BE49-F238E27FC236}">
                              <a16:creationId xmlns:a16="http://schemas.microsoft.com/office/drawing/2014/main" id="{021040BF-F4DB-BE99-861B-F0938D7144E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02" name="Arc 901">
                          <a:extLst>
                            <a:ext uri="{FF2B5EF4-FFF2-40B4-BE49-F238E27FC236}">
                              <a16:creationId xmlns:a16="http://schemas.microsoft.com/office/drawing/2014/main" id="{861B2096-C3BA-DEC3-344F-71EF5D48A97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00" name="TextBox 899">
                        <a:extLst>
                          <a:ext uri="{FF2B5EF4-FFF2-40B4-BE49-F238E27FC236}">
                            <a16:creationId xmlns:a16="http://schemas.microsoft.com/office/drawing/2014/main" id="{C5609507-0FFC-127A-FC47-4D4406EBD2AE}"/>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85" name="Group 884">
                    <a:extLst>
                      <a:ext uri="{FF2B5EF4-FFF2-40B4-BE49-F238E27FC236}">
                        <a16:creationId xmlns:a16="http://schemas.microsoft.com/office/drawing/2014/main" id="{56B9DA27-4702-8439-42A4-E191A8F1AC19}"/>
                      </a:ext>
                    </a:extLst>
                  </p:cNvPr>
                  <p:cNvGrpSpPr/>
                  <p:nvPr/>
                </p:nvGrpSpPr>
                <p:grpSpPr>
                  <a:xfrm>
                    <a:off x="6197413" y="3225768"/>
                    <a:ext cx="393192" cy="393192"/>
                    <a:chOff x="6389147" y="3932622"/>
                    <a:chExt cx="393192" cy="393192"/>
                  </a:xfrm>
                </p:grpSpPr>
                <p:grpSp>
                  <p:nvGrpSpPr>
                    <p:cNvPr id="886" name="Group 885">
                      <a:extLst>
                        <a:ext uri="{FF2B5EF4-FFF2-40B4-BE49-F238E27FC236}">
                          <a16:creationId xmlns:a16="http://schemas.microsoft.com/office/drawing/2014/main" id="{6F36EED4-3820-95F8-EAF3-2C393FAD3249}"/>
                        </a:ext>
                      </a:extLst>
                    </p:cNvPr>
                    <p:cNvGrpSpPr/>
                    <p:nvPr/>
                  </p:nvGrpSpPr>
                  <p:grpSpPr>
                    <a:xfrm flipH="1">
                      <a:off x="6478587" y="4022061"/>
                      <a:ext cx="214313" cy="214313"/>
                      <a:chOff x="5354637" y="3446463"/>
                      <a:chExt cx="214313" cy="214313"/>
                    </a:xfrm>
                  </p:grpSpPr>
                  <p:sp>
                    <p:nvSpPr>
                      <p:cNvPr id="894" name="Arc 893">
                        <a:extLst>
                          <a:ext uri="{FF2B5EF4-FFF2-40B4-BE49-F238E27FC236}">
                            <a16:creationId xmlns:a16="http://schemas.microsoft.com/office/drawing/2014/main" id="{B7E50C73-7C8F-7FAE-0D46-63CB89E4083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95" name="Arc 894">
                        <a:extLst>
                          <a:ext uri="{FF2B5EF4-FFF2-40B4-BE49-F238E27FC236}">
                            <a16:creationId xmlns:a16="http://schemas.microsoft.com/office/drawing/2014/main" id="{C26D46F5-EC52-75D8-1D5A-BCFEE1FF750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87" name="Group 886">
                      <a:extLst>
                        <a:ext uri="{FF2B5EF4-FFF2-40B4-BE49-F238E27FC236}">
                          <a16:creationId xmlns:a16="http://schemas.microsoft.com/office/drawing/2014/main" id="{CB4FE8BD-0EB1-A07E-C14F-974C605E92E6}"/>
                        </a:ext>
                      </a:extLst>
                    </p:cNvPr>
                    <p:cNvGrpSpPr/>
                    <p:nvPr/>
                  </p:nvGrpSpPr>
                  <p:grpSpPr>
                    <a:xfrm rot="7200000" flipH="1">
                      <a:off x="6434137" y="3977611"/>
                      <a:ext cx="303213" cy="303213"/>
                      <a:chOff x="5354637" y="3446463"/>
                      <a:chExt cx="214313" cy="214313"/>
                    </a:xfrm>
                  </p:grpSpPr>
                  <p:sp>
                    <p:nvSpPr>
                      <p:cNvPr id="892" name="Arc 891">
                        <a:extLst>
                          <a:ext uri="{FF2B5EF4-FFF2-40B4-BE49-F238E27FC236}">
                            <a16:creationId xmlns:a16="http://schemas.microsoft.com/office/drawing/2014/main" id="{9F02F8C9-4490-D45F-37A6-51F8B489FE8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93" name="Arc 892">
                        <a:extLst>
                          <a:ext uri="{FF2B5EF4-FFF2-40B4-BE49-F238E27FC236}">
                            <a16:creationId xmlns:a16="http://schemas.microsoft.com/office/drawing/2014/main" id="{5B7FE17D-ABB1-BD81-5EC0-7450B4D5657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88" name="Group 887">
                      <a:extLst>
                        <a:ext uri="{FF2B5EF4-FFF2-40B4-BE49-F238E27FC236}">
                          <a16:creationId xmlns:a16="http://schemas.microsoft.com/office/drawing/2014/main" id="{46C77915-6677-4A2D-A679-ECD86D634AB3}"/>
                        </a:ext>
                      </a:extLst>
                    </p:cNvPr>
                    <p:cNvGrpSpPr/>
                    <p:nvPr/>
                  </p:nvGrpSpPr>
                  <p:grpSpPr>
                    <a:xfrm rot="14400000" flipH="1">
                      <a:off x="6389147" y="3932622"/>
                      <a:ext cx="393192" cy="393192"/>
                      <a:chOff x="5354637" y="3446463"/>
                      <a:chExt cx="214313" cy="214313"/>
                    </a:xfrm>
                  </p:grpSpPr>
                  <p:sp>
                    <p:nvSpPr>
                      <p:cNvPr id="890" name="Arc 889">
                        <a:extLst>
                          <a:ext uri="{FF2B5EF4-FFF2-40B4-BE49-F238E27FC236}">
                            <a16:creationId xmlns:a16="http://schemas.microsoft.com/office/drawing/2014/main" id="{D9AF8C74-F8F1-B0B9-5D2D-7D11D9A76DD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91" name="Arc 890">
                        <a:extLst>
                          <a:ext uri="{FF2B5EF4-FFF2-40B4-BE49-F238E27FC236}">
                            <a16:creationId xmlns:a16="http://schemas.microsoft.com/office/drawing/2014/main" id="{3C1499DF-6F6E-FE09-099B-3956BF607D3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89" name="TextBox 888">
                      <a:extLst>
                        <a:ext uri="{FF2B5EF4-FFF2-40B4-BE49-F238E27FC236}">
                          <a16:creationId xmlns:a16="http://schemas.microsoft.com/office/drawing/2014/main" id="{D33C4126-EAD6-59E3-6D2E-BF58627B9E37}"/>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785" name="Group 784">
                <a:extLst>
                  <a:ext uri="{FF2B5EF4-FFF2-40B4-BE49-F238E27FC236}">
                    <a16:creationId xmlns:a16="http://schemas.microsoft.com/office/drawing/2014/main" id="{98F6BA7D-40E1-BEA6-B2F2-30633E744A09}"/>
                  </a:ext>
                </a:extLst>
              </p:cNvPr>
              <p:cNvGrpSpPr/>
              <p:nvPr/>
            </p:nvGrpSpPr>
            <p:grpSpPr>
              <a:xfrm>
                <a:off x="6065340" y="2039507"/>
                <a:ext cx="1643204" cy="1593124"/>
                <a:chOff x="5445106" y="2644743"/>
                <a:chExt cx="1643204" cy="1593124"/>
              </a:xfrm>
            </p:grpSpPr>
            <p:grpSp>
              <p:nvGrpSpPr>
                <p:cNvPr id="786" name="Group 785">
                  <a:extLst>
                    <a:ext uri="{FF2B5EF4-FFF2-40B4-BE49-F238E27FC236}">
                      <a16:creationId xmlns:a16="http://schemas.microsoft.com/office/drawing/2014/main" id="{AE9C6A47-140C-B19F-EA90-F233412E02C8}"/>
                    </a:ext>
                  </a:extLst>
                </p:cNvPr>
                <p:cNvGrpSpPr/>
                <p:nvPr/>
              </p:nvGrpSpPr>
              <p:grpSpPr>
                <a:xfrm>
                  <a:off x="5445106" y="2644743"/>
                  <a:ext cx="1019224" cy="991639"/>
                  <a:chOff x="5886431" y="3225768"/>
                  <a:chExt cx="1019224" cy="991639"/>
                </a:xfrm>
              </p:grpSpPr>
              <p:grpSp>
                <p:nvGrpSpPr>
                  <p:cNvPr id="834" name="Group 833">
                    <a:extLst>
                      <a:ext uri="{FF2B5EF4-FFF2-40B4-BE49-F238E27FC236}">
                        <a16:creationId xmlns:a16="http://schemas.microsoft.com/office/drawing/2014/main" id="{0D796E3C-C753-80D2-1033-4D6081030CED}"/>
                      </a:ext>
                    </a:extLst>
                  </p:cNvPr>
                  <p:cNvGrpSpPr/>
                  <p:nvPr/>
                </p:nvGrpSpPr>
                <p:grpSpPr>
                  <a:xfrm>
                    <a:off x="6197413" y="3824215"/>
                    <a:ext cx="393192" cy="393192"/>
                    <a:chOff x="5265196" y="3357021"/>
                    <a:chExt cx="393192" cy="393192"/>
                  </a:xfrm>
                </p:grpSpPr>
                <p:grpSp>
                  <p:nvGrpSpPr>
                    <p:cNvPr id="869" name="Group 868">
                      <a:extLst>
                        <a:ext uri="{FF2B5EF4-FFF2-40B4-BE49-F238E27FC236}">
                          <a16:creationId xmlns:a16="http://schemas.microsoft.com/office/drawing/2014/main" id="{12E91EF1-36D7-AE28-2ACE-20A2CF0D30F2}"/>
                        </a:ext>
                      </a:extLst>
                    </p:cNvPr>
                    <p:cNvGrpSpPr/>
                    <p:nvPr/>
                  </p:nvGrpSpPr>
                  <p:grpSpPr>
                    <a:xfrm rot="14400000">
                      <a:off x="5265196" y="3357021"/>
                      <a:ext cx="393192" cy="393192"/>
                      <a:chOff x="5354637" y="3446463"/>
                      <a:chExt cx="214313" cy="214313"/>
                    </a:xfrm>
                  </p:grpSpPr>
                  <p:sp>
                    <p:nvSpPr>
                      <p:cNvPr id="878" name="Arc 877">
                        <a:extLst>
                          <a:ext uri="{FF2B5EF4-FFF2-40B4-BE49-F238E27FC236}">
                            <a16:creationId xmlns:a16="http://schemas.microsoft.com/office/drawing/2014/main" id="{5B1D3F6F-63F4-94F8-EE65-4AC950C5040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79" name="Arc 878">
                        <a:extLst>
                          <a:ext uri="{FF2B5EF4-FFF2-40B4-BE49-F238E27FC236}">
                            <a16:creationId xmlns:a16="http://schemas.microsoft.com/office/drawing/2014/main" id="{7ED307D3-39DB-24F3-9ED4-540B7233A63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70" name="Group 869">
                      <a:extLst>
                        <a:ext uri="{FF2B5EF4-FFF2-40B4-BE49-F238E27FC236}">
                          <a16:creationId xmlns:a16="http://schemas.microsoft.com/office/drawing/2014/main" id="{19D2A9C6-4DDB-B120-D216-8C2CE25BA07F}"/>
                        </a:ext>
                      </a:extLst>
                    </p:cNvPr>
                    <p:cNvGrpSpPr/>
                    <p:nvPr/>
                  </p:nvGrpSpPr>
                  <p:grpSpPr>
                    <a:xfrm>
                      <a:off x="5310186" y="3402011"/>
                      <a:ext cx="303213" cy="303213"/>
                      <a:chOff x="5310186" y="3402011"/>
                      <a:chExt cx="303213" cy="303213"/>
                    </a:xfrm>
                  </p:grpSpPr>
                  <p:grpSp>
                    <p:nvGrpSpPr>
                      <p:cNvPr id="871" name="Group 870">
                        <a:extLst>
                          <a:ext uri="{FF2B5EF4-FFF2-40B4-BE49-F238E27FC236}">
                            <a16:creationId xmlns:a16="http://schemas.microsoft.com/office/drawing/2014/main" id="{2EFB944C-55C8-1338-5947-BEA3BBAB8E0A}"/>
                          </a:ext>
                        </a:extLst>
                      </p:cNvPr>
                      <p:cNvGrpSpPr/>
                      <p:nvPr/>
                    </p:nvGrpSpPr>
                    <p:grpSpPr>
                      <a:xfrm>
                        <a:off x="5354636" y="3446461"/>
                        <a:ext cx="214313" cy="214313"/>
                        <a:chOff x="5354637" y="3446463"/>
                        <a:chExt cx="214313" cy="214313"/>
                      </a:xfrm>
                    </p:grpSpPr>
                    <p:sp>
                      <p:nvSpPr>
                        <p:cNvPr id="876" name="Arc 875">
                          <a:extLst>
                            <a:ext uri="{FF2B5EF4-FFF2-40B4-BE49-F238E27FC236}">
                              <a16:creationId xmlns:a16="http://schemas.microsoft.com/office/drawing/2014/main" id="{C0DF5BAF-3169-6F38-4FDF-D0CB180289A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77" name="Arc 876">
                          <a:extLst>
                            <a:ext uri="{FF2B5EF4-FFF2-40B4-BE49-F238E27FC236}">
                              <a16:creationId xmlns:a16="http://schemas.microsoft.com/office/drawing/2014/main" id="{D6E86E89-F2AA-CB86-B7C4-5490072F235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72" name="Group 871">
                        <a:extLst>
                          <a:ext uri="{FF2B5EF4-FFF2-40B4-BE49-F238E27FC236}">
                            <a16:creationId xmlns:a16="http://schemas.microsoft.com/office/drawing/2014/main" id="{EB6952D0-4F0F-0DF8-B776-BB0B8041B022}"/>
                          </a:ext>
                        </a:extLst>
                      </p:cNvPr>
                      <p:cNvGrpSpPr/>
                      <p:nvPr/>
                    </p:nvGrpSpPr>
                    <p:grpSpPr>
                      <a:xfrm rot="7200000">
                        <a:off x="5310186" y="3402011"/>
                        <a:ext cx="303213" cy="303213"/>
                        <a:chOff x="5354637" y="3446463"/>
                        <a:chExt cx="214313" cy="214313"/>
                      </a:xfrm>
                    </p:grpSpPr>
                    <p:sp>
                      <p:nvSpPr>
                        <p:cNvPr id="874" name="Arc 873">
                          <a:extLst>
                            <a:ext uri="{FF2B5EF4-FFF2-40B4-BE49-F238E27FC236}">
                              <a16:creationId xmlns:a16="http://schemas.microsoft.com/office/drawing/2014/main" id="{F451DDAB-2B53-C746-5AC5-2B817152E42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75" name="Arc 874">
                          <a:extLst>
                            <a:ext uri="{FF2B5EF4-FFF2-40B4-BE49-F238E27FC236}">
                              <a16:creationId xmlns:a16="http://schemas.microsoft.com/office/drawing/2014/main" id="{11F4A3AB-8FE1-BD87-5B62-0ACF8A2AD7B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73" name="TextBox 872">
                        <a:extLst>
                          <a:ext uri="{FF2B5EF4-FFF2-40B4-BE49-F238E27FC236}">
                            <a16:creationId xmlns:a16="http://schemas.microsoft.com/office/drawing/2014/main" id="{BA35CB2F-5B2D-937A-A454-3613805294C4}"/>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35" name="Group 834">
                    <a:extLst>
                      <a:ext uri="{FF2B5EF4-FFF2-40B4-BE49-F238E27FC236}">
                        <a16:creationId xmlns:a16="http://schemas.microsoft.com/office/drawing/2014/main" id="{627DE5EF-2AF2-E9DC-466D-38913946A7A9}"/>
                      </a:ext>
                    </a:extLst>
                  </p:cNvPr>
                  <p:cNvGrpSpPr/>
                  <p:nvPr/>
                </p:nvGrpSpPr>
                <p:grpSpPr>
                  <a:xfrm>
                    <a:off x="5886431" y="3525040"/>
                    <a:ext cx="393192" cy="393192"/>
                    <a:chOff x="5265196" y="3932619"/>
                    <a:chExt cx="393192" cy="393192"/>
                  </a:xfrm>
                </p:grpSpPr>
                <p:grpSp>
                  <p:nvGrpSpPr>
                    <p:cNvPr id="859" name="Group 858">
                      <a:extLst>
                        <a:ext uri="{FF2B5EF4-FFF2-40B4-BE49-F238E27FC236}">
                          <a16:creationId xmlns:a16="http://schemas.microsoft.com/office/drawing/2014/main" id="{2A8AC49B-AB27-90EA-8CF9-F4CFCE8A1D4B}"/>
                        </a:ext>
                      </a:extLst>
                    </p:cNvPr>
                    <p:cNvGrpSpPr/>
                    <p:nvPr/>
                  </p:nvGrpSpPr>
                  <p:grpSpPr>
                    <a:xfrm>
                      <a:off x="5354636" y="4022061"/>
                      <a:ext cx="214313" cy="214313"/>
                      <a:chOff x="5354637" y="3446463"/>
                      <a:chExt cx="214313" cy="214313"/>
                    </a:xfrm>
                  </p:grpSpPr>
                  <p:sp>
                    <p:nvSpPr>
                      <p:cNvPr id="867" name="Arc 866">
                        <a:extLst>
                          <a:ext uri="{FF2B5EF4-FFF2-40B4-BE49-F238E27FC236}">
                            <a16:creationId xmlns:a16="http://schemas.microsoft.com/office/drawing/2014/main" id="{BD5D181B-F215-98DF-5D67-DC9C841E41F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68" name="Arc 867">
                        <a:extLst>
                          <a:ext uri="{FF2B5EF4-FFF2-40B4-BE49-F238E27FC236}">
                            <a16:creationId xmlns:a16="http://schemas.microsoft.com/office/drawing/2014/main" id="{CA4F3314-43D6-7801-C4D9-7C1F54D2439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60" name="Group 859">
                      <a:extLst>
                        <a:ext uri="{FF2B5EF4-FFF2-40B4-BE49-F238E27FC236}">
                          <a16:creationId xmlns:a16="http://schemas.microsoft.com/office/drawing/2014/main" id="{34DB3217-66D2-43B5-E360-A59568A52E13}"/>
                        </a:ext>
                      </a:extLst>
                    </p:cNvPr>
                    <p:cNvGrpSpPr/>
                    <p:nvPr/>
                  </p:nvGrpSpPr>
                  <p:grpSpPr>
                    <a:xfrm rot="14400000">
                      <a:off x="5310186" y="3977611"/>
                      <a:ext cx="303213" cy="303213"/>
                      <a:chOff x="5354637" y="3446463"/>
                      <a:chExt cx="214313" cy="214313"/>
                    </a:xfrm>
                  </p:grpSpPr>
                  <p:sp>
                    <p:nvSpPr>
                      <p:cNvPr id="865" name="Arc 864">
                        <a:extLst>
                          <a:ext uri="{FF2B5EF4-FFF2-40B4-BE49-F238E27FC236}">
                            <a16:creationId xmlns:a16="http://schemas.microsoft.com/office/drawing/2014/main" id="{5FC14AA3-C756-4CC2-6CA1-59FFE331B18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66" name="Arc 865">
                        <a:extLst>
                          <a:ext uri="{FF2B5EF4-FFF2-40B4-BE49-F238E27FC236}">
                            <a16:creationId xmlns:a16="http://schemas.microsoft.com/office/drawing/2014/main" id="{00878FFF-7BC3-62B7-ED8C-58B956D7237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61" name="Group 860">
                      <a:extLst>
                        <a:ext uri="{FF2B5EF4-FFF2-40B4-BE49-F238E27FC236}">
                          <a16:creationId xmlns:a16="http://schemas.microsoft.com/office/drawing/2014/main" id="{CA2E29D4-A0A6-CF3E-BF11-6A4B791956BD}"/>
                        </a:ext>
                      </a:extLst>
                    </p:cNvPr>
                    <p:cNvGrpSpPr/>
                    <p:nvPr/>
                  </p:nvGrpSpPr>
                  <p:grpSpPr>
                    <a:xfrm rot="7200000">
                      <a:off x="5265196" y="3932619"/>
                      <a:ext cx="393192" cy="393192"/>
                      <a:chOff x="5354637" y="3446463"/>
                      <a:chExt cx="214313" cy="214313"/>
                    </a:xfrm>
                  </p:grpSpPr>
                  <p:sp>
                    <p:nvSpPr>
                      <p:cNvPr id="863" name="Arc 862">
                        <a:extLst>
                          <a:ext uri="{FF2B5EF4-FFF2-40B4-BE49-F238E27FC236}">
                            <a16:creationId xmlns:a16="http://schemas.microsoft.com/office/drawing/2014/main" id="{75B9E574-7000-413E-6E3E-FFC2C2A29D2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64" name="Arc 863">
                        <a:extLst>
                          <a:ext uri="{FF2B5EF4-FFF2-40B4-BE49-F238E27FC236}">
                            <a16:creationId xmlns:a16="http://schemas.microsoft.com/office/drawing/2014/main" id="{C33A16B3-EE52-7058-9055-BDFC6F2DA35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62" name="TextBox 861">
                      <a:extLst>
                        <a:ext uri="{FF2B5EF4-FFF2-40B4-BE49-F238E27FC236}">
                          <a16:creationId xmlns:a16="http://schemas.microsoft.com/office/drawing/2014/main" id="{02429ED8-3CA7-EC2A-D4EF-3D7D91593C7E}"/>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836" name="Group 835">
                    <a:extLst>
                      <a:ext uri="{FF2B5EF4-FFF2-40B4-BE49-F238E27FC236}">
                        <a16:creationId xmlns:a16="http://schemas.microsoft.com/office/drawing/2014/main" id="{64218614-3159-93FA-9F27-CFBF03FEE73F}"/>
                      </a:ext>
                    </a:extLst>
                  </p:cNvPr>
                  <p:cNvGrpSpPr/>
                  <p:nvPr/>
                </p:nvGrpSpPr>
                <p:grpSpPr>
                  <a:xfrm>
                    <a:off x="6512463" y="3525040"/>
                    <a:ext cx="393192" cy="393192"/>
                    <a:chOff x="6389147" y="3357021"/>
                    <a:chExt cx="393192" cy="393192"/>
                  </a:xfrm>
                </p:grpSpPr>
                <p:grpSp>
                  <p:nvGrpSpPr>
                    <p:cNvPr id="848" name="Group 847">
                      <a:extLst>
                        <a:ext uri="{FF2B5EF4-FFF2-40B4-BE49-F238E27FC236}">
                          <a16:creationId xmlns:a16="http://schemas.microsoft.com/office/drawing/2014/main" id="{59C842FA-807F-9786-D6F9-6BBF7DF9B4FC}"/>
                        </a:ext>
                      </a:extLst>
                    </p:cNvPr>
                    <p:cNvGrpSpPr/>
                    <p:nvPr/>
                  </p:nvGrpSpPr>
                  <p:grpSpPr>
                    <a:xfrm rot="7200000" flipH="1">
                      <a:off x="6389147" y="3357021"/>
                      <a:ext cx="393192" cy="393192"/>
                      <a:chOff x="5354637" y="3446463"/>
                      <a:chExt cx="214313" cy="214313"/>
                    </a:xfrm>
                  </p:grpSpPr>
                  <p:sp>
                    <p:nvSpPr>
                      <p:cNvPr id="857" name="Arc 856">
                        <a:extLst>
                          <a:ext uri="{FF2B5EF4-FFF2-40B4-BE49-F238E27FC236}">
                            <a16:creationId xmlns:a16="http://schemas.microsoft.com/office/drawing/2014/main" id="{5147A1C0-2BED-90A2-11DD-680EECE8198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58" name="Arc 857">
                        <a:extLst>
                          <a:ext uri="{FF2B5EF4-FFF2-40B4-BE49-F238E27FC236}">
                            <a16:creationId xmlns:a16="http://schemas.microsoft.com/office/drawing/2014/main" id="{D858240D-C881-09CE-570A-B485D11B6D1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49" name="Group 848">
                      <a:extLst>
                        <a:ext uri="{FF2B5EF4-FFF2-40B4-BE49-F238E27FC236}">
                          <a16:creationId xmlns:a16="http://schemas.microsoft.com/office/drawing/2014/main" id="{4A7A094F-C359-0613-8BFB-2392190DA0AD}"/>
                        </a:ext>
                      </a:extLst>
                    </p:cNvPr>
                    <p:cNvGrpSpPr/>
                    <p:nvPr/>
                  </p:nvGrpSpPr>
                  <p:grpSpPr>
                    <a:xfrm>
                      <a:off x="6434137" y="3402011"/>
                      <a:ext cx="303213" cy="303213"/>
                      <a:chOff x="6434137" y="3402011"/>
                      <a:chExt cx="303213" cy="303213"/>
                    </a:xfrm>
                  </p:grpSpPr>
                  <p:grpSp>
                    <p:nvGrpSpPr>
                      <p:cNvPr id="850" name="Group 849">
                        <a:extLst>
                          <a:ext uri="{FF2B5EF4-FFF2-40B4-BE49-F238E27FC236}">
                            <a16:creationId xmlns:a16="http://schemas.microsoft.com/office/drawing/2014/main" id="{C7472C29-B081-984F-F331-65D111A82B57}"/>
                          </a:ext>
                        </a:extLst>
                      </p:cNvPr>
                      <p:cNvGrpSpPr/>
                      <p:nvPr/>
                    </p:nvGrpSpPr>
                    <p:grpSpPr>
                      <a:xfrm flipH="1">
                        <a:off x="6478587" y="3446461"/>
                        <a:ext cx="214313" cy="214313"/>
                        <a:chOff x="5354637" y="3446463"/>
                        <a:chExt cx="214313" cy="214313"/>
                      </a:xfrm>
                    </p:grpSpPr>
                    <p:sp>
                      <p:nvSpPr>
                        <p:cNvPr id="855" name="Arc 854">
                          <a:extLst>
                            <a:ext uri="{FF2B5EF4-FFF2-40B4-BE49-F238E27FC236}">
                              <a16:creationId xmlns:a16="http://schemas.microsoft.com/office/drawing/2014/main" id="{0B6CEDA1-B31C-9E16-8116-57C767FA9B4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56" name="Arc 855">
                          <a:extLst>
                            <a:ext uri="{FF2B5EF4-FFF2-40B4-BE49-F238E27FC236}">
                              <a16:creationId xmlns:a16="http://schemas.microsoft.com/office/drawing/2014/main" id="{BC856698-E024-0D47-4643-F8C8C45B2FC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51" name="Group 850">
                        <a:extLst>
                          <a:ext uri="{FF2B5EF4-FFF2-40B4-BE49-F238E27FC236}">
                            <a16:creationId xmlns:a16="http://schemas.microsoft.com/office/drawing/2014/main" id="{C8050966-C9F3-0465-05D1-9B3E7898B66E}"/>
                          </a:ext>
                        </a:extLst>
                      </p:cNvPr>
                      <p:cNvGrpSpPr/>
                      <p:nvPr/>
                    </p:nvGrpSpPr>
                    <p:grpSpPr>
                      <a:xfrm rot="14400000" flipH="1">
                        <a:off x="6434137" y="3402011"/>
                        <a:ext cx="303213" cy="303213"/>
                        <a:chOff x="5354637" y="3446463"/>
                        <a:chExt cx="214313" cy="214313"/>
                      </a:xfrm>
                    </p:grpSpPr>
                    <p:sp>
                      <p:nvSpPr>
                        <p:cNvPr id="853" name="Arc 852">
                          <a:extLst>
                            <a:ext uri="{FF2B5EF4-FFF2-40B4-BE49-F238E27FC236}">
                              <a16:creationId xmlns:a16="http://schemas.microsoft.com/office/drawing/2014/main" id="{84428DC8-E3CA-5F5F-1608-E6959EB301A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54" name="Arc 853">
                          <a:extLst>
                            <a:ext uri="{FF2B5EF4-FFF2-40B4-BE49-F238E27FC236}">
                              <a16:creationId xmlns:a16="http://schemas.microsoft.com/office/drawing/2014/main" id="{7B44608D-8FDC-4E59-6333-7A54A7648DE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52" name="TextBox 851">
                        <a:extLst>
                          <a:ext uri="{FF2B5EF4-FFF2-40B4-BE49-F238E27FC236}">
                            <a16:creationId xmlns:a16="http://schemas.microsoft.com/office/drawing/2014/main" id="{6ABDCDC9-9E25-7F37-355F-04CBD0B33F56}"/>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37" name="Group 836">
                    <a:extLst>
                      <a:ext uri="{FF2B5EF4-FFF2-40B4-BE49-F238E27FC236}">
                        <a16:creationId xmlns:a16="http://schemas.microsoft.com/office/drawing/2014/main" id="{E65465FC-5EDC-5BA9-7A4D-38B74434FBBF}"/>
                      </a:ext>
                    </a:extLst>
                  </p:cNvPr>
                  <p:cNvGrpSpPr/>
                  <p:nvPr/>
                </p:nvGrpSpPr>
                <p:grpSpPr>
                  <a:xfrm>
                    <a:off x="6197413" y="3225768"/>
                    <a:ext cx="393192" cy="393192"/>
                    <a:chOff x="6389147" y="3932622"/>
                    <a:chExt cx="393192" cy="393192"/>
                  </a:xfrm>
                </p:grpSpPr>
                <p:grpSp>
                  <p:nvGrpSpPr>
                    <p:cNvPr id="838" name="Group 837">
                      <a:extLst>
                        <a:ext uri="{FF2B5EF4-FFF2-40B4-BE49-F238E27FC236}">
                          <a16:creationId xmlns:a16="http://schemas.microsoft.com/office/drawing/2014/main" id="{B6D0686C-7036-D1AF-1229-17CC02F50882}"/>
                        </a:ext>
                      </a:extLst>
                    </p:cNvPr>
                    <p:cNvGrpSpPr/>
                    <p:nvPr/>
                  </p:nvGrpSpPr>
                  <p:grpSpPr>
                    <a:xfrm flipH="1">
                      <a:off x="6478587" y="4022061"/>
                      <a:ext cx="214313" cy="214313"/>
                      <a:chOff x="5354637" y="3446463"/>
                      <a:chExt cx="214313" cy="214313"/>
                    </a:xfrm>
                  </p:grpSpPr>
                  <p:sp>
                    <p:nvSpPr>
                      <p:cNvPr id="846" name="Arc 845">
                        <a:extLst>
                          <a:ext uri="{FF2B5EF4-FFF2-40B4-BE49-F238E27FC236}">
                            <a16:creationId xmlns:a16="http://schemas.microsoft.com/office/drawing/2014/main" id="{1277E4D1-D533-C6C2-B6A3-1DAC99460FA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47" name="Arc 846">
                        <a:extLst>
                          <a:ext uri="{FF2B5EF4-FFF2-40B4-BE49-F238E27FC236}">
                            <a16:creationId xmlns:a16="http://schemas.microsoft.com/office/drawing/2014/main" id="{8A8EABDC-61BB-8A0C-540C-1C321F8A034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39" name="Group 838">
                      <a:extLst>
                        <a:ext uri="{FF2B5EF4-FFF2-40B4-BE49-F238E27FC236}">
                          <a16:creationId xmlns:a16="http://schemas.microsoft.com/office/drawing/2014/main" id="{F89C7C13-2B8A-14B8-5682-E8745D19529F}"/>
                        </a:ext>
                      </a:extLst>
                    </p:cNvPr>
                    <p:cNvGrpSpPr/>
                    <p:nvPr/>
                  </p:nvGrpSpPr>
                  <p:grpSpPr>
                    <a:xfrm rot="7200000" flipH="1">
                      <a:off x="6434137" y="3977611"/>
                      <a:ext cx="303213" cy="303213"/>
                      <a:chOff x="5354637" y="3446463"/>
                      <a:chExt cx="214313" cy="214313"/>
                    </a:xfrm>
                  </p:grpSpPr>
                  <p:sp>
                    <p:nvSpPr>
                      <p:cNvPr id="844" name="Arc 843">
                        <a:extLst>
                          <a:ext uri="{FF2B5EF4-FFF2-40B4-BE49-F238E27FC236}">
                            <a16:creationId xmlns:a16="http://schemas.microsoft.com/office/drawing/2014/main" id="{950550FA-9B65-D57F-A4F3-E27ADFC26EA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45" name="Arc 844">
                        <a:extLst>
                          <a:ext uri="{FF2B5EF4-FFF2-40B4-BE49-F238E27FC236}">
                            <a16:creationId xmlns:a16="http://schemas.microsoft.com/office/drawing/2014/main" id="{EF8D8405-4692-18A9-CE56-E7E63DA89B8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40" name="Group 839">
                      <a:extLst>
                        <a:ext uri="{FF2B5EF4-FFF2-40B4-BE49-F238E27FC236}">
                          <a16:creationId xmlns:a16="http://schemas.microsoft.com/office/drawing/2014/main" id="{5E149305-0D56-56A2-4CDC-C3FD0D2FB72C}"/>
                        </a:ext>
                      </a:extLst>
                    </p:cNvPr>
                    <p:cNvGrpSpPr/>
                    <p:nvPr/>
                  </p:nvGrpSpPr>
                  <p:grpSpPr>
                    <a:xfrm rot="14400000" flipH="1">
                      <a:off x="6389147" y="3932622"/>
                      <a:ext cx="393192" cy="393192"/>
                      <a:chOff x="5354637" y="3446463"/>
                      <a:chExt cx="214313" cy="214313"/>
                    </a:xfrm>
                  </p:grpSpPr>
                  <p:sp>
                    <p:nvSpPr>
                      <p:cNvPr id="842" name="Arc 841">
                        <a:extLst>
                          <a:ext uri="{FF2B5EF4-FFF2-40B4-BE49-F238E27FC236}">
                            <a16:creationId xmlns:a16="http://schemas.microsoft.com/office/drawing/2014/main" id="{6368D663-F63B-80D3-2B59-8E2BC2AB31A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43" name="Arc 842">
                        <a:extLst>
                          <a:ext uri="{FF2B5EF4-FFF2-40B4-BE49-F238E27FC236}">
                            <a16:creationId xmlns:a16="http://schemas.microsoft.com/office/drawing/2014/main" id="{1CBED45F-2BBA-43D3-727C-D57D9B7375B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41" name="TextBox 840">
                      <a:extLst>
                        <a:ext uri="{FF2B5EF4-FFF2-40B4-BE49-F238E27FC236}">
                          <a16:creationId xmlns:a16="http://schemas.microsoft.com/office/drawing/2014/main" id="{B8C3A30F-D356-FED3-E34A-0D47B8A6085C}"/>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87" name="Group 786">
                  <a:extLst>
                    <a:ext uri="{FF2B5EF4-FFF2-40B4-BE49-F238E27FC236}">
                      <a16:creationId xmlns:a16="http://schemas.microsoft.com/office/drawing/2014/main" id="{A1394048-4886-37A6-9425-D2DF04A76D2D}"/>
                    </a:ext>
                  </a:extLst>
                </p:cNvPr>
                <p:cNvGrpSpPr/>
                <p:nvPr/>
              </p:nvGrpSpPr>
              <p:grpSpPr>
                <a:xfrm>
                  <a:off x="6069086" y="3246228"/>
                  <a:ext cx="1019224" cy="991639"/>
                  <a:chOff x="5886431" y="3225768"/>
                  <a:chExt cx="1019224" cy="991639"/>
                </a:xfrm>
              </p:grpSpPr>
              <p:grpSp>
                <p:nvGrpSpPr>
                  <p:cNvPr id="788" name="Group 787">
                    <a:extLst>
                      <a:ext uri="{FF2B5EF4-FFF2-40B4-BE49-F238E27FC236}">
                        <a16:creationId xmlns:a16="http://schemas.microsoft.com/office/drawing/2014/main" id="{70EEE605-D3AC-E1B7-BD7A-4D3B5256519B}"/>
                      </a:ext>
                    </a:extLst>
                  </p:cNvPr>
                  <p:cNvGrpSpPr/>
                  <p:nvPr/>
                </p:nvGrpSpPr>
                <p:grpSpPr>
                  <a:xfrm>
                    <a:off x="6197413" y="3824215"/>
                    <a:ext cx="393192" cy="393192"/>
                    <a:chOff x="5265196" y="3357021"/>
                    <a:chExt cx="393192" cy="393192"/>
                  </a:xfrm>
                </p:grpSpPr>
                <p:grpSp>
                  <p:nvGrpSpPr>
                    <p:cNvPr id="823" name="Group 822">
                      <a:extLst>
                        <a:ext uri="{FF2B5EF4-FFF2-40B4-BE49-F238E27FC236}">
                          <a16:creationId xmlns:a16="http://schemas.microsoft.com/office/drawing/2014/main" id="{CEE484FF-21BC-88FC-BAD5-174513273CEC}"/>
                        </a:ext>
                      </a:extLst>
                    </p:cNvPr>
                    <p:cNvGrpSpPr/>
                    <p:nvPr/>
                  </p:nvGrpSpPr>
                  <p:grpSpPr>
                    <a:xfrm rot="14400000">
                      <a:off x="5265196" y="3357021"/>
                      <a:ext cx="393192" cy="393192"/>
                      <a:chOff x="5354637" y="3446463"/>
                      <a:chExt cx="214313" cy="214313"/>
                    </a:xfrm>
                  </p:grpSpPr>
                  <p:sp>
                    <p:nvSpPr>
                      <p:cNvPr id="832" name="Arc 831">
                        <a:extLst>
                          <a:ext uri="{FF2B5EF4-FFF2-40B4-BE49-F238E27FC236}">
                            <a16:creationId xmlns:a16="http://schemas.microsoft.com/office/drawing/2014/main" id="{DBE260F6-96D6-C84A-6CE0-2BDF61C2CBB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33" name="Arc 832">
                        <a:extLst>
                          <a:ext uri="{FF2B5EF4-FFF2-40B4-BE49-F238E27FC236}">
                            <a16:creationId xmlns:a16="http://schemas.microsoft.com/office/drawing/2014/main" id="{7A36D3CD-46FC-D718-09D1-D5A8B1C2A17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24" name="Group 823">
                      <a:extLst>
                        <a:ext uri="{FF2B5EF4-FFF2-40B4-BE49-F238E27FC236}">
                          <a16:creationId xmlns:a16="http://schemas.microsoft.com/office/drawing/2014/main" id="{88840033-2BE3-D940-5CEF-E9B38CBD68D7}"/>
                        </a:ext>
                      </a:extLst>
                    </p:cNvPr>
                    <p:cNvGrpSpPr/>
                    <p:nvPr/>
                  </p:nvGrpSpPr>
                  <p:grpSpPr>
                    <a:xfrm>
                      <a:off x="5310186" y="3402011"/>
                      <a:ext cx="303213" cy="303213"/>
                      <a:chOff x="5310186" y="3402011"/>
                      <a:chExt cx="303213" cy="303213"/>
                    </a:xfrm>
                  </p:grpSpPr>
                  <p:grpSp>
                    <p:nvGrpSpPr>
                      <p:cNvPr id="825" name="Group 824">
                        <a:extLst>
                          <a:ext uri="{FF2B5EF4-FFF2-40B4-BE49-F238E27FC236}">
                            <a16:creationId xmlns:a16="http://schemas.microsoft.com/office/drawing/2014/main" id="{FDF61A4C-61ED-802E-DEB0-3E04E48D98C7}"/>
                          </a:ext>
                        </a:extLst>
                      </p:cNvPr>
                      <p:cNvGrpSpPr/>
                      <p:nvPr/>
                    </p:nvGrpSpPr>
                    <p:grpSpPr>
                      <a:xfrm>
                        <a:off x="5354636" y="3446461"/>
                        <a:ext cx="214313" cy="214313"/>
                        <a:chOff x="5354637" y="3446463"/>
                        <a:chExt cx="214313" cy="214313"/>
                      </a:xfrm>
                    </p:grpSpPr>
                    <p:sp>
                      <p:nvSpPr>
                        <p:cNvPr id="830" name="Arc 829">
                          <a:extLst>
                            <a:ext uri="{FF2B5EF4-FFF2-40B4-BE49-F238E27FC236}">
                              <a16:creationId xmlns:a16="http://schemas.microsoft.com/office/drawing/2014/main" id="{E6477536-700F-1C14-0CE6-FAA8BA31BF5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31" name="Arc 830">
                          <a:extLst>
                            <a:ext uri="{FF2B5EF4-FFF2-40B4-BE49-F238E27FC236}">
                              <a16:creationId xmlns:a16="http://schemas.microsoft.com/office/drawing/2014/main" id="{264C47E5-B74D-872A-04EB-2AD7E7484D4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26" name="Group 825">
                        <a:extLst>
                          <a:ext uri="{FF2B5EF4-FFF2-40B4-BE49-F238E27FC236}">
                            <a16:creationId xmlns:a16="http://schemas.microsoft.com/office/drawing/2014/main" id="{5FC4C354-2553-E890-F315-73809CF27908}"/>
                          </a:ext>
                        </a:extLst>
                      </p:cNvPr>
                      <p:cNvGrpSpPr/>
                      <p:nvPr/>
                    </p:nvGrpSpPr>
                    <p:grpSpPr>
                      <a:xfrm rot="7200000">
                        <a:off x="5310186" y="3402011"/>
                        <a:ext cx="303213" cy="303213"/>
                        <a:chOff x="5354637" y="3446463"/>
                        <a:chExt cx="214313" cy="214313"/>
                      </a:xfrm>
                    </p:grpSpPr>
                    <p:sp>
                      <p:nvSpPr>
                        <p:cNvPr id="828" name="Arc 827">
                          <a:extLst>
                            <a:ext uri="{FF2B5EF4-FFF2-40B4-BE49-F238E27FC236}">
                              <a16:creationId xmlns:a16="http://schemas.microsoft.com/office/drawing/2014/main" id="{33FD212A-487A-1F1B-91E8-6B5EC2926FE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29" name="Arc 828">
                          <a:extLst>
                            <a:ext uri="{FF2B5EF4-FFF2-40B4-BE49-F238E27FC236}">
                              <a16:creationId xmlns:a16="http://schemas.microsoft.com/office/drawing/2014/main" id="{18BBDB12-0C92-ADE4-C34B-F4A25665F7E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27" name="TextBox 826">
                        <a:extLst>
                          <a:ext uri="{FF2B5EF4-FFF2-40B4-BE49-F238E27FC236}">
                            <a16:creationId xmlns:a16="http://schemas.microsoft.com/office/drawing/2014/main" id="{731E0A1F-1A26-67DB-47A6-F6829A401560}"/>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89" name="Group 788">
                    <a:extLst>
                      <a:ext uri="{FF2B5EF4-FFF2-40B4-BE49-F238E27FC236}">
                        <a16:creationId xmlns:a16="http://schemas.microsoft.com/office/drawing/2014/main" id="{48EBB8D1-3F69-D26E-D512-BB977ABA0CDD}"/>
                      </a:ext>
                    </a:extLst>
                  </p:cNvPr>
                  <p:cNvGrpSpPr/>
                  <p:nvPr/>
                </p:nvGrpSpPr>
                <p:grpSpPr>
                  <a:xfrm>
                    <a:off x="5886431" y="3525040"/>
                    <a:ext cx="393192" cy="393192"/>
                    <a:chOff x="5265196" y="3932619"/>
                    <a:chExt cx="393192" cy="393192"/>
                  </a:xfrm>
                </p:grpSpPr>
                <p:grpSp>
                  <p:nvGrpSpPr>
                    <p:cNvPr id="813" name="Group 812">
                      <a:extLst>
                        <a:ext uri="{FF2B5EF4-FFF2-40B4-BE49-F238E27FC236}">
                          <a16:creationId xmlns:a16="http://schemas.microsoft.com/office/drawing/2014/main" id="{CE6740E9-55DE-2C5E-E554-E3589D84083D}"/>
                        </a:ext>
                      </a:extLst>
                    </p:cNvPr>
                    <p:cNvGrpSpPr/>
                    <p:nvPr/>
                  </p:nvGrpSpPr>
                  <p:grpSpPr>
                    <a:xfrm>
                      <a:off x="5354636" y="4022061"/>
                      <a:ext cx="214313" cy="214313"/>
                      <a:chOff x="5354637" y="3446463"/>
                      <a:chExt cx="214313" cy="214313"/>
                    </a:xfrm>
                  </p:grpSpPr>
                  <p:sp>
                    <p:nvSpPr>
                      <p:cNvPr id="821" name="Arc 820">
                        <a:extLst>
                          <a:ext uri="{FF2B5EF4-FFF2-40B4-BE49-F238E27FC236}">
                            <a16:creationId xmlns:a16="http://schemas.microsoft.com/office/drawing/2014/main" id="{DC5CBE40-77CD-5D69-19B6-C7611DED404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22" name="Arc 821">
                        <a:extLst>
                          <a:ext uri="{FF2B5EF4-FFF2-40B4-BE49-F238E27FC236}">
                            <a16:creationId xmlns:a16="http://schemas.microsoft.com/office/drawing/2014/main" id="{87015DAB-AD7B-6560-C1E0-5B66B6D1E82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14" name="Group 813">
                      <a:extLst>
                        <a:ext uri="{FF2B5EF4-FFF2-40B4-BE49-F238E27FC236}">
                          <a16:creationId xmlns:a16="http://schemas.microsoft.com/office/drawing/2014/main" id="{1FE08E5A-7934-1D0F-6A93-83195AE65071}"/>
                        </a:ext>
                      </a:extLst>
                    </p:cNvPr>
                    <p:cNvGrpSpPr/>
                    <p:nvPr/>
                  </p:nvGrpSpPr>
                  <p:grpSpPr>
                    <a:xfrm rot="14400000">
                      <a:off x="5310186" y="3977611"/>
                      <a:ext cx="303213" cy="303213"/>
                      <a:chOff x="5354637" y="3446463"/>
                      <a:chExt cx="214313" cy="214313"/>
                    </a:xfrm>
                  </p:grpSpPr>
                  <p:sp>
                    <p:nvSpPr>
                      <p:cNvPr id="819" name="Arc 818">
                        <a:extLst>
                          <a:ext uri="{FF2B5EF4-FFF2-40B4-BE49-F238E27FC236}">
                            <a16:creationId xmlns:a16="http://schemas.microsoft.com/office/drawing/2014/main" id="{8DF9E564-8124-BE04-1979-B4379BEF87E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20" name="Arc 819">
                        <a:extLst>
                          <a:ext uri="{FF2B5EF4-FFF2-40B4-BE49-F238E27FC236}">
                            <a16:creationId xmlns:a16="http://schemas.microsoft.com/office/drawing/2014/main" id="{A8F5933E-93AF-0B77-E601-146BBD177D6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15" name="Group 814">
                      <a:extLst>
                        <a:ext uri="{FF2B5EF4-FFF2-40B4-BE49-F238E27FC236}">
                          <a16:creationId xmlns:a16="http://schemas.microsoft.com/office/drawing/2014/main" id="{32056BD1-AA7D-23BF-FA95-8462502F1483}"/>
                        </a:ext>
                      </a:extLst>
                    </p:cNvPr>
                    <p:cNvGrpSpPr/>
                    <p:nvPr/>
                  </p:nvGrpSpPr>
                  <p:grpSpPr>
                    <a:xfrm rot="7200000">
                      <a:off x="5265196" y="3932619"/>
                      <a:ext cx="393192" cy="393192"/>
                      <a:chOff x="5354637" y="3446463"/>
                      <a:chExt cx="214313" cy="214313"/>
                    </a:xfrm>
                  </p:grpSpPr>
                  <p:sp>
                    <p:nvSpPr>
                      <p:cNvPr id="817" name="Arc 816">
                        <a:extLst>
                          <a:ext uri="{FF2B5EF4-FFF2-40B4-BE49-F238E27FC236}">
                            <a16:creationId xmlns:a16="http://schemas.microsoft.com/office/drawing/2014/main" id="{A5107A0A-7BDD-26FB-DD7A-F666F8E16D0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18" name="Arc 817">
                        <a:extLst>
                          <a:ext uri="{FF2B5EF4-FFF2-40B4-BE49-F238E27FC236}">
                            <a16:creationId xmlns:a16="http://schemas.microsoft.com/office/drawing/2014/main" id="{9A423F87-57B2-62BB-B27C-52E69792C81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16" name="TextBox 815">
                      <a:extLst>
                        <a:ext uri="{FF2B5EF4-FFF2-40B4-BE49-F238E27FC236}">
                          <a16:creationId xmlns:a16="http://schemas.microsoft.com/office/drawing/2014/main" id="{2137B5B8-C862-435A-0F88-74640A40855D}"/>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790" name="Group 789">
                    <a:extLst>
                      <a:ext uri="{FF2B5EF4-FFF2-40B4-BE49-F238E27FC236}">
                        <a16:creationId xmlns:a16="http://schemas.microsoft.com/office/drawing/2014/main" id="{E6CEEE77-6481-26D9-31C1-0C2DA1766075}"/>
                      </a:ext>
                    </a:extLst>
                  </p:cNvPr>
                  <p:cNvGrpSpPr/>
                  <p:nvPr/>
                </p:nvGrpSpPr>
                <p:grpSpPr>
                  <a:xfrm>
                    <a:off x="6512463" y="3525040"/>
                    <a:ext cx="393192" cy="393192"/>
                    <a:chOff x="6389147" y="3357021"/>
                    <a:chExt cx="393192" cy="393192"/>
                  </a:xfrm>
                </p:grpSpPr>
                <p:grpSp>
                  <p:nvGrpSpPr>
                    <p:cNvPr id="802" name="Group 801">
                      <a:extLst>
                        <a:ext uri="{FF2B5EF4-FFF2-40B4-BE49-F238E27FC236}">
                          <a16:creationId xmlns:a16="http://schemas.microsoft.com/office/drawing/2014/main" id="{9F387901-0FA2-6A72-B1AC-B8927F4A34D9}"/>
                        </a:ext>
                      </a:extLst>
                    </p:cNvPr>
                    <p:cNvGrpSpPr/>
                    <p:nvPr/>
                  </p:nvGrpSpPr>
                  <p:grpSpPr>
                    <a:xfrm rot="7200000" flipH="1">
                      <a:off x="6389147" y="3357021"/>
                      <a:ext cx="393192" cy="393192"/>
                      <a:chOff x="5354637" y="3446463"/>
                      <a:chExt cx="214313" cy="214313"/>
                    </a:xfrm>
                  </p:grpSpPr>
                  <p:sp>
                    <p:nvSpPr>
                      <p:cNvPr id="811" name="Arc 810">
                        <a:extLst>
                          <a:ext uri="{FF2B5EF4-FFF2-40B4-BE49-F238E27FC236}">
                            <a16:creationId xmlns:a16="http://schemas.microsoft.com/office/drawing/2014/main" id="{1C1F9EE8-237A-3A4B-4F06-FD9ED768470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12" name="Arc 811">
                        <a:extLst>
                          <a:ext uri="{FF2B5EF4-FFF2-40B4-BE49-F238E27FC236}">
                            <a16:creationId xmlns:a16="http://schemas.microsoft.com/office/drawing/2014/main" id="{583D3DFD-7CC0-8A39-78A3-95FD5B1010E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03" name="Group 802">
                      <a:extLst>
                        <a:ext uri="{FF2B5EF4-FFF2-40B4-BE49-F238E27FC236}">
                          <a16:creationId xmlns:a16="http://schemas.microsoft.com/office/drawing/2014/main" id="{05842E71-45E0-A727-8454-6569E362104C}"/>
                        </a:ext>
                      </a:extLst>
                    </p:cNvPr>
                    <p:cNvGrpSpPr/>
                    <p:nvPr/>
                  </p:nvGrpSpPr>
                  <p:grpSpPr>
                    <a:xfrm>
                      <a:off x="6434137" y="3402011"/>
                      <a:ext cx="303213" cy="303213"/>
                      <a:chOff x="6434137" y="3402011"/>
                      <a:chExt cx="303213" cy="303213"/>
                    </a:xfrm>
                  </p:grpSpPr>
                  <p:grpSp>
                    <p:nvGrpSpPr>
                      <p:cNvPr id="804" name="Group 803">
                        <a:extLst>
                          <a:ext uri="{FF2B5EF4-FFF2-40B4-BE49-F238E27FC236}">
                            <a16:creationId xmlns:a16="http://schemas.microsoft.com/office/drawing/2014/main" id="{DDC3E3C4-15EA-10CB-BF50-F6DEB6ACAAF7}"/>
                          </a:ext>
                        </a:extLst>
                      </p:cNvPr>
                      <p:cNvGrpSpPr/>
                      <p:nvPr/>
                    </p:nvGrpSpPr>
                    <p:grpSpPr>
                      <a:xfrm flipH="1">
                        <a:off x="6478587" y="3446461"/>
                        <a:ext cx="214313" cy="214313"/>
                        <a:chOff x="5354637" y="3446463"/>
                        <a:chExt cx="214313" cy="214313"/>
                      </a:xfrm>
                    </p:grpSpPr>
                    <p:sp>
                      <p:nvSpPr>
                        <p:cNvPr id="809" name="Arc 808">
                          <a:extLst>
                            <a:ext uri="{FF2B5EF4-FFF2-40B4-BE49-F238E27FC236}">
                              <a16:creationId xmlns:a16="http://schemas.microsoft.com/office/drawing/2014/main" id="{BEE68B6E-EF10-EC90-381F-015C707D184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10" name="Arc 809">
                          <a:extLst>
                            <a:ext uri="{FF2B5EF4-FFF2-40B4-BE49-F238E27FC236}">
                              <a16:creationId xmlns:a16="http://schemas.microsoft.com/office/drawing/2014/main" id="{479A8802-334B-3A1D-6100-1498DD3280D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05" name="Group 804">
                        <a:extLst>
                          <a:ext uri="{FF2B5EF4-FFF2-40B4-BE49-F238E27FC236}">
                            <a16:creationId xmlns:a16="http://schemas.microsoft.com/office/drawing/2014/main" id="{F6691A82-FDD9-F80B-30C4-C99E0D96D225}"/>
                          </a:ext>
                        </a:extLst>
                      </p:cNvPr>
                      <p:cNvGrpSpPr/>
                      <p:nvPr/>
                    </p:nvGrpSpPr>
                    <p:grpSpPr>
                      <a:xfrm rot="14400000" flipH="1">
                        <a:off x="6434137" y="3402011"/>
                        <a:ext cx="303213" cy="303213"/>
                        <a:chOff x="5354637" y="3446463"/>
                        <a:chExt cx="214313" cy="214313"/>
                      </a:xfrm>
                    </p:grpSpPr>
                    <p:sp>
                      <p:nvSpPr>
                        <p:cNvPr id="807" name="Arc 806">
                          <a:extLst>
                            <a:ext uri="{FF2B5EF4-FFF2-40B4-BE49-F238E27FC236}">
                              <a16:creationId xmlns:a16="http://schemas.microsoft.com/office/drawing/2014/main" id="{401BDC12-8CD1-74A0-AF01-511F1406CAD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08" name="Arc 807">
                          <a:extLst>
                            <a:ext uri="{FF2B5EF4-FFF2-40B4-BE49-F238E27FC236}">
                              <a16:creationId xmlns:a16="http://schemas.microsoft.com/office/drawing/2014/main" id="{0FEA98D9-EF4A-E035-D33A-AB74DA3DB3C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06" name="TextBox 805">
                        <a:extLst>
                          <a:ext uri="{FF2B5EF4-FFF2-40B4-BE49-F238E27FC236}">
                            <a16:creationId xmlns:a16="http://schemas.microsoft.com/office/drawing/2014/main" id="{3A735D17-9D48-8C51-B056-05030A301374}"/>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91" name="Group 790">
                    <a:extLst>
                      <a:ext uri="{FF2B5EF4-FFF2-40B4-BE49-F238E27FC236}">
                        <a16:creationId xmlns:a16="http://schemas.microsoft.com/office/drawing/2014/main" id="{7EA90361-2B07-6C9C-3093-3E7F5BC5FA7D}"/>
                      </a:ext>
                    </a:extLst>
                  </p:cNvPr>
                  <p:cNvGrpSpPr/>
                  <p:nvPr/>
                </p:nvGrpSpPr>
                <p:grpSpPr>
                  <a:xfrm>
                    <a:off x="6197413" y="3225768"/>
                    <a:ext cx="393192" cy="393192"/>
                    <a:chOff x="6389147" y="3932622"/>
                    <a:chExt cx="393192" cy="393192"/>
                  </a:xfrm>
                </p:grpSpPr>
                <p:grpSp>
                  <p:nvGrpSpPr>
                    <p:cNvPr id="792" name="Group 791">
                      <a:extLst>
                        <a:ext uri="{FF2B5EF4-FFF2-40B4-BE49-F238E27FC236}">
                          <a16:creationId xmlns:a16="http://schemas.microsoft.com/office/drawing/2014/main" id="{C1FA131A-3C8E-A63C-9BBB-EF3A6301AEF1}"/>
                        </a:ext>
                      </a:extLst>
                    </p:cNvPr>
                    <p:cNvGrpSpPr/>
                    <p:nvPr/>
                  </p:nvGrpSpPr>
                  <p:grpSpPr>
                    <a:xfrm flipH="1">
                      <a:off x="6478587" y="4022061"/>
                      <a:ext cx="214313" cy="214313"/>
                      <a:chOff x="5354637" y="3446463"/>
                      <a:chExt cx="214313" cy="214313"/>
                    </a:xfrm>
                  </p:grpSpPr>
                  <p:sp>
                    <p:nvSpPr>
                      <p:cNvPr id="800" name="Arc 799">
                        <a:extLst>
                          <a:ext uri="{FF2B5EF4-FFF2-40B4-BE49-F238E27FC236}">
                            <a16:creationId xmlns:a16="http://schemas.microsoft.com/office/drawing/2014/main" id="{69FB4114-3D1C-0C38-6337-593A7729416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01" name="Arc 800">
                        <a:extLst>
                          <a:ext uri="{FF2B5EF4-FFF2-40B4-BE49-F238E27FC236}">
                            <a16:creationId xmlns:a16="http://schemas.microsoft.com/office/drawing/2014/main" id="{169371AD-7C0D-F529-F2C8-D6C8975107A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93" name="Group 792">
                      <a:extLst>
                        <a:ext uri="{FF2B5EF4-FFF2-40B4-BE49-F238E27FC236}">
                          <a16:creationId xmlns:a16="http://schemas.microsoft.com/office/drawing/2014/main" id="{D7245183-2BBA-AFDD-A83B-58AD65618A7B}"/>
                        </a:ext>
                      </a:extLst>
                    </p:cNvPr>
                    <p:cNvGrpSpPr/>
                    <p:nvPr/>
                  </p:nvGrpSpPr>
                  <p:grpSpPr>
                    <a:xfrm rot="7200000" flipH="1">
                      <a:off x="6434137" y="3977611"/>
                      <a:ext cx="303213" cy="303213"/>
                      <a:chOff x="5354637" y="3446463"/>
                      <a:chExt cx="214313" cy="214313"/>
                    </a:xfrm>
                  </p:grpSpPr>
                  <p:sp>
                    <p:nvSpPr>
                      <p:cNvPr id="798" name="Arc 797">
                        <a:extLst>
                          <a:ext uri="{FF2B5EF4-FFF2-40B4-BE49-F238E27FC236}">
                            <a16:creationId xmlns:a16="http://schemas.microsoft.com/office/drawing/2014/main" id="{E5212A94-C104-00D4-7BBF-1DD35DC85D6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99" name="Arc 798">
                        <a:extLst>
                          <a:ext uri="{FF2B5EF4-FFF2-40B4-BE49-F238E27FC236}">
                            <a16:creationId xmlns:a16="http://schemas.microsoft.com/office/drawing/2014/main" id="{4883DB46-CDFE-D8E3-2E74-30522D958B3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94" name="Group 793">
                      <a:extLst>
                        <a:ext uri="{FF2B5EF4-FFF2-40B4-BE49-F238E27FC236}">
                          <a16:creationId xmlns:a16="http://schemas.microsoft.com/office/drawing/2014/main" id="{677F32D6-C1F7-5500-24FF-B9EC2ADE58E9}"/>
                        </a:ext>
                      </a:extLst>
                    </p:cNvPr>
                    <p:cNvGrpSpPr/>
                    <p:nvPr/>
                  </p:nvGrpSpPr>
                  <p:grpSpPr>
                    <a:xfrm rot="14400000" flipH="1">
                      <a:off x="6389147" y="3932622"/>
                      <a:ext cx="393192" cy="393192"/>
                      <a:chOff x="5354637" y="3446463"/>
                      <a:chExt cx="214313" cy="214313"/>
                    </a:xfrm>
                  </p:grpSpPr>
                  <p:sp>
                    <p:nvSpPr>
                      <p:cNvPr id="796" name="Arc 795">
                        <a:extLst>
                          <a:ext uri="{FF2B5EF4-FFF2-40B4-BE49-F238E27FC236}">
                            <a16:creationId xmlns:a16="http://schemas.microsoft.com/office/drawing/2014/main" id="{C38FC4DE-E534-36CB-541A-4D3617C3FE0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97" name="Arc 796">
                        <a:extLst>
                          <a:ext uri="{FF2B5EF4-FFF2-40B4-BE49-F238E27FC236}">
                            <a16:creationId xmlns:a16="http://schemas.microsoft.com/office/drawing/2014/main" id="{3E2E56BE-F4A9-F58F-A1E9-6A42F98ABC8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95" name="TextBox 794">
                      <a:extLst>
                        <a:ext uri="{FF2B5EF4-FFF2-40B4-BE49-F238E27FC236}">
                          <a16:creationId xmlns:a16="http://schemas.microsoft.com/office/drawing/2014/main" id="{4EA8BD7F-7497-A4B3-A709-E7FB4179D9B8}"/>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20" name="Group 19">
              <a:extLst>
                <a:ext uri="{FF2B5EF4-FFF2-40B4-BE49-F238E27FC236}">
                  <a16:creationId xmlns:a16="http://schemas.microsoft.com/office/drawing/2014/main" id="{E457DCDA-4B9B-274A-F287-8F08E909B47E}"/>
                </a:ext>
              </a:extLst>
            </p:cNvPr>
            <p:cNvGrpSpPr/>
            <p:nvPr/>
          </p:nvGrpSpPr>
          <p:grpSpPr>
            <a:xfrm>
              <a:off x="3119327" y="697943"/>
              <a:ext cx="2263438" cy="2198360"/>
              <a:chOff x="5445106" y="2039507"/>
              <a:chExt cx="2263438" cy="2198360"/>
            </a:xfrm>
          </p:grpSpPr>
          <p:grpSp>
            <p:nvGrpSpPr>
              <p:cNvPr id="594" name="Group 593">
                <a:extLst>
                  <a:ext uri="{FF2B5EF4-FFF2-40B4-BE49-F238E27FC236}">
                    <a16:creationId xmlns:a16="http://schemas.microsoft.com/office/drawing/2014/main" id="{A0223DBB-D4E5-4F1E-63A4-CD491634CBB1}"/>
                  </a:ext>
                </a:extLst>
              </p:cNvPr>
              <p:cNvGrpSpPr/>
              <p:nvPr/>
            </p:nvGrpSpPr>
            <p:grpSpPr>
              <a:xfrm>
                <a:off x="5445106" y="2644743"/>
                <a:ext cx="1643204" cy="1593124"/>
                <a:chOff x="5445106" y="2644743"/>
                <a:chExt cx="1643204" cy="1593124"/>
              </a:xfrm>
            </p:grpSpPr>
            <p:grpSp>
              <p:nvGrpSpPr>
                <p:cNvPr id="690" name="Group 689">
                  <a:extLst>
                    <a:ext uri="{FF2B5EF4-FFF2-40B4-BE49-F238E27FC236}">
                      <a16:creationId xmlns:a16="http://schemas.microsoft.com/office/drawing/2014/main" id="{CACDD6BA-281D-15D4-CA59-77F6AC8DE3C3}"/>
                    </a:ext>
                  </a:extLst>
                </p:cNvPr>
                <p:cNvGrpSpPr/>
                <p:nvPr/>
              </p:nvGrpSpPr>
              <p:grpSpPr>
                <a:xfrm>
                  <a:off x="5445106" y="2644743"/>
                  <a:ext cx="1019224" cy="991639"/>
                  <a:chOff x="5886431" y="3225768"/>
                  <a:chExt cx="1019224" cy="991639"/>
                </a:xfrm>
              </p:grpSpPr>
              <p:grpSp>
                <p:nvGrpSpPr>
                  <p:cNvPr id="738" name="Group 737">
                    <a:extLst>
                      <a:ext uri="{FF2B5EF4-FFF2-40B4-BE49-F238E27FC236}">
                        <a16:creationId xmlns:a16="http://schemas.microsoft.com/office/drawing/2014/main" id="{4DD288CE-CAF7-ACE3-D77C-AC5D71F1A1ED}"/>
                      </a:ext>
                    </a:extLst>
                  </p:cNvPr>
                  <p:cNvGrpSpPr/>
                  <p:nvPr/>
                </p:nvGrpSpPr>
                <p:grpSpPr>
                  <a:xfrm>
                    <a:off x="6197413" y="3824215"/>
                    <a:ext cx="393192" cy="393192"/>
                    <a:chOff x="5265196" y="3357021"/>
                    <a:chExt cx="393192" cy="393192"/>
                  </a:xfrm>
                </p:grpSpPr>
                <p:grpSp>
                  <p:nvGrpSpPr>
                    <p:cNvPr id="773" name="Group 772">
                      <a:extLst>
                        <a:ext uri="{FF2B5EF4-FFF2-40B4-BE49-F238E27FC236}">
                          <a16:creationId xmlns:a16="http://schemas.microsoft.com/office/drawing/2014/main" id="{58BF0D50-27BE-0002-E3D1-5E7F1E1DC437}"/>
                        </a:ext>
                      </a:extLst>
                    </p:cNvPr>
                    <p:cNvGrpSpPr/>
                    <p:nvPr/>
                  </p:nvGrpSpPr>
                  <p:grpSpPr>
                    <a:xfrm rot="14400000">
                      <a:off x="5265196" y="3357021"/>
                      <a:ext cx="393192" cy="393192"/>
                      <a:chOff x="5354637" y="3446463"/>
                      <a:chExt cx="214313" cy="214313"/>
                    </a:xfrm>
                  </p:grpSpPr>
                  <p:sp>
                    <p:nvSpPr>
                      <p:cNvPr id="782" name="Arc 781">
                        <a:extLst>
                          <a:ext uri="{FF2B5EF4-FFF2-40B4-BE49-F238E27FC236}">
                            <a16:creationId xmlns:a16="http://schemas.microsoft.com/office/drawing/2014/main" id="{49CAA10A-85D7-0664-B5D4-59620CC0ADA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83" name="Arc 782">
                        <a:extLst>
                          <a:ext uri="{FF2B5EF4-FFF2-40B4-BE49-F238E27FC236}">
                            <a16:creationId xmlns:a16="http://schemas.microsoft.com/office/drawing/2014/main" id="{6761EA45-BECA-528C-3F1F-079770EE959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74" name="Group 773">
                      <a:extLst>
                        <a:ext uri="{FF2B5EF4-FFF2-40B4-BE49-F238E27FC236}">
                          <a16:creationId xmlns:a16="http://schemas.microsoft.com/office/drawing/2014/main" id="{198D5A44-67F0-56B3-C2F7-DF46AF3BA46C}"/>
                        </a:ext>
                      </a:extLst>
                    </p:cNvPr>
                    <p:cNvGrpSpPr/>
                    <p:nvPr/>
                  </p:nvGrpSpPr>
                  <p:grpSpPr>
                    <a:xfrm>
                      <a:off x="5310186" y="3402011"/>
                      <a:ext cx="303213" cy="303213"/>
                      <a:chOff x="5310186" y="3402011"/>
                      <a:chExt cx="303213" cy="303213"/>
                    </a:xfrm>
                  </p:grpSpPr>
                  <p:grpSp>
                    <p:nvGrpSpPr>
                      <p:cNvPr id="775" name="Group 774">
                        <a:extLst>
                          <a:ext uri="{FF2B5EF4-FFF2-40B4-BE49-F238E27FC236}">
                            <a16:creationId xmlns:a16="http://schemas.microsoft.com/office/drawing/2014/main" id="{CDAE5A61-2E40-8D38-5EAA-C03F1B938415}"/>
                          </a:ext>
                        </a:extLst>
                      </p:cNvPr>
                      <p:cNvGrpSpPr/>
                      <p:nvPr/>
                    </p:nvGrpSpPr>
                    <p:grpSpPr>
                      <a:xfrm>
                        <a:off x="5354636" y="3446461"/>
                        <a:ext cx="214313" cy="214313"/>
                        <a:chOff x="5354637" y="3446463"/>
                        <a:chExt cx="214313" cy="214313"/>
                      </a:xfrm>
                    </p:grpSpPr>
                    <p:sp>
                      <p:nvSpPr>
                        <p:cNvPr id="780" name="Arc 779">
                          <a:extLst>
                            <a:ext uri="{FF2B5EF4-FFF2-40B4-BE49-F238E27FC236}">
                              <a16:creationId xmlns:a16="http://schemas.microsoft.com/office/drawing/2014/main" id="{71F5E974-C608-303A-14D7-EF2990E741A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81" name="Arc 780">
                          <a:extLst>
                            <a:ext uri="{FF2B5EF4-FFF2-40B4-BE49-F238E27FC236}">
                              <a16:creationId xmlns:a16="http://schemas.microsoft.com/office/drawing/2014/main" id="{028E5C32-B668-A6D7-D16A-3DB1BF5D217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76" name="Group 775">
                        <a:extLst>
                          <a:ext uri="{FF2B5EF4-FFF2-40B4-BE49-F238E27FC236}">
                            <a16:creationId xmlns:a16="http://schemas.microsoft.com/office/drawing/2014/main" id="{5BB6CD0B-589B-3243-B096-474A6816BE57}"/>
                          </a:ext>
                        </a:extLst>
                      </p:cNvPr>
                      <p:cNvGrpSpPr/>
                      <p:nvPr/>
                    </p:nvGrpSpPr>
                    <p:grpSpPr>
                      <a:xfrm rot="7200000">
                        <a:off x="5310186" y="3402011"/>
                        <a:ext cx="303213" cy="303213"/>
                        <a:chOff x="5354637" y="3446463"/>
                        <a:chExt cx="214313" cy="214313"/>
                      </a:xfrm>
                    </p:grpSpPr>
                    <p:sp>
                      <p:nvSpPr>
                        <p:cNvPr id="778" name="Arc 777">
                          <a:extLst>
                            <a:ext uri="{FF2B5EF4-FFF2-40B4-BE49-F238E27FC236}">
                              <a16:creationId xmlns:a16="http://schemas.microsoft.com/office/drawing/2014/main" id="{2114CFE9-6F1B-5B63-31C5-4274AC7464C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79" name="Arc 778">
                          <a:extLst>
                            <a:ext uri="{FF2B5EF4-FFF2-40B4-BE49-F238E27FC236}">
                              <a16:creationId xmlns:a16="http://schemas.microsoft.com/office/drawing/2014/main" id="{F4CB29FE-ADAE-E2FD-AD0A-213DC9E9A1C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77" name="TextBox 776">
                        <a:extLst>
                          <a:ext uri="{FF2B5EF4-FFF2-40B4-BE49-F238E27FC236}">
                            <a16:creationId xmlns:a16="http://schemas.microsoft.com/office/drawing/2014/main" id="{D82923F0-4A9F-48A0-B8DA-D6A841EBC1D6}"/>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39" name="Group 738">
                    <a:extLst>
                      <a:ext uri="{FF2B5EF4-FFF2-40B4-BE49-F238E27FC236}">
                        <a16:creationId xmlns:a16="http://schemas.microsoft.com/office/drawing/2014/main" id="{32566205-EC7B-3094-2B4C-BA92FDE7BC12}"/>
                      </a:ext>
                    </a:extLst>
                  </p:cNvPr>
                  <p:cNvGrpSpPr/>
                  <p:nvPr/>
                </p:nvGrpSpPr>
                <p:grpSpPr>
                  <a:xfrm>
                    <a:off x="5886431" y="3525040"/>
                    <a:ext cx="393192" cy="393192"/>
                    <a:chOff x="5265196" y="3932619"/>
                    <a:chExt cx="393192" cy="393192"/>
                  </a:xfrm>
                </p:grpSpPr>
                <p:grpSp>
                  <p:nvGrpSpPr>
                    <p:cNvPr id="763" name="Group 762">
                      <a:extLst>
                        <a:ext uri="{FF2B5EF4-FFF2-40B4-BE49-F238E27FC236}">
                          <a16:creationId xmlns:a16="http://schemas.microsoft.com/office/drawing/2014/main" id="{FA23CBD1-1565-2A90-C28D-9070082F8C2C}"/>
                        </a:ext>
                      </a:extLst>
                    </p:cNvPr>
                    <p:cNvGrpSpPr/>
                    <p:nvPr/>
                  </p:nvGrpSpPr>
                  <p:grpSpPr>
                    <a:xfrm>
                      <a:off x="5354636" y="4022061"/>
                      <a:ext cx="214313" cy="214313"/>
                      <a:chOff x="5354637" y="3446463"/>
                      <a:chExt cx="214313" cy="214313"/>
                    </a:xfrm>
                  </p:grpSpPr>
                  <p:sp>
                    <p:nvSpPr>
                      <p:cNvPr id="771" name="Arc 770">
                        <a:extLst>
                          <a:ext uri="{FF2B5EF4-FFF2-40B4-BE49-F238E27FC236}">
                            <a16:creationId xmlns:a16="http://schemas.microsoft.com/office/drawing/2014/main" id="{E3EEDD6E-1BC6-CBC1-0DE5-A150EE02C60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72" name="Arc 771">
                        <a:extLst>
                          <a:ext uri="{FF2B5EF4-FFF2-40B4-BE49-F238E27FC236}">
                            <a16:creationId xmlns:a16="http://schemas.microsoft.com/office/drawing/2014/main" id="{4BF098B1-10A3-8A9D-0BAA-C09E8127951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64" name="Group 763">
                      <a:extLst>
                        <a:ext uri="{FF2B5EF4-FFF2-40B4-BE49-F238E27FC236}">
                          <a16:creationId xmlns:a16="http://schemas.microsoft.com/office/drawing/2014/main" id="{E1275F70-997A-71BB-FD0F-D8CBD3E4489B}"/>
                        </a:ext>
                      </a:extLst>
                    </p:cNvPr>
                    <p:cNvGrpSpPr/>
                    <p:nvPr/>
                  </p:nvGrpSpPr>
                  <p:grpSpPr>
                    <a:xfrm rot="14400000">
                      <a:off x="5310186" y="3977611"/>
                      <a:ext cx="303213" cy="303213"/>
                      <a:chOff x="5354637" y="3446463"/>
                      <a:chExt cx="214313" cy="214313"/>
                    </a:xfrm>
                  </p:grpSpPr>
                  <p:sp>
                    <p:nvSpPr>
                      <p:cNvPr id="769" name="Arc 768">
                        <a:extLst>
                          <a:ext uri="{FF2B5EF4-FFF2-40B4-BE49-F238E27FC236}">
                            <a16:creationId xmlns:a16="http://schemas.microsoft.com/office/drawing/2014/main" id="{0CC2630E-CE6F-AAC1-1C4E-E1A94A549DF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70" name="Arc 769">
                        <a:extLst>
                          <a:ext uri="{FF2B5EF4-FFF2-40B4-BE49-F238E27FC236}">
                            <a16:creationId xmlns:a16="http://schemas.microsoft.com/office/drawing/2014/main" id="{95B3880A-A5FF-1B43-7AE4-04A8360A885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65" name="Group 764">
                      <a:extLst>
                        <a:ext uri="{FF2B5EF4-FFF2-40B4-BE49-F238E27FC236}">
                          <a16:creationId xmlns:a16="http://schemas.microsoft.com/office/drawing/2014/main" id="{F7913696-A089-4E29-0ED1-93A66ADE5AD7}"/>
                        </a:ext>
                      </a:extLst>
                    </p:cNvPr>
                    <p:cNvGrpSpPr/>
                    <p:nvPr/>
                  </p:nvGrpSpPr>
                  <p:grpSpPr>
                    <a:xfrm rot="7200000">
                      <a:off x="5265196" y="3932619"/>
                      <a:ext cx="393192" cy="393192"/>
                      <a:chOff x="5354637" y="3446463"/>
                      <a:chExt cx="214313" cy="214313"/>
                    </a:xfrm>
                  </p:grpSpPr>
                  <p:sp>
                    <p:nvSpPr>
                      <p:cNvPr id="767" name="Arc 766">
                        <a:extLst>
                          <a:ext uri="{FF2B5EF4-FFF2-40B4-BE49-F238E27FC236}">
                            <a16:creationId xmlns:a16="http://schemas.microsoft.com/office/drawing/2014/main" id="{D352E8E0-B430-9DF6-9E3F-FB1A799C059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68" name="Arc 767">
                        <a:extLst>
                          <a:ext uri="{FF2B5EF4-FFF2-40B4-BE49-F238E27FC236}">
                            <a16:creationId xmlns:a16="http://schemas.microsoft.com/office/drawing/2014/main" id="{23E84218-49C5-EB0A-39BF-5DBE9F7EB2B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66" name="TextBox 765">
                      <a:extLst>
                        <a:ext uri="{FF2B5EF4-FFF2-40B4-BE49-F238E27FC236}">
                          <a16:creationId xmlns:a16="http://schemas.microsoft.com/office/drawing/2014/main" id="{A920FD12-AEE3-C16C-7887-50AF89DDE979}"/>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740" name="Group 739">
                    <a:extLst>
                      <a:ext uri="{FF2B5EF4-FFF2-40B4-BE49-F238E27FC236}">
                        <a16:creationId xmlns:a16="http://schemas.microsoft.com/office/drawing/2014/main" id="{4C9BED6C-F573-7238-2E12-A3F2402E46EF}"/>
                      </a:ext>
                    </a:extLst>
                  </p:cNvPr>
                  <p:cNvGrpSpPr/>
                  <p:nvPr/>
                </p:nvGrpSpPr>
                <p:grpSpPr>
                  <a:xfrm>
                    <a:off x="6512463" y="3525040"/>
                    <a:ext cx="393192" cy="393192"/>
                    <a:chOff x="6389147" y="3357021"/>
                    <a:chExt cx="393192" cy="393192"/>
                  </a:xfrm>
                </p:grpSpPr>
                <p:grpSp>
                  <p:nvGrpSpPr>
                    <p:cNvPr id="752" name="Group 751">
                      <a:extLst>
                        <a:ext uri="{FF2B5EF4-FFF2-40B4-BE49-F238E27FC236}">
                          <a16:creationId xmlns:a16="http://schemas.microsoft.com/office/drawing/2014/main" id="{62300DAD-33FE-AA20-285A-C4C4A480E88C}"/>
                        </a:ext>
                      </a:extLst>
                    </p:cNvPr>
                    <p:cNvGrpSpPr/>
                    <p:nvPr/>
                  </p:nvGrpSpPr>
                  <p:grpSpPr>
                    <a:xfrm rot="7200000" flipH="1">
                      <a:off x="6389147" y="3357021"/>
                      <a:ext cx="393192" cy="393192"/>
                      <a:chOff x="5354637" y="3446463"/>
                      <a:chExt cx="214313" cy="214313"/>
                    </a:xfrm>
                  </p:grpSpPr>
                  <p:sp>
                    <p:nvSpPr>
                      <p:cNvPr id="761" name="Arc 760">
                        <a:extLst>
                          <a:ext uri="{FF2B5EF4-FFF2-40B4-BE49-F238E27FC236}">
                            <a16:creationId xmlns:a16="http://schemas.microsoft.com/office/drawing/2014/main" id="{B45F2B0E-3132-8976-C997-C59E24B7669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62" name="Arc 761">
                        <a:extLst>
                          <a:ext uri="{FF2B5EF4-FFF2-40B4-BE49-F238E27FC236}">
                            <a16:creationId xmlns:a16="http://schemas.microsoft.com/office/drawing/2014/main" id="{EAE0CD88-4F60-7E62-94DC-1757A37F3A2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53" name="Group 752">
                      <a:extLst>
                        <a:ext uri="{FF2B5EF4-FFF2-40B4-BE49-F238E27FC236}">
                          <a16:creationId xmlns:a16="http://schemas.microsoft.com/office/drawing/2014/main" id="{1DAB1F0B-7A88-79D9-1CF5-94858CD96341}"/>
                        </a:ext>
                      </a:extLst>
                    </p:cNvPr>
                    <p:cNvGrpSpPr/>
                    <p:nvPr/>
                  </p:nvGrpSpPr>
                  <p:grpSpPr>
                    <a:xfrm>
                      <a:off x="6434137" y="3402011"/>
                      <a:ext cx="303213" cy="303213"/>
                      <a:chOff x="6434137" y="3402011"/>
                      <a:chExt cx="303213" cy="303213"/>
                    </a:xfrm>
                  </p:grpSpPr>
                  <p:grpSp>
                    <p:nvGrpSpPr>
                      <p:cNvPr id="754" name="Group 753">
                        <a:extLst>
                          <a:ext uri="{FF2B5EF4-FFF2-40B4-BE49-F238E27FC236}">
                            <a16:creationId xmlns:a16="http://schemas.microsoft.com/office/drawing/2014/main" id="{076BE132-97BA-3F35-CAEF-8C000D8BE8E5}"/>
                          </a:ext>
                        </a:extLst>
                      </p:cNvPr>
                      <p:cNvGrpSpPr/>
                      <p:nvPr/>
                    </p:nvGrpSpPr>
                    <p:grpSpPr>
                      <a:xfrm flipH="1">
                        <a:off x="6478587" y="3446461"/>
                        <a:ext cx="214313" cy="214313"/>
                        <a:chOff x="5354637" y="3446463"/>
                        <a:chExt cx="214313" cy="214313"/>
                      </a:xfrm>
                    </p:grpSpPr>
                    <p:sp>
                      <p:nvSpPr>
                        <p:cNvPr id="759" name="Arc 758">
                          <a:extLst>
                            <a:ext uri="{FF2B5EF4-FFF2-40B4-BE49-F238E27FC236}">
                              <a16:creationId xmlns:a16="http://schemas.microsoft.com/office/drawing/2014/main" id="{4872DF24-C181-4673-3BAE-5E557BC3379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60" name="Arc 759">
                          <a:extLst>
                            <a:ext uri="{FF2B5EF4-FFF2-40B4-BE49-F238E27FC236}">
                              <a16:creationId xmlns:a16="http://schemas.microsoft.com/office/drawing/2014/main" id="{6500EA85-7FEF-01D9-3E68-058A7A52A59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55" name="Group 754">
                        <a:extLst>
                          <a:ext uri="{FF2B5EF4-FFF2-40B4-BE49-F238E27FC236}">
                            <a16:creationId xmlns:a16="http://schemas.microsoft.com/office/drawing/2014/main" id="{C88A52BE-3B55-DD0F-76C0-3C3D68053A26}"/>
                          </a:ext>
                        </a:extLst>
                      </p:cNvPr>
                      <p:cNvGrpSpPr/>
                      <p:nvPr/>
                    </p:nvGrpSpPr>
                    <p:grpSpPr>
                      <a:xfrm rot="14400000" flipH="1">
                        <a:off x="6434137" y="3402011"/>
                        <a:ext cx="303213" cy="303213"/>
                        <a:chOff x="5354637" y="3446463"/>
                        <a:chExt cx="214313" cy="214313"/>
                      </a:xfrm>
                    </p:grpSpPr>
                    <p:sp>
                      <p:nvSpPr>
                        <p:cNvPr id="757" name="Arc 756">
                          <a:extLst>
                            <a:ext uri="{FF2B5EF4-FFF2-40B4-BE49-F238E27FC236}">
                              <a16:creationId xmlns:a16="http://schemas.microsoft.com/office/drawing/2014/main" id="{2FDABFF9-E29A-5FAC-4D16-9B589A3FE0C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58" name="Arc 757">
                          <a:extLst>
                            <a:ext uri="{FF2B5EF4-FFF2-40B4-BE49-F238E27FC236}">
                              <a16:creationId xmlns:a16="http://schemas.microsoft.com/office/drawing/2014/main" id="{BBFEEE9C-0263-F45D-E6A3-95EFA217BF0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56" name="TextBox 755">
                        <a:extLst>
                          <a:ext uri="{FF2B5EF4-FFF2-40B4-BE49-F238E27FC236}">
                            <a16:creationId xmlns:a16="http://schemas.microsoft.com/office/drawing/2014/main" id="{3F13E36C-44F1-CEFD-3983-4F510A5F9156}"/>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41" name="Group 740">
                    <a:extLst>
                      <a:ext uri="{FF2B5EF4-FFF2-40B4-BE49-F238E27FC236}">
                        <a16:creationId xmlns:a16="http://schemas.microsoft.com/office/drawing/2014/main" id="{F932E73E-23EB-061D-A907-0588194E1B1B}"/>
                      </a:ext>
                    </a:extLst>
                  </p:cNvPr>
                  <p:cNvGrpSpPr/>
                  <p:nvPr/>
                </p:nvGrpSpPr>
                <p:grpSpPr>
                  <a:xfrm>
                    <a:off x="6197413" y="3225768"/>
                    <a:ext cx="393192" cy="393192"/>
                    <a:chOff x="6389147" y="3932622"/>
                    <a:chExt cx="393192" cy="393192"/>
                  </a:xfrm>
                </p:grpSpPr>
                <p:grpSp>
                  <p:nvGrpSpPr>
                    <p:cNvPr id="742" name="Group 741">
                      <a:extLst>
                        <a:ext uri="{FF2B5EF4-FFF2-40B4-BE49-F238E27FC236}">
                          <a16:creationId xmlns:a16="http://schemas.microsoft.com/office/drawing/2014/main" id="{794C9F7A-9CED-FFCB-E526-1AA4A0AA5BA9}"/>
                        </a:ext>
                      </a:extLst>
                    </p:cNvPr>
                    <p:cNvGrpSpPr/>
                    <p:nvPr/>
                  </p:nvGrpSpPr>
                  <p:grpSpPr>
                    <a:xfrm flipH="1">
                      <a:off x="6478587" y="4022061"/>
                      <a:ext cx="214313" cy="214313"/>
                      <a:chOff x="5354637" y="3446463"/>
                      <a:chExt cx="214313" cy="214313"/>
                    </a:xfrm>
                  </p:grpSpPr>
                  <p:sp>
                    <p:nvSpPr>
                      <p:cNvPr id="750" name="Arc 749">
                        <a:extLst>
                          <a:ext uri="{FF2B5EF4-FFF2-40B4-BE49-F238E27FC236}">
                            <a16:creationId xmlns:a16="http://schemas.microsoft.com/office/drawing/2014/main" id="{FD96D52B-DF28-0CEF-476C-180A4EEFBFD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51" name="Arc 750">
                        <a:extLst>
                          <a:ext uri="{FF2B5EF4-FFF2-40B4-BE49-F238E27FC236}">
                            <a16:creationId xmlns:a16="http://schemas.microsoft.com/office/drawing/2014/main" id="{5A2006FB-7633-86A8-1B1D-769257082C7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43" name="Group 742">
                      <a:extLst>
                        <a:ext uri="{FF2B5EF4-FFF2-40B4-BE49-F238E27FC236}">
                          <a16:creationId xmlns:a16="http://schemas.microsoft.com/office/drawing/2014/main" id="{6C79428B-21DA-E004-BBF3-C600F42E1523}"/>
                        </a:ext>
                      </a:extLst>
                    </p:cNvPr>
                    <p:cNvGrpSpPr/>
                    <p:nvPr/>
                  </p:nvGrpSpPr>
                  <p:grpSpPr>
                    <a:xfrm rot="7200000" flipH="1">
                      <a:off x="6434137" y="3977611"/>
                      <a:ext cx="303213" cy="303213"/>
                      <a:chOff x="5354637" y="3446463"/>
                      <a:chExt cx="214313" cy="214313"/>
                    </a:xfrm>
                  </p:grpSpPr>
                  <p:sp>
                    <p:nvSpPr>
                      <p:cNvPr id="748" name="Arc 747">
                        <a:extLst>
                          <a:ext uri="{FF2B5EF4-FFF2-40B4-BE49-F238E27FC236}">
                            <a16:creationId xmlns:a16="http://schemas.microsoft.com/office/drawing/2014/main" id="{A882FCF4-D05B-51F5-34D5-21F019D5FC6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49" name="Arc 748">
                        <a:extLst>
                          <a:ext uri="{FF2B5EF4-FFF2-40B4-BE49-F238E27FC236}">
                            <a16:creationId xmlns:a16="http://schemas.microsoft.com/office/drawing/2014/main" id="{C38054FE-D3B9-109A-2496-A56AF857F1F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44" name="Group 743">
                      <a:extLst>
                        <a:ext uri="{FF2B5EF4-FFF2-40B4-BE49-F238E27FC236}">
                          <a16:creationId xmlns:a16="http://schemas.microsoft.com/office/drawing/2014/main" id="{B77FB1BF-AF7A-0EAC-EAA8-5538C5E0B373}"/>
                        </a:ext>
                      </a:extLst>
                    </p:cNvPr>
                    <p:cNvGrpSpPr/>
                    <p:nvPr/>
                  </p:nvGrpSpPr>
                  <p:grpSpPr>
                    <a:xfrm rot="14400000" flipH="1">
                      <a:off x="6389147" y="3932622"/>
                      <a:ext cx="393192" cy="393192"/>
                      <a:chOff x="5354637" y="3446463"/>
                      <a:chExt cx="214313" cy="214313"/>
                    </a:xfrm>
                  </p:grpSpPr>
                  <p:sp>
                    <p:nvSpPr>
                      <p:cNvPr id="746" name="Arc 745">
                        <a:extLst>
                          <a:ext uri="{FF2B5EF4-FFF2-40B4-BE49-F238E27FC236}">
                            <a16:creationId xmlns:a16="http://schemas.microsoft.com/office/drawing/2014/main" id="{61290448-354A-262D-81EF-377B77D8C25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47" name="Arc 746">
                        <a:extLst>
                          <a:ext uri="{FF2B5EF4-FFF2-40B4-BE49-F238E27FC236}">
                            <a16:creationId xmlns:a16="http://schemas.microsoft.com/office/drawing/2014/main" id="{7263429F-90CA-07B9-411B-E528F309B09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45" name="TextBox 744">
                      <a:extLst>
                        <a:ext uri="{FF2B5EF4-FFF2-40B4-BE49-F238E27FC236}">
                          <a16:creationId xmlns:a16="http://schemas.microsoft.com/office/drawing/2014/main" id="{895A401B-24B5-ABDD-6984-51AE8756EB82}"/>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91" name="Group 690">
                  <a:extLst>
                    <a:ext uri="{FF2B5EF4-FFF2-40B4-BE49-F238E27FC236}">
                      <a16:creationId xmlns:a16="http://schemas.microsoft.com/office/drawing/2014/main" id="{53672306-EB35-2B06-D6DD-1A0FE26868BD}"/>
                    </a:ext>
                  </a:extLst>
                </p:cNvPr>
                <p:cNvGrpSpPr/>
                <p:nvPr/>
              </p:nvGrpSpPr>
              <p:grpSpPr>
                <a:xfrm>
                  <a:off x="6069086" y="3246228"/>
                  <a:ext cx="1019224" cy="991639"/>
                  <a:chOff x="5886431" y="3225768"/>
                  <a:chExt cx="1019224" cy="991639"/>
                </a:xfrm>
              </p:grpSpPr>
              <p:grpSp>
                <p:nvGrpSpPr>
                  <p:cNvPr id="692" name="Group 691">
                    <a:extLst>
                      <a:ext uri="{FF2B5EF4-FFF2-40B4-BE49-F238E27FC236}">
                        <a16:creationId xmlns:a16="http://schemas.microsoft.com/office/drawing/2014/main" id="{52654D35-B59E-D3B5-8383-1B05DDD7AC5B}"/>
                      </a:ext>
                    </a:extLst>
                  </p:cNvPr>
                  <p:cNvGrpSpPr/>
                  <p:nvPr/>
                </p:nvGrpSpPr>
                <p:grpSpPr>
                  <a:xfrm>
                    <a:off x="6197413" y="3824215"/>
                    <a:ext cx="393192" cy="393192"/>
                    <a:chOff x="5265196" y="3357021"/>
                    <a:chExt cx="393192" cy="393192"/>
                  </a:xfrm>
                </p:grpSpPr>
                <p:grpSp>
                  <p:nvGrpSpPr>
                    <p:cNvPr id="727" name="Group 726">
                      <a:extLst>
                        <a:ext uri="{FF2B5EF4-FFF2-40B4-BE49-F238E27FC236}">
                          <a16:creationId xmlns:a16="http://schemas.microsoft.com/office/drawing/2014/main" id="{13C0281C-6CA8-363D-F470-F5961D1BB807}"/>
                        </a:ext>
                      </a:extLst>
                    </p:cNvPr>
                    <p:cNvGrpSpPr/>
                    <p:nvPr/>
                  </p:nvGrpSpPr>
                  <p:grpSpPr>
                    <a:xfrm rot="14400000">
                      <a:off x="5265196" y="3357021"/>
                      <a:ext cx="393192" cy="393192"/>
                      <a:chOff x="5354637" y="3446463"/>
                      <a:chExt cx="214313" cy="214313"/>
                    </a:xfrm>
                  </p:grpSpPr>
                  <p:sp>
                    <p:nvSpPr>
                      <p:cNvPr id="736" name="Arc 735">
                        <a:extLst>
                          <a:ext uri="{FF2B5EF4-FFF2-40B4-BE49-F238E27FC236}">
                            <a16:creationId xmlns:a16="http://schemas.microsoft.com/office/drawing/2014/main" id="{D11BDC03-BF3C-2F81-6FFE-A1C2B1EC884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37" name="Arc 736">
                        <a:extLst>
                          <a:ext uri="{FF2B5EF4-FFF2-40B4-BE49-F238E27FC236}">
                            <a16:creationId xmlns:a16="http://schemas.microsoft.com/office/drawing/2014/main" id="{97904023-1DE3-55D6-FCB2-77C610F2C7E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28" name="Group 727">
                      <a:extLst>
                        <a:ext uri="{FF2B5EF4-FFF2-40B4-BE49-F238E27FC236}">
                          <a16:creationId xmlns:a16="http://schemas.microsoft.com/office/drawing/2014/main" id="{F076747E-A747-199A-A959-BBFD104ABFA2}"/>
                        </a:ext>
                      </a:extLst>
                    </p:cNvPr>
                    <p:cNvGrpSpPr/>
                    <p:nvPr/>
                  </p:nvGrpSpPr>
                  <p:grpSpPr>
                    <a:xfrm>
                      <a:off x="5310186" y="3402011"/>
                      <a:ext cx="303213" cy="303213"/>
                      <a:chOff x="5310186" y="3402011"/>
                      <a:chExt cx="303213" cy="303213"/>
                    </a:xfrm>
                  </p:grpSpPr>
                  <p:grpSp>
                    <p:nvGrpSpPr>
                      <p:cNvPr id="729" name="Group 728">
                        <a:extLst>
                          <a:ext uri="{FF2B5EF4-FFF2-40B4-BE49-F238E27FC236}">
                            <a16:creationId xmlns:a16="http://schemas.microsoft.com/office/drawing/2014/main" id="{AB8BF8C0-E947-46E8-243F-C702BE1D0DF4}"/>
                          </a:ext>
                        </a:extLst>
                      </p:cNvPr>
                      <p:cNvGrpSpPr/>
                      <p:nvPr/>
                    </p:nvGrpSpPr>
                    <p:grpSpPr>
                      <a:xfrm>
                        <a:off x="5354636" y="3446461"/>
                        <a:ext cx="214313" cy="214313"/>
                        <a:chOff x="5354637" y="3446463"/>
                        <a:chExt cx="214313" cy="214313"/>
                      </a:xfrm>
                    </p:grpSpPr>
                    <p:sp>
                      <p:nvSpPr>
                        <p:cNvPr id="734" name="Arc 733">
                          <a:extLst>
                            <a:ext uri="{FF2B5EF4-FFF2-40B4-BE49-F238E27FC236}">
                              <a16:creationId xmlns:a16="http://schemas.microsoft.com/office/drawing/2014/main" id="{CAA72D19-2958-6F69-D932-E558C003214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35" name="Arc 734">
                          <a:extLst>
                            <a:ext uri="{FF2B5EF4-FFF2-40B4-BE49-F238E27FC236}">
                              <a16:creationId xmlns:a16="http://schemas.microsoft.com/office/drawing/2014/main" id="{680E15A0-05DC-9233-630A-0A3122CF483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30" name="Group 729">
                        <a:extLst>
                          <a:ext uri="{FF2B5EF4-FFF2-40B4-BE49-F238E27FC236}">
                            <a16:creationId xmlns:a16="http://schemas.microsoft.com/office/drawing/2014/main" id="{A977F2B3-1D5D-B51E-C0F9-5BCAA3C8BA3C}"/>
                          </a:ext>
                        </a:extLst>
                      </p:cNvPr>
                      <p:cNvGrpSpPr/>
                      <p:nvPr/>
                    </p:nvGrpSpPr>
                    <p:grpSpPr>
                      <a:xfrm rot="7200000">
                        <a:off x="5310186" y="3402011"/>
                        <a:ext cx="303213" cy="303213"/>
                        <a:chOff x="5354637" y="3446463"/>
                        <a:chExt cx="214313" cy="214313"/>
                      </a:xfrm>
                    </p:grpSpPr>
                    <p:sp>
                      <p:nvSpPr>
                        <p:cNvPr id="732" name="Arc 731">
                          <a:extLst>
                            <a:ext uri="{FF2B5EF4-FFF2-40B4-BE49-F238E27FC236}">
                              <a16:creationId xmlns:a16="http://schemas.microsoft.com/office/drawing/2014/main" id="{061284AF-81E3-3500-25B3-97F559F481A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33" name="Arc 732">
                          <a:extLst>
                            <a:ext uri="{FF2B5EF4-FFF2-40B4-BE49-F238E27FC236}">
                              <a16:creationId xmlns:a16="http://schemas.microsoft.com/office/drawing/2014/main" id="{E0BEC053-B6EB-A304-A74C-49974074BDF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31" name="TextBox 730">
                        <a:extLst>
                          <a:ext uri="{FF2B5EF4-FFF2-40B4-BE49-F238E27FC236}">
                            <a16:creationId xmlns:a16="http://schemas.microsoft.com/office/drawing/2014/main" id="{2EEC7C21-B3C2-354F-605B-C3259CAA8B25}"/>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93" name="Group 692">
                    <a:extLst>
                      <a:ext uri="{FF2B5EF4-FFF2-40B4-BE49-F238E27FC236}">
                        <a16:creationId xmlns:a16="http://schemas.microsoft.com/office/drawing/2014/main" id="{48BC774A-33DE-25D7-EB72-E6DBCF69630E}"/>
                      </a:ext>
                    </a:extLst>
                  </p:cNvPr>
                  <p:cNvGrpSpPr/>
                  <p:nvPr/>
                </p:nvGrpSpPr>
                <p:grpSpPr>
                  <a:xfrm>
                    <a:off x="5886431" y="3525040"/>
                    <a:ext cx="393192" cy="393192"/>
                    <a:chOff x="5265196" y="3932619"/>
                    <a:chExt cx="393192" cy="393192"/>
                  </a:xfrm>
                </p:grpSpPr>
                <p:grpSp>
                  <p:nvGrpSpPr>
                    <p:cNvPr id="717" name="Group 716">
                      <a:extLst>
                        <a:ext uri="{FF2B5EF4-FFF2-40B4-BE49-F238E27FC236}">
                          <a16:creationId xmlns:a16="http://schemas.microsoft.com/office/drawing/2014/main" id="{420B7103-315A-CBC0-AF50-9843AE6E4E6B}"/>
                        </a:ext>
                      </a:extLst>
                    </p:cNvPr>
                    <p:cNvGrpSpPr/>
                    <p:nvPr/>
                  </p:nvGrpSpPr>
                  <p:grpSpPr>
                    <a:xfrm>
                      <a:off x="5354636" y="4022061"/>
                      <a:ext cx="214313" cy="214313"/>
                      <a:chOff x="5354637" y="3446463"/>
                      <a:chExt cx="214313" cy="214313"/>
                    </a:xfrm>
                  </p:grpSpPr>
                  <p:sp>
                    <p:nvSpPr>
                      <p:cNvPr id="725" name="Arc 724">
                        <a:extLst>
                          <a:ext uri="{FF2B5EF4-FFF2-40B4-BE49-F238E27FC236}">
                            <a16:creationId xmlns:a16="http://schemas.microsoft.com/office/drawing/2014/main" id="{7B3482E9-55D9-BD3A-1D74-2746D1F954F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26" name="Arc 725">
                        <a:extLst>
                          <a:ext uri="{FF2B5EF4-FFF2-40B4-BE49-F238E27FC236}">
                            <a16:creationId xmlns:a16="http://schemas.microsoft.com/office/drawing/2014/main" id="{BF206F5C-C646-870C-11DD-4D7A4C01E00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18" name="Group 717">
                      <a:extLst>
                        <a:ext uri="{FF2B5EF4-FFF2-40B4-BE49-F238E27FC236}">
                          <a16:creationId xmlns:a16="http://schemas.microsoft.com/office/drawing/2014/main" id="{04F3CE00-4FED-F83A-2753-C13C29CCAD0C}"/>
                        </a:ext>
                      </a:extLst>
                    </p:cNvPr>
                    <p:cNvGrpSpPr/>
                    <p:nvPr/>
                  </p:nvGrpSpPr>
                  <p:grpSpPr>
                    <a:xfrm rot="14400000">
                      <a:off x="5310186" y="3977611"/>
                      <a:ext cx="303213" cy="303213"/>
                      <a:chOff x="5354637" y="3446463"/>
                      <a:chExt cx="214313" cy="214313"/>
                    </a:xfrm>
                  </p:grpSpPr>
                  <p:sp>
                    <p:nvSpPr>
                      <p:cNvPr id="723" name="Arc 722">
                        <a:extLst>
                          <a:ext uri="{FF2B5EF4-FFF2-40B4-BE49-F238E27FC236}">
                            <a16:creationId xmlns:a16="http://schemas.microsoft.com/office/drawing/2014/main" id="{9E45D3BB-556E-FE6E-2169-C1B86B0BDE8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24" name="Arc 723">
                        <a:extLst>
                          <a:ext uri="{FF2B5EF4-FFF2-40B4-BE49-F238E27FC236}">
                            <a16:creationId xmlns:a16="http://schemas.microsoft.com/office/drawing/2014/main" id="{F494EE27-A8D0-6F33-5E84-D0EF9BBF35E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19" name="Group 718">
                      <a:extLst>
                        <a:ext uri="{FF2B5EF4-FFF2-40B4-BE49-F238E27FC236}">
                          <a16:creationId xmlns:a16="http://schemas.microsoft.com/office/drawing/2014/main" id="{3D4482A3-453A-7F50-E97C-0587CEB3EC12}"/>
                        </a:ext>
                      </a:extLst>
                    </p:cNvPr>
                    <p:cNvGrpSpPr/>
                    <p:nvPr/>
                  </p:nvGrpSpPr>
                  <p:grpSpPr>
                    <a:xfrm rot="7200000">
                      <a:off x="5265196" y="3932619"/>
                      <a:ext cx="393192" cy="393192"/>
                      <a:chOff x="5354637" y="3446463"/>
                      <a:chExt cx="214313" cy="214313"/>
                    </a:xfrm>
                  </p:grpSpPr>
                  <p:sp>
                    <p:nvSpPr>
                      <p:cNvPr id="721" name="Arc 720">
                        <a:extLst>
                          <a:ext uri="{FF2B5EF4-FFF2-40B4-BE49-F238E27FC236}">
                            <a16:creationId xmlns:a16="http://schemas.microsoft.com/office/drawing/2014/main" id="{536CCE5C-8BF3-99EE-991A-C2F482210DA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22" name="Arc 721">
                        <a:extLst>
                          <a:ext uri="{FF2B5EF4-FFF2-40B4-BE49-F238E27FC236}">
                            <a16:creationId xmlns:a16="http://schemas.microsoft.com/office/drawing/2014/main" id="{9FF38241-8010-61C4-F115-C019662541B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20" name="TextBox 719">
                      <a:extLst>
                        <a:ext uri="{FF2B5EF4-FFF2-40B4-BE49-F238E27FC236}">
                          <a16:creationId xmlns:a16="http://schemas.microsoft.com/office/drawing/2014/main" id="{BD67CFF9-96D1-0BC2-4960-ACF7298282A7}"/>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694" name="Group 693">
                    <a:extLst>
                      <a:ext uri="{FF2B5EF4-FFF2-40B4-BE49-F238E27FC236}">
                        <a16:creationId xmlns:a16="http://schemas.microsoft.com/office/drawing/2014/main" id="{1BD18746-8995-AE1D-AE28-56F739EC4A2F}"/>
                      </a:ext>
                    </a:extLst>
                  </p:cNvPr>
                  <p:cNvGrpSpPr/>
                  <p:nvPr/>
                </p:nvGrpSpPr>
                <p:grpSpPr>
                  <a:xfrm>
                    <a:off x="6512463" y="3525040"/>
                    <a:ext cx="393192" cy="393192"/>
                    <a:chOff x="6389147" y="3357021"/>
                    <a:chExt cx="393192" cy="393192"/>
                  </a:xfrm>
                </p:grpSpPr>
                <p:grpSp>
                  <p:nvGrpSpPr>
                    <p:cNvPr id="706" name="Group 705">
                      <a:extLst>
                        <a:ext uri="{FF2B5EF4-FFF2-40B4-BE49-F238E27FC236}">
                          <a16:creationId xmlns:a16="http://schemas.microsoft.com/office/drawing/2014/main" id="{D8AEDCC6-F790-BC3C-EC1C-6501DFA08A19}"/>
                        </a:ext>
                      </a:extLst>
                    </p:cNvPr>
                    <p:cNvGrpSpPr/>
                    <p:nvPr/>
                  </p:nvGrpSpPr>
                  <p:grpSpPr>
                    <a:xfrm rot="7200000" flipH="1">
                      <a:off x="6389147" y="3357021"/>
                      <a:ext cx="393192" cy="393192"/>
                      <a:chOff x="5354637" y="3446463"/>
                      <a:chExt cx="214313" cy="214313"/>
                    </a:xfrm>
                  </p:grpSpPr>
                  <p:sp>
                    <p:nvSpPr>
                      <p:cNvPr id="715" name="Arc 714">
                        <a:extLst>
                          <a:ext uri="{FF2B5EF4-FFF2-40B4-BE49-F238E27FC236}">
                            <a16:creationId xmlns:a16="http://schemas.microsoft.com/office/drawing/2014/main" id="{FD6ECAD4-A0E2-EED2-59DB-DC3DAD1AFAA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16" name="Arc 715">
                        <a:extLst>
                          <a:ext uri="{FF2B5EF4-FFF2-40B4-BE49-F238E27FC236}">
                            <a16:creationId xmlns:a16="http://schemas.microsoft.com/office/drawing/2014/main" id="{6B0CD1EE-4FD9-2F76-09F6-5A8FE388DCF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07" name="Group 706">
                      <a:extLst>
                        <a:ext uri="{FF2B5EF4-FFF2-40B4-BE49-F238E27FC236}">
                          <a16:creationId xmlns:a16="http://schemas.microsoft.com/office/drawing/2014/main" id="{B4F0CFB0-3C7F-D51F-3A5C-3D2CE25D48A6}"/>
                        </a:ext>
                      </a:extLst>
                    </p:cNvPr>
                    <p:cNvGrpSpPr/>
                    <p:nvPr/>
                  </p:nvGrpSpPr>
                  <p:grpSpPr>
                    <a:xfrm>
                      <a:off x="6434137" y="3402011"/>
                      <a:ext cx="303213" cy="303213"/>
                      <a:chOff x="6434137" y="3402011"/>
                      <a:chExt cx="303213" cy="303213"/>
                    </a:xfrm>
                  </p:grpSpPr>
                  <p:grpSp>
                    <p:nvGrpSpPr>
                      <p:cNvPr id="708" name="Group 707">
                        <a:extLst>
                          <a:ext uri="{FF2B5EF4-FFF2-40B4-BE49-F238E27FC236}">
                            <a16:creationId xmlns:a16="http://schemas.microsoft.com/office/drawing/2014/main" id="{C6B331DA-BE10-2400-37E4-776262B8091B}"/>
                          </a:ext>
                        </a:extLst>
                      </p:cNvPr>
                      <p:cNvGrpSpPr/>
                      <p:nvPr/>
                    </p:nvGrpSpPr>
                    <p:grpSpPr>
                      <a:xfrm flipH="1">
                        <a:off x="6478587" y="3446461"/>
                        <a:ext cx="214313" cy="214313"/>
                        <a:chOff x="5354637" y="3446463"/>
                        <a:chExt cx="214313" cy="214313"/>
                      </a:xfrm>
                    </p:grpSpPr>
                    <p:sp>
                      <p:nvSpPr>
                        <p:cNvPr id="713" name="Arc 712">
                          <a:extLst>
                            <a:ext uri="{FF2B5EF4-FFF2-40B4-BE49-F238E27FC236}">
                              <a16:creationId xmlns:a16="http://schemas.microsoft.com/office/drawing/2014/main" id="{4A3C91D9-4285-7773-5FFA-4C4AFF7E8EA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14" name="Arc 713">
                          <a:extLst>
                            <a:ext uri="{FF2B5EF4-FFF2-40B4-BE49-F238E27FC236}">
                              <a16:creationId xmlns:a16="http://schemas.microsoft.com/office/drawing/2014/main" id="{08C10EBD-83E7-A628-BA48-56B52A264CC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09" name="Group 708">
                        <a:extLst>
                          <a:ext uri="{FF2B5EF4-FFF2-40B4-BE49-F238E27FC236}">
                            <a16:creationId xmlns:a16="http://schemas.microsoft.com/office/drawing/2014/main" id="{BAEFA092-EDAC-8917-14C0-CDC5BD6459C5}"/>
                          </a:ext>
                        </a:extLst>
                      </p:cNvPr>
                      <p:cNvGrpSpPr/>
                      <p:nvPr/>
                    </p:nvGrpSpPr>
                    <p:grpSpPr>
                      <a:xfrm rot="14400000" flipH="1">
                        <a:off x="6434137" y="3402011"/>
                        <a:ext cx="303213" cy="303213"/>
                        <a:chOff x="5354637" y="3446463"/>
                        <a:chExt cx="214313" cy="214313"/>
                      </a:xfrm>
                    </p:grpSpPr>
                    <p:sp>
                      <p:nvSpPr>
                        <p:cNvPr id="711" name="Arc 710">
                          <a:extLst>
                            <a:ext uri="{FF2B5EF4-FFF2-40B4-BE49-F238E27FC236}">
                              <a16:creationId xmlns:a16="http://schemas.microsoft.com/office/drawing/2014/main" id="{6C04B433-432D-B164-6BA0-2C7690D9F89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12" name="Arc 711">
                          <a:extLst>
                            <a:ext uri="{FF2B5EF4-FFF2-40B4-BE49-F238E27FC236}">
                              <a16:creationId xmlns:a16="http://schemas.microsoft.com/office/drawing/2014/main" id="{E999C163-CE4E-777A-36B2-C8996F4EFC5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10" name="TextBox 709">
                        <a:extLst>
                          <a:ext uri="{FF2B5EF4-FFF2-40B4-BE49-F238E27FC236}">
                            <a16:creationId xmlns:a16="http://schemas.microsoft.com/office/drawing/2014/main" id="{5C3CAAB6-B242-B88F-FE56-D3A379109498}"/>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95" name="Group 694">
                    <a:extLst>
                      <a:ext uri="{FF2B5EF4-FFF2-40B4-BE49-F238E27FC236}">
                        <a16:creationId xmlns:a16="http://schemas.microsoft.com/office/drawing/2014/main" id="{A478915B-C25A-08F5-2496-E2736F7C58AD}"/>
                      </a:ext>
                    </a:extLst>
                  </p:cNvPr>
                  <p:cNvGrpSpPr/>
                  <p:nvPr/>
                </p:nvGrpSpPr>
                <p:grpSpPr>
                  <a:xfrm>
                    <a:off x="6197413" y="3225768"/>
                    <a:ext cx="393192" cy="393192"/>
                    <a:chOff x="6389147" y="3932622"/>
                    <a:chExt cx="393192" cy="393192"/>
                  </a:xfrm>
                </p:grpSpPr>
                <p:grpSp>
                  <p:nvGrpSpPr>
                    <p:cNvPr id="696" name="Group 695">
                      <a:extLst>
                        <a:ext uri="{FF2B5EF4-FFF2-40B4-BE49-F238E27FC236}">
                          <a16:creationId xmlns:a16="http://schemas.microsoft.com/office/drawing/2014/main" id="{8EFCE521-9826-4A10-25DB-D93031614AD0}"/>
                        </a:ext>
                      </a:extLst>
                    </p:cNvPr>
                    <p:cNvGrpSpPr/>
                    <p:nvPr/>
                  </p:nvGrpSpPr>
                  <p:grpSpPr>
                    <a:xfrm flipH="1">
                      <a:off x="6478587" y="4022061"/>
                      <a:ext cx="214313" cy="214313"/>
                      <a:chOff x="5354637" y="3446463"/>
                      <a:chExt cx="214313" cy="214313"/>
                    </a:xfrm>
                  </p:grpSpPr>
                  <p:sp>
                    <p:nvSpPr>
                      <p:cNvPr id="704" name="Arc 703">
                        <a:extLst>
                          <a:ext uri="{FF2B5EF4-FFF2-40B4-BE49-F238E27FC236}">
                            <a16:creationId xmlns:a16="http://schemas.microsoft.com/office/drawing/2014/main" id="{44AB2397-5313-93CD-3303-CFF3BD8F13D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5" name="Arc 704">
                        <a:extLst>
                          <a:ext uri="{FF2B5EF4-FFF2-40B4-BE49-F238E27FC236}">
                            <a16:creationId xmlns:a16="http://schemas.microsoft.com/office/drawing/2014/main" id="{5D19CC80-1CF3-ED30-B0EE-0DA744E8805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97" name="Group 696">
                      <a:extLst>
                        <a:ext uri="{FF2B5EF4-FFF2-40B4-BE49-F238E27FC236}">
                          <a16:creationId xmlns:a16="http://schemas.microsoft.com/office/drawing/2014/main" id="{8E4A40A8-7EF6-1222-44C7-B8E7AD78EC6C}"/>
                        </a:ext>
                      </a:extLst>
                    </p:cNvPr>
                    <p:cNvGrpSpPr/>
                    <p:nvPr/>
                  </p:nvGrpSpPr>
                  <p:grpSpPr>
                    <a:xfrm rot="7200000" flipH="1">
                      <a:off x="6434137" y="3977611"/>
                      <a:ext cx="303213" cy="303213"/>
                      <a:chOff x="5354637" y="3446463"/>
                      <a:chExt cx="214313" cy="214313"/>
                    </a:xfrm>
                  </p:grpSpPr>
                  <p:sp>
                    <p:nvSpPr>
                      <p:cNvPr id="702" name="Arc 701">
                        <a:extLst>
                          <a:ext uri="{FF2B5EF4-FFF2-40B4-BE49-F238E27FC236}">
                            <a16:creationId xmlns:a16="http://schemas.microsoft.com/office/drawing/2014/main" id="{D5AD8537-B29E-3B08-725C-309EA2C8230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3" name="Arc 702">
                        <a:extLst>
                          <a:ext uri="{FF2B5EF4-FFF2-40B4-BE49-F238E27FC236}">
                            <a16:creationId xmlns:a16="http://schemas.microsoft.com/office/drawing/2014/main" id="{88999104-FD73-6C93-C668-282534D3F91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98" name="Group 697">
                      <a:extLst>
                        <a:ext uri="{FF2B5EF4-FFF2-40B4-BE49-F238E27FC236}">
                          <a16:creationId xmlns:a16="http://schemas.microsoft.com/office/drawing/2014/main" id="{F37B66E9-CE15-9D76-44B6-49778AAC52F1}"/>
                        </a:ext>
                      </a:extLst>
                    </p:cNvPr>
                    <p:cNvGrpSpPr/>
                    <p:nvPr/>
                  </p:nvGrpSpPr>
                  <p:grpSpPr>
                    <a:xfrm rot="14400000" flipH="1">
                      <a:off x="6389147" y="3932622"/>
                      <a:ext cx="393192" cy="393192"/>
                      <a:chOff x="5354637" y="3446463"/>
                      <a:chExt cx="214313" cy="214313"/>
                    </a:xfrm>
                  </p:grpSpPr>
                  <p:sp>
                    <p:nvSpPr>
                      <p:cNvPr id="700" name="Arc 699">
                        <a:extLst>
                          <a:ext uri="{FF2B5EF4-FFF2-40B4-BE49-F238E27FC236}">
                            <a16:creationId xmlns:a16="http://schemas.microsoft.com/office/drawing/2014/main" id="{C775811B-883D-BACB-F6D6-207E06E8EF4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1" name="Arc 700">
                        <a:extLst>
                          <a:ext uri="{FF2B5EF4-FFF2-40B4-BE49-F238E27FC236}">
                            <a16:creationId xmlns:a16="http://schemas.microsoft.com/office/drawing/2014/main" id="{A6C20AA7-1601-E6AE-7281-3AB1E10A20D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99" name="TextBox 698">
                      <a:extLst>
                        <a:ext uri="{FF2B5EF4-FFF2-40B4-BE49-F238E27FC236}">
                          <a16:creationId xmlns:a16="http://schemas.microsoft.com/office/drawing/2014/main" id="{1ACE1BFA-9E75-D4C5-4198-10262C29D751}"/>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595" name="Group 594">
                <a:extLst>
                  <a:ext uri="{FF2B5EF4-FFF2-40B4-BE49-F238E27FC236}">
                    <a16:creationId xmlns:a16="http://schemas.microsoft.com/office/drawing/2014/main" id="{576B5F3A-7907-70B6-4A99-569C4E68BDAA}"/>
                  </a:ext>
                </a:extLst>
              </p:cNvPr>
              <p:cNvGrpSpPr/>
              <p:nvPr/>
            </p:nvGrpSpPr>
            <p:grpSpPr>
              <a:xfrm>
                <a:off x="6065340" y="2039507"/>
                <a:ext cx="1643204" cy="1593124"/>
                <a:chOff x="5445106" y="2644743"/>
                <a:chExt cx="1643204" cy="1593124"/>
              </a:xfrm>
            </p:grpSpPr>
            <p:grpSp>
              <p:nvGrpSpPr>
                <p:cNvPr id="596" name="Group 595">
                  <a:extLst>
                    <a:ext uri="{FF2B5EF4-FFF2-40B4-BE49-F238E27FC236}">
                      <a16:creationId xmlns:a16="http://schemas.microsoft.com/office/drawing/2014/main" id="{7B9D5101-E3A2-0307-6946-E8F11AD4A861}"/>
                    </a:ext>
                  </a:extLst>
                </p:cNvPr>
                <p:cNvGrpSpPr/>
                <p:nvPr/>
              </p:nvGrpSpPr>
              <p:grpSpPr>
                <a:xfrm>
                  <a:off x="5445106" y="2644743"/>
                  <a:ext cx="1019224" cy="991639"/>
                  <a:chOff x="5886431" y="3225768"/>
                  <a:chExt cx="1019224" cy="991639"/>
                </a:xfrm>
              </p:grpSpPr>
              <p:grpSp>
                <p:nvGrpSpPr>
                  <p:cNvPr id="644" name="Group 643">
                    <a:extLst>
                      <a:ext uri="{FF2B5EF4-FFF2-40B4-BE49-F238E27FC236}">
                        <a16:creationId xmlns:a16="http://schemas.microsoft.com/office/drawing/2014/main" id="{8FE817E5-D748-60C1-8D3A-106ED6C373D8}"/>
                      </a:ext>
                    </a:extLst>
                  </p:cNvPr>
                  <p:cNvGrpSpPr/>
                  <p:nvPr/>
                </p:nvGrpSpPr>
                <p:grpSpPr>
                  <a:xfrm>
                    <a:off x="6197413" y="3824215"/>
                    <a:ext cx="393192" cy="393192"/>
                    <a:chOff x="5265196" y="3357021"/>
                    <a:chExt cx="393192" cy="393192"/>
                  </a:xfrm>
                </p:grpSpPr>
                <p:grpSp>
                  <p:nvGrpSpPr>
                    <p:cNvPr id="679" name="Group 678">
                      <a:extLst>
                        <a:ext uri="{FF2B5EF4-FFF2-40B4-BE49-F238E27FC236}">
                          <a16:creationId xmlns:a16="http://schemas.microsoft.com/office/drawing/2014/main" id="{E0515B0B-E5D1-C698-E650-297002E02712}"/>
                        </a:ext>
                      </a:extLst>
                    </p:cNvPr>
                    <p:cNvGrpSpPr/>
                    <p:nvPr/>
                  </p:nvGrpSpPr>
                  <p:grpSpPr>
                    <a:xfrm rot="14400000">
                      <a:off x="5265196" y="3357021"/>
                      <a:ext cx="393192" cy="393192"/>
                      <a:chOff x="5354637" y="3446463"/>
                      <a:chExt cx="214313" cy="214313"/>
                    </a:xfrm>
                  </p:grpSpPr>
                  <p:sp>
                    <p:nvSpPr>
                      <p:cNvPr id="688" name="Arc 687">
                        <a:extLst>
                          <a:ext uri="{FF2B5EF4-FFF2-40B4-BE49-F238E27FC236}">
                            <a16:creationId xmlns:a16="http://schemas.microsoft.com/office/drawing/2014/main" id="{227A7F67-6C4E-EA59-18D0-67550D69A53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89" name="Arc 688">
                        <a:extLst>
                          <a:ext uri="{FF2B5EF4-FFF2-40B4-BE49-F238E27FC236}">
                            <a16:creationId xmlns:a16="http://schemas.microsoft.com/office/drawing/2014/main" id="{DAE821FF-5CE6-3C14-D249-71113B073FE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80" name="Group 679">
                      <a:extLst>
                        <a:ext uri="{FF2B5EF4-FFF2-40B4-BE49-F238E27FC236}">
                          <a16:creationId xmlns:a16="http://schemas.microsoft.com/office/drawing/2014/main" id="{A5163116-E280-526C-C67E-B554FCAD1BD1}"/>
                        </a:ext>
                      </a:extLst>
                    </p:cNvPr>
                    <p:cNvGrpSpPr/>
                    <p:nvPr/>
                  </p:nvGrpSpPr>
                  <p:grpSpPr>
                    <a:xfrm>
                      <a:off x="5310186" y="3402011"/>
                      <a:ext cx="303213" cy="303213"/>
                      <a:chOff x="5310186" y="3402011"/>
                      <a:chExt cx="303213" cy="303213"/>
                    </a:xfrm>
                  </p:grpSpPr>
                  <p:grpSp>
                    <p:nvGrpSpPr>
                      <p:cNvPr id="681" name="Group 680">
                        <a:extLst>
                          <a:ext uri="{FF2B5EF4-FFF2-40B4-BE49-F238E27FC236}">
                            <a16:creationId xmlns:a16="http://schemas.microsoft.com/office/drawing/2014/main" id="{77B0BCF4-175A-8B56-65EA-AF389A0E9F6D}"/>
                          </a:ext>
                        </a:extLst>
                      </p:cNvPr>
                      <p:cNvGrpSpPr/>
                      <p:nvPr/>
                    </p:nvGrpSpPr>
                    <p:grpSpPr>
                      <a:xfrm>
                        <a:off x="5354636" y="3446461"/>
                        <a:ext cx="214313" cy="214313"/>
                        <a:chOff x="5354637" y="3446463"/>
                        <a:chExt cx="214313" cy="214313"/>
                      </a:xfrm>
                    </p:grpSpPr>
                    <p:sp>
                      <p:nvSpPr>
                        <p:cNvPr id="686" name="Arc 685">
                          <a:extLst>
                            <a:ext uri="{FF2B5EF4-FFF2-40B4-BE49-F238E27FC236}">
                              <a16:creationId xmlns:a16="http://schemas.microsoft.com/office/drawing/2014/main" id="{73B7A613-F981-2DDD-68BE-2CB57190550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87" name="Arc 686">
                          <a:extLst>
                            <a:ext uri="{FF2B5EF4-FFF2-40B4-BE49-F238E27FC236}">
                              <a16:creationId xmlns:a16="http://schemas.microsoft.com/office/drawing/2014/main" id="{FC6E4F3D-5E2B-6C4D-745B-914024EE242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82" name="Group 681">
                        <a:extLst>
                          <a:ext uri="{FF2B5EF4-FFF2-40B4-BE49-F238E27FC236}">
                            <a16:creationId xmlns:a16="http://schemas.microsoft.com/office/drawing/2014/main" id="{ECBAFCC1-19CC-EBE7-6030-69C0D9FC6B01}"/>
                          </a:ext>
                        </a:extLst>
                      </p:cNvPr>
                      <p:cNvGrpSpPr/>
                      <p:nvPr/>
                    </p:nvGrpSpPr>
                    <p:grpSpPr>
                      <a:xfrm rot="7200000">
                        <a:off x="5310186" y="3402011"/>
                        <a:ext cx="303213" cy="303213"/>
                        <a:chOff x="5354637" y="3446463"/>
                        <a:chExt cx="214313" cy="214313"/>
                      </a:xfrm>
                    </p:grpSpPr>
                    <p:sp>
                      <p:nvSpPr>
                        <p:cNvPr id="684" name="Arc 683">
                          <a:extLst>
                            <a:ext uri="{FF2B5EF4-FFF2-40B4-BE49-F238E27FC236}">
                              <a16:creationId xmlns:a16="http://schemas.microsoft.com/office/drawing/2014/main" id="{94DC8EA9-B0FF-FF7D-7159-EADC319FDD2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85" name="Arc 684">
                          <a:extLst>
                            <a:ext uri="{FF2B5EF4-FFF2-40B4-BE49-F238E27FC236}">
                              <a16:creationId xmlns:a16="http://schemas.microsoft.com/office/drawing/2014/main" id="{68375AA6-E878-D68A-D7A8-E3429976609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83" name="TextBox 682">
                        <a:extLst>
                          <a:ext uri="{FF2B5EF4-FFF2-40B4-BE49-F238E27FC236}">
                            <a16:creationId xmlns:a16="http://schemas.microsoft.com/office/drawing/2014/main" id="{70075EA3-AE3B-1B93-5E4A-F964D2CFABD1}"/>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45" name="Group 644">
                    <a:extLst>
                      <a:ext uri="{FF2B5EF4-FFF2-40B4-BE49-F238E27FC236}">
                        <a16:creationId xmlns:a16="http://schemas.microsoft.com/office/drawing/2014/main" id="{0D3F7F40-3850-D364-9D62-8EE3BEB7D185}"/>
                      </a:ext>
                    </a:extLst>
                  </p:cNvPr>
                  <p:cNvGrpSpPr/>
                  <p:nvPr/>
                </p:nvGrpSpPr>
                <p:grpSpPr>
                  <a:xfrm>
                    <a:off x="5886431" y="3525040"/>
                    <a:ext cx="393192" cy="393192"/>
                    <a:chOff x="5265196" y="3932619"/>
                    <a:chExt cx="393192" cy="393192"/>
                  </a:xfrm>
                </p:grpSpPr>
                <p:grpSp>
                  <p:nvGrpSpPr>
                    <p:cNvPr id="669" name="Group 668">
                      <a:extLst>
                        <a:ext uri="{FF2B5EF4-FFF2-40B4-BE49-F238E27FC236}">
                          <a16:creationId xmlns:a16="http://schemas.microsoft.com/office/drawing/2014/main" id="{222850F6-0E61-8B46-A8C4-390FDCA95E65}"/>
                        </a:ext>
                      </a:extLst>
                    </p:cNvPr>
                    <p:cNvGrpSpPr/>
                    <p:nvPr/>
                  </p:nvGrpSpPr>
                  <p:grpSpPr>
                    <a:xfrm>
                      <a:off x="5354636" y="4022061"/>
                      <a:ext cx="214313" cy="214313"/>
                      <a:chOff x="5354637" y="3446463"/>
                      <a:chExt cx="214313" cy="214313"/>
                    </a:xfrm>
                  </p:grpSpPr>
                  <p:sp>
                    <p:nvSpPr>
                      <p:cNvPr id="677" name="Arc 676">
                        <a:extLst>
                          <a:ext uri="{FF2B5EF4-FFF2-40B4-BE49-F238E27FC236}">
                            <a16:creationId xmlns:a16="http://schemas.microsoft.com/office/drawing/2014/main" id="{6361835C-C1F6-88AE-1FEE-B46BC9B2890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78" name="Arc 677">
                        <a:extLst>
                          <a:ext uri="{FF2B5EF4-FFF2-40B4-BE49-F238E27FC236}">
                            <a16:creationId xmlns:a16="http://schemas.microsoft.com/office/drawing/2014/main" id="{D805548E-1833-D3D6-02AC-229593643A9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70" name="Group 669">
                      <a:extLst>
                        <a:ext uri="{FF2B5EF4-FFF2-40B4-BE49-F238E27FC236}">
                          <a16:creationId xmlns:a16="http://schemas.microsoft.com/office/drawing/2014/main" id="{313CAC64-9B1B-7DBE-8A5E-CD7954A79C41}"/>
                        </a:ext>
                      </a:extLst>
                    </p:cNvPr>
                    <p:cNvGrpSpPr/>
                    <p:nvPr/>
                  </p:nvGrpSpPr>
                  <p:grpSpPr>
                    <a:xfrm rot="14400000">
                      <a:off x="5310186" y="3977611"/>
                      <a:ext cx="303213" cy="303213"/>
                      <a:chOff x="5354637" y="3446463"/>
                      <a:chExt cx="214313" cy="214313"/>
                    </a:xfrm>
                  </p:grpSpPr>
                  <p:sp>
                    <p:nvSpPr>
                      <p:cNvPr id="675" name="Arc 674">
                        <a:extLst>
                          <a:ext uri="{FF2B5EF4-FFF2-40B4-BE49-F238E27FC236}">
                            <a16:creationId xmlns:a16="http://schemas.microsoft.com/office/drawing/2014/main" id="{9ACDFF38-5EB4-7DC7-12F0-6BF044587C2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76" name="Arc 675">
                        <a:extLst>
                          <a:ext uri="{FF2B5EF4-FFF2-40B4-BE49-F238E27FC236}">
                            <a16:creationId xmlns:a16="http://schemas.microsoft.com/office/drawing/2014/main" id="{D1917963-9E0B-276F-00CB-89B1F7C2909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71" name="Group 670">
                      <a:extLst>
                        <a:ext uri="{FF2B5EF4-FFF2-40B4-BE49-F238E27FC236}">
                          <a16:creationId xmlns:a16="http://schemas.microsoft.com/office/drawing/2014/main" id="{99762A6A-2D70-FEA9-008B-0BC0F697B38A}"/>
                        </a:ext>
                      </a:extLst>
                    </p:cNvPr>
                    <p:cNvGrpSpPr/>
                    <p:nvPr/>
                  </p:nvGrpSpPr>
                  <p:grpSpPr>
                    <a:xfrm rot="7200000">
                      <a:off x="5265196" y="3932619"/>
                      <a:ext cx="393192" cy="393192"/>
                      <a:chOff x="5354637" y="3446463"/>
                      <a:chExt cx="214313" cy="214313"/>
                    </a:xfrm>
                  </p:grpSpPr>
                  <p:sp>
                    <p:nvSpPr>
                      <p:cNvPr id="673" name="Arc 672">
                        <a:extLst>
                          <a:ext uri="{FF2B5EF4-FFF2-40B4-BE49-F238E27FC236}">
                            <a16:creationId xmlns:a16="http://schemas.microsoft.com/office/drawing/2014/main" id="{13870BB7-523A-230B-D236-7643747207B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74" name="Arc 673">
                        <a:extLst>
                          <a:ext uri="{FF2B5EF4-FFF2-40B4-BE49-F238E27FC236}">
                            <a16:creationId xmlns:a16="http://schemas.microsoft.com/office/drawing/2014/main" id="{677D5160-70B2-A547-B174-1CF75E914A6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72" name="TextBox 671">
                      <a:extLst>
                        <a:ext uri="{FF2B5EF4-FFF2-40B4-BE49-F238E27FC236}">
                          <a16:creationId xmlns:a16="http://schemas.microsoft.com/office/drawing/2014/main" id="{B44200D8-8EBF-53DF-FD33-A330D0DB297F}"/>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646" name="Group 645">
                    <a:extLst>
                      <a:ext uri="{FF2B5EF4-FFF2-40B4-BE49-F238E27FC236}">
                        <a16:creationId xmlns:a16="http://schemas.microsoft.com/office/drawing/2014/main" id="{F4F8FE20-7784-85F4-3590-2DFD91B68481}"/>
                      </a:ext>
                    </a:extLst>
                  </p:cNvPr>
                  <p:cNvGrpSpPr/>
                  <p:nvPr/>
                </p:nvGrpSpPr>
                <p:grpSpPr>
                  <a:xfrm>
                    <a:off x="6512463" y="3525040"/>
                    <a:ext cx="393192" cy="393192"/>
                    <a:chOff x="6389147" y="3357021"/>
                    <a:chExt cx="393192" cy="393192"/>
                  </a:xfrm>
                </p:grpSpPr>
                <p:grpSp>
                  <p:nvGrpSpPr>
                    <p:cNvPr id="658" name="Group 657">
                      <a:extLst>
                        <a:ext uri="{FF2B5EF4-FFF2-40B4-BE49-F238E27FC236}">
                          <a16:creationId xmlns:a16="http://schemas.microsoft.com/office/drawing/2014/main" id="{77564121-EB5C-8668-388C-0722E690649E}"/>
                        </a:ext>
                      </a:extLst>
                    </p:cNvPr>
                    <p:cNvGrpSpPr/>
                    <p:nvPr/>
                  </p:nvGrpSpPr>
                  <p:grpSpPr>
                    <a:xfrm rot="7200000" flipH="1">
                      <a:off x="6389147" y="3357021"/>
                      <a:ext cx="393192" cy="393192"/>
                      <a:chOff x="5354637" y="3446463"/>
                      <a:chExt cx="214313" cy="214313"/>
                    </a:xfrm>
                  </p:grpSpPr>
                  <p:sp>
                    <p:nvSpPr>
                      <p:cNvPr id="667" name="Arc 666">
                        <a:extLst>
                          <a:ext uri="{FF2B5EF4-FFF2-40B4-BE49-F238E27FC236}">
                            <a16:creationId xmlns:a16="http://schemas.microsoft.com/office/drawing/2014/main" id="{2D375284-941C-C433-15F8-1AF91830206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8" name="Arc 667">
                        <a:extLst>
                          <a:ext uri="{FF2B5EF4-FFF2-40B4-BE49-F238E27FC236}">
                            <a16:creationId xmlns:a16="http://schemas.microsoft.com/office/drawing/2014/main" id="{FC372FA7-2684-66D4-57E9-A940E452FD3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59" name="Group 658">
                      <a:extLst>
                        <a:ext uri="{FF2B5EF4-FFF2-40B4-BE49-F238E27FC236}">
                          <a16:creationId xmlns:a16="http://schemas.microsoft.com/office/drawing/2014/main" id="{057CBD37-400B-5CDD-018D-BF9342BF2555}"/>
                        </a:ext>
                      </a:extLst>
                    </p:cNvPr>
                    <p:cNvGrpSpPr/>
                    <p:nvPr/>
                  </p:nvGrpSpPr>
                  <p:grpSpPr>
                    <a:xfrm>
                      <a:off x="6434137" y="3402011"/>
                      <a:ext cx="303213" cy="303213"/>
                      <a:chOff x="6434137" y="3402011"/>
                      <a:chExt cx="303213" cy="303213"/>
                    </a:xfrm>
                  </p:grpSpPr>
                  <p:grpSp>
                    <p:nvGrpSpPr>
                      <p:cNvPr id="660" name="Group 659">
                        <a:extLst>
                          <a:ext uri="{FF2B5EF4-FFF2-40B4-BE49-F238E27FC236}">
                            <a16:creationId xmlns:a16="http://schemas.microsoft.com/office/drawing/2014/main" id="{F58AF445-C1A9-1E8F-B375-3A60EDDFBE76}"/>
                          </a:ext>
                        </a:extLst>
                      </p:cNvPr>
                      <p:cNvGrpSpPr/>
                      <p:nvPr/>
                    </p:nvGrpSpPr>
                    <p:grpSpPr>
                      <a:xfrm flipH="1">
                        <a:off x="6478587" y="3446461"/>
                        <a:ext cx="214313" cy="214313"/>
                        <a:chOff x="5354637" y="3446463"/>
                        <a:chExt cx="214313" cy="214313"/>
                      </a:xfrm>
                    </p:grpSpPr>
                    <p:sp>
                      <p:nvSpPr>
                        <p:cNvPr id="665" name="Arc 664">
                          <a:extLst>
                            <a:ext uri="{FF2B5EF4-FFF2-40B4-BE49-F238E27FC236}">
                              <a16:creationId xmlns:a16="http://schemas.microsoft.com/office/drawing/2014/main" id="{444B9F3E-ECC9-0AD9-10AE-3244A9C3F6C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6" name="Arc 665">
                          <a:extLst>
                            <a:ext uri="{FF2B5EF4-FFF2-40B4-BE49-F238E27FC236}">
                              <a16:creationId xmlns:a16="http://schemas.microsoft.com/office/drawing/2014/main" id="{7EEE778D-F9F2-BD48-BE54-14A698E4BDB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61" name="Group 660">
                        <a:extLst>
                          <a:ext uri="{FF2B5EF4-FFF2-40B4-BE49-F238E27FC236}">
                            <a16:creationId xmlns:a16="http://schemas.microsoft.com/office/drawing/2014/main" id="{342342E7-CB8D-A3B9-36A9-F6FA316202DC}"/>
                          </a:ext>
                        </a:extLst>
                      </p:cNvPr>
                      <p:cNvGrpSpPr/>
                      <p:nvPr/>
                    </p:nvGrpSpPr>
                    <p:grpSpPr>
                      <a:xfrm rot="14400000" flipH="1">
                        <a:off x="6434137" y="3402011"/>
                        <a:ext cx="303213" cy="303213"/>
                        <a:chOff x="5354637" y="3446463"/>
                        <a:chExt cx="214313" cy="214313"/>
                      </a:xfrm>
                    </p:grpSpPr>
                    <p:sp>
                      <p:nvSpPr>
                        <p:cNvPr id="663" name="Arc 662">
                          <a:extLst>
                            <a:ext uri="{FF2B5EF4-FFF2-40B4-BE49-F238E27FC236}">
                              <a16:creationId xmlns:a16="http://schemas.microsoft.com/office/drawing/2014/main" id="{F0E45D04-20EE-E623-7A01-533C195853F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4" name="Arc 663">
                          <a:extLst>
                            <a:ext uri="{FF2B5EF4-FFF2-40B4-BE49-F238E27FC236}">
                              <a16:creationId xmlns:a16="http://schemas.microsoft.com/office/drawing/2014/main" id="{AE82384B-1E5D-AEDB-35E3-EC78E19B965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62" name="TextBox 661">
                        <a:extLst>
                          <a:ext uri="{FF2B5EF4-FFF2-40B4-BE49-F238E27FC236}">
                            <a16:creationId xmlns:a16="http://schemas.microsoft.com/office/drawing/2014/main" id="{22646EAA-814A-CC11-6D1B-97E5A0B582E0}"/>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47" name="Group 646">
                    <a:extLst>
                      <a:ext uri="{FF2B5EF4-FFF2-40B4-BE49-F238E27FC236}">
                        <a16:creationId xmlns:a16="http://schemas.microsoft.com/office/drawing/2014/main" id="{CCE62036-877E-D0C3-E00E-B28CCD1C6AB7}"/>
                      </a:ext>
                    </a:extLst>
                  </p:cNvPr>
                  <p:cNvGrpSpPr/>
                  <p:nvPr/>
                </p:nvGrpSpPr>
                <p:grpSpPr>
                  <a:xfrm>
                    <a:off x="6197413" y="3225768"/>
                    <a:ext cx="393192" cy="393192"/>
                    <a:chOff x="6389147" y="3932622"/>
                    <a:chExt cx="393192" cy="393192"/>
                  </a:xfrm>
                </p:grpSpPr>
                <p:grpSp>
                  <p:nvGrpSpPr>
                    <p:cNvPr id="648" name="Group 647">
                      <a:extLst>
                        <a:ext uri="{FF2B5EF4-FFF2-40B4-BE49-F238E27FC236}">
                          <a16:creationId xmlns:a16="http://schemas.microsoft.com/office/drawing/2014/main" id="{59C2CD26-B4EC-AD96-E4D7-BC625D6E2F9C}"/>
                        </a:ext>
                      </a:extLst>
                    </p:cNvPr>
                    <p:cNvGrpSpPr/>
                    <p:nvPr/>
                  </p:nvGrpSpPr>
                  <p:grpSpPr>
                    <a:xfrm flipH="1">
                      <a:off x="6478587" y="4022061"/>
                      <a:ext cx="214313" cy="214313"/>
                      <a:chOff x="5354637" y="3446463"/>
                      <a:chExt cx="214313" cy="214313"/>
                    </a:xfrm>
                  </p:grpSpPr>
                  <p:sp>
                    <p:nvSpPr>
                      <p:cNvPr id="656" name="Arc 655">
                        <a:extLst>
                          <a:ext uri="{FF2B5EF4-FFF2-40B4-BE49-F238E27FC236}">
                            <a16:creationId xmlns:a16="http://schemas.microsoft.com/office/drawing/2014/main" id="{9113AE32-11D4-C113-C696-4B809B8FD22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57" name="Arc 656">
                        <a:extLst>
                          <a:ext uri="{FF2B5EF4-FFF2-40B4-BE49-F238E27FC236}">
                            <a16:creationId xmlns:a16="http://schemas.microsoft.com/office/drawing/2014/main" id="{037063CC-B6DD-0292-599D-CAEA3E7FBC2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49" name="Group 648">
                      <a:extLst>
                        <a:ext uri="{FF2B5EF4-FFF2-40B4-BE49-F238E27FC236}">
                          <a16:creationId xmlns:a16="http://schemas.microsoft.com/office/drawing/2014/main" id="{52F82CF3-4941-ED33-670D-99EDAE0D1B09}"/>
                        </a:ext>
                      </a:extLst>
                    </p:cNvPr>
                    <p:cNvGrpSpPr/>
                    <p:nvPr/>
                  </p:nvGrpSpPr>
                  <p:grpSpPr>
                    <a:xfrm rot="7200000" flipH="1">
                      <a:off x="6434137" y="3977611"/>
                      <a:ext cx="303213" cy="303213"/>
                      <a:chOff x="5354637" y="3446463"/>
                      <a:chExt cx="214313" cy="214313"/>
                    </a:xfrm>
                  </p:grpSpPr>
                  <p:sp>
                    <p:nvSpPr>
                      <p:cNvPr id="654" name="Arc 653">
                        <a:extLst>
                          <a:ext uri="{FF2B5EF4-FFF2-40B4-BE49-F238E27FC236}">
                            <a16:creationId xmlns:a16="http://schemas.microsoft.com/office/drawing/2014/main" id="{26A409A7-A873-5C08-BC6E-92E9410BB18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55" name="Arc 654">
                        <a:extLst>
                          <a:ext uri="{FF2B5EF4-FFF2-40B4-BE49-F238E27FC236}">
                            <a16:creationId xmlns:a16="http://schemas.microsoft.com/office/drawing/2014/main" id="{FA8F079C-A9B1-883D-9A2C-4E1A68F482F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50" name="Group 649">
                      <a:extLst>
                        <a:ext uri="{FF2B5EF4-FFF2-40B4-BE49-F238E27FC236}">
                          <a16:creationId xmlns:a16="http://schemas.microsoft.com/office/drawing/2014/main" id="{8E65DAC2-D55E-A8F9-E07A-DFA01EB22742}"/>
                        </a:ext>
                      </a:extLst>
                    </p:cNvPr>
                    <p:cNvGrpSpPr/>
                    <p:nvPr/>
                  </p:nvGrpSpPr>
                  <p:grpSpPr>
                    <a:xfrm rot="14400000" flipH="1">
                      <a:off x="6389147" y="3932622"/>
                      <a:ext cx="393192" cy="393192"/>
                      <a:chOff x="5354637" y="3446463"/>
                      <a:chExt cx="214313" cy="214313"/>
                    </a:xfrm>
                  </p:grpSpPr>
                  <p:sp>
                    <p:nvSpPr>
                      <p:cNvPr id="652" name="Arc 651">
                        <a:extLst>
                          <a:ext uri="{FF2B5EF4-FFF2-40B4-BE49-F238E27FC236}">
                            <a16:creationId xmlns:a16="http://schemas.microsoft.com/office/drawing/2014/main" id="{2B0F3458-FE2B-067C-0403-DFFB2C3907B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53" name="Arc 652">
                        <a:extLst>
                          <a:ext uri="{FF2B5EF4-FFF2-40B4-BE49-F238E27FC236}">
                            <a16:creationId xmlns:a16="http://schemas.microsoft.com/office/drawing/2014/main" id="{B3D7F4B1-2DEC-DC6B-A2B4-890812E6F78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51" name="TextBox 650">
                      <a:extLst>
                        <a:ext uri="{FF2B5EF4-FFF2-40B4-BE49-F238E27FC236}">
                          <a16:creationId xmlns:a16="http://schemas.microsoft.com/office/drawing/2014/main" id="{2568FFAD-72B6-EEB2-C5BC-7CC6A9840FDD}"/>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97" name="Group 596">
                  <a:extLst>
                    <a:ext uri="{FF2B5EF4-FFF2-40B4-BE49-F238E27FC236}">
                      <a16:creationId xmlns:a16="http://schemas.microsoft.com/office/drawing/2014/main" id="{5D54C0B6-048E-5706-D174-8358B6AF22E8}"/>
                    </a:ext>
                  </a:extLst>
                </p:cNvPr>
                <p:cNvGrpSpPr/>
                <p:nvPr/>
              </p:nvGrpSpPr>
              <p:grpSpPr>
                <a:xfrm>
                  <a:off x="6069086" y="3246228"/>
                  <a:ext cx="1019224" cy="991639"/>
                  <a:chOff x="5886431" y="3225768"/>
                  <a:chExt cx="1019224" cy="991639"/>
                </a:xfrm>
              </p:grpSpPr>
              <p:grpSp>
                <p:nvGrpSpPr>
                  <p:cNvPr id="598" name="Group 597">
                    <a:extLst>
                      <a:ext uri="{FF2B5EF4-FFF2-40B4-BE49-F238E27FC236}">
                        <a16:creationId xmlns:a16="http://schemas.microsoft.com/office/drawing/2014/main" id="{6B3CC18B-5590-96C5-8901-F88BEC5EF2EE}"/>
                      </a:ext>
                    </a:extLst>
                  </p:cNvPr>
                  <p:cNvGrpSpPr/>
                  <p:nvPr/>
                </p:nvGrpSpPr>
                <p:grpSpPr>
                  <a:xfrm>
                    <a:off x="6197413" y="3824215"/>
                    <a:ext cx="393192" cy="393192"/>
                    <a:chOff x="5265196" y="3357021"/>
                    <a:chExt cx="393192" cy="393192"/>
                  </a:xfrm>
                </p:grpSpPr>
                <p:grpSp>
                  <p:nvGrpSpPr>
                    <p:cNvPr id="633" name="Group 632">
                      <a:extLst>
                        <a:ext uri="{FF2B5EF4-FFF2-40B4-BE49-F238E27FC236}">
                          <a16:creationId xmlns:a16="http://schemas.microsoft.com/office/drawing/2014/main" id="{93F41006-3BF1-FD21-6247-4F49C4DD4552}"/>
                        </a:ext>
                      </a:extLst>
                    </p:cNvPr>
                    <p:cNvGrpSpPr/>
                    <p:nvPr/>
                  </p:nvGrpSpPr>
                  <p:grpSpPr>
                    <a:xfrm rot="14400000">
                      <a:off x="5265196" y="3357021"/>
                      <a:ext cx="393192" cy="393192"/>
                      <a:chOff x="5354637" y="3446463"/>
                      <a:chExt cx="214313" cy="214313"/>
                    </a:xfrm>
                  </p:grpSpPr>
                  <p:sp>
                    <p:nvSpPr>
                      <p:cNvPr id="642" name="Arc 641">
                        <a:extLst>
                          <a:ext uri="{FF2B5EF4-FFF2-40B4-BE49-F238E27FC236}">
                            <a16:creationId xmlns:a16="http://schemas.microsoft.com/office/drawing/2014/main" id="{F1F87B4F-88A2-454A-2EF1-FEF1420CC07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43" name="Arc 642">
                        <a:extLst>
                          <a:ext uri="{FF2B5EF4-FFF2-40B4-BE49-F238E27FC236}">
                            <a16:creationId xmlns:a16="http://schemas.microsoft.com/office/drawing/2014/main" id="{5233F867-1FE6-34F2-32E8-0A88543EA54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34" name="Group 633">
                      <a:extLst>
                        <a:ext uri="{FF2B5EF4-FFF2-40B4-BE49-F238E27FC236}">
                          <a16:creationId xmlns:a16="http://schemas.microsoft.com/office/drawing/2014/main" id="{32030092-40E9-4FC8-2EF9-3D2AE71A600F}"/>
                        </a:ext>
                      </a:extLst>
                    </p:cNvPr>
                    <p:cNvGrpSpPr/>
                    <p:nvPr/>
                  </p:nvGrpSpPr>
                  <p:grpSpPr>
                    <a:xfrm>
                      <a:off x="5310186" y="3402011"/>
                      <a:ext cx="303213" cy="303213"/>
                      <a:chOff x="5310186" y="3402011"/>
                      <a:chExt cx="303213" cy="303213"/>
                    </a:xfrm>
                  </p:grpSpPr>
                  <p:grpSp>
                    <p:nvGrpSpPr>
                      <p:cNvPr id="635" name="Group 634">
                        <a:extLst>
                          <a:ext uri="{FF2B5EF4-FFF2-40B4-BE49-F238E27FC236}">
                            <a16:creationId xmlns:a16="http://schemas.microsoft.com/office/drawing/2014/main" id="{58125614-3C7C-1FFA-83E5-22C1894CDB8A}"/>
                          </a:ext>
                        </a:extLst>
                      </p:cNvPr>
                      <p:cNvGrpSpPr/>
                      <p:nvPr/>
                    </p:nvGrpSpPr>
                    <p:grpSpPr>
                      <a:xfrm>
                        <a:off x="5354636" y="3446461"/>
                        <a:ext cx="214313" cy="214313"/>
                        <a:chOff x="5354637" y="3446463"/>
                        <a:chExt cx="214313" cy="214313"/>
                      </a:xfrm>
                    </p:grpSpPr>
                    <p:sp>
                      <p:nvSpPr>
                        <p:cNvPr id="640" name="Arc 639">
                          <a:extLst>
                            <a:ext uri="{FF2B5EF4-FFF2-40B4-BE49-F238E27FC236}">
                              <a16:creationId xmlns:a16="http://schemas.microsoft.com/office/drawing/2014/main" id="{4B6204C9-C7E7-6F45-3086-38D909BD507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41" name="Arc 640">
                          <a:extLst>
                            <a:ext uri="{FF2B5EF4-FFF2-40B4-BE49-F238E27FC236}">
                              <a16:creationId xmlns:a16="http://schemas.microsoft.com/office/drawing/2014/main" id="{C813E298-0D48-EC82-90F9-05BB320E2EB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36" name="Group 635">
                        <a:extLst>
                          <a:ext uri="{FF2B5EF4-FFF2-40B4-BE49-F238E27FC236}">
                            <a16:creationId xmlns:a16="http://schemas.microsoft.com/office/drawing/2014/main" id="{B701E184-2234-E310-1ECC-404F59600EED}"/>
                          </a:ext>
                        </a:extLst>
                      </p:cNvPr>
                      <p:cNvGrpSpPr/>
                      <p:nvPr/>
                    </p:nvGrpSpPr>
                    <p:grpSpPr>
                      <a:xfrm rot="7200000">
                        <a:off x="5310186" y="3402011"/>
                        <a:ext cx="303213" cy="303213"/>
                        <a:chOff x="5354637" y="3446463"/>
                        <a:chExt cx="214313" cy="214313"/>
                      </a:xfrm>
                    </p:grpSpPr>
                    <p:sp>
                      <p:nvSpPr>
                        <p:cNvPr id="638" name="Arc 637">
                          <a:extLst>
                            <a:ext uri="{FF2B5EF4-FFF2-40B4-BE49-F238E27FC236}">
                              <a16:creationId xmlns:a16="http://schemas.microsoft.com/office/drawing/2014/main" id="{15C65466-3E9C-BA1E-9AB7-C5594465950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39" name="Arc 638">
                          <a:extLst>
                            <a:ext uri="{FF2B5EF4-FFF2-40B4-BE49-F238E27FC236}">
                              <a16:creationId xmlns:a16="http://schemas.microsoft.com/office/drawing/2014/main" id="{4344F5E3-0113-E806-E65C-43E5F086FA1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37" name="TextBox 636">
                        <a:extLst>
                          <a:ext uri="{FF2B5EF4-FFF2-40B4-BE49-F238E27FC236}">
                            <a16:creationId xmlns:a16="http://schemas.microsoft.com/office/drawing/2014/main" id="{7D61E03F-138F-F01F-DA58-EF13B1B85BA4}"/>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99" name="Group 598">
                    <a:extLst>
                      <a:ext uri="{FF2B5EF4-FFF2-40B4-BE49-F238E27FC236}">
                        <a16:creationId xmlns:a16="http://schemas.microsoft.com/office/drawing/2014/main" id="{84B086FB-B594-1897-62B7-73C6EBAD86E2}"/>
                      </a:ext>
                    </a:extLst>
                  </p:cNvPr>
                  <p:cNvGrpSpPr/>
                  <p:nvPr/>
                </p:nvGrpSpPr>
                <p:grpSpPr>
                  <a:xfrm>
                    <a:off x="5886431" y="3525040"/>
                    <a:ext cx="393192" cy="393192"/>
                    <a:chOff x="5265196" y="3932619"/>
                    <a:chExt cx="393192" cy="393192"/>
                  </a:xfrm>
                </p:grpSpPr>
                <p:grpSp>
                  <p:nvGrpSpPr>
                    <p:cNvPr id="623" name="Group 622">
                      <a:extLst>
                        <a:ext uri="{FF2B5EF4-FFF2-40B4-BE49-F238E27FC236}">
                          <a16:creationId xmlns:a16="http://schemas.microsoft.com/office/drawing/2014/main" id="{193988B3-2BCD-210E-7F21-72805D19161F}"/>
                        </a:ext>
                      </a:extLst>
                    </p:cNvPr>
                    <p:cNvGrpSpPr/>
                    <p:nvPr/>
                  </p:nvGrpSpPr>
                  <p:grpSpPr>
                    <a:xfrm>
                      <a:off x="5354636" y="4022061"/>
                      <a:ext cx="214313" cy="214313"/>
                      <a:chOff x="5354637" y="3446463"/>
                      <a:chExt cx="214313" cy="214313"/>
                    </a:xfrm>
                  </p:grpSpPr>
                  <p:sp>
                    <p:nvSpPr>
                      <p:cNvPr id="631" name="Arc 630">
                        <a:extLst>
                          <a:ext uri="{FF2B5EF4-FFF2-40B4-BE49-F238E27FC236}">
                            <a16:creationId xmlns:a16="http://schemas.microsoft.com/office/drawing/2014/main" id="{7A87BD7E-2546-EA00-7B9E-807A16EDC98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32" name="Arc 631">
                        <a:extLst>
                          <a:ext uri="{FF2B5EF4-FFF2-40B4-BE49-F238E27FC236}">
                            <a16:creationId xmlns:a16="http://schemas.microsoft.com/office/drawing/2014/main" id="{AA711E87-9349-8F9E-665F-81A7855F4A6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24" name="Group 623">
                      <a:extLst>
                        <a:ext uri="{FF2B5EF4-FFF2-40B4-BE49-F238E27FC236}">
                          <a16:creationId xmlns:a16="http://schemas.microsoft.com/office/drawing/2014/main" id="{F7B888D3-F377-9FF3-476D-36E36E1F1AF9}"/>
                        </a:ext>
                      </a:extLst>
                    </p:cNvPr>
                    <p:cNvGrpSpPr/>
                    <p:nvPr/>
                  </p:nvGrpSpPr>
                  <p:grpSpPr>
                    <a:xfrm rot="14400000">
                      <a:off x="5310186" y="3977611"/>
                      <a:ext cx="303213" cy="303213"/>
                      <a:chOff x="5354637" y="3446463"/>
                      <a:chExt cx="214313" cy="214313"/>
                    </a:xfrm>
                  </p:grpSpPr>
                  <p:sp>
                    <p:nvSpPr>
                      <p:cNvPr id="629" name="Arc 628">
                        <a:extLst>
                          <a:ext uri="{FF2B5EF4-FFF2-40B4-BE49-F238E27FC236}">
                            <a16:creationId xmlns:a16="http://schemas.microsoft.com/office/drawing/2014/main" id="{4AA675F1-4C15-F5CF-6E1F-C57180DBB05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30" name="Arc 629">
                        <a:extLst>
                          <a:ext uri="{FF2B5EF4-FFF2-40B4-BE49-F238E27FC236}">
                            <a16:creationId xmlns:a16="http://schemas.microsoft.com/office/drawing/2014/main" id="{DD0D7A84-F6CA-F4BC-5817-D43E579096B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25" name="Group 624">
                      <a:extLst>
                        <a:ext uri="{FF2B5EF4-FFF2-40B4-BE49-F238E27FC236}">
                          <a16:creationId xmlns:a16="http://schemas.microsoft.com/office/drawing/2014/main" id="{29CCAA8F-8C0F-1E1E-D069-F607825CBD2B}"/>
                        </a:ext>
                      </a:extLst>
                    </p:cNvPr>
                    <p:cNvGrpSpPr/>
                    <p:nvPr/>
                  </p:nvGrpSpPr>
                  <p:grpSpPr>
                    <a:xfrm rot="7200000">
                      <a:off x="5265196" y="3932619"/>
                      <a:ext cx="393192" cy="393192"/>
                      <a:chOff x="5354637" y="3446463"/>
                      <a:chExt cx="214313" cy="214313"/>
                    </a:xfrm>
                  </p:grpSpPr>
                  <p:sp>
                    <p:nvSpPr>
                      <p:cNvPr id="627" name="Arc 626">
                        <a:extLst>
                          <a:ext uri="{FF2B5EF4-FFF2-40B4-BE49-F238E27FC236}">
                            <a16:creationId xmlns:a16="http://schemas.microsoft.com/office/drawing/2014/main" id="{9615A9F6-F8BA-4304-21EB-A2FABB3C87F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28" name="Arc 627">
                        <a:extLst>
                          <a:ext uri="{FF2B5EF4-FFF2-40B4-BE49-F238E27FC236}">
                            <a16:creationId xmlns:a16="http://schemas.microsoft.com/office/drawing/2014/main" id="{6CB9884E-AC16-5A2C-4886-A8E98371B64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26" name="TextBox 625">
                      <a:extLst>
                        <a:ext uri="{FF2B5EF4-FFF2-40B4-BE49-F238E27FC236}">
                          <a16:creationId xmlns:a16="http://schemas.microsoft.com/office/drawing/2014/main" id="{3EFFA2A6-C07A-C4E7-9FE3-ED1E0D047A36}"/>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600" name="Group 599">
                    <a:extLst>
                      <a:ext uri="{FF2B5EF4-FFF2-40B4-BE49-F238E27FC236}">
                        <a16:creationId xmlns:a16="http://schemas.microsoft.com/office/drawing/2014/main" id="{63359E1A-05F8-9E8A-7049-E57EB9BB537F}"/>
                      </a:ext>
                    </a:extLst>
                  </p:cNvPr>
                  <p:cNvGrpSpPr/>
                  <p:nvPr/>
                </p:nvGrpSpPr>
                <p:grpSpPr>
                  <a:xfrm>
                    <a:off x="6512463" y="3525040"/>
                    <a:ext cx="393192" cy="393192"/>
                    <a:chOff x="6389147" y="3357021"/>
                    <a:chExt cx="393192" cy="393192"/>
                  </a:xfrm>
                </p:grpSpPr>
                <p:grpSp>
                  <p:nvGrpSpPr>
                    <p:cNvPr id="612" name="Group 611">
                      <a:extLst>
                        <a:ext uri="{FF2B5EF4-FFF2-40B4-BE49-F238E27FC236}">
                          <a16:creationId xmlns:a16="http://schemas.microsoft.com/office/drawing/2014/main" id="{6F9F26DE-A019-35DB-C6E5-6ED38D5F1FC7}"/>
                        </a:ext>
                      </a:extLst>
                    </p:cNvPr>
                    <p:cNvGrpSpPr/>
                    <p:nvPr/>
                  </p:nvGrpSpPr>
                  <p:grpSpPr>
                    <a:xfrm rot="7200000" flipH="1">
                      <a:off x="6389147" y="3357021"/>
                      <a:ext cx="393192" cy="393192"/>
                      <a:chOff x="5354637" y="3446463"/>
                      <a:chExt cx="214313" cy="214313"/>
                    </a:xfrm>
                  </p:grpSpPr>
                  <p:sp>
                    <p:nvSpPr>
                      <p:cNvPr id="621" name="Arc 620">
                        <a:extLst>
                          <a:ext uri="{FF2B5EF4-FFF2-40B4-BE49-F238E27FC236}">
                            <a16:creationId xmlns:a16="http://schemas.microsoft.com/office/drawing/2014/main" id="{D895872A-CEAD-0119-4593-9D787C27C89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22" name="Arc 621">
                        <a:extLst>
                          <a:ext uri="{FF2B5EF4-FFF2-40B4-BE49-F238E27FC236}">
                            <a16:creationId xmlns:a16="http://schemas.microsoft.com/office/drawing/2014/main" id="{EAC2AA1F-4F6C-7218-4902-597DD67FA05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13" name="Group 612">
                      <a:extLst>
                        <a:ext uri="{FF2B5EF4-FFF2-40B4-BE49-F238E27FC236}">
                          <a16:creationId xmlns:a16="http://schemas.microsoft.com/office/drawing/2014/main" id="{0658EBDB-EE83-4FA1-6CCB-1D5CE2171C53}"/>
                        </a:ext>
                      </a:extLst>
                    </p:cNvPr>
                    <p:cNvGrpSpPr/>
                    <p:nvPr/>
                  </p:nvGrpSpPr>
                  <p:grpSpPr>
                    <a:xfrm>
                      <a:off x="6434137" y="3402011"/>
                      <a:ext cx="303213" cy="303213"/>
                      <a:chOff x="6434137" y="3402011"/>
                      <a:chExt cx="303213" cy="303213"/>
                    </a:xfrm>
                  </p:grpSpPr>
                  <p:grpSp>
                    <p:nvGrpSpPr>
                      <p:cNvPr id="614" name="Group 613">
                        <a:extLst>
                          <a:ext uri="{FF2B5EF4-FFF2-40B4-BE49-F238E27FC236}">
                            <a16:creationId xmlns:a16="http://schemas.microsoft.com/office/drawing/2014/main" id="{2ECE8841-BD2E-6DBC-9552-C0878121C1B3}"/>
                          </a:ext>
                        </a:extLst>
                      </p:cNvPr>
                      <p:cNvGrpSpPr/>
                      <p:nvPr/>
                    </p:nvGrpSpPr>
                    <p:grpSpPr>
                      <a:xfrm flipH="1">
                        <a:off x="6478587" y="3446461"/>
                        <a:ext cx="214313" cy="214313"/>
                        <a:chOff x="5354637" y="3446463"/>
                        <a:chExt cx="214313" cy="214313"/>
                      </a:xfrm>
                    </p:grpSpPr>
                    <p:sp>
                      <p:nvSpPr>
                        <p:cNvPr id="619" name="Arc 618">
                          <a:extLst>
                            <a:ext uri="{FF2B5EF4-FFF2-40B4-BE49-F238E27FC236}">
                              <a16:creationId xmlns:a16="http://schemas.microsoft.com/office/drawing/2014/main" id="{5C345E25-3860-9726-F11A-AC8ADA6ACB1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20" name="Arc 619">
                          <a:extLst>
                            <a:ext uri="{FF2B5EF4-FFF2-40B4-BE49-F238E27FC236}">
                              <a16:creationId xmlns:a16="http://schemas.microsoft.com/office/drawing/2014/main" id="{9E0F5EF0-BC7E-F20C-B70A-7656701105E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15" name="Group 614">
                        <a:extLst>
                          <a:ext uri="{FF2B5EF4-FFF2-40B4-BE49-F238E27FC236}">
                            <a16:creationId xmlns:a16="http://schemas.microsoft.com/office/drawing/2014/main" id="{A67E6B81-A1FE-7454-4D15-2643BB7C6566}"/>
                          </a:ext>
                        </a:extLst>
                      </p:cNvPr>
                      <p:cNvGrpSpPr/>
                      <p:nvPr/>
                    </p:nvGrpSpPr>
                    <p:grpSpPr>
                      <a:xfrm rot="14400000" flipH="1">
                        <a:off x="6434137" y="3402011"/>
                        <a:ext cx="303213" cy="303213"/>
                        <a:chOff x="5354637" y="3446463"/>
                        <a:chExt cx="214313" cy="214313"/>
                      </a:xfrm>
                    </p:grpSpPr>
                    <p:sp>
                      <p:nvSpPr>
                        <p:cNvPr id="617" name="Arc 616">
                          <a:extLst>
                            <a:ext uri="{FF2B5EF4-FFF2-40B4-BE49-F238E27FC236}">
                              <a16:creationId xmlns:a16="http://schemas.microsoft.com/office/drawing/2014/main" id="{231AE226-4F66-8041-6C0B-276E5C35E93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18" name="Arc 617">
                          <a:extLst>
                            <a:ext uri="{FF2B5EF4-FFF2-40B4-BE49-F238E27FC236}">
                              <a16:creationId xmlns:a16="http://schemas.microsoft.com/office/drawing/2014/main" id="{77C2481E-F063-7816-12B3-7E1EDED1480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16" name="TextBox 615">
                        <a:extLst>
                          <a:ext uri="{FF2B5EF4-FFF2-40B4-BE49-F238E27FC236}">
                            <a16:creationId xmlns:a16="http://schemas.microsoft.com/office/drawing/2014/main" id="{A39EEC54-9663-B476-AD39-D6D56B85E2BF}"/>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01" name="Group 600">
                    <a:extLst>
                      <a:ext uri="{FF2B5EF4-FFF2-40B4-BE49-F238E27FC236}">
                        <a16:creationId xmlns:a16="http://schemas.microsoft.com/office/drawing/2014/main" id="{E7302EF0-08F7-4D60-7295-47B1F0E40BE4}"/>
                      </a:ext>
                    </a:extLst>
                  </p:cNvPr>
                  <p:cNvGrpSpPr/>
                  <p:nvPr/>
                </p:nvGrpSpPr>
                <p:grpSpPr>
                  <a:xfrm>
                    <a:off x="6197413" y="3225768"/>
                    <a:ext cx="393192" cy="393192"/>
                    <a:chOff x="6389147" y="3932622"/>
                    <a:chExt cx="393192" cy="393192"/>
                  </a:xfrm>
                </p:grpSpPr>
                <p:grpSp>
                  <p:nvGrpSpPr>
                    <p:cNvPr id="602" name="Group 601">
                      <a:extLst>
                        <a:ext uri="{FF2B5EF4-FFF2-40B4-BE49-F238E27FC236}">
                          <a16:creationId xmlns:a16="http://schemas.microsoft.com/office/drawing/2014/main" id="{A3F753FD-B2E6-32AA-E644-B983A4B0415E}"/>
                        </a:ext>
                      </a:extLst>
                    </p:cNvPr>
                    <p:cNvGrpSpPr/>
                    <p:nvPr/>
                  </p:nvGrpSpPr>
                  <p:grpSpPr>
                    <a:xfrm flipH="1">
                      <a:off x="6478587" y="4022061"/>
                      <a:ext cx="214313" cy="214313"/>
                      <a:chOff x="5354637" y="3446463"/>
                      <a:chExt cx="214313" cy="214313"/>
                    </a:xfrm>
                  </p:grpSpPr>
                  <p:sp>
                    <p:nvSpPr>
                      <p:cNvPr id="610" name="Arc 609">
                        <a:extLst>
                          <a:ext uri="{FF2B5EF4-FFF2-40B4-BE49-F238E27FC236}">
                            <a16:creationId xmlns:a16="http://schemas.microsoft.com/office/drawing/2014/main" id="{514DAED1-6FDF-D8A2-B0D4-52D98326FF2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11" name="Arc 610">
                        <a:extLst>
                          <a:ext uri="{FF2B5EF4-FFF2-40B4-BE49-F238E27FC236}">
                            <a16:creationId xmlns:a16="http://schemas.microsoft.com/office/drawing/2014/main" id="{ADEA0F52-8AD2-02F1-CB45-A4810FD69BE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03" name="Group 602">
                      <a:extLst>
                        <a:ext uri="{FF2B5EF4-FFF2-40B4-BE49-F238E27FC236}">
                          <a16:creationId xmlns:a16="http://schemas.microsoft.com/office/drawing/2014/main" id="{0B69DC1B-C373-E9B8-6074-BB544BFEC8C9}"/>
                        </a:ext>
                      </a:extLst>
                    </p:cNvPr>
                    <p:cNvGrpSpPr/>
                    <p:nvPr/>
                  </p:nvGrpSpPr>
                  <p:grpSpPr>
                    <a:xfrm rot="7200000" flipH="1">
                      <a:off x="6434137" y="3977611"/>
                      <a:ext cx="303213" cy="303213"/>
                      <a:chOff x="5354637" y="3446463"/>
                      <a:chExt cx="214313" cy="214313"/>
                    </a:xfrm>
                  </p:grpSpPr>
                  <p:sp>
                    <p:nvSpPr>
                      <p:cNvPr id="608" name="Arc 607">
                        <a:extLst>
                          <a:ext uri="{FF2B5EF4-FFF2-40B4-BE49-F238E27FC236}">
                            <a16:creationId xmlns:a16="http://schemas.microsoft.com/office/drawing/2014/main" id="{A4E30BAA-A8EF-64AC-5137-8B54004A617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09" name="Arc 608">
                        <a:extLst>
                          <a:ext uri="{FF2B5EF4-FFF2-40B4-BE49-F238E27FC236}">
                            <a16:creationId xmlns:a16="http://schemas.microsoft.com/office/drawing/2014/main" id="{C5B4E6EA-6626-BDE0-40F6-2C481AA2FA5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04" name="Group 603">
                      <a:extLst>
                        <a:ext uri="{FF2B5EF4-FFF2-40B4-BE49-F238E27FC236}">
                          <a16:creationId xmlns:a16="http://schemas.microsoft.com/office/drawing/2014/main" id="{48C74CF8-5BBF-21C4-056C-0D73D3C033F2}"/>
                        </a:ext>
                      </a:extLst>
                    </p:cNvPr>
                    <p:cNvGrpSpPr/>
                    <p:nvPr/>
                  </p:nvGrpSpPr>
                  <p:grpSpPr>
                    <a:xfrm rot="14400000" flipH="1">
                      <a:off x="6389147" y="3932622"/>
                      <a:ext cx="393192" cy="393192"/>
                      <a:chOff x="5354637" y="3446463"/>
                      <a:chExt cx="214313" cy="214313"/>
                    </a:xfrm>
                  </p:grpSpPr>
                  <p:sp>
                    <p:nvSpPr>
                      <p:cNvPr id="606" name="Arc 605">
                        <a:extLst>
                          <a:ext uri="{FF2B5EF4-FFF2-40B4-BE49-F238E27FC236}">
                            <a16:creationId xmlns:a16="http://schemas.microsoft.com/office/drawing/2014/main" id="{4BF68591-CF6F-E047-738D-CEBA70BA08E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07" name="Arc 606">
                        <a:extLst>
                          <a:ext uri="{FF2B5EF4-FFF2-40B4-BE49-F238E27FC236}">
                            <a16:creationId xmlns:a16="http://schemas.microsoft.com/office/drawing/2014/main" id="{17998718-B9C6-8A61-A610-BD8970B5C7A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05" name="TextBox 604">
                      <a:extLst>
                        <a:ext uri="{FF2B5EF4-FFF2-40B4-BE49-F238E27FC236}">
                          <a16:creationId xmlns:a16="http://schemas.microsoft.com/office/drawing/2014/main" id="{AD9C20FA-3FC2-DE82-508D-A27461D5AF3B}"/>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21" name="Group 20">
              <a:extLst>
                <a:ext uri="{FF2B5EF4-FFF2-40B4-BE49-F238E27FC236}">
                  <a16:creationId xmlns:a16="http://schemas.microsoft.com/office/drawing/2014/main" id="{D1E0D18D-7C9E-CB0B-3EC7-B13CA94D3E7C}"/>
                </a:ext>
              </a:extLst>
            </p:cNvPr>
            <p:cNvGrpSpPr/>
            <p:nvPr/>
          </p:nvGrpSpPr>
          <p:grpSpPr>
            <a:xfrm>
              <a:off x="-111183" y="663612"/>
              <a:ext cx="2263438" cy="2198360"/>
              <a:chOff x="5445106" y="2039507"/>
              <a:chExt cx="2263438" cy="2198360"/>
            </a:xfrm>
          </p:grpSpPr>
          <p:grpSp>
            <p:nvGrpSpPr>
              <p:cNvPr id="404" name="Group 403">
                <a:extLst>
                  <a:ext uri="{FF2B5EF4-FFF2-40B4-BE49-F238E27FC236}">
                    <a16:creationId xmlns:a16="http://schemas.microsoft.com/office/drawing/2014/main" id="{D0750343-B09E-37F1-F7F0-5C062B27410F}"/>
                  </a:ext>
                </a:extLst>
              </p:cNvPr>
              <p:cNvGrpSpPr/>
              <p:nvPr/>
            </p:nvGrpSpPr>
            <p:grpSpPr>
              <a:xfrm>
                <a:off x="5445106" y="2644743"/>
                <a:ext cx="1643204" cy="1593124"/>
                <a:chOff x="5445106" y="2644743"/>
                <a:chExt cx="1643204" cy="1593124"/>
              </a:xfrm>
            </p:grpSpPr>
            <p:grpSp>
              <p:nvGrpSpPr>
                <p:cNvPr id="500" name="Group 499">
                  <a:extLst>
                    <a:ext uri="{FF2B5EF4-FFF2-40B4-BE49-F238E27FC236}">
                      <a16:creationId xmlns:a16="http://schemas.microsoft.com/office/drawing/2014/main" id="{8C1FC658-834C-171B-09C9-C80C251EC00F}"/>
                    </a:ext>
                  </a:extLst>
                </p:cNvPr>
                <p:cNvGrpSpPr/>
                <p:nvPr/>
              </p:nvGrpSpPr>
              <p:grpSpPr>
                <a:xfrm>
                  <a:off x="5445106" y="2644743"/>
                  <a:ext cx="1019224" cy="991639"/>
                  <a:chOff x="5886431" y="3225768"/>
                  <a:chExt cx="1019224" cy="991639"/>
                </a:xfrm>
              </p:grpSpPr>
              <p:grpSp>
                <p:nvGrpSpPr>
                  <p:cNvPr id="548" name="Group 547">
                    <a:extLst>
                      <a:ext uri="{FF2B5EF4-FFF2-40B4-BE49-F238E27FC236}">
                        <a16:creationId xmlns:a16="http://schemas.microsoft.com/office/drawing/2014/main" id="{2131F0F5-C399-326E-DE3C-2D3F424EC34E}"/>
                      </a:ext>
                    </a:extLst>
                  </p:cNvPr>
                  <p:cNvGrpSpPr/>
                  <p:nvPr/>
                </p:nvGrpSpPr>
                <p:grpSpPr>
                  <a:xfrm>
                    <a:off x="6197413" y="3824215"/>
                    <a:ext cx="393192" cy="393192"/>
                    <a:chOff x="5265196" y="3357021"/>
                    <a:chExt cx="393192" cy="393192"/>
                  </a:xfrm>
                </p:grpSpPr>
                <p:grpSp>
                  <p:nvGrpSpPr>
                    <p:cNvPr id="583" name="Group 582">
                      <a:extLst>
                        <a:ext uri="{FF2B5EF4-FFF2-40B4-BE49-F238E27FC236}">
                          <a16:creationId xmlns:a16="http://schemas.microsoft.com/office/drawing/2014/main" id="{F751FBC9-0651-2BA6-F235-8768C26F071D}"/>
                        </a:ext>
                      </a:extLst>
                    </p:cNvPr>
                    <p:cNvGrpSpPr/>
                    <p:nvPr/>
                  </p:nvGrpSpPr>
                  <p:grpSpPr>
                    <a:xfrm rot="14400000">
                      <a:off x="5265196" y="3357021"/>
                      <a:ext cx="393192" cy="393192"/>
                      <a:chOff x="5354637" y="3446463"/>
                      <a:chExt cx="214313" cy="214313"/>
                    </a:xfrm>
                  </p:grpSpPr>
                  <p:sp>
                    <p:nvSpPr>
                      <p:cNvPr id="592" name="Arc 591">
                        <a:extLst>
                          <a:ext uri="{FF2B5EF4-FFF2-40B4-BE49-F238E27FC236}">
                            <a16:creationId xmlns:a16="http://schemas.microsoft.com/office/drawing/2014/main" id="{E59672FA-ECA3-E05C-A398-96A0AF65931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93" name="Arc 592">
                        <a:extLst>
                          <a:ext uri="{FF2B5EF4-FFF2-40B4-BE49-F238E27FC236}">
                            <a16:creationId xmlns:a16="http://schemas.microsoft.com/office/drawing/2014/main" id="{A4E16E84-0489-902A-66BF-0B57B526821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84" name="Group 583">
                      <a:extLst>
                        <a:ext uri="{FF2B5EF4-FFF2-40B4-BE49-F238E27FC236}">
                          <a16:creationId xmlns:a16="http://schemas.microsoft.com/office/drawing/2014/main" id="{E0D0D33A-224E-1AF9-9A7A-3270BCC6EB5E}"/>
                        </a:ext>
                      </a:extLst>
                    </p:cNvPr>
                    <p:cNvGrpSpPr/>
                    <p:nvPr/>
                  </p:nvGrpSpPr>
                  <p:grpSpPr>
                    <a:xfrm>
                      <a:off x="5310186" y="3402011"/>
                      <a:ext cx="303213" cy="303213"/>
                      <a:chOff x="5310186" y="3402011"/>
                      <a:chExt cx="303213" cy="303213"/>
                    </a:xfrm>
                  </p:grpSpPr>
                  <p:grpSp>
                    <p:nvGrpSpPr>
                      <p:cNvPr id="585" name="Group 584">
                        <a:extLst>
                          <a:ext uri="{FF2B5EF4-FFF2-40B4-BE49-F238E27FC236}">
                            <a16:creationId xmlns:a16="http://schemas.microsoft.com/office/drawing/2014/main" id="{BCF0C605-7EFF-C5DA-5AEA-9D197511CE88}"/>
                          </a:ext>
                        </a:extLst>
                      </p:cNvPr>
                      <p:cNvGrpSpPr/>
                      <p:nvPr/>
                    </p:nvGrpSpPr>
                    <p:grpSpPr>
                      <a:xfrm>
                        <a:off x="5354636" y="3446461"/>
                        <a:ext cx="214313" cy="214313"/>
                        <a:chOff x="5354637" y="3446463"/>
                        <a:chExt cx="214313" cy="214313"/>
                      </a:xfrm>
                    </p:grpSpPr>
                    <p:sp>
                      <p:nvSpPr>
                        <p:cNvPr id="590" name="Arc 589">
                          <a:extLst>
                            <a:ext uri="{FF2B5EF4-FFF2-40B4-BE49-F238E27FC236}">
                              <a16:creationId xmlns:a16="http://schemas.microsoft.com/office/drawing/2014/main" id="{C577795A-3282-B658-9E58-25EACD7109F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91" name="Arc 590">
                          <a:extLst>
                            <a:ext uri="{FF2B5EF4-FFF2-40B4-BE49-F238E27FC236}">
                              <a16:creationId xmlns:a16="http://schemas.microsoft.com/office/drawing/2014/main" id="{84D3BA51-C99D-DCBA-0844-4758064263E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86" name="Group 585">
                        <a:extLst>
                          <a:ext uri="{FF2B5EF4-FFF2-40B4-BE49-F238E27FC236}">
                            <a16:creationId xmlns:a16="http://schemas.microsoft.com/office/drawing/2014/main" id="{EED91B06-6EF4-2422-61E7-DE5CCE28B316}"/>
                          </a:ext>
                        </a:extLst>
                      </p:cNvPr>
                      <p:cNvGrpSpPr/>
                      <p:nvPr/>
                    </p:nvGrpSpPr>
                    <p:grpSpPr>
                      <a:xfrm rot="7200000">
                        <a:off x="5310186" y="3402011"/>
                        <a:ext cx="303213" cy="303213"/>
                        <a:chOff x="5354637" y="3446463"/>
                        <a:chExt cx="214313" cy="214313"/>
                      </a:xfrm>
                    </p:grpSpPr>
                    <p:sp>
                      <p:nvSpPr>
                        <p:cNvPr id="588" name="Arc 587">
                          <a:extLst>
                            <a:ext uri="{FF2B5EF4-FFF2-40B4-BE49-F238E27FC236}">
                              <a16:creationId xmlns:a16="http://schemas.microsoft.com/office/drawing/2014/main" id="{0A619E76-A454-738C-674B-6B13A25A7DC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89" name="Arc 588">
                          <a:extLst>
                            <a:ext uri="{FF2B5EF4-FFF2-40B4-BE49-F238E27FC236}">
                              <a16:creationId xmlns:a16="http://schemas.microsoft.com/office/drawing/2014/main" id="{A7CBA087-65A9-863F-8988-519EFD1DDEE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87" name="TextBox 586">
                        <a:extLst>
                          <a:ext uri="{FF2B5EF4-FFF2-40B4-BE49-F238E27FC236}">
                            <a16:creationId xmlns:a16="http://schemas.microsoft.com/office/drawing/2014/main" id="{75B1D2CD-01F6-277A-88FB-4E31D5902783}"/>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49" name="Group 548">
                    <a:extLst>
                      <a:ext uri="{FF2B5EF4-FFF2-40B4-BE49-F238E27FC236}">
                        <a16:creationId xmlns:a16="http://schemas.microsoft.com/office/drawing/2014/main" id="{6C0D3AE0-7FF3-ACD0-6345-494D863EC8D7}"/>
                      </a:ext>
                    </a:extLst>
                  </p:cNvPr>
                  <p:cNvGrpSpPr/>
                  <p:nvPr/>
                </p:nvGrpSpPr>
                <p:grpSpPr>
                  <a:xfrm>
                    <a:off x="5886431" y="3525040"/>
                    <a:ext cx="393192" cy="393192"/>
                    <a:chOff x="5265196" y="3932619"/>
                    <a:chExt cx="393192" cy="393192"/>
                  </a:xfrm>
                </p:grpSpPr>
                <p:grpSp>
                  <p:nvGrpSpPr>
                    <p:cNvPr id="573" name="Group 572">
                      <a:extLst>
                        <a:ext uri="{FF2B5EF4-FFF2-40B4-BE49-F238E27FC236}">
                          <a16:creationId xmlns:a16="http://schemas.microsoft.com/office/drawing/2014/main" id="{60E2A32D-21F8-51DA-70D9-3CA6914A2742}"/>
                        </a:ext>
                      </a:extLst>
                    </p:cNvPr>
                    <p:cNvGrpSpPr/>
                    <p:nvPr/>
                  </p:nvGrpSpPr>
                  <p:grpSpPr>
                    <a:xfrm>
                      <a:off x="5354636" y="4022061"/>
                      <a:ext cx="214313" cy="214313"/>
                      <a:chOff x="5354637" y="3446463"/>
                      <a:chExt cx="214313" cy="214313"/>
                    </a:xfrm>
                  </p:grpSpPr>
                  <p:sp>
                    <p:nvSpPr>
                      <p:cNvPr id="581" name="Arc 580">
                        <a:extLst>
                          <a:ext uri="{FF2B5EF4-FFF2-40B4-BE49-F238E27FC236}">
                            <a16:creationId xmlns:a16="http://schemas.microsoft.com/office/drawing/2014/main" id="{E1067C41-B75E-E7F5-957E-6946F0AFFA2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82" name="Arc 581">
                        <a:extLst>
                          <a:ext uri="{FF2B5EF4-FFF2-40B4-BE49-F238E27FC236}">
                            <a16:creationId xmlns:a16="http://schemas.microsoft.com/office/drawing/2014/main" id="{A5058645-F337-C1B5-D90B-9EFBDFEDFFB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74" name="Group 573">
                      <a:extLst>
                        <a:ext uri="{FF2B5EF4-FFF2-40B4-BE49-F238E27FC236}">
                          <a16:creationId xmlns:a16="http://schemas.microsoft.com/office/drawing/2014/main" id="{7084217D-7568-A16C-00C7-A5333C19A498}"/>
                        </a:ext>
                      </a:extLst>
                    </p:cNvPr>
                    <p:cNvGrpSpPr/>
                    <p:nvPr/>
                  </p:nvGrpSpPr>
                  <p:grpSpPr>
                    <a:xfrm rot="14400000">
                      <a:off x="5310186" y="3977611"/>
                      <a:ext cx="303213" cy="303213"/>
                      <a:chOff x="5354637" y="3446463"/>
                      <a:chExt cx="214313" cy="214313"/>
                    </a:xfrm>
                  </p:grpSpPr>
                  <p:sp>
                    <p:nvSpPr>
                      <p:cNvPr id="579" name="Arc 578">
                        <a:extLst>
                          <a:ext uri="{FF2B5EF4-FFF2-40B4-BE49-F238E27FC236}">
                            <a16:creationId xmlns:a16="http://schemas.microsoft.com/office/drawing/2014/main" id="{E21C4B37-B99E-546E-A379-0CB08ED6103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80" name="Arc 579">
                        <a:extLst>
                          <a:ext uri="{FF2B5EF4-FFF2-40B4-BE49-F238E27FC236}">
                            <a16:creationId xmlns:a16="http://schemas.microsoft.com/office/drawing/2014/main" id="{B5133140-2FA4-C5B5-E837-EF53402120E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75" name="Group 574">
                      <a:extLst>
                        <a:ext uri="{FF2B5EF4-FFF2-40B4-BE49-F238E27FC236}">
                          <a16:creationId xmlns:a16="http://schemas.microsoft.com/office/drawing/2014/main" id="{1FA29617-832E-9706-2E81-51651AE8B90C}"/>
                        </a:ext>
                      </a:extLst>
                    </p:cNvPr>
                    <p:cNvGrpSpPr/>
                    <p:nvPr/>
                  </p:nvGrpSpPr>
                  <p:grpSpPr>
                    <a:xfrm rot="7200000">
                      <a:off x="5265196" y="3932619"/>
                      <a:ext cx="393192" cy="393192"/>
                      <a:chOff x="5354637" y="3446463"/>
                      <a:chExt cx="214313" cy="214313"/>
                    </a:xfrm>
                  </p:grpSpPr>
                  <p:sp>
                    <p:nvSpPr>
                      <p:cNvPr id="577" name="Arc 576">
                        <a:extLst>
                          <a:ext uri="{FF2B5EF4-FFF2-40B4-BE49-F238E27FC236}">
                            <a16:creationId xmlns:a16="http://schemas.microsoft.com/office/drawing/2014/main" id="{BC96E884-8041-6881-4593-EFDBE1DDFDA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78" name="Arc 577">
                        <a:extLst>
                          <a:ext uri="{FF2B5EF4-FFF2-40B4-BE49-F238E27FC236}">
                            <a16:creationId xmlns:a16="http://schemas.microsoft.com/office/drawing/2014/main" id="{9B253554-089B-48A7-3346-10DB16D8679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76" name="TextBox 575">
                      <a:extLst>
                        <a:ext uri="{FF2B5EF4-FFF2-40B4-BE49-F238E27FC236}">
                          <a16:creationId xmlns:a16="http://schemas.microsoft.com/office/drawing/2014/main" id="{990A29B8-2C9E-BCDC-B9F4-6C39D46FDD5F}"/>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550" name="Group 549">
                    <a:extLst>
                      <a:ext uri="{FF2B5EF4-FFF2-40B4-BE49-F238E27FC236}">
                        <a16:creationId xmlns:a16="http://schemas.microsoft.com/office/drawing/2014/main" id="{97FD6833-0D3A-8808-D058-9992B118D6F6}"/>
                      </a:ext>
                    </a:extLst>
                  </p:cNvPr>
                  <p:cNvGrpSpPr/>
                  <p:nvPr/>
                </p:nvGrpSpPr>
                <p:grpSpPr>
                  <a:xfrm>
                    <a:off x="6512463" y="3525040"/>
                    <a:ext cx="393192" cy="393192"/>
                    <a:chOff x="6389147" y="3357021"/>
                    <a:chExt cx="393192" cy="393192"/>
                  </a:xfrm>
                </p:grpSpPr>
                <p:grpSp>
                  <p:nvGrpSpPr>
                    <p:cNvPr id="562" name="Group 561">
                      <a:extLst>
                        <a:ext uri="{FF2B5EF4-FFF2-40B4-BE49-F238E27FC236}">
                          <a16:creationId xmlns:a16="http://schemas.microsoft.com/office/drawing/2014/main" id="{C0BE1B22-E474-D26F-DCB8-F8F04B4766BE}"/>
                        </a:ext>
                      </a:extLst>
                    </p:cNvPr>
                    <p:cNvGrpSpPr/>
                    <p:nvPr/>
                  </p:nvGrpSpPr>
                  <p:grpSpPr>
                    <a:xfrm rot="7200000" flipH="1">
                      <a:off x="6389147" y="3357021"/>
                      <a:ext cx="393192" cy="393192"/>
                      <a:chOff x="5354637" y="3446463"/>
                      <a:chExt cx="214313" cy="214313"/>
                    </a:xfrm>
                  </p:grpSpPr>
                  <p:sp>
                    <p:nvSpPr>
                      <p:cNvPr id="571" name="Arc 570">
                        <a:extLst>
                          <a:ext uri="{FF2B5EF4-FFF2-40B4-BE49-F238E27FC236}">
                            <a16:creationId xmlns:a16="http://schemas.microsoft.com/office/drawing/2014/main" id="{A59BA842-94CF-A5D0-2C1E-72868771D58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72" name="Arc 571">
                        <a:extLst>
                          <a:ext uri="{FF2B5EF4-FFF2-40B4-BE49-F238E27FC236}">
                            <a16:creationId xmlns:a16="http://schemas.microsoft.com/office/drawing/2014/main" id="{8DBE91B5-E713-C4B5-062C-C5190BFEBB3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63" name="Group 562">
                      <a:extLst>
                        <a:ext uri="{FF2B5EF4-FFF2-40B4-BE49-F238E27FC236}">
                          <a16:creationId xmlns:a16="http://schemas.microsoft.com/office/drawing/2014/main" id="{56367466-8CAF-CF49-7222-39E7901CECBF}"/>
                        </a:ext>
                      </a:extLst>
                    </p:cNvPr>
                    <p:cNvGrpSpPr/>
                    <p:nvPr/>
                  </p:nvGrpSpPr>
                  <p:grpSpPr>
                    <a:xfrm>
                      <a:off x="6434137" y="3402011"/>
                      <a:ext cx="303213" cy="303213"/>
                      <a:chOff x="6434137" y="3402011"/>
                      <a:chExt cx="303213" cy="303213"/>
                    </a:xfrm>
                  </p:grpSpPr>
                  <p:grpSp>
                    <p:nvGrpSpPr>
                      <p:cNvPr id="564" name="Group 563">
                        <a:extLst>
                          <a:ext uri="{FF2B5EF4-FFF2-40B4-BE49-F238E27FC236}">
                            <a16:creationId xmlns:a16="http://schemas.microsoft.com/office/drawing/2014/main" id="{23605EF4-B2FB-7552-E551-1393789EDA0E}"/>
                          </a:ext>
                        </a:extLst>
                      </p:cNvPr>
                      <p:cNvGrpSpPr/>
                      <p:nvPr/>
                    </p:nvGrpSpPr>
                    <p:grpSpPr>
                      <a:xfrm flipH="1">
                        <a:off x="6478587" y="3446461"/>
                        <a:ext cx="214313" cy="214313"/>
                        <a:chOff x="5354637" y="3446463"/>
                        <a:chExt cx="214313" cy="214313"/>
                      </a:xfrm>
                    </p:grpSpPr>
                    <p:sp>
                      <p:nvSpPr>
                        <p:cNvPr id="569" name="Arc 568">
                          <a:extLst>
                            <a:ext uri="{FF2B5EF4-FFF2-40B4-BE49-F238E27FC236}">
                              <a16:creationId xmlns:a16="http://schemas.microsoft.com/office/drawing/2014/main" id="{CCD899C5-3F77-8B3B-57AD-A91F151C45C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70" name="Arc 569">
                          <a:extLst>
                            <a:ext uri="{FF2B5EF4-FFF2-40B4-BE49-F238E27FC236}">
                              <a16:creationId xmlns:a16="http://schemas.microsoft.com/office/drawing/2014/main" id="{9AE57F01-BC93-9B64-D3BC-B8C83EBCE3E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65" name="Group 564">
                        <a:extLst>
                          <a:ext uri="{FF2B5EF4-FFF2-40B4-BE49-F238E27FC236}">
                            <a16:creationId xmlns:a16="http://schemas.microsoft.com/office/drawing/2014/main" id="{93B02F36-C9BE-950A-F930-2E292CECBB4A}"/>
                          </a:ext>
                        </a:extLst>
                      </p:cNvPr>
                      <p:cNvGrpSpPr/>
                      <p:nvPr/>
                    </p:nvGrpSpPr>
                    <p:grpSpPr>
                      <a:xfrm rot="14400000" flipH="1">
                        <a:off x="6434137" y="3402011"/>
                        <a:ext cx="303213" cy="303213"/>
                        <a:chOff x="5354637" y="3446463"/>
                        <a:chExt cx="214313" cy="214313"/>
                      </a:xfrm>
                    </p:grpSpPr>
                    <p:sp>
                      <p:nvSpPr>
                        <p:cNvPr id="567" name="Arc 566">
                          <a:extLst>
                            <a:ext uri="{FF2B5EF4-FFF2-40B4-BE49-F238E27FC236}">
                              <a16:creationId xmlns:a16="http://schemas.microsoft.com/office/drawing/2014/main" id="{AC33AD35-D12A-A5C9-664F-BDA5FFA55D4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68" name="Arc 567">
                          <a:extLst>
                            <a:ext uri="{FF2B5EF4-FFF2-40B4-BE49-F238E27FC236}">
                              <a16:creationId xmlns:a16="http://schemas.microsoft.com/office/drawing/2014/main" id="{689213AE-6E36-EEAE-EBED-E5C52AA24DB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66" name="TextBox 565">
                        <a:extLst>
                          <a:ext uri="{FF2B5EF4-FFF2-40B4-BE49-F238E27FC236}">
                            <a16:creationId xmlns:a16="http://schemas.microsoft.com/office/drawing/2014/main" id="{B0296904-18BB-0ED6-E84E-B69233022C1C}"/>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51" name="Group 550">
                    <a:extLst>
                      <a:ext uri="{FF2B5EF4-FFF2-40B4-BE49-F238E27FC236}">
                        <a16:creationId xmlns:a16="http://schemas.microsoft.com/office/drawing/2014/main" id="{438F706E-99FE-8217-851C-E67DF6601256}"/>
                      </a:ext>
                    </a:extLst>
                  </p:cNvPr>
                  <p:cNvGrpSpPr/>
                  <p:nvPr/>
                </p:nvGrpSpPr>
                <p:grpSpPr>
                  <a:xfrm>
                    <a:off x="6197413" y="3225768"/>
                    <a:ext cx="393192" cy="393192"/>
                    <a:chOff x="6389147" y="3932622"/>
                    <a:chExt cx="393192" cy="393192"/>
                  </a:xfrm>
                </p:grpSpPr>
                <p:grpSp>
                  <p:nvGrpSpPr>
                    <p:cNvPr id="552" name="Group 551">
                      <a:extLst>
                        <a:ext uri="{FF2B5EF4-FFF2-40B4-BE49-F238E27FC236}">
                          <a16:creationId xmlns:a16="http://schemas.microsoft.com/office/drawing/2014/main" id="{96300E78-3A65-C3E0-C6F6-A52290489413}"/>
                        </a:ext>
                      </a:extLst>
                    </p:cNvPr>
                    <p:cNvGrpSpPr/>
                    <p:nvPr/>
                  </p:nvGrpSpPr>
                  <p:grpSpPr>
                    <a:xfrm flipH="1">
                      <a:off x="6478587" y="4022061"/>
                      <a:ext cx="214313" cy="214313"/>
                      <a:chOff x="5354637" y="3446463"/>
                      <a:chExt cx="214313" cy="214313"/>
                    </a:xfrm>
                  </p:grpSpPr>
                  <p:sp>
                    <p:nvSpPr>
                      <p:cNvPr id="560" name="Arc 559">
                        <a:extLst>
                          <a:ext uri="{FF2B5EF4-FFF2-40B4-BE49-F238E27FC236}">
                            <a16:creationId xmlns:a16="http://schemas.microsoft.com/office/drawing/2014/main" id="{2050E880-3846-2F66-B65B-FC707F0E7DB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61" name="Arc 560">
                        <a:extLst>
                          <a:ext uri="{FF2B5EF4-FFF2-40B4-BE49-F238E27FC236}">
                            <a16:creationId xmlns:a16="http://schemas.microsoft.com/office/drawing/2014/main" id="{F82B2E6C-1AD5-7A25-DC75-322012E422C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53" name="Group 552">
                      <a:extLst>
                        <a:ext uri="{FF2B5EF4-FFF2-40B4-BE49-F238E27FC236}">
                          <a16:creationId xmlns:a16="http://schemas.microsoft.com/office/drawing/2014/main" id="{FAC9C4DE-F6E0-C08F-0DBC-01B8691D3EE9}"/>
                        </a:ext>
                      </a:extLst>
                    </p:cNvPr>
                    <p:cNvGrpSpPr/>
                    <p:nvPr/>
                  </p:nvGrpSpPr>
                  <p:grpSpPr>
                    <a:xfrm rot="7200000" flipH="1">
                      <a:off x="6434137" y="3977611"/>
                      <a:ext cx="303213" cy="303213"/>
                      <a:chOff x="5354637" y="3446463"/>
                      <a:chExt cx="214313" cy="214313"/>
                    </a:xfrm>
                  </p:grpSpPr>
                  <p:sp>
                    <p:nvSpPr>
                      <p:cNvPr id="558" name="Arc 557">
                        <a:extLst>
                          <a:ext uri="{FF2B5EF4-FFF2-40B4-BE49-F238E27FC236}">
                            <a16:creationId xmlns:a16="http://schemas.microsoft.com/office/drawing/2014/main" id="{FCAF1967-439F-8138-9186-10F06ED4623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9" name="Arc 558">
                        <a:extLst>
                          <a:ext uri="{FF2B5EF4-FFF2-40B4-BE49-F238E27FC236}">
                            <a16:creationId xmlns:a16="http://schemas.microsoft.com/office/drawing/2014/main" id="{ADA2B2B5-C175-3B8C-5230-2B1218219FF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54" name="Group 553">
                      <a:extLst>
                        <a:ext uri="{FF2B5EF4-FFF2-40B4-BE49-F238E27FC236}">
                          <a16:creationId xmlns:a16="http://schemas.microsoft.com/office/drawing/2014/main" id="{DB74D360-B8C8-4135-CDED-8BE20D9304D2}"/>
                        </a:ext>
                      </a:extLst>
                    </p:cNvPr>
                    <p:cNvGrpSpPr/>
                    <p:nvPr/>
                  </p:nvGrpSpPr>
                  <p:grpSpPr>
                    <a:xfrm rot="14400000" flipH="1">
                      <a:off x="6389147" y="3932622"/>
                      <a:ext cx="393192" cy="393192"/>
                      <a:chOff x="5354637" y="3446463"/>
                      <a:chExt cx="214313" cy="214313"/>
                    </a:xfrm>
                  </p:grpSpPr>
                  <p:sp>
                    <p:nvSpPr>
                      <p:cNvPr id="556" name="Arc 555">
                        <a:extLst>
                          <a:ext uri="{FF2B5EF4-FFF2-40B4-BE49-F238E27FC236}">
                            <a16:creationId xmlns:a16="http://schemas.microsoft.com/office/drawing/2014/main" id="{11DF3870-0716-EDA2-16B1-F7CA8EF2A13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7" name="Arc 556">
                        <a:extLst>
                          <a:ext uri="{FF2B5EF4-FFF2-40B4-BE49-F238E27FC236}">
                            <a16:creationId xmlns:a16="http://schemas.microsoft.com/office/drawing/2014/main" id="{CA69E65D-2E3B-7AC5-52C4-53FD300820B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55" name="TextBox 554">
                      <a:extLst>
                        <a:ext uri="{FF2B5EF4-FFF2-40B4-BE49-F238E27FC236}">
                          <a16:creationId xmlns:a16="http://schemas.microsoft.com/office/drawing/2014/main" id="{DD235C9B-AC7D-6497-C744-7B89D5D7A32A}"/>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01" name="Group 500">
                  <a:extLst>
                    <a:ext uri="{FF2B5EF4-FFF2-40B4-BE49-F238E27FC236}">
                      <a16:creationId xmlns:a16="http://schemas.microsoft.com/office/drawing/2014/main" id="{13A2D9EB-EAEF-BF4C-D11D-18FA019A92AD}"/>
                    </a:ext>
                  </a:extLst>
                </p:cNvPr>
                <p:cNvGrpSpPr/>
                <p:nvPr/>
              </p:nvGrpSpPr>
              <p:grpSpPr>
                <a:xfrm>
                  <a:off x="6069086" y="3246228"/>
                  <a:ext cx="1019224" cy="991639"/>
                  <a:chOff x="5886431" y="3225768"/>
                  <a:chExt cx="1019224" cy="991639"/>
                </a:xfrm>
              </p:grpSpPr>
              <p:grpSp>
                <p:nvGrpSpPr>
                  <p:cNvPr id="502" name="Group 501">
                    <a:extLst>
                      <a:ext uri="{FF2B5EF4-FFF2-40B4-BE49-F238E27FC236}">
                        <a16:creationId xmlns:a16="http://schemas.microsoft.com/office/drawing/2014/main" id="{6D9F2105-4013-32AA-4E68-6D48C585C62F}"/>
                      </a:ext>
                    </a:extLst>
                  </p:cNvPr>
                  <p:cNvGrpSpPr/>
                  <p:nvPr/>
                </p:nvGrpSpPr>
                <p:grpSpPr>
                  <a:xfrm>
                    <a:off x="6197413" y="3824215"/>
                    <a:ext cx="393192" cy="393192"/>
                    <a:chOff x="5265196" y="3357021"/>
                    <a:chExt cx="393192" cy="393192"/>
                  </a:xfrm>
                </p:grpSpPr>
                <p:grpSp>
                  <p:nvGrpSpPr>
                    <p:cNvPr id="537" name="Group 536">
                      <a:extLst>
                        <a:ext uri="{FF2B5EF4-FFF2-40B4-BE49-F238E27FC236}">
                          <a16:creationId xmlns:a16="http://schemas.microsoft.com/office/drawing/2014/main" id="{555D1759-F773-4418-987B-A2852C54C015}"/>
                        </a:ext>
                      </a:extLst>
                    </p:cNvPr>
                    <p:cNvGrpSpPr/>
                    <p:nvPr/>
                  </p:nvGrpSpPr>
                  <p:grpSpPr>
                    <a:xfrm rot="14400000">
                      <a:off x="5265196" y="3357021"/>
                      <a:ext cx="393192" cy="393192"/>
                      <a:chOff x="5354637" y="3446463"/>
                      <a:chExt cx="214313" cy="214313"/>
                    </a:xfrm>
                  </p:grpSpPr>
                  <p:sp>
                    <p:nvSpPr>
                      <p:cNvPr id="546" name="Arc 545">
                        <a:extLst>
                          <a:ext uri="{FF2B5EF4-FFF2-40B4-BE49-F238E27FC236}">
                            <a16:creationId xmlns:a16="http://schemas.microsoft.com/office/drawing/2014/main" id="{8769F6EC-895B-AB59-67E2-661CCE91625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7" name="Arc 546">
                        <a:extLst>
                          <a:ext uri="{FF2B5EF4-FFF2-40B4-BE49-F238E27FC236}">
                            <a16:creationId xmlns:a16="http://schemas.microsoft.com/office/drawing/2014/main" id="{11C8E794-5888-75D1-6DE7-680C6CFDD21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38" name="Group 537">
                      <a:extLst>
                        <a:ext uri="{FF2B5EF4-FFF2-40B4-BE49-F238E27FC236}">
                          <a16:creationId xmlns:a16="http://schemas.microsoft.com/office/drawing/2014/main" id="{190003EE-CA21-5D4B-9966-25CAE90EA313}"/>
                        </a:ext>
                      </a:extLst>
                    </p:cNvPr>
                    <p:cNvGrpSpPr/>
                    <p:nvPr/>
                  </p:nvGrpSpPr>
                  <p:grpSpPr>
                    <a:xfrm>
                      <a:off x="5310186" y="3402011"/>
                      <a:ext cx="303213" cy="303213"/>
                      <a:chOff x="5310186" y="3402011"/>
                      <a:chExt cx="303213" cy="303213"/>
                    </a:xfrm>
                  </p:grpSpPr>
                  <p:grpSp>
                    <p:nvGrpSpPr>
                      <p:cNvPr id="539" name="Group 538">
                        <a:extLst>
                          <a:ext uri="{FF2B5EF4-FFF2-40B4-BE49-F238E27FC236}">
                            <a16:creationId xmlns:a16="http://schemas.microsoft.com/office/drawing/2014/main" id="{C299443F-4B80-24DD-6EA6-BE6A9D7F40A4}"/>
                          </a:ext>
                        </a:extLst>
                      </p:cNvPr>
                      <p:cNvGrpSpPr/>
                      <p:nvPr/>
                    </p:nvGrpSpPr>
                    <p:grpSpPr>
                      <a:xfrm>
                        <a:off x="5354636" y="3446461"/>
                        <a:ext cx="214313" cy="214313"/>
                        <a:chOff x="5354637" y="3446463"/>
                        <a:chExt cx="214313" cy="214313"/>
                      </a:xfrm>
                    </p:grpSpPr>
                    <p:sp>
                      <p:nvSpPr>
                        <p:cNvPr id="544" name="Arc 543">
                          <a:extLst>
                            <a:ext uri="{FF2B5EF4-FFF2-40B4-BE49-F238E27FC236}">
                              <a16:creationId xmlns:a16="http://schemas.microsoft.com/office/drawing/2014/main" id="{082CDAC9-3D98-D6BB-E8FC-95F1278F5C8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5" name="Arc 544">
                          <a:extLst>
                            <a:ext uri="{FF2B5EF4-FFF2-40B4-BE49-F238E27FC236}">
                              <a16:creationId xmlns:a16="http://schemas.microsoft.com/office/drawing/2014/main" id="{2064FDD9-406E-49C8-9418-7B89762BFD0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40" name="Group 539">
                        <a:extLst>
                          <a:ext uri="{FF2B5EF4-FFF2-40B4-BE49-F238E27FC236}">
                            <a16:creationId xmlns:a16="http://schemas.microsoft.com/office/drawing/2014/main" id="{D5985F70-4B16-16CF-8A9A-286083C92B9B}"/>
                          </a:ext>
                        </a:extLst>
                      </p:cNvPr>
                      <p:cNvGrpSpPr/>
                      <p:nvPr/>
                    </p:nvGrpSpPr>
                    <p:grpSpPr>
                      <a:xfrm rot="7200000">
                        <a:off x="5310186" y="3402011"/>
                        <a:ext cx="303213" cy="303213"/>
                        <a:chOff x="5354637" y="3446463"/>
                        <a:chExt cx="214313" cy="214313"/>
                      </a:xfrm>
                    </p:grpSpPr>
                    <p:sp>
                      <p:nvSpPr>
                        <p:cNvPr id="542" name="Arc 541">
                          <a:extLst>
                            <a:ext uri="{FF2B5EF4-FFF2-40B4-BE49-F238E27FC236}">
                              <a16:creationId xmlns:a16="http://schemas.microsoft.com/office/drawing/2014/main" id="{4E6F9FB6-E402-8BC0-DABF-3F1D109E908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3" name="Arc 542">
                          <a:extLst>
                            <a:ext uri="{FF2B5EF4-FFF2-40B4-BE49-F238E27FC236}">
                              <a16:creationId xmlns:a16="http://schemas.microsoft.com/office/drawing/2014/main" id="{10332DF7-E046-5725-B048-2A4590B1597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41" name="TextBox 540">
                        <a:extLst>
                          <a:ext uri="{FF2B5EF4-FFF2-40B4-BE49-F238E27FC236}">
                            <a16:creationId xmlns:a16="http://schemas.microsoft.com/office/drawing/2014/main" id="{12DA35CB-2435-72CE-0B47-8815533548F1}"/>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03" name="Group 502">
                    <a:extLst>
                      <a:ext uri="{FF2B5EF4-FFF2-40B4-BE49-F238E27FC236}">
                        <a16:creationId xmlns:a16="http://schemas.microsoft.com/office/drawing/2014/main" id="{95EA96E7-157A-D8CE-0E67-90D54C52C368}"/>
                      </a:ext>
                    </a:extLst>
                  </p:cNvPr>
                  <p:cNvGrpSpPr/>
                  <p:nvPr/>
                </p:nvGrpSpPr>
                <p:grpSpPr>
                  <a:xfrm>
                    <a:off x="5886431" y="3525040"/>
                    <a:ext cx="393192" cy="393192"/>
                    <a:chOff x="5265196" y="3932619"/>
                    <a:chExt cx="393192" cy="393192"/>
                  </a:xfrm>
                </p:grpSpPr>
                <p:grpSp>
                  <p:nvGrpSpPr>
                    <p:cNvPr id="527" name="Group 526">
                      <a:extLst>
                        <a:ext uri="{FF2B5EF4-FFF2-40B4-BE49-F238E27FC236}">
                          <a16:creationId xmlns:a16="http://schemas.microsoft.com/office/drawing/2014/main" id="{D82C2DAE-BEF9-8D06-890C-B19315FABC5D}"/>
                        </a:ext>
                      </a:extLst>
                    </p:cNvPr>
                    <p:cNvGrpSpPr/>
                    <p:nvPr/>
                  </p:nvGrpSpPr>
                  <p:grpSpPr>
                    <a:xfrm>
                      <a:off x="5354636" y="4022061"/>
                      <a:ext cx="214313" cy="214313"/>
                      <a:chOff x="5354637" y="3446463"/>
                      <a:chExt cx="214313" cy="214313"/>
                    </a:xfrm>
                  </p:grpSpPr>
                  <p:sp>
                    <p:nvSpPr>
                      <p:cNvPr id="535" name="Arc 534">
                        <a:extLst>
                          <a:ext uri="{FF2B5EF4-FFF2-40B4-BE49-F238E27FC236}">
                            <a16:creationId xmlns:a16="http://schemas.microsoft.com/office/drawing/2014/main" id="{594A7E1C-4794-13EA-8E48-BE4F838700C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36" name="Arc 535">
                        <a:extLst>
                          <a:ext uri="{FF2B5EF4-FFF2-40B4-BE49-F238E27FC236}">
                            <a16:creationId xmlns:a16="http://schemas.microsoft.com/office/drawing/2014/main" id="{2AC2CC7F-D73F-3CB2-1950-F8B2190FBF2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28" name="Group 527">
                      <a:extLst>
                        <a:ext uri="{FF2B5EF4-FFF2-40B4-BE49-F238E27FC236}">
                          <a16:creationId xmlns:a16="http://schemas.microsoft.com/office/drawing/2014/main" id="{E41AADB9-FE4C-BF9B-7896-F1C4E39AE06E}"/>
                        </a:ext>
                      </a:extLst>
                    </p:cNvPr>
                    <p:cNvGrpSpPr/>
                    <p:nvPr/>
                  </p:nvGrpSpPr>
                  <p:grpSpPr>
                    <a:xfrm rot="14400000">
                      <a:off x="5310186" y="3977611"/>
                      <a:ext cx="303213" cy="303213"/>
                      <a:chOff x="5354637" y="3446463"/>
                      <a:chExt cx="214313" cy="214313"/>
                    </a:xfrm>
                  </p:grpSpPr>
                  <p:sp>
                    <p:nvSpPr>
                      <p:cNvPr id="533" name="Arc 532">
                        <a:extLst>
                          <a:ext uri="{FF2B5EF4-FFF2-40B4-BE49-F238E27FC236}">
                            <a16:creationId xmlns:a16="http://schemas.microsoft.com/office/drawing/2014/main" id="{1923B0A5-C298-81BB-F79D-7F9C1973BC5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34" name="Arc 533">
                        <a:extLst>
                          <a:ext uri="{FF2B5EF4-FFF2-40B4-BE49-F238E27FC236}">
                            <a16:creationId xmlns:a16="http://schemas.microsoft.com/office/drawing/2014/main" id="{C0F1C31E-281E-50B6-F963-E863F1F15A9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29" name="Group 528">
                      <a:extLst>
                        <a:ext uri="{FF2B5EF4-FFF2-40B4-BE49-F238E27FC236}">
                          <a16:creationId xmlns:a16="http://schemas.microsoft.com/office/drawing/2014/main" id="{2D843232-A489-6DE0-08CF-52072F1DAA38}"/>
                        </a:ext>
                      </a:extLst>
                    </p:cNvPr>
                    <p:cNvGrpSpPr/>
                    <p:nvPr/>
                  </p:nvGrpSpPr>
                  <p:grpSpPr>
                    <a:xfrm rot="7200000">
                      <a:off x="5265196" y="3932619"/>
                      <a:ext cx="393192" cy="393192"/>
                      <a:chOff x="5354637" y="3446463"/>
                      <a:chExt cx="214313" cy="214313"/>
                    </a:xfrm>
                  </p:grpSpPr>
                  <p:sp>
                    <p:nvSpPr>
                      <p:cNvPr id="531" name="Arc 530">
                        <a:extLst>
                          <a:ext uri="{FF2B5EF4-FFF2-40B4-BE49-F238E27FC236}">
                            <a16:creationId xmlns:a16="http://schemas.microsoft.com/office/drawing/2014/main" id="{86AEB43B-19CA-1228-9D28-9ECB87ADF54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32" name="Arc 531">
                        <a:extLst>
                          <a:ext uri="{FF2B5EF4-FFF2-40B4-BE49-F238E27FC236}">
                            <a16:creationId xmlns:a16="http://schemas.microsoft.com/office/drawing/2014/main" id="{03E85340-73FB-118C-1C35-A766007B2B0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30" name="TextBox 529">
                      <a:extLst>
                        <a:ext uri="{FF2B5EF4-FFF2-40B4-BE49-F238E27FC236}">
                          <a16:creationId xmlns:a16="http://schemas.microsoft.com/office/drawing/2014/main" id="{2DE54937-6F52-BF80-BDF6-63E6AFF40F05}"/>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504" name="Group 503">
                    <a:extLst>
                      <a:ext uri="{FF2B5EF4-FFF2-40B4-BE49-F238E27FC236}">
                        <a16:creationId xmlns:a16="http://schemas.microsoft.com/office/drawing/2014/main" id="{F90E4D1A-6F91-C68C-507B-941A572F299C}"/>
                      </a:ext>
                    </a:extLst>
                  </p:cNvPr>
                  <p:cNvGrpSpPr/>
                  <p:nvPr/>
                </p:nvGrpSpPr>
                <p:grpSpPr>
                  <a:xfrm>
                    <a:off x="6512463" y="3525040"/>
                    <a:ext cx="393192" cy="393192"/>
                    <a:chOff x="6389147" y="3357021"/>
                    <a:chExt cx="393192" cy="393192"/>
                  </a:xfrm>
                </p:grpSpPr>
                <p:grpSp>
                  <p:nvGrpSpPr>
                    <p:cNvPr id="516" name="Group 515">
                      <a:extLst>
                        <a:ext uri="{FF2B5EF4-FFF2-40B4-BE49-F238E27FC236}">
                          <a16:creationId xmlns:a16="http://schemas.microsoft.com/office/drawing/2014/main" id="{DF628169-8DF8-78EF-1638-5DD24E61450A}"/>
                        </a:ext>
                      </a:extLst>
                    </p:cNvPr>
                    <p:cNvGrpSpPr/>
                    <p:nvPr/>
                  </p:nvGrpSpPr>
                  <p:grpSpPr>
                    <a:xfrm rot="7200000" flipH="1">
                      <a:off x="6389147" y="3357021"/>
                      <a:ext cx="393192" cy="393192"/>
                      <a:chOff x="5354637" y="3446463"/>
                      <a:chExt cx="214313" cy="214313"/>
                    </a:xfrm>
                  </p:grpSpPr>
                  <p:sp>
                    <p:nvSpPr>
                      <p:cNvPr id="525" name="Arc 524">
                        <a:extLst>
                          <a:ext uri="{FF2B5EF4-FFF2-40B4-BE49-F238E27FC236}">
                            <a16:creationId xmlns:a16="http://schemas.microsoft.com/office/drawing/2014/main" id="{F310B39D-3B8B-7C47-C9A7-94005E2514A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6" name="Arc 525">
                        <a:extLst>
                          <a:ext uri="{FF2B5EF4-FFF2-40B4-BE49-F238E27FC236}">
                            <a16:creationId xmlns:a16="http://schemas.microsoft.com/office/drawing/2014/main" id="{1BC72D99-3CCE-D511-4AA2-AE4AB0273DC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17" name="Group 516">
                      <a:extLst>
                        <a:ext uri="{FF2B5EF4-FFF2-40B4-BE49-F238E27FC236}">
                          <a16:creationId xmlns:a16="http://schemas.microsoft.com/office/drawing/2014/main" id="{3417F6A3-C05A-CD93-8B0A-778E9528A8F6}"/>
                        </a:ext>
                      </a:extLst>
                    </p:cNvPr>
                    <p:cNvGrpSpPr/>
                    <p:nvPr/>
                  </p:nvGrpSpPr>
                  <p:grpSpPr>
                    <a:xfrm>
                      <a:off x="6434137" y="3402011"/>
                      <a:ext cx="303213" cy="303213"/>
                      <a:chOff x="6434137" y="3402011"/>
                      <a:chExt cx="303213" cy="303213"/>
                    </a:xfrm>
                  </p:grpSpPr>
                  <p:grpSp>
                    <p:nvGrpSpPr>
                      <p:cNvPr id="518" name="Group 517">
                        <a:extLst>
                          <a:ext uri="{FF2B5EF4-FFF2-40B4-BE49-F238E27FC236}">
                            <a16:creationId xmlns:a16="http://schemas.microsoft.com/office/drawing/2014/main" id="{A863E081-1753-5204-E7A0-31402EA9D9E1}"/>
                          </a:ext>
                        </a:extLst>
                      </p:cNvPr>
                      <p:cNvGrpSpPr/>
                      <p:nvPr/>
                    </p:nvGrpSpPr>
                    <p:grpSpPr>
                      <a:xfrm flipH="1">
                        <a:off x="6478587" y="3446461"/>
                        <a:ext cx="214313" cy="214313"/>
                        <a:chOff x="5354637" y="3446463"/>
                        <a:chExt cx="214313" cy="214313"/>
                      </a:xfrm>
                    </p:grpSpPr>
                    <p:sp>
                      <p:nvSpPr>
                        <p:cNvPr id="523" name="Arc 522">
                          <a:extLst>
                            <a:ext uri="{FF2B5EF4-FFF2-40B4-BE49-F238E27FC236}">
                              <a16:creationId xmlns:a16="http://schemas.microsoft.com/office/drawing/2014/main" id="{67DD966A-E878-BC3D-6286-10EEF1412A9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4" name="Arc 523">
                          <a:extLst>
                            <a:ext uri="{FF2B5EF4-FFF2-40B4-BE49-F238E27FC236}">
                              <a16:creationId xmlns:a16="http://schemas.microsoft.com/office/drawing/2014/main" id="{16F38326-33C3-62B9-D290-E32B8295B2A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19" name="Group 518">
                        <a:extLst>
                          <a:ext uri="{FF2B5EF4-FFF2-40B4-BE49-F238E27FC236}">
                            <a16:creationId xmlns:a16="http://schemas.microsoft.com/office/drawing/2014/main" id="{3E9E7EAB-F369-5109-E947-0AC5F08F0521}"/>
                          </a:ext>
                        </a:extLst>
                      </p:cNvPr>
                      <p:cNvGrpSpPr/>
                      <p:nvPr/>
                    </p:nvGrpSpPr>
                    <p:grpSpPr>
                      <a:xfrm rot="14400000" flipH="1">
                        <a:off x="6434137" y="3402011"/>
                        <a:ext cx="303213" cy="303213"/>
                        <a:chOff x="5354637" y="3446463"/>
                        <a:chExt cx="214313" cy="214313"/>
                      </a:xfrm>
                    </p:grpSpPr>
                    <p:sp>
                      <p:nvSpPr>
                        <p:cNvPr id="521" name="Arc 520">
                          <a:extLst>
                            <a:ext uri="{FF2B5EF4-FFF2-40B4-BE49-F238E27FC236}">
                              <a16:creationId xmlns:a16="http://schemas.microsoft.com/office/drawing/2014/main" id="{F09E6836-DF13-F7E8-4D10-BB149799B3F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2" name="Arc 521">
                          <a:extLst>
                            <a:ext uri="{FF2B5EF4-FFF2-40B4-BE49-F238E27FC236}">
                              <a16:creationId xmlns:a16="http://schemas.microsoft.com/office/drawing/2014/main" id="{82CBAED1-B76D-B64A-0F74-1EA56890222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20" name="TextBox 519">
                        <a:extLst>
                          <a:ext uri="{FF2B5EF4-FFF2-40B4-BE49-F238E27FC236}">
                            <a16:creationId xmlns:a16="http://schemas.microsoft.com/office/drawing/2014/main" id="{A9BDBAD7-D9BB-D7E7-6F29-D5C107473621}"/>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05" name="Group 504">
                    <a:extLst>
                      <a:ext uri="{FF2B5EF4-FFF2-40B4-BE49-F238E27FC236}">
                        <a16:creationId xmlns:a16="http://schemas.microsoft.com/office/drawing/2014/main" id="{82F2298D-05F0-24BC-8E0D-99A5243D9B85}"/>
                      </a:ext>
                    </a:extLst>
                  </p:cNvPr>
                  <p:cNvGrpSpPr/>
                  <p:nvPr/>
                </p:nvGrpSpPr>
                <p:grpSpPr>
                  <a:xfrm>
                    <a:off x="6197413" y="3225768"/>
                    <a:ext cx="393192" cy="393192"/>
                    <a:chOff x="6389147" y="3932622"/>
                    <a:chExt cx="393192" cy="393192"/>
                  </a:xfrm>
                </p:grpSpPr>
                <p:grpSp>
                  <p:nvGrpSpPr>
                    <p:cNvPr id="506" name="Group 505">
                      <a:extLst>
                        <a:ext uri="{FF2B5EF4-FFF2-40B4-BE49-F238E27FC236}">
                          <a16:creationId xmlns:a16="http://schemas.microsoft.com/office/drawing/2014/main" id="{1B55CAD5-BBC8-8832-1444-ECBE42B47A94}"/>
                        </a:ext>
                      </a:extLst>
                    </p:cNvPr>
                    <p:cNvGrpSpPr/>
                    <p:nvPr/>
                  </p:nvGrpSpPr>
                  <p:grpSpPr>
                    <a:xfrm flipH="1">
                      <a:off x="6478587" y="4022061"/>
                      <a:ext cx="214313" cy="214313"/>
                      <a:chOff x="5354637" y="3446463"/>
                      <a:chExt cx="214313" cy="214313"/>
                    </a:xfrm>
                  </p:grpSpPr>
                  <p:sp>
                    <p:nvSpPr>
                      <p:cNvPr id="514" name="Arc 513">
                        <a:extLst>
                          <a:ext uri="{FF2B5EF4-FFF2-40B4-BE49-F238E27FC236}">
                            <a16:creationId xmlns:a16="http://schemas.microsoft.com/office/drawing/2014/main" id="{1258D1EA-543A-E9AA-0D09-941FDA24CF7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5" name="Arc 514">
                        <a:extLst>
                          <a:ext uri="{FF2B5EF4-FFF2-40B4-BE49-F238E27FC236}">
                            <a16:creationId xmlns:a16="http://schemas.microsoft.com/office/drawing/2014/main" id="{5B14352B-5262-E642-AC45-D1DFBAD922B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07" name="Group 506">
                      <a:extLst>
                        <a:ext uri="{FF2B5EF4-FFF2-40B4-BE49-F238E27FC236}">
                          <a16:creationId xmlns:a16="http://schemas.microsoft.com/office/drawing/2014/main" id="{BEDA0584-C0DE-CB7F-57B6-C71627A9DF3D}"/>
                        </a:ext>
                      </a:extLst>
                    </p:cNvPr>
                    <p:cNvGrpSpPr/>
                    <p:nvPr/>
                  </p:nvGrpSpPr>
                  <p:grpSpPr>
                    <a:xfrm rot="7200000" flipH="1">
                      <a:off x="6434137" y="3977611"/>
                      <a:ext cx="303213" cy="303213"/>
                      <a:chOff x="5354637" y="3446463"/>
                      <a:chExt cx="214313" cy="214313"/>
                    </a:xfrm>
                  </p:grpSpPr>
                  <p:sp>
                    <p:nvSpPr>
                      <p:cNvPr id="512" name="Arc 511">
                        <a:extLst>
                          <a:ext uri="{FF2B5EF4-FFF2-40B4-BE49-F238E27FC236}">
                            <a16:creationId xmlns:a16="http://schemas.microsoft.com/office/drawing/2014/main" id="{99B8CE10-C4B6-0CDF-79A2-A095AA1AECC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3" name="Arc 512">
                        <a:extLst>
                          <a:ext uri="{FF2B5EF4-FFF2-40B4-BE49-F238E27FC236}">
                            <a16:creationId xmlns:a16="http://schemas.microsoft.com/office/drawing/2014/main" id="{5F5A510F-9A58-3A4D-6844-9B85E58906C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08" name="Group 507">
                      <a:extLst>
                        <a:ext uri="{FF2B5EF4-FFF2-40B4-BE49-F238E27FC236}">
                          <a16:creationId xmlns:a16="http://schemas.microsoft.com/office/drawing/2014/main" id="{4F3F22B8-0106-3D94-E665-585A30FF5ED0}"/>
                        </a:ext>
                      </a:extLst>
                    </p:cNvPr>
                    <p:cNvGrpSpPr/>
                    <p:nvPr/>
                  </p:nvGrpSpPr>
                  <p:grpSpPr>
                    <a:xfrm rot="14400000" flipH="1">
                      <a:off x="6389147" y="3932622"/>
                      <a:ext cx="393192" cy="393192"/>
                      <a:chOff x="5354637" y="3446463"/>
                      <a:chExt cx="214313" cy="214313"/>
                    </a:xfrm>
                  </p:grpSpPr>
                  <p:sp>
                    <p:nvSpPr>
                      <p:cNvPr id="510" name="Arc 509">
                        <a:extLst>
                          <a:ext uri="{FF2B5EF4-FFF2-40B4-BE49-F238E27FC236}">
                            <a16:creationId xmlns:a16="http://schemas.microsoft.com/office/drawing/2014/main" id="{CA3A7A59-B6DC-7D08-2216-3D65AB432CC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1" name="Arc 510">
                        <a:extLst>
                          <a:ext uri="{FF2B5EF4-FFF2-40B4-BE49-F238E27FC236}">
                            <a16:creationId xmlns:a16="http://schemas.microsoft.com/office/drawing/2014/main" id="{587C7F97-5AFF-8B80-558F-C6A77924BF2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09" name="TextBox 508">
                      <a:extLst>
                        <a:ext uri="{FF2B5EF4-FFF2-40B4-BE49-F238E27FC236}">
                          <a16:creationId xmlns:a16="http://schemas.microsoft.com/office/drawing/2014/main" id="{32530FD0-AD8F-3F0E-387C-6E92B273ADDE}"/>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405" name="Group 404">
                <a:extLst>
                  <a:ext uri="{FF2B5EF4-FFF2-40B4-BE49-F238E27FC236}">
                    <a16:creationId xmlns:a16="http://schemas.microsoft.com/office/drawing/2014/main" id="{CD4362D3-368A-A1F2-0D00-D88447928F76}"/>
                  </a:ext>
                </a:extLst>
              </p:cNvPr>
              <p:cNvGrpSpPr/>
              <p:nvPr/>
            </p:nvGrpSpPr>
            <p:grpSpPr>
              <a:xfrm>
                <a:off x="6065340" y="2039507"/>
                <a:ext cx="1643204" cy="1593124"/>
                <a:chOff x="5445106" y="2644743"/>
                <a:chExt cx="1643204" cy="1593124"/>
              </a:xfrm>
            </p:grpSpPr>
            <p:grpSp>
              <p:nvGrpSpPr>
                <p:cNvPr id="406" name="Group 405">
                  <a:extLst>
                    <a:ext uri="{FF2B5EF4-FFF2-40B4-BE49-F238E27FC236}">
                      <a16:creationId xmlns:a16="http://schemas.microsoft.com/office/drawing/2014/main" id="{6043C1FF-FAF2-E0A6-1CB6-658042325FA1}"/>
                    </a:ext>
                  </a:extLst>
                </p:cNvPr>
                <p:cNvGrpSpPr/>
                <p:nvPr/>
              </p:nvGrpSpPr>
              <p:grpSpPr>
                <a:xfrm>
                  <a:off x="5445106" y="2644743"/>
                  <a:ext cx="1019224" cy="991639"/>
                  <a:chOff x="5886431" y="3225768"/>
                  <a:chExt cx="1019224" cy="991639"/>
                </a:xfrm>
              </p:grpSpPr>
              <p:grpSp>
                <p:nvGrpSpPr>
                  <p:cNvPr id="454" name="Group 453">
                    <a:extLst>
                      <a:ext uri="{FF2B5EF4-FFF2-40B4-BE49-F238E27FC236}">
                        <a16:creationId xmlns:a16="http://schemas.microsoft.com/office/drawing/2014/main" id="{68DB87CA-8353-310C-0EAF-86CD51F7F278}"/>
                      </a:ext>
                    </a:extLst>
                  </p:cNvPr>
                  <p:cNvGrpSpPr/>
                  <p:nvPr/>
                </p:nvGrpSpPr>
                <p:grpSpPr>
                  <a:xfrm>
                    <a:off x="6197413" y="3824215"/>
                    <a:ext cx="393192" cy="393192"/>
                    <a:chOff x="5265196" y="3357021"/>
                    <a:chExt cx="393192" cy="393192"/>
                  </a:xfrm>
                </p:grpSpPr>
                <p:grpSp>
                  <p:nvGrpSpPr>
                    <p:cNvPr id="489" name="Group 488">
                      <a:extLst>
                        <a:ext uri="{FF2B5EF4-FFF2-40B4-BE49-F238E27FC236}">
                          <a16:creationId xmlns:a16="http://schemas.microsoft.com/office/drawing/2014/main" id="{604893FA-37F1-68E4-76C7-88F2A726EFD6}"/>
                        </a:ext>
                      </a:extLst>
                    </p:cNvPr>
                    <p:cNvGrpSpPr/>
                    <p:nvPr/>
                  </p:nvGrpSpPr>
                  <p:grpSpPr>
                    <a:xfrm rot="14400000">
                      <a:off x="5265196" y="3357021"/>
                      <a:ext cx="393192" cy="393192"/>
                      <a:chOff x="5354637" y="3446463"/>
                      <a:chExt cx="214313" cy="214313"/>
                    </a:xfrm>
                  </p:grpSpPr>
                  <p:sp>
                    <p:nvSpPr>
                      <p:cNvPr id="498" name="Arc 497">
                        <a:extLst>
                          <a:ext uri="{FF2B5EF4-FFF2-40B4-BE49-F238E27FC236}">
                            <a16:creationId xmlns:a16="http://schemas.microsoft.com/office/drawing/2014/main" id="{FCEECAAA-DD22-72C0-00FA-65EDE7E7858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9" name="Arc 498">
                        <a:extLst>
                          <a:ext uri="{FF2B5EF4-FFF2-40B4-BE49-F238E27FC236}">
                            <a16:creationId xmlns:a16="http://schemas.microsoft.com/office/drawing/2014/main" id="{3FF46E13-7FF2-2CF2-DDA5-BBC0D0A4B37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90" name="Group 489">
                      <a:extLst>
                        <a:ext uri="{FF2B5EF4-FFF2-40B4-BE49-F238E27FC236}">
                          <a16:creationId xmlns:a16="http://schemas.microsoft.com/office/drawing/2014/main" id="{2BFBECC3-F033-C83B-A203-29E364B6C2F7}"/>
                        </a:ext>
                      </a:extLst>
                    </p:cNvPr>
                    <p:cNvGrpSpPr/>
                    <p:nvPr/>
                  </p:nvGrpSpPr>
                  <p:grpSpPr>
                    <a:xfrm>
                      <a:off x="5310186" y="3402011"/>
                      <a:ext cx="303213" cy="303213"/>
                      <a:chOff x="5310186" y="3402011"/>
                      <a:chExt cx="303213" cy="303213"/>
                    </a:xfrm>
                  </p:grpSpPr>
                  <p:grpSp>
                    <p:nvGrpSpPr>
                      <p:cNvPr id="491" name="Group 490">
                        <a:extLst>
                          <a:ext uri="{FF2B5EF4-FFF2-40B4-BE49-F238E27FC236}">
                            <a16:creationId xmlns:a16="http://schemas.microsoft.com/office/drawing/2014/main" id="{B46F2F44-4AE0-104E-B641-F0B68B3B2711}"/>
                          </a:ext>
                        </a:extLst>
                      </p:cNvPr>
                      <p:cNvGrpSpPr/>
                      <p:nvPr/>
                    </p:nvGrpSpPr>
                    <p:grpSpPr>
                      <a:xfrm>
                        <a:off x="5354636" y="3446461"/>
                        <a:ext cx="214313" cy="214313"/>
                        <a:chOff x="5354637" y="3446463"/>
                        <a:chExt cx="214313" cy="214313"/>
                      </a:xfrm>
                    </p:grpSpPr>
                    <p:sp>
                      <p:nvSpPr>
                        <p:cNvPr id="496" name="Arc 495">
                          <a:extLst>
                            <a:ext uri="{FF2B5EF4-FFF2-40B4-BE49-F238E27FC236}">
                              <a16:creationId xmlns:a16="http://schemas.microsoft.com/office/drawing/2014/main" id="{DB3FDD6C-824F-6AAA-9F3B-2671CA3FD46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7" name="Arc 496">
                          <a:extLst>
                            <a:ext uri="{FF2B5EF4-FFF2-40B4-BE49-F238E27FC236}">
                              <a16:creationId xmlns:a16="http://schemas.microsoft.com/office/drawing/2014/main" id="{86D150CF-8082-98AC-4AA6-D3C24BD7B35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92" name="Group 491">
                        <a:extLst>
                          <a:ext uri="{FF2B5EF4-FFF2-40B4-BE49-F238E27FC236}">
                            <a16:creationId xmlns:a16="http://schemas.microsoft.com/office/drawing/2014/main" id="{6FC73552-718B-C07A-72C7-C403313BDE9E}"/>
                          </a:ext>
                        </a:extLst>
                      </p:cNvPr>
                      <p:cNvGrpSpPr/>
                      <p:nvPr/>
                    </p:nvGrpSpPr>
                    <p:grpSpPr>
                      <a:xfrm rot="7200000">
                        <a:off x="5310186" y="3402011"/>
                        <a:ext cx="303213" cy="303213"/>
                        <a:chOff x="5354637" y="3446463"/>
                        <a:chExt cx="214313" cy="214313"/>
                      </a:xfrm>
                    </p:grpSpPr>
                    <p:sp>
                      <p:nvSpPr>
                        <p:cNvPr id="494" name="Arc 493">
                          <a:extLst>
                            <a:ext uri="{FF2B5EF4-FFF2-40B4-BE49-F238E27FC236}">
                              <a16:creationId xmlns:a16="http://schemas.microsoft.com/office/drawing/2014/main" id="{FBFDB144-F70A-296E-3689-E9AD588E088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5" name="Arc 494">
                          <a:extLst>
                            <a:ext uri="{FF2B5EF4-FFF2-40B4-BE49-F238E27FC236}">
                              <a16:creationId xmlns:a16="http://schemas.microsoft.com/office/drawing/2014/main" id="{F92143B5-F0A2-94B4-C78B-E9CB6B0F771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93" name="TextBox 492">
                        <a:extLst>
                          <a:ext uri="{FF2B5EF4-FFF2-40B4-BE49-F238E27FC236}">
                            <a16:creationId xmlns:a16="http://schemas.microsoft.com/office/drawing/2014/main" id="{5A1873D1-E653-4ADF-F30D-0351823131FD}"/>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55" name="Group 454">
                    <a:extLst>
                      <a:ext uri="{FF2B5EF4-FFF2-40B4-BE49-F238E27FC236}">
                        <a16:creationId xmlns:a16="http://schemas.microsoft.com/office/drawing/2014/main" id="{AE186C42-1FAE-AF22-2071-B2A32239D8C6}"/>
                      </a:ext>
                    </a:extLst>
                  </p:cNvPr>
                  <p:cNvGrpSpPr/>
                  <p:nvPr/>
                </p:nvGrpSpPr>
                <p:grpSpPr>
                  <a:xfrm>
                    <a:off x="5886431" y="3525040"/>
                    <a:ext cx="393192" cy="393192"/>
                    <a:chOff x="5265196" y="3932619"/>
                    <a:chExt cx="393192" cy="393192"/>
                  </a:xfrm>
                </p:grpSpPr>
                <p:grpSp>
                  <p:nvGrpSpPr>
                    <p:cNvPr id="479" name="Group 478">
                      <a:extLst>
                        <a:ext uri="{FF2B5EF4-FFF2-40B4-BE49-F238E27FC236}">
                          <a16:creationId xmlns:a16="http://schemas.microsoft.com/office/drawing/2014/main" id="{5312633F-F4BB-7AB9-0B38-2C7AC4047A51}"/>
                        </a:ext>
                      </a:extLst>
                    </p:cNvPr>
                    <p:cNvGrpSpPr/>
                    <p:nvPr/>
                  </p:nvGrpSpPr>
                  <p:grpSpPr>
                    <a:xfrm>
                      <a:off x="5354636" y="4022061"/>
                      <a:ext cx="214313" cy="214313"/>
                      <a:chOff x="5354637" y="3446463"/>
                      <a:chExt cx="214313" cy="214313"/>
                    </a:xfrm>
                  </p:grpSpPr>
                  <p:sp>
                    <p:nvSpPr>
                      <p:cNvPr id="487" name="Arc 486">
                        <a:extLst>
                          <a:ext uri="{FF2B5EF4-FFF2-40B4-BE49-F238E27FC236}">
                            <a16:creationId xmlns:a16="http://schemas.microsoft.com/office/drawing/2014/main" id="{70ADB40E-D039-58ED-6BA9-DD0FE9EBCBD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8" name="Arc 487">
                        <a:extLst>
                          <a:ext uri="{FF2B5EF4-FFF2-40B4-BE49-F238E27FC236}">
                            <a16:creationId xmlns:a16="http://schemas.microsoft.com/office/drawing/2014/main" id="{1F6F5829-2BA0-A406-B48B-7016686AA0D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80" name="Group 479">
                      <a:extLst>
                        <a:ext uri="{FF2B5EF4-FFF2-40B4-BE49-F238E27FC236}">
                          <a16:creationId xmlns:a16="http://schemas.microsoft.com/office/drawing/2014/main" id="{F169E677-5783-382B-9D8E-E1FBA3DD1657}"/>
                        </a:ext>
                      </a:extLst>
                    </p:cNvPr>
                    <p:cNvGrpSpPr/>
                    <p:nvPr/>
                  </p:nvGrpSpPr>
                  <p:grpSpPr>
                    <a:xfrm rot="14400000">
                      <a:off x="5310186" y="3977611"/>
                      <a:ext cx="303213" cy="303213"/>
                      <a:chOff x="5354637" y="3446463"/>
                      <a:chExt cx="214313" cy="214313"/>
                    </a:xfrm>
                  </p:grpSpPr>
                  <p:sp>
                    <p:nvSpPr>
                      <p:cNvPr id="485" name="Arc 484">
                        <a:extLst>
                          <a:ext uri="{FF2B5EF4-FFF2-40B4-BE49-F238E27FC236}">
                            <a16:creationId xmlns:a16="http://schemas.microsoft.com/office/drawing/2014/main" id="{A4E59AC7-B107-B936-66B1-9DC5425FD6E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6" name="Arc 485">
                        <a:extLst>
                          <a:ext uri="{FF2B5EF4-FFF2-40B4-BE49-F238E27FC236}">
                            <a16:creationId xmlns:a16="http://schemas.microsoft.com/office/drawing/2014/main" id="{EECD7FE1-653D-D36E-1228-05173FCB34D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81" name="Group 480">
                      <a:extLst>
                        <a:ext uri="{FF2B5EF4-FFF2-40B4-BE49-F238E27FC236}">
                          <a16:creationId xmlns:a16="http://schemas.microsoft.com/office/drawing/2014/main" id="{F407E6EE-FE02-E964-EA83-96C203DBDDAB}"/>
                        </a:ext>
                      </a:extLst>
                    </p:cNvPr>
                    <p:cNvGrpSpPr/>
                    <p:nvPr/>
                  </p:nvGrpSpPr>
                  <p:grpSpPr>
                    <a:xfrm rot="7200000">
                      <a:off x="5265196" y="3932619"/>
                      <a:ext cx="393192" cy="393192"/>
                      <a:chOff x="5354637" y="3446463"/>
                      <a:chExt cx="214313" cy="214313"/>
                    </a:xfrm>
                  </p:grpSpPr>
                  <p:sp>
                    <p:nvSpPr>
                      <p:cNvPr id="483" name="Arc 482">
                        <a:extLst>
                          <a:ext uri="{FF2B5EF4-FFF2-40B4-BE49-F238E27FC236}">
                            <a16:creationId xmlns:a16="http://schemas.microsoft.com/office/drawing/2014/main" id="{F7269CA1-A830-988F-FD06-E4E0B1EC6F4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4" name="Arc 483">
                        <a:extLst>
                          <a:ext uri="{FF2B5EF4-FFF2-40B4-BE49-F238E27FC236}">
                            <a16:creationId xmlns:a16="http://schemas.microsoft.com/office/drawing/2014/main" id="{AE6DF2BA-2A10-2630-579F-FF08CDCAA85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82" name="TextBox 481">
                      <a:extLst>
                        <a:ext uri="{FF2B5EF4-FFF2-40B4-BE49-F238E27FC236}">
                          <a16:creationId xmlns:a16="http://schemas.microsoft.com/office/drawing/2014/main" id="{43C6C0D4-C1D4-0EEA-F2ED-4C00F35C2A19}"/>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456" name="Group 455">
                    <a:extLst>
                      <a:ext uri="{FF2B5EF4-FFF2-40B4-BE49-F238E27FC236}">
                        <a16:creationId xmlns:a16="http://schemas.microsoft.com/office/drawing/2014/main" id="{E055D89B-86DD-2317-8940-B3E0C2C6592B}"/>
                      </a:ext>
                    </a:extLst>
                  </p:cNvPr>
                  <p:cNvGrpSpPr/>
                  <p:nvPr/>
                </p:nvGrpSpPr>
                <p:grpSpPr>
                  <a:xfrm>
                    <a:off x="6512463" y="3525040"/>
                    <a:ext cx="393192" cy="393192"/>
                    <a:chOff x="6389147" y="3357021"/>
                    <a:chExt cx="393192" cy="393192"/>
                  </a:xfrm>
                </p:grpSpPr>
                <p:grpSp>
                  <p:nvGrpSpPr>
                    <p:cNvPr id="468" name="Group 467">
                      <a:extLst>
                        <a:ext uri="{FF2B5EF4-FFF2-40B4-BE49-F238E27FC236}">
                          <a16:creationId xmlns:a16="http://schemas.microsoft.com/office/drawing/2014/main" id="{6E48EA00-FF80-5EB1-C9FD-4C056650D054}"/>
                        </a:ext>
                      </a:extLst>
                    </p:cNvPr>
                    <p:cNvGrpSpPr/>
                    <p:nvPr/>
                  </p:nvGrpSpPr>
                  <p:grpSpPr>
                    <a:xfrm rot="7200000" flipH="1">
                      <a:off x="6389147" y="3357021"/>
                      <a:ext cx="393192" cy="393192"/>
                      <a:chOff x="5354637" y="3446463"/>
                      <a:chExt cx="214313" cy="214313"/>
                    </a:xfrm>
                  </p:grpSpPr>
                  <p:sp>
                    <p:nvSpPr>
                      <p:cNvPr id="477" name="Arc 476">
                        <a:extLst>
                          <a:ext uri="{FF2B5EF4-FFF2-40B4-BE49-F238E27FC236}">
                            <a16:creationId xmlns:a16="http://schemas.microsoft.com/office/drawing/2014/main" id="{979CD05B-6AF0-6470-8D4F-FDEC3FAF4D6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8" name="Arc 477">
                        <a:extLst>
                          <a:ext uri="{FF2B5EF4-FFF2-40B4-BE49-F238E27FC236}">
                            <a16:creationId xmlns:a16="http://schemas.microsoft.com/office/drawing/2014/main" id="{4A531428-4EDE-9A5D-8102-B5CC57531C3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69" name="Group 468">
                      <a:extLst>
                        <a:ext uri="{FF2B5EF4-FFF2-40B4-BE49-F238E27FC236}">
                          <a16:creationId xmlns:a16="http://schemas.microsoft.com/office/drawing/2014/main" id="{041A1227-1438-1F47-2F7B-25EAFA5B8554}"/>
                        </a:ext>
                      </a:extLst>
                    </p:cNvPr>
                    <p:cNvGrpSpPr/>
                    <p:nvPr/>
                  </p:nvGrpSpPr>
                  <p:grpSpPr>
                    <a:xfrm>
                      <a:off x="6434137" y="3402011"/>
                      <a:ext cx="303213" cy="303213"/>
                      <a:chOff x="6434137" y="3402011"/>
                      <a:chExt cx="303213" cy="303213"/>
                    </a:xfrm>
                  </p:grpSpPr>
                  <p:grpSp>
                    <p:nvGrpSpPr>
                      <p:cNvPr id="470" name="Group 469">
                        <a:extLst>
                          <a:ext uri="{FF2B5EF4-FFF2-40B4-BE49-F238E27FC236}">
                            <a16:creationId xmlns:a16="http://schemas.microsoft.com/office/drawing/2014/main" id="{429FB7D3-3D10-4C35-AAFD-0DE4B9CC7645}"/>
                          </a:ext>
                        </a:extLst>
                      </p:cNvPr>
                      <p:cNvGrpSpPr/>
                      <p:nvPr/>
                    </p:nvGrpSpPr>
                    <p:grpSpPr>
                      <a:xfrm flipH="1">
                        <a:off x="6478587" y="3446461"/>
                        <a:ext cx="214313" cy="214313"/>
                        <a:chOff x="5354637" y="3446463"/>
                        <a:chExt cx="214313" cy="214313"/>
                      </a:xfrm>
                    </p:grpSpPr>
                    <p:sp>
                      <p:nvSpPr>
                        <p:cNvPr id="475" name="Arc 474">
                          <a:extLst>
                            <a:ext uri="{FF2B5EF4-FFF2-40B4-BE49-F238E27FC236}">
                              <a16:creationId xmlns:a16="http://schemas.microsoft.com/office/drawing/2014/main" id="{CC3CCED8-9EFF-4C02-CAB3-973A106C433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6" name="Arc 475">
                          <a:extLst>
                            <a:ext uri="{FF2B5EF4-FFF2-40B4-BE49-F238E27FC236}">
                              <a16:creationId xmlns:a16="http://schemas.microsoft.com/office/drawing/2014/main" id="{C0267656-85CE-61D8-2B85-FB32A3C75B9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71" name="Group 470">
                        <a:extLst>
                          <a:ext uri="{FF2B5EF4-FFF2-40B4-BE49-F238E27FC236}">
                            <a16:creationId xmlns:a16="http://schemas.microsoft.com/office/drawing/2014/main" id="{CA96A6D9-DE49-0F58-FD9D-2FD74D88E85C}"/>
                          </a:ext>
                        </a:extLst>
                      </p:cNvPr>
                      <p:cNvGrpSpPr/>
                      <p:nvPr/>
                    </p:nvGrpSpPr>
                    <p:grpSpPr>
                      <a:xfrm rot="14400000" flipH="1">
                        <a:off x="6434137" y="3402011"/>
                        <a:ext cx="303213" cy="303213"/>
                        <a:chOff x="5354637" y="3446463"/>
                        <a:chExt cx="214313" cy="214313"/>
                      </a:xfrm>
                    </p:grpSpPr>
                    <p:sp>
                      <p:nvSpPr>
                        <p:cNvPr id="473" name="Arc 472">
                          <a:extLst>
                            <a:ext uri="{FF2B5EF4-FFF2-40B4-BE49-F238E27FC236}">
                              <a16:creationId xmlns:a16="http://schemas.microsoft.com/office/drawing/2014/main" id="{4113F76A-FFBA-F097-9169-BCB24F283FD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4" name="Arc 473">
                          <a:extLst>
                            <a:ext uri="{FF2B5EF4-FFF2-40B4-BE49-F238E27FC236}">
                              <a16:creationId xmlns:a16="http://schemas.microsoft.com/office/drawing/2014/main" id="{493F925E-0C8F-84F7-3AF5-83A3EE92163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72" name="TextBox 471">
                        <a:extLst>
                          <a:ext uri="{FF2B5EF4-FFF2-40B4-BE49-F238E27FC236}">
                            <a16:creationId xmlns:a16="http://schemas.microsoft.com/office/drawing/2014/main" id="{78DC1D72-52BD-103D-6FC3-78675EA34710}"/>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57" name="Group 456">
                    <a:extLst>
                      <a:ext uri="{FF2B5EF4-FFF2-40B4-BE49-F238E27FC236}">
                        <a16:creationId xmlns:a16="http://schemas.microsoft.com/office/drawing/2014/main" id="{EC57B038-15B7-87FB-17D9-0F5D001632E1}"/>
                      </a:ext>
                    </a:extLst>
                  </p:cNvPr>
                  <p:cNvGrpSpPr/>
                  <p:nvPr/>
                </p:nvGrpSpPr>
                <p:grpSpPr>
                  <a:xfrm>
                    <a:off x="6197413" y="3225768"/>
                    <a:ext cx="393192" cy="393192"/>
                    <a:chOff x="6389147" y="3932622"/>
                    <a:chExt cx="393192" cy="393192"/>
                  </a:xfrm>
                </p:grpSpPr>
                <p:grpSp>
                  <p:nvGrpSpPr>
                    <p:cNvPr id="458" name="Group 457">
                      <a:extLst>
                        <a:ext uri="{FF2B5EF4-FFF2-40B4-BE49-F238E27FC236}">
                          <a16:creationId xmlns:a16="http://schemas.microsoft.com/office/drawing/2014/main" id="{B6918E9E-6CB6-4E18-87D7-890349EA3903}"/>
                        </a:ext>
                      </a:extLst>
                    </p:cNvPr>
                    <p:cNvGrpSpPr/>
                    <p:nvPr/>
                  </p:nvGrpSpPr>
                  <p:grpSpPr>
                    <a:xfrm flipH="1">
                      <a:off x="6478587" y="4022061"/>
                      <a:ext cx="214313" cy="214313"/>
                      <a:chOff x="5354637" y="3446463"/>
                      <a:chExt cx="214313" cy="214313"/>
                    </a:xfrm>
                  </p:grpSpPr>
                  <p:sp>
                    <p:nvSpPr>
                      <p:cNvPr id="466" name="Arc 465">
                        <a:extLst>
                          <a:ext uri="{FF2B5EF4-FFF2-40B4-BE49-F238E27FC236}">
                            <a16:creationId xmlns:a16="http://schemas.microsoft.com/office/drawing/2014/main" id="{2EF40C92-C79C-F00C-143B-FFAA7B6FDAE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7" name="Arc 466">
                        <a:extLst>
                          <a:ext uri="{FF2B5EF4-FFF2-40B4-BE49-F238E27FC236}">
                            <a16:creationId xmlns:a16="http://schemas.microsoft.com/office/drawing/2014/main" id="{85D70D88-02A9-D8B2-4D9F-9AD1B738234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59" name="Group 458">
                      <a:extLst>
                        <a:ext uri="{FF2B5EF4-FFF2-40B4-BE49-F238E27FC236}">
                          <a16:creationId xmlns:a16="http://schemas.microsoft.com/office/drawing/2014/main" id="{A8093876-0DC7-A8A7-CBB1-D66EB4E0AD47}"/>
                        </a:ext>
                      </a:extLst>
                    </p:cNvPr>
                    <p:cNvGrpSpPr/>
                    <p:nvPr/>
                  </p:nvGrpSpPr>
                  <p:grpSpPr>
                    <a:xfrm rot="7200000" flipH="1">
                      <a:off x="6434137" y="3977611"/>
                      <a:ext cx="303213" cy="303213"/>
                      <a:chOff x="5354637" y="3446463"/>
                      <a:chExt cx="214313" cy="214313"/>
                    </a:xfrm>
                  </p:grpSpPr>
                  <p:sp>
                    <p:nvSpPr>
                      <p:cNvPr id="464" name="Arc 463">
                        <a:extLst>
                          <a:ext uri="{FF2B5EF4-FFF2-40B4-BE49-F238E27FC236}">
                            <a16:creationId xmlns:a16="http://schemas.microsoft.com/office/drawing/2014/main" id="{EF7CCD11-5714-FFED-C079-49DAE0FC027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5" name="Arc 464">
                        <a:extLst>
                          <a:ext uri="{FF2B5EF4-FFF2-40B4-BE49-F238E27FC236}">
                            <a16:creationId xmlns:a16="http://schemas.microsoft.com/office/drawing/2014/main" id="{B5A19400-16E8-CF2E-46D5-439AA01D152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60" name="Group 459">
                      <a:extLst>
                        <a:ext uri="{FF2B5EF4-FFF2-40B4-BE49-F238E27FC236}">
                          <a16:creationId xmlns:a16="http://schemas.microsoft.com/office/drawing/2014/main" id="{9EF2A5A2-7C2A-3686-4521-7189D2ED4E5B}"/>
                        </a:ext>
                      </a:extLst>
                    </p:cNvPr>
                    <p:cNvGrpSpPr/>
                    <p:nvPr/>
                  </p:nvGrpSpPr>
                  <p:grpSpPr>
                    <a:xfrm rot="14400000" flipH="1">
                      <a:off x="6389147" y="3932622"/>
                      <a:ext cx="393192" cy="393192"/>
                      <a:chOff x="5354637" y="3446463"/>
                      <a:chExt cx="214313" cy="214313"/>
                    </a:xfrm>
                  </p:grpSpPr>
                  <p:sp>
                    <p:nvSpPr>
                      <p:cNvPr id="462" name="Arc 461">
                        <a:extLst>
                          <a:ext uri="{FF2B5EF4-FFF2-40B4-BE49-F238E27FC236}">
                            <a16:creationId xmlns:a16="http://schemas.microsoft.com/office/drawing/2014/main" id="{0E227FF2-3550-8607-5DC8-3DC9D363FDF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3" name="Arc 462">
                        <a:extLst>
                          <a:ext uri="{FF2B5EF4-FFF2-40B4-BE49-F238E27FC236}">
                            <a16:creationId xmlns:a16="http://schemas.microsoft.com/office/drawing/2014/main" id="{CECF92DB-554D-416E-CC51-4DE45CC3D53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61" name="TextBox 460">
                      <a:extLst>
                        <a:ext uri="{FF2B5EF4-FFF2-40B4-BE49-F238E27FC236}">
                          <a16:creationId xmlns:a16="http://schemas.microsoft.com/office/drawing/2014/main" id="{E7BABBEC-199C-D6C4-68A3-E24898555CD4}"/>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07" name="Group 406">
                  <a:extLst>
                    <a:ext uri="{FF2B5EF4-FFF2-40B4-BE49-F238E27FC236}">
                      <a16:creationId xmlns:a16="http://schemas.microsoft.com/office/drawing/2014/main" id="{28B4111D-CBF5-5959-E77E-73E06AAC0167}"/>
                    </a:ext>
                  </a:extLst>
                </p:cNvPr>
                <p:cNvGrpSpPr/>
                <p:nvPr/>
              </p:nvGrpSpPr>
              <p:grpSpPr>
                <a:xfrm>
                  <a:off x="6069086" y="3246228"/>
                  <a:ext cx="1019224" cy="991639"/>
                  <a:chOff x="5886431" y="3225768"/>
                  <a:chExt cx="1019224" cy="991639"/>
                </a:xfrm>
              </p:grpSpPr>
              <p:grpSp>
                <p:nvGrpSpPr>
                  <p:cNvPr id="408" name="Group 407">
                    <a:extLst>
                      <a:ext uri="{FF2B5EF4-FFF2-40B4-BE49-F238E27FC236}">
                        <a16:creationId xmlns:a16="http://schemas.microsoft.com/office/drawing/2014/main" id="{90D11CE4-8E6F-6DB3-6C6E-8DFC3D5D6F73}"/>
                      </a:ext>
                    </a:extLst>
                  </p:cNvPr>
                  <p:cNvGrpSpPr/>
                  <p:nvPr/>
                </p:nvGrpSpPr>
                <p:grpSpPr>
                  <a:xfrm>
                    <a:off x="6197413" y="3824215"/>
                    <a:ext cx="393192" cy="393192"/>
                    <a:chOff x="5265196" y="3357021"/>
                    <a:chExt cx="393192" cy="393192"/>
                  </a:xfrm>
                </p:grpSpPr>
                <p:grpSp>
                  <p:nvGrpSpPr>
                    <p:cNvPr id="443" name="Group 442">
                      <a:extLst>
                        <a:ext uri="{FF2B5EF4-FFF2-40B4-BE49-F238E27FC236}">
                          <a16:creationId xmlns:a16="http://schemas.microsoft.com/office/drawing/2014/main" id="{DC5EF4A0-10C1-B6DD-C607-007A9C1FF918}"/>
                        </a:ext>
                      </a:extLst>
                    </p:cNvPr>
                    <p:cNvGrpSpPr/>
                    <p:nvPr/>
                  </p:nvGrpSpPr>
                  <p:grpSpPr>
                    <a:xfrm rot="14400000">
                      <a:off x="5265196" y="3357021"/>
                      <a:ext cx="393192" cy="393192"/>
                      <a:chOff x="5354637" y="3446463"/>
                      <a:chExt cx="214313" cy="214313"/>
                    </a:xfrm>
                  </p:grpSpPr>
                  <p:sp>
                    <p:nvSpPr>
                      <p:cNvPr id="452" name="Arc 451">
                        <a:extLst>
                          <a:ext uri="{FF2B5EF4-FFF2-40B4-BE49-F238E27FC236}">
                            <a16:creationId xmlns:a16="http://schemas.microsoft.com/office/drawing/2014/main" id="{D68B2C67-235D-D166-9B2D-7E21A11918B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53" name="Arc 452">
                        <a:extLst>
                          <a:ext uri="{FF2B5EF4-FFF2-40B4-BE49-F238E27FC236}">
                            <a16:creationId xmlns:a16="http://schemas.microsoft.com/office/drawing/2014/main" id="{38B0932B-9B80-2945-5322-64EB672C30D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44" name="Group 443">
                      <a:extLst>
                        <a:ext uri="{FF2B5EF4-FFF2-40B4-BE49-F238E27FC236}">
                          <a16:creationId xmlns:a16="http://schemas.microsoft.com/office/drawing/2014/main" id="{4771E76E-2B02-0426-8A55-5AF7E19E1DDD}"/>
                        </a:ext>
                      </a:extLst>
                    </p:cNvPr>
                    <p:cNvGrpSpPr/>
                    <p:nvPr/>
                  </p:nvGrpSpPr>
                  <p:grpSpPr>
                    <a:xfrm>
                      <a:off x="5310186" y="3402011"/>
                      <a:ext cx="303213" cy="303213"/>
                      <a:chOff x="5310186" y="3402011"/>
                      <a:chExt cx="303213" cy="303213"/>
                    </a:xfrm>
                  </p:grpSpPr>
                  <p:grpSp>
                    <p:nvGrpSpPr>
                      <p:cNvPr id="445" name="Group 444">
                        <a:extLst>
                          <a:ext uri="{FF2B5EF4-FFF2-40B4-BE49-F238E27FC236}">
                            <a16:creationId xmlns:a16="http://schemas.microsoft.com/office/drawing/2014/main" id="{8B7AF454-97EE-5177-89BC-78F94A156A15}"/>
                          </a:ext>
                        </a:extLst>
                      </p:cNvPr>
                      <p:cNvGrpSpPr/>
                      <p:nvPr/>
                    </p:nvGrpSpPr>
                    <p:grpSpPr>
                      <a:xfrm>
                        <a:off x="5354636" y="3446461"/>
                        <a:ext cx="214313" cy="214313"/>
                        <a:chOff x="5354637" y="3446463"/>
                        <a:chExt cx="214313" cy="214313"/>
                      </a:xfrm>
                    </p:grpSpPr>
                    <p:sp>
                      <p:nvSpPr>
                        <p:cNvPr id="450" name="Arc 449">
                          <a:extLst>
                            <a:ext uri="{FF2B5EF4-FFF2-40B4-BE49-F238E27FC236}">
                              <a16:creationId xmlns:a16="http://schemas.microsoft.com/office/drawing/2014/main" id="{88B1F6C6-BF12-E49E-3226-84967B2B701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51" name="Arc 450">
                          <a:extLst>
                            <a:ext uri="{FF2B5EF4-FFF2-40B4-BE49-F238E27FC236}">
                              <a16:creationId xmlns:a16="http://schemas.microsoft.com/office/drawing/2014/main" id="{21D8A12C-991D-9190-074F-A298456DF2D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46" name="Group 445">
                        <a:extLst>
                          <a:ext uri="{FF2B5EF4-FFF2-40B4-BE49-F238E27FC236}">
                            <a16:creationId xmlns:a16="http://schemas.microsoft.com/office/drawing/2014/main" id="{516D5C2D-F5B4-0F35-4600-F81EA46382EA}"/>
                          </a:ext>
                        </a:extLst>
                      </p:cNvPr>
                      <p:cNvGrpSpPr/>
                      <p:nvPr/>
                    </p:nvGrpSpPr>
                    <p:grpSpPr>
                      <a:xfrm rot="7200000">
                        <a:off x="5310186" y="3402011"/>
                        <a:ext cx="303213" cy="303213"/>
                        <a:chOff x="5354637" y="3446463"/>
                        <a:chExt cx="214313" cy="214313"/>
                      </a:xfrm>
                    </p:grpSpPr>
                    <p:sp>
                      <p:nvSpPr>
                        <p:cNvPr id="448" name="Arc 447">
                          <a:extLst>
                            <a:ext uri="{FF2B5EF4-FFF2-40B4-BE49-F238E27FC236}">
                              <a16:creationId xmlns:a16="http://schemas.microsoft.com/office/drawing/2014/main" id="{48375CBF-968C-78C2-4845-63A88360E27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49" name="Arc 448">
                          <a:extLst>
                            <a:ext uri="{FF2B5EF4-FFF2-40B4-BE49-F238E27FC236}">
                              <a16:creationId xmlns:a16="http://schemas.microsoft.com/office/drawing/2014/main" id="{ABF780A9-B7AB-A763-3BE1-91E5DD697CE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47" name="TextBox 446">
                        <a:extLst>
                          <a:ext uri="{FF2B5EF4-FFF2-40B4-BE49-F238E27FC236}">
                            <a16:creationId xmlns:a16="http://schemas.microsoft.com/office/drawing/2014/main" id="{667B50C7-DE0C-56C4-83DC-19C2B5C27373}"/>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09" name="Group 408">
                    <a:extLst>
                      <a:ext uri="{FF2B5EF4-FFF2-40B4-BE49-F238E27FC236}">
                        <a16:creationId xmlns:a16="http://schemas.microsoft.com/office/drawing/2014/main" id="{4B29AAC8-CFCA-9988-F3EE-41659F1916F3}"/>
                      </a:ext>
                    </a:extLst>
                  </p:cNvPr>
                  <p:cNvGrpSpPr/>
                  <p:nvPr/>
                </p:nvGrpSpPr>
                <p:grpSpPr>
                  <a:xfrm>
                    <a:off x="5886431" y="3525040"/>
                    <a:ext cx="393192" cy="393192"/>
                    <a:chOff x="5265196" y="3932619"/>
                    <a:chExt cx="393192" cy="393192"/>
                  </a:xfrm>
                </p:grpSpPr>
                <p:grpSp>
                  <p:nvGrpSpPr>
                    <p:cNvPr id="433" name="Group 432">
                      <a:extLst>
                        <a:ext uri="{FF2B5EF4-FFF2-40B4-BE49-F238E27FC236}">
                          <a16:creationId xmlns:a16="http://schemas.microsoft.com/office/drawing/2014/main" id="{70E0A589-B0BA-15F1-8043-F7E975355312}"/>
                        </a:ext>
                      </a:extLst>
                    </p:cNvPr>
                    <p:cNvGrpSpPr/>
                    <p:nvPr/>
                  </p:nvGrpSpPr>
                  <p:grpSpPr>
                    <a:xfrm>
                      <a:off x="5354636" y="4022061"/>
                      <a:ext cx="214313" cy="214313"/>
                      <a:chOff x="5354637" y="3446463"/>
                      <a:chExt cx="214313" cy="214313"/>
                    </a:xfrm>
                  </p:grpSpPr>
                  <p:sp>
                    <p:nvSpPr>
                      <p:cNvPr id="441" name="Arc 440">
                        <a:extLst>
                          <a:ext uri="{FF2B5EF4-FFF2-40B4-BE49-F238E27FC236}">
                            <a16:creationId xmlns:a16="http://schemas.microsoft.com/office/drawing/2014/main" id="{5E91F65B-59E4-B50F-F54F-B2F6328D2DA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42" name="Arc 441">
                        <a:extLst>
                          <a:ext uri="{FF2B5EF4-FFF2-40B4-BE49-F238E27FC236}">
                            <a16:creationId xmlns:a16="http://schemas.microsoft.com/office/drawing/2014/main" id="{A095471D-B7A1-4A93-3812-253A28910E5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34" name="Group 433">
                      <a:extLst>
                        <a:ext uri="{FF2B5EF4-FFF2-40B4-BE49-F238E27FC236}">
                          <a16:creationId xmlns:a16="http://schemas.microsoft.com/office/drawing/2014/main" id="{73EF0DBF-E4AA-97FE-C653-88E445B4E8E9}"/>
                        </a:ext>
                      </a:extLst>
                    </p:cNvPr>
                    <p:cNvGrpSpPr/>
                    <p:nvPr/>
                  </p:nvGrpSpPr>
                  <p:grpSpPr>
                    <a:xfrm rot="14400000">
                      <a:off x="5310186" y="3977611"/>
                      <a:ext cx="303213" cy="303213"/>
                      <a:chOff x="5354637" y="3446463"/>
                      <a:chExt cx="214313" cy="214313"/>
                    </a:xfrm>
                  </p:grpSpPr>
                  <p:sp>
                    <p:nvSpPr>
                      <p:cNvPr id="439" name="Arc 438">
                        <a:extLst>
                          <a:ext uri="{FF2B5EF4-FFF2-40B4-BE49-F238E27FC236}">
                            <a16:creationId xmlns:a16="http://schemas.microsoft.com/office/drawing/2014/main" id="{604EFC60-B1B2-7BD2-ABA4-1834EE0F51A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40" name="Arc 439">
                        <a:extLst>
                          <a:ext uri="{FF2B5EF4-FFF2-40B4-BE49-F238E27FC236}">
                            <a16:creationId xmlns:a16="http://schemas.microsoft.com/office/drawing/2014/main" id="{350F7AEA-2005-A38B-CF82-7DB2760A3CB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35" name="Group 434">
                      <a:extLst>
                        <a:ext uri="{FF2B5EF4-FFF2-40B4-BE49-F238E27FC236}">
                          <a16:creationId xmlns:a16="http://schemas.microsoft.com/office/drawing/2014/main" id="{472E318D-1C6F-633D-327F-56C43AB2A28F}"/>
                        </a:ext>
                      </a:extLst>
                    </p:cNvPr>
                    <p:cNvGrpSpPr/>
                    <p:nvPr/>
                  </p:nvGrpSpPr>
                  <p:grpSpPr>
                    <a:xfrm rot="7200000">
                      <a:off x="5265196" y="3932619"/>
                      <a:ext cx="393192" cy="393192"/>
                      <a:chOff x="5354637" y="3446463"/>
                      <a:chExt cx="214313" cy="214313"/>
                    </a:xfrm>
                  </p:grpSpPr>
                  <p:sp>
                    <p:nvSpPr>
                      <p:cNvPr id="437" name="Arc 436">
                        <a:extLst>
                          <a:ext uri="{FF2B5EF4-FFF2-40B4-BE49-F238E27FC236}">
                            <a16:creationId xmlns:a16="http://schemas.microsoft.com/office/drawing/2014/main" id="{7C479CB7-27A4-45D0-9D26-01464B9FF9B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8" name="Arc 437">
                        <a:extLst>
                          <a:ext uri="{FF2B5EF4-FFF2-40B4-BE49-F238E27FC236}">
                            <a16:creationId xmlns:a16="http://schemas.microsoft.com/office/drawing/2014/main" id="{3CCB9CE2-7795-AD96-AAC9-01BF4BDE85B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36" name="TextBox 435">
                      <a:extLst>
                        <a:ext uri="{FF2B5EF4-FFF2-40B4-BE49-F238E27FC236}">
                          <a16:creationId xmlns:a16="http://schemas.microsoft.com/office/drawing/2014/main" id="{FA8C6000-EAE9-43D0-EB20-CBAE35AC09BC}"/>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410" name="Group 409">
                    <a:extLst>
                      <a:ext uri="{FF2B5EF4-FFF2-40B4-BE49-F238E27FC236}">
                        <a16:creationId xmlns:a16="http://schemas.microsoft.com/office/drawing/2014/main" id="{80ED39F6-0160-D363-4AD7-F7BEB3F76651}"/>
                      </a:ext>
                    </a:extLst>
                  </p:cNvPr>
                  <p:cNvGrpSpPr/>
                  <p:nvPr/>
                </p:nvGrpSpPr>
                <p:grpSpPr>
                  <a:xfrm>
                    <a:off x="6512463" y="3525040"/>
                    <a:ext cx="393192" cy="393192"/>
                    <a:chOff x="6389147" y="3357021"/>
                    <a:chExt cx="393192" cy="393192"/>
                  </a:xfrm>
                </p:grpSpPr>
                <p:grpSp>
                  <p:nvGrpSpPr>
                    <p:cNvPr id="422" name="Group 421">
                      <a:extLst>
                        <a:ext uri="{FF2B5EF4-FFF2-40B4-BE49-F238E27FC236}">
                          <a16:creationId xmlns:a16="http://schemas.microsoft.com/office/drawing/2014/main" id="{7B2660B3-E73B-0F28-A1F0-C6F836873A96}"/>
                        </a:ext>
                      </a:extLst>
                    </p:cNvPr>
                    <p:cNvGrpSpPr/>
                    <p:nvPr/>
                  </p:nvGrpSpPr>
                  <p:grpSpPr>
                    <a:xfrm rot="7200000" flipH="1">
                      <a:off x="6389147" y="3357021"/>
                      <a:ext cx="393192" cy="393192"/>
                      <a:chOff x="5354637" y="3446463"/>
                      <a:chExt cx="214313" cy="214313"/>
                    </a:xfrm>
                  </p:grpSpPr>
                  <p:sp>
                    <p:nvSpPr>
                      <p:cNvPr id="431" name="Arc 430">
                        <a:extLst>
                          <a:ext uri="{FF2B5EF4-FFF2-40B4-BE49-F238E27FC236}">
                            <a16:creationId xmlns:a16="http://schemas.microsoft.com/office/drawing/2014/main" id="{4BB99A2A-D5DD-7471-8784-FEB2D8BB069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2" name="Arc 431">
                        <a:extLst>
                          <a:ext uri="{FF2B5EF4-FFF2-40B4-BE49-F238E27FC236}">
                            <a16:creationId xmlns:a16="http://schemas.microsoft.com/office/drawing/2014/main" id="{03FB7723-FF24-5716-EC2A-4EE35B8531D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23" name="Group 422">
                      <a:extLst>
                        <a:ext uri="{FF2B5EF4-FFF2-40B4-BE49-F238E27FC236}">
                          <a16:creationId xmlns:a16="http://schemas.microsoft.com/office/drawing/2014/main" id="{9CB4CE78-03CD-D5BF-56FD-D2D437B21020}"/>
                        </a:ext>
                      </a:extLst>
                    </p:cNvPr>
                    <p:cNvGrpSpPr/>
                    <p:nvPr/>
                  </p:nvGrpSpPr>
                  <p:grpSpPr>
                    <a:xfrm>
                      <a:off x="6434137" y="3402011"/>
                      <a:ext cx="303213" cy="303213"/>
                      <a:chOff x="6434137" y="3402011"/>
                      <a:chExt cx="303213" cy="303213"/>
                    </a:xfrm>
                  </p:grpSpPr>
                  <p:grpSp>
                    <p:nvGrpSpPr>
                      <p:cNvPr id="424" name="Group 423">
                        <a:extLst>
                          <a:ext uri="{FF2B5EF4-FFF2-40B4-BE49-F238E27FC236}">
                            <a16:creationId xmlns:a16="http://schemas.microsoft.com/office/drawing/2014/main" id="{B08A8A1D-7555-11BC-0A4D-00F51B2F4DE4}"/>
                          </a:ext>
                        </a:extLst>
                      </p:cNvPr>
                      <p:cNvGrpSpPr/>
                      <p:nvPr/>
                    </p:nvGrpSpPr>
                    <p:grpSpPr>
                      <a:xfrm flipH="1">
                        <a:off x="6478587" y="3446461"/>
                        <a:ext cx="214313" cy="214313"/>
                        <a:chOff x="5354637" y="3446463"/>
                        <a:chExt cx="214313" cy="214313"/>
                      </a:xfrm>
                    </p:grpSpPr>
                    <p:sp>
                      <p:nvSpPr>
                        <p:cNvPr id="429" name="Arc 428">
                          <a:extLst>
                            <a:ext uri="{FF2B5EF4-FFF2-40B4-BE49-F238E27FC236}">
                              <a16:creationId xmlns:a16="http://schemas.microsoft.com/office/drawing/2014/main" id="{B4103CD4-1193-C249-9830-5BFD32A48A4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0" name="Arc 429">
                          <a:extLst>
                            <a:ext uri="{FF2B5EF4-FFF2-40B4-BE49-F238E27FC236}">
                              <a16:creationId xmlns:a16="http://schemas.microsoft.com/office/drawing/2014/main" id="{4BAF8D9C-E3BE-5F3D-28AB-E0302954FEC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25" name="Group 424">
                        <a:extLst>
                          <a:ext uri="{FF2B5EF4-FFF2-40B4-BE49-F238E27FC236}">
                            <a16:creationId xmlns:a16="http://schemas.microsoft.com/office/drawing/2014/main" id="{2D54A5B9-5B10-20CF-4849-CF9802B2EBAB}"/>
                          </a:ext>
                        </a:extLst>
                      </p:cNvPr>
                      <p:cNvGrpSpPr/>
                      <p:nvPr/>
                    </p:nvGrpSpPr>
                    <p:grpSpPr>
                      <a:xfrm rot="14400000" flipH="1">
                        <a:off x="6434137" y="3402011"/>
                        <a:ext cx="303213" cy="303213"/>
                        <a:chOff x="5354637" y="3446463"/>
                        <a:chExt cx="214313" cy="214313"/>
                      </a:xfrm>
                    </p:grpSpPr>
                    <p:sp>
                      <p:nvSpPr>
                        <p:cNvPr id="427" name="Arc 426">
                          <a:extLst>
                            <a:ext uri="{FF2B5EF4-FFF2-40B4-BE49-F238E27FC236}">
                              <a16:creationId xmlns:a16="http://schemas.microsoft.com/office/drawing/2014/main" id="{C956A1B7-C608-2CF0-EB4D-6AE621FA62D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8" name="Arc 427">
                          <a:extLst>
                            <a:ext uri="{FF2B5EF4-FFF2-40B4-BE49-F238E27FC236}">
                              <a16:creationId xmlns:a16="http://schemas.microsoft.com/office/drawing/2014/main" id="{E6EA33E7-54DB-0C38-7AC6-8709F481FAF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26" name="TextBox 425">
                        <a:extLst>
                          <a:ext uri="{FF2B5EF4-FFF2-40B4-BE49-F238E27FC236}">
                            <a16:creationId xmlns:a16="http://schemas.microsoft.com/office/drawing/2014/main" id="{A389B38F-EBE9-D4FC-04A6-4BAA3502AA47}"/>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11" name="Group 410">
                    <a:extLst>
                      <a:ext uri="{FF2B5EF4-FFF2-40B4-BE49-F238E27FC236}">
                        <a16:creationId xmlns:a16="http://schemas.microsoft.com/office/drawing/2014/main" id="{D6B16F23-1788-DDA1-8A5A-769A45C37B3F}"/>
                      </a:ext>
                    </a:extLst>
                  </p:cNvPr>
                  <p:cNvGrpSpPr/>
                  <p:nvPr/>
                </p:nvGrpSpPr>
                <p:grpSpPr>
                  <a:xfrm>
                    <a:off x="6197413" y="3225768"/>
                    <a:ext cx="393192" cy="393192"/>
                    <a:chOff x="6389147" y="3932622"/>
                    <a:chExt cx="393192" cy="393192"/>
                  </a:xfrm>
                </p:grpSpPr>
                <p:grpSp>
                  <p:nvGrpSpPr>
                    <p:cNvPr id="412" name="Group 411">
                      <a:extLst>
                        <a:ext uri="{FF2B5EF4-FFF2-40B4-BE49-F238E27FC236}">
                          <a16:creationId xmlns:a16="http://schemas.microsoft.com/office/drawing/2014/main" id="{C3483063-9025-9CF3-EC15-0CB82B3BB5C0}"/>
                        </a:ext>
                      </a:extLst>
                    </p:cNvPr>
                    <p:cNvGrpSpPr/>
                    <p:nvPr/>
                  </p:nvGrpSpPr>
                  <p:grpSpPr>
                    <a:xfrm flipH="1">
                      <a:off x="6478587" y="4022061"/>
                      <a:ext cx="214313" cy="214313"/>
                      <a:chOff x="5354637" y="3446463"/>
                      <a:chExt cx="214313" cy="214313"/>
                    </a:xfrm>
                  </p:grpSpPr>
                  <p:sp>
                    <p:nvSpPr>
                      <p:cNvPr id="420" name="Arc 419">
                        <a:extLst>
                          <a:ext uri="{FF2B5EF4-FFF2-40B4-BE49-F238E27FC236}">
                            <a16:creationId xmlns:a16="http://schemas.microsoft.com/office/drawing/2014/main" id="{6D54A238-AA13-19DD-6794-E898F8A72FC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1" name="Arc 420">
                        <a:extLst>
                          <a:ext uri="{FF2B5EF4-FFF2-40B4-BE49-F238E27FC236}">
                            <a16:creationId xmlns:a16="http://schemas.microsoft.com/office/drawing/2014/main" id="{1888E6FC-4C2E-A2B5-06B9-DBEDDAD3ECC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13" name="Group 412">
                      <a:extLst>
                        <a:ext uri="{FF2B5EF4-FFF2-40B4-BE49-F238E27FC236}">
                          <a16:creationId xmlns:a16="http://schemas.microsoft.com/office/drawing/2014/main" id="{43C97362-B7E5-B09A-4681-8CEB22EF1465}"/>
                        </a:ext>
                      </a:extLst>
                    </p:cNvPr>
                    <p:cNvGrpSpPr/>
                    <p:nvPr/>
                  </p:nvGrpSpPr>
                  <p:grpSpPr>
                    <a:xfrm rot="7200000" flipH="1">
                      <a:off x="6434137" y="3977611"/>
                      <a:ext cx="303213" cy="303213"/>
                      <a:chOff x="5354637" y="3446463"/>
                      <a:chExt cx="214313" cy="214313"/>
                    </a:xfrm>
                  </p:grpSpPr>
                  <p:sp>
                    <p:nvSpPr>
                      <p:cNvPr id="418" name="Arc 417">
                        <a:extLst>
                          <a:ext uri="{FF2B5EF4-FFF2-40B4-BE49-F238E27FC236}">
                            <a16:creationId xmlns:a16="http://schemas.microsoft.com/office/drawing/2014/main" id="{CA0E743E-4C32-72E4-39E4-7E3EE638744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9" name="Arc 418">
                        <a:extLst>
                          <a:ext uri="{FF2B5EF4-FFF2-40B4-BE49-F238E27FC236}">
                            <a16:creationId xmlns:a16="http://schemas.microsoft.com/office/drawing/2014/main" id="{92638312-EFA8-CDC6-0F5D-442A8F4280A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14" name="Group 413">
                      <a:extLst>
                        <a:ext uri="{FF2B5EF4-FFF2-40B4-BE49-F238E27FC236}">
                          <a16:creationId xmlns:a16="http://schemas.microsoft.com/office/drawing/2014/main" id="{4100805A-A7FA-7F2A-4585-A1A800B5BA3A}"/>
                        </a:ext>
                      </a:extLst>
                    </p:cNvPr>
                    <p:cNvGrpSpPr/>
                    <p:nvPr/>
                  </p:nvGrpSpPr>
                  <p:grpSpPr>
                    <a:xfrm rot="14400000" flipH="1">
                      <a:off x="6389147" y="3932622"/>
                      <a:ext cx="393192" cy="393192"/>
                      <a:chOff x="5354637" y="3446463"/>
                      <a:chExt cx="214313" cy="214313"/>
                    </a:xfrm>
                  </p:grpSpPr>
                  <p:sp>
                    <p:nvSpPr>
                      <p:cNvPr id="416" name="Arc 415">
                        <a:extLst>
                          <a:ext uri="{FF2B5EF4-FFF2-40B4-BE49-F238E27FC236}">
                            <a16:creationId xmlns:a16="http://schemas.microsoft.com/office/drawing/2014/main" id="{E8107169-46EC-4751-A049-10E7D83F1A2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7" name="Arc 416">
                        <a:extLst>
                          <a:ext uri="{FF2B5EF4-FFF2-40B4-BE49-F238E27FC236}">
                            <a16:creationId xmlns:a16="http://schemas.microsoft.com/office/drawing/2014/main" id="{E5A57397-9093-F4C1-40F7-4FB7790662D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15" name="TextBox 414">
                      <a:extLst>
                        <a:ext uri="{FF2B5EF4-FFF2-40B4-BE49-F238E27FC236}">
                          <a16:creationId xmlns:a16="http://schemas.microsoft.com/office/drawing/2014/main" id="{EB2746C1-16C0-FE4D-6C42-C7F2C1BA8DF4}"/>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22" name="Group 21">
              <a:extLst>
                <a:ext uri="{FF2B5EF4-FFF2-40B4-BE49-F238E27FC236}">
                  <a16:creationId xmlns:a16="http://schemas.microsoft.com/office/drawing/2014/main" id="{D37AE642-E7C0-6F38-49AE-38F62F62C5E8}"/>
                </a:ext>
              </a:extLst>
            </p:cNvPr>
            <p:cNvGrpSpPr/>
            <p:nvPr/>
          </p:nvGrpSpPr>
          <p:grpSpPr>
            <a:xfrm>
              <a:off x="1677244" y="638235"/>
              <a:ext cx="2263438" cy="2198360"/>
              <a:chOff x="5445106" y="2039507"/>
              <a:chExt cx="2263438" cy="2198360"/>
            </a:xfrm>
          </p:grpSpPr>
          <p:grpSp>
            <p:nvGrpSpPr>
              <p:cNvPr id="214" name="Group 213">
                <a:extLst>
                  <a:ext uri="{FF2B5EF4-FFF2-40B4-BE49-F238E27FC236}">
                    <a16:creationId xmlns:a16="http://schemas.microsoft.com/office/drawing/2014/main" id="{7BE4C7F5-CD3A-0694-3A09-8661215C0695}"/>
                  </a:ext>
                </a:extLst>
              </p:cNvPr>
              <p:cNvGrpSpPr/>
              <p:nvPr/>
            </p:nvGrpSpPr>
            <p:grpSpPr>
              <a:xfrm>
                <a:off x="5445106" y="2644743"/>
                <a:ext cx="1643204" cy="1593124"/>
                <a:chOff x="5445106" y="2644743"/>
                <a:chExt cx="1643204" cy="1593124"/>
              </a:xfrm>
            </p:grpSpPr>
            <p:grpSp>
              <p:nvGrpSpPr>
                <p:cNvPr id="310" name="Group 309">
                  <a:extLst>
                    <a:ext uri="{FF2B5EF4-FFF2-40B4-BE49-F238E27FC236}">
                      <a16:creationId xmlns:a16="http://schemas.microsoft.com/office/drawing/2014/main" id="{985FBAF5-E9DF-E951-46AB-0DAFFA7CB1F2}"/>
                    </a:ext>
                  </a:extLst>
                </p:cNvPr>
                <p:cNvGrpSpPr/>
                <p:nvPr/>
              </p:nvGrpSpPr>
              <p:grpSpPr>
                <a:xfrm>
                  <a:off x="5445106" y="2644743"/>
                  <a:ext cx="1019224" cy="991639"/>
                  <a:chOff x="5886431" y="3225768"/>
                  <a:chExt cx="1019224" cy="991639"/>
                </a:xfrm>
              </p:grpSpPr>
              <p:grpSp>
                <p:nvGrpSpPr>
                  <p:cNvPr id="358" name="Group 357">
                    <a:extLst>
                      <a:ext uri="{FF2B5EF4-FFF2-40B4-BE49-F238E27FC236}">
                        <a16:creationId xmlns:a16="http://schemas.microsoft.com/office/drawing/2014/main" id="{9F1BB707-16ED-9311-0F82-1DCADAD6B57B}"/>
                      </a:ext>
                    </a:extLst>
                  </p:cNvPr>
                  <p:cNvGrpSpPr/>
                  <p:nvPr/>
                </p:nvGrpSpPr>
                <p:grpSpPr>
                  <a:xfrm>
                    <a:off x="6197413" y="3824215"/>
                    <a:ext cx="393192" cy="393192"/>
                    <a:chOff x="5265196" y="3357021"/>
                    <a:chExt cx="393192" cy="393192"/>
                  </a:xfrm>
                </p:grpSpPr>
                <p:grpSp>
                  <p:nvGrpSpPr>
                    <p:cNvPr id="393" name="Group 392">
                      <a:extLst>
                        <a:ext uri="{FF2B5EF4-FFF2-40B4-BE49-F238E27FC236}">
                          <a16:creationId xmlns:a16="http://schemas.microsoft.com/office/drawing/2014/main" id="{AE323A14-A442-5D81-20FC-1A47F64D6A65}"/>
                        </a:ext>
                      </a:extLst>
                    </p:cNvPr>
                    <p:cNvGrpSpPr/>
                    <p:nvPr/>
                  </p:nvGrpSpPr>
                  <p:grpSpPr>
                    <a:xfrm rot="14400000">
                      <a:off x="5265196" y="3357021"/>
                      <a:ext cx="393192" cy="393192"/>
                      <a:chOff x="5354637" y="3446463"/>
                      <a:chExt cx="214313" cy="214313"/>
                    </a:xfrm>
                  </p:grpSpPr>
                  <p:sp>
                    <p:nvSpPr>
                      <p:cNvPr id="402" name="Arc 401">
                        <a:extLst>
                          <a:ext uri="{FF2B5EF4-FFF2-40B4-BE49-F238E27FC236}">
                            <a16:creationId xmlns:a16="http://schemas.microsoft.com/office/drawing/2014/main" id="{2E6657E7-9965-B19D-F1CB-12411D74912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3" name="Arc 402">
                        <a:extLst>
                          <a:ext uri="{FF2B5EF4-FFF2-40B4-BE49-F238E27FC236}">
                            <a16:creationId xmlns:a16="http://schemas.microsoft.com/office/drawing/2014/main" id="{85D5E4D3-3756-329C-E9AE-B0FEFF87815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94" name="Group 393">
                      <a:extLst>
                        <a:ext uri="{FF2B5EF4-FFF2-40B4-BE49-F238E27FC236}">
                          <a16:creationId xmlns:a16="http://schemas.microsoft.com/office/drawing/2014/main" id="{7A2FD0DB-FE0F-9C1A-D914-30557EDE483C}"/>
                        </a:ext>
                      </a:extLst>
                    </p:cNvPr>
                    <p:cNvGrpSpPr/>
                    <p:nvPr/>
                  </p:nvGrpSpPr>
                  <p:grpSpPr>
                    <a:xfrm>
                      <a:off x="5310186" y="3402011"/>
                      <a:ext cx="303213" cy="303213"/>
                      <a:chOff x="5310186" y="3402011"/>
                      <a:chExt cx="303213" cy="303213"/>
                    </a:xfrm>
                  </p:grpSpPr>
                  <p:grpSp>
                    <p:nvGrpSpPr>
                      <p:cNvPr id="395" name="Group 394">
                        <a:extLst>
                          <a:ext uri="{FF2B5EF4-FFF2-40B4-BE49-F238E27FC236}">
                            <a16:creationId xmlns:a16="http://schemas.microsoft.com/office/drawing/2014/main" id="{E83D6681-D389-4FD8-6335-30258A00396B}"/>
                          </a:ext>
                        </a:extLst>
                      </p:cNvPr>
                      <p:cNvGrpSpPr/>
                      <p:nvPr/>
                    </p:nvGrpSpPr>
                    <p:grpSpPr>
                      <a:xfrm>
                        <a:off x="5354636" y="3446461"/>
                        <a:ext cx="214313" cy="214313"/>
                        <a:chOff x="5354637" y="3446463"/>
                        <a:chExt cx="214313" cy="214313"/>
                      </a:xfrm>
                    </p:grpSpPr>
                    <p:sp>
                      <p:nvSpPr>
                        <p:cNvPr id="400" name="Arc 399">
                          <a:extLst>
                            <a:ext uri="{FF2B5EF4-FFF2-40B4-BE49-F238E27FC236}">
                              <a16:creationId xmlns:a16="http://schemas.microsoft.com/office/drawing/2014/main" id="{364FC3AD-27D5-BD18-7995-DB1C6BB52C0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1" name="Arc 400">
                          <a:extLst>
                            <a:ext uri="{FF2B5EF4-FFF2-40B4-BE49-F238E27FC236}">
                              <a16:creationId xmlns:a16="http://schemas.microsoft.com/office/drawing/2014/main" id="{91734B3E-DB99-5BC0-F5C1-42E83E29FB8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96" name="Group 395">
                        <a:extLst>
                          <a:ext uri="{FF2B5EF4-FFF2-40B4-BE49-F238E27FC236}">
                            <a16:creationId xmlns:a16="http://schemas.microsoft.com/office/drawing/2014/main" id="{6CC36F91-B0EE-C453-7787-F120CF647CEA}"/>
                          </a:ext>
                        </a:extLst>
                      </p:cNvPr>
                      <p:cNvGrpSpPr/>
                      <p:nvPr/>
                    </p:nvGrpSpPr>
                    <p:grpSpPr>
                      <a:xfrm rot="7200000">
                        <a:off x="5310186" y="3402011"/>
                        <a:ext cx="303213" cy="303213"/>
                        <a:chOff x="5354637" y="3446463"/>
                        <a:chExt cx="214313" cy="214313"/>
                      </a:xfrm>
                    </p:grpSpPr>
                    <p:sp>
                      <p:nvSpPr>
                        <p:cNvPr id="398" name="Arc 397">
                          <a:extLst>
                            <a:ext uri="{FF2B5EF4-FFF2-40B4-BE49-F238E27FC236}">
                              <a16:creationId xmlns:a16="http://schemas.microsoft.com/office/drawing/2014/main" id="{FAC1C978-F0D1-749F-E0AE-6133D758ABE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9" name="Arc 398">
                          <a:extLst>
                            <a:ext uri="{FF2B5EF4-FFF2-40B4-BE49-F238E27FC236}">
                              <a16:creationId xmlns:a16="http://schemas.microsoft.com/office/drawing/2014/main" id="{B382B0DB-6AC3-9C8E-4C58-0E0348D1FFA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97" name="TextBox 396">
                        <a:extLst>
                          <a:ext uri="{FF2B5EF4-FFF2-40B4-BE49-F238E27FC236}">
                            <a16:creationId xmlns:a16="http://schemas.microsoft.com/office/drawing/2014/main" id="{C48EA5BC-118D-73CF-C8E5-95EED5F124EA}"/>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59" name="Group 358">
                    <a:extLst>
                      <a:ext uri="{FF2B5EF4-FFF2-40B4-BE49-F238E27FC236}">
                        <a16:creationId xmlns:a16="http://schemas.microsoft.com/office/drawing/2014/main" id="{7B1CA711-3137-7ED8-B190-CF7C36989328}"/>
                      </a:ext>
                    </a:extLst>
                  </p:cNvPr>
                  <p:cNvGrpSpPr/>
                  <p:nvPr/>
                </p:nvGrpSpPr>
                <p:grpSpPr>
                  <a:xfrm>
                    <a:off x="5886431" y="3525040"/>
                    <a:ext cx="393192" cy="393192"/>
                    <a:chOff x="5265196" y="3932619"/>
                    <a:chExt cx="393192" cy="393192"/>
                  </a:xfrm>
                </p:grpSpPr>
                <p:grpSp>
                  <p:nvGrpSpPr>
                    <p:cNvPr id="383" name="Group 382">
                      <a:extLst>
                        <a:ext uri="{FF2B5EF4-FFF2-40B4-BE49-F238E27FC236}">
                          <a16:creationId xmlns:a16="http://schemas.microsoft.com/office/drawing/2014/main" id="{FC0A4986-B1C6-5F9E-E02D-8BE20B7CFB20}"/>
                        </a:ext>
                      </a:extLst>
                    </p:cNvPr>
                    <p:cNvGrpSpPr/>
                    <p:nvPr/>
                  </p:nvGrpSpPr>
                  <p:grpSpPr>
                    <a:xfrm>
                      <a:off x="5354636" y="4022061"/>
                      <a:ext cx="214313" cy="214313"/>
                      <a:chOff x="5354637" y="3446463"/>
                      <a:chExt cx="214313" cy="214313"/>
                    </a:xfrm>
                  </p:grpSpPr>
                  <p:sp>
                    <p:nvSpPr>
                      <p:cNvPr id="391" name="Arc 390">
                        <a:extLst>
                          <a:ext uri="{FF2B5EF4-FFF2-40B4-BE49-F238E27FC236}">
                            <a16:creationId xmlns:a16="http://schemas.microsoft.com/office/drawing/2014/main" id="{4C90BE44-293B-72E9-0001-6248475D6CF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2" name="Arc 391">
                        <a:extLst>
                          <a:ext uri="{FF2B5EF4-FFF2-40B4-BE49-F238E27FC236}">
                            <a16:creationId xmlns:a16="http://schemas.microsoft.com/office/drawing/2014/main" id="{56BE6A9F-6E89-254A-0201-9F57B8A9882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84" name="Group 383">
                      <a:extLst>
                        <a:ext uri="{FF2B5EF4-FFF2-40B4-BE49-F238E27FC236}">
                          <a16:creationId xmlns:a16="http://schemas.microsoft.com/office/drawing/2014/main" id="{02A74D3E-7E5D-CBAA-0BA8-109D8AC4312A}"/>
                        </a:ext>
                      </a:extLst>
                    </p:cNvPr>
                    <p:cNvGrpSpPr/>
                    <p:nvPr/>
                  </p:nvGrpSpPr>
                  <p:grpSpPr>
                    <a:xfrm rot="14400000">
                      <a:off x="5310186" y="3977611"/>
                      <a:ext cx="303213" cy="303213"/>
                      <a:chOff x="5354637" y="3446463"/>
                      <a:chExt cx="214313" cy="214313"/>
                    </a:xfrm>
                  </p:grpSpPr>
                  <p:sp>
                    <p:nvSpPr>
                      <p:cNvPr id="389" name="Arc 388">
                        <a:extLst>
                          <a:ext uri="{FF2B5EF4-FFF2-40B4-BE49-F238E27FC236}">
                            <a16:creationId xmlns:a16="http://schemas.microsoft.com/office/drawing/2014/main" id="{2A648664-B58B-2F7B-5172-1733D837C44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0" name="Arc 389">
                        <a:extLst>
                          <a:ext uri="{FF2B5EF4-FFF2-40B4-BE49-F238E27FC236}">
                            <a16:creationId xmlns:a16="http://schemas.microsoft.com/office/drawing/2014/main" id="{D8A25960-CAD0-9F4E-1C09-019EE10192F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85" name="Group 384">
                      <a:extLst>
                        <a:ext uri="{FF2B5EF4-FFF2-40B4-BE49-F238E27FC236}">
                          <a16:creationId xmlns:a16="http://schemas.microsoft.com/office/drawing/2014/main" id="{F530C6B8-19E7-E06C-EF2B-ACAD2D8D0624}"/>
                        </a:ext>
                      </a:extLst>
                    </p:cNvPr>
                    <p:cNvGrpSpPr/>
                    <p:nvPr/>
                  </p:nvGrpSpPr>
                  <p:grpSpPr>
                    <a:xfrm rot="7200000">
                      <a:off x="5265196" y="3932619"/>
                      <a:ext cx="393192" cy="393192"/>
                      <a:chOff x="5354637" y="3446463"/>
                      <a:chExt cx="214313" cy="214313"/>
                    </a:xfrm>
                  </p:grpSpPr>
                  <p:sp>
                    <p:nvSpPr>
                      <p:cNvPr id="387" name="Arc 386">
                        <a:extLst>
                          <a:ext uri="{FF2B5EF4-FFF2-40B4-BE49-F238E27FC236}">
                            <a16:creationId xmlns:a16="http://schemas.microsoft.com/office/drawing/2014/main" id="{2CAA847E-144F-0549-66FA-65D77ED540B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8" name="Arc 387">
                        <a:extLst>
                          <a:ext uri="{FF2B5EF4-FFF2-40B4-BE49-F238E27FC236}">
                            <a16:creationId xmlns:a16="http://schemas.microsoft.com/office/drawing/2014/main" id="{7E4A9E4A-75B8-43F0-EA5E-C4A23DC0BF5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86" name="TextBox 385">
                      <a:extLst>
                        <a:ext uri="{FF2B5EF4-FFF2-40B4-BE49-F238E27FC236}">
                          <a16:creationId xmlns:a16="http://schemas.microsoft.com/office/drawing/2014/main" id="{52C94FBB-2A88-34F9-2FB0-983017153C83}"/>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360" name="Group 359">
                    <a:extLst>
                      <a:ext uri="{FF2B5EF4-FFF2-40B4-BE49-F238E27FC236}">
                        <a16:creationId xmlns:a16="http://schemas.microsoft.com/office/drawing/2014/main" id="{43E444D6-9735-4896-5DA1-07E331DDED93}"/>
                      </a:ext>
                    </a:extLst>
                  </p:cNvPr>
                  <p:cNvGrpSpPr/>
                  <p:nvPr/>
                </p:nvGrpSpPr>
                <p:grpSpPr>
                  <a:xfrm>
                    <a:off x="6512463" y="3525040"/>
                    <a:ext cx="393192" cy="393192"/>
                    <a:chOff x="6389147" y="3357021"/>
                    <a:chExt cx="393192" cy="393192"/>
                  </a:xfrm>
                </p:grpSpPr>
                <p:grpSp>
                  <p:nvGrpSpPr>
                    <p:cNvPr id="372" name="Group 371">
                      <a:extLst>
                        <a:ext uri="{FF2B5EF4-FFF2-40B4-BE49-F238E27FC236}">
                          <a16:creationId xmlns:a16="http://schemas.microsoft.com/office/drawing/2014/main" id="{5AF54D05-86EF-BB4E-E082-B7AA18582EE4}"/>
                        </a:ext>
                      </a:extLst>
                    </p:cNvPr>
                    <p:cNvGrpSpPr/>
                    <p:nvPr/>
                  </p:nvGrpSpPr>
                  <p:grpSpPr>
                    <a:xfrm rot="7200000" flipH="1">
                      <a:off x="6389147" y="3357021"/>
                      <a:ext cx="393192" cy="393192"/>
                      <a:chOff x="5354637" y="3446463"/>
                      <a:chExt cx="214313" cy="214313"/>
                    </a:xfrm>
                  </p:grpSpPr>
                  <p:sp>
                    <p:nvSpPr>
                      <p:cNvPr id="381" name="Arc 380">
                        <a:extLst>
                          <a:ext uri="{FF2B5EF4-FFF2-40B4-BE49-F238E27FC236}">
                            <a16:creationId xmlns:a16="http://schemas.microsoft.com/office/drawing/2014/main" id="{CFB769F5-9F34-75F1-A68B-32967E55CFA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2" name="Arc 381">
                        <a:extLst>
                          <a:ext uri="{FF2B5EF4-FFF2-40B4-BE49-F238E27FC236}">
                            <a16:creationId xmlns:a16="http://schemas.microsoft.com/office/drawing/2014/main" id="{2FFF6F7B-29DA-44E4-F0D0-D076E56305E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73" name="Group 372">
                      <a:extLst>
                        <a:ext uri="{FF2B5EF4-FFF2-40B4-BE49-F238E27FC236}">
                          <a16:creationId xmlns:a16="http://schemas.microsoft.com/office/drawing/2014/main" id="{56EAAADA-4508-1EAA-B1CE-DBAE5539E101}"/>
                        </a:ext>
                      </a:extLst>
                    </p:cNvPr>
                    <p:cNvGrpSpPr/>
                    <p:nvPr/>
                  </p:nvGrpSpPr>
                  <p:grpSpPr>
                    <a:xfrm>
                      <a:off x="6434137" y="3402011"/>
                      <a:ext cx="303213" cy="303213"/>
                      <a:chOff x="6434137" y="3402011"/>
                      <a:chExt cx="303213" cy="303213"/>
                    </a:xfrm>
                  </p:grpSpPr>
                  <p:grpSp>
                    <p:nvGrpSpPr>
                      <p:cNvPr id="374" name="Group 373">
                        <a:extLst>
                          <a:ext uri="{FF2B5EF4-FFF2-40B4-BE49-F238E27FC236}">
                            <a16:creationId xmlns:a16="http://schemas.microsoft.com/office/drawing/2014/main" id="{08643196-E892-D68B-7640-54F946414E65}"/>
                          </a:ext>
                        </a:extLst>
                      </p:cNvPr>
                      <p:cNvGrpSpPr/>
                      <p:nvPr/>
                    </p:nvGrpSpPr>
                    <p:grpSpPr>
                      <a:xfrm flipH="1">
                        <a:off x="6478587" y="3446461"/>
                        <a:ext cx="214313" cy="214313"/>
                        <a:chOff x="5354637" y="3446463"/>
                        <a:chExt cx="214313" cy="214313"/>
                      </a:xfrm>
                    </p:grpSpPr>
                    <p:sp>
                      <p:nvSpPr>
                        <p:cNvPr id="379" name="Arc 378">
                          <a:extLst>
                            <a:ext uri="{FF2B5EF4-FFF2-40B4-BE49-F238E27FC236}">
                              <a16:creationId xmlns:a16="http://schemas.microsoft.com/office/drawing/2014/main" id="{8A5FBC20-75DF-126A-4C9D-A6978AD4C10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0" name="Arc 379">
                          <a:extLst>
                            <a:ext uri="{FF2B5EF4-FFF2-40B4-BE49-F238E27FC236}">
                              <a16:creationId xmlns:a16="http://schemas.microsoft.com/office/drawing/2014/main" id="{58483873-AD6B-52AA-B4C1-63B5052747B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75" name="Group 374">
                        <a:extLst>
                          <a:ext uri="{FF2B5EF4-FFF2-40B4-BE49-F238E27FC236}">
                            <a16:creationId xmlns:a16="http://schemas.microsoft.com/office/drawing/2014/main" id="{D44BF76A-8CC0-C604-312D-50663931161A}"/>
                          </a:ext>
                        </a:extLst>
                      </p:cNvPr>
                      <p:cNvGrpSpPr/>
                      <p:nvPr/>
                    </p:nvGrpSpPr>
                    <p:grpSpPr>
                      <a:xfrm rot="14400000" flipH="1">
                        <a:off x="6434137" y="3402011"/>
                        <a:ext cx="303213" cy="303213"/>
                        <a:chOff x="5354637" y="3446463"/>
                        <a:chExt cx="214313" cy="214313"/>
                      </a:xfrm>
                    </p:grpSpPr>
                    <p:sp>
                      <p:nvSpPr>
                        <p:cNvPr id="377" name="Arc 376">
                          <a:extLst>
                            <a:ext uri="{FF2B5EF4-FFF2-40B4-BE49-F238E27FC236}">
                              <a16:creationId xmlns:a16="http://schemas.microsoft.com/office/drawing/2014/main" id="{9F1BB730-76E2-40CD-80E8-47B6DF5047E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8" name="Arc 377">
                          <a:extLst>
                            <a:ext uri="{FF2B5EF4-FFF2-40B4-BE49-F238E27FC236}">
                              <a16:creationId xmlns:a16="http://schemas.microsoft.com/office/drawing/2014/main" id="{0F785C9F-771F-E02A-8123-587C600F85F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76" name="TextBox 375">
                        <a:extLst>
                          <a:ext uri="{FF2B5EF4-FFF2-40B4-BE49-F238E27FC236}">
                            <a16:creationId xmlns:a16="http://schemas.microsoft.com/office/drawing/2014/main" id="{23099996-7EAB-7FD7-3C97-5AB5CED6C626}"/>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61" name="Group 360">
                    <a:extLst>
                      <a:ext uri="{FF2B5EF4-FFF2-40B4-BE49-F238E27FC236}">
                        <a16:creationId xmlns:a16="http://schemas.microsoft.com/office/drawing/2014/main" id="{5BA53EB4-2CC9-7484-61F5-9496396771D0}"/>
                      </a:ext>
                    </a:extLst>
                  </p:cNvPr>
                  <p:cNvGrpSpPr/>
                  <p:nvPr/>
                </p:nvGrpSpPr>
                <p:grpSpPr>
                  <a:xfrm>
                    <a:off x="6197413" y="3225768"/>
                    <a:ext cx="393192" cy="393192"/>
                    <a:chOff x="6389147" y="3932622"/>
                    <a:chExt cx="393192" cy="393192"/>
                  </a:xfrm>
                </p:grpSpPr>
                <p:grpSp>
                  <p:nvGrpSpPr>
                    <p:cNvPr id="362" name="Group 361">
                      <a:extLst>
                        <a:ext uri="{FF2B5EF4-FFF2-40B4-BE49-F238E27FC236}">
                          <a16:creationId xmlns:a16="http://schemas.microsoft.com/office/drawing/2014/main" id="{4569D8A7-E5A4-D2A1-B59D-216E68D385C1}"/>
                        </a:ext>
                      </a:extLst>
                    </p:cNvPr>
                    <p:cNvGrpSpPr/>
                    <p:nvPr/>
                  </p:nvGrpSpPr>
                  <p:grpSpPr>
                    <a:xfrm flipH="1">
                      <a:off x="6478587" y="4022061"/>
                      <a:ext cx="214313" cy="214313"/>
                      <a:chOff x="5354637" y="3446463"/>
                      <a:chExt cx="214313" cy="214313"/>
                    </a:xfrm>
                  </p:grpSpPr>
                  <p:sp>
                    <p:nvSpPr>
                      <p:cNvPr id="370" name="Arc 369">
                        <a:extLst>
                          <a:ext uri="{FF2B5EF4-FFF2-40B4-BE49-F238E27FC236}">
                            <a16:creationId xmlns:a16="http://schemas.microsoft.com/office/drawing/2014/main" id="{D7B87A49-E077-8279-041B-595A1156EB4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1" name="Arc 370">
                        <a:extLst>
                          <a:ext uri="{FF2B5EF4-FFF2-40B4-BE49-F238E27FC236}">
                            <a16:creationId xmlns:a16="http://schemas.microsoft.com/office/drawing/2014/main" id="{C43764B4-9786-7327-C276-42578CA6B4D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63" name="Group 362">
                      <a:extLst>
                        <a:ext uri="{FF2B5EF4-FFF2-40B4-BE49-F238E27FC236}">
                          <a16:creationId xmlns:a16="http://schemas.microsoft.com/office/drawing/2014/main" id="{1E1E1832-58EA-E737-B7FE-C2610826F771}"/>
                        </a:ext>
                      </a:extLst>
                    </p:cNvPr>
                    <p:cNvGrpSpPr/>
                    <p:nvPr/>
                  </p:nvGrpSpPr>
                  <p:grpSpPr>
                    <a:xfrm rot="7200000" flipH="1">
                      <a:off x="6434137" y="3977611"/>
                      <a:ext cx="303213" cy="303213"/>
                      <a:chOff x="5354637" y="3446463"/>
                      <a:chExt cx="214313" cy="214313"/>
                    </a:xfrm>
                  </p:grpSpPr>
                  <p:sp>
                    <p:nvSpPr>
                      <p:cNvPr id="368" name="Arc 367">
                        <a:extLst>
                          <a:ext uri="{FF2B5EF4-FFF2-40B4-BE49-F238E27FC236}">
                            <a16:creationId xmlns:a16="http://schemas.microsoft.com/office/drawing/2014/main" id="{2ACA7A59-66E9-40E2-9DB7-ED544F3D868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9" name="Arc 368">
                        <a:extLst>
                          <a:ext uri="{FF2B5EF4-FFF2-40B4-BE49-F238E27FC236}">
                            <a16:creationId xmlns:a16="http://schemas.microsoft.com/office/drawing/2014/main" id="{6E8D2586-F5AF-B4C8-FD70-4FA12476B1A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64" name="Group 363">
                      <a:extLst>
                        <a:ext uri="{FF2B5EF4-FFF2-40B4-BE49-F238E27FC236}">
                          <a16:creationId xmlns:a16="http://schemas.microsoft.com/office/drawing/2014/main" id="{C3F9C772-D2FF-1024-262E-05471C407F4A}"/>
                        </a:ext>
                      </a:extLst>
                    </p:cNvPr>
                    <p:cNvGrpSpPr/>
                    <p:nvPr/>
                  </p:nvGrpSpPr>
                  <p:grpSpPr>
                    <a:xfrm rot="14400000" flipH="1">
                      <a:off x="6389147" y="3932622"/>
                      <a:ext cx="393192" cy="393192"/>
                      <a:chOff x="5354637" y="3446463"/>
                      <a:chExt cx="214313" cy="214313"/>
                    </a:xfrm>
                  </p:grpSpPr>
                  <p:sp>
                    <p:nvSpPr>
                      <p:cNvPr id="366" name="Arc 365">
                        <a:extLst>
                          <a:ext uri="{FF2B5EF4-FFF2-40B4-BE49-F238E27FC236}">
                            <a16:creationId xmlns:a16="http://schemas.microsoft.com/office/drawing/2014/main" id="{73268FC7-1F42-24F1-B48B-20EFFF51366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7" name="Arc 366">
                        <a:extLst>
                          <a:ext uri="{FF2B5EF4-FFF2-40B4-BE49-F238E27FC236}">
                            <a16:creationId xmlns:a16="http://schemas.microsoft.com/office/drawing/2014/main" id="{E94A5F18-F5F9-0B38-BD5F-CEDBDE948E0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65" name="TextBox 364">
                      <a:extLst>
                        <a:ext uri="{FF2B5EF4-FFF2-40B4-BE49-F238E27FC236}">
                          <a16:creationId xmlns:a16="http://schemas.microsoft.com/office/drawing/2014/main" id="{9D61977D-5C6E-2671-1911-BF2876334153}"/>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11" name="Group 310">
                  <a:extLst>
                    <a:ext uri="{FF2B5EF4-FFF2-40B4-BE49-F238E27FC236}">
                      <a16:creationId xmlns:a16="http://schemas.microsoft.com/office/drawing/2014/main" id="{F259F5D4-D6EE-2E76-956D-C4BD4E30B8F7}"/>
                    </a:ext>
                  </a:extLst>
                </p:cNvPr>
                <p:cNvGrpSpPr/>
                <p:nvPr/>
              </p:nvGrpSpPr>
              <p:grpSpPr>
                <a:xfrm>
                  <a:off x="6069086" y="3246228"/>
                  <a:ext cx="1019224" cy="991639"/>
                  <a:chOff x="5886431" y="3225768"/>
                  <a:chExt cx="1019224" cy="991639"/>
                </a:xfrm>
              </p:grpSpPr>
              <p:grpSp>
                <p:nvGrpSpPr>
                  <p:cNvPr id="312" name="Group 311">
                    <a:extLst>
                      <a:ext uri="{FF2B5EF4-FFF2-40B4-BE49-F238E27FC236}">
                        <a16:creationId xmlns:a16="http://schemas.microsoft.com/office/drawing/2014/main" id="{A8D8611C-D255-08A9-2384-3FC4540F8EF3}"/>
                      </a:ext>
                    </a:extLst>
                  </p:cNvPr>
                  <p:cNvGrpSpPr/>
                  <p:nvPr/>
                </p:nvGrpSpPr>
                <p:grpSpPr>
                  <a:xfrm>
                    <a:off x="6197413" y="3824215"/>
                    <a:ext cx="393192" cy="393192"/>
                    <a:chOff x="5265196" y="3357021"/>
                    <a:chExt cx="393192" cy="393192"/>
                  </a:xfrm>
                </p:grpSpPr>
                <p:grpSp>
                  <p:nvGrpSpPr>
                    <p:cNvPr id="347" name="Group 346">
                      <a:extLst>
                        <a:ext uri="{FF2B5EF4-FFF2-40B4-BE49-F238E27FC236}">
                          <a16:creationId xmlns:a16="http://schemas.microsoft.com/office/drawing/2014/main" id="{11A9ADA3-B5B8-EF9E-3579-E5595628ED7D}"/>
                        </a:ext>
                      </a:extLst>
                    </p:cNvPr>
                    <p:cNvGrpSpPr/>
                    <p:nvPr/>
                  </p:nvGrpSpPr>
                  <p:grpSpPr>
                    <a:xfrm rot="14400000">
                      <a:off x="5265196" y="3357021"/>
                      <a:ext cx="393192" cy="393192"/>
                      <a:chOff x="5354637" y="3446463"/>
                      <a:chExt cx="214313" cy="214313"/>
                    </a:xfrm>
                  </p:grpSpPr>
                  <p:sp>
                    <p:nvSpPr>
                      <p:cNvPr id="356" name="Arc 355">
                        <a:extLst>
                          <a:ext uri="{FF2B5EF4-FFF2-40B4-BE49-F238E27FC236}">
                            <a16:creationId xmlns:a16="http://schemas.microsoft.com/office/drawing/2014/main" id="{3D8024CD-4596-2548-6C3B-2BC44B872CD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7" name="Arc 356">
                        <a:extLst>
                          <a:ext uri="{FF2B5EF4-FFF2-40B4-BE49-F238E27FC236}">
                            <a16:creationId xmlns:a16="http://schemas.microsoft.com/office/drawing/2014/main" id="{B56D6CD5-B71E-6047-9DA2-A2DE08E1498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48" name="Group 347">
                      <a:extLst>
                        <a:ext uri="{FF2B5EF4-FFF2-40B4-BE49-F238E27FC236}">
                          <a16:creationId xmlns:a16="http://schemas.microsoft.com/office/drawing/2014/main" id="{9B2618D2-E3CB-A374-7265-F178CF51B33E}"/>
                        </a:ext>
                      </a:extLst>
                    </p:cNvPr>
                    <p:cNvGrpSpPr/>
                    <p:nvPr/>
                  </p:nvGrpSpPr>
                  <p:grpSpPr>
                    <a:xfrm>
                      <a:off x="5310186" y="3402011"/>
                      <a:ext cx="303213" cy="303213"/>
                      <a:chOff x="5310186" y="3402011"/>
                      <a:chExt cx="303213" cy="303213"/>
                    </a:xfrm>
                  </p:grpSpPr>
                  <p:grpSp>
                    <p:nvGrpSpPr>
                      <p:cNvPr id="349" name="Group 348">
                        <a:extLst>
                          <a:ext uri="{FF2B5EF4-FFF2-40B4-BE49-F238E27FC236}">
                            <a16:creationId xmlns:a16="http://schemas.microsoft.com/office/drawing/2014/main" id="{AA0989E0-69DF-440E-9DF0-6AEC9A2FF36A}"/>
                          </a:ext>
                        </a:extLst>
                      </p:cNvPr>
                      <p:cNvGrpSpPr/>
                      <p:nvPr/>
                    </p:nvGrpSpPr>
                    <p:grpSpPr>
                      <a:xfrm>
                        <a:off x="5354636" y="3446461"/>
                        <a:ext cx="214313" cy="214313"/>
                        <a:chOff x="5354637" y="3446463"/>
                        <a:chExt cx="214313" cy="214313"/>
                      </a:xfrm>
                    </p:grpSpPr>
                    <p:sp>
                      <p:nvSpPr>
                        <p:cNvPr id="354" name="Arc 353">
                          <a:extLst>
                            <a:ext uri="{FF2B5EF4-FFF2-40B4-BE49-F238E27FC236}">
                              <a16:creationId xmlns:a16="http://schemas.microsoft.com/office/drawing/2014/main" id="{51C796CD-CE9A-2132-4AA7-3FE8E276435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5" name="Arc 354">
                          <a:extLst>
                            <a:ext uri="{FF2B5EF4-FFF2-40B4-BE49-F238E27FC236}">
                              <a16:creationId xmlns:a16="http://schemas.microsoft.com/office/drawing/2014/main" id="{74AF75B5-6270-B9B3-3FF6-624C4060CAB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50" name="Group 349">
                        <a:extLst>
                          <a:ext uri="{FF2B5EF4-FFF2-40B4-BE49-F238E27FC236}">
                            <a16:creationId xmlns:a16="http://schemas.microsoft.com/office/drawing/2014/main" id="{9056B225-B306-6D93-6705-88726368422B}"/>
                          </a:ext>
                        </a:extLst>
                      </p:cNvPr>
                      <p:cNvGrpSpPr/>
                      <p:nvPr/>
                    </p:nvGrpSpPr>
                    <p:grpSpPr>
                      <a:xfrm rot="7200000">
                        <a:off x="5310186" y="3402011"/>
                        <a:ext cx="303213" cy="303213"/>
                        <a:chOff x="5354637" y="3446463"/>
                        <a:chExt cx="214313" cy="214313"/>
                      </a:xfrm>
                    </p:grpSpPr>
                    <p:sp>
                      <p:nvSpPr>
                        <p:cNvPr id="352" name="Arc 351">
                          <a:extLst>
                            <a:ext uri="{FF2B5EF4-FFF2-40B4-BE49-F238E27FC236}">
                              <a16:creationId xmlns:a16="http://schemas.microsoft.com/office/drawing/2014/main" id="{058F2582-39AA-63CC-3C53-D296B58B42F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3" name="Arc 352">
                          <a:extLst>
                            <a:ext uri="{FF2B5EF4-FFF2-40B4-BE49-F238E27FC236}">
                              <a16:creationId xmlns:a16="http://schemas.microsoft.com/office/drawing/2014/main" id="{012214F2-1B3D-8AD3-6424-7014BA07C95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51" name="TextBox 350">
                        <a:extLst>
                          <a:ext uri="{FF2B5EF4-FFF2-40B4-BE49-F238E27FC236}">
                            <a16:creationId xmlns:a16="http://schemas.microsoft.com/office/drawing/2014/main" id="{1184E114-E741-467D-20E9-054D4404C590}"/>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13" name="Group 312">
                    <a:extLst>
                      <a:ext uri="{FF2B5EF4-FFF2-40B4-BE49-F238E27FC236}">
                        <a16:creationId xmlns:a16="http://schemas.microsoft.com/office/drawing/2014/main" id="{449F41A9-D0A3-5824-6D46-8C0786AEBED9}"/>
                      </a:ext>
                    </a:extLst>
                  </p:cNvPr>
                  <p:cNvGrpSpPr/>
                  <p:nvPr/>
                </p:nvGrpSpPr>
                <p:grpSpPr>
                  <a:xfrm>
                    <a:off x="5886431" y="3525040"/>
                    <a:ext cx="393192" cy="393192"/>
                    <a:chOff x="5265196" y="3932619"/>
                    <a:chExt cx="393192" cy="393192"/>
                  </a:xfrm>
                </p:grpSpPr>
                <p:grpSp>
                  <p:nvGrpSpPr>
                    <p:cNvPr id="337" name="Group 336">
                      <a:extLst>
                        <a:ext uri="{FF2B5EF4-FFF2-40B4-BE49-F238E27FC236}">
                          <a16:creationId xmlns:a16="http://schemas.microsoft.com/office/drawing/2014/main" id="{F535C6B2-F73F-DF58-DD04-59D318490EAD}"/>
                        </a:ext>
                      </a:extLst>
                    </p:cNvPr>
                    <p:cNvGrpSpPr/>
                    <p:nvPr/>
                  </p:nvGrpSpPr>
                  <p:grpSpPr>
                    <a:xfrm>
                      <a:off x="5354636" y="4022061"/>
                      <a:ext cx="214313" cy="214313"/>
                      <a:chOff x="5354637" y="3446463"/>
                      <a:chExt cx="214313" cy="214313"/>
                    </a:xfrm>
                  </p:grpSpPr>
                  <p:sp>
                    <p:nvSpPr>
                      <p:cNvPr id="345" name="Arc 344">
                        <a:extLst>
                          <a:ext uri="{FF2B5EF4-FFF2-40B4-BE49-F238E27FC236}">
                            <a16:creationId xmlns:a16="http://schemas.microsoft.com/office/drawing/2014/main" id="{0394DC5A-F806-25FF-AC60-92FD23FEB8E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6" name="Arc 345">
                        <a:extLst>
                          <a:ext uri="{FF2B5EF4-FFF2-40B4-BE49-F238E27FC236}">
                            <a16:creationId xmlns:a16="http://schemas.microsoft.com/office/drawing/2014/main" id="{3204FD90-E82C-A2FF-BE62-69F478FDC1E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38" name="Group 337">
                      <a:extLst>
                        <a:ext uri="{FF2B5EF4-FFF2-40B4-BE49-F238E27FC236}">
                          <a16:creationId xmlns:a16="http://schemas.microsoft.com/office/drawing/2014/main" id="{252DD781-864E-83CB-A442-0842A836B4DA}"/>
                        </a:ext>
                      </a:extLst>
                    </p:cNvPr>
                    <p:cNvGrpSpPr/>
                    <p:nvPr/>
                  </p:nvGrpSpPr>
                  <p:grpSpPr>
                    <a:xfrm rot="14400000">
                      <a:off x="5310186" y="3977611"/>
                      <a:ext cx="303213" cy="303213"/>
                      <a:chOff x="5354637" y="3446463"/>
                      <a:chExt cx="214313" cy="214313"/>
                    </a:xfrm>
                  </p:grpSpPr>
                  <p:sp>
                    <p:nvSpPr>
                      <p:cNvPr id="343" name="Arc 342">
                        <a:extLst>
                          <a:ext uri="{FF2B5EF4-FFF2-40B4-BE49-F238E27FC236}">
                            <a16:creationId xmlns:a16="http://schemas.microsoft.com/office/drawing/2014/main" id="{856B5670-1605-0E93-B109-7CA27C5B25D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4" name="Arc 343">
                        <a:extLst>
                          <a:ext uri="{FF2B5EF4-FFF2-40B4-BE49-F238E27FC236}">
                            <a16:creationId xmlns:a16="http://schemas.microsoft.com/office/drawing/2014/main" id="{74129AB4-D456-CC77-D0AC-6EA1F5A514E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39" name="Group 338">
                      <a:extLst>
                        <a:ext uri="{FF2B5EF4-FFF2-40B4-BE49-F238E27FC236}">
                          <a16:creationId xmlns:a16="http://schemas.microsoft.com/office/drawing/2014/main" id="{93FCA04A-CE9B-4055-9F64-874EF1DA7551}"/>
                        </a:ext>
                      </a:extLst>
                    </p:cNvPr>
                    <p:cNvGrpSpPr/>
                    <p:nvPr/>
                  </p:nvGrpSpPr>
                  <p:grpSpPr>
                    <a:xfrm rot="7200000">
                      <a:off x="5265196" y="3932619"/>
                      <a:ext cx="393192" cy="393192"/>
                      <a:chOff x="5354637" y="3446463"/>
                      <a:chExt cx="214313" cy="214313"/>
                    </a:xfrm>
                  </p:grpSpPr>
                  <p:sp>
                    <p:nvSpPr>
                      <p:cNvPr id="341" name="Arc 340">
                        <a:extLst>
                          <a:ext uri="{FF2B5EF4-FFF2-40B4-BE49-F238E27FC236}">
                            <a16:creationId xmlns:a16="http://schemas.microsoft.com/office/drawing/2014/main" id="{EF8891AF-C475-C1D2-C68B-209A4A22F97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2" name="Arc 341">
                        <a:extLst>
                          <a:ext uri="{FF2B5EF4-FFF2-40B4-BE49-F238E27FC236}">
                            <a16:creationId xmlns:a16="http://schemas.microsoft.com/office/drawing/2014/main" id="{71B43FE2-0E9A-04BC-492E-DA1AB821C0A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40" name="TextBox 339">
                      <a:extLst>
                        <a:ext uri="{FF2B5EF4-FFF2-40B4-BE49-F238E27FC236}">
                          <a16:creationId xmlns:a16="http://schemas.microsoft.com/office/drawing/2014/main" id="{132F3711-13B0-0004-9CB3-A9D1CD8EACB9}"/>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314" name="Group 313">
                    <a:extLst>
                      <a:ext uri="{FF2B5EF4-FFF2-40B4-BE49-F238E27FC236}">
                        <a16:creationId xmlns:a16="http://schemas.microsoft.com/office/drawing/2014/main" id="{A6B72888-C047-A075-DFED-3862C66B1F35}"/>
                      </a:ext>
                    </a:extLst>
                  </p:cNvPr>
                  <p:cNvGrpSpPr/>
                  <p:nvPr/>
                </p:nvGrpSpPr>
                <p:grpSpPr>
                  <a:xfrm>
                    <a:off x="6512463" y="3525040"/>
                    <a:ext cx="393192" cy="393192"/>
                    <a:chOff x="6389147" y="3357021"/>
                    <a:chExt cx="393192" cy="393192"/>
                  </a:xfrm>
                </p:grpSpPr>
                <p:grpSp>
                  <p:nvGrpSpPr>
                    <p:cNvPr id="326" name="Group 325">
                      <a:extLst>
                        <a:ext uri="{FF2B5EF4-FFF2-40B4-BE49-F238E27FC236}">
                          <a16:creationId xmlns:a16="http://schemas.microsoft.com/office/drawing/2014/main" id="{DFE1F7F6-F497-36C3-C2EF-2C20A8555D71}"/>
                        </a:ext>
                      </a:extLst>
                    </p:cNvPr>
                    <p:cNvGrpSpPr/>
                    <p:nvPr/>
                  </p:nvGrpSpPr>
                  <p:grpSpPr>
                    <a:xfrm rot="7200000" flipH="1">
                      <a:off x="6389147" y="3357021"/>
                      <a:ext cx="393192" cy="393192"/>
                      <a:chOff x="5354637" y="3446463"/>
                      <a:chExt cx="214313" cy="214313"/>
                    </a:xfrm>
                  </p:grpSpPr>
                  <p:sp>
                    <p:nvSpPr>
                      <p:cNvPr id="335" name="Arc 334">
                        <a:extLst>
                          <a:ext uri="{FF2B5EF4-FFF2-40B4-BE49-F238E27FC236}">
                            <a16:creationId xmlns:a16="http://schemas.microsoft.com/office/drawing/2014/main" id="{62A39BA2-4E0C-45B3-8BE4-DBACFE7E1AC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6" name="Arc 335">
                        <a:extLst>
                          <a:ext uri="{FF2B5EF4-FFF2-40B4-BE49-F238E27FC236}">
                            <a16:creationId xmlns:a16="http://schemas.microsoft.com/office/drawing/2014/main" id="{34FA8C4C-A534-43BA-2455-93676597A59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27" name="Group 326">
                      <a:extLst>
                        <a:ext uri="{FF2B5EF4-FFF2-40B4-BE49-F238E27FC236}">
                          <a16:creationId xmlns:a16="http://schemas.microsoft.com/office/drawing/2014/main" id="{D3779D8C-6F29-7785-718B-4A420CF007A1}"/>
                        </a:ext>
                      </a:extLst>
                    </p:cNvPr>
                    <p:cNvGrpSpPr/>
                    <p:nvPr/>
                  </p:nvGrpSpPr>
                  <p:grpSpPr>
                    <a:xfrm>
                      <a:off x="6434137" y="3402011"/>
                      <a:ext cx="303213" cy="303213"/>
                      <a:chOff x="6434137" y="3402011"/>
                      <a:chExt cx="303213" cy="303213"/>
                    </a:xfrm>
                  </p:grpSpPr>
                  <p:grpSp>
                    <p:nvGrpSpPr>
                      <p:cNvPr id="328" name="Group 327">
                        <a:extLst>
                          <a:ext uri="{FF2B5EF4-FFF2-40B4-BE49-F238E27FC236}">
                            <a16:creationId xmlns:a16="http://schemas.microsoft.com/office/drawing/2014/main" id="{1C7556C5-68A8-7E12-F460-1540EB649F73}"/>
                          </a:ext>
                        </a:extLst>
                      </p:cNvPr>
                      <p:cNvGrpSpPr/>
                      <p:nvPr/>
                    </p:nvGrpSpPr>
                    <p:grpSpPr>
                      <a:xfrm flipH="1">
                        <a:off x="6478587" y="3446461"/>
                        <a:ext cx="214313" cy="214313"/>
                        <a:chOff x="5354637" y="3446463"/>
                        <a:chExt cx="214313" cy="214313"/>
                      </a:xfrm>
                    </p:grpSpPr>
                    <p:sp>
                      <p:nvSpPr>
                        <p:cNvPr id="333" name="Arc 332">
                          <a:extLst>
                            <a:ext uri="{FF2B5EF4-FFF2-40B4-BE49-F238E27FC236}">
                              <a16:creationId xmlns:a16="http://schemas.microsoft.com/office/drawing/2014/main" id="{5853DE4F-6DAE-5DD8-8EFA-27A57E271DE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4" name="Arc 333">
                          <a:extLst>
                            <a:ext uri="{FF2B5EF4-FFF2-40B4-BE49-F238E27FC236}">
                              <a16:creationId xmlns:a16="http://schemas.microsoft.com/office/drawing/2014/main" id="{E8EDF6CC-DF73-9302-E11A-2FC32A2E1B1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29" name="Group 328">
                        <a:extLst>
                          <a:ext uri="{FF2B5EF4-FFF2-40B4-BE49-F238E27FC236}">
                            <a16:creationId xmlns:a16="http://schemas.microsoft.com/office/drawing/2014/main" id="{465E604E-7FE0-221D-5A26-B880DDC0BE73}"/>
                          </a:ext>
                        </a:extLst>
                      </p:cNvPr>
                      <p:cNvGrpSpPr/>
                      <p:nvPr/>
                    </p:nvGrpSpPr>
                    <p:grpSpPr>
                      <a:xfrm rot="14400000" flipH="1">
                        <a:off x="6434137" y="3402011"/>
                        <a:ext cx="303213" cy="303213"/>
                        <a:chOff x="5354637" y="3446463"/>
                        <a:chExt cx="214313" cy="214313"/>
                      </a:xfrm>
                    </p:grpSpPr>
                    <p:sp>
                      <p:nvSpPr>
                        <p:cNvPr id="331" name="Arc 330">
                          <a:extLst>
                            <a:ext uri="{FF2B5EF4-FFF2-40B4-BE49-F238E27FC236}">
                              <a16:creationId xmlns:a16="http://schemas.microsoft.com/office/drawing/2014/main" id="{BEFC9348-EE68-50F6-E457-8AE62CDB072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2" name="Arc 331">
                          <a:extLst>
                            <a:ext uri="{FF2B5EF4-FFF2-40B4-BE49-F238E27FC236}">
                              <a16:creationId xmlns:a16="http://schemas.microsoft.com/office/drawing/2014/main" id="{0C533555-D6E3-EA76-61E7-5CE9FE5D85B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30" name="TextBox 329">
                        <a:extLst>
                          <a:ext uri="{FF2B5EF4-FFF2-40B4-BE49-F238E27FC236}">
                            <a16:creationId xmlns:a16="http://schemas.microsoft.com/office/drawing/2014/main" id="{9DF28159-37C8-1DD7-323B-544FCDAF39D9}"/>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15" name="Group 314">
                    <a:extLst>
                      <a:ext uri="{FF2B5EF4-FFF2-40B4-BE49-F238E27FC236}">
                        <a16:creationId xmlns:a16="http://schemas.microsoft.com/office/drawing/2014/main" id="{49F17966-89CC-EC92-D029-189393A43A09}"/>
                      </a:ext>
                    </a:extLst>
                  </p:cNvPr>
                  <p:cNvGrpSpPr/>
                  <p:nvPr/>
                </p:nvGrpSpPr>
                <p:grpSpPr>
                  <a:xfrm>
                    <a:off x="6197413" y="3225768"/>
                    <a:ext cx="393192" cy="393192"/>
                    <a:chOff x="6389147" y="3932622"/>
                    <a:chExt cx="393192" cy="393192"/>
                  </a:xfrm>
                </p:grpSpPr>
                <p:grpSp>
                  <p:nvGrpSpPr>
                    <p:cNvPr id="316" name="Group 315">
                      <a:extLst>
                        <a:ext uri="{FF2B5EF4-FFF2-40B4-BE49-F238E27FC236}">
                          <a16:creationId xmlns:a16="http://schemas.microsoft.com/office/drawing/2014/main" id="{2A8757F7-D120-4E3B-7E80-AA43AB07940A}"/>
                        </a:ext>
                      </a:extLst>
                    </p:cNvPr>
                    <p:cNvGrpSpPr/>
                    <p:nvPr/>
                  </p:nvGrpSpPr>
                  <p:grpSpPr>
                    <a:xfrm flipH="1">
                      <a:off x="6478587" y="4022061"/>
                      <a:ext cx="214313" cy="214313"/>
                      <a:chOff x="5354637" y="3446463"/>
                      <a:chExt cx="214313" cy="214313"/>
                    </a:xfrm>
                  </p:grpSpPr>
                  <p:sp>
                    <p:nvSpPr>
                      <p:cNvPr id="324" name="Arc 323">
                        <a:extLst>
                          <a:ext uri="{FF2B5EF4-FFF2-40B4-BE49-F238E27FC236}">
                            <a16:creationId xmlns:a16="http://schemas.microsoft.com/office/drawing/2014/main" id="{5E8413AF-925C-41BD-7474-FAD2891B298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5" name="Arc 324">
                        <a:extLst>
                          <a:ext uri="{FF2B5EF4-FFF2-40B4-BE49-F238E27FC236}">
                            <a16:creationId xmlns:a16="http://schemas.microsoft.com/office/drawing/2014/main" id="{09209CD1-8E70-5302-216C-5BAC36BA941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17" name="Group 316">
                      <a:extLst>
                        <a:ext uri="{FF2B5EF4-FFF2-40B4-BE49-F238E27FC236}">
                          <a16:creationId xmlns:a16="http://schemas.microsoft.com/office/drawing/2014/main" id="{FCF80B80-B605-C7E4-7FDD-F88920E99992}"/>
                        </a:ext>
                      </a:extLst>
                    </p:cNvPr>
                    <p:cNvGrpSpPr/>
                    <p:nvPr/>
                  </p:nvGrpSpPr>
                  <p:grpSpPr>
                    <a:xfrm rot="7200000" flipH="1">
                      <a:off x="6434137" y="3977611"/>
                      <a:ext cx="303213" cy="303213"/>
                      <a:chOff x="5354637" y="3446463"/>
                      <a:chExt cx="214313" cy="214313"/>
                    </a:xfrm>
                  </p:grpSpPr>
                  <p:sp>
                    <p:nvSpPr>
                      <p:cNvPr id="322" name="Arc 321">
                        <a:extLst>
                          <a:ext uri="{FF2B5EF4-FFF2-40B4-BE49-F238E27FC236}">
                            <a16:creationId xmlns:a16="http://schemas.microsoft.com/office/drawing/2014/main" id="{5B42A527-BC09-BB76-BAE0-3956A97F0F0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3" name="Arc 322">
                        <a:extLst>
                          <a:ext uri="{FF2B5EF4-FFF2-40B4-BE49-F238E27FC236}">
                            <a16:creationId xmlns:a16="http://schemas.microsoft.com/office/drawing/2014/main" id="{4354350D-ED93-4461-B7B9-FEEAC3A397F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18" name="Group 317">
                      <a:extLst>
                        <a:ext uri="{FF2B5EF4-FFF2-40B4-BE49-F238E27FC236}">
                          <a16:creationId xmlns:a16="http://schemas.microsoft.com/office/drawing/2014/main" id="{1DD7E41E-1E44-E2CA-5C55-EACF82DC44AA}"/>
                        </a:ext>
                      </a:extLst>
                    </p:cNvPr>
                    <p:cNvGrpSpPr/>
                    <p:nvPr/>
                  </p:nvGrpSpPr>
                  <p:grpSpPr>
                    <a:xfrm rot="14400000" flipH="1">
                      <a:off x="6389147" y="3932622"/>
                      <a:ext cx="393192" cy="393192"/>
                      <a:chOff x="5354637" y="3446463"/>
                      <a:chExt cx="214313" cy="214313"/>
                    </a:xfrm>
                  </p:grpSpPr>
                  <p:sp>
                    <p:nvSpPr>
                      <p:cNvPr id="320" name="Arc 319">
                        <a:extLst>
                          <a:ext uri="{FF2B5EF4-FFF2-40B4-BE49-F238E27FC236}">
                            <a16:creationId xmlns:a16="http://schemas.microsoft.com/office/drawing/2014/main" id="{C4EB0592-6864-6F51-F16C-FD4B69197C2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1" name="Arc 320">
                        <a:extLst>
                          <a:ext uri="{FF2B5EF4-FFF2-40B4-BE49-F238E27FC236}">
                            <a16:creationId xmlns:a16="http://schemas.microsoft.com/office/drawing/2014/main" id="{453FA568-19DE-E004-C58F-E086E359706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19" name="TextBox 318">
                      <a:extLst>
                        <a:ext uri="{FF2B5EF4-FFF2-40B4-BE49-F238E27FC236}">
                          <a16:creationId xmlns:a16="http://schemas.microsoft.com/office/drawing/2014/main" id="{76948895-EC87-0EDC-2AF6-2D36B7C67D52}"/>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215" name="Group 214">
                <a:extLst>
                  <a:ext uri="{FF2B5EF4-FFF2-40B4-BE49-F238E27FC236}">
                    <a16:creationId xmlns:a16="http://schemas.microsoft.com/office/drawing/2014/main" id="{CE335F89-55DB-5D70-9256-BBE4C8003DB1}"/>
                  </a:ext>
                </a:extLst>
              </p:cNvPr>
              <p:cNvGrpSpPr/>
              <p:nvPr/>
            </p:nvGrpSpPr>
            <p:grpSpPr>
              <a:xfrm>
                <a:off x="6065340" y="2039507"/>
                <a:ext cx="1643204" cy="1593124"/>
                <a:chOff x="5445106" y="2644743"/>
                <a:chExt cx="1643204" cy="1593124"/>
              </a:xfrm>
            </p:grpSpPr>
            <p:grpSp>
              <p:nvGrpSpPr>
                <p:cNvPr id="216" name="Group 215">
                  <a:extLst>
                    <a:ext uri="{FF2B5EF4-FFF2-40B4-BE49-F238E27FC236}">
                      <a16:creationId xmlns:a16="http://schemas.microsoft.com/office/drawing/2014/main" id="{EB440985-EF95-4626-E280-31AB2A3FDD8B}"/>
                    </a:ext>
                  </a:extLst>
                </p:cNvPr>
                <p:cNvGrpSpPr/>
                <p:nvPr/>
              </p:nvGrpSpPr>
              <p:grpSpPr>
                <a:xfrm>
                  <a:off x="5445106" y="2644743"/>
                  <a:ext cx="1019224" cy="991639"/>
                  <a:chOff x="5886431" y="3225768"/>
                  <a:chExt cx="1019224" cy="991639"/>
                </a:xfrm>
              </p:grpSpPr>
              <p:grpSp>
                <p:nvGrpSpPr>
                  <p:cNvPr id="264" name="Group 263">
                    <a:extLst>
                      <a:ext uri="{FF2B5EF4-FFF2-40B4-BE49-F238E27FC236}">
                        <a16:creationId xmlns:a16="http://schemas.microsoft.com/office/drawing/2014/main" id="{164287E5-5419-E012-9E4A-44402F737D04}"/>
                      </a:ext>
                    </a:extLst>
                  </p:cNvPr>
                  <p:cNvGrpSpPr/>
                  <p:nvPr/>
                </p:nvGrpSpPr>
                <p:grpSpPr>
                  <a:xfrm>
                    <a:off x="6197413" y="3824215"/>
                    <a:ext cx="393192" cy="393192"/>
                    <a:chOff x="5265196" y="3357021"/>
                    <a:chExt cx="393192" cy="393192"/>
                  </a:xfrm>
                </p:grpSpPr>
                <p:grpSp>
                  <p:nvGrpSpPr>
                    <p:cNvPr id="299" name="Group 298">
                      <a:extLst>
                        <a:ext uri="{FF2B5EF4-FFF2-40B4-BE49-F238E27FC236}">
                          <a16:creationId xmlns:a16="http://schemas.microsoft.com/office/drawing/2014/main" id="{D4A20620-520B-A134-839D-A4ED21F138C1}"/>
                        </a:ext>
                      </a:extLst>
                    </p:cNvPr>
                    <p:cNvGrpSpPr/>
                    <p:nvPr/>
                  </p:nvGrpSpPr>
                  <p:grpSpPr>
                    <a:xfrm rot="14400000">
                      <a:off x="5265196" y="3357021"/>
                      <a:ext cx="393192" cy="393192"/>
                      <a:chOff x="5354637" y="3446463"/>
                      <a:chExt cx="214313" cy="214313"/>
                    </a:xfrm>
                  </p:grpSpPr>
                  <p:sp>
                    <p:nvSpPr>
                      <p:cNvPr id="308" name="Arc 307">
                        <a:extLst>
                          <a:ext uri="{FF2B5EF4-FFF2-40B4-BE49-F238E27FC236}">
                            <a16:creationId xmlns:a16="http://schemas.microsoft.com/office/drawing/2014/main" id="{0FD20A85-3B43-35EA-F49A-B7F1AB3E0E8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9" name="Arc 308">
                        <a:extLst>
                          <a:ext uri="{FF2B5EF4-FFF2-40B4-BE49-F238E27FC236}">
                            <a16:creationId xmlns:a16="http://schemas.microsoft.com/office/drawing/2014/main" id="{9F1EB473-2333-24C1-E5D5-3A201B13C79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00" name="Group 299">
                      <a:extLst>
                        <a:ext uri="{FF2B5EF4-FFF2-40B4-BE49-F238E27FC236}">
                          <a16:creationId xmlns:a16="http://schemas.microsoft.com/office/drawing/2014/main" id="{B5F51F88-CCC4-90B0-6474-B516623AC606}"/>
                        </a:ext>
                      </a:extLst>
                    </p:cNvPr>
                    <p:cNvGrpSpPr/>
                    <p:nvPr/>
                  </p:nvGrpSpPr>
                  <p:grpSpPr>
                    <a:xfrm>
                      <a:off x="5310186" y="3402011"/>
                      <a:ext cx="303213" cy="303213"/>
                      <a:chOff x="5310186" y="3402011"/>
                      <a:chExt cx="303213" cy="303213"/>
                    </a:xfrm>
                  </p:grpSpPr>
                  <p:grpSp>
                    <p:nvGrpSpPr>
                      <p:cNvPr id="301" name="Group 300">
                        <a:extLst>
                          <a:ext uri="{FF2B5EF4-FFF2-40B4-BE49-F238E27FC236}">
                            <a16:creationId xmlns:a16="http://schemas.microsoft.com/office/drawing/2014/main" id="{44122140-34EE-6B03-51D1-7E6C4F5E9204}"/>
                          </a:ext>
                        </a:extLst>
                      </p:cNvPr>
                      <p:cNvGrpSpPr/>
                      <p:nvPr/>
                    </p:nvGrpSpPr>
                    <p:grpSpPr>
                      <a:xfrm>
                        <a:off x="5354636" y="3446461"/>
                        <a:ext cx="214313" cy="214313"/>
                        <a:chOff x="5354637" y="3446463"/>
                        <a:chExt cx="214313" cy="214313"/>
                      </a:xfrm>
                    </p:grpSpPr>
                    <p:sp>
                      <p:nvSpPr>
                        <p:cNvPr id="306" name="Arc 305">
                          <a:extLst>
                            <a:ext uri="{FF2B5EF4-FFF2-40B4-BE49-F238E27FC236}">
                              <a16:creationId xmlns:a16="http://schemas.microsoft.com/office/drawing/2014/main" id="{B74FB687-3947-0230-0905-1B34A67DF26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7" name="Arc 306">
                          <a:extLst>
                            <a:ext uri="{FF2B5EF4-FFF2-40B4-BE49-F238E27FC236}">
                              <a16:creationId xmlns:a16="http://schemas.microsoft.com/office/drawing/2014/main" id="{93FB5BB7-A6AD-4F83-F865-A7EBE6AC709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02" name="Group 301">
                        <a:extLst>
                          <a:ext uri="{FF2B5EF4-FFF2-40B4-BE49-F238E27FC236}">
                            <a16:creationId xmlns:a16="http://schemas.microsoft.com/office/drawing/2014/main" id="{2F6F6632-1FC3-C797-9203-E855E0B5255B}"/>
                          </a:ext>
                        </a:extLst>
                      </p:cNvPr>
                      <p:cNvGrpSpPr/>
                      <p:nvPr/>
                    </p:nvGrpSpPr>
                    <p:grpSpPr>
                      <a:xfrm rot="7200000">
                        <a:off x="5310186" y="3402011"/>
                        <a:ext cx="303213" cy="303213"/>
                        <a:chOff x="5354637" y="3446463"/>
                        <a:chExt cx="214313" cy="214313"/>
                      </a:xfrm>
                    </p:grpSpPr>
                    <p:sp>
                      <p:nvSpPr>
                        <p:cNvPr id="304" name="Arc 303">
                          <a:extLst>
                            <a:ext uri="{FF2B5EF4-FFF2-40B4-BE49-F238E27FC236}">
                              <a16:creationId xmlns:a16="http://schemas.microsoft.com/office/drawing/2014/main" id="{F34EF491-3729-0585-DE17-50EB0E75B2C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5" name="Arc 304">
                          <a:extLst>
                            <a:ext uri="{FF2B5EF4-FFF2-40B4-BE49-F238E27FC236}">
                              <a16:creationId xmlns:a16="http://schemas.microsoft.com/office/drawing/2014/main" id="{58D182EF-A576-E21B-2E85-5E79DC46076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03" name="TextBox 302">
                        <a:extLst>
                          <a:ext uri="{FF2B5EF4-FFF2-40B4-BE49-F238E27FC236}">
                            <a16:creationId xmlns:a16="http://schemas.microsoft.com/office/drawing/2014/main" id="{6D7D32C8-8110-E570-60C1-74666DE0A614}"/>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65" name="Group 264">
                    <a:extLst>
                      <a:ext uri="{FF2B5EF4-FFF2-40B4-BE49-F238E27FC236}">
                        <a16:creationId xmlns:a16="http://schemas.microsoft.com/office/drawing/2014/main" id="{7A110314-C930-FC23-B190-455C25C9C78B}"/>
                      </a:ext>
                    </a:extLst>
                  </p:cNvPr>
                  <p:cNvGrpSpPr/>
                  <p:nvPr/>
                </p:nvGrpSpPr>
                <p:grpSpPr>
                  <a:xfrm>
                    <a:off x="5886431" y="3525040"/>
                    <a:ext cx="393192" cy="393192"/>
                    <a:chOff x="5265196" y="3932619"/>
                    <a:chExt cx="393192" cy="393192"/>
                  </a:xfrm>
                </p:grpSpPr>
                <p:grpSp>
                  <p:nvGrpSpPr>
                    <p:cNvPr id="289" name="Group 288">
                      <a:extLst>
                        <a:ext uri="{FF2B5EF4-FFF2-40B4-BE49-F238E27FC236}">
                          <a16:creationId xmlns:a16="http://schemas.microsoft.com/office/drawing/2014/main" id="{9465BC13-816E-5CE8-68F8-D70A8F348F95}"/>
                        </a:ext>
                      </a:extLst>
                    </p:cNvPr>
                    <p:cNvGrpSpPr/>
                    <p:nvPr/>
                  </p:nvGrpSpPr>
                  <p:grpSpPr>
                    <a:xfrm>
                      <a:off x="5354636" y="4022061"/>
                      <a:ext cx="214313" cy="214313"/>
                      <a:chOff x="5354637" y="3446463"/>
                      <a:chExt cx="214313" cy="214313"/>
                    </a:xfrm>
                  </p:grpSpPr>
                  <p:sp>
                    <p:nvSpPr>
                      <p:cNvPr id="297" name="Arc 296">
                        <a:extLst>
                          <a:ext uri="{FF2B5EF4-FFF2-40B4-BE49-F238E27FC236}">
                            <a16:creationId xmlns:a16="http://schemas.microsoft.com/office/drawing/2014/main" id="{87732DEC-DFDB-9B91-C2B7-D7862C318FE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8" name="Arc 297">
                        <a:extLst>
                          <a:ext uri="{FF2B5EF4-FFF2-40B4-BE49-F238E27FC236}">
                            <a16:creationId xmlns:a16="http://schemas.microsoft.com/office/drawing/2014/main" id="{E6F39020-905C-9D46-CC9E-29CFCC47845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90" name="Group 289">
                      <a:extLst>
                        <a:ext uri="{FF2B5EF4-FFF2-40B4-BE49-F238E27FC236}">
                          <a16:creationId xmlns:a16="http://schemas.microsoft.com/office/drawing/2014/main" id="{6AA27047-210D-D3AC-D45B-F8F6EEDEAC70}"/>
                        </a:ext>
                      </a:extLst>
                    </p:cNvPr>
                    <p:cNvGrpSpPr/>
                    <p:nvPr/>
                  </p:nvGrpSpPr>
                  <p:grpSpPr>
                    <a:xfrm rot="14400000">
                      <a:off x="5310186" y="3977611"/>
                      <a:ext cx="303213" cy="303213"/>
                      <a:chOff x="5354637" y="3446463"/>
                      <a:chExt cx="214313" cy="214313"/>
                    </a:xfrm>
                  </p:grpSpPr>
                  <p:sp>
                    <p:nvSpPr>
                      <p:cNvPr id="295" name="Arc 294">
                        <a:extLst>
                          <a:ext uri="{FF2B5EF4-FFF2-40B4-BE49-F238E27FC236}">
                            <a16:creationId xmlns:a16="http://schemas.microsoft.com/office/drawing/2014/main" id="{403F9510-34E1-6780-DD90-F94D356EA85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6" name="Arc 295">
                        <a:extLst>
                          <a:ext uri="{FF2B5EF4-FFF2-40B4-BE49-F238E27FC236}">
                            <a16:creationId xmlns:a16="http://schemas.microsoft.com/office/drawing/2014/main" id="{6D3FC1BC-EB47-F7C3-4514-85B179CE5E8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91" name="Group 290">
                      <a:extLst>
                        <a:ext uri="{FF2B5EF4-FFF2-40B4-BE49-F238E27FC236}">
                          <a16:creationId xmlns:a16="http://schemas.microsoft.com/office/drawing/2014/main" id="{52619A3A-1109-3C7B-4E5B-E5B71F35552F}"/>
                        </a:ext>
                      </a:extLst>
                    </p:cNvPr>
                    <p:cNvGrpSpPr/>
                    <p:nvPr/>
                  </p:nvGrpSpPr>
                  <p:grpSpPr>
                    <a:xfrm rot="7200000">
                      <a:off x="5265196" y="3932619"/>
                      <a:ext cx="393192" cy="393192"/>
                      <a:chOff x="5354637" y="3446463"/>
                      <a:chExt cx="214313" cy="214313"/>
                    </a:xfrm>
                  </p:grpSpPr>
                  <p:sp>
                    <p:nvSpPr>
                      <p:cNvPr id="293" name="Arc 292">
                        <a:extLst>
                          <a:ext uri="{FF2B5EF4-FFF2-40B4-BE49-F238E27FC236}">
                            <a16:creationId xmlns:a16="http://schemas.microsoft.com/office/drawing/2014/main" id="{DC571545-1DA1-9C00-A1C3-F2F9CFAC26A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4" name="Arc 293">
                        <a:extLst>
                          <a:ext uri="{FF2B5EF4-FFF2-40B4-BE49-F238E27FC236}">
                            <a16:creationId xmlns:a16="http://schemas.microsoft.com/office/drawing/2014/main" id="{521DA028-0268-72B6-CC7A-B2A25D266DB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92" name="TextBox 291">
                      <a:extLst>
                        <a:ext uri="{FF2B5EF4-FFF2-40B4-BE49-F238E27FC236}">
                          <a16:creationId xmlns:a16="http://schemas.microsoft.com/office/drawing/2014/main" id="{E5168231-4358-F8CD-2D12-975ECA957B38}"/>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66" name="Group 265">
                    <a:extLst>
                      <a:ext uri="{FF2B5EF4-FFF2-40B4-BE49-F238E27FC236}">
                        <a16:creationId xmlns:a16="http://schemas.microsoft.com/office/drawing/2014/main" id="{A2B3DE2B-A7D9-0405-B9A8-B5FDFD6EF0E4}"/>
                      </a:ext>
                    </a:extLst>
                  </p:cNvPr>
                  <p:cNvGrpSpPr/>
                  <p:nvPr/>
                </p:nvGrpSpPr>
                <p:grpSpPr>
                  <a:xfrm>
                    <a:off x="6512463" y="3525040"/>
                    <a:ext cx="393192" cy="393192"/>
                    <a:chOff x="6389147" y="3357021"/>
                    <a:chExt cx="393192" cy="393192"/>
                  </a:xfrm>
                </p:grpSpPr>
                <p:grpSp>
                  <p:nvGrpSpPr>
                    <p:cNvPr id="278" name="Group 277">
                      <a:extLst>
                        <a:ext uri="{FF2B5EF4-FFF2-40B4-BE49-F238E27FC236}">
                          <a16:creationId xmlns:a16="http://schemas.microsoft.com/office/drawing/2014/main" id="{3B35BF67-7C9A-BA9C-341C-A76C87D6D558}"/>
                        </a:ext>
                      </a:extLst>
                    </p:cNvPr>
                    <p:cNvGrpSpPr/>
                    <p:nvPr/>
                  </p:nvGrpSpPr>
                  <p:grpSpPr>
                    <a:xfrm rot="7200000" flipH="1">
                      <a:off x="6389147" y="3357021"/>
                      <a:ext cx="393192" cy="393192"/>
                      <a:chOff x="5354637" y="3446463"/>
                      <a:chExt cx="214313" cy="214313"/>
                    </a:xfrm>
                  </p:grpSpPr>
                  <p:sp>
                    <p:nvSpPr>
                      <p:cNvPr id="287" name="Arc 286">
                        <a:extLst>
                          <a:ext uri="{FF2B5EF4-FFF2-40B4-BE49-F238E27FC236}">
                            <a16:creationId xmlns:a16="http://schemas.microsoft.com/office/drawing/2014/main" id="{7EF113E6-FD9E-4648-FC2B-6568680505B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8" name="Arc 287">
                        <a:extLst>
                          <a:ext uri="{FF2B5EF4-FFF2-40B4-BE49-F238E27FC236}">
                            <a16:creationId xmlns:a16="http://schemas.microsoft.com/office/drawing/2014/main" id="{B158B6B4-7EB0-67E8-6992-02FF0888BCB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79" name="Group 278">
                      <a:extLst>
                        <a:ext uri="{FF2B5EF4-FFF2-40B4-BE49-F238E27FC236}">
                          <a16:creationId xmlns:a16="http://schemas.microsoft.com/office/drawing/2014/main" id="{97938AD9-F25A-6F19-61AC-807072F29D10}"/>
                        </a:ext>
                      </a:extLst>
                    </p:cNvPr>
                    <p:cNvGrpSpPr/>
                    <p:nvPr/>
                  </p:nvGrpSpPr>
                  <p:grpSpPr>
                    <a:xfrm>
                      <a:off x="6434137" y="3402011"/>
                      <a:ext cx="303213" cy="303213"/>
                      <a:chOff x="6434137" y="3402011"/>
                      <a:chExt cx="303213" cy="303213"/>
                    </a:xfrm>
                  </p:grpSpPr>
                  <p:grpSp>
                    <p:nvGrpSpPr>
                      <p:cNvPr id="280" name="Group 279">
                        <a:extLst>
                          <a:ext uri="{FF2B5EF4-FFF2-40B4-BE49-F238E27FC236}">
                            <a16:creationId xmlns:a16="http://schemas.microsoft.com/office/drawing/2014/main" id="{EE67E880-85AB-ECED-FB7E-7B638B95BE24}"/>
                          </a:ext>
                        </a:extLst>
                      </p:cNvPr>
                      <p:cNvGrpSpPr/>
                      <p:nvPr/>
                    </p:nvGrpSpPr>
                    <p:grpSpPr>
                      <a:xfrm flipH="1">
                        <a:off x="6478587" y="3446461"/>
                        <a:ext cx="214313" cy="214313"/>
                        <a:chOff x="5354637" y="3446463"/>
                        <a:chExt cx="214313" cy="214313"/>
                      </a:xfrm>
                    </p:grpSpPr>
                    <p:sp>
                      <p:nvSpPr>
                        <p:cNvPr id="285" name="Arc 284">
                          <a:extLst>
                            <a:ext uri="{FF2B5EF4-FFF2-40B4-BE49-F238E27FC236}">
                              <a16:creationId xmlns:a16="http://schemas.microsoft.com/office/drawing/2014/main" id="{BDB1BBEC-7CB9-EA0F-9119-0DCBFB2194C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6" name="Arc 285">
                          <a:extLst>
                            <a:ext uri="{FF2B5EF4-FFF2-40B4-BE49-F238E27FC236}">
                              <a16:creationId xmlns:a16="http://schemas.microsoft.com/office/drawing/2014/main" id="{E9AB0632-94D1-7602-1ADB-6622531C934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81" name="Group 280">
                        <a:extLst>
                          <a:ext uri="{FF2B5EF4-FFF2-40B4-BE49-F238E27FC236}">
                            <a16:creationId xmlns:a16="http://schemas.microsoft.com/office/drawing/2014/main" id="{B3DFC91C-2DEE-1F6F-F9D3-54C8CD935F55}"/>
                          </a:ext>
                        </a:extLst>
                      </p:cNvPr>
                      <p:cNvGrpSpPr/>
                      <p:nvPr/>
                    </p:nvGrpSpPr>
                    <p:grpSpPr>
                      <a:xfrm rot="14400000" flipH="1">
                        <a:off x="6434137" y="3402011"/>
                        <a:ext cx="303213" cy="303213"/>
                        <a:chOff x="5354637" y="3446463"/>
                        <a:chExt cx="214313" cy="214313"/>
                      </a:xfrm>
                    </p:grpSpPr>
                    <p:sp>
                      <p:nvSpPr>
                        <p:cNvPr id="283" name="Arc 282">
                          <a:extLst>
                            <a:ext uri="{FF2B5EF4-FFF2-40B4-BE49-F238E27FC236}">
                              <a16:creationId xmlns:a16="http://schemas.microsoft.com/office/drawing/2014/main" id="{31731ECD-1AAF-DD0F-EF82-FB6A3B6C196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4" name="Arc 283">
                          <a:extLst>
                            <a:ext uri="{FF2B5EF4-FFF2-40B4-BE49-F238E27FC236}">
                              <a16:creationId xmlns:a16="http://schemas.microsoft.com/office/drawing/2014/main" id="{CB60EE61-0D47-29E1-FDE3-06407528061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82" name="TextBox 281">
                        <a:extLst>
                          <a:ext uri="{FF2B5EF4-FFF2-40B4-BE49-F238E27FC236}">
                            <a16:creationId xmlns:a16="http://schemas.microsoft.com/office/drawing/2014/main" id="{BDE3587B-8497-0B46-F2ED-F87B7992251C}"/>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67" name="Group 266">
                    <a:extLst>
                      <a:ext uri="{FF2B5EF4-FFF2-40B4-BE49-F238E27FC236}">
                        <a16:creationId xmlns:a16="http://schemas.microsoft.com/office/drawing/2014/main" id="{498E48D4-0240-61EC-387C-F1CC078B59F9}"/>
                      </a:ext>
                    </a:extLst>
                  </p:cNvPr>
                  <p:cNvGrpSpPr/>
                  <p:nvPr/>
                </p:nvGrpSpPr>
                <p:grpSpPr>
                  <a:xfrm>
                    <a:off x="6197413" y="3225768"/>
                    <a:ext cx="393192" cy="393192"/>
                    <a:chOff x="6389147" y="3932622"/>
                    <a:chExt cx="393192" cy="393192"/>
                  </a:xfrm>
                </p:grpSpPr>
                <p:grpSp>
                  <p:nvGrpSpPr>
                    <p:cNvPr id="268" name="Group 267">
                      <a:extLst>
                        <a:ext uri="{FF2B5EF4-FFF2-40B4-BE49-F238E27FC236}">
                          <a16:creationId xmlns:a16="http://schemas.microsoft.com/office/drawing/2014/main" id="{216D2516-57F0-9F3D-8200-AB8D5EA6B393}"/>
                        </a:ext>
                      </a:extLst>
                    </p:cNvPr>
                    <p:cNvGrpSpPr/>
                    <p:nvPr/>
                  </p:nvGrpSpPr>
                  <p:grpSpPr>
                    <a:xfrm flipH="1">
                      <a:off x="6478587" y="4022061"/>
                      <a:ext cx="214313" cy="214313"/>
                      <a:chOff x="5354637" y="3446463"/>
                      <a:chExt cx="214313" cy="214313"/>
                    </a:xfrm>
                  </p:grpSpPr>
                  <p:sp>
                    <p:nvSpPr>
                      <p:cNvPr id="276" name="Arc 275">
                        <a:extLst>
                          <a:ext uri="{FF2B5EF4-FFF2-40B4-BE49-F238E27FC236}">
                            <a16:creationId xmlns:a16="http://schemas.microsoft.com/office/drawing/2014/main" id="{841B5D35-B00D-D947-2FAF-BEF0312EF86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7" name="Arc 276">
                        <a:extLst>
                          <a:ext uri="{FF2B5EF4-FFF2-40B4-BE49-F238E27FC236}">
                            <a16:creationId xmlns:a16="http://schemas.microsoft.com/office/drawing/2014/main" id="{FBF3828A-A85E-46EB-0F5F-C61A2F19F7C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69" name="Group 268">
                      <a:extLst>
                        <a:ext uri="{FF2B5EF4-FFF2-40B4-BE49-F238E27FC236}">
                          <a16:creationId xmlns:a16="http://schemas.microsoft.com/office/drawing/2014/main" id="{89D9DF54-8C5A-9371-2BF8-E270714DC17A}"/>
                        </a:ext>
                      </a:extLst>
                    </p:cNvPr>
                    <p:cNvGrpSpPr/>
                    <p:nvPr/>
                  </p:nvGrpSpPr>
                  <p:grpSpPr>
                    <a:xfrm rot="7200000" flipH="1">
                      <a:off x="6434137" y="3977611"/>
                      <a:ext cx="303213" cy="303213"/>
                      <a:chOff x="5354637" y="3446463"/>
                      <a:chExt cx="214313" cy="214313"/>
                    </a:xfrm>
                  </p:grpSpPr>
                  <p:sp>
                    <p:nvSpPr>
                      <p:cNvPr id="274" name="Arc 273">
                        <a:extLst>
                          <a:ext uri="{FF2B5EF4-FFF2-40B4-BE49-F238E27FC236}">
                            <a16:creationId xmlns:a16="http://schemas.microsoft.com/office/drawing/2014/main" id="{1EFFD510-482F-9FFB-79ED-F328E76F59D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5" name="Arc 274">
                        <a:extLst>
                          <a:ext uri="{FF2B5EF4-FFF2-40B4-BE49-F238E27FC236}">
                            <a16:creationId xmlns:a16="http://schemas.microsoft.com/office/drawing/2014/main" id="{F6AC8F7D-ABD2-2E25-1714-08750EDFDA8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70" name="Group 269">
                      <a:extLst>
                        <a:ext uri="{FF2B5EF4-FFF2-40B4-BE49-F238E27FC236}">
                          <a16:creationId xmlns:a16="http://schemas.microsoft.com/office/drawing/2014/main" id="{A590CE25-0F08-765C-074A-FD01BCDD8DF0}"/>
                        </a:ext>
                      </a:extLst>
                    </p:cNvPr>
                    <p:cNvGrpSpPr/>
                    <p:nvPr/>
                  </p:nvGrpSpPr>
                  <p:grpSpPr>
                    <a:xfrm rot="14400000" flipH="1">
                      <a:off x="6389147" y="3932622"/>
                      <a:ext cx="393192" cy="393192"/>
                      <a:chOff x="5354637" y="3446463"/>
                      <a:chExt cx="214313" cy="214313"/>
                    </a:xfrm>
                  </p:grpSpPr>
                  <p:sp>
                    <p:nvSpPr>
                      <p:cNvPr id="272" name="Arc 271">
                        <a:extLst>
                          <a:ext uri="{FF2B5EF4-FFF2-40B4-BE49-F238E27FC236}">
                            <a16:creationId xmlns:a16="http://schemas.microsoft.com/office/drawing/2014/main" id="{59F3DB4E-6C46-DDD6-C1B9-22A649A5E65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3" name="Arc 272">
                        <a:extLst>
                          <a:ext uri="{FF2B5EF4-FFF2-40B4-BE49-F238E27FC236}">
                            <a16:creationId xmlns:a16="http://schemas.microsoft.com/office/drawing/2014/main" id="{F4112F17-38D4-1F21-BCFB-DF8E38D30A1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71" name="TextBox 270">
                      <a:extLst>
                        <a:ext uri="{FF2B5EF4-FFF2-40B4-BE49-F238E27FC236}">
                          <a16:creationId xmlns:a16="http://schemas.microsoft.com/office/drawing/2014/main" id="{617EB09B-86A6-FAA1-4B18-CB9857174121}"/>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7" name="Group 216">
                  <a:extLst>
                    <a:ext uri="{FF2B5EF4-FFF2-40B4-BE49-F238E27FC236}">
                      <a16:creationId xmlns:a16="http://schemas.microsoft.com/office/drawing/2014/main" id="{5D58F6D5-2AA3-6FDE-4245-5EE49BCDD168}"/>
                    </a:ext>
                  </a:extLst>
                </p:cNvPr>
                <p:cNvGrpSpPr/>
                <p:nvPr/>
              </p:nvGrpSpPr>
              <p:grpSpPr>
                <a:xfrm>
                  <a:off x="6069086" y="3246228"/>
                  <a:ext cx="1019224" cy="991639"/>
                  <a:chOff x="5886431" y="3225768"/>
                  <a:chExt cx="1019224" cy="991639"/>
                </a:xfrm>
              </p:grpSpPr>
              <p:grpSp>
                <p:nvGrpSpPr>
                  <p:cNvPr id="218" name="Group 217">
                    <a:extLst>
                      <a:ext uri="{FF2B5EF4-FFF2-40B4-BE49-F238E27FC236}">
                        <a16:creationId xmlns:a16="http://schemas.microsoft.com/office/drawing/2014/main" id="{703B8746-8EB3-CFBC-9AB2-A4EB6741FA5E}"/>
                      </a:ext>
                    </a:extLst>
                  </p:cNvPr>
                  <p:cNvGrpSpPr/>
                  <p:nvPr/>
                </p:nvGrpSpPr>
                <p:grpSpPr>
                  <a:xfrm>
                    <a:off x="6197413" y="3824215"/>
                    <a:ext cx="393192" cy="393192"/>
                    <a:chOff x="5265196" y="3357021"/>
                    <a:chExt cx="393192" cy="393192"/>
                  </a:xfrm>
                </p:grpSpPr>
                <p:grpSp>
                  <p:nvGrpSpPr>
                    <p:cNvPr id="253" name="Group 252">
                      <a:extLst>
                        <a:ext uri="{FF2B5EF4-FFF2-40B4-BE49-F238E27FC236}">
                          <a16:creationId xmlns:a16="http://schemas.microsoft.com/office/drawing/2014/main" id="{6147C91F-A1B3-3F90-6D9F-E05657FA0A5F}"/>
                        </a:ext>
                      </a:extLst>
                    </p:cNvPr>
                    <p:cNvGrpSpPr/>
                    <p:nvPr/>
                  </p:nvGrpSpPr>
                  <p:grpSpPr>
                    <a:xfrm rot="14400000">
                      <a:off x="5265196" y="3357021"/>
                      <a:ext cx="393192" cy="393192"/>
                      <a:chOff x="5354637" y="3446463"/>
                      <a:chExt cx="214313" cy="214313"/>
                    </a:xfrm>
                  </p:grpSpPr>
                  <p:sp>
                    <p:nvSpPr>
                      <p:cNvPr id="262" name="Arc 261">
                        <a:extLst>
                          <a:ext uri="{FF2B5EF4-FFF2-40B4-BE49-F238E27FC236}">
                            <a16:creationId xmlns:a16="http://schemas.microsoft.com/office/drawing/2014/main" id="{A233E2CE-8BCA-EBEA-B953-AC0BA374100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3" name="Arc 262">
                        <a:extLst>
                          <a:ext uri="{FF2B5EF4-FFF2-40B4-BE49-F238E27FC236}">
                            <a16:creationId xmlns:a16="http://schemas.microsoft.com/office/drawing/2014/main" id="{0C3AC2DF-D748-1A26-6065-D811D55A45A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54" name="Group 253">
                      <a:extLst>
                        <a:ext uri="{FF2B5EF4-FFF2-40B4-BE49-F238E27FC236}">
                          <a16:creationId xmlns:a16="http://schemas.microsoft.com/office/drawing/2014/main" id="{05193204-3E88-DB3C-D7D6-EF36D995C82B}"/>
                        </a:ext>
                      </a:extLst>
                    </p:cNvPr>
                    <p:cNvGrpSpPr/>
                    <p:nvPr/>
                  </p:nvGrpSpPr>
                  <p:grpSpPr>
                    <a:xfrm>
                      <a:off x="5310186" y="3402011"/>
                      <a:ext cx="303213" cy="303213"/>
                      <a:chOff x="5310186" y="3402011"/>
                      <a:chExt cx="303213" cy="303213"/>
                    </a:xfrm>
                  </p:grpSpPr>
                  <p:grpSp>
                    <p:nvGrpSpPr>
                      <p:cNvPr id="255" name="Group 254">
                        <a:extLst>
                          <a:ext uri="{FF2B5EF4-FFF2-40B4-BE49-F238E27FC236}">
                            <a16:creationId xmlns:a16="http://schemas.microsoft.com/office/drawing/2014/main" id="{B4B2F679-8D25-C85A-0D46-EAD3B2A4DB0F}"/>
                          </a:ext>
                        </a:extLst>
                      </p:cNvPr>
                      <p:cNvGrpSpPr/>
                      <p:nvPr/>
                    </p:nvGrpSpPr>
                    <p:grpSpPr>
                      <a:xfrm>
                        <a:off x="5354636" y="3446461"/>
                        <a:ext cx="214313" cy="214313"/>
                        <a:chOff x="5354637" y="3446463"/>
                        <a:chExt cx="214313" cy="214313"/>
                      </a:xfrm>
                    </p:grpSpPr>
                    <p:sp>
                      <p:nvSpPr>
                        <p:cNvPr id="260" name="Arc 259">
                          <a:extLst>
                            <a:ext uri="{FF2B5EF4-FFF2-40B4-BE49-F238E27FC236}">
                              <a16:creationId xmlns:a16="http://schemas.microsoft.com/office/drawing/2014/main" id="{30E0751E-F4ED-E1DB-D907-130550BF1C0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1" name="Arc 260">
                          <a:extLst>
                            <a:ext uri="{FF2B5EF4-FFF2-40B4-BE49-F238E27FC236}">
                              <a16:creationId xmlns:a16="http://schemas.microsoft.com/office/drawing/2014/main" id="{357FBF89-88B0-884D-FF4D-00C7CFAFE99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56" name="Group 255">
                        <a:extLst>
                          <a:ext uri="{FF2B5EF4-FFF2-40B4-BE49-F238E27FC236}">
                            <a16:creationId xmlns:a16="http://schemas.microsoft.com/office/drawing/2014/main" id="{6D32AA45-CA7D-5CB9-57A9-E7E2765A1426}"/>
                          </a:ext>
                        </a:extLst>
                      </p:cNvPr>
                      <p:cNvGrpSpPr/>
                      <p:nvPr/>
                    </p:nvGrpSpPr>
                    <p:grpSpPr>
                      <a:xfrm rot="7200000">
                        <a:off x="5310186" y="3402011"/>
                        <a:ext cx="303213" cy="303213"/>
                        <a:chOff x="5354637" y="3446463"/>
                        <a:chExt cx="214313" cy="214313"/>
                      </a:xfrm>
                    </p:grpSpPr>
                    <p:sp>
                      <p:nvSpPr>
                        <p:cNvPr id="258" name="Arc 257">
                          <a:extLst>
                            <a:ext uri="{FF2B5EF4-FFF2-40B4-BE49-F238E27FC236}">
                              <a16:creationId xmlns:a16="http://schemas.microsoft.com/office/drawing/2014/main" id="{6E732A83-27E0-1B10-461F-B63A2749065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9" name="Arc 258">
                          <a:extLst>
                            <a:ext uri="{FF2B5EF4-FFF2-40B4-BE49-F238E27FC236}">
                              <a16:creationId xmlns:a16="http://schemas.microsoft.com/office/drawing/2014/main" id="{7D3F4937-AF2E-FD65-430C-735722504EC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57" name="TextBox 256">
                        <a:extLst>
                          <a:ext uri="{FF2B5EF4-FFF2-40B4-BE49-F238E27FC236}">
                            <a16:creationId xmlns:a16="http://schemas.microsoft.com/office/drawing/2014/main" id="{4CD8022C-2F07-67F4-F238-F95AED2A8448}"/>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9" name="Group 218">
                    <a:extLst>
                      <a:ext uri="{FF2B5EF4-FFF2-40B4-BE49-F238E27FC236}">
                        <a16:creationId xmlns:a16="http://schemas.microsoft.com/office/drawing/2014/main" id="{94CB9472-A05F-9851-D71F-A8F0BA2570D5}"/>
                      </a:ext>
                    </a:extLst>
                  </p:cNvPr>
                  <p:cNvGrpSpPr/>
                  <p:nvPr/>
                </p:nvGrpSpPr>
                <p:grpSpPr>
                  <a:xfrm>
                    <a:off x="5886431" y="3525040"/>
                    <a:ext cx="393192" cy="393192"/>
                    <a:chOff x="5265196" y="3932619"/>
                    <a:chExt cx="393192" cy="393192"/>
                  </a:xfrm>
                </p:grpSpPr>
                <p:grpSp>
                  <p:nvGrpSpPr>
                    <p:cNvPr id="243" name="Group 242">
                      <a:extLst>
                        <a:ext uri="{FF2B5EF4-FFF2-40B4-BE49-F238E27FC236}">
                          <a16:creationId xmlns:a16="http://schemas.microsoft.com/office/drawing/2014/main" id="{E67C037B-0E7D-2502-1A51-EC351924D4E7}"/>
                        </a:ext>
                      </a:extLst>
                    </p:cNvPr>
                    <p:cNvGrpSpPr/>
                    <p:nvPr/>
                  </p:nvGrpSpPr>
                  <p:grpSpPr>
                    <a:xfrm>
                      <a:off x="5354636" y="4022061"/>
                      <a:ext cx="214313" cy="214313"/>
                      <a:chOff x="5354637" y="3446463"/>
                      <a:chExt cx="214313" cy="214313"/>
                    </a:xfrm>
                  </p:grpSpPr>
                  <p:sp>
                    <p:nvSpPr>
                      <p:cNvPr id="251" name="Arc 250">
                        <a:extLst>
                          <a:ext uri="{FF2B5EF4-FFF2-40B4-BE49-F238E27FC236}">
                            <a16:creationId xmlns:a16="http://schemas.microsoft.com/office/drawing/2014/main" id="{8EBAD2ED-A650-78DA-D30A-CE6629771DF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2" name="Arc 251">
                        <a:extLst>
                          <a:ext uri="{FF2B5EF4-FFF2-40B4-BE49-F238E27FC236}">
                            <a16:creationId xmlns:a16="http://schemas.microsoft.com/office/drawing/2014/main" id="{682E45A4-5167-87B7-FD14-2D61CB35CFB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4" name="Group 243">
                      <a:extLst>
                        <a:ext uri="{FF2B5EF4-FFF2-40B4-BE49-F238E27FC236}">
                          <a16:creationId xmlns:a16="http://schemas.microsoft.com/office/drawing/2014/main" id="{6457578C-C3C6-2B1A-1481-9D11CD28245E}"/>
                        </a:ext>
                      </a:extLst>
                    </p:cNvPr>
                    <p:cNvGrpSpPr/>
                    <p:nvPr/>
                  </p:nvGrpSpPr>
                  <p:grpSpPr>
                    <a:xfrm rot="14400000">
                      <a:off x="5310186" y="3977611"/>
                      <a:ext cx="303213" cy="303213"/>
                      <a:chOff x="5354637" y="3446463"/>
                      <a:chExt cx="214313" cy="214313"/>
                    </a:xfrm>
                  </p:grpSpPr>
                  <p:sp>
                    <p:nvSpPr>
                      <p:cNvPr id="249" name="Arc 248">
                        <a:extLst>
                          <a:ext uri="{FF2B5EF4-FFF2-40B4-BE49-F238E27FC236}">
                            <a16:creationId xmlns:a16="http://schemas.microsoft.com/office/drawing/2014/main" id="{4B223BA5-6ED2-07EA-1450-CB2BB21BC36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0" name="Arc 249">
                        <a:extLst>
                          <a:ext uri="{FF2B5EF4-FFF2-40B4-BE49-F238E27FC236}">
                            <a16:creationId xmlns:a16="http://schemas.microsoft.com/office/drawing/2014/main" id="{CF14DAFA-64ED-6C61-4022-3E399604B9E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5" name="Group 244">
                      <a:extLst>
                        <a:ext uri="{FF2B5EF4-FFF2-40B4-BE49-F238E27FC236}">
                          <a16:creationId xmlns:a16="http://schemas.microsoft.com/office/drawing/2014/main" id="{A3D0F2F9-1471-3B20-AA82-E47ADEEFB01E}"/>
                        </a:ext>
                      </a:extLst>
                    </p:cNvPr>
                    <p:cNvGrpSpPr/>
                    <p:nvPr/>
                  </p:nvGrpSpPr>
                  <p:grpSpPr>
                    <a:xfrm rot="7200000">
                      <a:off x="5265196" y="3932619"/>
                      <a:ext cx="393192" cy="393192"/>
                      <a:chOff x="5354637" y="3446463"/>
                      <a:chExt cx="214313" cy="214313"/>
                    </a:xfrm>
                  </p:grpSpPr>
                  <p:sp>
                    <p:nvSpPr>
                      <p:cNvPr id="247" name="Arc 246">
                        <a:extLst>
                          <a:ext uri="{FF2B5EF4-FFF2-40B4-BE49-F238E27FC236}">
                            <a16:creationId xmlns:a16="http://schemas.microsoft.com/office/drawing/2014/main" id="{3FE7BB80-5117-760F-A6C3-505332473A2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8" name="Arc 247">
                        <a:extLst>
                          <a:ext uri="{FF2B5EF4-FFF2-40B4-BE49-F238E27FC236}">
                            <a16:creationId xmlns:a16="http://schemas.microsoft.com/office/drawing/2014/main" id="{B81875C8-13CF-A8A6-CA6C-1CC3D769C50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46" name="TextBox 245">
                      <a:extLst>
                        <a:ext uri="{FF2B5EF4-FFF2-40B4-BE49-F238E27FC236}">
                          <a16:creationId xmlns:a16="http://schemas.microsoft.com/office/drawing/2014/main" id="{B249726B-BF19-522B-7B56-9C98C758ED99}"/>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20" name="Group 219">
                    <a:extLst>
                      <a:ext uri="{FF2B5EF4-FFF2-40B4-BE49-F238E27FC236}">
                        <a16:creationId xmlns:a16="http://schemas.microsoft.com/office/drawing/2014/main" id="{14416461-C8C8-9AC1-B652-64DF682AFA6F}"/>
                      </a:ext>
                    </a:extLst>
                  </p:cNvPr>
                  <p:cNvGrpSpPr/>
                  <p:nvPr/>
                </p:nvGrpSpPr>
                <p:grpSpPr>
                  <a:xfrm>
                    <a:off x="6512463" y="3525040"/>
                    <a:ext cx="393192" cy="393192"/>
                    <a:chOff x="6389147" y="3357021"/>
                    <a:chExt cx="393192" cy="393192"/>
                  </a:xfrm>
                </p:grpSpPr>
                <p:grpSp>
                  <p:nvGrpSpPr>
                    <p:cNvPr id="232" name="Group 231">
                      <a:extLst>
                        <a:ext uri="{FF2B5EF4-FFF2-40B4-BE49-F238E27FC236}">
                          <a16:creationId xmlns:a16="http://schemas.microsoft.com/office/drawing/2014/main" id="{013A2886-8B0A-8D19-2412-7F3E089D4A43}"/>
                        </a:ext>
                      </a:extLst>
                    </p:cNvPr>
                    <p:cNvGrpSpPr/>
                    <p:nvPr/>
                  </p:nvGrpSpPr>
                  <p:grpSpPr>
                    <a:xfrm rot="7200000" flipH="1">
                      <a:off x="6389147" y="3357021"/>
                      <a:ext cx="393192" cy="393192"/>
                      <a:chOff x="5354637" y="3446463"/>
                      <a:chExt cx="214313" cy="214313"/>
                    </a:xfrm>
                  </p:grpSpPr>
                  <p:sp>
                    <p:nvSpPr>
                      <p:cNvPr id="241" name="Arc 240">
                        <a:extLst>
                          <a:ext uri="{FF2B5EF4-FFF2-40B4-BE49-F238E27FC236}">
                            <a16:creationId xmlns:a16="http://schemas.microsoft.com/office/drawing/2014/main" id="{EBC73DF4-89A3-FA19-E661-2A17B76BEA1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2" name="Arc 241">
                        <a:extLst>
                          <a:ext uri="{FF2B5EF4-FFF2-40B4-BE49-F238E27FC236}">
                            <a16:creationId xmlns:a16="http://schemas.microsoft.com/office/drawing/2014/main" id="{8A6BE55F-DDB7-1003-5B70-0E52B2BAB5A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3" name="Group 232">
                      <a:extLst>
                        <a:ext uri="{FF2B5EF4-FFF2-40B4-BE49-F238E27FC236}">
                          <a16:creationId xmlns:a16="http://schemas.microsoft.com/office/drawing/2014/main" id="{AFCD35B4-B0B6-A680-62FC-B46D3FB05840}"/>
                        </a:ext>
                      </a:extLst>
                    </p:cNvPr>
                    <p:cNvGrpSpPr/>
                    <p:nvPr/>
                  </p:nvGrpSpPr>
                  <p:grpSpPr>
                    <a:xfrm>
                      <a:off x="6434137" y="3402011"/>
                      <a:ext cx="303213" cy="303213"/>
                      <a:chOff x="6434137" y="3402011"/>
                      <a:chExt cx="303213" cy="303213"/>
                    </a:xfrm>
                  </p:grpSpPr>
                  <p:grpSp>
                    <p:nvGrpSpPr>
                      <p:cNvPr id="234" name="Group 233">
                        <a:extLst>
                          <a:ext uri="{FF2B5EF4-FFF2-40B4-BE49-F238E27FC236}">
                            <a16:creationId xmlns:a16="http://schemas.microsoft.com/office/drawing/2014/main" id="{EED9D06E-CA4A-0307-8E36-D3A6D8ABA4D0}"/>
                          </a:ext>
                        </a:extLst>
                      </p:cNvPr>
                      <p:cNvGrpSpPr/>
                      <p:nvPr/>
                    </p:nvGrpSpPr>
                    <p:grpSpPr>
                      <a:xfrm flipH="1">
                        <a:off x="6478587" y="3446461"/>
                        <a:ext cx="214313" cy="214313"/>
                        <a:chOff x="5354637" y="3446463"/>
                        <a:chExt cx="214313" cy="214313"/>
                      </a:xfrm>
                    </p:grpSpPr>
                    <p:sp>
                      <p:nvSpPr>
                        <p:cNvPr id="239" name="Arc 238">
                          <a:extLst>
                            <a:ext uri="{FF2B5EF4-FFF2-40B4-BE49-F238E27FC236}">
                              <a16:creationId xmlns:a16="http://schemas.microsoft.com/office/drawing/2014/main" id="{7BACA1FC-AA56-BCF5-0CAD-A584510B016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0" name="Arc 239">
                          <a:extLst>
                            <a:ext uri="{FF2B5EF4-FFF2-40B4-BE49-F238E27FC236}">
                              <a16:creationId xmlns:a16="http://schemas.microsoft.com/office/drawing/2014/main" id="{159745E5-D1C5-58E8-F48B-F42832B9EEC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5" name="Group 234">
                        <a:extLst>
                          <a:ext uri="{FF2B5EF4-FFF2-40B4-BE49-F238E27FC236}">
                            <a16:creationId xmlns:a16="http://schemas.microsoft.com/office/drawing/2014/main" id="{193C6E3C-8A39-702C-46C2-403C528F70AD}"/>
                          </a:ext>
                        </a:extLst>
                      </p:cNvPr>
                      <p:cNvGrpSpPr/>
                      <p:nvPr/>
                    </p:nvGrpSpPr>
                    <p:grpSpPr>
                      <a:xfrm rot="14400000" flipH="1">
                        <a:off x="6434137" y="3402011"/>
                        <a:ext cx="303213" cy="303213"/>
                        <a:chOff x="5354637" y="3446463"/>
                        <a:chExt cx="214313" cy="214313"/>
                      </a:xfrm>
                    </p:grpSpPr>
                    <p:sp>
                      <p:nvSpPr>
                        <p:cNvPr id="237" name="Arc 236">
                          <a:extLst>
                            <a:ext uri="{FF2B5EF4-FFF2-40B4-BE49-F238E27FC236}">
                              <a16:creationId xmlns:a16="http://schemas.microsoft.com/office/drawing/2014/main" id="{215A6A2B-9BF9-0098-60B4-1D28980E8D9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8" name="Arc 237">
                          <a:extLst>
                            <a:ext uri="{FF2B5EF4-FFF2-40B4-BE49-F238E27FC236}">
                              <a16:creationId xmlns:a16="http://schemas.microsoft.com/office/drawing/2014/main" id="{168DCED0-8AA4-2290-A122-30A6F54B588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6" name="TextBox 235">
                        <a:extLst>
                          <a:ext uri="{FF2B5EF4-FFF2-40B4-BE49-F238E27FC236}">
                            <a16:creationId xmlns:a16="http://schemas.microsoft.com/office/drawing/2014/main" id="{93BD09E1-031B-D6E4-0C6C-AAD20FE65619}"/>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1" name="Group 220">
                    <a:extLst>
                      <a:ext uri="{FF2B5EF4-FFF2-40B4-BE49-F238E27FC236}">
                        <a16:creationId xmlns:a16="http://schemas.microsoft.com/office/drawing/2014/main" id="{B3EE4E8B-4B59-B30C-AA8D-445216FD753B}"/>
                      </a:ext>
                    </a:extLst>
                  </p:cNvPr>
                  <p:cNvGrpSpPr/>
                  <p:nvPr/>
                </p:nvGrpSpPr>
                <p:grpSpPr>
                  <a:xfrm>
                    <a:off x="6197413" y="3225768"/>
                    <a:ext cx="393192" cy="393192"/>
                    <a:chOff x="6389147" y="3932622"/>
                    <a:chExt cx="393192" cy="393192"/>
                  </a:xfrm>
                </p:grpSpPr>
                <p:grpSp>
                  <p:nvGrpSpPr>
                    <p:cNvPr id="222" name="Group 221">
                      <a:extLst>
                        <a:ext uri="{FF2B5EF4-FFF2-40B4-BE49-F238E27FC236}">
                          <a16:creationId xmlns:a16="http://schemas.microsoft.com/office/drawing/2014/main" id="{7D549675-5AB5-BFF6-9F4B-62CB71A2F43A}"/>
                        </a:ext>
                      </a:extLst>
                    </p:cNvPr>
                    <p:cNvGrpSpPr/>
                    <p:nvPr/>
                  </p:nvGrpSpPr>
                  <p:grpSpPr>
                    <a:xfrm flipH="1">
                      <a:off x="6478587" y="4022061"/>
                      <a:ext cx="214313" cy="214313"/>
                      <a:chOff x="5354637" y="3446463"/>
                      <a:chExt cx="214313" cy="214313"/>
                    </a:xfrm>
                  </p:grpSpPr>
                  <p:sp>
                    <p:nvSpPr>
                      <p:cNvPr id="230" name="Arc 229">
                        <a:extLst>
                          <a:ext uri="{FF2B5EF4-FFF2-40B4-BE49-F238E27FC236}">
                            <a16:creationId xmlns:a16="http://schemas.microsoft.com/office/drawing/2014/main" id="{5A70D12E-D6DF-2AD6-0969-C51EF9EE18F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1" name="Arc 230">
                        <a:extLst>
                          <a:ext uri="{FF2B5EF4-FFF2-40B4-BE49-F238E27FC236}">
                            <a16:creationId xmlns:a16="http://schemas.microsoft.com/office/drawing/2014/main" id="{DE1C360D-5F47-903A-21FD-4C35C924432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3" name="Group 222">
                      <a:extLst>
                        <a:ext uri="{FF2B5EF4-FFF2-40B4-BE49-F238E27FC236}">
                          <a16:creationId xmlns:a16="http://schemas.microsoft.com/office/drawing/2014/main" id="{4D03A489-594D-9EDA-9C97-F679E80E289B}"/>
                        </a:ext>
                      </a:extLst>
                    </p:cNvPr>
                    <p:cNvGrpSpPr/>
                    <p:nvPr/>
                  </p:nvGrpSpPr>
                  <p:grpSpPr>
                    <a:xfrm rot="7200000" flipH="1">
                      <a:off x="6434137" y="3977611"/>
                      <a:ext cx="303213" cy="303213"/>
                      <a:chOff x="5354637" y="3446463"/>
                      <a:chExt cx="214313" cy="214313"/>
                    </a:xfrm>
                  </p:grpSpPr>
                  <p:sp>
                    <p:nvSpPr>
                      <p:cNvPr id="228" name="Arc 227">
                        <a:extLst>
                          <a:ext uri="{FF2B5EF4-FFF2-40B4-BE49-F238E27FC236}">
                            <a16:creationId xmlns:a16="http://schemas.microsoft.com/office/drawing/2014/main" id="{CF121EA2-5BDC-DA60-CFA8-059BC9C43D5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9" name="Arc 228">
                        <a:extLst>
                          <a:ext uri="{FF2B5EF4-FFF2-40B4-BE49-F238E27FC236}">
                            <a16:creationId xmlns:a16="http://schemas.microsoft.com/office/drawing/2014/main" id="{245F7395-210B-6971-5E97-6AF75A23B23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4" name="Group 223">
                      <a:extLst>
                        <a:ext uri="{FF2B5EF4-FFF2-40B4-BE49-F238E27FC236}">
                          <a16:creationId xmlns:a16="http://schemas.microsoft.com/office/drawing/2014/main" id="{EA690FC3-0941-1705-8E43-03F204B0DE20}"/>
                        </a:ext>
                      </a:extLst>
                    </p:cNvPr>
                    <p:cNvGrpSpPr/>
                    <p:nvPr/>
                  </p:nvGrpSpPr>
                  <p:grpSpPr>
                    <a:xfrm rot="14400000" flipH="1">
                      <a:off x="6389147" y="3932622"/>
                      <a:ext cx="393192" cy="393192"/>
                      <a:chOff x="5354637" y="3446463"/>
                      <a:chExt cx="214313" cy="214313"/>
                    </a:xfrm>
                  </p:grpSpPr>
                  <p:sp>
                    <p:nvSpPr>
                      <p:cNvPr id="226" name="Arc 225">
                        <a:extLst>
                          <a:ext uri="{FF2B5EF4-FFF2-40B4-BE49-F238E27FC236}">
                            <a16:creationId xmlns:a16="http://schemas.microsoft.com/office/drawing/2014/main" id="{8C3CF70E-B540-A1B2-9D17-72E44673F22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7" name="Arc 226">
                        <a:extLst>
                          <a:ext uri="{FF2B5EF4-FFF2-40B4-BE49-F238E27FC236}">
                            <a16:creationId xmlns:a16="http://schemas.microsoft.com/office/drawing/2014/main" id="{AA23D5F5-41FB-56A3-EB09-F5477C9DC51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5" name="TextBox 224">
                      <a:extLst>
                        <a:ext uri="{FF2B5EF4-FFF2-40B4-BE49-F238E27FC236}">
                          <a16:creationId xmlns:a16="http://schemas.microsoft.com/office/drawing/2014/main" id="{6FBFCF25-EAC2-CA9A-E417-06ECD5970A4B}"/>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23" name="Group 22">
              <a:extLst>
                <a:ext uri="{FF2B5EF4-FFF2-40B4-BE49-F238E27FC236}">
                  <a16:creationId xmlns:a16="http://schemas.microsoft.com/office/drawing/2014/main" id="{96C30991-A1FC-6D55-98B3-123C71C632D5}"/>
                </a:ext>
              </a:extLst>
            </p:cNvPr>
            <p:cNvGrpSpPr/>
            <p:nvPr/>
          </p:nvGrpSpPr>
          <p:grpSpPr>
            <a:xfrm>
              <a:off x="10942563" y="432400"/>
              <a:ext cx="2263438" cy="2198360"/>
              <a:chOff x="5445106" y="2039507"/>
              <a:chExt cx="2263438" cy="2198360"/>
            </a:xfrm>
          </p:grpSpPr>
          <p:grpSp>
            <p:nvGrpSpPr>
              <p:cNvPr id="24" name="Group 23">
                <a:extLst>
                  <a:ext uri="{FF2B5EF4-FFF2-40B4-BE49-F238E27FC236}">
                    <a16:creationId xmlns:a16="http://schemas.microsoft.com/office/drawing/2014/main" id="{509BB141-914F-08F8-325C-F75DE3C21818}"/>
                  </a:ext>
                </a:extLst>
              </p:cNvPr>
              <p:cNvGrpSpPr/>
              <p:nvPr/>
            </p:nvGrpSpPr>
            <p:grpSpPr>
              <a:xfrm>
                <a:off x="5445106" y="2644743"/>
                <a:ext cx="1643204" cy="1593124"/>
                <a:chOff x="5445106" y="2644743"/>
                <a:chExt cx="1643204" cy="1593124"/>
              </a:xfrm>
            </p:grpSpPr>
            <p:grpSp>
              <p:nvGrpSpPr>
                <p:cNvPr id="120" name="Group 119">
                  <a:extLst>
                    <a:ext uri="{FF2B5EF4-FFF2-40B4-BE49-F238E27FC236}">
                      <a16:creationId xmlns:a16="http://schemas.microsoft.com/office/drawing/2014/main" id="{AC071803-F636-4AD9-172A-FB28A0FA99DF}"/>
                    </a:ext>
                  </a:extLst>
                </p:cNvPr>
                <p:cNvGrpSpPr/>
                <p:nvPr/>
              </p:nvGrpSpPr>
              <p:grpSpPr>
                <a:xfrm>
                  <a:off x="5445106" y="2644743"/>
                  <a:ext cx="1019224" cy="991639"/>
                  <a:chOff x="5886431" y="3225768"/>
                  <a:chExt cx="1019224" cy="991639"/>
                </a:xfrm>
              </p:grpSpPr>
              <p:grpSp>
                <p:nvGrpSpPr>
                  <p:cNvPr id="168" name="Group 167">
                    <a:extLst>
                      <a:ext uri="{FF2B5EF4-FFF2-40B4-BE49-F238E27FC236}">
                        <a16:creationId xmlns:a16="http://schemas.microsoft.com/office/drawing/2014/main" id="{3DDFD40A-15EC-FD3D-BAB5-B4EDAA92086A}"/>
                      </a:ext>
                    </a:extLst>
                  </p:cNvPr>
                  <p:cNvGrpSpPr/>
                  <p:nvPr/>
                </p:nvGrpSpPr>
                <p:grpSpPr>
                  <a:xfrm>
                    <a:off x="6197413" y="3824215"/>
                    <a:ext cx="393192" cy="393192"/>
                    <a:chOff x="5265196" y="3357021"/>
                    <a:chExt cx="393192" cy="393192"/>
                  </a:xfrm>
                </p:grpSpPr>
                <p:grpSp>
                  <p:nvGrpSpPr>
                    <p:cNvPr id="203" name="Group 202">
                      <a:extLst>
                        <a:ext uri="{FF2B5EF4-FFF2-40B4-BE49-F238E27FC236}">
                          <a16:creationId xmlns:a16="http://schemas.microsoft.com/office/drawing/2014/main" id="{9CB61863-C984-8C1C-611A-B1517E82ECBD}"/>
                        </a:ext>
                      </a:extLst>
                    </p:cNvPr>
                    <p:cNvGrpSpPr/>
                    <p:nvPr/>
                  </p:nvGrpSpPr>
                  <p:grpSpPr>
                    <a:xfrm rot="14400000">
                      <a:off x="5265196" y="3357021"/>
                      <a:ext cx="393192" cy="393192"/>
                      <a:chOff x="5354637" y="3446463"/>
                      <a:chExt cx="214313" cy="214313"/>
                    </a:xfrm>
                  </p:grpSpPr>
                  <p:sp>
                    <p:nvSpPr>
                      <p:cNvPr id="212" name="Arc 211">
                        <a:extLst>
                          <a:ext uri="{FF2B5EF4-FFF2-40B4-BE49-F238E27FC236}">
                            <a16:creationId xmlns:a16="http://schemas.microsoft.com/office/drawing/2014/main" id="{5644B851-D889-179B-B05A-4CEF71E9027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3" name="Arc 212">
                        <a:extLst>
                          <a:ext uri="{FF2B5EF4-FFF2-40B4-BE49-F238E27FC236}">
                            <a16:creationId xmlns:a16="http://schemas.microsoft.com/office/drawing/2014/main" id="{356BD087-EAC4-70FB-8BF7-C2FD77AA760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4" name="Group 203">
                      <a:extLst>
                        <a:ext uri="{FF2B5EF4-FFF2-40B4-BE49-F238E27FC236}">
                          <a16:creationId xmlns:a16="http://schemas.microsoft.com/office/drawing/2014/main" id="{BE819B0E-50C0-A0C5-8BB0-AA4DB1821757}"/>
                        </a:ext>
                      </a:extLst>
                    </p:cNvPr>
                    <p:cNvGrpSpPr/>
                    <p:nvPr/>
                  </p:nvGrpSpPr>
                  <p:grpSpPr>
                    <a:xfrm>
                      <a:off x="5310186" y="3402011"/>
                      <a:ext cx="303213" cy="303213"/>
                      <a:chOff x="5310186" y="3402011"/>
                      <a:chExt cx="303213" cy="303213"/>
                    </a:xfrm>
                  </p:grpSpPr>
                  <p:grpSp>
                    <p:nvGrpSpPr>
                      <p:cNvPr id="205" name="Group 204">
                        <a:extLst>
                          <a:ext uri="{FF2B5EF4-FFF2-40B4-BE49-F238E27FC236}">
                            <a16:creationId xmlns:a16="http://schemas.microsoft.com/office/drawing/2014/main" id="{E5728142-93E7-19DF-B354-2B54D1969377}"/>
                          </a:ext>
                        </a:extLst>
                      </p:cNvPr>
                      <p:cNvGrpSpPr/>
                      <p:nvPr/>
                    </p:nvGrpSpPr>
                    <p:grpSpPr>
                      <a:xfrm>
                        <a:off x="5354636" y="3446461"/>
                        <a:ext cx="214313" cy="214313"/>
                        <a:chOff x="5354637" y="3446463"/>
                        <a:chExt cx="214313" cy="214313"/>
                      </a:xfrm>
                    </p:grpSpPr>
                    <p:sp>
                      <p:nvSpPr>
                        <p:cNvPr id="210" name="Arc 209">
                          <a:extLst>
                            <a:ext uri="{FF2B5EF4-FFF2-40B4-BE49-F238E27FC236}">
                              <a16:creationId xmlns:a16="http://schemas.microsoft.com/office/drawing/2014/main" id="{4AB55BFB-A1D8-761C-2A85-7388A4BB49A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1" name="Arc 210">
                          <a:extLst>
                            <a:ext uri="{FF2B5EF4-FFF2-40B4-BE49-F238E27FC236}">
                              <a16:creationId xmlns:a16="http://schemas.microsoft.com/office/drawing/2014/main" id="{D1DEB1F1-7948-E54E-3185-CC4580DFE40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6" name="Group 205">
                        <a:extLst>
                          <a:ext uri="{FF2B5EF4-FFF2-40B4-BE49-F238E27FC236}">
                            <a16:creationId xmlns:a16="http://schemas.microsoft.com/office/drawing/2014/main" id="{6CA98CB4-1E6F-5997-C58D-53C88B10B3D6}"/>
                          </a:ext>
                        </a:extLst>
                      </p:cNvPr>
                      <p:cNvGrpSpPr/>
                      <p:nvPr/>
                    </p:nvGrpSpPr>
                    <p:grpSpPr>
                      <a:xfrm rot="7200000">
                        <a:off x="5310186" y="3402011"/>
                        <a:ext cx="303213" cy="303213"/>
                        <a:chOff x="5354637" y="3446463"/>
                        <a:chExt cx="214313" cy="214313"/>
                      </a:xfrm>
                    </p:grpSpPr>
                    <p:sp>
                      <p:nvSpPr>
                        <p:cNvPr id="208" name="Arc 207">
                          <a:extLst>
                            <a:ext uri="{FF2B5EF4-FFF2-40B4-BE49-F238E27FC236}">
                              <a16:creationId xmlns:a16="http://schemas.microsoft.com/office/drawing/2014/main" id="{AF10A676-200E-0644-7B2A-20E73EA2E19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9" name="Arc 208">
                          <a:extLst>
                            <a:ext uri="{FF2B5EF4-FFF2-40B4-BE49-F238E27FC236}">
                              <a16:creationId xmlns:a16="http://schemas.microsoft.com/office/drawing/2014/main" id="{E0EDB438-D6CB-CA79-370E-C25B16231B3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7" name="TextBox 206">
                        <a:extLst>
                          <a:ext uri="{FF2B5EF4-FFF2-40B4-BE49-F238E27FC236}">
                            <a16:creationId xmlns:a16="http://schemas.microsoft.com/office/drawing/2014/main" id="{74ADC4CF-56E5-BB30-943C-83FA0719DC46}"/>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9" name="Group 168">
                    <a:extLst>
                      <a:ext uri="{FF2B5EF4-FFF2-40B4-BE49-F238E27FC236}">
                        <a16:creationId xmlns:a16="http://schemas.microsoft.com/office/drawing/2014/main" id="{76EBFE72-DED2-A746-787E-59E81DF3AD5B}"/>
                      </a:ext>
                    </a:extLst>
                  </p:cNvPr>
                  <p:cNvGrpSpPr/>
                  <p:nvPr/>
                </p:nvGrpSpPr>
                <p:grpSpPr>
                  <a:xfrm>
                    <a:off x="5886431" y="3525040"/>
                    <a:ext cx="393192" cy="393192"/>
                    <a:chOff x="5265196" y="3932619"/>
                    <a:chExt cx="393192" cy="393192"/>
                  </a:xfrm>
                </p:grpSpPr>
                <p:grpSp>
                  <p:nvGrpSpPr>
                    <p:cNvPr id="193" name="Group 192">
                      <a:extLst>
                        <a:ext uri="{FF2B5EF4-FFF2-40B4-BE49-F238E27FC236}">
                          <a16:creationId xmlns:a16="http://schemas.microsoft.com/office/drawing/2014/main" id="{6FCAAB0E-0816-75E8-6925-75A1C99E63D9}"/>
                        </a:ext>
                      </a:extLst>
                    </p:cNvPr>
                    <p:cNvGrpSpPr/>
                    <p:nvPr/>
                  </p:nvGrpSpPr>
                  <p:grpSpPr>
                    <a:xfrm>
                      <a:off x="5354636" y="4022061"/>
                      <a:ext cx="214313" cy="214313"/>
                      <a:chOff x="5354637" y="3446463"/>
                      <a:chExt cx="214313" cy="214313"/>
                    </a:xfrm>
                  </p:grpSpPr>
                  <p:sp>
                    <p:nvSpPr>
                      <p:cNvPr id="201" name="Arc 200">
                        <a:extLst>
                          <a:ext uri="{FF2B5EF4-FFF2-40B4-BE49-F238E27FC236}">
                            <a16:creationId xmlns:a16="http://schemas.microsoft.com/office/drawing/2014/main" id="{81AD63CC-8B7E-50C4-FE26-6721350ED16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2" name="Arc 201">
                        <a:extLst>
                          <a:ext uri="{FF2B5EF4-FFF2-40B4-BE49-F238E27FC236}">
                            <a16:creationId xmlns:a16="http://schemas.microsoft.com/office/drawing/2014/main" id="{41BEAD0C-E411-B33E-C602-527765994A9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4" name="Group 193">
                      <a:extLst>
                        <a:ext uri="{FF2B5EF4-FFF2-40B4-BE49-F238E27FC236}">
                          <a16:creationId xmlns:a16="http://schemas.microsoft.com/office/drawing/2014/main" id="{A73EA6B3-7CEB-63EA-2B1C-EB6FD6973A52}"/>
                        </a:ext>
                      </a:extLst>
                    </p:cNvPr>
                    <p:cNvGrpSpPr/>
                    <p:nvPr/>
                  </p:nvGrpSpPr>
                  <p:grpSpPr>
                    <a:xfrm rot="14400000">
                      <a:off x="5310186" y="3977611"/>
                      <a:ext cx="303213" cy="303213"/>
                      <a:chOff x="5354637" y="3446463"/>
                      <a:chExt cx="214313" cy="214313"/>
                    </a:xfrm>
                  </p:grpSpPr>
                  <p:sp>
                    <p:nvSpPr>
                      <p:cNvPr id="199" name="Arc 198">
                        <a:extLst>
                          <a:ext uri="{FF2B5EF4-FFF2-40B4-BE49-F238E27FC236}">
                            <a16:creationId xmlns:a16="http://schemas.microsoft.com/office/drawing/2014/main" id="{F394AB6A-ACE3-64C0-9331-323289D0EB6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0" name="Arc 199">
                        <a:extLst>
                          <a:ext uri="{FF2B5EF4-FFF2-40B4-BE49-F238E27FC236}">
                            <a16:creationId xmlns:a16="http://schemas.microsoft.com/office/drawing/2014/main" id="{43FD1B5C-36DD-FA5B-09C7-195F36C7962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5" name="Group 194">
                      <a:extLst>
                        <a:ext uri="{FF2B5EF4-FFF2-40B4-BE49-F238E27FC236}">
                          <a16:creationId xmlns:a16="http://schemas.microsoft.com/office/drawing/2014/main" id="{AD21FD94-9406-29EC-971B-7E6938097586}"/>
                        </a:ext>
                      </a:extLst>
                    </p:cNvPr>
                    <p:cNvGrpSpPr/>
                    <p:nvPr/>
                  </p:nvGrpSpPr>
                  <p:grpSpPr>
                    <a:xfrm rot="7200000">
                      <a:off x="5265196" y="3932619"/>
                      <a:ext cx="393192" cy="393192"/>
                      <a:chOff x="5354637" y="3446463"/>
                      <a:chExt cx="214313" cy="214313"/>
                    </a:xfrm>
                  </p:grpSpPr>
                  <p:sp>
                    <p:nvSpPr>
                      <p:cNvPr id="197" name="Arc 196">
                        <a:extLst>
                          <a:ext uri="{FF2B5EF4-FFF2-40B4-BE49-F238E27FC236}">
                            <a16:creationId xmlns:a16="http://schemas.microsoft.com/office/drawing/2014/main" id="{F41C80C9-6D3A-3250-486B-CB2D7A59740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8" name="Arc 197">
                        <a:extLst>
                          <a:ext uri="{FF2B5EF4-FFF2-40B4-BE49-F238E27FC236}">
                            <a16:creationId xmlns:a16="http://schemas.microsoft.com/office/drawing/2014/main" id="{6653DF51-A344-5DF5-CFE5-07B3AA9D9C5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6" name="TextBox 195">
                      <a:extLst>
                        <a:ext uri="{FF2B5EF4-FFF2-40B4-BE49-F238E27FC236}">
                          <a16:creationId xmlns:a16="http://schemas.microsoft.com/office/drawing/2014/main" id="{6C43FC2D-324E-F61F-6316-4185CFC819AB}"/>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70" name="Group 169">
                    <a:extLst>
                      <a:ext uri="{FF2B5EF4-FFF2-40B4-BE49-F238E27FC236}">
                        <a16:creationId xmlns:a16="http://schemas.microsoft.com/office/drawing/2014/main" id="{40F0E17E-E51A-33B1-A5EC-66CC7ED8A97C}"/>
                      </a:ext>
                    </a:extLst>
                  </p:cNvPr>
                  <p:cNvGrpSpPr/>
                  <p:nvPr/>
                </p:nvGrpSpPr>
                <p:grpSpPr>
                  <a:xfrm>
                    <a:off x="6512463" y="3525040"/>
                    <a:ext cx="393192" cy="393192"/>
                    <a:chOff x="6389147" y="3357021"/>
                    <a:chExt cx="393192" cy="393192"/>
                  </a:xfrm>
                </p:grpSpPr>
                <p:grpSp>
                  <p:nvGrpSpPr>
                    <p:cNvPr id="182" name="Group 181">
                      <a:extLst>
                        <a:ext uri="{FF2B5EF4-FFF2-40B4-BE49-F238E27FC236}">
                          <a16:creationId xmlns:a16="http://schemas.microsoft.com/office/drawing/2014/main" id="{049A7BA2-1297-05FE-772C-B6D0D31A18C8}"/>
                        </a:ext>
                      </a:extLst>
                    </p:cNvPr>
                    <p:cNvGrpSpPr/>
                    <p:nvPr/>
                  </p:nvGrpSpPr>
                  <p:grpSpPr>
                    <a:xfrm rot="7200000" flipH="1">
                      <a:off x="6389147" y="3357021"/>
                      <a:ext cx="393192" cy="393192"/>
                      <a:chOff x="5354637" y="3446463"/>
                      <a:chExt cx="214313" cy="214313"/>
                    </a:xfrm>
                  </p:grpSpPr>
                  <p:sp>
                    <p:nvSpPr>
                      <p:cNvPr id="191" name="Arc 190">
                        <a:extLst>
                          <a:ext uri="{FF2B5EF4-FFF2-40B4-BE49-F238E27FC236}">
                            <a16:creationId xmlns:a16="http://schemas.microsoft.com/office/drawing/2014/main" id="{FA374EF0-15CC-BBD3-A2BB-80689592A21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2" name="Arc 191">
                        <a:extLst>
                          <a:ext uri="{FF2B5EF4-FFF2-40B4-BE49-F238E27FC236}">
                            <a16:creationId xmlns:a16="http://schemas.microsoft.com/office/drawing/2014/main" id="{08CA07D8-3E37-09FF-2C1E-4159668AA4D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3" name="Group 182">
                      <a:extLst>
                        <a:ext uri="{FF2B5EF4-FFF2-40B4-BE49-F238E27FC236}">
                          <a16:creationId xmlns:a16="http://schemas.microsoft.com/office/drawing/2014/main" id="{82AC8CD8-7631-894D-0F0D-09F25B2283ED}"/>
                        </a:ext>
                      </a:extLst>
                    </p:cNvPr>
                    <p:cNvGrpSpPr/>
                    <p:nvPr/>
                  </p:nvGrpSpPr>
                  <p:grpSpPr>
                    <a:xfrm>
                      <a:off x="6434137" y="3402011"/>
                      <a:ext cx="303213" cy="303213"/>
                      <a:chOff x="6434137" y="3402011"/>
                      <a:chExt cx="303213" cy="303213"/>
                    </a:xfrm>
                  </p:grpSpPr>
                  <p:grpSp>
                    <p:nvGrpSpPr>
                      <p:cNvPr id="184" name="Group 183">
                        <a:extLst>
                          <a:ext uri="{FF2B5EF4-FFF2-40B4-BE49-F238E27FC236}">
                            <a16:creationId xmlns:a16="http://schemas.microsoft.com/office/drawing/2014/main" id="{6861337E-98D6-2FE8-5B8C-A906D779F65F}"/>
                          </a:ext>
                        </a:extLst>
                      </p:cNvPr>
                      <p:cNvGrpSpPr/>
                      <p:nvPr/>
                    </p:nvGrpSpPr>
                    <p:grpSpPr>
                      <a:xfrm flipH="1">
                        <a:off x="6478587" y="3446461"/>
                        <a:ext cx="214313" cy="214313"/>
                        <a:chOff x="5354637" y="3446463"/>
                        <a:chExt cx="214313" cy="214313"/>
                      </a:xfrm>
                    </p:grpSpPr>
                    <p:sp>
                      <p:nvSpPr>
                        <p:cNvPr id="189" name="Arc 188">
                          <a:extLst>
                            <a:ext uri="{FF2B5EF4-FFF2-40B4-BE49-F238E27FC236}">
                              <a16:creationId xmlns:a16="http://schemas.microsoft.com/office/drawing/2014/main" id="{E97ECE81-D086-67D3-61E4-8EFE666C6D8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0" name="Arc 189">
                          <a:extLst>
                            <a:ext uri="{FF2B5EF4-FFF2-40B4-BE49-F238E27FC236}">
                              <a16:creationId xmlns:a16="http://schemas.microsoft.com/office/drawing/2014/main" id="{325F1305-3690-E867-B45B-44ED8CC8FFA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5" name="Group 184">
                        <a:extLst>
                          <a:ext uri="{FF2B5EF4-FFF2-40B4-BE49-F238E27FC236}">
                            <a16:creationId xmlns:a16="http://schemas.microsoft.com/office/drawing/2014/main" id="{2E8DBD7A-FDD8-1796-441C-FE9ABE6F4B4C}"/>
                          </a:ext>
                        </a:extLst>
                      </p:cNvPr>
                      <p:cNvGrpSpPr/>
                      <p:nvPr/>
                    </p:nvGrpSpPr>
                    <p:grpSpPr>
                      <a:xfrm rot="14400000" flipH="1">
                        <a:off x="6434137" y="3402011"/>
                        <a:ext cx="303213" cy="303213"/>
                        <a:chOff x="5354637" y="3446463"/>
                        <a:chExt cx="214313" cy="214313"/>
                      </a:xfrm>
                    </p:grpSpPr>
                    <p:sp>
                      <p:nvSpPr>
                        <p:cNvPr id="187" name="Arc 186">
                          <a:extLst>
                            <a:ext uri="{FF2B5EF4-FFF2-40B4-BE49-F238E27FC236}">
                              <a16:creationId xmlns:a16="http://schemas.microsoft.com/office/drawing/2014/main" id="{BF6B75E9-2306-7E88-E1CA-BD08D173F70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8" name="Arc 187">
                          <a:extLst>
                            <a:ext uri="{FF2B5EF4-FFF2-40B4-BE49-F238E27FC236}">
                              <a16:creationId xmlns:a16="http://schemas.microsoft.com/office/drawing/2014/main" id="{62D46C64-9553-0602-BB61-6AF93EC0D66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6" name="TextBox 185">
                        <a:extLst>
                          <a:ext uri="{FF2B5EF4-FFF2-40B4-BE49-F238E27FC236}">
                            <a16:creationId xmlns:a16="http://schemas.microsoft.com/office/drawing/2014/main" id="{AEEB83E6-EE46-B2ED-02FD-EF5B19FCBDD1}"/>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1" name="Group 170">
                    <a:extLst>
                      <a:ext uri="{FF2B5EF4-FFF2-40B4-BE49-F238E27FC236}">
                        <a16:creationId xmlns:a16="http://schemas.microsoft.com/office/drawing/2014/main" id="{FB813DDA-11BA-AAA0-1774-161A02EDEE45}"/>
                      </a:ext>
                    </a:extLst>
                  </p:cNvPr>
                  <p:cNvGrpSpPr/>
                  <p:nvPr/>
                </p:nvGrpSpPr>
                <p:grpSpPr>
                  <a:xfrm>
                    <a:off x="6197413" y="3225768"/>
                    <a:ext cx="393192" cy="393192"/>
                    <a:chOff x="6389147" y="3932622"/>
                    <a:chExt cx="393192" cy="393192"/>
                  </a:xfrm>
                </p:grpSpPr>
                <p:grpSp>
                  <p:nvGrpSpPr>
                    <p:cNvPr id="172" name="Group 171">
                      <a:extLst>
                        <a:ext uri="{FF2B5EF4-FFF2-40B4-BE49-F238E27FC236}">
                          <a16:creationId xmlns:a16="http://schemas.microsoft.com/office/drawing/2014/main" id="{71D070B3-F58B-E7AA-9D16-E594187E65F2}"/>
                        </a:ext>
                      </a:extLst>
                    </p:cNvPr>
                    <p:cNvGrpSpPr/>
                    <p:nvPr/>
                  </p:nvGrpSpPr>
                  <p:grpSpPr>
                    <a:xfrm flipH="1">
                      <a:off x="6478587" y="4022061"/>
                      <a:ext cx="214313" cy="214313"/>
                      <a:chOff x="5354637" y="3446463"/>
                      <a:chExt cx="214313" cy="214313"/>
                    </a:xfrm>
                  </p:grpSpPr>
                  <p:sp>
                    <p:nvSpPr>
                      <p:cNvPr id="180" name="Arc 179">
                        <a:extLst>
                          <a:ext uri="{FF2B5EF4-FFF2-40B4-BE49-F238E27FC236}">
                            <a16:creationId xmlns:a16="http://schemas.microsoft.com/office/drawing/2014/main" id="{10D18D53-5EDF-15A1-D1AF-AB4DC464419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1" name="Arc 180">
                        <a:extLst>
                          <a:ext uri="{FF2B5EF4-FFF2-40B4-BE49-F238E27FC236}">
                            <a16:creationId xmlns:a16="http://schemas.microsoft.com/office/drawing/2014/main" id="{13109905-B295-9ECD-FE66-A6259E38932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3" name="Group 172">
                      <a:extLst>
                        <a:ext uri="{FF2B5EF4-FFF2-40B4-BE49-F238E27FC236}">
                          <a16:creationId xmlns:a16="http://schemas.microsoft.com/office/drawing/2014/main" id="{75555A5C-82C8-018B-484B-1BA2CBA03004}"/>
                        </a:ext>
                      </a:extLst>
                    </p:cNvPr>
                    <p:cNvGrpSpPr/>
                    <p:nvPr/>
                  </p:nvGrpSpPr>
                  <p:grpSpPr>
                    <a:xfrm rot="7200000" flipH="1">
                      <a:off x="6434137" y="3977611"/>
                      <a:ext cx="303213" cy="303213"/>
                      <a:chOff x="5354637" y="3446463"/>
                      <a:chExt cx="214313" cy="214313"/>
                    </a:xfrm>
                  </p:grpSpPr>
                  <p:sp>
                    <p:nvSpPr>
                      <p:cNvPr id="178" name="Arc 177">
                        <a:extLst>
                          <a:ext uri="{FF2B5EF4-FFF2-40B4-BE49-F238E27FC236}">
                            <a16:creationId xmlns:a16="http://schemas.microsoft.com/office/drawing/2014/main" id="{C7CD26ED-ACF1-991B-D268-3E507CBDD22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9" name="Arc 178">
                        <a:extLst>
                          <a:ext uri="{FF2B5EF4-FFF2-40B4-BE49-F238E27FC236}">
                            <a16:creationId xmlns:a16="http://schemas.microsoft.com/office/drawing/2014/main" id="{F9D9D109-C779-A76F-79EE-BB485F6E282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4" name="Group 173">
                      <a:extLst>
                        <a:ext uri="{FF2B5EF4-FFF2-40B4-BE49-F238E27FC236}">
                          <a16:creationId xmlns:a16="http://schemas.microsoft.com/office/drawing/2014/main" id="{A0872D23-E209-B953-B363-4E3D700E7E9E}"/>
                        </a:ext>
                      </a:extLst>
                    </p:cNvPr>
                    <p:cNvGrpSpPr/>
                    <p:nvPr/>
                  </p:nvGrpSpPr>
                  <p:grpSpPr>
                    <a:xfrm rot="14400000" flipH="1">
                      <a:off x="6389147" y="3932622"/>
                      <a:ext cx="393192" cy="393192"/>
                      <a:chOff x="5354637" y="3446463"/>
                      <a:chExt cx="214313" cy="214313"/>
                    </a:xfrm>
                  </p:grpSpPr>
                  <p:sp>
                    <p:nvSpPr>
                      <p:cNvPr id="176" name="Arc 175">
                        <a:extLst>
                          <a:ext uri="{FF2B5EF4-FFF2-40B4-BE49-F238E27FC236}">
                            <a16:creationId xmlns:a16="http://schemas.microsoft.com/office/drawing/2014/main" id="{6C1FE578-6F14-E2BA-D412-99AFDA45D03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7" name="Arc 176">
                        <a:extLst>
                          <a:ext uri="{FF2B5EF4-FFF2-40B4-BE49-F238E27FC236}">
                            <a16:creationId xmlns:a16="http://schemas.microsoft.com/office/drawing/2014/main" id="{CB0F43D2-7DEE-67B9-1051-225A35DBA7C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5" name="TextBox 174">
                      <a:extLst>
                        <a:ext uri="{FF2B5EF4-FFF2-40B4-BE49-F238E27FC236}">
                          <a16:creationId xmlns:a16="http://schemas.microsoft.com/office/drawing/2014/main" id="{3A51B1F4-0777-8FB1-9245-44A7E299E61B}"/>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1" name="Group 120">
                  <a:extLst>
                    <a:ext uri="{FF2B5EF4-FFF2-40B4-BE49-F238E27FC236}">
                      <a16:creationId xmlns:a16="http://schemas.microsoft.com/office/drawing/2014/main" id="{A391678B-270F-2B23-68A2-3EF06E7D4F36}"/>
                    </a:ext>
                  </a:extLst>
                </p:cNvPr>
                <p:cNvGrpSpPr/>
                <p:nvPr/>
              </p:nvGrpSpPr>
              <p:grpSpPr>
                <a:xfrm>
                  <a:off x="6069086" y="3246228"/>
                  <a:ext cx="1019224" cy="991639"/>
                  <a:chOff x="5886431" y="3225768"/>
                  <a:chExt cx="1019224" cy="991639"/>
                </a:xfrm>
              </p:grpSpPr>
              <p:grpSp>
                <p:nvGrpSpPr>
                  <p:cNvPr id="122" name="Group 121">
                    <a:extLst>
                      <a:ext uri="{FF2B5EF4-FFF2-40B4-BE49-F238E27FC236}">
                        <a16:creationId xmlns:a16="http://schemas.microsoft.com/office/drawing/2014/main" id="{CABB731C-FA9A-A90A-1846-FCEE785D134D}"/>
                      </a:ext>
                    </a:extLst>
                  </p:cNvPr>
                  <p:cNvGrpSpPr/>
                  <p:nvPr/>
                </p:nvGrpSpPr>
                <p:grpSpPr>
                  <a:xfrm>
                    <a:off x="6197413" y="3824215"/>
                    <a:ext cx="393192" cy="393192"/>
                    <a:chOff x="5265196" y="3357021"/>
                    <a:chExt cx="393192" cy="393192"/>
                  </a:xfrm>
                </p:grpSpPr>
                <p:grpSp>
                  <p:nvGrpSpPr>
                    <p:cNvPr id="157" name="Group 156">
                      <a:extLst>
                        <a:ext uri="{FF2B5EF4-FFF2-40B4-BE49-F238E27FC236}">
                          <a16:creationId xmlns:a16="http://schemas.microsoft.com/office/drawing/2014/main" id="{9EC16D91-FD12-9B7B-87EE-E26663A7D93B}"/>
                        </a:ext>
                      </a:extLst>
                    </p:cNvPr>
                    <p:cNvGrpSpPr/>
                    <p:nvPr/>
                  </p:nvGrpSpPr>
                  <p:grpSpPr>
                    <a:xfrm rot="14400000">
                      <a:off x="5265196" y="3357021"/>
                      <a:ext cx="393192" cy="393192"/>
                      <a:chOff x="5354637" y="3446463"/>
                      <a:chExt cx="214313" cy="214313"/>
                    </a:xfrm>
                  </p:grpSpPr>
                  <p:sp>
                    <p:nvSpPr>
                      <p:cNvPr id="166" name="Arc 165">
                        <a:extLst>
                          <a:ext uri="{FF2B5EF4-FFF2-40B4-BE49-F238E27FC236}">
                            <a16:creationId xmlns:a16="http://schemas.microsoft.com/office/drawing/2014/main" id="{4202BB8F-279D-0EA5-81B3-0EC52D593C8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7" name="Arc 166">
                        <a:extLst>
                          <a:ext uri="{FF2B5EF4-FFF2-40B4-BE49-F238E27FC236}">
                            <a16:creationId xmlns:a16="http://schemas.microsoft.com/office/drawing/2014/main" id="{4FE38174-859D-D6E8-4DD6-A444C838FC5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8" name="Group 157">
                      <a:extLst>
                        <a:ext uri="{FF2B5EF4-FFF2-40B4-BE49-F238E27FC236}">
                          <a16:creationId xmlns:a16="http://schemas.microsoft.com/office/drawing/2014/main" id="{E47092FD-2294-236D-3EAA-4ADD2B6CEDA8}"/>
                        </a:ext>
                      </a:extLst>
                    </p:cNvPr>
                    <p:cNvGrpSpPr/>
                    <p:nvPr/>
                  </p:nvGrpSpPr>
                  <p:grpSpPr>
                    <a:xfrm>
                      <a:off x="5310186" y="3402011"/>
                      <a:ext cx="303213" cy="303213"/>
                      <a:chOff x="5310186" y="3402011"/>
                      <a:chExt cx="303213" cy="303213"/>
                    </a:xfrm>
                  </p:grpSpPr>
                  <p:grpSp>
                    <p:nvGrpSpPr>
                      <p:cNvPr id="159" name="Group 158">
                        <a:extLst>
                          <a:ext uri="{FF2B5EF4-FFF2-40B4-BE49-F238E27FC236}">
                            <a16:creationId xmlns:a16="http://schemas.microsoft.com/office/drawing/2014/main" id="{3C34F542-B719-F5A2-E36B-7829BE329A75}"/>
                          </a:ext>
                        </a:extLst>
                      </p:cNvPr>
                      <p:cNvGrpSpPr/>
                      <p:nvPr/>
                    </p:nvGrpSpPr>
                    <p:grpSpPr>
                      <a:xfrm>
                        <a:off x="5354636" y="3446461"/>
                        <a:ext cx="214313" cy="214313"/>
                        <a:chOff x="5354637" y="3446463"/>
                        <a:chExt cx="214313" cy="214313"/>
                      </a:xfrm>
                    </p:grpSpPr>
                    <p:sp>
                      <p:nvSpPr>
                        <p:cNvPr id="164" name="Arc 163">
                          <a:extLst>
                            <a:ext uri="{FF2B5EF4-FFF2-40B4-BE49-F238E27FC236}">
                              <a16:creationId xmlns:a16="http://schemas.microsoft.com/office/drawing/2014/main" id="{1793417C-73B0-06A6-E795-AFDEFC26859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5" name="Arc 164">
                          <a:extLst>
                            <a:ext uri="{FF2B5EF4-FFF2-40B4-BE49-F238E27FC236}">
                              <a16:creationId xmlns:a16="http://schemas.microsoft.com/office/drawing/2014/main" id="{A52BAD0D-14B9-77DD-B7F5-2AE7FB265F9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0" name="Group 159">
                        <a:extLst>
                          <a:ext uri="{FF2B5EF4-FFF2-40B4-BE49-F238E27FC236}">
                            <a16:creationId xmlns:a16="http://schemas.microsoft.com/office/drawing/2014/main" id="{5A7F65F0-A256-85FA-67F1-F02BEBD6C1BB}"/>
                          </a:ext>
                        </a:extLst>
                      </p:cNvPr>
                      <p:cNvGrpSpPr/>
                      <p:nvPr/>
                    </p:nvGrpSpPr>
                    <p:grpSpPr>
                      <a:xfrm rot="7200000">
                        <a:off x="5310186" y="3402011"/>
                        <a:ext cx="303213" cy="303213"/>
                        <a:chOff x="5354637" y="3446463"/>
                        <a:chExt cx="214313" cy="214313"/>
                      </a:xfrm>
                    </p:grpSpPr>
                    <p:sp>
                      <p:nvSpPr>
                        <p:cNvPr id="162" name="Arc 161">
                          <a:extLst>
                            <a:ext uri="{FF2B5EF4-FFF2-40B4-BE49-F238E27FC236}">
                              <a16:creationId xmlns:a16="http://schemas.microsoft.com/office/drawing/2014/main" id="{DD23E9D0-A252-182E-CFF4-4C3E6CB182B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3" name="Arc 162">
                          <a:extLst>
                            <a:ext uri="{FF2B5EF4-FFF2-40B4-BE49-F238E27FC236}">
                              <a16:creationId xmlns:a16="http://schemas.microsoft.com/office/drawing/2014/main" id="{85539B7E-E321-6968-A86B-3AA5A12AF62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1" name="TextBox 160">
                        <a:extLst>
                          <a:ext uri="{FF2B5EF4-FFF2-40B4-BE49-F238E27FC236}">
                            <a16:creationId xmlns:a16="http://schemas.microsoft.com/office/drawing/2014/main" id="{9CF9AE66-B438-B168-3C0E-D7762C9D38DF}"/>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3" name="Group 122">
                    <a:extLst>
                      <a:ext uri="{FF2B5EF4-FFF2-40B4-BE49-F238E27FC236}">
                        <a16:creationId xmlns:a16="http://schemas.microsoft.com/office/drawing/2014/main" id="{2B291A8B-7760-91CB-8B95-36718AABF677}"/>
                      </a:ext>
                    </a:extLst>
                  </p:cNvPr>
                  <p:cNvGrpSpPr/>
                  <p:nvPr/>
                </p:nvGrpSpPr>
                <p:grpSpPr>
                  <a:xfrm>
                    <a:off x="5886431" y="3525040"/>
                    <a:ext cx="393192" cy="393192"/>
                    <a:chOff x="5265196" y="3932619"/>
                    <a:chExt cx="393192" cy="393192"/>
                  </a:xfrm>
                </p:grpSpPr>
                <p:grpSp>
                  <p:nvGrpSpPr>
                    <p:cNvPr id="147" name="Group 146">
                      <a:extLst>
                        <a:ext uri="{FF2B5EF4-FFF2-40B4-BE49-F238E27FC236}">
                          <a16:creationId xmlns:a16="http://schemas.microsoft.com/office/drawing/2014/main" id="{11F2C369-322D-2097-D463-092B47A45ED1}"/>
                        </a:ext>
                      </a:extLst>
                    </p:cNvPr>
                    <p:cNvGrpSpPr/>
                    <p:nvPr/>
                  </p:nvGrpSpPr>
                  <p:grpSpPr>
                    <a:xfrm>
                      <a:off x="5354636" y="4022061"/>
                      <a:ext cx="214313" cy="214313"/>
                      <a:chOff x="5354637" y="3446463"/>
                      <a:chExt cx="214313" cy="214313"/>
                    </a:xfrm>
                  </p:grpSpPr>
                  <p:sp>
                    <p:nvSpPr>
                      <p:cNvPr id="155" name="Arc 154">
                        <a:extLst>
                          <a:ext uri="{FF2B5EF4-FFF2-40B4-BE49-F238E27FC236}">
                            <a16:creationId xmlns:a16="http://schemas.microsoft.com/office/drawing/2014/main" id="{3FACFD71-7D01-3104-AD27-6D18A797375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6" name="Arc 155">
                        <a:extLst>
                          <a:ext uri="{FF2B5EF4-FFF2-40B4-BE49-F238E27FC236}">
                            <a16:creationId xmlns:a16="http://schemas.microsoft.com/office/drawing/2014/main" id="{D90C013D-016D-6F4B-0870-DC6CEF68709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8" name="Group 147">
                      <a:extLst>
                        <a:ext uri="{FF2B5EF4-FFF2-40B4-BE49-F238E27FC236}">
                          <a16:creationId xmlns:a16="http://schemas.microsoft.com/office/drawing/2014/main" id="{58B39228-21AD-FEE6-FE7D-1F537AA248A2}"/>
                        </a:ext>
                      </a:extLst>
                    </p:cNvPr>
                    <p:cNvGrpSpPr/>
                    <p:nvPr/>
                  </p:nvGrpSpPr>
                  <p:grpSpPr>
                    <a:xfrm rot="14400000">
                      <a:off x="5310186" y="3977611"/>
                      <a:ext cx="303213" cy="303213"/>
                      <a:chOff x="5354637" y="3446463"/>
                      <a:chExt cx="214313" cy="214313"/>
                    </a:xfrm>
                  </p:grpSpPr>
                  <p:sp>
                    <p:nvSpPr>
                      <p:cNvPr id="153" name="Arc 152">
                        <a:extLst>
                          <a:ext uri="{FF2B5EF4-FFF2-40B4-BE49-F238E27FC236}">
                            <a16:creationId xmlns:a16="http://schemas.microsoft.com/office/drawing/2014/main" id="{7C5D6765-7BDC-827D-C7CC-C2876C0E0FB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4" name="Arc 153">
                        <a:extLst>
                          <a:ext uri="{FF2B5EF4-FFF2-40B4-BE49-F238E27FC236}">
                            <a16:creationId xmlns:a16="http://schemas.microsoft.com/office/drawing/2014/main" id="{B0A8CBBB-47E4-76D5-5EDB-4648C9B9FA7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9" name="Group 148">
                      <a:extLst>
                        <a:ext uri="{FF2B5EF4-FFF2-40B4-BE49-F238E27FC236}">
                          <a16:creationId xmlns:a16="http://schemas.microsoft.com/office/drawing/2014/main" id="{C6B32267-217A-C67A-F59D-04CF1FC8AE38}"/>
                        </a:ext>
                      </a:extLst>
                    </p:cNvPr>
                    <p:cNvGrpSpPr/>
                    <p:nvPr/>
                  </p:nvGrpSpPr>
                  <p:grpSpPr>
                    <a:xfrm rot="7200000">
                      <a:off x="5265196" y="3932619"/>
                      <a:ext cx="393192" cy="393192"/>
                      <a:chOff x="5354637" y="3446463"/>
                      <a:chExt cx="214313" cy="214313"/>
                    </a:xfrm>
                  </p:grpSpPr>
                  <p:sp>
                    <p:nvSpPr>
                      <p:cNvPr id="151" name="Arc 150">
                        <a:extLst>
                          <a:ext uri="{FF2B5EF4-FFF2-40B4-BE49-F238E27FC236}">
                            <a16:creationId xmlns:a16="http://schemas.microsoft.com/office/drawing/2014/main" id="{73DAF2F3-D306-96E9-7140-B7E8BB1F671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2" name="Arc 151">
                        <a:extLst>
                          <a:ext uri="{FF2B5EF4-FFF2-40B4-BE49-F238E27FC236}">
                            <a16:creationId xmlns:a16="http://schemas.microsoft.com/office/drawing/2014/main" id="{3091EEBB-1B60-DF31-01FD-1AF2DBA1356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0" name="TextBox 149">
                      <a:extLst>
                        <a:ext uri="{FF2B5EF4-FFF2-40B4-BE49-F238E27FC236}">
                          <a16:creationId xmlns:a16="http://schemas.microsoft.com/office/drawing/2014/main" id="{C1B3FB46-0C1E-6FA5-9C86-DEDDD1087C45}"/>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24" name="Group 123">
                    <a:extLst>
                      <a:ext uri="{FF2B5EF4-FFF2-40B4-BE49-F238E27FC236}">
                        <a16:creationId xmlns:a16="http://schemas.microsoft.com/office/drawing/2014/main" id="{F1C4EAE5-D53B-7496-7025-27F767EC81DE}"/>
                      </a:ext>
                    </a:extLst>
                  </p:cNvPr>
                  <p:cNvGrpSpPr/>
                  <p:nvPr/>
                </p:nvGrpSpPr>
                <p:grpSpPr>
                  <a:xfrm>
                    <a:off x="6512463" y="3525040"/>
                    <a:ext cx="393192" cy="393192"/>
                    <a:chOff x="6389147" y="3357021"/>
                    <a:chExt cx="393192" cy="393192"/>
                  </a:xfrm>
                </p:grpSpPr>
                <p:grpSp>
                  <p:nvGrpSpPr>
                    <p:cNvPr id="136" name="Group 135">
                      <a:extLst>
                        <a:ext uri="{FF2B5EF4-FFF2-40B4-BE49-F238E27FC236}">
                          <a16:creationId xmlns:a16="http://schemas.microsoft.com/office/drawing/2014/main" id="{70323105-0F66-9379-85FB-A3A02B8968D3}"/>
                        </a:ext>
                      </a:extLst>
                    </p:cNvPr>
                    <p:cNvGrpSpPr/>
                    <p:nvPr/>
                  </p:nvGrpSpPr>
                  <p:grpSpPr>
                    <a:xfrm rot="7200000" flipH="1">
                      <a:off x="6389147" y="3357021"/>
                      <a:ext cx="393192" cy="393192"/>
                      <a:chOff x="5354637" y="3446463"/>
                      <a:chExt cx="214313" cy="214313"/>
                    </a:xfrm>
                  </p:grpSpPr>
                  <p:sp>
                    <p:nvSpPr>
                      <p:cNvPr id="145" name="Arc 144">
                        <a:extLst>
                          <a:ext uri="{FF2B5EF4-FFF2-40B4-BE49-F238E27FC236}">
                            <a16:creationId xmlns:a16="http://schemas.microsoft.com/office/drawing/2014/main" id="{7D15C075-6F09-25CF-EF4D-57EB165A535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6" name="Arc 145">
                        <a:extLst>
                          <a:ext uri="{FF2B5EF4-FFF2-40B4-BE49-F238E27FC236}">
                            <a16:creationId xmlns:a16="http://schemas.microsoft.com/office/drawing/2014/main" id="{088B2957-7939-8842-FF25-597BBB65CAD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7" name="Group 136">
                      <a:extLst>
                        <a:ext uri="{FF2B5EF4-FFF2-40B4-BE49-F238E27FC236}">
                          <a16:creationId xmlns:a16="http://schemas.microsoft.com/office/drawing/2014/main" id="{17F1A50C-9340-A9D6-FCC4-5E20E195B07B}"/>
                        </a:ext>
                      </a:extLst>
                    </p:cNvPr>
                    <p:cNvGrpSpPr/>
                    <p:nvPr/>
                  </p:nvGrpSpPr>
                  <p:grpSpPr>
                    <a:xfrm>
                      <a:off x="6434137" y="3402011"/>
                      <a:ext cx="303213" cy="303213"/>
                      <a:chOff x="6434137" y="3402011"/>
                      <a:chExt cx="303213" cy="303213"/>
                    </a:xfrm>
                  </p:grpSpPr>
                  <p:grpSp>
                    <p:nvGrpSpPr>
                      <p:cNvPr id="138" name="Group 137">
                        <a:extLst>
                          <a:ext uri="{FF2B5EF4-FFF2-40B4-BE49-F238E27FC236}">
                            <a16:creationId xmlns:a16="http://schemas.microsoft.com/office/drawing/2014/main" id="{47581BF8-5D92-750F-4A88-367758BCF0E0}"/>
                          </a:ext>
                        </a:extLst>
                      </p:cNvPr>
                      <p:cNvGrpSpPr/>
                      <p:nvPr/>
                    </p:nvGrpSpPr>
                    <p:grpSpPr>
                      <a:xfrm flipH="1">
                        <a:off x="6478587" y="3446461"/>
                        <a:ext cx="214313" cy="214313"/>
                        <a:chOff x="5354637" y="3446463"/>
                        <a:chExt cx="214313" cy="214313"/>
                      </a:xfrm>
                    </p:grpSpPr>
                    <p:sp>
                      <p:nvSpPr>
                        <p:cNvPr id="143" name="Arc 142">
                          <a:extLst>
                            <a:ext uri="{FF2B5EF4-FFF2-40B4-BE49-F238E27FC236}">
                              <a16:creationId xmlns:a16="http://schemas.microsoft.com/office/drawing/2014/main" id="{D1376384-29A7-F89C-0D39-86CA598A20F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4" name="Arc 143">
                          <a:extLst>
                            <a:ext uri="{FF2B5EF4-FFF2-40B4-BE49-F238E27FC236}">
                              <a16:creationId xmlns:a16="http://schemas.microsoft.com/office/drawing/2014/main" id="{65DB89EC-A19B-4901-EAB4-2E116A33C9B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9" name="Group 138">
                        <a:extLst>
                          <a:ext uri="{FF2B5EF4-FFF2-40B4-BE49-F238E27FC236}">
                            <a16:creationId xmlns:a16="http://schemas.microsoft.com/office/drawing/2014/main" id="{75D37295-FF1C-ADD7-C56D-39806EF728EE}"/>
                          </a:ext>
                        </a:extLst>
                      </p:cNvPr>
                      <p:cNvGrpSpPr/>
                      <p:nvPr/>
                    </p:nvGrpSpPr>
                    <p:grpSpPr>
                      <a:xfrm rot="14400000" flipH="1">
                        <a:off x="6434137" y="3402011"/>
                        <a:ext cx="303213" cy="303213"/>
                        <a:chOff x="5354637" y="3446463"/>
                        <a:chExt cx="214313" cy="214313"/>
                      </a:xfrm>
                    </p:grpSpPr>
                    <p:sp>
                      <p:nvSpPr>
                        <p:cNvPr id="141" name="Arc 140">
                          <a:extLst>
                            <a:ext uri="{FF2B5EF4-FFF2-40B4-BE49-F238E27FC236}">
                              <a16:creationId xmlns:a16="http://schemas.microsoft.com/office/drawing/2014/main" id="{0398A47C-2F83-9231-B7DC-8FD9F83B6DF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2" name="Arc 141">
                          <a:extLst>
                            <a:ext uri="{FF2B5EF4-FFF2-40B4-BE49-F238E27FC236}">
                              <a16:creationId xmlns:a16="http://schemas.microsoft.com/office/drawing/2014/main" id="{6467CB77-5913-4DF8-40B0-A27F8DCAD70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0" name="TextBox 139">
                        <a:extLst>
                          <a:ext uri="{FF2B5EF4-FFF2-40B4-BE49-F238E27FC236}">
                            <a16:creationId xmlns:a16="http://schemas.microsoft.com/office/drawing/2014/main" id="{725C8233-414C-D296-D800-7FEB85514BCB}"/>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5" name="Group 124">
                    <a:extLst>
                      <a:ext uri="{FF2B5EF4-FFF2-40B4-BE49-F238E27FC236}">
                        <a16:creationId xmlns:a16="http://schemas.microsoft.com/office/drawing/2014/main" id="{9C1D1B48-D5A4-D964-011B-B437D316C1E5}"/>
                      </a:ext>
                    </a:extLst>
                  </p:cNvPr>
                  <p:cNvGrpSpPr/>
                  <p:nvPr/>
                </p:nvGrpSpPr>
                <p:grpSpPr>
                  <a:xfrm>
                    <a:off x="6197413" y="3225768"/>
                    <a:ext cx="393192" cy="393192"/>
                    <a:chOff x="6389147" y="3932622"/>
                    <a:chExt cx="393192" cy="393192"/>
                  </a:xfrm>
                </p:grpSpPr>
                <p:grpSp>
                  <p:nvGrpSpPr>
                    <p:cNvPr id="126" name="Group 125">
                      <a:extLst>
                        <a:ext uri="{FF2B5EF4-FFF2-40B4-BE49-F238E27FC236}">
                          <a16:creationId xmlns:a16="http://schemas.microsoft.com/office/drawing/2014/main" id="{8661E092-EF0D-152E-2D96-5CC149B30033}"/>
                        </a:ext>
                      </a:extLst>
                    </p:cNvPr>
                    <p:cNvGrpSpPr/>
                    <p:nvPr/>
                  </p:nvGrpSpPr>
                  <p:grpSpPr>
                    <a:xfrm flipH="1">
                      <a:off x="6478587" y="4022061"/>
                      <a:ext cx="214313" cy="214313"/>
                      <a:chOff x="5354637" y="3446463"/>
                      <a:chExt cx="214313" cy="214313"/>
                    </a:xfrm>
                  </p:grpSpPr>
                  <p:sp>
                    <p:nvSpPr>
                      <p:cNvPr id="134" name="Arc 133">
                        <a:extLst>
                          <a:ext uri="{FF2B5EF4-FFF2-40B4-BE49-F238E27FC236}">
                            <a16:creationId xmlns:a16="http://schemas.microsoft.com/office/drawing/2014/main" id="{F468F0E1-4966-9054-E18E-3ABA923DCAA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5" name="Arc 134">
                        <a:extLst>
                          <a:ext uri="{FF2B5EF4-FFF2-40B4-BE49-F238E27FC236}">
                            <a16:creationId xmlns:a16="http://schemas.microsoft.com/office/drawing/2014/main" id="{1880E7CC-E7A3-73F9-7052-7350DE10CBF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7" name="Group 126">
                      <a:extLst>
                        <a:ext uri="{FF2B5EF4-FFF2-40B4-BE49-F238E27FC236}">
                          <a16:creationId xmlns:a16="http://schemas.microsoft.com/office/drawing/2014/main" id="{7F7223AA-040A-EAAE-4F91-E24C53809E69}"/>
                        </a:ext>
                      </a:extLst>
                    </p:cNvPr>
                    <p:cNvGrpSpPr/>
                    <p:nvPr/>
                  </p:nvGrpSpPr>
                  <p:grpSpPr>
                    <a:xfrm rot="7200000" flipH="1">
                      <a:off x="6434137" y="3977611"/>
                      <a:ext cx="303213" cy="303213"/>
                      <a:chOff x="5354637" y="3446463"/>
                      <a:chExt cx="214313" cy="214313"/>
                    </a:xfrm>
                  </p:grpSpPr>
                  <p:sp>
                    <p:nvSpPr>
                      <p:cNvPr id="132" name="Arc 131">
                        <a:extLst>
                          <a:ext uri="{FF2B5EF4-FFF2-40B4-BE49-F238E27FC236}">
                            <a16:creationId xmlns:a16="http://schemas.microsoft.com/office/drawing/2014/main" id="{4062B9FB-FDBC-48E7-5F88-9E03669217C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3" name="Arc 132">
                        <a:extLst>
                          <a:ext uri="{FF2B5EF4-FFF2-40B4-BE49-F238E27FC236}">
                            <a16:creationId xmlns:a16="http://schemas.microsoft.com/office/drawing/2014/main" id="{212AE145-0778-BE68-44F6-29B459E3C7D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8" name="Group 127">
                      <a:extLst>
                        <a:ext uri="{FF2B5EF4-FFF2-40B4-BE49-F238E27FC236}">
                          <a16:creationId xmlns:a16="http://schemas.microsoft.com/office/drawing/2014/main" id="{4E357C19-0B79-D538-9FF1-04B5B2C6494D}"/>
                        </a:ext>
                      </a:extLst>
                    </p:cNvPr>
                    <p:cNvGrpSpPr/>
                    <p:nvPr/>
                  </p:nvGrpSpPr>
                  <p:grpSpPr>
                    <a:xfrm rot="14400000" flipH="1">
                      <a:off x="6389147" y="3932622"/>
                      <a:ext cx="393192" cy="393192"/>
                      <a:chOff x="5354637" y="3446463"/>
                      <a:chExt cx="214313" cy="214313"/>
                    </a:xfrm>
                  </p:grpSpPr>
                  <p:sp>
                    <p:nvSpPr>
                      <p:cNvPr id="130" name="Arc 129">
                        <a:extLst>
                          <a:ext uri="{FF2B5EF4-FFF2-40B4-BE49-F238E27FC236}">
                            <a16:creationId xmlns:a16="http://schemas.microsoft.com/office/drawing/2014/main" id="{56F21BBF-8973-CE35-365C-336756F350D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1" name="Arc 130">
                        <a:extLst>
                          <a:ext uri="{FF2B5EF4-FFF2-40B4-BE49-F238E27FC236}">
                            <a16:creationId xmlns:a16="http://schemas.microsoft.com/office/drawing/2014/main" id="{7D7A017A-23B3-BC2B-2EAE-EC66ADAE412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9" name="TextBox 128">
                      <a:extLst>
                        <a:ext uri="{FF2B5EF4-FFF2-40B4-BE49-F238E27FC236}">
                          <a16:creationId xmlns:a16="http://schemas.microsoft.com/office/drawing/2014/main" id="{309C6019-FBD4-4820-C643-EC10704C1317}"/>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25" name="Group 24">
                <a:extLst>
                  <a:ext uri="{FF2B5EF4-FFF2-40B4-BE49-F238E27FC236}">
                    <a16:creationId xmlns:a16="http://schemas.microsoft.com/office/drawing/2014/main" id="{F66621B8-D70B-E343-32E1-B7414F35539C}"/>
                  </a:ext>
                </a:extLst>
              </p:cNvPr>
              <p:cNvGrpSpPr/>
              <p:nvPr/>
            </p:nvGrpSpPr>
            <p:grpSpPr>
              <a:xfrm>
                <a:off x="6065340" y="2039507"/>
                <a:ext cx="1643204" cy="1593124"/>
                <a:chOff x="5445106" y="2644743"/>
                <a:chExt cx="1643204" cy="1593124"/>
              </a:xfrm>
            </p:grpSpPr>
            <p:grpSp>
              <p:nvGrpSpPr>
                <p:cNvPr id="26" name="Group 25">
                  <a:extLst>
                    <a:ext uri="{FF2B5EF4-FFF2-40B4-BE49-F238E27FC236}">
                      <a16:creationId xmlns:a16="http://schemas.microsoft.com/office/drawing/2014/main" id="{7DEEE3CF-CBD9-3539-87A9-9E49A0BF8884}"/>
                    </a:ext>
                  </a:extLst>
                </p:cNvPr>
                <p:cNvGrpSpPr/>
                <p:nvPr/>
              </p:nvGrpSpPr>
              <p:grpSpPr>
                <a:xfrm>
                  <a:off x="5445106" y="2644743"/>
                  <a:ext cx="1019224" cy="991639"/>
                  <a:chOff x="5886431" y="3225768"/>
                  <a:chExt cx="1019224" cy="991639"/>
                </a:xfrm>
              </p:grpSpPr>
              <p:grpSp>
                <p:nvGrpSpPr>
                  <p:cNvPr id="74" name="Group 73">
                    <a:extLst>
                      <a:ext uri="{FF2B5EF4-FFF2-40B4-BE49-F238E27FC236}">
                        <a16:creationId xmlns:a16="http://schemas.microsoft.com/office/drawing/2014/main" id="{B1A7AAB2-11F5-84F2-13FD-C3334456214A}"/>
                      </a:ext>
                    </a:extLst>
                  </p:cNvPr>
                  <p:cNvGrpSpPr/>
                  <p:nvPr/>
                </p:nvGrpSpPr>
                <p:grpSpPr>
                  <a:xfrm>
                    <a:off x="6197413" y="3824215"/>
                    <a:ext cx="393192" cy="393192"/>
                    <a:chOff x="5265196" y="3357021"/>
                    <a:chExt cx="393192" cy="393192"/>
                  </a:xfrm>
                </p:grpSpPr>
                <p:grpSp>
                  <p:nvGrpSpPr>
                    <p:cNvPr id="109" name="Group 108">
                      <a:extLst>
                        <a:ext uri="{FF2B5EF4-FFF2-40B4-BE49-F238E27FC236}">
                          <a16:creationId xmlns:a16="http://schemas.microsoft.com/office/drawing/2014/main" id="{C50F5137-EB4F-8016-DAD0-211857B5D2CB}"/>
                        </a:ext>
                      </a:extLst>
                    </p:cNvPr>
                    <p:cNvGrpSpPr/>
                    <p:nvPr/>
                  </p:nvGrpSpPr>
                  <p:grpSpPr>
                    <a:xfrm rot="14400000">
                      <a:off x="5265196" y="3357021"/>
                      <a:ext cx="393192" cy="393192"/>
                      <a:chOff x="5354637" y="3446463"/>
                      <a:chExt cx="214313" cy="214313"/>
                    </a:xfrm>
                  </p:grpSpPr>
                  <p:sp>
                    <p:nvSpPr>
                      <p:cNvPr id="118" name="Arc 117">
                        <a:extLst>
                          <a:ext uri="{FF2B5EF4-FFF2-40B4-BE49-F238E27FC236}">
                            <a16:creationId xmlns:a16="http://schemas.microsoft.com/office/drawing/2014/main" id="{E3C4B0AA-D0F0-C0AC-7427-2F45AB3D3D6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9" name="Arc 118">
                        <a:extLst>
                          <a:ext uri="{FF2B5EF4-FFF2-40B4-BE49-F238E27FC236}">
                            <a16:creationId xmlns:a16="http://schemas.microsoft.com/office/drawing/2014/main" id="{4FD20082-63EE-1166-F0E2-E2BD32DBECD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0" name="Group 109">
                      <a:extLst>
                        <a:ext uri="{FF2B5EF4-FFF2-40B4-BE49-F238E27FC236}">
                          <a16:creationId xmlns:a16="http://schemas.microsoft.com/office/drawing/2014/main" id="{E5DB9E59-45E7-AD72-02E7-08AA04F913DA}"/>
                        </a:ext>
                      </a:extLst>
                    </p:cNvPr>
                    <p:cNvGrpSpPr/>
                    <p:nvPr/>
                  </p:nvGrpSpPr>
                  <p:grpSpPr>
                    <a:xfrm>
                      <a:off x="5310186" y="3402011"/>
                      <a:ext cx="303213" cy="303213"/>
                      <a:chOff x="5310186" y="3402011"/>
                      <a:chExt cx="303213" cy="303213"/>
                    </a:xfrm>
                  </p:grpSpPr>
                  <p:grpSp>
                    <p:nvGrpSpPr>
                      <p:cNvPr id="111" name="Group 110">
                        <a:extLst>
                          <a:ext uri="{FF2B5EF4-FFF2-40B4-BE49-F238E27FC236}">
                            <a16:creationId xmlns:a16="http://schemas.microsoft.com/office/drawing/2014/main" id="{9A26FDCB-D913-C4DF-2C26-FFD44A0D2980}"/>
                          </a:ext>
                        </a:extLst>
                      </p:cNvPr>
                      <p:cNvGrpSpPr/>
                      <p:nvPr/>
                    </p:nvGrpSpPr>
                    <p:grpSpPr>
                      <a:xfrm>
                        <a:off x="5354636" y="3446461"/>
                        <a:ext cx="214313" cy="214313"/>
                        <a:chOff x="5354637" y="3446463"/>
                        <a:chExt cx="214313" cy="214313"/>
                      </a:xfrm>
                    </p:grpSpPr>
                    <p:sp>
                      <p:nvSpPr>
                        <p:cNvPr id="116" name="Arc 115">
                          <a:extLst>
                            <a:ext uri="{FF2B5EF4-FFF2-40B4-BE49-F238E27FC236}">
                              <a16:creationId xmlns:a16="http://schemas.microsoft.com/office/drawing/2014/main" id="{547F4F24-A678-B764-6928-A5C36C3D5B5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7" name="Arc 116">
                          <a:extLst>
                            <a:ext uri="{FF2B5EF4-FFF2-40B4-BE49-F238E27FC236}">
                              <a16:creationId xmlns:a16="http://schemas.microsoft.com/office/drawing/2014/main" id="{55D6354D-B8DC-B26D-FA6C-754B1DE2731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2" name="Group 111">
                        <a:extLst>
                          <a:ext uri="{FF2B5EF4-FFF2-40B4-BE49-F238E27FC236}">
                            <a16:creationId xmlns:a16="http://schemas.microsoft.com/office/drawing/2014/main" id="{7CF18017-7FD1-E200-640A-EEF96B9B1A7B}"/>
                          </a:ext>
                        </a:extLst>
                      </p:cNvPr>
                      <p:cNvGrpSpPr/>
                      <p:nvPr/>
                    </p:nvGrpSpPr>
                    <p:grpSpPr>
                      <a:xfrm rot="7200000">
                        <a:off x="5310186" y="3402011"/>
                        <a:ext cx="303213" cy="303213"/>
                        <a:chOff x="5354637" y="3446463"/>
                        <a:chExt cx="214313" cy="214313"/>
                      </a:xfrm>
                    </p:grpSpPr>
                    <p:sp>
                      <p:nvSpPr>
                        <p:cNvPr id="114" name="Arc 113">
                          <a:extLst>
                            <a:ext uri="{FF2B5EF4-FFF2-40B4-BE49-F238E27FC236}">
                              <a16:creationId xmlns:a16="http://schemas.microsoft.com/office/drawing/2014/main" id="{6489D7A3-BC85-0414-DE4D-94E1605E1B9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5" name="Arc 114">
                          <a:extLst>
                            <a:ext uri="{FF2B5EF4-FFF2-40B4-BE49-F238E27FC236}">
                              <a16:creationId xmlns:a16="http://schemas.microsoft.com/office/drawing/2014/main" id="{5C71D159-21F4-4E55-2465-356510ABA1D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3" name="TextBox 112">
                        <a:extLst>
                          <a:ext uri="{FF2B5EF4-FFF2-40B4-BE49-F238E27FC236}">
                            <a16:creationId xmlns:a16="http://schemas.microsoft.com/office/drawing/2014/main" id="{96DA8837-90C8-0CF3-5754-0EE4912C5965}"/>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5" name="Group 74">
                    <a:extLst>
                      <a:ext uri="{FF2B5EF4-FFF2-40B4-BE49-F238E27FC236}">
                        <a16:creationId xmlns:a16="http://schemas.microsoft.com/office/drawing/2014/main" id="{B793FF71-F394-6F9F-7D7B-947A1C235A0E}"/>
                      </a:ext>
                    </a:extLst>
                  </p:cNvPr>
                  <p:cNvGrpSpPr/>
                  <p:nvPr/>
                </p:nvGrpSpPr>
                <p:grpSpPr>
                  <a:xfrm>
                    <a:off x="5886431" y="3525040"/>
                    <a:ext cx="393192" cy="393192"/>
                    <a:chOff x="5265196" y="3932619"/>
                    <a:chExt cx="393192" cy="393192"/>
                  </a:xfrm>
                </p:grpSpPr>
                <p:grpSp>
                  <p:nvGrpSpPr>
                    <p:cNvPr id="99" name="Group 98">
                      <a:extLst>
                        <a:ext uri="{FF2B5EF4-FFF2-40B4-BE49-F238E27FC236}">
                          <a16:creationId xmlns:a16="http://schemas.microsoft.com/office/drawing/2014/main" id="{9E2FA0CB-61FB-77D2-31D6-DAD574B9A021}"/>
                        </a:ext>
                      </a:extLst>
                    </p:cNvPr>
                    <p:cNvGrpSpPr/>
                    <p:nvPr/>
                  </p:nvGrpSpPr>
                  <p:grpSpPr>
                    <a:xfrm>
                      <a:off x="5354636" y="4022061"/>
                      <a:ext cx="214313" cy="214313"/>
                      <a:chOff x="5354637" y="3446463"/>
                      <a:chExt cx="214313" cy="214313"/>
                    </a:xfrm>
                  </p:grpSpPr>
                  <p:sp>
                    <p:nvSpPr>
                      <p:cNvPr id="107" name="Arc 106">
                        <a:extLst>
                          <a:ext uri="{FF2B5EF4-FFF2-40B4-BE49-F238E27FC236}">
                            <a16:creationId xmlns:a16="http://schemas.microsoft.com/office/drawing/2014/main" id="{95226E79-2208-7608-EBCC-5912B0DD4AE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8" name="Arc 107">
                        <a:extLst>
                          <a:ext uri="{FF2B5EF4-FFF2-40B4-BE49-F238E27FC236}">
                            <a16:creationId xmlns:a16="http://schemas.microsoft.com/office/drawing/2014/main" id="{719724F0-3F3F-705A-1BB7-39D01F3F3C3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0" name="Group 99">
                      <a:extLst>
                        <a:ext uri="{FF2B5EF4-FFF2-40B4-BE49-F238E27FC236}">
                          <a16:creationId xmlns:a16="http://schemas.microsoft.com/office/drawing/2014/main" id="{65C7D84C-5021-A299-985E-12DAD794742A}"/>
                        </a:ext>
                      </a:extLst>
                    </p:cNvPr>
                    <p:cNvGrpSpPr/>
                    <p:nvPr/>
                  </p:nvGrpSpPr>
                  <p:grpSpPr>
                    <a:xfrm rot="14400000">
                      <a:off x="5310186" y="3977611"/>
                      <a:ext cx="303213" cy="303213"/>
                      <a:chOff x="5354637" y="3446463"/>
                      <a:chExt cx="214313" cy="214313"/>
                    </a:xfrm>
                  </p:grpSpPr>
                  <p:sp>
                    <p:nvSpPr>
                      <p:cNvPr id="105" name="Arc 104">
                        <a:extLst>
                          <a:ext uri="{FF2B5EF4-FFF2-40B4-BE49-F238E27FC236}">
                            <a16:creationId xmlns:a16="http://schemas.microsoft.com/office/drawing/2014/main" id="{37AD728B-3C11-79B2-B319-2FDE141032D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 name="Arc 105">
                        <a:extLst>
                          <a:ext uri="{FF2B5EF4-FFF2-40B4-BE49-F238E27FC236}">
                            <a16:creationId xmlns:a16="http://schemas.microsoft.com/office/drawing/2014/main" id="{015F3904-5BE6-8BDE-F5F8-1FD92DB7CCC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1" name="Group 100">
                      <a:extLst>
                        <a:ext uri="{FF2B5EF4-FFF2-40B4-BE49-F238E27FC236}">
                          <a16:creationId xmlns:a16="http://schemas.microsoft.com/office/drawing/2014/main" id="{DEEAA6D4-98C8-E248-13AB-852DAE1BA452}"/>
                        </a:ext>
                      </a:extLst>
                    </p:cNvPr>
                    <p:cNvGrpSpPr/>
                    <p:nvPr/>
                  </p:nvGrpSpPr>
                  <p:grpSpPr>
                    <a:xfrm rot="7200000">
                      <a:off x="5265196" y="3932619"/>
                      <a:ext cx="393192" cy="393192"/>
                      <a:chOff x="5354637" y="3446463"/>
                      <a:chExt cx="214313" cy="214313"/>
                    </a:xfrm>
                  </p:grpSpPr>
                  <p:sp>
                    <p:nvSpPr>
                      <p:cNvPr id="103" name="Arc 102">
                        <a:extLst>
                          <a:ext uri="{FF2B5EF4-FFF2-40B4-BE49-F238E27FC236}">
                            <a16:creationId xmlns:a16="http://schemas.microsoft.com/office/drawing/2014/main" id="{53A822E1-C89F-B7F4-C9A5-493B1A4A539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4" name="Arc 103">
                        <a:extLst>
                          <a:ext uri="{FF2B5EF4-FFF2-40B4-BE49-F238E27FC236}">
                            <a16:creationId xmlns:a16="http://schemas.microsoft.com/office/drawing/2014/main" id="{B54B1291-23C4-A3EB-6869-DBC11A8BB5B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2" name="TextBox 101">
                      <a:extLst>
                        <a:ext uri="{FF2B5EF4-FFF2-40B4-BE49-F238E27FC236}">
                          <a16:creationId xmlns:a16="http://schemas.microsoft.com/office/drawing/2014/main" id="{2B6517F4-190F-5CFB-34CD-7F52E1DA8636}"/>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76" name="Group 75">
                    <a:extLst>
                      <a:ext uri="{FF2B5EF4-FFF2-40B4-BE49-F238E27FC236}">
                        <a16:creationId xmlns:a16="http://schemas.microsoft.com/office/drawing/2014/main" id="{DE2D6DB1-8918-2712-B355-AF6A5850115C}"/>
                      </a:ext>
                    </a:extLst>
                  </p:cNvPr>
                  <p:cNvGrpSpPr/>
                  <p:nvPr/>
                </p:nvGrpSpPr>
                <p:grpSpPr>
                  <a:xfrm>
                    <a:off x="6512463" y="3525040"/>
                    <a:ext cx="393192" cy="393192"/>
                    <a:chOff x="6389147" y="3357021"/>
                    <a:chExt cx="393192" cy="393192"/>
                  </a:xfrm>
                </p:grpSpPr>
                <p:grpSp>
                  <p:nvGrpSpPr>
                    <p:cNvPr id="88" name="Group 87">
                      <a:extLst>
                        <a:ext uri="{FF2B5EF4-FFF2-40B4-BE49-F238E27FC236}">
                          <a16:creationId xmlns:a16="http://schemas.microsoft.com/office/drawing/2014/main" id="{180AF18C-DCE9-7E8C-C5E1-4823104C9884}"/>
                        </a:ext>
                      </a:extLst>
                    </p:cNvPr>
                    <p:cNvGrpSpPr/>
                    <p:nvPr/>
                  </p:nvGrpSpPr>
                  <p:grpSpPr>
                    <a:xfrm rot="7200000" flipH="1">
                      <a:off x="6389147" y="3357021"/>
                      <a:ext cx="393192" cy="393192"/>
                      <a:chOff x="5354637" y="3446463"/>
                      <a:chExt cx="214313" cy="214313"/>
                    </a:xfrm>
                  </p:grpSpPr>
                  <p:sp>
                    <p:nvSpPr>
                      <p:cNvPr id="97" name="Arc 96">
                        <a:extLst>
                          <a:ext uri="{FF2B5EF4-FFF2-40B4-BE49-F238E27FC236}">
                            <a16:creationId xmlns:a16="http://schemas.microsoft.com/office/drawing/2014/main" id="{0E298598-B221-9E93-8750-0CA00187F86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8" name="Arc 97">
                        <a:extLst>
                          <a:ext uri="{FF2B5EF4-FFF2-40B4-BE49-F238E27FC236}">
                            <a16:creationId xmlns:a16="http://schemas.microsoft.com/office/drawing/2014/main" id="{3B3FFA2D-7B73-8D83-1A31-7F43D5D42B0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9" name="Group 88">
                      <a:extLst>
                        <a:ext uri="{FF2B5EF4-FFF2-40B4-BE49-F238E27FC236}">
                          <a16:creationId xmlns:a16="http://schemas.microsoft.com/office/drawing/2014/main" id="{AAD63F4C-F9B8-2B56-24FA-DFB3F6502E40}"/>
                        </a:ext>
                      </a:extLst>
                    </p:cNvPr>
                    <p:cNvGrpSpPr/>
                    <p:nvPr/>
                  </p:nvGrpSpPr>
                  <p:grpSpPr>
                    <a:xfrm>
                      <a:off x="6434137" y="3402011"/>
                      <a:ext cx="303213" cy="303213"/>
                      <a:chOff x="6434137" y="3402011"/>
                      <a:chExt cx="303213" cy="303213"/>
                    </a:xfrm>
                  </p:grpSpPr>
                  <p:grpSp>
                    <p:nvGrpSpPr>
                      <p:cNvPr id="90" name="Group 89">
                        <a:extLst>
                          <a:ext uri="{FF2B5EF4-FFF2-40B4-BE49-F238E27FC236}">
                            <a16:creationId xmlns:a16="http://schemas.microsoft.com/office/drawing/2014/main" id="{75B83093-63B4-B18B-EB2A-DD88D91A7BFC}"/>
                          </a:ext>
                        </a:extLst>
                      </p:cNvPr>
                      <p:cNvGrpSpPr/>
                      <p:nvPr/>
                    </p:nvGrpSpPr>
                    <p:grpSpPr>
                      <a:xfrm flipH="1">
                        <a:off x="6478587" y="3446461"/>
                        <a:ext cx="214313" cy="214313"/>
                        <a:chOff x="5354637" y="3446463"/>
                        <a:chExt cx="214313" cy="214313"/>
                      </a:xfrm>
                    </p:grpSpPr>
                    <p:sp>
                      <p:nvSpPr>
                        <p:cNvPr id="95" name="Arc 94">
                          <a:extLst>
                            <a:ext uri="{FF2B5EF4-FFF2-40B4-BE49-F238E27FC236}">
                              <a16:creationId xmlns:a16="http://schemas.microsoft.com/office/drawing/2014/main" id="{B3BF5C6D-9EE7-9E03-0E4D-121F260677D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6" name="Arc 95">
                          <a:extLst>
                            <a:ext uri="{FF2B5EF4-FFF2-40B4-BE49-F238E27FC236}">
                              <a16:creationId xmlns:a16="http://schemas.microsoft.com/office/drawing/2014/main" id="{23C4226C-206C-74A3-DD59-10679566AA8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1" name="Group 90">
                        <a:extLst>
                          <a:ext uri="{FF2B5EF4-FFF2-40B4-BE49-F238E27FC236}">
                            <a16:creationId xmlns:a16="http://schemas.microsoft.com/office/drawing/2014/main" id="{58083114-4329-7306-9FE3-B06745B0C8D0}"/>
                          </a:ext>
                        </a:extLst>
                      </p:cNvPr>
                      <p:cNvGrpSpPr/>
                      <p:nvPr/>
                    </p:nvGrpSpPr>
                    <p:grpSpPr>
                      <a:xfrm rot="14400000" flipH="1">
                        <a:off x="6434137" y="3402011"/>
                        <a:ext cx="303213" cy="303213"/>
                        <a:chOff x="5354637" y="3446463"/>
                        <a:chExt cx="214313" cy="214313"/>
                      </a:xfrm>
                    </p:grpSpPr>
                    <p:sp>
                      <p:nvSpPr>
                        <p:cNvPr id="93" name="Arc 92">
                          <a:extLst>
                            <a:ext uri="{FF2B5EF4-FFF2-40B4-BE49-F238E27FC236}">
                              <a16:creationId xmlns:a16="http://schemas.microsoft.com/office/drawing/2014/main" id="{481C803F-9D13-ABED-BECA-F72CEDDBD31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4" name="Arc 93">
                          <a:extLst>
                            <a:ext uri="{FF2B5EF4-FFF2-40B4-BE49-F238E27FC236}">
                              <a16:creationId xmlns:a16="http://schemas.microsoft.com/office/drawing/2014/main" id="{C9DF4DFC-E427-DB5A-88F7-9AC2F357128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2" name="TextBox 91">
                        <a:extLst>
                          <a:ext uri="{FF2B5EF4-FFF2-40B4-BE49-F238E27FC236}">
                            <a16:creationId xmlns:a16="http://schemas.microsoft.com/office/drawing/2014/main" id="{BE175490-58B1-96CC-2410-20323FDD8FA6}"/>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7" name="Group 76">
                    <a:extLst>
                      <a:ext uri="{FF2B5EF4-FFF2-40B4-BE49-F238E27FC236}">
                        <a16:creationId xmlns:a16="http://schemas.microsoft.com/office/drawing/2014/main" id="{ED215D78-8353-E9D3-4BEF-BE9EFA50E030}"/>
                      </a:ext>
                    </a:extLst>
                  </p:cNvPr>
                  <p:cNvGrpSpPr/>
                  <p:nvPr/>
                </p:nvGrpSpPr>
                <p:grpSpPr>
                  <a:xfrm>
                    <a:off x="6197413" y="3225768"/>
                    <a:ext cx="393192" cy="393192"/>
                    <a:chOff x="6389147" y="3932622"/>
                    <a:chExt cx="393192" cy="393192"/>
                  </a:xfrm>
                </p:grpSpPr>
                <p:grpSp>
                  <p:nvGrpSpPr>
                    <p:cNvPr id="78" name="Group 77">
                      <a:extLst>
                        <a:ext uri="{FF2B5EF4-FFF2-40B4-BE49-F238E27FC236}">
                          <a16:creationId xmlns:a16="http://schemas.microsoft.com/office/drawing/2014/main" id="{2F5078D5-1817-BFEE-FD10-16816123D1B1}"/>
                        </a:ext>
                      </a:extLst>
                    </p:cNvPr>
                    <p:cNvGrpSpPr/>
                    <p:nvPr/>
                  </p:nvGrpSpPr>
                  <p:grpSpPr>
                    <a:xfrm flipH="1">
                      <a:off x="6478587" y="4022061"/>
                      <a:ext cx="214313" cy="214313"/>
                      <a:chOff x="5354637" y="3446463"/>
                      <a:chExt cx="214313" cy="214313"/>
                    </a:xfrm>
                  </p:grpSpPr>
                  <p:sp>
                    <p:nvSpPr>
                      <p:cNvPr id="86" name="Arc 85">
                        <a:extLst>
                          <a:ext uri="{FF2B5EF4-FFF2-40B4-BE49-F238E27FC236}">
                            <a16:creationId xmlns:a16="http://schemas.microsoft.com/office/drawing/2014/main" id="{D494217E-C118-975B-A9E9-7272BFC53F7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7" name="Arc 86">
                        <a:extLst>
                          <a:ext uri="{FF2B5EF4-FFF2-40B4-BE49-F238E27FC236}">
                            <a16:creationId xmlns:a16="http://schemas.microsoft.com/office/drawing/2014/main" id="{E853046C-1CD5-A44A-2B37-DA0CAFB500B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9" name="Group 78">
                      <a:extLst>
                        <a:ext uri="{FF2B5EF4-FFF2-40B4-BE49-F238E27FC236}">
                          <a16:creationId xmlns:a16="http://schemas.microsoft.com/office/drawing/2014/main" id="{4E5F0051-B5E3-BACD-F129-A1576F40E406}"/>
                        </a:ext>
                      </a:extLst>
                    </p:cNvPr>
                    <p:cNvGrpSpPr/>
                    <p:nvPr/>
                  </p:nvGrpSpPr>
                  <p:grpSpPr>
                    <a:xfrm rot="7200000" flipH="1">
                      <a:off x="6434137" y="3977611"/>
                      <a:ext cx="303213" cy="303213"/>
                      <a:chOff x="5354637" y="3446463"/>
                      <a:chExt cx="214313" cy="214313"/>
                    </a:xfrm>
                  </p:grpSpPr>
                  <p:sp>
                    <p:nvSpPr>
                      <p:cNvPr id="84" name="Arc 83">
                        <a:extLst>
                          <a:ext uri="{FF2B5EF4-FFF2-40B4-BE49-F238E27FC236}">
                            <a16:creationId xmlns:a16="http://schemas.microsoft.com/office/drawing/2014/main" id="{D57176D4-0F66-80EA-5077-31519388DFA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5" name="Arc 84">
                        <a:extLst>
                          <a:ext uri="{FF2B5EF4-FFF2-40B4-BE49-F238E27FC236}">
                            <a16:creationId xmlns:a16="http://schemas.microsoft.com/office/drawing/2014/main" id="{1E960D29-6F12-2FE8-6182-04491035DB9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0" name="Group 79">
                      <a:extLst>
                        <a:ext uri="{FF2B5EF4-FFF2-40B4-BE49-F238E27FC236}">
                          <a16:creationId xmlns:a16="http://schemas.microsoft.com/office/drawing/2014/main" id="{3E3D1293-CB41-0810-DB1D-F2221EAAE1CE}"/>
                        </a:ext>
                      </a:extLst>
                    </p:cNvPr>
                    <p:cNvGrpSpPr/>
                    <p:nvPr/>
                  </p:nvGrpSpPr>
                  <p:grpSpPr>
                    <a:xfrm rot="14400000" flipH="1">
                      <a:off x="6389147" y="3932622"/>
                      <a:ext cx="393192" cy="393192"/>
                      <a:chOff x="5354637" y="3446463"/>
                      <a:chExt cx="214313" cy="214313"/>
                    </a:xfrm>
                  </p:grpSpPr>
                  <p:sp>
                    <p:nvSpPr>
                      <p:cNvPr id="82" name="Arc 81">
                        <a:extLst>
                          <a:ext uri="{FF2B5EF4-FFF2-40B4-BE49-F238E27FC236}">
                            <a16:creationId xmlns:a16="http://schemas.microsoft.com/office/drawing/2014/main" id="{57A960F1-7F78-53EC-B63D-2C4DE6B6DA1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3" name="Arc 82">
                        <a:extLst>
                          <a:ext uri="{FF2B5EF4-FFF2-40B4-BE49-F238E27FC236}">
                            <a16:creationId xmlns:a16="http://schemas.microsoft.com/office/drawing/2014/main" id="{439E90B0-4E78-842F-8948-7CB19ED7D13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1" name="TextBox 80">
                      <a:extLst>
                        <a:ext uri="{FF2B5EF4-FFF2-40B4-BE49-F238E27FC236}">
                          <a16:creationId xmlns:a16="http://schemas.microsoft.com/office/drawing/2014/main" id="{59F918FE-BE31-4256-A896-03AA48FCA2DD}"/>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7" name="Group 26">
                  <a:extLst>
                    <a:ext uri="{FF2B5EF4-FFF2-40B4-BE49-F238E27FC236}">
                      <a16:creationId xmlns:a16="http://schemas.microsoft.com/office/drawing/2014/main" id="{F3B103C3-D91E-C548-229E-45893E2E304F}"/>
                    </a:ext>
                  </a:extLst>
                </p:cNvPr>
                <p:cNvGrpSpPr/>
                <p:nvPr/>
              </p:nvGrpSpPr>
              <p:grpSpPr>
                <a:xfrm>
                  <a:off x="6069086" y="3246228"/>
                  <a:ext cx="1019224" cy="991639"/>
                  <a:chOff x="5886431" y="3225768"/>
                  <a:chExt cx="1019224" cy="991639"/>
                </a:xfrm>
              </p:grpSpPr>
              <p:grpSp>
                <p:nvGrpSpPr>
                  <p:cNvPr id="28" name="Group 27">
                    <a:extLst>
                      <a:ext uri="{FF2B5EF4-FFF2-40B4-BE49-F238E27FC236}">
                        <a16:creationId xmlns:a16="http://schemas.microsoft.com/office/drawing/2014/main" id="{33D0FE05-A5C2-539F-848C-57538B59A89B}"/>
                      </a:ext>
                    </a:extLst>
                  </p:cNvPr>
                  <p:cNvGrpSpPr/>
                  <p:nvPr/>
                </p:nvGrpSpPr>
                <p:grpSpPr>
                  <a:xfrm>
                    <a:off x="6197413" y="3824215"/>
                    <a:ext cx="393192" cy="393192"/>
                    <a:chOff x="5265196" y="3357021"/>
                    <a:chExt cx="393192" cy="393192"/>
                  </a:xfrm>
                </p:grpSpPr>
                <p:grpSp>
                  <p:nvGrpSpPr>
                    <p:cNvPr id="63" name="Group 62">
                      <a:extLst>
                        <a:ext uri="{FF2B5EF4-FFF2-40B4-BE49-F238E27FC236}">
                          <a16:creationId xmlns:a16="http://schemas.microsoft.com/office/drawing/2014/main" id="{FF3618F1-FE1F-7B92-BD38-13D106297379}"/>
                        </a:ext>
                      </a:extLst>
                    </p:cNvPr>
                    <p:cNvGrpSpPr/>
                    <p:nvPr/>
                  </p:nvGrpSpPr>
                  <p:grpSpPr>
                    <a:xfrm rot="14400000">
                      <a:off x="5265196" y="3357021"/>
                      <a:ext cx="393192" cy="393192"/>
                      <a:chOff x="5354637" y="3446463"/>
                      <a:chExt cx="214313" cy="214313"/>
                    </a:xfrm>
                  </p:grpSpPr>
                  <p:sp>
                    <p:nvSpPr>
                      <p:cNvPr id="72" name="Arc 71">
                        <a:extLst>
                          <a:ext uri="{FF2B5EF4-FFF2-40B4-BE49-F238E27FC236}">
                            <a16:creationId xmlns:a16="http://schemas.microsoft.com/office/drawing/2014/main" id="{4BC64009-7EC5-9895-1341-FA781A2DC20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3" name="Arc 72">
                        <a:extLst>
                          <a:ext uri="{FF2B5EF4-FFF2-40B4-BE49-F238E27FC236}">
                            <a16:creationId xmlns:a16="http://schemas.microsoft.com/office/drawing/2014/main" id="{2014B428-3D7C-E8DC-E545-1C3D14DDC16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4" name="Group 63">
                      <a:extLst>
                        <a:ext uri="{FF2B5EF4-FFF2-40B4-BE49-F238E27FC236}">
                          <a16:creationId xmlns:a16="http://schemas.microsoft.com/office/drawing/2014/main" id="{2EFF0A8B-2ACA-C4E6-3F40-481DA805A1E9}"/>
                        </a:ext>
                      </a:extLst>
                    </p:cNvPr>
                    <p:cNvGrpSpPr/>
                    <p:nvPr/>
                  </p:nvGrpSpPr>
                  <p:grpSpPr>
                    <a:xfrm>
                      <a:off x="5310186" y="3402011"/>
                      <a:ext cx="303213" cy="303213"/>
                      <a:chOff x="5310186" y="3402011"/>
                      <a:chExt cx="303213" cy="303213"/>
                    </a:xfrm>
                  </p:grpSpPr>
                  <p:grpSp>
                    <p:nvGrpSpPr>
                      <p:cNvPr id="65" name="Group 64">
                        <a:extLst>
                          <a:ext uri="{FF2B5EF4-FFF2-40B4-BE49-F238E27FC236}">
                            <a16:creationId xmlns:a16="http://schemas.microsoft.com/office/drawing/2014/main" id="{D0550435-DE1C-D9A6-18C6-242C19B2775C}"/>
                          </a:ext>
                        </a:extLst>
                      </p:cNvPr>
                      <p:cNvGrpSpPr/>
                      <p:nvPr/>
                    </p:nvGrpSpPr>
                    <p:grpSpPr>
                      <a:xfrm>
                        <a:off x="5354636" y="3446461"/>
                        <a:ext cx="214313" cy="214313"/>
                        <a:chOff x="5354637" y="3446463"/>
                        <a:chExt cx="214313" cy="214313"/>
                      </a:xfrm>
                    </p:grpSpPr>
                    <p:sp>
                      <p:nvSpPr>
                        <p:cNvPr id="70" name="Arc 69">
                          <a:extLst>
                            <a:ext uri="{FF2B5EF4-FFF2-40B4-BE49-F238E27FC236}">
                              <a16:creationId xmlns:a16="http://schemas.microsoft.com/office/drawing/2014/main" id="{9FBD0295-F37D-C703-15A7-DFC9184C282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1" name="Arc 70">
                          <a:extLst>
                            <a:ext uri="{FF2B5EF4-FFF2-40B4-BE49-F238E27FC236}">
                              <a16:creationId xmlns:a16="http://schemas.microsoft.com/office/drawing/2014/main" id="{83106164-0E53-39EA-B6A2-AB9CD05C529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6" name="Group 65">
                        <a:extLst>
                          <a:ext uri="{FF2B5EF4-FFF2-40B4-BE49-F238E27FC236}">
                            <a16:creationId xmlns:a16="http://schemas.microsoft.com/office/drawing/2014/main" id="{AC274D88-0982-09EE-6BC3-774FAE72F920}"/>
                          </a:ext>
                        </a:extLst>
                      </p:cNvPr>
                      <p:cNvGrpSpPr/>
                      <p:nvPr/>
                    </p:nvGrpSpPr>
                    <p:grpSpPr>
                      <a:xfrm rot="7200000">
                        <a:off x="5310186" y="3402011"/>
                        <a:ext cx="303213" cy="303213"/>
                        <a:chOff x="5354637" y="3446463"/>
                        <a:chExt cx="214313" cy="214313"/>
                      </a:xfrm>
                    </p:grpSpPr>
                    <p:sp>
                      <p:nvSpPr>
                        <p:cNvPr id="68" name="Arc 67">
                          <a:extLst>
                            <a:ext uri="{FF2B5EF4-FFF2-40B4-BE49-F238E27FC236}">
                              <a16:creationId xmlns:a16="http://schemas.microsoft.com/office/drawing/2014/main" id="{D8C7C741-EDC4-811D-9042-044887CDD6D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 name="Arc 68">
                          <a:extLst>
                            <a:ext uri="{FF2B5EF4-FFF2-40B4-BE49-F238E27FC236}">
                              <a16:creationId xmlns:a16="http://schemas.microsoft.com/office/drawing/2014/main" id="{FF8A9EAF-9F6D-C369-1419-242C95BAE6D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7" name="TextBox 66">
                        <a:extLst>
                          <a:ext uri="{FF2B5EF4-FFF2-40B4-BE49-F238E27FC236}">
                            <a16:creationId xmlns:a16="http://schemas.microsoft.com/office/drawing/2014/main" id="{F2FE0934-7E13-39CD-4873-B116DB511B78}"/>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9" name="Group 28">
                    <a:extLst>
                      <a:ext uri="{FF2B5EF4-FFF2-40B4-BE49-F238E27FC236}">
                        <a16:creationId xmlns:a16="http://schemas.microsoft.com/office/drawing/2014/main" id="{54FAEB1E-385D-770E-ABBF-3109DE583D53}"/>
                      </a:ext>
                    </a:extLst>
                  </p:cNvPr>
                  <p:cNvGrpSpPr/>
                  <p:nvPr/>
                </p:nvGrpSpPr>
                <p:grpSpPr>
                  <a:xfrm>
                    <a:off x="5886431" y="3525040"/>
                    <a:ext cx="393192" cy="393192"/>
                    <a:chOff x="5265196" y="3932619"/>
                    <a:chExt cx="393192" cy="393192"/>
                  </a:xfrm>
                </p:grpSpPr>
                <p:grpSp>
                  <p:nvGrpSpPr>
                    <p:cNvPr id="53" name="Group 52">
                      <a:extLst>
                        <a:ext uri="{FF2B5EF4-FFF2-40B4-BE49-F238E27FC236}">
                          <a16:creationId xmlns:a16="http://schemas.microsoft.com/office/drawing/2014/main" id="{D6F7D45A-5D6B-B38E-AB04-7E5450843E5F}"/>
                        </a:ext>
                      </a:extLst>
                    </p:cNvPr>
                    <p:cNvGrpSpPr/>
                    <p:nvPr/>
                  </p:nvGrpSpPr>
                  <p:grpSpPr>
                    <a:xfrm>
                      <a:off x="5354636" y="4022061"/>
                      <a:ext cx="214313" cy="214313"/>
                      <a:chOff x="5354637" y="3446463"/>
                      <a:chExt cx="214313" cy="214313"/>
                    </a:xfrm>
                  </p:grpSpPr>
                  <p:sp>
                    <p:nvSpPr>
                      <p:cNvPr id="61" name="Arc 60">
                        <a:extLst>
                          <a:ext uri="{FF2B5EF4-FFF2-40B4-BE49-F238E27FC236}">
                            <a16:creationId xmlns:a16="http://schemas.microsoft.com/office/drawing/2014/main" id="{59DFFACA-95CB-D78F-734D-4124728A201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2" name="Arc 61">
                        <a:extLst>
                          <a:ext uri="{FF2B5EF4-FFF2-40B4-BE49-F238E27FC236}">
                            <a16:creationId xmlns:a16="http://schemas.microsoft.com/office/drawing/2014/main" id="{B3D85D7F-5020-E8D2-BDC4-902AA66FC62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4" name="Group 53">
                      <a:extLst>
                        <a:ext uri="{FF2B5EF4-FFF2-40B4-BE49-F238E27FC236}">
                          <a16:creationId xmlns:a16="http://schemas.microsoft.com/office/drawing/2014/main" id="{B8CFE4CA-237E-BBD7-FBBD-8A45CEBAFA8A}"/>
                        </a:ext>
                      </a:extLst>
                    </p:cNvPr>
                    <p:cNvGrpSpPr/>
                    <p:nvPr/>
                  </p:nvGrpSpPr>
                  <p:grpSpPr>
                    <a:xfrm rot="14400000">
                      <a:off x="5310186" y="3977611"/>
                      <a:ext cx="303213" cy="303213"/>
                      <a:chOff x="5354637" y="3446463"/>
                      <a:chExt cx="214313" cy="214313"/>
                    </a:xfrm>
                  </p:grpSpPr>
                  <p:sp>
                    <p:nvSpPr>
                      <p:cNvPr id="59" name="Arc 58">
                        <a:extLst>
                          <a:ext uri="{FF2B5EF4-FFF2-40B4-BE49-F238E27FC236}">
                            <a16:creationId xmlns:a16="http://schemas.microsoft.com/office/drawing/2014/main" id="{49E55870-E66F-B3DC-72D4-46B2907D734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0" name="Arc 59">
                        <a:extLst>
                          <a:ext uri="{FF2B5EF4-FFF2-40B4-BE49-F238E27FC236}">
                            <a16:creationId xmlns:a16="http://schemas.microsoft.com/office/drawing/2014/main" id="{423DCBD9-0CDD-A536-25D1-E41889068B3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5" name="Group 54">
                      <a:extLst>
                        <a:ext uri="{FF2B5EF4-FFF2-40B4-BE49-F238E27FC236}">
                          <a16:creationId xmlns:a16="http://schemas.microsoft.com/office/drawing/2014/main" id="{CFD020CC-CCCE-03CF-E3BE-0FAA88A8BC41}"/>
                        </a:ext>
                      </a:extLst>
                    </p:cNvPr>
                    <p:cNvGrpSpPr/>
                    <p:nvPr/>
                  </p:nvGrpSpPr>
                  <p:grpSpPr>
                    <a:xfrm rot="7200000">
                      <a:off x="5265196" y="3932619"/>
                      <a:ext cx="393192" cy="393192"/>
                      <a:chOff x="5354637" y="3446463"/>
                      <a:chExt cx="214313" cy="214313"/>
                    </a:xfrm>
                  </p:grpSpPr>
                  <p:sp>
                    <p:nvSpPr>
                      <p:cNvPr id="57" name="Arc 56">
                        <a:extLst>
                          <a:ext uri="{FF2B5EF4-FFF2-40B4-BE49-F238E27FC236}">
                            <a16:creationId xmlns:a16="http://schemas.microsoft.com/office/drawing/2014/main" id="{04DB1924-9A2D-8213-F591-C39A13BC875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8" name="Arc 57">
                        <a:extLst>
                          <a:ext uri="{FF2B5EF4-FFF2-40B4-BE49-F238E27FC236}">
                            <a16:creationId xmlns:a16="http://schemas.microsoft.com/office/drawing/2014/main" id="{2C3C9D67-8340-E037-5729-FA1E4B73FA1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6" name="TextBox 55">
                      <a:extLst>
                        <a:ext uri="{FF2B5EF4-FFF2-40B4-BE49-F238E27FC236}">
                          <a16:creationId xmlns:a16="http://schemas.microsoft.com/office/drawing/2014/main" id="{CD42CE2D-631E-8D05-0A5A-43EE7F7AA5B7}"/>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30" name="Group 29">
                    <a:extLst>
                      <a:ext uri="{FF2B5EF4-FFF2-40B4-BE49-F238E27FC236}">
                        <a16:creationId xmlns:a16="http://schemas.microsoft.com/office/drawing/2014/main" id="{A600F3E2-3750-E201-423D-C2E4E841234C}"/>
                      </a:ext>
                    </a:extLst>
                  </p:cNvPr>
                  <p:cNvGrpSpPr/>
                  <p:nvPr/>
                </p:nvGrpSpPr>
                <p:grpSpPr>
                  <a:xfrm>
                    <a:off x="6512463" y="3525040"/>
                    <a:ext cx="393192" cy="393192"/>
                    <a:chOff x="6389147" y="3357021"/>
                    <a:chExt cx="393192" cy="393192"/>
                  </a:xfrm>
                </p:grpSpPr>
                <p:grpSp>
                  <p:nvGrpSpPr>
                    <p:cNvPr id="42" name="Group 41">
                      <a:extLst>
                        <a:ext uri="{FF2B5EF4-FFF2-40B4-BE49-F238E27FC236}">
                          <a16:creationId xmlns:a16="http://schemas.microsoft.com/office/drawing/2014/main" id="{FEFA8F7D-7DB7-5C07-5BA0-E9F65BE66635}"/>
                        </a:ext>
                      </a:extLst>
                    </p:cNvPr>
                    <p:cNvGrpSpPr/>
                    <p:nvPr/>
                  </p:nvGrpSpPr>
                  <p:grpSpPr>
                    <a:xfrm rot="7200000" flipH="1">
                      <a:off x="6389147" y="3357021"/>
                      <a:ext cx="393192" cy="393192"/>
                      <a:chOff x="5354637" y="3446463"/>
                      <a:chExt cx="214313" cy="214313"/>
                    </a:xfrm>
                  </p:grpSpPr>
                  <p:sp>
                    <p:nvSpPr>
                      <p:cNvPr id="51" name="Arc 50">
                        <a:extLst>
                          <a:ext uri="{FF2B5EF4-FFF2-40B4-BE49-F238E27FC236}">
                            <a16:creationId xmlns:a16="http://schemas.microsoft.com/office/drawing/2014/main" id="{C7EC603A-48C2-81FB-04C1-22ED94C694B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 name="Arc 51">
                        <a:extLst>
                          <a:ext uri="{FF2B5EF4-FFF2-40B4-BE49-F238E27FC236}">
                            <a16:creationId xmlns:a16="http://schemas.microsoft.com/office/drawing/2014/main" id="{17C4DE9C-AACA-7ACE-2639-CB67092CC7C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3" name="Group 42">
                      <a:extLst>
                        <a:ext uri="{FF2B5EF4-FFF2-40B4-BE49-F238E27FC236}">
                          <a16:creationId xmlns:a16="http://schemas.microsoft.com/office/drawing/2014/main" id="{66275E07-3BF6-95FD-388D-CDCD78A84AC2}"/>
                        </a:ext>
                      </a:extLst>
                    </p:cNvPr>
                    <p:cNvGrpSpPr/>
                    <p:nvPr/>
                  </p:nvGrpSpPr>
                  <p:grpSpPr>
                    <a:xfrm>
                      <a:off x="6434137" y="3402011"/>
                      <a:ext cx="303213" cy="303213"/>
                      <a:chOff x="6434137" y="3402011"/>
                      <a:chExt cx="303213" cy="303213"/>
                    </a:xfrm>
                  </p:grpSpPr>
                  <p:grpSp>
                    <p:nvGrpSpPr>
                      <p:cNvPr id="44" name="Group 43">
                        <a:extLst>
                          <a:ext uri="{FF2B5EF4-FFF2-40B4-BE49-F238E27FC236}">
                            <a16:creationId xmlns:a16="http://schemas.microsoft.com/office/drawing/2014/main" id="{8B9CF608-C9D5-2974-D14A-595D5A4F6A3C}"/>
                          </a:ext>
                        </a:extLst>
                      </p:cNvPr>
                      <p:cNvGrpSpPr/>
                      <p:nvPr/>
                    </p:nvGrpSpPr>
                    <p:grpSpPr>
                      <a:xfrm flipH="1">
                        <a:off x="6478587" y="3446461"/>
                        <a:ext cx="214313" cy="214313"/>
                        <a:chOff x="5354637" y="3446463"/>
                        <a:chExt cx="214313" cy="214313"/>
                      </a:xfrm>
                    </p:grpSpPr>
                    <p:sp>
                      <p:nvSpPr>
                        <p:cNvPr id="49" name="Arc 48">
                          <a:extLst>
                            <a:ext uri="{FF2B5EF4-FFF2-40B4-BE49-F238E27FC236}">
                              <a16:creationId xmlns:a16="http://schemas.microsoft.com/office/drawing/2014/main" id="{E266EAE2-11AB-E137-30ED-E64B6D67CA9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0" name="Arc 49">
                          <a:extLst>
                            <a:ext uri="{FF2B5EF4-FFF2-40B4-BE49-F238E27FC236}">
                              <a16:creationId xmlns:a16="http://schemas.microsoft.com/office/drawing/2014/main" id="{ADA6F349-E432-376E-FF83-0224CC7122B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5" name="Group 44">
                        <a:extLst>
                          <a:ext uri="{FF2B5EF4-FFF2-40B4-BE49-F238E27FC236}">
                            <a16:creationId xmlns:a16="http://schemas.microsoft.com/office/drawing/2014/main" id="{58BF84AB-05F4-FDC6-9FD6-F3B2F69A2FE5}"/>
                          </a:ext>
                        </a:extLst>
                      </p:cNvPr>
                      <p:cNvGrpSpPr/>
                      <p:nvPr/>
                    </p:nvGrpSpPr>
                    <p:grpSpPr>
                      <a:xfrm rot="14400000" flipH="1">
                        <a:off x="6434137" y="3402011"/>
                        <a:ext cx="303213" cy="303213"/>
                        <a:chOff x="5354637" y="3446463"/>
                        <a:chExt cx="214313" cy="214313"/>
                      </a:xfrm>
                    </p:grpSpPr>
                    <p:sp>
                      <p:nvSpPr>
                        <p:cNvPr id="47" name="Arc 46">
                          <a:extLst>
                            <a:ext uri="{FF2B5EF4-FFF2-40B4-BE49-F238E27FC236}">
                              <a16:creationId xmlns:a16="http://schemas.microsoft.com/office/drawing/2014/main" id="{36B492C1-B998-3038-29C4-CBD7BAA53CD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 name="Arc 47">
                          <a:extLst>
                            <a:ext uri="{FF2B5EF4-FFF2-40B4-BE49-F238E27FC236}">
                              <a16:creationId xmlns:a16="http://schemas.microsoft.com/office/drawing/2014/main" id="{DD32A0B5-C25E-1808-BDDD-4E83F8AA42F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6" name="TextBox 45">
                        <a:extLst>
                          <a:ext uri="{FF2B5EF4-FFF2-40B4-BE49-F238E27FC236}">
                            <a16:creationId xmlns:a16="http://schemas.microsoft.com/office/drawing/2014/main" id="{EFEDBED0-8A54-C3CC-DAFD-D50127B9C7AB}"/>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1" name="Group 30">
                    <a:extLst>
                      <a:ext uri="{FF2B5EF4-FFF2-40B4-BE49-F238E27FC236}">
                        <a16:creationId xmlns:a16="http://schemas.microsoft.com/office/drawing/2014/main" id="{850C69A2-CED5-5F95-3368-949F41BB15EE}"/>
                      </a:ext>
                    </a:extLst>
                  </p:cNvPr>
                  <p:cNvGrpSpPr/>
                  <p:nvPr/>
                </p:nvGrpSpPr>
                <p:grpSpPr>
                  <a:xfrm>
                    <a:off x="6197413" y="3225768"/>
                    <a:ext cx="393192" cy="393192"/>
                    <a:chOff x="6389147" y="3932622"/>
                    <a:chExt cx="393192" cy="393192"/>
                  </a:xfrm>
                </p:grpSpPr>
                <p:grpSp>
                  <p:nvGrpSpPr>
                    <p:cNvPr id="32" name="Group 31">
                      <a:extLst>
                        <a:ext uri="{FF2B5EF4-FFF2-40B4-BE49-F238E27FC236}">
                          <a16:creationId xmlns:a16="http://schemas.microsoft.com/office/drawing/2014/main" id="{32ABA2DE-31EC-BBCA-5EFF-9170F022BCDE}"/>
                        </a:ext>
                      </a:extLst>
                    </p:cNvPr>
                    <p:cNvGrpSpPr/>
                    <p:nvPr/>
                  </p:nvGrpSpPr>
                  <p:grpSpPr>
                    <a:xfrm flipH="1">
                      <a:off x="6478587" y="4022061"/>
                      <a:ext cx="214313" cy="214313"/>
                      <a:chOff x="5354637" y="3446463"/>
                      <a:chExt cx="214313" cy="214313"/>
                    </a:xfrm>
                  </p:grpSpPr>
                  <p:sp>
                    <p:nvSpPr>
                      <p:cNvPr id="40" name="Arc 39">
                        <a:extLst>
                          <a:ext uri="{FF2B5EF4-FFF2-40B4-BE49-F238E27FC236}">
                            <a16:creationId xmlns:a16="http://schemas.microsoft.com/office/drawing/2014/main" id="{C9B6955F-ACF3-1B78-D8F1-F63CB7420A3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 name="Arc 40">
                        <a:extLst>
                          <a:ext uri="{FF2B5EF4-FFF2-40B4-BE49-F238E27FC236}">
                            <a16:creationId xmlns:a16="http://schemas.microsoft.com/office/drawing/2014/main" id="{5CF8A245-710E-4383-4867-E77409F5ADD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3" name="Group 32">
                      <a:extLst>
                        <a:ext uri="{FF2B5EF4-FFF2-40B4-BE49-F238E27FC236}">
                          <a16:creationId xmlns:a16="http://schemas.microsoft.com/office/drawing/2014/main" id="{F935AC94-ACE7-C23F-7AF2-AF87AD372C17}"/>
                        </a:ext>
                      </a:extLst>
                    </p:cNvPr>
                    <p:cNvGrpSpPr/>
                    <p:nvPr/>
                  </p:nvGrpSpPr>
                  <p:grpSpPr>
                    <a:xfrm rot="7200000" flipH="1">
                      <a:off x="6434137" y="3977611"/>
                      <a:ext cx="303213" cy="303213"/>
                      <a:chOff x="5354637" y="3446463"/>
                      <a:chExt cx="214313" cy="214313"/>
                    </a:xfrm>
                  </p:grpSpPr>
                  <p:sp>
                    <p:nvSpPr>
                      <p:cNvPr id="38" name="Arc 37">
                        <a:extLst>
                          <a:ext uri="{FF2B5EF4-FFF2-40B4-BE49-F238E27FC236}">
                            <a16:creationId xmlns:a16="http://schemas.microsoft.com/office/drawing/2014/main" id="{22EFA23E-540A-9527-3A9F-69F49DDCDDB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 name="Arc 38">
                        <a:extLst>
                          <a:ext uri="{FF2B5EF4-FFF2-40B4-BE49-F238E27FC236}">
                            <a16:creationId xmlns:a16="http://schemas.microsoft.com/office/drawing/2014/main" id="{A2AFE4C6-9B49-76D3-EFFF-7C38A850151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4" name="Group 33">
                      <a:extLst>
                        <a:ext uri="{FF2B5EF4-FFF2-40B4-BE49-F238E27FC236}">
                          <a16:creationId xmlns:a16="http://schemas.microsoft.com/office/drawing/2014/main" id="{588D649E-CB67-06EC-3437-F0A89AD1B3CB}"/>
                        </a:ext>
                      </a:extLst>
                    </p:cNvPr>
                    <p:cNvGrpSpPr/>
                    <p:nvPr/>
                  </p:nvGrpSpPr>
                  <p:grpSpPr>
                    <a:xfrm rot="14400000" flipH="1">
                      <a:off x="6389147" y="3932622"/>
                      <a:ext cx="393192" cy="393192"/>
                      <a:chOff x="5354637" y="3446463"/>
                      <a:chExt cx="214313" cy="214313"/>
                    </a:xfrm>
                  </p:grpSpPr>
                  <p:sp>
                    <p:nvSpPr>
                      <p:cNvPr id="36" name="Arc 35">
                        <a:extLst>
                          <a:ext uri="{FF2B5EF4-FFF2-40B4-BE49-F238E27FC236}">
                            <a16:creationId xmlns:a16="http://schemas.microsoft.com/office/drawing/2014/main" id="{6D9DCEA9-741B-58D2-D13A-0F8C247129B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 name="Arc 36">
                        <a:extLst>
                          <a:ext uri="{FF2B5EF4-FFF2-40B4-BE49-F238E27FC236}">
                            <a16:creationId xmlns:a16="http://schemas.microsoft.com/office/drawing/2014/main" id="{5BB41530-633D-8FC5-930D-CC2AB73CB62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5" name="TextBox 34">
                      <a:extLst>
                        <a:ext uri="{FF2B5EF4-FFF2-40B4-BE49-F238E27FC236}">
                          <a16:creationId xmlns:a16="http://schemas.microsoft.com/office/drawing/2014/main" id="{E550E021-4375-DB11-D0AC-9BD2E02F9A20}"/>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grpSp>
        <p:nvGrpSpPr>
          <p:cNvPr id="3064" name="Group 3063">
            <a:extLst>
              <a:ext uri="{FF2B5EF4-FFF2-40B4-BE49-F238E27FC236}">
                <a16:creationId xmlns:a16="http://schemas.microsoft.com/office/drawing/2014/main" id="{095CF8D2-886E-86C9-4B7B-76AF713E581D}"/>
              </a:ext>
            </a:extLst>
          </p:cNvPr>
          <p:cNvGrpSpPr/>
          <p:nvPr/>
        </p:nvGrpSpPr>
        <p:grpSpPr>
          <a:xfrm flipV="1">
            <a:off x="4823243" y="3188891"/>
            <a:ext cx="8726965" cy="2416401"/>
            <a:chOff x="-599392" y="-878204"/>
            <a:chExt cx="13805393" cy="3822563"/>
          </a:xfrm>
        </p:grpSpPr>
        <p:grpSp>
          <p:nvGrpSpPr>
            <p:cNvPr id="3065" name="Group 3064">
              <a:extLst>
                <a:ext uri="{FF2B5EF4-FFF2-40B4-BE49-F238E27FC236}">
                  <a16:creationId xmlns:a16="http://schemas.microsoft.com/office/drawing/2014/main" id="{9F98A837-2DDA-E36D-DEC4-1FB5488AE0FB}"/>
                </a:ext>
              </a:extLst>
            </p:cNvPr>
            <p:cNvGrpSpPr/>
            <p:nvPr/>
          </p:nvGrpSpPr>
          <p:grpSpPr>
            <a:xfrm>
              <a:off x="6811099" y="-681609"/>
              <a:ext cx="2263438" cy="2198360"/>
              <a:chOff x="5445106" y="2039507"/>
              <a:chExt cx="2263438" cy="2198360"/>
            </a:xfrm>
          </p:grpSpPr>
          <p:grpSp>
            <p:nvGrpSpPr>
              <p:cNvPr id="5931" name="Group 5930">
                <a:extLst>
                  <a:ext uri="{FF2B5EF4-FFF2-40B4-BE49-F238E27FC236}">
                    <a16:creationId xmlns:a16="http://schemas.microsoft.com/office/drawing/2014/main" id="{600D862B-9B44-428E-80F4-35D693E104C7}"/>
                  </a:ext>
                </a:extLst>
              </p:cNvPr>
              <p:cNvGrpSpPr/>
              <p:nvPr/>
            </p:nvGrpSpPr>
            <p:grpSpPr>
              <a:xfrm>
                <a:off x="5445106" y="2644743"/>
                <a:ext cx="1643204" cy="1593124"/>
                <a:chOff x="5445106" y="2644743"/>
                <a:chExt cx="1643204" cy="1593124"/>
              </a:xfrm>
            </p:grpSpPr>
            <p:grpSp>
              <p:nvGrpSpPr>
                <p:cNvPr id="6027" name="Group 6026">
                  <a:extLst>
                    <a:ext uri="{FF2B5EF4-FFF2-40B4-BE49-F238E27FC236}">
                      <a16:creationId xmlns:a16="http://schemas.microsoft.com/office/drawing/2014/main" id="{D2E92171-245C-852B-0EE3-3E7EDBB2E737}"/>
                    </a:ext>
                  </a:extLst>
                </p:cNvPr>
                <p:cNvGrpSpPr/>
                <p:nvPr/>
              </p:nvGrpSpPr>
              <p:grpSpPr>
                <a:xfrm>
                  <a:off x="5445106" y="2644743"/>
                  <a:ext cx="1019224" cy="991639"/>
                  <a:chOff x="5886431" y="3225768"/>
                  <a:chExt cx="1019224" cy="991639"/>
                </a:xfrm>
              </p:grpSpPr>
              <p:grpSp>
                <p:nvGrpSpPr>
                  <p:cNvPr id="6075" name="Group 6074">
                    <a:extLst>
                      <a:ext uri="{FF2B5EF4-FFF2-40B4-BE49-F238E27FC236}">
                        <a16:creationId xmlns:a16="http://schemas.microsoft.com/office/drawing/2014/main" id="{E13EEEB2-D22E-4095-CA9F-0E7E605BFE46}"/>
                      </a:ext>
                    </a:extLst>
                  </p:cNvPr>
                  <p:cNvGrpSpPr/>
                  <p:nvPr/>
                </p:nvGrpSpPr>
                <p:grpSpPr>
                  <a:xfrm>
                    <a:off x="6197413" y="3824215"/>
                    <a:ext cx="393192" cy="393192"/>
                    <a:chOff x="5265196" y="3357021"/>
                    <a:chExt cx="393192" cy="393192"/>
                  </a:xfrm>
                </p:grpSpPr>
                <p:grpSp>
                  <p:nvGrpSpPr>
                    <p:cNvPr id="6110" name="Group 6109">
                      <a:extLst>
                        <a:ext uri="{FF2B5EF4-FFF2-40B4-BE49-F238E27FC236}">
                          <a16:creationId xmlns:a16="http://schemas.microsoft.com/office/drawing/2014/main" id="{72678BD7-16C2-A943-DC62-274BE281B589}"/>
                        </a:ext>
                      </a:extLst>
                    </p:cNvPr>
                    <p:cNvGrpSpPr/>
                    <p:nvPr/>
                  </p:nvGrpSpPr>
                  <p:grpSpPr>
                    <a:xfrm rot="14400000">
                      <a:off x="5265196" y="3357021"/>
                      <a:ext cx="393192" cy="393192"/>
                      <a:chOff x="5354637" y="3446463"/>
                      <a:chExt cx="214313" cy="214313"/>
                    </a:xfrm>
                  </p:grpSpPr>
                  <p:sp>
                    <p:nvSpPr>
                      <p:cNvPr id="6119" name="Arc 6118">
                        <a:extLst>
                          <a:ext uri="{FF2B5EF4-FFF2-40B4-BE49-F238E27FC236}">
                            <a16:creationId xmlns:a16="http://schemas.microsoft.com/office/drawing/2014/main" id="{0A9FE3EC-DCB1-A08D-78B1-B154D895703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120" name="Arc 6119">
                        <a:extLst>
                          <a:ext uri="{FF2B5EF4-FFF2-40B4-BE49-F238E27FC236}">
                            <a16:creationId xmlns:a16="http://schemas.microsoft.com/office/drawing/2014/main" id="{EA86913E-270E-73B6-CFB9-B46F0EBAFB1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111" name="Group 6110">
                      <a:extLst>
                        <a:ext uri="{FF2B5EF4-FFF2-40B4-BE49-F238E27FC236}">
                          <a16:creationId xmlns:a16="http://schemas.microsoft.com/office/drawing/2014/main" id="{7C2C3633-9D45-5E58-969C-D9743B916C0B}"/>
                        </a:ext>
                      </a:extLst>
                    </p:cNvPr>
                    <p:cNvGrpSpPr/>
                    <p:nvPr/>
                  </p:nvGrpSpPr>
                  <p:grpSpPr>
                    <a:xfrm>
                      <a:off x="5310186" y="3402011"/>
                      <a:ext cx="303213" cy="303213"/>
                      <a:chOff x="5310186" y="3402011"/>
                      <a:chExt cx="303213" cy="303213"/>
                    </a:xfrm>
                  </p:grpSpPr>
                  <p:grpSp>
                    <p:nvGrpSpPr>
                      <p:cNvPr id="6112" name="Group 6111">
                        <a:extLst>
                          <a:ext uri="{FF2B5EF4-FFF2-40B4-BE49-F238E27FC236}">
                            <a16:creationId xmlns:a16="http://schemas.microsoft.com/office/drawing/2014/main" id="{C1E79B0E-ECED-539A-37AA-52AC07B0B11B}"/>
                          </a:ext>
                        </a:extLst>
                      </p:cNvPr>
                      <p:cNvGrpSpPr/>
                      <p:nvPr/>
                    </p:nvGrpSpPr>
                    <p:grpSpPr>
                      <a:xfrm>
                        <a:off x="5354636" y="3446461"/>
                        <a:ext cx="214313" cy="214313"/>
                        <a:chOff x="5354637" y="3446463"/>
                        <a:chExt cx="214313" cy="214313"/>
                      </a:xfrm>
                    </p:grpSpPr>
                    <p:sp>
                      <p:nvSpPr>
                        <p:cNvPr id="6117" name="Arc 6116">
                          <a:extLst>
                            <a:ext uri="{FF2B5EF4-FFF2-40B4-BE49-F238E27FC236}">
                              <a16:creationId xmlns:a16="http://schemas.microsoft.com/office/drawing/2014/main" id="{ABDFFC0F-5179-9BC8-22E3-1F7567930E6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118" name="Arc 6117">
                          <a:extLst>
                            <a:ext uri="{FF2B5EF4-FFF2-40B4-BE49-F238E27FC236}">
                              <a16:creationId xmlns:a16="http://schemas.microsoft.com/office/drawing/2014/main" id="{B399FCC6-3402-5F38-71C9-D3772E89750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113" name="Group 6112">
                        <a:extLst>
                          <a:ext uri="{FF2B5EF4-FFF2-40B4-BE49-F238E27FC236}">
                            <a16:creationId xmlns:a16="http://schemas.microsoft.com/office/drawing/2014/main" id="{6FDA9846-C2F2-CC38-8E1A-582114AE87FC}"/>
                          </a:ext>
                        </a:extLst>
                      </p:cNvPr>
                      <p:cNvGrpSpPr/>
                      <p:nvPr/>
                    </p:nvGrpSpPr>
                    <p:grpSpPr>
                      <a:xfrm rot="7200000">
                        <a:off x="5310186" y="3402011"/>
                        <a:ext cx="303213" cy="303213"/>
                        <a:chOff x="5354637" y="3446463"/>
                        <a:chExt cx="214313" cy="214313"/>
                      </a:xfrm>
                    </p:grpSpPr>
                    <p:sp>
                      <p:nvSpPr>
                        <p:cNvPr id="6115" name="Arc 6114">
                          <a:extLst>
                            <a:ext uri="{FF2B5EF4-FFF2-40B4-BE49-F238E27FC236}">
                              <a16:creationId xmlns:a16="http://schemas.microsoft.com/office/drawing/2014/main" id="{D8B168F7-0562-2547-E84C-386531850C2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116" name="Arc 6115">
                          <a:extLst>
                            <a:ext uri="{FF2B5EF4-FFF2-40B4-BE49-F238E27FC236}">
                              <a16:creationId xmlns:a16="http://schemas.microsoft.com/office/drawing/2014/main" id="{1C74D0C6-A39A-FAF4-47A2-6E100BC4719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114" name="TextBox 6113">
                        <a:extLst>
                          <a:ext uri="{FF2B5EF4-FFF2-40B4-BE49-F238E27FC236}">
                            <a16:creationId xmlns:a16="http://schemas.microsoft.com/office/drawing/2014/main" id="{A3B36513-BECC-9E7E-86F2-6B0CC07D4829}"/>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076" name="Group 6075">
                    <a:extLst>
                      <a:ext uri="{FF2B5EF4-FFF2-40B4-BE49-F238E27FC236}">
                        <a16:creationId xmlns:a16="http://schemas.microsoft.com/office/drawing/2014/main" id="{F3AC0FB7-6DF7-B710-E5F1-D551A9CA9096}"/>
                      </a:ext>
                    </a:extLst>
                  </p:cNvPr>
                  <p:cNvGrpSpPr/>
                  <p:nvPr/>
                </p:nvGrpSpPr>
                <p:grpSpPr>
                  <a:xfrm>
                    <a:off x="5886431" y="3525040"/>
                    <a:ext cx="393192" cy="393192"/>
                    <a:chOff x="5265196" y="3932619"/>
                    <a:chExt cx="393192" cy="393192"/>
                  </a:xfrm>
                </p:grpSpPr>
                <p:grpSp>
                  <p:nvGrpSpPr>
                    <p:cNvPr id="6100" name="Group 6099">
                      <a:extLst>
                        <a:ext uri="{FF2B5EF4-FFF2-40B4-BE49-F238E27FC236}">
                          <a16:creationId xmlns:a16="http://schemas.microsoft.com/office/drawing/2014/main" id="{E3A0C627-439B-8C28-5892-5DBFC4DD9652}"/>
                        </a:ext>
                      </a:extLst>
                    </p:cNvPr>
                    <p:cNvGrpSpPr/>
                    <p:nvPr/>
                  </p:nvGrpSpPr>
                  <p:grpSpPr>
                    <a:xfrm>
                      <a:off x="5354636" y="4022061"/>
                      <a:ext cx="214313" cy="214313"/>
                      <a:chOff x="5354637" y="3446463"/>
                      <a:chExt cx="214313" cy="214313"/>
                    </a:xfrm>
                  </p:grpSpPr>
                  <p:sp>
                    <p:nvSpPr>
                      <p:cNvPr id="6108" name="Arc 6107">
                        <a:extLst>
                          <a:ext uri="{FF2B5EF4-FFF2-40B4-BE49-F238E27FC236}">
                            <a16:creationId xmlns:a16="http://schemas.microsoft.com/office/drawing/2014/main" id="{E8AFA37E-B9D4-F59C-91BD-52C68F50991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109" name="Arc 6108">
                        <a:extLst>
                          <a:ext uri="{FF2B5EF4-FFF2-40B4-BE49-F238E27FC236}">
                            <a16:creationId xmlns:a16="http://schemas.microsoft.com/office/drawing/2014/main" id="{FD30B2BE-2F35-4817-2308-887410C4189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101" name="Group 6100">
                      <a:extLst>
                        <a:ext uri="{FF2B5EF4-FFF2-40B4-BE49-F238E27FC236}">
                          <a16:creationId xmlns:a16="http://schemas.microsoft.com/office/drawing/2014/main" id="{323D61FC-48FF-F0C8-9E9E-2FD0A93F3D8B}"/>
                        </a:ext>
                      </a:extLst>
                    </p:cNvPr>
                    <p:cNvGrpSpPr/>
                    <p:nvPr/>
                  </p:nvGrpSpPr>
                  <p:grpSpPr>
                    <a:xfrm rot="14400000">
                      <a:off x="5310186" y="3977611"/>
                      <a:ext cx="303213" cy="303213"/>
                      <a:chOff x="5354637" y="3446463"/>
                      <a:chExt cx="214313" cy="214313"/>
                    </a:xfrm>
                  </p:grpSpPr>
                  <p:sp>
                    <p:nvSpPr>
                      <p:cNvPr id="6106" name="Arc 6105">
                        <a:extLst>
                          <a:ext uri="{FF2B5EF4-FFF2-40B4-BE49-F238E27FC236}">
                            <a16:creationId xmlns:a16="http://schemas.microsoft.com/office/drawing/2014/main" id="{527D0FC5-FD72-8A5C-55A6-BF583963FF1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107" name="Arc 6106">
                        <a:extLst>
                          <a:ext uri="{FF2B5EF4-FFF2-40B4-BE49-F238E27FC236}">
                            <a16:creationId xmlns:a16="http://schemas.microsoft.com/office/drawing/2014/main" id="{0A8A4CBB-195C-9991-B180-8D40A27CE72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102" name="Group 6101">
                      <a:extLst>
                        <a:ext uri="{FF2B5EF4-FFF2-40B4-BE49-F238E27FC236}">
                          <a16:creationId xmlns:a16="http://schemas.microsoft.com/office/drawing/2014/main" id="{EB342D3E-738D-186E-076D-F6D3A5B5DB98}"/>
                        </a:ext>
                      </a:extLst>
                    </p:cNvPr>
                    <p:cNvGrpSpPr/>
                    <p:nvPr/>
                  </p:nvGrpSpPr>
                  <p:grpSpPr>
                    <a:xfrm rot="7200000">
                      <a:off x="5265196" y="3932619"/>
                      <a:ext cx="393192" cy="393192"/>
                      <a:chOff x="5354637" y="3446463"/>
                      <a:chExt cx="214313" cy="214313"/>
                    </a:xfrm>
                  </p:grpSpPr>
                  <p:sp>
                    <p:nvSpPr>
                      <p:cNvPr id="6104" name="Arc 6103">
                        <a:extLst>
                          <a:ext uri="{FF2B5EF4-FFF2-40B4-BE49-F238E27FC236}">
                            <a16:creationId xmlns:a16="http://schemas.microsoft.com/office/drawing/2014/main" id="{652039C6-AC3A-41ED-CA2D-287C6A93A75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105" name="Arc 6104">
                        <a:extLst>
                          <a:ext uri="{FF2B5EF4-FFF2-40B4-BE49-F238E27FC236}">
                            <a16:creationId xmlns:a16="http://schemas.microsoft.com/office/drawing/2014/main" id="{761EC6E7-8766-5928-6517-A2CE35D6F13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103" name="TextBox 6102">
                      <a:extLst>
                        <a:ext uri="{FF2B5EF4-FFF2-40B4-BE49-F238E27FC236}">
                          <a16:creationId xmlns:a16="http://schemas.microsoft.com/office/drawing/2014/main" id="{7C5710E6-2F08-34FF-30FB-C5BF70EEAAB0}"/>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6077" name="Group 6076">
                    <a:extLst>
                      <a:ext uri="{FF2B5EF4-FFF2-40B4-BE49-F238E27FC236}">
                        <a16:creationId xmlns:a16="http://schemas.microsoft.com/office/drawing/2014/main" id="{A1EC0C1A-4F7B-E18A-6EA7-639A03DC50DE}"/>
                      </a:ext>
                    </a:extLst>
                  </p:cNvPr>
                  <p:cNvGrpSpPr/>
                  <p:nvPr/>
                </p:nvGrpSpPr>
                <p:grpSpPr>
                  <a:xfrm>
                    <a:off x="6512463" y="3525040"/>
                    <a:ext cx="393192" cy="393192"/>
                    <a:chOff x="6389147" y="3357021"/>
                    <a:chExt cx="393192" cy="393192"/>
                  </a:xfrm>
                </p:grpSpPr>
                <p:grpSp>
                  <p:nvGrpSpPr>
                    <p:cNvPr id="6089" name="Group 6088">
                      <a:extLst>
                        <a:ext uri="{FF2B5EF4-FFF2-40B4-BE49-F238E27FC236}">
                          <a16:creationId xmlns:a16="http://schemas.microsoft.com/office/drawing/2014/main" id="{143EAEC9-A52A-5649-B969-1C32AE8BE230}"/>
                        </a:ext>
                      </a:extLst>
                    </p:cNvPr>
                    <p:cNvGrpSpPr/>
                    <p:nvPr/>
                  </p:nvGrpSpPr>
                  <p:grpSpPr>
                    <a:xfrm rot="7200000" flipH="1">
                      <a:off x="6389147" y="3357021"/>
                      <a:ext cx="393192" cy="393192"/>
                      <a:chOff x="5354637" y="3446463"/>
                      <a:chExt cx="214313" cy="214313"/>
                    </a:xfrm>
                  </p:grpSpPr>
                  <p:sp>
                    <p:nvSpPr>
                      <p:cNvPr id="6098" name="Arc 6097">
                        <a:extLst>
                          <a:ext uri="{FF2B5EF4-FFF2-40B4-BE49-F238E27FC236}">
                            <a16:creationId xmlns:a16="http://schemas.microsoft.com/office/drawing/2014/main" id="{FBF66BDB-2241-0DD3-0C85-0E6D7070726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099" name="Arc 6098">
                        <a:extLst>
                          <a:ext uri="{FF2B5EF4-FFF2-40B4-BE49-F238E27FC236}">
                            <a16:creationId xmlns:a16="http://schemas.microsoft.com/office/drawing/2014/main" id="{D5EFB154-6920-9EE0-34DE-42F3FC234CE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090" name="Group 6089">
                      <a:extLst>
                        <a:ext uri="{FF2B5EF4-FFF2-40B4-BE49-F238E27FC236}">
                          <a16:creationId xmlns:a16="http://schemas.microsoft.com/office/drawing/2014/main" id="{52AB4080-0339-695F-CF92-BF6CF843F4E1}"/>
                        </a:ext>
                      </a:extLst>
                    </p:cNvPr>
                    <p:cNvGrpSpPr/>
                    <p:nvPr/>
                  </p:nvGrpSpPr>
                  <p:grpSpPr>
                    <a:xfrm>
                      <a:off x="6434137" y="3402011"/>
                      <a:ext cx="303213" cy="303213"/>
                      <a:chOff x="6434137" y="3402011"/>
                      <a:chExt cx="303213" cy="303213"/>
                    </a:xfrm>
                  </p:grpSpPr>
                  <p:grpSp>
                    <p:nvGrpSpPr>
                      <p:cNvPr id="6091" name="Group 6090">
                        <a:extLst>
                          <a:ext uri="{FF2B5EF4-FFF2-40B4-BE49-F238E27FC236}">
                            <a16:creationId xmlns:a16="http://schemas.microsoft.com/office/drawing/2014/main" id="{6B0138AB-D768-3436-98E5-B03871AF9DC2}"/>
                          </a:ext>
                        </a:extLst>
                      </p:cNvPr>
                      <p:cNvGrpSpPr/>
                      <p:nvPr/>
                    </p:nvGrpSpPr>
                    <p:grpSpPr>
                      <a:xfrm flipH="1">
                        <a:off x="6478587" y="3446461"/>
                        <a:ext cx="214313" cy="214313"/>
                        <a:chOff x="5354637" y="3446463"/>
                        <a:chExt cx="214313" cy="214313"/>
                      </a:xfrm>
                    </p:grpSpPr>
                    <p:sp>
                      <p:nvSpPr>
                        <p:cNvPr id="6096" name="Arc 6095">
                          <a:extLst>
                            <a:ext uri="{FF2B5EF4-FFF2-40B4-BE49-F238E27FC236}">
                              <a16:creationId xmlns:a16="http://schemas.microsoft.com/office/drawing/2014/main" id="{DCBF92CE-6B5C-A3BA-BDE6-00064190B0F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097" name="Arc 6096">
                          <a:extLst>
                            <a:ext uri="{FF2B5EF4-FFF2-40B4-BE49-F238E27FC236}">
                              <a16:creationId xmlns:a16="http://schemas.microsoft.com/office/drawing/2014/main" id="{7DF23302-F23F-CD67-C788-5BD839A2CED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092" name="Group 6091">
                        <a:extLst>
                          <a:ext uri="{FF2B5EF4-FFF2-40B4-BE49-F238E27FC236}">
                            <a16:creationId xmlns:a16="http://schemas.microsoft.com/office/drawing/2014/main" id="{21D74177-25C2-4F2E-8210-029E9D4521CF}"/>
                          </a:ext>
                        </a:extLst>
                      </p:cNvPr>
                      <p:cNvGrpSpPr/>
                      <p:nvPr/>
                    </p:nvGrpSpPr>
                    <p:grpSpPr>
                      <a:xfrm rot="14400000" flipH="1">
                        <a:off x="6434137" y="3402011"/>
                        <a:ext cx="303213" cy="303213"/>
                        <a:chOff x="5354637" y="3446463"/>
                        <a:chExt cx="214313" cy="214313"/>
                      </a:xfrm>
                    </p:grpSpPr>
                    <p:sp>
                      <p:nvSpPr>
                        <p:cNvPr id="6094" name="Arc 6093">
                          <a:extLst>
                            <a:ext uri="{FF2B5EF4-FFF2-40B4-BE49-F238E27FC236}">
                              <a16:creationId xmlns:a16="http://schemas.microsoft.com/office/drawing/2014/main" id="{4496DB10-DFBD-0106-BCAA-8DC29BD20BB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095" name="Arc 6094">
                          <a:extLst>
                            <a:ext uri="{FF2B5EF4-FFF2-40B4-BE49-F238E27FC236}">
                              <a16:creationId xmlns:a16="http://schemas.microsoft.com/office/drawing/2014/main" id="{DC3950C7-D1DD-3302-7FCD-4831E2BAB9A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093" name="TextBox 6092">
                        <a:extLst>
                          <a:ext uri="{FF2B5EF4-FFF2-40B4-BE49-F238E27FC236}">
                            <a16:creationId xmlns:a16="http://schemas.microsoft.com/office/drawing/2014/main" id="{028C2058-A0F1-212F-83A6-AD9FBA7DBFE5}"/>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078" name="Group 6077">
                    <a:extLst>
                      <a:ext uri="{FF2B5EF4-FFF2-40B4-BE49-F238E27FC236}">
                        <a16:creationId xmlns:a16="http://schemas.microsoft.com/office/drawing/2014/main" id="{46F17B99-4E34-3711-9541-01460368E234}"/>
                      </a:ext>
                    </a:extLst>
                  </p:cNvPr>
                  <p:cNvGrpSpPr/>
                  <p:nvPr/>
                </p:nvGrpSpPr>
                <p:grpSpPr>
                  <a:xfrm>
                    <a:off x="6197413" y="3225768"/>
                    <a:ext cx="393192" cy="393192"/>
                    <a:chOff x="6389147" y="3932622"/>
                    <a:chExt cx="393192" cy="393192"/>
                  </a:xfrm>
                </p:grpSpPr>
                <p:grpSp>
                  <p:nvGrpSpPr>
                    <p:cNvPr id="6079" name="Group 6078">
                      <a:extLst>
                        <a:ext uri="{FF2B5EF4-FFF2-40B4-BE49-F238E27FC236}">
                          <a16:creationId xmlns:a16="http://schemas.microsoft.com/office/drawing/2014/main" id="{E962585D-07CC-C439-08A4-338039109C3B}"/>
                        </a:ext>
                      </a:extLst>
                    </p:cNvPr>
                    <p:cNvGrpSpPr/>
                    <p:nvPr/>
                  </p:nvGrpSpPr>
                  <p:grpSpPr>
                    <a:xfrm flipH="1">
                      <a:off x="6478587" y="4022061"/>
                      <a:ext cx="214313" cy="214313"/>
                      <a:chOff x="5354637" y="3446463"/>
                      <a:chExt cx="214313" cy="214313"/>
                    </a:xfrm>
                  </p:grpSpPr>
                  <p:sp>
                    <p:nvSpPr>
                      <p:cNvPr id="6087" name="Arc 6086">
                        <a:extLst>
                          <a:ext uri="{FF2B5EF4-FFF2-40B4-BE49-F238E27FC236}">
                            <a16:creationId xmlns:a16="http://schemas.microsoft.com/office/drawing/2014/main" id="{7DADC32B-264D-71D5-ED39-1EE92E8FF5F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088" name="Arc 6087">
                        <a:extLst>
                          <a:ext uri="{FF2B5EF4-FFF2-40B4-BE49-F238E27FC236}">
                            <a16:creationId xmlns:a16="http://schemas.microsoft.com/office/drawing/2014/main" id="{F8BED0C5-DC7B-F3B6-628D-C83A80084EF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080" name="Group 6079">
                      <a:extLst>
                        <a:ext uri="{FF2B5EF4-FFF2-40B4-BE49-F238E27FC236}">
                          <a16:creationId xmlns:a16="http://schemas.microsoft.com/office/drawing/2014/main" id="{0AE74EF0-3A73-E10E-3EDA-1CAE15321EC8}"/>
                        </a:ext>
                      </a:extLst>
                    </p:cNvPr>
                    <p:cNvGrpSpPr/>
                    <p:nvPr/>
                  </p:nvGrpSpPr>
                  <p:grpSpPr>
                    <a:xfrm rot="7200000" flipH="1">
                      <a:off x="6434137" y="3977611"/>
                      <a:ext cx="303213" cy="303213"/>
                      <a:chOff x="5354637" y="3446463"/>
                      <a:chExt cx="214313" cy="214313"/>
                    </a:xfrm>
                  </p:grpSpPr>
                  <p:sp>
                    <p:nvSpPr>
                      <p:cNvPr id="6085" name="Arc 6084">
                        <a:extLst>
                          <a:ext uri="{FF2B5EF4-FFF2-40B4-BE49-F238E27FC236}">
                            <a16:creationId xmlns:a16="http://schemas.microsoft.com/office/drawing/2014/main" id="{C6147A39-5CE4-FADD-5985-29165B1174F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086" name="Arc 6085">
                        <a:extLst>
                          <a:ext uri="{FF2B5EF4-FFF2-40B4-BE49-F238E27FC236}">
                            <a16:creationId xmlns:a16="http://schemas.microsoft.com/office/drawing/2014/main" id="{09C9949C-9B66-2FEC-5361-BA9EB3099B7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081" name="Group 6080">
                      <a:extLst>
                        <a:ext uri="{FF2B5EF4-FFF2-40B4-BE49-F238E27FC236}">
                          <a16:creationId xmlns:a16="http://schemas.microsoft.com/office/drawing/2014/main" id="{0C884966-48E4-3555-34ED-FA2AE8ACBFBA}"/>
                        </a:ext>
                      </a:extLst>
                    </p:cNvPr>
                    <p:cNvGrpSpPr/>
                    <p:nvPr/>
                  </p:nvGrpSpPr>
                  <p:grpSpPr>
                    <a:xfrm rot="14400000" flipH="1">
                      <a:off x="6389147" y="3932622"/>
                      <a:ext cx="393192" cy="393192"/>
                      <a:chOff x="5354637" y="3446463"/>
                      <a:chExt cx="214313" cy="214313"/>
                    </a:xfrm>
                  </p:grpSpPr>
                  <p:sp>
                    <p:nvSpPr>
                      <p:cNvPr id="6083" name="Arc 6082">
                        <a:extLst>
                          <a:ext uri="{FF2B5EF4-FFF2-40B4-BE49-F238E27FC236}">
                            <a16:creationId xmlns:a16="http://schemas.microsoft.com/office/drawing/2014/main" id="{D316E2FE-3485-2D07-80C5-E0C7A4DFCC9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084" name="Arc 6083">
                        <a:extLst>
                          <a:ext uri="{FF2B5EF4-FFF2-40B4-BE49-F238E27FC236}">
                            <a16:creationId xmlns:a16="http://schemas.microsoft.com/office/drawing/2014/main" id="{BC30040B-08DF-C962-4F86-B7125FA87D1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082" name="TextBox 6081">
                      <a:extLst>
                        <a:ext uri="{FF2B5EF4-FFF2-40B4-BE49-F238E27FC236}">
                          <a16:creationId xmlns:a16="http://schemas.microsoft.com/office/drawing/2014/main" id="{8762B953-664A-6747-FE56-518372F64C96}"/>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028" name="Group 6027">
                  <a:extLst>
                    <a:ext uri="{FF2B5EF4-FFF2-40B4-BE49-F238E27FC236}">
                      <a16:creationId xmlns:a16="http://schemas.microsoft.com/office/drawing/2014/main" id="{105EA6C1-4AB8-26E3-B776-7B1B9082B8F9}"/>
                    </a:ext>
                  </a:extLst>
                </p:cNvPr>
                <p:cNvGrpSpPr/>
                <p:nvPr/>
              </p:nvGrpSpPr>
              <p:grpSpPr>
                <a:xfrm>
                  <a:off x="6069086" y="3246228"/>
                  <a:ext cx="1019224" cy="991639"/>
                  <a:chOff x="5886431" y="3225768"/>
                  <a:chExt cx="1019224" cy="991639"/>
                </a:xfrm>
              </p:grpSpPr>
              <p:grpSp>
                <p:nvGrpSpPr>
                  <p:cNvPr id="6029" name="Group 6028">
                    <a:extLst>
                      <a:ext uri="{FF2B5EF4-FFF2-40B4-BE49-F238E27FC236}">
                        <a16:creationId xmlns:a16="http://schemas.microsoft.com/office/drawing/2014/main" id="{338B9E05-9A61-812D-EF1D-DED69AE3A19E}"/>
                      </a:ext>
                    </a:extLst>
                  </p:cNvPr>
                  <p:cNvGrpSpPr/>
                  <p:nvPr/>
                </p:nvGrpSpPr>
                <p:grpSpPr>
                  <a:xfrm>
                    <a:off x="6197413" y="3824215"/>
                    <a:ext cx="393192" cy="393192"/>
                    <a:chOff x="5265196" y="3357021"/>
                    <a:chExt cx="393192" cy="393192"/>
                  </a:xfrm>
                </p:grpSpPr>
                <p:grpSp>
                  <p:nvGrpSpPr>
                    <p:cNvPr id="6064" name="Group 6063">
                      <a:extLst>
                        <a:ext uri="{FF2B5EF4-FFF2-40B4-BE49-F238E27FC236}">
                          <a16:creationId xmlns:a16="http://schemas.microsoft.com/office/drawing/2014/main" id="{C6D43F8D-475A-DF9C-7064-5E037C9246BA}"/>
                        </a:ext>
                      </a:extLst>
                    </p:cNvPr>
                    <p:cNvGrpSpPr/>
                    <p:nvPr/>
                  </p:nvGrpSpPr>
                  <p:grpSpPr>
                    <a:xfrm rot="14400000">
                      <a:off x="5265196" y="3357021"/>
                      <a:ext cx="393192" cy="393192"/>
                      <a:chOff x="5354637" y="3446463"/>
                      <a:chExt cx="214313" cy="214313"/>
                    </a:xfrm>
                  </p:grpSpPr>
                  <p:sp>
                    <p:nvSpPr>
                      <p:cNvPr id="6073" name="Arc 6072">
                        <a:extLst>
                          <a:ext uri="{FF2B5EF4-FFF2-40B4-BE49-F238E27FC236}">
                            <a16:creationId xmlns:a16="http://schemas.microsoft.com/office/drawing/2014/main" id="{7BD2621D-D782-EFD3-05D5-8AC6A75E359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074" name="Arc 6073">
                        <a:extLst>
                          <a:ext uri="{FF2B5EF4-FFF2-40B4-BE49-F238E27FC236}">
                            <a16:creationId xmlns:a16="http://schemas.microsoft.com/office/drawing/2014/main" id="{5ADD619F-D53F-7745-5E31-CBEDD046542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065" name="Group 6064">
                      <a:extLst>
                        <a:ext uri="{FF2B5EF4-FFF2-40B4-BE49-F238E27FC236}">
                          <a16:creationId xmlns:a16="http://schemas.microsoft.com/office/drawing/2014/main" id="{0E357FDB-695B-62BC-DB0B-C148970BBD39}"/>
                        </a:ext>
                      </a:extLst>
                    </p:cNvPr>
                    <p:cNvGrpSpPr/>
                    <p:nvPr/>
                  </p:nvGrpSpPr>
                  <p:grpSpPr>
                    <a:xfrm>
                      <a:off x="5310186" y="3402011"/>
                      <a:ext cx="303213" cy="303213"/>
                      <a:chOff x="5310186" y="3402011"/>
                      <a:chExt cx="303213" cy="303213"/>
                    </a:xfrm>
                  </p:grpSpPr>
                  <p:grpSp>
                    <p:nvGrpSpPr>
                      <p:cNvPr id="6066" name="Group 6065">
                        <a:extLst>
                          <a:ext uri="{FF2B5EF4-FFF2-40B4-BE49-F238E27FC236}">
                            <a16:creationId xmlns:a16="http://schemas.microsoft.com/office/drawing/2014/main" id="{42DEF220-1946-4423-7A04-773DE41D3811}"/>
                          </a:ext>
                        </a:extLst>
                      </p:cNvPr>
                      <p:cNvGrpSpPr/>
                      <p:nvPr/>
                    </p:nvGrpSpPr>
                    <p:grpSpPr>
                      <a:xfrm>
                        <a:off x="5354636" y="3446461"/>
                        <a:ext cx="214313" cy="214313"/>
                        <a:chOff x="5354637" y="3446463"/>
                        <a:chExt cx="214313" cy="214313"/>
                      </a:xfrm>
                    </p:grpSpPr>
                    <p:sp>
                      <p:nvSpPr>
                        <p:cNvPr id="6071" name="Arc 6070">
                          <a:extLst>
                            <a:ext uri="{FF2B5EF4-FFF2-40B4-BE49-F238E27FC236}">
                              <a16:creationId xmlns:a16="http://schemas.microsoft.com/office/drawing/2014/main" id="{C6BF99E8-094B-DFAE-1CF2-DFACDF54B8B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072" name="Arc 6071">
                          <a:extLst>
                            <a:ext uri="{FF2B5EF4-FFF2-40B4-BE49-F238E27FC236}">
                              <a16:creationId xmlns:a16="http://schemas.microsoft.com/office/drawing/2014/main" id="{4BA18229-150B-7E42-6519-BB9131726E3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067" name="Group 6066">
                        <a:extLst>
                          <a:ext uri="{FF2B5EF4-FFF2-40B4-BE49-F238E27FC236}">
                            <a16:creationId xmlns:a16="http://schemas.microsoft.com/office/drawing/2014/main" id="{0CE5F763-16C8-F77E-E863-83FF0590CA2C}"/>
                          </a:ext>
                        </a:extLst>
                      </p:cNvPr>
                      <p:cNvGrpSpPr/>
                      <p:nvPr/>
                    </p:nvGrpSpPr>
                    <p:grpSpPr>
                      <a:xfrm rot="7200000">
                        <a:off x="5310186" y="3402011"/>
                        <a:ext cx="303213" cy="303213"/>
                        <a:chOff x="5354637" y="3446463"/>
                        <a:chExt cx="214313" cy="214313"/>
                      </a:xfrm>
                    </p:grpSpPr>
                    <p:sp>
                      <p:nvSpPr>
                        <p:cNvPr id="6069" name="Arc 6068">
                          <a:extLst>
                            <a:ext uri="{FF2B5EF4-FFF2-40B4-BE49-F238E27FC236}">
                              <a16:creationId xmlns:a16="http://schemas.microsoft.com/office/drawing/2014/main" id="{7CD1FEC1-DBA8-A613-12F8-AC6D6E76A46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070" name="Arc 6069">
                          <a:extLst>
                            <a:ext uri="{FF2B5EF4-FFF2-40B4-BE49-F238E27FC236}">
                              <a16:creationId xmlns:a16="http://schemas.microsoft.com/office/drawing/2014/main" id="{1DCA9841-4464-3924-AF21-423DF98FCEC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068" name="TextBox 6067">
                        <a:extLst>
                          <a:ext uri="{FF2B5EF4-FFF2-40B4-BE49-F238E27FC236}">
                            <a16:creationId xmlns:a16="http://schemas.microsoft.com/office/drawing/2014/main" id="{CEF99521-14C2-B5F4-57B3-F8ADB5E471B4}"/>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030" name="Group 6029">
                    <a:extLst>
                      <a:ext uri="{FF2B5EF4-FFF2-40B4-BE49-F238E27FC236}">
                        <a16:creationId xmlns:a16="http://schemas.microsoft.com/office/drawing/2014/main" id="{18189E40-1F19-B526-8641-5DDB01E79155}"/>
                      </a:ext>
                    </a:extLst>
                  </p:cNvPr>
                  <p:cNvGrpSpPr/>
                  <p:nvPr/>
                </p:nvGrpSpPr>
                <p:grpSpPr>
                  <a:xfrm>
                    <a:off x="5886431" y="3525040"/>
                    <a:ext cx="393192" cy="393192"/>
                    <a:chOff x="5265196" y="3932619"/>
                    <a:chExt cx="393192" cy="393192"/>
                  </a:xfrm>
                </p:grpSpPr>
                <p:grpSp>
                  <p:nvGrpSpPr>
                    <p:cNvPr id="6054" name="Group 6053">
                      <a:extLst>
                        <a:ext uri="{FF2B5EF4-FFF2-40B4-BE49-F238E27FC236}">
                          <a16:creationId xmlns:a16="http://schemas.microsoft.com/office/drawing/2014/main" id="{5D10D4CD-C1CA-6FC2-E23C-4AA39CEAFED9}"/>
                        </a:ext>
                      </a:extLst>
                    </p:cNvPr>
                    <p:cNvGrpSpPr/>
                    <p:nvPr/>
                  </p:nvGrpSpPr>
                  <p:grpSpPr>
                    <a:xfrm>
                      <a:off x="5354636" y="4022061"/>
                      <a:ext cx="214313" cy="214313"/>
                      <a:chOff x="5354637" y="3446463"/>
                      <a:chExt cx="214313" cy="214313"/>
                    </a:xfrm>
                  </p:grpSpPr>
                  <p:sp>
                    <p:nvSpPr>
                      <p:cNvPr id="6062" name="Arc 6061">
                        <a:extLst>
                          <a:ext uri="{FF2B5EF4-FFF2-40B4-BE49-F238E27FC236}">
                            <a16:creationId xmlns:a16="http://schemas.microsoft.com/office/drawing/2014/main" id="{0570CFDB-9673-371F-A1CC-EC84E0C488A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063" name="Arc 6062">
                        <a:extLst>
                          <a:ext uri="{FF2B5EF4-FFF2-40B4-BE49-F238E27FC236}">
                            <a16:creationId xmlns:a16="http://schemas.microsoft.com/office/drawing/2014/main" id="{365F46B7-67C7-C51D-68A3-8818E95C717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055" name="Group 6054">
                      <a:extLst>
                        <a:ext uri="{FF2B5EF4-FFF2-40B4-BE49-F238E27FC236}">
                          <a16:creationId xmlns:a16="http://schemas.microsoft.com/office/drawing/2014/main" id="{5529F4C7-FF09-3FFC-5597-1361629B3826}"/>
                        </a:ext>
                      </a:extLst>
                    </p:cNvPr>
                    <p:cNvGrpSpPr/>
                    <p:nvPr/>
                  </p:nvGrpSpPr>
                  <p:grpSpPr>
                    <a:xfrm rot="14400000">
                      <a:off x="5310186" y="3977611"/>
                      <a:ext cx="303213" cy="303213"/>
                      <a:chOff x="5354637" y="3446463"/>
                      <a:chExt cx="214313" cy="214313"/>
                    </a:xfrm>
                  </p:grpSpPr>
                  <p:sp>
                    <p:nvSpPr>
                      <p:cNvPr id="6060" name="Arc 6059">
                        <a:extLst>
                          <a:ext uri="{FF2B5EF4-FFF2-40B4-BE49-F238E27FC236}">
                            <a16:creationId xmlns:a16="http://schemas.microsoft.com/office/drawing/2014/main" id="{B0AC1E7E-ECDA-44BB-FA94-6CE23FDA0EF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061" name="Arc 6060">
                        <a:extLst>
                          <a:ext uri="{FF2B5EF4-FFF2-40B4-BE49-F238E27FC236}">
                            <a16:creationId xmlns:a16="http://schemas.microsoft.com/office/drawing/2014/main" id="{F3E35610-2D89-8615-05CE-78A0AB5452C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056" name="Group 6055">
                      <a:extLst>
                        <a:ext uri="{FF2B5EF4-FFF2-40B4-BE49-F238E27FC236}">
                          <a16:creationId xmlns:a16="http://schemas.microsoft.com/office/drawing/2014/main" id="{D9756512-61F9-DE2E-9E8F-E2E484A2C50D}"/>
                        </a:ext>
                      </a:extLst>
                    </p:cNvPr>
                    <p:cNvGrpSpPr/>
                    <p:nvPr/>
                  </p:nvGrpSpPr>
                  <p:grpSpPr>
                    <a:xfrm rot="7200000">
                      <a:off x="5265196" y="3932619"/>
                      <a:ext cx="393192" cy="393192"/>
                      <a:chOff x="5354637" y="3446463"/>
                      <a:chExt cx="214313" cy="214313"/>
                    </a:xfrm>
                  </p:grpSpPr>
                  <p:sp>
                    <p:nvSpPr>
                      <p:cNvPr id="6058" name="Arc 6057">
                        <a:extLst>
                          <a:ext uri="{FF2B5EF4-FFF2-40B4-BE49-F238E27FC236}">
                            <a16:creationId xmlns:a16="http://schemas.microsoft.com/office/drawing/2014/main" id="{D4C96F16-96EA-E74A-4BC6-BA749A02B5E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059" name="Arc 6058">
                        <a:extLst>
                          <a:ext uri="{FF2B5EF4-FFF2-40B4-BE49-F238E27FC236}">
                            <a16:creationId xmlns:a16="http://schemas.microsoft.com/office/drawing/2014/main" id="{F53A86D7-A570-6A40-65C3-99302B26C77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057" name="TextBox 6056">
                      <a:extLst>
                        <a:ext uri="{FF2B5EF4-FFF2-40B4-BE49-F238E27FC236}">
                          <a16:creationId xmlns:a16="http://schemas.microsoft.com/office/drawing/2014/main" id="{24B7C619-C55E-E6FC-41E0-CA8129C2623B}"/>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6031" name="Group 6030">
                    <a:extLst>
                      <a:ext uri="{FF2B5EF4-FFF2-40B4-BE49-F238E27FC236}">
                        <a16:creationId xmlns:a16="http://schemas.microsoft.com/office/drawing/2014/main" id="{819BFC09-3726-D08B-2D4A-B64836B247D0}"/>
                      </a:ext>
                    </a:extLst>
                  </p:cNvPr>
                  <p:cNvGrpSpPr/>
                  <p:nvPr/>
                </p:nvGrpSpPr>
                <p:grpSpPr>
                  <a:xfrm>
                    <a:off x="6512463" y="3525040"/>
                    <a:ext cx="393192" cy="393192"/>
                    <a:chOff x="6389147" y="3357021"/>
                    <a:chExt cx="393192" cy="393192"/>
                  </a:xfrm>
                </p:grpSpPr>
                <p:grpSp>
                  <p:nvGrpSpPr>
                    <p:cNvPr id="6043" name="Group 6042">
                      <a:extLst>
                        <a:ext uri="{FF2B5EF4-FFF2-40B4-BE49-F238E27FC236}">
                          <a16:creationId xmlns:a16="http://schemas.microsoft.com/office/drawing/2014/main" id="{1B05E03F-D79C-F0B0-8AF0-1A37B5B0AE96}"/>
                        </a:ext>
                      </a:extLst>
                    </p:cNvPr>
                    <p:cNvGrpSpPr/>
                    <p:nvPr/>
                  </p:nvGrpSpPr>
                  <p:grpSpPr>
                    <a:xfrm rot="7200000" flipH="1">
                      <a:off x="6389147" y="3357021"/>
                      <a:ext cx="393192" cy="393192"/>
                      <a:chOff x="5354637" y="3446463"/>
                      <a:chExt cx="214313" cy="214313"/>
                    </a:xfrm>
                  </p:grpSpPr>
                  <p:sp>
                    <p:nvSpPr>
                      <p:cNvPr id="6052" name="Arc 6051">
                        <a:extLst>
                          <a:ext uri="{FF2B5EF4-FFF2-40B4-BE49-F238E27FC236}">
                            <a16:creationId xmlns:a16="http://schemas.microsoft.com/office/drawing/2014/main" id="{245F9DA0-FD1E-B823-E2CD-531B55F2B31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053" name="Arc 6052">
                        <a:extLst>
                          <a:ext uri="{FF2B5EF4-FFF2-40B4-BE49-F238E27FC236}">
                            <a16:creationId xmlns:a16="http://schemas.microsoft.com/office/drawing/2014/main" id="{689EE1A0-D05C-EF7B-8B0E-3D119CB7938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044" name="Group 6043">
                      <a:extLst>
                        <a:ext uri="{FF2B5EF4-FFF2-40B4-BE49-F238E27FC236}">
                          <a16:creationId xmlns:a16="http://schemas.microsoft.com/office/drawing/2014/main" id="{1ABE78DB-C5B8-F01E-BD9A-72AA4749F052}"/>
                        </a:ext>
                      </a:extLst>
                    </p:cNvPr>
                    <p:cNvGrpSpPr/>
                    <p:nvPr/>
                  </p:nvGrpSpPr>
                  <p:grpSpPr>
                    <a:xfrm>
                      <a:off x="6434137" y="3402011"/>
                      <a:ext cx="303213" cy="303213"/>
                      <a:chOff x="6434137" y="3402011"/>
                      <a:chExt cx="303213" cy="303213"/>
                    </a:xfrm>
                  </p:grpSpPr>
                  <p:grpSp>
                    <p:nvGrpSpPr>
                      <p:cNvPr id="6045" name="Group 6044">
                        <a:extLst>
                          <a:ext uri="{FF2B5EF4-FFF2-40B4-BE49-F238E27FC236}">
                            <a16:creationId xmlns:a16="http://schemas.microsoft.com/office/drawing/2014/main" id="{043EC3EA-D76C-2C74-604B-94E327FA63F4}"/>
                          </a:ext>
                        </a:extLst>
                      </p:cNvPr>
                      <p:cNvGrpSpPr/>
                      <p:nvPr/>
                    </p:nvGrpSpPr>
                    <p:grpSpPr>
                      <a:xfrm flipH="1">
                        <a:off x="6478587" y="3446461"/>
                        <a:ext cx="214313" cy="214313"/>
                        <a:chOff x="5354637" y="3446463"/>
                        <a:chExt cx="214313" cy="214313"/>
                      </a:xfrm>
                    </p:grpSpPr>
                    <p:sp>
                      <p:nvSpPr>
                        <p:cNvPr id="6050" name="Arc 6049">
                          <a:extLst>
                            <a:ext uri="{FF2B5EF4-FFF2-40B4-BE49-F238E27FC236}">
                              <a16:creationId xmlns:a16="http://schemas.microsoft.com/office/drawing/2014/main" id="{B72C3142-2CA2-B154-FDDE-C13D41BD8FD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051" name="Arc 6050">
                          <a:extLst>
                            <a:ext uri="{FF2B5EF4-FFF2-40B4-BE49-F238E27FC236}">
                              <a16:creationId xmlns:a16="http://schemas.microsoft.com/office/drawing/2014/main" id="{94D57E70-D99D-DC91-7D19-C1EECC1FFA7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046" name="Group 6045">
                        <a:extLst>
                          <a:ext uri="{FF2B5EF4-FFF2-40B4-BE49-F238E27FC236}">
                            <a16:creationId xmlns:a16="http://schemas.microsoft.com/office/drawing/2014/main" id="{E620CFEB-95AD-EF34-F377-AE0946F1ACAC}"/>
                          </a:ext>
                        </a:extLst>
                      </p:cNvPr>
                      <p:cNvGrpSpPr/>
                      <p:nvPr/>
                    </p:nvGrpSpPr>
                    <p:grpSpPr>
                      <a:xfrm rot="14400000" flipH="1">
                        <a:off x="6434137" y="3402011"/>
                        <a:ext cx="303213" cy="303213"/>
                        <a:chOff x="5354637" y="3446463"/>
                        <a:chExt cx="214313" cy="214313"/>
                      </a:xfrm>
                    </p:grpSpPr>
                    <p:sp>
                      <p:nvSpPr>
                        <p:cNvPr id="6048" name="Arc 6047">
                          <a:extLst>
                            <a:ext uri="{FF2B5EF4-FFF2-40B4-BE49-F238E27FC236}">
                              <a16:creationId xmlns:a16="http://schemas.microsoft.com/office/drawing/2014/main" id="{6B55BB96-04AA-7709-FB60-339897B9D0D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049" name="Arc 6048">
                          <a:extLst>
                            <a:ext uri="{FF2B5EF4-FFF2-40B4-BE49-F238E27FC236}">
                              <a16:creationId xmlns:a16="http://schemas.microsoft.com/office/drawing/2014/main" id="{3F11B85B-4803-2AFA-9D31-A58A6D1D2D9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047" name="TextBox 6046">
                        <a:extLst>
                          <a:ext uri="{FF2B5EF4-FFF2-40B4-BE49-F238E27FC236}">
                            <a16:creationId xmlns:a16="http://schemas.microsoft.com/office/drawing/2014/main" id="{7B0948BA-A86D-0E2D-EA04-46A6768C6622}"/>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032" name="Group 6031">
                    <a:extLst>
                      <a:ext uri="{FF2B5EF4-FFF2-40B4-BE49-F238E27FC236}">
                        <a16:creationId xmlns:a16="http://schemas.microsoft.com/office/drawing/2014/main" id="{8264E4EB-01B8-8B9E-BA9E-4BCB2F3C628B}"/>
                      </a:ext>
                    </a:extLst>
                  </p:cNvPr>
                  <p:cNvGrpSpPr/>
                  <p:nvPr/>
                </p:nvGrpSpPr>
                <p:grpSpPr>
                  <a:xfrm>
                    <a:off x="6197413" y="3225768"/>
                    <a:ext cx="393192" cy="393192"/>
                    <a:chOff x="6389147" y="3932622"/>
                    <a:chExt cx="393192" cy="393192"/>
                  </a:xfrm>
                </p:grpSpPr>
                <p:grpSp>
                  <p:nvGrpSpPr>
                    <p:cNvPr id="6033" name="Group 6032">
                      <a:extLst>
                        <a:ext uri="{FF2B5EF4-FFF2-40B4-BE49-F238E27FC236}">
                          <a16:creationId xmlns:a16="http://schemas.microsoft.com/office/drawing/2014/main" id="{79D6E4E7-E979-8662-EBBF-1A05D02EBDAF}"/>
                        </a:ext>
                      </a:extLst>
                    </p:cNvPr>
                    <p:cNvGrpSpPr/>
                    <p:nvPr/>
                  </p:nvGrpSpPr>
                  <p:grpSpPr>
                    <a:xfrm flipH="1">
                      <a:off x="6478587" y="4022061"/>
                      <a:ext cx="214313" cy="214313"/>
                      <a:chOff x="5354637" y="3446463"/>
                      <a:chExt cx="214313" cy="214313"/>
                    </a:xfrm>
                  </p:grpSpPr>
                  <p:sp>
                    <p:nvSpPr>
                      <p:cNvPr id="6041" name="Arc 6040">
                        <a:extLst>
                          <a:ext uri="{FF2B5EF4-FFF2-40B4-BE49-F238E27FC236}">
                            <a16:creationId xmlns:a16="http://schemas.microsoft.com/office/drawing/2014/main" id="{CEF8079D-CB30-AFD5-3652-C9921A8CFAC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042" name="Arc 6041">
                        <a:extLst>
                          <a:ext uri="{FF2B5EF4-FFF2-40B4-BE49-F238E27FC236}">
                            <a16:creationId xmlns:a16="http://schemas.microsoft.com/office/drawing/2014/main" id="{D4429151-3724-09F2-DC1B-2A3C823EC52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034" name="Group 6033">
                      <a:extLst>
                        <a:ext uri="{FF2B5EF4-FFF2-40B4-BE49-F238E27FC236}">
                          <a16:creationId xmlns:a16="http://schemas.microsoft.com/office/drawing/2014/main" id="{05E07D0C-EFDF-8741-4B25-91B994A49673}"/>
                        </a:ext>
                      </a:extLst>
                    </p:cNvPr>
                    <p:cNvGrpSpPr/>
                    <p:nvPr/>
                  </p:nvGrpSpPr>
                  <p:grpSpPr>
                    <a:xfrm rot="7200000" flipH="1">
                      <a:off x="6434137" y="3977611"/>
                      <a:ext cx="303213" cy="303213"/>
                      <a:chOff x="5354637" y="3446463"/>
                      <a:chExt cx="214313" cy="214313"/>
                    </a:xfrm>
                  </p:grpSpPr>
                  <p:sp>
                    <p:nvSpPr>
                      <p:cNvPr id="6039" name="Arc 6038">
                        <a:extLst>
                          <a:ext uri="{FF2B5EF4-FFF2-40B4-BE49-F238E27FC236}">
                            <a16:creationId xmlns:a16="http://schemas.microsoft.com/office/drawing/2014/main" id="{9D4EEEAE-9ED1-8C55-94A6-C3307658275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040" name="Arc 6039">
                        <a:extLst>
                          <a:ext uri="{FF2B5EF4-FFF2-40B4-BE49-F238E27FC236}">
                            <a16:creationId xmlns:a16="http://schemas.microsoft.com/office/drawing/2014/main" id="{C7362499-9E82-6797-1E60-3A33D9104D9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035" name="Group 6034">
                      <a:extLst>
                        <a:ext uri="{FF2B5EF4-FFF2-40B4-BE49-F238E27FC236}">
                          <a16:creationId xmlns:a16="http://schemas.microsoft.com/office/drawing/2014/main" id="{D2F07BF7-380E-E216-C18C-8663BF3CD654}"/>
                        </a:ext>
                      </a:extLst>
                    </p:cNvPr>
                    <p:cNvGrpSpPr/>
                    <p:nvPr/>
                  </p:nvGrpSpPr>
                  <p:grpSpPr>
                    <a:xfrm rot="14400000" flipH="1">
                      <a:off x="6389147" y="3932622"/>
                      <a:ext cx="393192" cy="393192"/>
                      <a:chOff x="5354637" y="3446463"/>
                      <a:chExt cx="214313" cy="214313"/>
                    </a:xfrm>
                  </p:grpSpPr>
                  <p:sp>
                    <p:nvSpPr>
                      <p:cNvPr id="6037" name="Arc 6036">
                        <a:extLst>
                          <a:ext uri="{FF2B5EF4-FFF2-40B4-BE49-F238E27FC236}">
                            <a16:creationId xmlns:a16="http://schemas.microsoft.com/office/drawing/2014/main" id="{352C8895-6708-B459-167D-BA28CA1DBFE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038" name="Arc 6037">
                        <a:extLst>
                          <a:ext uri="{FF2B5EF4-FFF2-40B4-BE49-F238E27FC236}">
                            <a16:creationId xmlns:a16="http://schemas.microsoft.com/office/drawing/2014/main" id="{6734CAD1-D07D-BB99-7CCA-CF89A49AA6C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036" name="TextBox 6035">
                      <a:extLst>
                        <a:ext uri="{FF2B5EF4-FFF2-40B4-BE49-F238E27FC236}">
                          <a16:creationId xmlns:a16="http://schemas.microsoft.com/office/drawing/2014/main" id="{2DF588AB-2693-1FE6-1127-9F79CC76888A}"/>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5932" name="Group 5931">
                <a:extLst>
                  <a:ext uri="{FF2B5EF4-FFF2-40B4-BE49-F238E27FC236}">
                    <a16:creationId xmlns:a16="http://schemas.microsoft.com/office/drawing/2014/main" id="{D28DC284-79D3-F2CF-13C6-C335D4C8D894}"/>
                  </a:ext>
                </a:extLst>
              </p:cNvPr>
              <p:cNvGrpSpPr/>
              <p:nvPr/>
            </p:nvGrpSpPr>
            <p:grpSpPr>
              <a:xfrm>
                <a:off x="6065340" y="2039507"/>
                <a:ext cx="1643204" cy="1593124"/>
                <a:chOff x="5445106" y="2644743"/>
                <a:chExt cx="1643204" cy="1593124"/>
              </a:xfrm>
            </p:grpSpPr>
            <p:grpSp>
              <p:nvGrpSpPr>
                <p:cNvPr id="5933" name="Group 5932">
                  <a:extLst>
                    <a:ext uri="{FF2B5EF4-FFF2-40B4-BE49-F238E27FC236}">
                      <a16:creationId xmlns:a16="http://schemas.microsoft.com/office/drawing/2014/main" id="{4F7B6A5B-F97D-67F0-08F7-26D16CD21341}"/>
                    </a:ext>
                  </a:extLst>
                </p:cNvPr>
                <p:cNvGrpSpPr/>
                <p:nvPr/>
              </p:nvGrpSpPr>
              <p:grpSpPr>
                <a:xfrm>
                  <a:off x="5445106" y="2644743"/>
                  <a:ext cx="1019224" cy="991639"/>
                  <a:chOff x="5886431" y="3225768"/>
                  <a:chExt cx="1019224" cy="991639"/>
                </a:xfrm>
              </p:grpSpPr>
              <p:grpSp>
                <p:nvGrpSpPr>
                  <p:cNvPr id="5981" name="Group 5980">
                    <a:extLst>
                      <a:ext uri="{FF2B5EF4-FFF2-40B4-BE49-F238E27FC236}">
                        <a16:creationId xmlns:a16="http://schemas.microsoft.com/office/drawing/2014/main" id="{FC4BAEA7-8033-E4FA-FCF6-C38810F55843}"/>
                      </a:ext>
                    </a:extLst>
                  </p:cNvPr>
                  <p:cNvGrpSpPr/>
                  <p:nvPr/>
                </p:nvGrpSpPr>
                <p:grpSpPr>
                  <a:xfrm>
                    <a:off x="6197413" y="3824215"/>
                    <a:ext cx="393192" cy="393192"/>
                    <a:chOff x="5265196" y="3357021"/>
                    <a:chExt cx="393192" cy="393192"/>
                  </a:xfrm>
                </p:grpSpPr>
                <p:grpSp>
                  <p:nvGrpSpPr>
                    <p:cNvPr id="6016" name="Group 6015">
                      <a:extLst>
                        <a:ext uri="{FF2B5EF4-FFF2-40B4-BE49-F238E27FC236}">
                          <a16:creationId xmlns:a16="http://schemas.microsoft.com/office/drawing/2014/main" id="{CDAA00F8-1697-5715-8A97-725096A01A43}"/>
                        </a:ext>
                      </a:extLst>
                    </p:cNvPr>
                    <p:cNvGrpSpPr/>
                    <p:nvPr/>
                  </p:nvGrpSpPr>
                  <p:grpSpPr>
                    <a:xfrm rot="14400000">
                      <a:off x="5265196" y="3357021"/>
                      <a:ext cx="393192" cy="393192"/>
                      <a:chOff x="5354637" y="3446463"/>
                      <a:chExt cx="214313" cy="214313"/>
                    </a:xfrm>
                  </p:grpSpPr>
                  <p:sp>
                    <p:nvSpPr>
                      <p:cNvPr id="6025" name="Arc 6024">
                        <a:extLst>
                          <a:ext uri="{FF2B5EF4-FFF2-40B4-BE49-F238E27FC236}">
                            <a16:creationId xmlns:a16="http://schemas.microsoft.com/office/drawing/2014/main" id="{232EE1AB-601F-119F-D875-C6923E207C9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026" name="Arc 6025">
                        <a:extLst>
                          <a:ext uri="{FF2B5EF4-FFF2-40B4-BE49-F238E27FC236}">
                            <a16:creationId xmlns:a16="http://schemas.microsoft.com/office/drawing/2014/main" id="{346F1877-98F6-636C-8041-593E94844A2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017" name="Group 6016">
                      <a:extLst>
                        <a:ext uri="{FF2B5EF4-FFF2-40B4-BE49-F238E27FC236}">
                          <a16:creationId xmlns:a16="http://schemas.microsoft.com/office/drawing/2014/main" id="{9F085C59-DC70-2FF0-12B8-EED83629EED8}"/>
                        </a:ext>
                      </a:extLst>
                    </p:cNvPr>
                    <p:cNvGrpSpPr/>
                    <p:nvPr/>
                  </p:nvGrpSpPr>
                  <p:grpSpPr>
                    <a:xfrm>
                      <a:off x="5310186" y="3402011"/>
                      <a:ext cx="303213" cy="303213"/>
                      <a:chOff x="5310186" y="3402011"/>
                      <a:chExt cx="303213" cy="303213"/>
                    </a:xfrm>
                  </p:grpSpPr>
                  <p:grpSp>
                    <p:nvGrpSpPr>
                      <p:cNvPr id="6018" name="Group 6017">
                        <a:extLst>
                          <a:ext uri="{FF2B5EF4-FFF2-40B4-BE49-F238E27FC236}">
                            <a16:creationId xmlns:a16="http://schemas.microsoft.com/office/drawing/2014/main" id="{10E00840-5D56-3069-907C-3B81B6761F66}"/>
                          </a:ext>
                        </a:extLst>
                      </p:cNvPr>
                      <p:cNvGrpSpPr/>
                      <p:nvPr/>
                    </p:nvGrpSpPr>
                    <p:grpSpPr>
                      <a:xfrm>
                        <a:off x="5354636" y="3446461"/>
                        <a:ext cx="214313" cy="214313"/>
                        <a:chOff x="5354637" y="3446463"/>
                        <a:chExt cx="214313" cy="214313"/>
                      </a:xfrm>
                    </p:grpSpPr>
                    <p:sp>
                      <p:nvSpPr>
                        <p:cNvPr id="6023" name="Arc 6022">
                          <a:extLst>
                            <a:ext uri="{FF2B5EF4-FFF2-40B4-BE49-F238E27FC236}">
                              <a16:creationId xmlns:a16="http://schemas.microsoft.com/office/drawing/2014/main" id="{9ADC48D7-9844-3192-7A01-7049F5EB237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024" name="Arc 6023">
                          <a:extLst>
                            <a:ext uri="{FF2B5EF4-FFF2-40B4-BE49-F238E27FC236}">
                              <a16:creationId xmlns:a16="http://schemas.microsoft.com/office/drawing/2014/main" id="{056AC101-749D-0052-B97D-1466A187487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019" name="Group 6018">
                        <a:extLst>
                          <a:ext uri="{FF2B5EF4-FFF2-40B4-BE49-F238E27FC236}">
                            <a16:creationId xmlns:a16="http://schemas.microsoft.com/office/drawing/2014/main" id="{3A1D75A4-7A82-E635-FED6-17D78D5EF489}"/>
                          </a:ext>
                        </a:extLst>
                      </p:cNvPr>
                      <p:cNvGrpSpPr/>
                      <p:nvPr/>
                    </p:nvGrpSpPr>
                    <p:grpSpPr>
                      <a:xfrm rot="7200000">
                        <a:off x="5310186" y="3402011"/>
                        <a:ext cx="303213" cy="303213"/>
                        <a:chOff x="5354637" y="3446463"/>
                        <a:chExt cx="214313" cy="214313"/>
                      </a:xfrm>
                    </p:grpSpPr>
                    <p:sp>
                      <p:nvSpPr>
                        <p:cNvPr id="6021" name="Arc 6020">
                          <a:extLst>
                            <a:ext uri="{FF2B5EF4-FFF2-40B4-BE49-F238E27FC236}">
                              <a16:creationId xmlns:a16="http://schemas.microsoft.com/office/drawing/2014/main" id="{61D05E1A-4F67-214D-DC73-7E3D22FC90F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022" name="Arc 6021">
                          <a:extLst>
                            <a:ext uri="{FF2B5EF4-FFF2-40B4-BE49-F238E27FC236}">
                              <a16:creationId xmlns:a16="http://schemas.microsoft.com/office/drawing/2014/main" id="{F3725C1D-E4AB-D6ED-C62C-4ABFEF4AF47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020" name="TextBox 6019">
                        <a:extLst>
                          <a:ext uri="{FF2B5EF4-FFF2-40B4-BE49-F238E27FC236}">
                            <a16:creationId xmlns:a16="http://schemas.microsoft.com/office/drawing/2014/main" id="{2C090F17-D395-03D8-CA09-63BB8D42F131}"/>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982" name="Group 5981">
                    <a:extLst>
                      <a:ext uri="{FF2B5EF4-FFF2-40B4-BE49-F238E27FC236}">
                        <a16:creationId xmlns:a16="http://schemas.microsoft.com/office/drawing/2014/main" id="{DD77803D-732E-A914-4F6B-3523CE64A5CD}"/>
                      </a:ext>
                    </a:extLst>
                  </p:cNvPr>
                  <p:cNvGrpSpPr/>
                  <p:nvPr/>
                </p:nvGrpSpPr>
                <p:grpSpPr>
                  <a:xfrm>
                    <a:off x="5886431" y="3525040"/>
                    <a:ext cx="393192" cy="393192"/>
                    <a:chOff x="5265196" y="3932619"/>
                    <a:chExt cx="393192" cy="393192"/>
                  </a:xfrm>
                </p:grpSpPr>
                <p:grpSp>
                  <p:nvGrpSpPr>
                    <p:cNvPr id="6006" name="Group 6005">
                      <a:extLst>
                        <a:ext uri="{FF2B5EF4-FFF2-40B4-BE49-F238E27FC236}">
                          <a16:creationId xmlns:a16="http://schemas.microsoft.com/office/drawing/2014/main" id="{66C1056B-FFE2-9E88-1091-F2603AC32104}"/>
                        </a:ext>
                      </a:extLst>
                    </p:cNvPr>
                    <p:cNvGrpSpPr/>
                    <p:nvPr/>
                  </p:nvGrpSpPr>
                  <p:grpSpPr>
                    <a:xfrm>
                      <a:off x="5354636" y="4022061"/>
                      <a:ext cx="214313" cy="214313"/>
                      <a:chOff x="5354637" y="3446463"/>
                      <a:chExt cx="214313" cy="214313"/>
                    </a:xfrm>
                  </p:grpSpPr>
                  <p:sp>
                    <p:nvSpPr>
                      <p:cNvPr id="6014" name="Arc 6013">
                        <a:extLst>
                          <a:ext uri="{FF2B5EF4-FFF2-40B4-BE49-F238E27FC236}">
                            <a16:creationId xmlns:a16="http://schemas.microsoft.com/office/drawing/2014/main" id="{A93B9DE7-2E97-E42F-E44F-E530CBC8EF3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015" name="Arc 6014">
                        <a:extLst>
                          <a:ext uri="{FF2B5EF4-FFF2-40B4-BE49-F238E27FC236}">
                            <a16:creationId xmlns:a16="http://schemas.microsoft.com/office/drawing/2014/main" id="{FE73A042-2558-661D-3B23-B1C631B633E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007" name="Group 6006">
                      <a:extLst>
                        <a:ext uri="{FF2B5EF4-FFF2-40B4-BE49-F238E27FC236}">
                          <a16:creationId xmlns:a16="http://schemas.microsoft.com/office/drawing/2014/main" id="{BAEF84D3-CF86-36AB-A0F2-C0D2C3EC0C5C}"/>
                        </a:ext>
                      </a:extLst>
                    </p:cNvPr>
                    <p:cNvGrpSpPr/>
                    <p:nvPr/>
                  </p:nvGrpSpPr>
                  <p:grpSpPr>
                    <a:xfrm rot="14400000">
                      <a:off x="5310186" y="3977611"/>
                      <a:ext cx="303213" cy="303213"/>
                      <a:chOff x="5354637" y="3446463"/>
                      <a:chExt cx="214313" cy="214313"/>
                    </a:xfrm>
                  </p:grpSpPr>
                  <p:sp>
                    <p:nvSpPr>
                      <p:cNvPr id="6012" name="Arc 6011">
                        <a:extLst>
                          <a:ext uri="{FF2B5EF4-FFF2-40B4-BE49-F238E27FC236}">
                            <a16:creationId xmlns:a16="http://schemas.microsoft.com/office/drawing/2014/main" id="{28EDD16E-7257-D8B0-84CA-FDF48BCC637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013" name="Arc 6012">
                        <a:extLst>
                          <a:ext uri="{FF2B5EF4-FFF2-40B4-BE49-F238E27FC236}">
                            <a16:creationId xmlns:a16="http://schemas.microsoft.com/office/drawing/2014/main" id="{D841458B-EE32-823B-A6F4-CE4220A6E92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008" name="Group 6007">
                      <a:extLst>
                        <a:ext uri="{FF2B5EF4-FFF2-40B4-BE49-F238E27FC236}">
                          <a16:creationId xmlns:a16="http://schemas.microsoft.com/office/drawing/2014/main" id="{05321BFC-37ED-4842-42BF-41175D0D798A}"/>
                        </a:ext>
                      </a:extLst>
                    </p:cNvPr>
                    <p:cNvGrpSpPr/>
                    <p:nvPr/>
                  </p:nvGrpSpPr>
                  <p:grpSpPr>
                    <a:xfrm rot="7200000">
                      <a:off x="5265196" y="3932619"/>
                      <a:ext cx="393192" cy="393192"/>
                      <a:chOff x="5354637" y="3446463"/>
                      <a:chExt cx="214313" cy="214313"/>
                    </a:xfrm>
                  </p:grpSpPr>
                  <p:sp>
                    <p:nvSpPr>
                      <p:cNvPr id="6010" name="Arc 6009">
                        <a:extLst>
                          <a:ext uri="{FF2B5EF4-FFF2-40B4-BE49-F238E27FC236}">
                            <a16:creationId xmlns:a16="http://schemas.microsoft.com/office/drawing/2014/main" id="{D0488D66-8DF6-F1E5-CAD2-E9B0BB4FACD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011" name="Arc 6010">
                        <a:extLst>
                          <a:ext uri="{FF2B5EF4-FFF2-40B4-BE49-F238E27FC236}">
                            <a16:creationId xmlns:a16="http://schemas.microsoft.com/office/drawing/2014/main" id="{4363DBB1-1B4A-7A52-6DA7-E24F6F7A62F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009" name="TextBox 6008">
                      <a:extLst>
                        <a:ext uri="{FF2B5EF4-FFF2-40B4-BE49-F238E27FC236}">
                          <a16:creationId xmlns:a16="http://schemas.microsoft.com/office/drawing/2014/main" id="{5F2FADFE-C85B-5D38-4C83-2AD54489690D}"/>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5983" name="Group 5982">
                    <a:extLst>
                      <a:ext uri="{FF2B5EF4-FFF2-40B4-BE49-F238E27FC236}">
                        <a16:creationId xmlns:a16="http://schemas.microsoft.com/office/drawing/2014/main" id="{C0877812-FD58-AC2F-87EC-9F5A718A27D9}"/>
                      </a:ext>
                    </a:extLst>
                  </p:cNvPr>
                  <p:cNvGrpSpPr/>
                  <p:nvPr/>
                </p:nvGrpSpPr>
                <p:grpSpPr>
                  <a:xfrm>
                    <a:off x="6512463" y="3525040"/>
                    <a:ext cx="393192" cy="393192"/>
                    <a:chOff x="6389147" y="3357021"/>
                    <a:chExt cx="393192" cy="393192"/>
                  </a:xfrm>
                </p:grpSpPr>
                <p:grpSp>
                  <p:nvGrpSpPr>
                    <p:cNvPr id="5995" name="Group 5994">
                      <a:extLst>
                        <a:ext uri="{FF2B5EF4-FFF2-40B4-BE49-F238E27FC236}">
                          <a16:creationId xmlns:a16="http://schemas.microsoft.com/office/drawing/2014/main" id="{F57C8970-3F6D-798C-A1E7-F92DA6BECEF8}"/>
                        </a:ext>
                      </a:extLst>
                    </p:cNvPr>
                    <p:cNvGrpSpPr/>
                    <p:nvPr/>
                  </p:nvGrpSpPr>
                  <p:grpSpPr>
                    <a:xfrm rot="7200000" flipH="1">
                      <a:off x="6389147" y="3357021"/>
                      <a:ext cx="393192" cy="393192"/>
                      <a:chOff x="5354637" y="3446463"/>
                      <a:chExt cx="214313" cy="214313"/>
                    </a:xfrm>
                  </p:grpSpPr>
                  <p:sp>
                    <p:nvSpPr>
                      <p:cNvPr id="6004" name="Arc 6003">
                        <a:extLst>
                          <a:ext uri="{FF2B5EF4-FFF2-40B4-BE49-F238E27FC236}">
                            <a16:creationId xmlns:a16="http://schemas.microsoft.com/office/drawing/2014/main" id="{05D8D626-3DE4-648E-5225-655D8F5C6CB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005" name="Arc 6004">
                        <a:extLst>
                          <a:ext uri="{FF2B5EF4-FFF2-40B4-BE49-F238E27FC236}">
                            <a16:creationId xmlns:a16="http://schemas.microsoft.com/office/drawing/2014/main" id="{2C9ED21A-1DE2-3AB0-FA14-1DC18710C1E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996" name="Group 5995">
                      <a:extLst>
                        <a:ext uri="{FF2B5EF4-FFF2-40B4-BE49-F238E27FC236}">
                          <a16:creationId xmlns:a16="http://schemas.microsoft.com/office/drawing/2014/main" id="{6DC71007-43C6-2A9D-627E-47133918A771}"/>
                        </a:ext>
                      </a:extLst>
                    </p:cNvPr>
                    <p:cNvGrpSpPr/>
                    <p:nvPr/>
                  </p:nvGrpSpPr>
                  <p:grpSpPr>
                    <a:xfrm>
                      <a:off x="6434137" y="3402011"/>
                      <a:ext cx="303213" cy="303213"/>
                      <a:chOff x="6434137" y="3402011"/>
                      <a:chExt cx="303213" cy="303213"/>
                    </a:xfrm>
                  </p:grpSpPr>
                  <p:grpSp>
                    <p:nvGrpSpPr>
                      <p:cNvPr id="5997" name="Group 5996">
                        <a:extLst>
                          <a:ext uri="{FF2B5EF4-FFF2-40B4-BE49-F238E27FC236}">
                            <a16:creationId xmlns:a16="http://schemas.microsoft.com/office/drawing/2014/main" id="{57AA349D-5757-CF1C-9BA2-5E4203CB9694}"/>
                          </a:ext>
                        </a:extLst>
                      </p:cNvPr>
                      <p:cNvGrpSpPr/>
                      <p:nvPr/>
                    </p:nvGrpSpPr>
                    <p:grpSpPr>
                      <a:xfrm flipH="1">
                        <a:off x="6478587" y="3446461"/>
                        <a:ext cx="214313" cy="214313"/>
                        <a:chOff x="5354637" y="3446463"/>
                        <a:chExt cx="214313" cy="214313"/>
                      </a:xfrm>
                    </p:grpSpPr>
                    <p:sp>
                      <p:nvSpPr>
                        <p:cNvPr id="6002" name="Arc 6001">
                          <a:extLst>
                            <a:ext uri="{FF2B5EF4-FFF2-40B4-BE49-F238E27FC236}">
                              <a16:creationId xmlns:a16="http://schemas.microsoft.com/office/drawing/2014/main" id="{BC9B1C16-23D0-C046-DA56-8E5231C10BC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003" name="Arc 6002">
                          <a:extLst>
                            <a:ext uri="{FF2B5EF4-FFF2-40B4-BE49-F238E27FC236}">
                              <a16:creationId xmlns:a16="http://schemas.microsoft.com/office/drawing/2014/main" id="{A38E37A0-A7E4-392B-9B4C-278C590B1EE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998" name="Group 5997">
                        <a:extLst>
                          <a:ext uri="{FF2B5EF4-FFF2-40B4-BE49-F238E27FC236}">
                            <a16:creationId xmlns:a16="http://schemas.microsoft.com/office/drawing/2014/main" id="{3E1F455C-A56C-3FD9-BB66-CA952426C7C7}"/>
                          </a:ext>
                        </a:extLst>
                      </p:cNvPr>
                      <p:cNvGrpSpPr/>
                      <p:nvPr/>
                    </p:nvGrpSpPr>
                    <p:grpSpPr>
                      <a:xfrm rot="14400000" flipH="1">
                        <a:off x="6434137" y="3402011"/>
                        <a:ext cx="303213" cy="303213"/>
                        <a:chOff x="5354637" y="3446463"/>
                        <a:chExt cx="214313" cy="214313"/>
                      </a:xfrm>
                    </p:grpSpPr>
                    <p:sp>
                      <p:nvSpPr>
                        <p:cNvPr id="6000" name="Arc 5999">
                          <a:extLst>
                            <a:ext uri="{FF2B5EF4-FFF2-40B4-BE49-F238E27FC236}">
                              <a16:creationId xmlns:a16="http://schemas.microsoft.com/office/drawing/2014/main" id="{71F5EF7F-2351-8409-477F-D9ACD10294B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001" name="Arc 6000">
                          <a:extLst>
                            <a:ext uri="{FF2B5EF4-FFF2-40B4-BE49-F238E27FC236}">
                              <a16:creationId xmlns:a16="http://schemas.microsoft.com/office/drawing/2014/main" id="{03D2E907-9B3A-063A-BC48-684F1EC53D8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999" name="TextBox 5998">
                        <a:extLst>
                          <a:ext uri="{FF2B5EF4-FFF2-40B4-BE49-F238E27FC236}">
                            <a16:creationId xmlns:a16="http://schemas.microsoft.com/office/drawing/2014/main" id="{455DED9D-8147-EF28-DAFD-097F07C1A698}"/>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984" name="Group 5983">
                    <a:extLst>
                      <a:ext uri="{FF2B5EF4-FFF2-40B4-BE49-F238E27FC236}">
                        <a16:creationId xmlns:a16="http://schemas.microsoft.com/office/drawing/2014/main" id="{3AAC1FE8-A309-4C42-09DE-545F8806AA08}"/>
                      </a:ext>
                    </a:extLst>
                  </p:cNvPr>
                  <p:cNvGrpSpPr/>
                  <p:nvPr/>
                </p:nvGrpSpPr>
                <p:grpSpPr>
                  <a:xfrm>
                    <a:off x="6197413" y="3225768"/>
                    <a:ext cx="393192" cy="393192"/>
                    <a:chOff x="6389147" y="3932622"/>
                    <a:chExt cx="393192" cy="393192"/>
                  </a:xfrm>
                </p:grpSpPr>
                <p:grpSp>
                  <p:nvGrpSpPr>
                    <p:cNvPr id="5985" name="Group 5984">
                      <a:extLst>
                        <a:ext uri="{FF2B5EF4-FFF2-40B4-BE49-F238E27FC236}">
                          <a16:creationId xmlns:a16="http://schemas.microsoft.com/office/drawing/2014/main" id="{BC1091C5-EEE1-1069-334A-74743F890F41}"/>
                        </a:ext>
                      </a:extLst>
                    </p:cNvPr>
                    <p:cNvGrpSpPr/>
                    <p:nvPr/>
                  </p:nvGrpSpPr>
                  <p:grpSpPr>
                    <a:xfrm flipH="1">
                      <a:off x="6478587" y="4022061"/>
                      <a:ext cx="214313" cy="214313"/>
                      <a:chOff x="5354637" y="3446463"/>
                      <a:chExt cx="214313" cy="214313"/>
                    </a:xfrm>
                  </p:grpSpPr>
                  <p:sp>
                    <p:nvSpPr>
                      <p:cNvPr id="5993" name="Arc 5992">
                        <a:extLst>
                          <a:ext uri="{FF2B5EF4-FFF2-40B4-BE49-F238E27FC236}">
                            <a16:creationId xmlns:a16="http://schemas.microsoft.com/office/drawing/2014/main" id="{5BC3B9E0-7C91-9461-175D-391C1298D20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994" name="Arc 5993">
                        <a:extLst>
                          <a:ext uri="{FF2B5EF4-FFF2-40B4-BE49-F238E27FC236}">
                            <a16:creationId xmlns:a16="http://schemas.microsoft.com/office/drawing/2014/main" id="{C71CD2CB-DBC9-61B8-D8F8-E90FADA0D33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986" name="Group 5985">
                      <a:extLst>
                        <a:ext uri="{FF2B5EF4-FFF2-40B4-BE49-F238E27FC236}">
                          <a16:creationId xmlns:a16="http://schemas.microsoft.com/office/drawing/2014/main" id="{45E850FA-A03E-9D92-925E-FE9A49D977E5}"/>
                        </a:ext>
                      </a:extLst>
                    </p:cNvPr>
                    <p:cNvGrpSpPr/>
                    <p:nvPr/>
                  </p:nvGrpSpPr>
                  <p:grpSpPr>
                    <a:xfrm rot="7200000" flipH="1">
                      <a:off x="6434137" y="3977611"/>
                      <a:ext cx="303213" cy="303213"/>
                      <a:chOff x="5354637" y="3446463"/>
                      <a:chExt cx="214313" cy="214313"/>
                    </a:xfrm>
                  </p:grpSpPr>
                  <p:sp>
                    <p:nvSpPr>
                      <p:cNvPr id="5991" name="Arc 5990">
                        <a:extLst>
                          <a:ext uri="{FF2B5EF4-FFF2-40B4-BE49-F238E27FC236}">
                            <a16:creationId xmlns:a16="http://schemas.microsoft.com/office/drawing/2014/main" id="{EDC1CADE-0534-17C1-C8D2-00DDCD244A9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992" name="Arc 5991">
                        <a:extLst>
                          <a:ext uri="{FF2B5EF4-FFF2-40B4-BE49-F238E27FC236}">
                            <a16:creationId xmlns:a16="http://schemas.microsoft.com/office/drawing/2014/main" id="{E86D497D-18CE-8901-D9C3-B36B034B19A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987" name="Group 5986">
                      <a:extLst>
                        <a:ext uri="{FF2B5EF4-FFF2-40B4-BE49-F238E27FC236}">
                          <a16:creationId xmlns:a16="http://schemas.microsoft.com/office/drawing/2014/main" id="{586880FC-FDBF-ED64-28FB-16768A13CC01}"/>
                        </a:ext>
                      </a:extLst>
                    </p:cNvPr>
                    <p:cNvGrpSpPr/>
                    <p:nvPr/>
                  </p:nvGrpSpPr>
                  <p:grpSpPr>
                    <a:xfrm rot="14400000" flipH="1">
                      <a:off x="6389147" y="3932622"/>
                      <a:ext cx="393192" cy="393192"/>
                      <a:chOff x="5354637" y="3446463"/>
                      <a:chExt cx="214313" cy="214313"/>
                    </a:xfrm>
                  </p:grpSpPr>
                  <p:sp>
                    <p:nvSpPr>
                      <p:cNvPr id="5989" name="Arc 5988">
                        <a:extLst>
                          <a:ext uri="{FF2B5EF4-FFF2-40B4-BE49-F238E27FC236}">
                            <a16:creationId xmlns:a16="http://schemas.microsoft.com/office/drawing/2014/main" id="{82152E71-76E5-A852-2A94-077EBA94C24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990" name="Arc 5989">
                        <a:extLst>
                          <a:ext uri="{FF2B5EF4-FFF2-40B4-BE49-F238E27FC236}">
                            <a16:creationId xmlns:a16="http://schemas.microsoft.com/office/drawing/2014/main" id="{CAC00F9D-9E2A-B260-6BBF-693B7C9B952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988" name="TextBox 5987">
                      <a:extLst>
                        <a:ext uri="{FF2B5EF4-FFF2-40B4-BE49-F238E27FC236}">
                          <a16:creationId xmlns:a16="http://schemas.microsoft.com/office/drawing/2014/main" id="{9923B7A8-E5B0-3C92-4FFE-397527092562}"/>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934" name="Group 5933">
                  <a:extLst>
                    <a:ext uri="{FF2B5EF4-FFF2-40B4-BE49-F238E27FC236}">
                      <a16:creationId xmlns:a16="http://schemas.microsoft.com/office/drawing/2014/main" id="{D667AC06-B243-DA91-09DC-D136BCFF7ABE}"/>
                    </a:ext>
                  </a:extLst>
                </p:cNvPr>
                <p:cNvGrpSpPr/>
                <p:nvPr/>
              </p:nvGrpSpPr>
              <p:grpSpPr>
                <a:xfrm>
                  <a:off x="6069086" y="3246228"/>
                  <a:ext cx="1019224" cy="991639"/>
                  <a:chOff x="5886431" y="3225768"/>
                  <a:chExt cx="1019224" cy="991639"/>
                </a:xfrm>
              </p:grpSpPr>
              <p:grpSp>
                <p:nvGrpSpPr>
                  <p:cNvPr id="5935" name="Group 5934">
                    <a:extLst>
                      <a:ext uri="{FF2B5EF4-FFF2-40B4-BE49-F238E27FC236}">
                        <a16:creationId xmlns:a16="http://schemas.microsoft.com/office/drawing/2014/main" id="{E366A492-0D60-8043-E1F3-1926B95E71AC}"/>
                      </a:ext>
                    </a:extLst>
                  </p:cNvPr>
                  <p:cNvGrpSpPr/>
                  <p:nvPr/>
                </p:nvGrpSpPr>
                <p:grpSpPr>
                  <a:xfrm>
                    <a:off x="6197413" y="3824215"/>
                    <a:ext cx="393192" cy="393192"/>
                    <a:chOff x="5265196" y="3357021"/>
                    <a:chExt cx="393192" cy="393192"/>
                  </a:xfrm>
                </p:grpSpPr>
                <p:grpSp>
                  <p:nvGrpSpPr>
                    <p:cNvPr id="5970" name="Group 5969">
                      <a:extLst>
                        <a:ext uri="{FF2B5EF4-FFF2-40B4-BE49-F238E27FC236}">
                          <a16:creationId xmlns:a16="http://schemas.microsoft.com/office/drawing/2014/main" id="{84C4C60A-7087-8B78-1222-9AB4634E7A0D}"/>
                        </a:ext>
                      </a:extLst>
                    </p:cNvPr>
                    <p:cNvGrpSpPr/>
                    <p:nvPr/>
                  </p:nvGrpSpPr>
                  <p:grpSpPr>
                    <a:xfrm rot="14400000">
                      <a:off x="5265196" y="3357021"/>
                      <a:ext cx="393192" cy="393192"/>
                      <a:chOff x="5354637" y="3446463"/>
                      <a:chExt cx="214313" cy="214313"/>
                    </a:xfrm>
                  </p:grpSpPr>
                  <p:sp>
                    <p:nvSpPr>
                      <p:cNvPr id="5979" name="Arc 5978">
                        <a:extLst>
                          <a:ext uri="{FF2B5EF4-FFF2-40B4-BE49-F238E27FC236}">
                            <a16:creationId xmlns:a16="http://schemas.microsoft.com/office/drawing/2014/main" id="{D067F79E-A1E6-DCA8-CB50-C5652235D09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980" name="Arc 5979">
                        <a:extLst>
                          <a:ext uri="{FF2B5EF4-FFF2-40B4-BE49-F238E27FC236}">
                            <a16:creationId xmlns:a16="http://schemas.microsoft.com/office/drawing/2014/main" id="{E73737CA-2EAD-8FEA-BFD4-8AC62F6868C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971" name="Group 5970">
                      <a:extLst>
                        <a:ext uri="{FF2B5EF4-FFF2-40B4-BE49-F238E27FC236}">
                          <a16:creationId xmlns:a16="http://schemas.microsoft.com/office/drawing/2014/main" id="{CF0B1E56-6E76-DDAB-FA60-463C0210F039}"/>
                        </a:ext>
                      </a:extLst>
                    </p:cNvPr>
                    <p:cNvGrpSpPr/>
                    <p:nvPr/>
                  </p:nvGrpSpPr>
                  <p:grpSpPr>
                    <a:xfrm>
                      <a:off x="5310186" y="3402011"/>
                      <a:ext cx="303213" cy="303213"/>
                      <a:chOff x="5310186" y="3402011"/>
                      <a:chExt cx="303213" cy="303213"/>
                    </a:xfrm>
                  </p:grpSpPr>
                  <p:grpSp>
                    <p:nvGrpSpPr>
                      <p:cNvPr id="5972" name="Group 5971">
                        <a:extLst>
                          <a:ext uri="{FF2B5EF4-FFF2-40B4-BE49-F238E27FC236}">
                            <a16:creationId xmlns:a16="http://schemas.microsoft.com/office/drawing/2014/main" id="{ADEEA76E-4DAF-5C41-89F2-6D6537217346}"/>
                          </a:ext>
                        </a:extLst>
                      </p:cNvPr>
                      <p:cNvGrpSpPr/>
                      <p:nvPr/>
                    </p:nvGrpSpPr>
                    <p:grpSpPr>
                      <a:xfrm>
                        <a:off x="5354636" y="3446461"/>
                        <a:ext cx="214313" cy="214313"/>
                        <a:chOff x="5354637" y="3446463"/>
                        <a:chExt cx="214313" cy="214313"/>
                      </a:xfrm>
                    </p:grpSpPr>
                    <p:sp>
                      <p:nvSpPr>
                        <p:cNvPr id="5977" name="Arc 5976">
                          <a:extLst>
                            <a:ext uri="{FF2B5EF4-FFF2-40B4-BE49-F238E27FC236}">
                              <a16:creationId xmlns:a16="http://schemas.microsoft.com/office/drawing/2014/main" id="{EA8876E0-4F3E-6217-88EE-D56E094642F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978" name="Arc 5977">
                          <a:extLst>
                            <a:ext uri="{FF2B5EF4-FFF2-40B4-BE49-F238E27FC236}">
                              <a16:creationId xmlns:a16="http://schemas.microsoft.com/office/drawing/2014/main" id="{07CDEBE2-A51D-1665-D860-4EC941F82CE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973" name="Group 5972">
                        <a:extLst>
                          <a:ext uri="{FF2B5EF4-FFF2-40B4-BE49-F238E27FC236}">
                            <a16:creationId xmlns:a16="http://schemas.microsoft.com/office/drawing/2014/main" id="{9D2478B7-DECB-0B6E-6D8C-4DCB0B6B1478}"/>
                          </a:ext>
                        </a:extLst>
                      </p:cNvPr>
                      <p:cNvGrpSpPr/>
                      <p:nvPr/>
                    </p:nvGrpSpPr>
                    <p:grpSpPr>
                      <a:xfrm rot="7200000">
                        <a:off x="5310186" y="3402011"/>
                        <a:ext cx="303213" cy="303213"/>
                        <a:chOff x="5354637" y="3446463"/>
                        <a:chExt cx="214313" cy="214313"/>
                      </a:xfrm>
                    </p:grpSpPr>
                    <p:sp>
                      <p:nvSpPr>
                        <p:cNvPr id="5975" name="Arc 5974">
                          <a:extLst>
                            <a:ext uri="{FF2B5EF4-FFF2-40B4-BE49-F238E27FC236}">
                              <a16:creationId xmlns:a16="http://schemas.microsoft.com/office/drawing/2014/main" id="{C3FA5F27-D08E-5BE5-697E-AD8CCF8D66F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976" name="Arc 5975">
                          <a:extLst>
                            <a:ext uri="{FF2B5EF4-FFF2-40B4-BE49-F238E27FC236}">
                              <a16:creationId xmlns:a16="http://schemas.microsoft.com/office/drawing/2014/main" id="{83F4BEA6-BDDA-9979-9F48-9B81B3BB6DA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974" name="TextBox 5973">
                        <a:extLst>
                          <a:ext uri="{FF2B5EF4-FFF2-40B4-BE49-F238E27FC236}">
                            <a16:creationId xmlns:a16="http://schemas.microsoft.com/office/drawing/2014/main" id="{38C73D1E-70B6-4326-5971-440E992EED0E}"/>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936" name="Group 5935">
                    <a:extLst>
                      <a:ext uri="{FF2B5EF4-FFF2-40B4-BE49-F238E27FC236}">
                        <a16:creationId xmlns:a16="http://schemas.microsoft.com/office/drawing/2014/main" id="{AA3C2DA9-D2D6-E99E-DB3D-2440000303DB}"/>
                      </a:ext>
                    </a:extLst>
                  </p:cNvPr>
                  <p:cNvGrpSpPr/>
                  <p:nvPr/>
                </p:nvGrpSpPr>
                <p:grpSpPr>
                  <a:xfrm>
                    <a:off x="5886431" y="3525040"/>
                    <a:ext cx="393192" cy="393192"/>
                    <a:chOff x="5265196" y="3932619"/>
                    <a:chExt cx="393192" cy="393192"/>
                  </a:xfrm>
                </p:grpSpPr>
                <p:grpSp>
                  <p:nvGrpSpPr>
                    <p:cNvPr id="5960" name="Group 5959">
                      <a:extLst>
                        <a:ext uri="{FF2B5EF4-FFF2-40B4-BE49-F238E27FC236}">
                          <a16:creationId xmlns:a16="http://schemas.microsoft.com/office/drawing/2014/main" id="{6FB705BE-FF71-15BF-4DBE-2ED31627D105}"/>
                        </a:ext>
                      </a:extLst>
                    </p:cNvPr>
                    <p:cNvGrpSpPr/>
                    <p:nvPr/>
                  </p:nvGrpSpPr>
                  <p:grpSpPr>
                    <a:xfrm>
                      <a:off x="5354636" y="4022061"/>
                      <a:ext cx="214313" cy="214313"/>
                      <a:chOff x="5354637" y="3446463"/>
                      <a:chExt cx="214313" cy="214313"/>
                    </a:xfrm>
                  </p:grpSpPr>
                  <p:sp>
                    <p:nvSpPr>
                      <p:cNvPr id="5968" name="Arc 5967">
                        <a:extLst>
                          <a:ext uri="{FF2B5EF4-FFF2-40B4-BE49-F238E27FC236}">
                            <a16:creationId xmlns:a16="http://schemas.microsoft.com/office/drawing/2014/main" id="{D5DF7B0D-29D6-EE8A-D59A-80287F85255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969" name="Arc 5968">
                        <a:extLst>
                          <a:ext uri="{FF2B5EF4-FFF2-40B4-BE49-F238E27FC236}">
                            <a16:creationId xmlns:a16="http://schemas.microsoft.com/office/drawing/2014/main" id="{1112E87A-EFF6-FC4A-F63D-C4D8CF8A976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961" name="Group 5960">
                      <a:extLst>
                        <a:ext uri="{FF2B5EF4-FFF2-40B4-BE49-F238E27FC236}">
                          <a16:creationId xmlns:a16="http://schemas.microsoft.com/office/drawing/2014/main" id="{FF0E3280-4448-DB3F-D56E-3180FADB5000}"/>
                        </a:ext>
                      </a:extLst>
                    </p:cNvPr>
                    <p:cNvGrpSpPr/>
                    <p:nvPr/>
                  </p:nvGrpSpPr>
                  <p:grpSpPr>
                    <a:xfrm rot="14400000">
                      <a:off x="5310186" y="3977611"/>
                      <a:ext cx="303213" cy="303213"/>
                      <a:chOff x="5354637" y="3446463"/>
                      <a:chExt cx="214313" cy="214313"/>
                    </a:xfrm>
                  </p:grpSpPr>
                  <p:sp>
                    <p:nvSpPr>
                      <p:cNvPr id="5966" name="Arc 5965">
                        <a:extLst>
                          <a:ext uri="{FF2B5EF4-FFF2-40B4-BE49-F238E27FC236}">
                            <a16:creationId xmlns:a16="http://schemas.microsoft.com/office/drawing/2014/main" id="{90CC6B87-C33A-0F99-C283-59E8ABA4F9E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967" name="Arc 5966">
                        <a:extLst>
                          <a:ext uri="{FF2B5EF4-FFF2-40B4-BE49-F238E27FC236}">
                            <a16:creationId xmlns:a16="http://schemas.microsoft.com/office/drawing/2014/main" id="{8D8705B8-C21F-CD66-9BDA-67C3901A5FE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962" name="Group 5961">
                      <a:extLst>
                        <a:ext uri="{FF2B5EF4-FFF2-40B4-BE49-F238E27FC236}">
                          <a16:creationId xmlns:a16="http://schemas.microsoft.com/office/drawing/2014/main" id="{EF14AF7A-9CB1-E48E-9EED-709964BF26C9}"/>
                        </a:ext>
                      </a:extLst>
                    </p:cNvPr>
                    <p:cNvGrpSpPr/>
                    <p:nvPr/>
                  </p:nvGrpSpPr>
                  <p:grpSpPr>
                    <a:xfrm rot="7200000">
                      <a:off x="5265196" y="3932619"/>
                      <a:ext cx="393192" cy="393192"/>
                      <a:chOff x="5354637" y="3446463"/>
                      <a:chExt cx="214313" cy="214313"/>
                    </a:xfrm>
                  </p:grpSpPr>
                  <p:sp>
                    <p:nvSpPr>
                      <p:cNvPr id="5964" name="Arc 5963">
                        <a:extLst>
                          <a:ext uri="{FF2B5EF4-FFF2-40B4-BE49-F238E27FC236}">
                            <a16:creationId xmlns:a16="http://schemas.microsoft.com/office/drawing/2014/main" id="{30C9E6F4-ED84-B6CB-4B67-921C368D9D2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965" name="Arc 5964">
                        <a:extLst>
                          <a:ext uri="{FF2B5EF4-FFF2-40B4-BE49-F238E27FC236}">
                            <a16:creationId xmlns:a16="http://schemas.microsoft.com/office/drawing/2014/main" id="{AC3CDC98-49D3-8EAD-5705-B2CA7431EAB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963" name="TextBox 5962">
                      <a:extLst>
                        <a:ext uri="{FF2B5EF4-FFF2-40B4-BE49-F238E27FC236}">
                          <a16:creationId xmlns:a16="http://schemas.microsoft.com/office/drawing/2014/main" id="{5147A880-7506-C645-9466-B795D18EE5D6}"/>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5937" name="Group 5936">
                    <a:extLst>
                      <a:ext uri="{FF2B5EF4-FFF2-40B4-BE49-F238E27FC236}">
                        <a16:creationId xmlns:a16="http://schemas.microsoft.com/office/drawing/2014/main" id="{F57A9EA2-9729-A20F-7778-EF2F2B11CC29}"/>
                      </a:ext>
                    </a:extLst>
                  </p:cNvPr>
                  <p:cNvGrpSpPr/>
                  <p:nvPr/>
                </p:nvGrpSpPr>
                <p:grpSpPr>
                  <a:xfrm>
                    <a:off x="6512463" y="3525040"/>
                    <a:ext cx="393192" cy="393192"/>
                    <a:chOff x="6389147" y="3357021"/>
                    <a:chExt cx="393192" cy="393192"/>
                  </a:xfrm>
                </p:grpSpPr>
                <p:grpSp>
                  <p:nvGrpSpPr>
                    <p:cNvPr id="5949" name="Group 5948">
                      <a:extLst>
                        <a:ext uri="{FF2B5EF4-FFF2-40B4-BE49-F238E27FC236}">
                          <a16:creationId xmlns:a16="http://schemas.microsoft.com/office/drawing/2014/main" id="{1EDA5EB3-D769-7853-A479-8B53D926935E}"/>
                        </a:ext>
                      </a:extLst>
                    </p:cNvPr>
                    <p:cNvGrpSpPr/>
                    <p:nvPr/>
                  </p:nvGrpSpPr>
                  <p:grpSpPr>
                    <a:xfrm rot="7200000" flipH="1">
                      <a:off x="6389147" y="3357021"/>
                      <a:ext cx="393192" cy="393192"/>
                      <a:chOff x="5354637" y="3446463"/>
                      <a:chExt cx="214313" cy="214313"/>
                    </a:xfrm>
                  </p:grpSpPr>
                  <p:sp>
                    <p:nvSpPr>
                      <p:cNvPr id="5958" name="Arc 5957">
                        <a:extLst>
                          <a:ext uri="{FF2B5EF4-FFF2-40B4-BE49-F238E27FC236}">
                            <a16:creationId xmlns:a16="http://schemas.microsoft.com/office/drawing/2014/main" id="{9DE1C1F9-1C69-BB02-EB31-F67CC8BB1D9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959" name="Arc 5958">
                        <a:extLst>
                          <a:ext uri="{FF2B5EF4-FFF2-40B4-BE49-F238E27FC236}">
                            <a16:creationId xmlns:a16="http://schemas.microsoft.com/office/drawing/2014/main" id="{108DA649-DBDB-CAB5-14BB-F1AC06F9C2A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950" name="Group 5949">
                      <a:extLst>
                        <a:ext uri="{FF2B5EF4-FFF2-40B4-BE49-F238E27FC236}">
                          <a16:creationId xmlns:a16="http://schemas.microsoft.com/office/drawing/2014/main" id="{B69D8290-68A4-E49D-199B-11106AB7C818}"/>
                        </a:ext>
                      </a:extLst>
                    </p:cNvPr>
                    <p:cNvGrpSpPr/>
                    <p:nvPr/>
                  </p:nvGrpSpPr>
                  <p:grpSpPr>
                    <a:xfrm>
                      <a:off x="6434137" y="3402011"/>
                      <a:ext cx="303213" cy="303213"/>
                      <a:chOff x="6434137" y="3402011"/>
                      <a:chExt cx="303213" cy="303213"/>
                    </a:xfrm>
                  </p:grpSpPr>
                  <p:grpSp>
                    <p:nvGrpSpPr>
                      <p:cNvPr id="5951" name="Group 5950">
                        <a:extLst>
                          <a:ext uri="{FF2B5EF4-FFF2-40B4-BE49-F238E27FC236}">
                            <a16:creationId xmlns:a16="http://schemas.microsoft.com/office/drawing/2014/main" id="{9890B9AB-7F74-86A4-3AA7-30F1E0A4C97F}"/>
                          </a:ext>
                        </a:extLst>
                      </p:cNvPr>
                      <p:cNvGrpSpPr/>
                      <p:nvPr/>
                    </p:nvGrpSpPr>
                    <p:grpSpPr>
                      <a:xfrm flipH="1">
                        <a:off x="6478587" y="3446461"/>
                        <a:ext cx="214313" cy="214313"/>
                        <a:chOff x="5354637" y="3446463"/>
                        <a:chExt cx="214313" cy="214313"/>
                      </a:xfrm>
                    </p:grpSpPr>
                    <p:sp>
                      <p:nvSpPr>
                        <p:cNvPr id="5956" name="Arc 5955">
                          <a:extLst>
                            <a:ext uri="{FF2B5EF4-FFF2-40B4-BE49-F238E27FC236}">
                              <a16:creationId xmlns:a16="http://schemas.microsoft.com/office/drawing/2014/main" id="{AB3829BB-A39B-D03E-3C6E-E7D654DA1B7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957" name="Arc 5956">
                          <a:extLst>
                            <a:ext uri="{FF2B5EF4-FFF2-40B4-BE49-F238E27FC236}">
                              <a16:creationId xmlns:a16="http://schemas.microsoft.com/office/drawing/2014/main" id="{061910A1-A1CB-F1F0-893A-08483224749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952" name="Group 5951">
                        <a:extLst>
                          <a:ext uri="{FF2B5EF4-FFF2-40B4-BE49-F238E27FC236}">
                            <a16:creationId xmlns:a16="http://schemas.microsoft.com/office/drawing/2014/main" id="{466ACB6F-DB44-DF84-254D-6155FBF5A108}"/>
                          </a:ext>
                        </a:extLst>
                      </p:cNvPr>
                      <p:cNvGrpSpPr/>
                      <p:nvPr/>
                    </p:nvGrpSpPr>
                    <p:grpSpPr>
                      <a:xfrm rot="14400000" flipH="1">
                        <a:off x="6434137" y="3402011"/>
                        <a:ext cx="303213" cy="303213"/>
                        <a:chOff x="5354637" y="3446463"/>
                        <a:chExt cx="214313" cy="214313"/>
                      </a:xfrm>
                    </p:grpSpPr>
                    <p:sp>
                      <p:nvSpPr>
                        <p:cNvPr id="5954" name="Arc 5953">
                          <a:extLst>
                            <a:ext uri="{FF2B5EF4-FFF2-40B4-BE49-F238E27FC236}">
                              <a16:creationId xmlns:a16="http://schemas.microsoft.com/office/drawing/2014/main" id="{37DD2102-A202-292F-5BDA-501943FF70B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955" name="Arc 5954">
                          <a:extLst>
                            <a:ext uri="{FF2B5EF4-FFF2-40B4-BE49-F238E27FC236}">
                              <a16:creationId xmlns:a16="http://schemas.microsoft.com/office/drawing/2014/main" id="{89776693-BDCA-5452-35FD-85980DB5C08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953" name="TextBox 5952">
                        <a:extLst>
                          <a:ext uri="{FF2B5EF4-FFF2-40B4-BE49-F238E27FC236}">
                            <a16:creationId xmlns:a16="http://schemas.microsoft.com/office/drawing/2014/main" id="{6D5F4251-9133-819D-4388-422A7B576D37}"/>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938" name="Group 5937">
                    <a:extLst>
                      <a:ext uri="{FF2B5EF4-FFF2-40B4-BE49-F238E27FC236}">
                        <a16:creationId xmlns:a16="http://schemas.microsoft.com/office/drawing/2014/main" id="{7C927A78-363D-45DB-849A-FE8081A69932}"/>
                      </a:ext>
                    </a:extLst>
                  </p:cNvPr>
                  <p:cNvGrpSpPr/>
                  <p:nvPr/>
                </p:nvGrpSpPr>
                <p:grpSpPr>
                  <a:xfrm>
                    <a:off x="6197413" y="3225768"/>
                    <a:ext cx="393192" cy="393192"/>
                    <a:chOff x="6389147" y="3932622"/>
                    <a:chExt cx="393192" cy="393192"/>
                  </a:xfrm>
                </p:grpSpPr>
                <p:grpSp>
                  <p:nvGrpSpPr>
                    <p:cNvPr id="5939" name="Group 5938">
                      <a:extLst>
                        <a:ext uri="{FF2B5EF4-FFF2-40B4-BE49-F238E27FC236}">
                          <a16:creationId xmlns:a16="http://schemas.microsoft.com/office/drawing/2014/main" id="{7FCF5154-0E9E-4D7A-231D-C13DF96037B1}"/>
                        </a:ext>
                      </a:extLst>
                    </p:cNvPr>
                    <p:cNvGrpSpPr/>
                    <p:nvPr/>
                  </p:nvGrpSpPr>
                  <p:grpSpPr>
                    <a:xfrm flipH="1">
                      <a:off x="6478587" y="4022061"/>
                      <a:ext cx="214313" cy="214313"/>
                      <a:chOff x="5354637" y="3446463"/>
                      <a:chExt cx="214313" cy="214313"/>
                    </a:xfrm>
                  </p:grpSpPr>
                  <p:sp>
                    <p:nvSpPr>
                      <p:cNvPr id="5947" name="Arc 5946">
                        <a:extLst>
                          <a:ext uri="{FF2B5EF4-FFF2-40B4-BE49-F238E27FC236}">
                            <a16:creationId xmlns:a16="http://schemas.microsoft.com/office/drawing/2014/main" id="{0C12E32B-AE6A-DF72-5DD5-5E44902434C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948" name="Arc 5947">
                        <a:extLst>
                          <a:ext uri="{FF2B5EF4-FFF2-40B4-BE49-F238E27FC236}">
                            <a16:creationId xmlns:a16="http://schemas.microsoft.com/office/drawing/2014/main" id="{E5603598-5C34-1CF4-560B-D4AC8802467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940" name="Group 5939">
                      <a:extLst>
                        <a:ext uri="{FF2B5EF4-FFF2-40B4-BE49-F238E27FC236}">
                          <a16:creationId xmlns:a16="http://schemas.microsoft.com/office/drawing/2014/main" id="{10E7AD77-C9D8-36F3-0E6D-325C61541919}"/>
                        </a:ext>
                      </a:extLst>
                    </p:cNvPr>
                    <p:cNvGrpSpPr/>
                    <p:nvPr/>
                  </p:nvGrpSpPr>
                  <p:grpSpPr>
                    <a:xfrm rot="7200000" flipH="1">
                      <a:off x="6434137" y="3977611"/>
                      <a:ext cx="303213" cy="303213"/>
                      <a:chOff x="5354637" y="3446463"/>
                      <a:chExt cx="214313" cy="214313"/>
                    </a:xfrm>
                  </p:grpSpPr>
                  <p:sp>
                    <p:nvSpPr>
                      <p:cNvPr id="5945" name="Arc 5944">
                        <a:extLst>
                          <a:ext uri="{FF2B5EF4-FFF2-40B4-BE49-F238E27FC236}">
                            <a16:creationId xmlns:a16="http://schemas.microsoft.com/office/drawing/2014/main" id="{BEB164B5-28D0-C5BC-DA2D-92948CB4886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946" name="Arc 5945">
                        <a:extLst>
                          <a:ext uri="{FF2B5EF4-FFF2-40B4-BE49-F238E27FC236}">
                            <a16:creationId xmlns:a16="http://schemas.microsoft.com/office/drawing/2014/main" id="{91AC3DFD-BC3F-39C2-47BF-9A53A0DC528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941" name="Group 5940">
                      <a:extLst>
                        <a:ext uri="{FF2B5EF4-FFF2-40B4-BE49-F238E27FC236}">
                          <a16:creationId xmlns:a16="http://schemas.microsoft.com/office/drawing/2014/main" id="{2A81ACB5-4CFC-5279-7C1E-6F8E7C7DADC2}"/>
                        </a:ext>
                      </a:extLst>
                    </p:cNvPr>
                    <p:cNvGrpSpPr/>
                    <p:nvPr/>
                  </p:nvGrpSpPr>
                  <p:grpSpPr>
                    <a:xfrm rot="14400000" flipH="1">
                      <a:off x="6389147" y="3932622"/>
                      <a:ext cx="393192" cy="393192"/>
                      <a:chOff x="5354637" y="3446463"/>
                      <a:chExt cx="214313" cy="214313"/>
                    </a:xfrm>
                  </p:grpSpPr>
                  <p:sp>
                    <p:nvSpPr>
                      <p:cNvPr id="5943" name="Arc 5942">
                        <a:extLst>
                          <a:ext uri="{FF2B5EF4-FFF2-40B4-BE49-F238E27FC236}">
                            <a16:creationId xmlns:a16="http://schemas.microsoft.com/office/drawing/2014/main" id="{B8205A65-302E-D73C-3566-AA7F8FE18B3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944" name="Arc 5943">
                        <a:extLst>
                          <a:ext uri="{FF2B5EF4-FFF2-40B4-BE49-F238E27FC236}">
                            <a16:creationId xmlns:a16="http://schemas.microsoft.com/office/drawing/2014/main" id="{4A7BC7E0-4291-2E11-B46A-B290E3F9D3B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942" name="TextBox 5941">
                      <a:extLst>
                        <a:ext uri="{FF2B5EF4-FFF2-40B4-BE49-F238E27FC236}">
                          <a16:creationId xmlns:a16="http://schemas.microsoft.com/office/drawing/2014/main" id="{60E30FEF-9B55-67D0-A8ED-EEE7EA37C0A9}"/>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3066" name="Group 3065">
              <a:extLst>
                <a:ext uri="{FF2B5EF4-FFF2-40B4-BE49-F238E27FC236}">
                  <a16:creationId xmlns:a16="http://schemas.microsoft.com/office/drawing/2014/main" id="{C13E8347-2276-1376-0577-E9D5B8B9896E}"/>
                </a:ext>
              </a:extLst>
            </p:cNvPr>
            <p:cNvGrpSpPr/>
            <p:nvPr/>
          </p:nvGrpSpPr>
          <p:grpSpPr>
            <a:xfrm>
              <a:off x="9197560" y="501825"/>
              <a:ext cx="2263438" cy="2198360"/>
              <a:chOff x="5445106" y="2039507"/>
              <a:chExt cx="2263438" cy="2198360"/>
            </a:xfrm>
          </p:grpSpPr>
          <p:grpSp>
            <p:nvGrpSpPr>
              <p:cNvPr id="5741" name="Group 5740">
                <a:extLst>
                  <a:ext uri="{FF2B5EF4-FFF2-40B4-BE49-F238E27FC236}">
                    <a16:creationId xmlns:a16="http://schemas.microsoft.com/office/drawing/2014/main" id="{183317BC-CE42-401E-1F86-38176F811F47}"/>
                  </a:ext>
                </a:extLst>
              </p:cNvPr>
              <p:cNvGrpSpPr/>
              <p:nvPr/>
            </p:nvGrpSpPr>
            <p:grpSpPr>
              <a:xfrm>
                <a:off x="5445106" y="2644743"/>
                <a:ext cx="1643204" cy="1593124"/>
                <a:chOff x="5445106" y="2644743"/>
                <a:chExt cx="1643204" cy="1593124"/>
              </a:xfrm>
            </p:grpSpPr>
            <p:grpSp>
              <p:nvGrpSpPr>
                <p:cNvPr id="5837" name="Group 5836">
                  <a:extLst>
                    <a:ext uri="{FF2B5EF4-FFF2-40B4-BE49-F238E27FC236}">
                      <a16:creationId xmlns:a16="http://schemas.microsoft.com/office/drawing/2014/main" id="{6D5B34EC-4EA2-19F5-E17E-A5A259D02F7D}"/>
                    </a:ext>
                  </a:extLst>
                </p:cNvPr>
                <p:cNvGrpSpPr/>
                <p:nvPr/>
              </p:nvGrpSpPr>
              <p:grpSpPr>
                <a:xfrm>
                  <a:off x="5445106" y="2644743"/>
                  <a:ext cx="1019224" cy="991639"/>
                  <a:chOff x="5886431" y="3225768"/>
                  <a:chExt cx="1019224" cy="991639"/>
                </a:xfrm>
              </p:grpSpPr>
              <p:grpSp>
                <p:nvGrpSpPr>
                  <p:cNvPr id="5885" name="Group 5884">
                    <a:extLst>
                      <a:ext uri="{FF2B5EF4-FFF2-40B4-BE49-F238E27FC236}">
                        <a16:creationId xmlns:a16="http://schemas.microsoft.com/office/drawing/2014/main" id="{C0F50C06-D599-CA28-EF25-F6A853E26BCC}"/>
                      </a:ext>
                    </a:extLst>
                  </p:cNvPr>
                  <p:cNvGrpSpPr/>
                  <p:nvPr/>
                </p:nvGrpSpPr>
                <p:grpSpPr>
                  <a:xfrm>
                    <a:off x="6197413" y="3824215"/>
                    <a:ext cx="393192" cy="393192"/>
                    <a:chOff x="5265196" y="3357021"/>
                    <a:chExt cx="393192" cy="393192"/>
                  </a:xfrm>
                </p:grpSpPr>
                <p:grpSp>
                  <p:nvGrpSpPr>
                    <p:cNvPr id="5920" name="Group 5919">
                      <a:extLst>
                        <a:ext uri="{FF2B5EF4-FFF2-40B4-BE49-F238E27FC236}">
                          <a16:creationId xmlns:a16="http://schemas.microsoft.com/office/drawing/2014/main" id="{6F5C699B-E7F9-80EF-C448-7337691A7E62}"/>
                        </a:ext>
                      </a:extLst>
                    </p:cNvPr>
                    <p:cNvGrpSpPr/>
                    <p:nvPr/>
                  </p:nvGrpSpPr>
                  <p:grpSpPr>
                    <a:xfrm rot="14400000">
                      <a:off x="5265196" y="3357021"/>
                      <a:ext cx="393192" cy="393192"/>
                      <a:chOff x="5354637" y="3446463"/>
                      <a:chExt cx="214313" cy="214313"/>
                    </a:xfrm>
                  </p:grpSpPr>
                  <p:sp>
                    <p:nvSpPr>
                      <p:cNvPr id="5929" name="Arc 5928">
                        <a:extLst>
                          <a:ext uri="{FF2B5EF4-FFF2-40B4-BE49-F238E27FC236}">
                            <a16:creationId xmlns:a16="http://schemas.microsoft.com/office/drawing/2014/main" id="{27368554-8A4B-06D7-F50A-B7BB5BA7DD2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930" name="Arc 5929">
                        <a:extLst>
                          <a:ext uri="{FF2B5EF4-FFF2-40B4-BE49-F238E27FC236}">
                            <a16:creationId xmlns:a16="http://schemas.microsoft.com/office/drawing/2014/main" id="{6B2ACEAB-1A76-507D-C09B-4A251382C30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921" name="Group 5920">
                      <a:extLst>
                        <a:ext uri="{FF2B5EF4-FFF2-40B4-BE49-F238E27FC236}">
                          <a16:creationId xmlns:a16="http://schemas.microsoft.com/office/drawing/2014/main" id="{602BFF5B-8E01-F32F-D510-B62D793BF59B}"/>
                        </a:ext>
                      </a:extLst>
                    </p:cNvPr>
                    <p:cNvGrpSpPr/>
                    <p:nvPr/>
                  </p:nvGrpSpPr>
                  <p:grpSpPr>
                    <a:xfrm>
                      <a:off x="5310186" y="3402011"/>
                      <a:ext cx="303213" cy="303213"/>
                      <a:chOff x="5310186" y="3402011"/>
                      <a:chExt cx="303213" cy="303213"/>
                    </a:xfrm>
                  </p:grpSpPr>
                  <p:grpSp>
                    <p:nvGrpSpPr>
                      <p:cNvPr id="5922" name="Group 5921">
                        <a:extLst>
                          <a:ext uri="{FF2B5EF4-FFF2-40B4-BE49-F238E27FC236}">
                            <a16:creationId xmlns:a16="http://schemas.microsoft.com/office/drawing/2014/main" id="{4C72BFF7-A1FA-2070-907D-1E4C2039FFB0}"/>
                          </a:ext>
                        </a:extLst>
                      </p:cNvPr>
                      <p:cNvGrpSpPr/>
                      <p:nvPr/>
                    </p:nvGrpSpPr>
                    <p:grpSpPr>
                      <a:xfrm>
                        <a:off x="5354636" y="3446461"/>
                        <a:ext cx="214313" cy="214313"/>
                        <a:chOff x="5354637" y="3446463"/>
                        <a:chExt cx="214313" cy="214313"/>
                      </a:xfrm>
                    </p:grpSpPr>
                    <p:sp>
                      <p:nvSpPr>
                        <p:cNvPr id="5927" name="Arc 5926">
                          <a:extLst>
                            <a:ext uri="{FF2B5EF4-FFF2-40B4-BE49-F238E27FC236}">
                              <a16:creationId xmlns:a16="http://schemas.microsoft.com/office/drawing/2014/main" id="{E84680C3-B54C-0EBE-83E8-869EED1B5A7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928" name="Arc 5927">
                          <a:extLst>
                            <a:ext uri="{FF2B5EF4-FFF2-40B4-BE49-F238E27FC236}">
                              <a16:creationId xmlns:a16="http://schemas.microsoft.com/office/drawing/2014/main" id="{F28F910C-6B48-5820-2271-9BE0412DC06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923" name="Group 5922">
                        <a:extLst>
                          <a:ext uri="{FF2B5EF4-FFF2-40B4-BE49-F238E27FC236}">
                            <a16:creationId xmlns:a16="http://schemas.microsoft.com/office/drawing/2014/main" id="{534B0C13-1925-4561-68E2-9A7094E2D71E}"/>
                          </a:ext>
                        </a:extLst>
                      </p:cNvPr>
                      <p:cNvGrpSpPr/>
                      <p:nvPr/>
                    </p:nvGrpSpPr>
                    <p:grpSpPr>
                      <a:xfrm rot="7200000">
                        <a:off x="5310186" y="3402011"/>
                        <a:ext cx="303213" cy="303213"/>
                        <a:chOff x="5354637" y="3446463"/>
                        <a:chExt cx="214313" cy="214313"/>
                      </a:xfrm>
                    </p:grpSpPr>
                    <p:sp>
                      <p:nvSpPr>
                        <p:cNvPr id="5925" name="Arc 5924">
                          <a:extLst>
                            <a:ext uri="{FF2B5EF4-FFF2-40B4-BE49-F238E27FC236}">
                              <a16:creationId xmlns:a16="http://schemas.microsoft.com/office/drawing/2014/main" id="{52E2DF31-9DAD-2386-6E2B-FDB776C2ECC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926" name="Arc 5925">
                          <a:extLst>
                            <a:ext uri="{FF2B5EF4-FFF2-40B4-BE49-F238E27FC236}">
                              <a16:creationId xmlns:a16="http://schemas.microsoft.com/office/drawing/2014/main" id="{2F73ED61-E606-BE57-0501-658DABA2CE2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924" name="TextBox 5923">
                        <a:extLst>
                          <a:ext uri="{FF2B5EF4-FFF2-40B4-BE49-F238E27FC236}">
                            <a16:creationId xmlns:a16="http://schemas.microsoft.com/office/drawing/2014/main" id="{3B297F16-C3A9-EE98-9328-37C1F276E227}"/>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886" name="Group 5885">
                    <a:extLst>
                      <a:ext uri="{FF2B5EF4-FFF2-40B4-BE49-F238E27FC236}">
                        <a16:creationId xmlns:a16="http://schemas.microsoft.com/office/drawing/2014/main" id="{1060FCDA-AFE8-4371-2EC1-1C38B6ED8E81}"/>
                      </a:ext>
                    </a:extLst>
                  </p:cNvPr>
                  <p:cNvGrpSpPr/>
                  <p:nvPr/>
                </p:nvGrpSpPr>
                <p:grpSpPr>
                  <a:xfrm>
                    <a:off x="5886431" y="3525040"/>
                    <a:ext cx="393192" cy="393192"/>
                    <a:chOff x="5265196" y="3932619"/>
                    <a:chExt cx="393192" cy="393192"/>
                  </a:xfrm>
                </p:grpSpPr>
                <p:grpSp>
                  <p:nvGrpSpPr>
                    <p:cNvPr id="5910" name="Group 5909">
                      <a:extLst>
                        <a:ext uri="{FF2B5EF4-FFF2-40B4-BE49-F238E27FC236}">
                          <a16:creationId xmlns:a16="http://schemas.microsoft.com/office/drawing/2014/main" id="{97D26DA8-1B85-D123-D8E2-35B9C119E6A7}"/>
                        </a:ext>
                      </a:extLst>
                    </p:cNvPr>
                    <p:cNvGrpSpPr/>
                    <p:nvPr/>
                  </p:nvGrpSpPr>
                  <p:grpSpPr>
                    <a:xfrm>
                      <a:off x="5354636" y="4022061"/>
                      <a:ext cx="214313" cy="214313"/>
                      <a:chOff x="5354637" y="3446463"/>
                      <a:chExt cx="214313" cy="214313"/>
                    </a:xfrm>
                  </p:grpSpPr>
                  <p:sp>
                    <p:nvSpPr>
                      <p:cNvPr id="5918" name="Arc 5917">
                        <a:extLst>
                          <a:ext uri="{FF2B5EF4-FFF2-40B4-BE49-F238E27FC236}">
                            <a16:creationId xmlns:a16="http://schemas.microsoft.com/office/drawing/2014/main" id="{DB46C054-0EBF-E853-CCF7-1010AFA654F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919" name="Arc 5918">
                        <a:extLst>
                          <a:ext uri="{FF2B5EF4-FFF2-40B4-BE49-F238E27FC236}">
                            <a16:creationId xmlns:a16="http://schemas.microsoft.com/office/drawing/2014/main" id="{6A1F692D-F659-8A6E-FB24-4E3F0ADA8CC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911" name="Group 5910">
                      <a:extLst>
                        <a:ext uri="{FF2B5EF4-FFF2-40B4-BE49-F238E27FC236}">
                          <a16:creationId xmlns:a16="http://schemas.microsoft.com/office/drawing/2014/main" id="{F298AC6D-340F-9D9F-1A58-01F4DAE8FFDC}"/>
                        </a:ext>
                      </a:extLst>
                    </p:cNvPr>
                    <p:cNvGrpSpPr/>
                    <p:nvPr/>
                  </p:nvGrpSpPr>
                  <p:grpSpPr>
                    <a:xfrm rot="14400000">
                      <a:off x="5310186" y="3977611"/>
                      <a:ext cx="303213" cy="303213"/>
                      <a:chOff x="5354637" y="3446463"/>
                      <a:chExt cx="214313" cy="214313"/>
                    </a:xfrm>
                  </p:grpSpPr>
                  <p:sp>
                    <p:nvSpPr>
                      <p:cNvPr id="5916" name="Arc 5915">
                        <a:extLst>
                          <a:ext uri="{FF2B5EF4-FFF2-40B4-BE49-F238E27FC236}">
                            <a16:creationId xmlns:a16="http://schemas.microsoft.com/office/drawing/2014/main" id="{8E7B8927-E0A5-B3B9-5DD2-E3A6E35C14B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917" name="Arc 5916">
                        <a:extLst>
                          <a:ext uri="{FF2B5EF4-FFF2-40B4-BE49-F238E27FC236}">
                            <a16:creationId xmlns:a16="http://schemas.microsoft.com/office/drawing/2014/main" id="{425C7ACD-E824-5E80-77A5-097E3ECDF89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912" name="Group 5911">
                      <a:extLst>
                        <a:ext uri="{FF2B5EF4-FFF2-40B4-BE49-F238E27FC236}">
                          <a16:creationId xmlns:a16="http://schemas.microsoft.com/office/drawing/2014/main" id="{E6C02E27-A0CB-9F13-D5CF-0AF3670E136E}"/>
                        </a:ext>
                      </a:extLst>
                    </p:cNvPr>
                    <p:cNvGrpSpPr/>
                    <p:nvPr/>
                  </p:nvGrpSpPr>
                  <p:grpSpPr>
                    <a:xfrm rot="7200000">
                      <a:off x="5265196" y="3932619"/>
                      <a:ext cx="393192" cy="393192"/>
                      <a:chOff x="5354637" y="3446463"/>
                      <a:chExt cx="214313" cy="214313"/>
                    </a:xfrm>
                  </p:grpSpPr>
                  <p:sp>
                    <p:nvSpPr>
                      <p:cNvPr id="5914" name="Arc 5913">
                        <a:extLst>
                          <a:ext uri="{FF2B5EF4-FFF2-40B4-BE49-F238E27FC236}">
                            <a16:creationId xmlns:a16="http://schemas.microsoft.com/office/drawing/2014/main" id="{28EB6040-25DB-3D71-3211-CA65E7566C4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915" name="Arc 5914">
                        <a:extLst>
                          <a:ext uri="{FF2B5EF4-FFF2-40B4-BE49-F238E27FC236}">
                            <a16:creationId xmlns:a16="http://schemas.microsoft.com/office/drawing/2014/main" id="{048EE359-E7CC-C044-3E4A-F4411CEEF03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913" name="TextBox 5912">
                      <a:extLst>
                        <a:ext uri="{FF2B5EF4-FFF2-40B4-BE49-F238E27FC236}">
                          <a16:creationId xmlns:a16="http://schemas.microsoft.com/office/drawing/2014/main" id="{3EDA0107-FD3F-F14E-4EC9-CDE76F314772}"/>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5887" name="Group 5886">
                    <a:extLst>
                      <a:ext uri="{FF2B5EF4-FFF2-40B4-BE49-F238E27FC236}">
                        <a16:creationId xmlns:a16="http://schemas.microsoft.com/office/drawing/2014/main" id="{8852DC6D-A38B-9E74-0D2A-7CA93A1F78F1}"/>
                      </a:ext>
                    </a:extLst>
                  </p:cNvPr>
                  <p:cNvGrpSpPr/>
                  <p:nvPr/>
                </p:nvGrpSpPr>
                <p:grpSpPr>
                  <a:xfrm>
                    <a:off x="6512463" y="3525040"/>
                    <a:ext cx="393192" cy="393192"/>
                    <a:chOff x="6389147" y="3357021"/>
                    <a:chExt cx="393192" cy="393192"/>
                  </a:xfrm>
                </p:grpSpPr>
                <p:grpSp>
                  <p:nvGrpSpPr>
                    <p:cNvPr id="5899" name="Group 5898">
                      <a:extLst>
                        <a:ext uri="{FF2B5EF4-FFF2-40B4-BE49-F238E27FC236}">
                          <a16:creationId xmlns:a16="http://schemas.microsoft.com/office/drawing/2014/main" id="{F691F3FC-B18C-56B6-2BCA-3FDAC9D1A2C7}"/>
                        </a:ext>
                      </a:extLst>
                    </p:cNvPr>
                    <p:cNvGrpSpPr/>
                    <p:nvPr/>
                  </p:nvGrpSpPr>
                  <p:grpSpPr>
                    <a:xfrm rot="7200000" flipH="1">
                      <a:off x="6389147" y="3357021"/>
                      <a:ext cx="393192" cy="393192"/>
                      <a:chOff x="5354637" y="3446463"/>
                      <a:chExt cx="214313" cy="214313"/>
                    </a:xfrm>
                  </p:grpSpPr>
                  <p:sp>
                    <p:nvSpPr>
                      <p:cNvPr id="5908" name="Arc 5907">
                        <a:extLst>
                          <a:ext uri="{FF2B5EF4-FFF2-40B4-BE49-F238E27FC236}">
                            <a16:creationId xmlns:a16="http://schemas.microsoft.com/office/drawing/2014/main" id="{FC58EA2C-F9AC-5DAF-122A-19820AF5673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909" name="Arc 5908">
                        <a:extLst>
                          <a:ext uri="{FF2B5EF4-FFF2-40B4-BE49-F238E27FC236}">
                            <a16:creationId xmlns:a16="http://schemas.microsoft.com/office/drawing/2014/main" id="{58850404-89B7-B834-BB98-15D31207FF3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900" name="Group 5899">
                      <a:extLst>
                        <a:ext uri="{FF2B5EF4-FFF2-40B4-BE49-F238E27FC236}">
                          <a16:creationId xmlns:a16="http://schemas.microsoft.com/office/drawing/2014/main" id="{A8F59D5B-4DF6-F1AA-31D5-E156C5D39561}"/>
                        </a:ext>
                      </a:extLst>
                    </p:cNvPr>
                    <p:cNvGrpSpPr/>
                    <p:nvPr/>
                  </p:nvGrpSpPr>
                  <p:grpSpPr>
                    <a:xfrm>
                      <a:off x="6434137" y="3402011"/>
                      <a:ext cx="303213" cy="303213"/>
                      <a:chOff x="6434137" y="3402011"/>
                      <a:chExt cx="303213" cy="303213"/>
                    </a:xfrm>
                  </p:grpSpPr>
                  <p:grpSp>
                    <p:nvGrpSpPr>
                      <p:cNvPr id="5901" name="Group 5900">
                        <a:extLst>
                          <a:ext uri="{FF2B5EF4-FFF2-40B4-BE49-F238E27FC236}">
                            <a16:creationId xmlns:a16="http://schemas.microsoft.com/office/drawing/2014/main" id="{72C544F4-687D-EA75-26FD-42AE53C181F2}"/>
                          </a:ext>
                        </a:extLst>
                      </p:cNvPr>
                      <p:cNvGrpSpPr/>
                      <p:nvPr/>
                    </p:nvGrpSpPr>
                    <p:grpSpPr>
                      <a:xfrm flipH="1">
                        <a:off x="6478587" y="3446461"/>
                        <a:ext cx="214313" cy="214313"/>
                        <a:chOff x="5354637" y="3446463"/>
                        <a:chExt cx="214313" cy="214313"/>
                      </a:xfrm>
                    </p:grpSpPr>
                    <p:sp>
                      <p:nvSpPr>
                        <p:cNvPr id="5906" name="Arc 5905">
                          <a:extLst>
                            <a:ext uri="{FF2B5EF4-FFF2-40B4-BE49-F238E27FC236}">
                              <a16:creationId xmlns:a16="http://schemas.microsoft.com/office/drawing/2014/main" id="{09E524B8-2570-B873-DDC5-D00CA010624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907" name="Arc 5906">
                          <a:extLst>
                            <a:ext uri="{FF2B5EF4-FFF2-40B4-BE49-F238E27FC236}">
                              <a16:creationId xmlns:a16="http://schemas.microsoft.com/office/drawing/2014/main" id="{7F108928-5903-FE34-7FF2-051FD4842F5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902" name="Group 5901">
                        <a:extLst>
                          <a:ext uri="{FF2B5EF4-FFF2-40B4-BE49-F238E27FC236}">
                            <a16:creationId xmlns:a16="http://schemas.microsoft.com/office/drawing/2014/main" id="{A700B1A1-245D-0DB4-A6CC-6AF920A65A4C}"/>
                          </a:ext>
                        </a:extLst>
                      </p:cNvPr>
                      <p:cNvGrpSpPr/>
                      <p:nvPr/>
                    </p:nvGrpSpPr>
                    <p:grpSpPr>
                      <a:xfrm rot="14400000" flipH="1">
                        <a:off x="6434137" y="3402011"/>
                        <a:ext cx="303213" cy="303213"/>
                        <a:chOff x="5354637" y="3446463"/>
                        <a:chExt cx="214313" cy="214313"/>
                      </a:xfrm>
                    </p:grpSpPr>
                    <p:sp>
                      <p:nvSpPr>
                        <p:cNvPr id="5904" name="Arc 5903">
                          <a:extLst>
                            <a:ext uri="{FF2B5EF4-FFF2-40B4-BE49-F238E27FC236}">
                              <a16:creationId xmlns:a16="http://schemas.microsoft.com/office/drawing/2014/main" id="{CB9DBD7C-8485-CB49-389B-67FA6188C8D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905" name="Arc 5904">
                          <a:extLst>
                            <a:ext uri="{FF2B5EF4-FFF2-40B4-BE49-F238E27FC236}">
                              <a16:creationId xmlns:a16="http://schemas.microsoft.com/office/drawing/2014/main" id="{4251141C-351C-E9B8-279B-CED2F29E825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903" name="TextBox 5902">
                        <a:extLst>
                          <a:ext uri="{FF2B5EF4-FFF2-40B4-BE49-F238E27FC236}">
                            <a16:creationId xmlns:a16="http://schemas.microsoft.com/office/drawing/2014/main" id="{C1B0BB05-1049-E979-1D74-5165DA18834C}"/>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888" name="Group 5887">
                    <a:extLst>
                      <a:ext uri="{FF2B5EF4-FFF2-40B4-BE49-F238E27FC236}">
                        <a16:creationId xmlns:a16="http://schemas.microsoft.com/office/drawing/2014/main" id="{9C46327B-02C4-AFDB-AFD9-4F5B96FC4B0C}"/>
                      </a:ext>
                    </a:extLst>
                  </p:cNvPr>
                  <p:cNvGrpSpPr/>
                  <p:nvPr/>
                </p:nvGrpSpPr>
                <p:grpSpPr>
                  <a:xfrm>
                    <a:off x="6197413" y="3225768"/>
                    <a:ext cx="393192" cy="393192"/>
                    <a:chOff x="6389147" y="3932622"/>
                    <a:chExt cx="393192" cy="393192"/>
                  </a:xfrm>
                </p:grpSpPr>
                <p:grpSp>
                  <p:nvGrpSpPr>
                    <p:cNvPr id="5889" name="Group 5888">
                      <a:extLst>
                        <a:ext uri="{FF2B5EF4-FFF2-40B4-BE49-F238E27FC236}">
                          <a16:creationId xmlns:a16="http://schemas.microsoft.com/office/drawing/2014/main" id="{37AABC4E-B438-9FBE-E2F6-10BB69139ADE}"/>
                        </a:ext>
                      </a:extLst>
                    </p:cNvPr>
                    <p:cNvGrpSpPr/>
                    <p:nvPr/>
                  </p:nvGrpSpPr>
                  <p:grpSpPr>
                    <a:xfrm flipH="1">
                      <a:off x="6478587" y="4022061"/>
                      <a:ext cx="214313" cy="214313"/>
                      <a:chOff x="5354637" y="3446463"/>
                      <a:chExt cx="214313" cy="214313"/>
                    </a:xfrm>
                  </p:grpSpPr>
                  <p:sp>
                    <p:nvSpPr>
                      <p:cNvPr id="5897" name="Arc 5896">
                        <a:extLst>
                          <a:ext uri="{FF2B5EF4-FFF2-40B4-BE49-F238E27FC236}">
                            <a16:creationId xmlns:a16="http://schemas.microsoft.com/office/drawing/2014/main" id="{F071DC2D-85FC-890A-B8E3-F2C3A150D72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898" name="Arc 5897">
                        <a:extLst>
                          <a:ext uri="{FF2B5EF4-FFF2-40B4-BE49-F238E27FC236}">
                            <a16:creationId xmlns:a16="http://schemas.microsoft.com/office/drawing/2014/main" id="{AA3E84BC-3437-431C-5EB5-864C9D29CB1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890" name="Group 5889">
                      <a:extLst>
                        <a:ext uri="{FF2B5EF4-FFF2-40B4-BE49-F238E27FC236}">
                          <a16:creationId xmlns:a16="http://schemas.microsoft.com/office/drawing/2014/main" id="{256FC4F8-25FF-CC56-E555-3C78B4C46E37}"/>
                        </a:ext>
                      </a:extLst>
                    </p:cNvPr>
                    <p:cNvGrpSpPr/>
                    <p:nvPr/>
                  </p:nvGrpSpPr>
                  <p:grpSpPr>
                    <a:xfrm rot="7200000" flipH="1">
                      <a:off x="6434137" y="3977611"/>
                      <a:ext cx="303213" cy="303213"/>
                      <a:chOff x="5354637" y="3446463"/>
                      <a:chExt cx="214313" cy="214313"/>
                    </a:xfrm>
                  </p:grpSpPr>
                  <p:sp>
                    <p:nvSpPr>
                      <p:cNvPr id="5895" name="Arc 5894">
                        <a:extLst>
                          <a:ext uri="{FF2B5EF4-FFF2-40B4-BE49-F238E27FC236}">
                            <a16:creationId xmlns:a16="http://schemas.microsoft.com/office/drawing/2014/main" id="{E66737ED-32E8-2AB5-DB39-BCD793CAD1C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896" name="Arc 5895">
                        <a:extLst>
                          <a:ext uri="{FF2B5EF4-FFF2-40B4-BE49-F238E27FC236}">
                            <a16:creationId xmlns:a16="http://schemas.microsoft.com/office/drawing/2014/main" id="{D0759535-51AD-FD55-F047-8C49EAB793D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891" name="Group 5890">
                      <a:extLst>
                        <a:ext uri="{FF2B5EF4-FFF2-40B4-BE49-F238E27FC236}">
                          <a16:creationId xmlns:a16="http://schemas.microsoft.com/office/drawing/2014/main" id="{2F998C1A-0310-8BC8-F581-6D0253EE6B98}"/>
                        </a:ext>
                      </a:extLst>
                    </p:cNvPr>
                    <p:cNvGrpSpPr/>
                    <p:nvPr/>
                  </p:nvGrpSpPr>
                  <p:grpSpPr>
                    <a:xfrm rot="14400000" flipH="1">
                      <a:off x="6389147" y="3932622"/>
                      <a:ext cx="393192" cy="393192"/>
                      <a:chOff x="5354637" y="3446463"/>
                      <a:chExt cx="214313" cy="214313"/>
                    </a:xfrm>
                  </p:grpSpPr>
                  <p:sp>
                    <p:nvSpPr>
                      <p:cNvPr id="5893" name="Arc 5892">
                        <a:extLst>
                          <a:ext uri="{FF2B5EF4-FFF2-40B4-BE49-F238E27FC236}">
                            <a16:creationId xmlns:a16="http://schemas.microsoft.com/office/drawing/2014/main" id="{EF3C5CB2-D279-4942-633C-2DB37CDF0A6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894" name="Arc 5893">
                        <a:extLst>
                          <a:ext uri="{FF2B5EF4-FFF2-40B4-BE49-F238E27FC236}">
                            <a16:creationId xmlns:a16="http://schemas.microsoft.com/office/drawing/2014/main" id="{FB02F2E6-4461-95C7-E7C8-E0CB96F2036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892" name="TextBox 5891">
                      <a:extLst>
                        <a:ext uri="{FF2B5EF4-FFF2-40B4-BE49-F238E27FC236}">
                          <a16:creationId xmlns:a16="http://schemas.microsoft.com/office/drawing/2014/main" id="{665C85F2-B21B-CC57-760D-FB11E21659EA}"/>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838" name="Group 5837">
                  <a:extLst>
                    <a:ext uri="{FF2B5EF4-FFF2-40B4-BE49-F238E27FC236}">
                      <a16:creationId xmlns:a16="http://schemas.microsoft.com/office/drawing/2014/main" id="{F65981AE-136A-16A5-6433-5B5AA7D10548}"/>
                    </a:ext>
                  </a:extLst>
                </p:cNvPr>
                <p:cNvGrpSpPr/>
                <p:nvPr/>
              </p:nvGrpSpPr>
              <p:grpSpPr>
                <a:xfrm>
                  <a:off x="6069086" y="3246228"/>
                  <a:ext cx="1019224" cy="991639"/>
                  <a:chOff x="5886431" y="3225768"/>
                  <a:chExt cx="1019224" cy="991639"/>
                </a:xfrm>
              </p:grpSpPr>
              <p:grpSp>
                <p:nvGrpSpPr>
                  <p:cNvPr id="5839" name="Group 5838">
                    <a:extLst>
                      <a:ext uri="{FF2B5EF4-FFF2-40B4-BE49-F238E27FC236}">
                        <a16:creationId xmlns:a16="http://schemas.microsoft.com/office/drawing/2014/main" id="{8B5A377F-2789-1263-8FAA-BEC6FD94CFF5}"/>
                      </a:ext>
                    </a:extLst>
                  </p:cNvPr>
                  <p:cNvGrpSpPr/>
                  <p:nvPr/>
                </p:nvGrpSpPr>
                <p:grpSpPr>
                  <a:xfrm>
                    <a:off x="6197413" y="3824215"/>
                    <a:ext cx="393192" cy="393192"/>
                    <a:chOff x="5265196" y="3357021"/>
                    <a:chExt cx="393192" cy="393192"/>
                  </a:xfrm>
                </p:grpSpPr>
                <p:grpSp>
                  <p:nvGrpSpPr>
                    <p:cNvPr id="5874" name="Group 5873">
                      <a:extLst>
                        <a:ext uri="{FF2B5EF4-FFF2-40B4-BE49-F238E27FC236}">
                          <a16:creationId xmlns:a16="http://schemas.microsoft.com/office/drawing/2014/main" id="{64FA8436-CFBC-523C-70AC-247CDBB54CB0}"/>
                        </a:ext>
                      </a:extLst>
                    </p:cNvPr>
                    <p:cNvGrpSpPr/>
                    <p:nvPr/>
                  </p:nvGrpSpPr>
                  <p:grpSpPr>
                    <a:xfrm rot="14400000">
                      <a:off x="5265196" y="3357021"/>
                      <a:ext cx="393192" cy="393192"/>
                      <a:chOff x="5354637" y="3446463"/>
                      <a:chExt cx="214313" cy="214313"/>
                    </a:xfrm>
                  </p:grpSpPr>
                  <p:sp>
                    <p:nvSpPr>
                      <p:cNvPr id="5883" name="Arc 5882">
                        <a:extLst>
                          <a:ext uri="{FF2B5EF4-FFF2-40B4-BE49-F238E27FC236}">
                            <a16:creationId xmlns:a16="http://schemas.microsoft.com/office/drawing/2014/main" id="{67E2164A-023C-98C1-2B43-B1D2393597D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884" name="Arc 5883">
                        <a:extLst>
                          <a:ext uri="{FF2B5EF4-FFF2-40B4-BE49-F238E27FC236}">
                            <a16:creationId xmlns:a16="http://schemas.microsoft.com/office/drawing/2014/main" id="{5BFA287A-7794-ED39-D0E0-E223A7646A3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875" name="Group 5874">
                      <a:extLst>
                        <a:ext uri="{FF2B5EF4-FFF2-40B4-BE49-F238E27FC236}">
                          <a16:creationId xmlns:a16="http://schemas.microsoft.com/office/drawing/2014/main" id="{BAAFFD17-B0E9-E7D5-0FC4-9BE4615B259B}"/>
                        </a:ext>
                      </a:extLst>
                    </p:cNvPr>
                    <p:cNvGrpSpPr/>
                    <p:nvPr/>
                  </p:nvGrpSpPr>
                  <p:grpSpPr>
                    <a:xfrm>
                      <a:off x="5310186" y="3402011"/>
                      <a:ext cx="303213" cy="303213"/>
                      <a:chOff x="5310186" y="3402011"/>
                      <a:chExt cx="303213" cy="303213"/>
                    </a:xfrm>
                  </p:grpSpPr>
                  <p:grpSp>
                    <p:nvGrpSpPr>
                      <p:cNvPr id="5876" name="Group 5875">
                        <a:extLst>
                          <a:ext uri="{FF2B5EF4-FFF2-40B4-BE49-F238E27FC236}">
                            <a16:creationId xmlns:a16="http://schemas.microsoft.com/office/drawing/2014/main" id="{D4C1D82A-8D94-7252-5DC7-0AABA58F81F9}"/>
                          </a:ext>
                        </a:extLst>
                      </p:cNvPr>
                      <p:cNvGrpSpPr/>
                      <p:nvPr/>
                    </p:nvGrpSpPr>
                    <p:grpSpPr>
                      <a:xfrm>
                        <a:off x="5354636" y="3446461"/>
                        <a:ext cx="214313" cy="214313"/>
                        <a:chOff x="5354637" y="3446463"/>
                        <a:chExt cx="214313" cy="214313"/>
                      </a:xfrm>
                    </p:grpSpPr>
                    <p:sp>
                      <p:nvSpPr>
                        <p:cNvPr id="5881" name="Arc 5880">
                          <a:extLst>
                            <a:ext uri="{FF2B5EF4-FFF2-40B4-BE49-F238E27FC236}">
                              <a16:creationId xmlns:a16="http://schemas.microsoft.com/office/drawing/2014/main" id="{2F6060FE-E3BE-33B0-1C9D-F0C5A8AA576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882" name="Arc 5881">
                          <a:extLst>
                            <a:ext uri="{FF2B5EF4-FFF2-40B4-BE49-F238E27FC236}">
                              <a16:creationId xmlns:a16="http://schemas.microsoft.com/office/drawing/2014/main" id="{EB715BDE-5509-11C6-7315-885ABA39406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877" name="Group 5876">
                        <a:extLst>
                          <a:ext uri="{FF2B5EF4-FFF2-40B4-BE49-F238E27FC236}">
                            <a16:creationId xmlns:a16="http://schemas.microsoft.com/office/drawing/2014/main" id="{9CAC69AB-11EB-7A4D-2479-8A64214A68C1}"/>
                          </a:ext>
                        </a:extLst>
                      </p:cNvPr>
                      <p:cNvGrpSpPr/>
                      <p:nvPr/>
                    </p:nvGrpSpPr>
                    <p:grpSpPr>
                      <a:xfrm rot="7200000">
                        <a:off x="5310186" y="3402011"/>
                        <a:ext cx="303213" cy="303213"/>
                        <a:chOff x="5354637" y="3446463"/>
                        <a:chExt cx="214313" cy="214313"/>
                      </a:xfrm>
                    </p:grpSpPr>
                    <p:sp>
                      <p:nvSpPr>
                        <p:cNvPr id="5879" name="Arc 5878">
                          <a:extLst>
                            <a:ext uri="{FF2B5EF4-FFF2-40B4-BE49-F238E27FC236}">
                              <a16:creationId xmlns:a16="http://schemas.microsoft.com/office/drawing/2014/main" id="{6C7B8FC4-C391-9066-5B43-5AB1423B4B4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880" name="Arc 5879">
                          <a:extLst>
                            <a:ext uri="{FF2B5EF4-FFF2-40B4-BE49-F238E27FC236}">
                              <a16:creationId xmlns:a16="http://schemas.microsoft.com/office/drawing/2014/main" id="{CF7AB9E9-833A-1398-06D5-EA66CDF04A4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878" name="TextBox 5877">
                        <a:extLst>
                          <a:ext uri="{FF2B5EF4-FFF2-40B4-BE49-F238E27FC236}">
                            <a16:creationId xmlns:a16="http://schemas.microsoft.com/office/drawing/2014/main" id="{212AF73F-003B-66BC-AC95-4C3C0D7E03D7}"/>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840" name="Group 5839">
                    <a:extLst>
                      <a:ext uri="{FF2B5EF4-FFF2-40B4-BE49-F238E27FC236}">
                        <a16:creationId xmlns:a16="http://schemas.microsoft.com/office/drawing/2014/main" id="{4BC03E97-EFD4-D083-AFB0-C39E992DF450}"/>
                      </a:ext>
                    </a:extLst>
                  </p:cNvPr>
                  <p:cNvGrpSpPr/>
                  <p:nvPr/>
                </p:nvGrpSpPr>
                <p:grpSpPr>
                  <a:xfrm>
                    <a:off x="5886431" y="3525040"/>
                    <a:ext cx="393192" cy="393192"/>
                    <a:chOff x="5265196" y="3932619"/>
                    <a:chExt cx="393192" cy="393192"/>
                  </a:xfrm>
                </p:grpSpPr>
                <p:grpSp>
                  <p:nvGrpSpPr>
                    <p:cNvPr id="5864" name="Group 5863">
                      <a:extLst>
                        <a:ext uri="{FF2B5EF4-FFF2-40B4-BE49-F238E27FC236}">
                          <a16:creationId xmlns:a16="http://schemas.microsoft.com/office/drawing/2014/main" id="{2BD0C644-9063-2C88-D377-1C4EDE952D8D}"/>
                        </a:ext>
                      </a:extLst>
                    </p:cNvPr>
                    <p:cNvGrpSpPr/>
                    <p:nvPr/>
                  </p:nvGrpSpPr>
                  <p:grpSpPr>
                    <a:xfrm>
                      <a:off x="5354636" y="4022061"/>
                      <a:ext cx="214313" cy="214313"/>
                      <a:chOff x="5354637" y="3446463"/>
                      <a:chExt cx="214313" cy="214313"/>
                    </a:xfrm>
                  </p:grpSpPr>
                  <p:sp>
                    <p:nvSpPr>
                      <p:cNvPr id="5872" name="Arc 5871">
                        <a:extLst>
                          <a:ext uri="{FF2B5EF4-FFF2-40B4-BE49-F238E27FC236}">
                            <a16:creationId xmlns:a16="http://schemas.microsoft.com/office/drawing/2014/main" id="{C3C94C7F-D612-2A9E-C827-ADA9B879BDF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873" name="Arc 5872">
                        <a:extLst>
                          <a:ext uri="{FF2B5EF4-FFF2-40B4-BE49-F238E27FC236}">
                            <a16:creationId xmlns:a16="http://schemas.microsoft.com/office/drawing/2014/main" id="{6C407EF5-78DF-DD4D-9C1B-4E9150AB536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865" name="Group 5864">
                      <a:extLst>
                        <a:ext uri="{FF2B5EF4-FFF2-40B4-BE49-F238E27FC236}">
                          <a16:creationId xmlns:a16="http://schemas.microsoft.com/office/drawing/2014/main" id="{C90313DE-9FDE-950C-9A6F-267FE4E08DB0}"/>
                        </a:ext>
                      </a:extLst>
                    </p:cNvPr>
                    <p:cNvGrpSpPr/>
                    <p:nvPr/>
                  </p:nvGrpSpPr>
                  <p:grpSpPr>
                    <a:xfrm rot="14400000">
                      <a:off x="5310186" y="3977611"/>
                      <a:ext cx="303213" cy="303213"/>
                      <a:chOff x="5354637" y="3446463"/>
                      <a:chExt cx="214313" cy="214313"/>
                    </a:xfrm>
                  </p:grpSpPr>
                  <p:sp>
                    <p:nvSpPr>
                      <p:cNvPr id="5870" name="Arc 5869">
                        <a:extLst>
                          <a:ext uri="{FF2B5EF4-FFF2-40B4-BE49-F238E27FC236}">
                            <a16:creationId xmlns:a16="http://schemas.microsoft.com/office/drawing/2014/main" id="{36F929E4-2FBC-3CF5-A5EB-AE58A6A6692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871" name="Arc 5870">
                        <a:extLst>
                          <a:ext uri="{FF2B5EF4-FFF2-40B4-BE49-F238E27FC236}">
                            <a16:creationId xmlns:a16="http://schemas.microsoft.com/office/drawing/2014/main" id="{4ECB20EA-6087-5884-50B9-94E4C531891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866" name="Group 5865">
                      <a:extLst>
                        <a:ext uri="{FF2B5EF4-FFF2-40B4-BE49-F238E27FC236}">
                          <a16:creationId xmlns:a16="http://schemas.microsoft.com/office/drawing/2014/main" id="{ACC1B0C4-8B85-B29B-7D3A-FD0A7E26EE0D}"/>
                        </a:ext>
                      </a:extLst>
                    </p:cNvPr>
                    <p:cNvGrpSpPr/>
                    <p:nvPr/>
                  </p:nvGrpSpPr>
                  <p:grpSpPr>
                    <a:xfrm rot="7200000">
                      <a:off x="5265196" y="3932619"/>
                      <a:ext cx="393192" cy="393192"/>
                      <a:chOff x="5354637" y="3446463"/>
                      <a:chExt cx="214313" cy="214313"/>
                    </a:xfrm>
                  </p:grpSpPr>
                  <p:sp>
                    <p:nvSpPr>
                      <p:cNvPr id="5868" name="Arc 5867">
                        <a:extLst>
                          <a:ext uri="{FF2B5EF4-FFF2-40B4-BE49-F238E27FC236}">
                            <a16:creationId xmlns:a16="http://schemas.microsoft.com/office/drawing/2014/main" id="{5642DAD7-B784-8C55-E48A-F7C311B6A36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869" name="Arc 5868">
                        <a:extLst>
                          <a:ext uri="{FF2B5EF4-FFF2-40B4-BE49-F238E27FC236}">
                            <a16:creationId xmlns:a16="http://schemas.microsoft.com/office/drawing/2014/main" id="{2ACB24F1-B5AE-D6F8-25A9-7D2346CD351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867" name="TextBox 5866">
                      <a:extLst>
                        <a:ext uri="{FF2B5EF4-FFF2-40B4-BE49-F238E27FC236}">
                          <a16:creationId xmlns:a16="http://schemas.microsoft.com/office/drawing/2014/main" id="{1960541A-2D4C-BC6C-BA88-DC52F8F8C62F}"/>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5841" name="Group 5840">
                    <a:extLst>
                      <a:ext uri="{FF2B5EF4-FFF2-40B4-BE49-F238E27FC236}">
                        <a16:creationId xmlns:a16="http://schemas.microsoft.com/office/drawing/2014/main" id="{90009898-2CD8-5CD8-D937-8AD9186EEF44}"/>
                      </a:ext>
                    </a:extLst>
                  </p:cNvPr>
                  <p:cNvGrpSpPr/>
                  <p:nvPr/>
                </p:nvGrpSpPr>
                <p:grpSpPr>
                  <a:xfrm>
                    <a:off x="6512463" y="3525040"/>
                    <a:ext cx="393192" cy="393192"/>
                    <a:chOff x="6389147" y="3357021"/>
                    <a:chExt cx="393192" cy="393192"/>
                  </a:xfrm>
                </p:grpSpPr>
                <p:grpSp>
                  <p:nvGrpSpPr>
                    <p:cNvPr id="5853" name="Group 5852">
                      <a:extLst>
                        <a:ext uri="{FF2B5EF4-FFF2-40B4-BE49-F238E27FC236}">
                          <a16:creationId xmlns:a16="http://schemas.microsoft.com/office/drawing/2014/main" id="{50CCD0B3-D4E3-A5DF-C1AF-608C8CFBEDB5}"/>
                        </a:ext>
                      </a:extLst>
                    </p:cNvPr>
                    <p:cNvGrpSpPr/>
                    <p:nvPr/>
                  </p:nvGrpSpPr>
                  <p:grpSpPr>
                    <a:xfrm rot="7200000" flipH="1">
                      <a:off x="6389147" y="3357021"/>
                      <a:ext cx="393192" cy="393192"/>
                      <a:chOff x="5354637" y="3446463"/>
                      <a:chExt cx="214313" cy="214313"/>
                    </a:xfrm>
                  </p:grpSpPr>
                  <p:sp>
                    <p:nvSpPr>
                      <p:cNvPr id="5862" name="Arc 5861">
                        <a:extLst>
                          <a:ext uri="{FF2B5EF4-FFF2-40B4-BE49-F238E27FC236}">
                            <a16:creationId xmlns:a16="http://schemas.microsoft.com/office/drawing/2014/main" id="{131ECC1D-6911-A86C-460D-59DEE99C4A9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863" name="Arc 5862">
                        <a:extLst>
                          <a:ext uri="{FF2B5EF4-FFF2-40B4-BE49-F238E27FC236}">
                            <a16:creationId xmlns:a16="http://schemas.microsoft.com/office/drawing/2014/main" id="{8BF62F34-A02F-42A9-8F38-250FA6DEF55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854" name="Group 5853">
                      <a:extLst>
                        <a:ext uri="{FF2B5EF4-FFF2-40B4-BE49-F238E27FC236}">
                          <a16:creationId xmlns:a16="http://schemas.microsoft.com/office/drawing/2014/main" id="{471FB8F0-11C0-019B-D291-024D0A5883BD}"/>
                        </a:ext>
                      </a:extLst>
                    </p:cNvPr>
                    <p:cNvGrpSpPr/>
                    <p:nvPr/>
                  </p:nvGrpSpPr>
                  <p:grpSpPr>
                    <a:xfrm>
                      <a:off x="6434137" y="3402011"/>
                      <a:ext cx="303213" cy="303213"/>
                      <a:chOff x="6434137" y="3402011"/>
                      <a:chExt cx="303213" cy="303213"/>
                    </a:xfrm>
                  </p:grpSpPr>
                  <p:grpSp>
                    <p:nvGrpSpPr>
                      <p:cNvPr id="5855" name="Group 5854">
                        <a:extLst>
                          <a:ext uri="{FF2B5EF4-FFF2-40B4-BE49-F238E27FC236}">
                            <a16:creationId xmlns:a16="http://schemas.microsoft.com/office/drawing/2014/main" id="{EBB9BC63-1398-0DE4-D25B-9C341D412F27}"/>
                          </a:ext>
                        </a:extLst>
                      </p:cNvPr>
                      <p:cNvGrpSpPr/>
                      <p:nvPr/>
                    </p:nvGrpSpPr>
                    <p:grpSpPr>
                      <a:xfrm flipH="1">
                        <a:off x="6478587" y="3446461"/>
                        <a:ext cx="214313" cy="214313"/>
                        <a:chOff x="5354637" y="3446463"/>
                        <a:chExt cx="214313" cy="214313"/>
                      </a:xfrm>
                    </p:grpSpPr>
                    <p:sp>
                      <p:nvSpPr>
                        <p:cNvPr id="5860" name="Arc 5859">
                          <a:extLst>
                            <a:ext uri="{FF2B5EF4-FFF2-40B4-BE49-F238E27FC236}">
                              <a16:creationId xmlns:a16="http://schemas.microsoft.com/office/drawing/2014/main" id="{0D73A8C3-45B4-94FA-B630-0A1BF465462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861" name="Arc 5860">
                          <a:extLst>
                            <a:ext uri="{FF2B5EF4-FFF2-40B4-BE49-F238E27FC236}">
                              <a16:creationId xmlns:a16="http://schemas.microsoft.com/office/drawing/2014/main" id="{2D89F566-4030-DE38-B7E5-A6298B05F4E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856" name="Group 5855">
                        <a:extLst>
                          <a:ext uri="{FF2B5EF4-FFF2-40B4-BE49-F238E27FC236}">
                            <a16:creationId xmlns:a16="http://schemas.microsoft.com/office/drawing/2014/main" id="{93CFEB15-223E-AECD-D17B-EF6C0040FD0F}"/>
                          </a:ext>
                        </a:extLst>
                      </p:cNvPr>
                      <p:cNvGrpSpPr/>
                      <p:nvPr/>
                    </p:nvGrpSpPr>
                    <p:grpSpPr>
                      <a:xfrm rot="14400000" flipH="1">
                        <a:off x="6434137" y="3402011"/>
                        <a:ext cx="303213" cy="303213"/>
                        <a:chOff x="5354637" y="3446463"/>
                        <a:chExt cx="214313" cy="214313"/>
                      </a:xfrm>
                    </p:grpSpPr>
                    <p:sp>
                      <p:nvSpPr>
                        <p:cNvPr id="5858" name="Arc 5857">
                          <a:extLst>
                            <a:ext uri="{FF2B5EF4-FFF2-40B4-BE49-F238E27FC236}">
                              <a16:creationId xmlns:a16="http://schemas.microsoft.com/office/drawing/2014/main" id="{8C967992-28D2-5F80-D733-E389BC57F21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859" name="Arc 5858">
                          <a:extLst>
                            <a:ext uri="{FF2B5EF4-FFF2-40B4-BE49-F238E27FC236}">
                              <a16:creationId xmlns:a16="http://schemas.microsoft.com/office/drawing/2014/main" id="{C02A81E3-66F5-7144-1B11-C1B2BD110C9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857" name="TextBox 5856">
                        <a:extLst>
                          <a:ext uri="{FF2B5EF4-FFF2-40B4-BE49-F238E27FC236}">
                            <a16:creationId xmlns:a16="http://schemas.microsoft.com/office/drawing/2014/main" id="{651A67A8-7959-6599-DCC8-797167B707DB}"/>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842" name="Group 5841">
                    <a:extLst>
                      <a:ext uri="{FF2B5EF4-FFF2-40B4-BE49-F238E27FC236}">
                        <a16:creationId xmlns:a16="http://schemas.microsoft.com/office/drawing/2014/main" id="{E2378475-4C9D-B9A3-002A-14F7FA579705}"/>
                      </a:ext>
                    </a:extLst>
                  </p:cNvPr>
                  <p:cNvGrpSpPr/>
                  <p:nvPr/>
                </p:nvGrpSpPr>
                <p:grpSpPr>
                  <a:xfrm>
                    <a:off x="6197413" y="3225768"/>
                    <a:ext cx="393192" cy="393192"/>
                    <a:chOff x="6389147" y="3932622"/>
                    <a:chExt cx="393192" cy="393192"/>
                  </a:xfrm>
                </p:grpSpPr>
                <p:grpSp>
                  <p:nvGrpSpPr>
                    <p:cNvPr id="5843" name="Group 5842">
                      <a:extLst>
                        <a:ext uri="{FF2B5EF4-FFF2-40B4-BE49-F238E27FC236}">
                          <a16:creationId xmlns:a16="http://schemas.microsoft.com/office/drawing/2014/main" id="{6312F678-CB47-7980-0450-CD919136E3CB}"/>
                        </a:ext>
                      </a:extLst>
                    </p:cNvPr>
                    <p:cNvGrpSpPr/>
                    <p:nvPr/>
                  </p:nvGrpSpPr>
                  <p:grpSpPr>
                    <a:xfrm flipH="1">
                      <a:off x="6478587" y="4022061"/>
                      <a:ext cx="214313" cy="214313"/>
                      <a:chOff x="5354637" y="3446463"/>
                      <a:chExt cx="214313" cy="214313"/>
                    </a:xfrm>
                  </p:grpSpPr>
                  <p:sp>
                    <p:nvSpPr>
                      <p:cNvPr id="5851" name="Arc 5850">
                        <a:extLst>
                          <a:ext uri="{FF2B5EF4-FFF2-40B4-BE49-F238E27FC236}">
                            <a16:creationId xmlns:a16="http://schemas.microsoft.com/office/drawing/2014/main" id="{9678D4C9-8EFF-5D5E-E60A-C014C2DFB18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852" name="Arc 5851">
                        <a:extLst>
                          <a:ext uri="{FF2B5EF4-FFF2-40B4-BE49-F238E27FC236}">
                            <a16:creationId xmlns:a16="http://schemas.microsoft.com/office/drawing/2014/main" id="{CD621DD3-8AEA-F385-B02C-F64E3288EC3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844" name="Group 5843">
                      <a:extLst>
                        <a:ext uri="{FF2B5EF4-FFF2-40B4-BE49-F238E27FC236}">
                          <a16:creationId xmlns:a16="http://schemas.microsoft.com/office/drawing/2014/main" id="{E823674C-C179-74E0-14EB-A927252E1C7A}"/>
                        </a:ext>
                      </a:extLst>
                    </p:cNvPr>
                    <p:cNvGrpSpPr/>
                    <p:nvPr/>
                  </p:nvGrpSpPr>
                  <p:grpSpPr>
                    <a:xfrm rot="7200000" flipH="1">
                      <a:off x="6434137" y="3977611"/>
                      <a:ext cx="303213" cy="303213"/>
                      <a:chOff x="5354637" y="3446463"/>
                      <a:chExt cx="214313" cy="214313"/>
                    </a:xfrm>
                  </p:grpSpPr>
                  <p:sp>
                    <p:nvSpPr>
                      <p:cNvPr id="5849" name="Arc 5848">
                        <a:extLst>
                          <a:ext uri="{FF2B5EF4-FFF2-40B4-BE49-F238E27FC236}">
                            <a16:creationId xmlns:a16="http://schemas.microsoft.com/office/drawing/2014/main" id="{DD018848-2749-D423-3E7F-50084E1DA21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850" name="Arc 5849">
                        <a:extLst>
                          <a:ext uri="{FF2B5EF4-FFF2-40B4-BE49-F238E27FC236}">
                            <a16:creationId xmlns:a16="http://schemas.microsoft.com/office/drawing/2014/main" id="{8C2F2A62-2BE2-C9E7-0779-4CAFAB9F0F9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845" name="Group 5844">
                      <a:extLst>
                        <a:ext uri="{FF2B5EF4-FFF2-40B4-BE49-F238E27FC236}">
                          <a16:creationId xmlns:a16="http://schemas.microsoft.com/office/drawing/2014/main" id="{EEC1C040-BFA3-98D8-4034-EC40E3151206}"/>
                        </a:ext>
                      </a:extLst>
                    </p:cNvPr>
                    <p:cNvGrpSpPr/>
                    <p:nvPr/>
                  </p:nvGrpSpPr>
                  <p:grpSpPr>
                    <a:xfrm rot="14400000" flipH="1">
                      <a:off x="6389147" y="3932622"/>
                      <a:ext cx="393192" cy="393192"/>
                      <a:chOff x="5354637" y="3446463"/>
                      <a:chExt cx="214313" cy="214313"/>
                    </a:xfrm>
                  </p:grpSpPr>
                  <p:sp>
                    <p:nvSpPr>
                      <p:cNvPr id="5847" name="Arc 5846">
                        <a:extLst>
                          <a:ext uri="{FF2B5EF4-FFF2-40B4-BE49-F238E27FC236}">
                            <a16:creationId xmlns:a16="http://schemas.microsoft.com/office/drawing/2014/main" id="{D93C4B92-E6BA-FE43-AA32-81B3385127D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848" name="Arc 5847">
                        <a:extLst>
                          <a:ext uri="{FF2B5EF4-FFF2-40B4-BE49-F238E27FC236}">
                            <a16:creationId xmlns:a16="http://schemas.microsoft.com/office/drawing/2014/main" id="{41468AD6-1652-6043-59EB-9346D44C100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846" name="TextBox 5845">
                      <a:extLst>
                        <a:ext uri="{FF2B5EF4-FFF2-40B4-BE49-F238E27FC236}">
                          <a16:creationId xmlns:a16="http://schemas.microsoft.com/office/drawing/2014/main" id="{C6231A69-D867-5E79-D893-8F41F2715BE4}"/>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5742" name="Group 5741">
                <a:extLst>
                  <a:ext uri="{FF2B5EF4-FFF2-40B4-BE49-F238E27FC236}">
                    <a16:creationId xmlns:a16="http://schemas.microsoft.com/office/drawing/2014/main" id="{DC48C038-C189-A359-7124-AFA4FDB1BBA4}"/>
                  </a:ext>
                </a:extLst>
              </p:cNvPr>
              <p:cNvGrpSpPr/>
              <p:nvPr/>
            </p:nvGrpSpPr>
            <p:grpSpPr>
              <a:xfrm>
                <a:off x="6065340" y="2039507"/>
                <a:ext cx="1643204" cy="1593124"/>
                <a:chOff x="5445106" y="2644743"/>
                <a:chExt cx="1643204" cy="1593124"/>
              </a:xfrm>
            </p:grpSpPr>
            <p:grpSp>
              <p:nvGrpSpPr>
                <p:cNvPr id="5743" name="Group 5742">
                  <a:extLst>
                    <a:ext uri="{FF2B5EF4-FFF2-40B4-BE49-F238E27FC236}">
                      <a16:creationId xmlns:a16="http://schemas.microsoft.com/office/drawing/2014/main" id="{F97E452F-065B-AC93-7394-D3889024EC9A}"/>
                    </a:ext>
                  </a:extLst>
                </p:cNvPr>
                <p:cNvGrpSpPr/>
                <p:nvPr/>
              </p:nvGrpSpPr>
              <p:grpSpPr>
                <a:xfrm>
                  <a:off x="5445106" y="2644743"/>
                  <a:ext cx="1019224" cy="991639"/>
                  <a:chOff x="5886431" y="3225768"/>
                  <a:chExt cx="1019224" cy="991639"/>
                </a:xfrm>
              </p:grpSpPr>
              <p:grpSp>
                <p:nvGrpSpPr>
                  <p:cNvPr id="5791" name="Group 5790">
                    <a:extLst>
                      <a:ext uri="{FF2B5EF4-FFF2-40B4-BE49-F238E27FC236}">
                        <a16:creationId xmlns:a16="http://schemas.microsoft.com/office/drawing/2014/main" id="{381A7615-86C7-C061-B981-B752710C2D52}"/>
                      </a:ext>
                    </a:extLst>
                  </p:cNvPr>
                  <p:cNvGrpSpPr/>
                  <p:nvPr/>
                </p:nvGrpSpPr>
                <p:grpSpPr>
                  <a:xfrm>
                    <a:off x="6197413" y="3824215"/>
                    <a:ext cx="393192" cy="393192"/>
                    <a:chOff x="5265196" y="3357021"/>
                    <a:chExt cx="393192" cy="393192"/>
                  </a:xfrm>
                </p:grpSpPr>
                <p:grpSp>
                  <p:nvGrpSpPr>
                    <p:cNvPr id="5826" name="Group 5825">
                      <a:extLst>
                        <a:ext uri="{FF2B5EF4-FFF2-40B4-BE49-F238E27FC236}">
                          <a16:creationId xmlns:a16="http://schemas.microsoft.com/office/drawing/2014/main" id="{83D4B151-6058-56C4-6BAF-57210EE69ECE}"/>
                        </a:ext>
                      </a:extLst>
                    </p:cNvPr>
                    <p:cNvGrpSpPr/>
                    <p:nvPr/>
                  </p:nvGrpSpPr>
                  <p:grpSpPr>
                    <a:xfrm rot="14400000">
                      <a:off x="5265196" y="3357021"/>
                      <a:ext cx="393192" cy="393192"/>
                      <a:chOff x="5354637" y="3446463"/>
                      <a:chExt cx="214313" cy="214313"/>
                    </a:xfrm>
                  </p:grpSpPr>
                  <p:sp>
                    <p:nvSpPr>
                      <p:cNvPr id="5835" name="Arc 5834">
                        <a:extLst>
                          <a:ext uri="{FF2B5EF4-FFF2-40B4-BE49-F238E27FC236}">
                            <a16:creationId xmlns:a16="http://schemas.microsoft.com/office/drawing/2014/main" id="{B639BF65-0368-9157-0AE3-DFED22B2A36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836" name="Arc 5835">
                        <a:extLst>
                          <a:ext uri="{FF2B5EF4-FFF2-40B4-BE49-F238E27FC236}">
                            <a16:creationId xmlns:a16="http://schemas.microsoft.com/office/drawing/2014/main" id="{AA57B033-9A53-6AAE-9F9A-8EEFB1F9F2F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827" name="Group 5826">
                      <a:extLst>
                        <a:ext uri="{FF2B5EF4-FFF2-40B4-BE49-F238E27FC236}">
                          <a16:creationId xmlns:a16="http://schemas.microsoft.com/office/drawing/2014/main" id="{92E803E5-A3E9-88F8-5788-77076585E0B8}"/>
                        </a:ext>
                      </a:extLst>
                    </p:cNvPr>
                    <p:cNvGrpSpPr/>
                    <p:nvPr/>
                  </p:nvGrpSpPr>
                  <p:grpSpPr>
                    <a:xfrm>
                      <a:off x="5310186" y="3402011"/>
                      <a:ext cx="303213" cy="303213"/>
                      <a:chOff x="5310186" y="3402011"/>
                      <a:chExt cx="303213" cy="303213"/>
                    </a:xfrm>
                  </p:grpSpPr>
                  <p:grpSp>
                    <p:nvGrpSpPr>
                      <p:cNvPr id="5828" name="Group 5827">
                        <a:extLst>
                          <a:ext uri="{FF2B5EF4-FFF2-40B4-BE49-F238E27FC236}">
                            <a16:creationId xmlns:a16="http://schemas.microsoft.com/office/drawing/2014/main" id="{6967F49D-2E11-6153-31AE-AB56E181D834}"/>
                          </a:ext>
                        </a:extLst>
                      </p:cNvPr>
                      <p:cNvGrpSpPr/>
                      <p:nvPr/>
                    </p:nvGrpSpPr>
                    <p:grpSpPr>
                      <a:xfrm>
                        <a:off x="5354636" y="3446461"/>
                        <a:ext cx="214313" cy="214313"/>
                        <a:chOff x="5354637" y="3446463"/>
                        <a:chExt cx="214313" cy="214313"/>
                      </a:xfrm>
                    </p:grpSpPr>
                    <p:sp>
                      <p:nvSpPr>
                        <p:cNvPr id="5833" name="Arc 5832">
                          <a:extLst>
                            <a:ext uri="{FF2B5EF4-FFF2-40B4-BE49-F238E27FC236}">
                              <a16:creationId xmlns:a16="http://schemas.microsoft.com/office/drawing/2014/main" id="{2ADD9359-049C-175D-D01C-B621A77EA79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834" name="Arc 5833">
                          <a:extLst>
                            <a:ext uri="{FF2B5EF4-FFF2-40B4-BE49-F238E27FC236}">
                              <a16:creationId xmlns:a16="http://schemas.microsoft.com/office/drawing/2014/main" id="{096E5A8C-0A66-693E-097E-F6132CB9A2F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829" name="Group 5828">
                        <a:extLst>
                          <a:ext uri="{FF2B5EF4-FFF2-40B4-BE49-F238E27FC236}">
                            <a16:creationId xmlns:a16="http://schemas.microsoft.com/office/drawing/2014/main" id="{FFBEF8E0-90A5-418D-67AC-99D97B5FFBF0}"/>
                          </a:ext>
                        </a:extLst>
                      </p:cNvPr>
                      <p:cNvGrpSpPr/>
                      <p:nvPr/>
                    </p:nvGrpSpPr>
                    <p:grpSpPr>
                      <a:xfrm rot="7200000">
                        <a:off x="5310186" y="3402011"/>
                        <a:ext cx="303213" cy="303213"/>
                        <a:chOff x="5354637" y="3446463"/>
                        <a:chExt cx="214313" cy="214313"/>
                      </a:xfrm>
                    </p:grpSpPr>
                    <p:sp>
                      <p:nvSpPr>
                        <p:cNvPr id="5831" name="Arc 5830">
                          <a:extLst>
                            <a:ext uri="{FF2B5EF4-FFF2-40B4-BE49-F238E27FC236}">
                              <a16:creationId xmlns:a16="http://schemas.microsoft.com/office/drawing/2014/main" id="{4DCBD295-A30F-63C9-7A7A-5D6511B99A9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832" name="Arc 5831">
                          <a:extLst>
                            <a:ext uri="{FF2B5EF4-FFF2-40B4-BE49-F238E27FC236}">
                              <a16:creationId xmlns:a16="http://schemas.microsoft.com/office/drawing/2014/main" id="{9C48B2E1-9B91-852F-DB7B-1D8D7A2CBAB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830" name="TextBox 5829">
                        <a:extLst>
                          <a:ext uri="{FF2B5EF4-FFF2-40B4-BE49-F238E27FC236}">
                            <a16:creationId xmlns:a16="http://schemas.microsoft.com/office/drawing/2014/main" id="{3F0A31B2-B798-1887-F433-D815C99DB3BB}"/>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792" name="Group 5791">
                    <a:extLst>
                      <a:ext uri="{FF2B5EF4-FFF2-40B4-BE49-F238E27FC236}">
                        <a16:creationId xmlns:a16="http://schemas.microsoft.com/office/drawing/2014/main" id="{A622EEC5-4FB5-9E85-FBF9-4CDECF4291E0}"/>
                      </a:ext>
                    </a:extLst>
                  </p:cNvPr>
                  <p:cNvGrpSpPr/>
                  <p:nvPr/>
                </p:nvGrpSpPr>
                <p:grpSpPr>
                  <a:xfrm>
                    <a:off x="5886431" y="3525040"/>
                    <a:ext cx="393192" cy="393192"/>
                    <a:chOff x="5265196" y="3932619"/>
                    <a:chExt cx="393192" cy="393192"/>
                  </a:xfrm>
                </p:grpSpPr>
                <p:grpSp>
                  <p:nvGrpSpPr>
                    <p:cNvPr id="5816" name="Group 5815">
                      <a:extLst>
                        <a:ext uri="{FF2B5EF4-FFF2-40B4-BE49-F238E27FC236}">
                          <a16:creationId xmlns:a16="http://schemas.microsoft.com/office/drawing/2014/main" id="{29A1DF79-8960-1F87-5B5D-0E4C3E74119A}"/>
                        </a:ext>
                      </a:extLst>
                    </p:cNvPr>
                    <p:cNvGrpSpPr/>
                    <p:nvPr/>
                  </p:nvGrpSpPr>
                  <p:grpSpPr>
                    <a:xfrm>
                      <a:off x="5354636" y="4022061"/>
                      <a:ext cx="214313" cy="214313"/>
                      <a:chOff x="5354637" y="3446463"/>
                      <a:chExt cx="214313" cy="214313"/>
                    </a:xfrm>
                  </p:grpSpPr>
                  <p:sp>
                    <p:nvSpPr>
                      <p:cNvPr id="5824" name="Arc 5823">
                        <a:extLst>
                          <a:ext uri="{FF2B5EF4-FFF2-40B4-BE49-F238E27FC236}">
                            <a16:creationId xmlns:a16="http://schemas.microsoft.com/office/drawing/2014/main" id="{D3AA6ABC-E717-099C-6319-1C090427245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825" name="Arc 5824">
                        <a:extLst>
                          <a:ext uri="{FF2B5EF4-FFF2-40B4-BE49-F238E27FC236}">
                            <a16:creationId xmlns:a16="http://schemas.microsoft.com/office/drawing/2014/main" id="{53806DCE-9B9B-8B29-2AC5-66DB2842470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817" name="Group 5816">
                      <a:extLst>
                        <a:ext uri="{FF2B5EF4-FFF2-40B4-BE49-F238E27FC236}">
                          <a16:creationId xmlns:a16="http://schemas.microsoft.com/office/drawing/2014/main" id="{E5BA0D76-2E99-13E7-D24D-0ACEAE771437}"/>
                        </a:ext>
                      </a:extLst>
                    </p:cNvPr>
                    <p:cNvGrpSpPr/>
                    <p:nvPr/>
                  </p:nvGrpSpPr>
                  <p:grpSpPr>
                    <a:xfrm rot="14400000">
                      <a:off x="5310186" y="3977611"/>
                      <a:ext cx="303213" cy="303213"/>
                      <a:chOff x="5354637" y="3446463"/>
                      <a:chExt cx="214313" cy="214313"/>
                    </a:xfrm>
                  </p:grpSpPr>
                  <p:sp>
                    <p:nvSpPr>
                      <p:cNvPr id="5822" name="Arc 5821">
                        <a:extLst>
                          <a:ext uri="{FF2B5EF4-FFF2-40B4-BE49-F238E27FC236}">
                            <a16:creationId xmlns:a16="http://schemas.microsoft.com/office/drawing/2014/main" id="{1F41F7E9-6792-315B-291B-BEB9D908CD0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823" name="Arc 5822">
                        <a:extLst>
                          <a:ext uri="{FF2B5EF4-FFF2-40B4-BE49-F238E27FC236}">
                            <a16:creationId xmlns:a16="http://schemas.microsoft.com/office/drawing/2014/main" id="{A6D1F53D-C9D4-BC12-F2BC-BCE953BA2F3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818" name="Group 5817">
                      <a:extLst>
                        <a:ext uri="{FF2B5EF4-FFF2-40B4-BE49-F238E27FC236}">
                          <a16:creationId xmlns:a16="http://schemas.microsoft.com/office/drawing/2014/main" id="{6E6F9B2B-32A8-2C7A-A752-C79A230641EB}"/>
                        </a:ext>
                      </a:extLst>
                    </p:cNvPr>
                    <p:cNvGrpSpPr/>
                    <p:nvPr/>
                  </p:nvGrpSpPr>
                  <p:grpSpPr>
                    <a:xfrm rot="7200000">
                      <a:off x="5265196" y="3932619"/>
                      <a:ext cx="393192" cy="393192"/>
                      <a:chOff x="5354637" y="3446463"/>
                      <a:chExt cx="214313" cy="214313"/>
                    </a:xfrm>
                  </p:grpSpPr>
                  <p:sp>
                    <p:nvSpPr>
                      <p:cNvPr id="5820" name="Arc 5819">
                        <a:extLst>
                          <a:ext uri="{FF2B5EF4-FFF2-40B4-BE49-F238E27FC236}">
                            <a16:creationId xmlns:a16="http://schemas.microsoft.com/office/drawing/2014/main" id="{B457B08E-95F6-C542-5551-321964DF166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821" name="Arc 5820">
                        <a:extLst>
                          <a:ext uri="{FF2B5EF4-FFF2-40B4-BE49-F238E27FC236}">
                            <a16:creationId xmlns:a16="http://schemas.microsoft.com/office/drawing/2014/main" id="{5B037784-86C6-F805-8599-52FDDCB81EF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819" name="TextBox 5818">
                      <a:extLst>
                        <a:ext uri="{FF2B5EF4-FFF2-40B4-BE49-F238E27FC236}">
                          <a16:creationId xmlns:a16="http://schemas.microsoft.com/office/drawing/2014/main" id="{01E56A66-3F02-7660-D997-AE084BA7B854}"/>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5793" name="Group 5792">
                    <a:extLst>
                      <a:ext uri="{FF2B5EF4-FFF2-40B4-BE49-F238E27FC236}">
                        <a16:creationId xmlns:a16="http://schemas.microsoft.com/office/drawing/2014/main" id="{9CA4FD8F-59E5-C24F-8EE0-7BEE2DAB1819}"/>
                      </a:ext>
                    </a:extLst>
                  </p:cNvPr>
                  <p:cNvGrpSpPr/>
                  <p:nvPr/>
                </p:nvGrpSpPr>
                <p:grpSpPr>
                  <a:xfrm>
                    <a:off x="6512463" y="3525040"/>
                    <a:ext cx="393192" cy="393192"/>
                    <a:chOff x="6389147" y="3357021"/>
                    <a:chExt cx="393192" cy="393192"/>
                  </a:xfrm>
                </p:grpSpPr>
                <p:grpSp>
                  <p:nvGrpSpPr>
                    <p:cNvPr id="5805" name="Group 5804">
                      <a:extLst>
                        <a:ext uri="{FF2B5EF4-FFF2-40B4-BE49-F238E27FC236}">
                          <a16:creationId xmlns:a16="http://schemas.microsoft.com/office/drawing/2014/main" id="{10AE070D-8BAE-40E5-F0C0-69352F1271A4}"/>
                        </a:ext>
                      </a:extLst>
                    </p:cNvPr>
                    <p:cNvGrpSpPr/>
                    <p:nvPr/>
                  </p:nvGrpSpPr>
                  <p:grpSpPr>
                    <a:xfrm rot="7200000" flipH="1">
                      <a:off x="6389147" y="3357021"/>
                      <a:ext cx="393192" cy="393192"/>
                      <a:chOff x="5354637" y="3446463"/>
                      <a:chExt cx="214313" cy="214313"/>
                    </a:xfrm>
                  </p:grpSpPr>
                  <p:sp>
                    <p:nvSpPr>
                      <p:cNvPr id="5814" name="Arc 5813">
                        <a:extLst>
                          <a:ext uri="{FF2B5EF4-FFF2-40B4-BE49-F238E27FC236}">
                            <a16:creationId xmlns:a16="http://schemas.microsoft.com/office/drawing/2014/main" id="{E9896CCD-9CE8-1B7C-102B-F0CF1E3A62E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815" name="Arc 5814">
                        <a:extLst>
                          <a:ext uri="{FF2B5EF4-FFF2-40B4-BE49-F238E27FC236}">
                            <a16:creationId xmlns:a16="http://schemas.microsoft.com/office/drawing/2014/main" id="{AB99E5F3-6933-5046-B8A0-AF2638184CF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806" name="Group 5805">
                      <a:extLst>
                        <a:ext uri="{FF2B5EF4-FFF2-40B4-BE49-F238E27FC236}">
                          <a16:creationId xmlns:a16="http://schemas.microsoft.com/office/drawing/2014/main" id="{F05710A4-88ED-6C67-4AE7-9F98958251CC}"/>
                        </a:ext>
                      </a:extLst>
                    </p:cNvPr>
                    <p:cNvGrpSpPr/>
                    <p:nvPr/>
                  </p:nvGrpSpPr>
                  <p:grpSpPr>
                    <a:xfrm>
                      <a:off x="6434137" y="3402011"/>
                      <a:ext cx="303213" cy="303213"/>
                      <a:chOff x="6434137" y="3402011"/>
                      <a:chExt cx="303213" cy="303213"/>
                    </a:xfrm>
                  </p:grpSpPr>
                  <p:grpSp>
                    <p:nvGrpSpPr>
                      <p:cNvPr id="5807" name="Group 5806">
                        <a:extLst>
                          <a:ext uri="{FF2B5EF4-FFF2-40B4-BE49-F238E27FC236}">
                            <a16:creationId xmlns:a16="http://schemas.microsoft.com/office/drawing/2014/main" id="{EEA3B7F5-13DD-CB07-E8D3-B5618549A9D2}"/>
                          </a:ext>
                        </a:extLst>
                      </p:cNvPr>
                      <p:cNvGrpSpPr/>
                      <p:nvPr/>
                    </p:nvGrpSpPr>
                    <p:grpSpPr>
                      <a:xfrm flipH="1">
                        <a:off x="6478587" y="3446461"/>
                        <a:ext cx="214313" cy="214313"/>
                        <a:chOff x="5354637" y="3446463"/>
                        <a:chExt cx="214313" cy="214313"/>
                      </a:xfrm>
                    </p:grpSpPr>
                    <p:sp>
                      <p:nvSpPr>
                        <p:cNvPr id="5812" name="Arc 5811">
                          <a:extLst>
                            <a:ext uri="{FF2B5EF4-FFF2-40B4-BE49-F238E27FC236}">
                              <a16:creationId xmlns:a16="http://schemas.microsoft.com/office/drawing/2014/main" id="{D095D12A-2E35-9160-927F-139C7DA7761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813" name="Arc 5812">
                          <a:extLst>
                            <a:ext uri="{FF2B5EF4-FFF2-40B4-BE49-F238E27FC236}">
                              <a16:creationId xmlns:a16="http://schemas.microsoft.com/office/drawing/2014/main" id="{6EFD2F47-F3FE-7F85-79B2-4B0F23AD90E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808" name="Group 5807">
                        <a:extLst>
                          <a:ext uri="{FF2B5EF4-FFF2-40B4-BE49-F238E27FC236}">
                            <a16:creationId xmlns:a16="http://schemas.microsoft.com/office/drawing/2014/main" id="{19B625F0-AAC5-8C0B-ABF0-557A70EDADC4}"/>
                          </a:ext>
                        </a:extLst>
                      </p:cNvPr>
                      <p:cNvGrpSpPr/>
                      <p:nvPr/>
                    </p:nvGrpSpPr>
                    <p:grpSpPr>
                      <a:xfrm rot="14400000" flipH="1">
                        <a:off x="6434137" y="3402011"/>
                        <a:ext cx="303213" cy="303213"/>
                        <a:chOff x="5354637" y="3446463"/>
                        <a:chExt cx="214313" cy="214313"/>
                      </a:xfrm>
                    </p:grpSpPr>
                    <p:sp>
                      <p:nvSpPr>
                        <p:cNvPr id="5810" name="Arc 5809">
                          <a:extLst>
                            <a:ext uri="{FF2B5EF4-FFF2-40B4-BE49-F238E27FC236}">
                              <a16:creationId xmlns:a16="http://schemas.microsoft.com/office/drawing/2014/main" id="{25CBB4A4-F20E-8B54-45DC-E115AAF3F65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811" name="Arc 5810">
                          <a:extLst>
                            <a:ext uri="{FF2B5EF4-FFF2-40B4-BE49-F238E27FC236}">
                              <a16:creationId xmlns:a16="http://schemas.microsoft.com/office/drawing/2014/main" id="{8DDF59B9-810C-E6B4-AD6E-83DAC5F250A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809" name="TextBox 5808">
                        <a:extLst>
                          <a:ext uri="{FF2B5EF4-FFF2-40B4-BE49-F238E27FC236}">
                            <a16:creationId xmlns:a16="http://schemas.microsoft.com/office/drawing/2014/main" id="{105A0EC1-CC95-F063-2F6D-F0681978D44D}"/>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794" name="Group 5793">
                    <a:extLst>
                      <a:ext uri="{FF2B5EF4-FFF2-40B4-BE49-F238E27FC236}">
                        <a16:creationId xmlns:a16="http://schemas.microsoft.com/office/drawing/2014/main" id="{7A3E22B4-A4E6-47E5-BC98-F1BF237A874A}"/>
                      </a:ext>
                    </a:extLst>
                  </p:cNvPr>
                  <p:cNvGrpSpPr/>
                  <p:nvPr/>
                </p:nvGrpSpPr>
                <p:grpSpPr>
                  <a:xfrm>
                    <a:off x="6197413" y="3225768"/>
                    <a:ext cx="393192" cy="393192"/>
                    <a:chOff x="6389147" y="3932622"/>
                    <a:chExt cx="393192" cy="393192"/>
                  </a:xfrm>
                </p:grpSpPr>
                <p:grpSp>
                  <p:nvGrpSpPr>
                    <p:cNvPr id="5795" name="Group 5794">
                      <a:extLst>
                        <a:ext uri="{FF2B5EF4-FFF2-40B4-BE49-F238E27FC236}">
                          <a16:creationId xmlns:a16="http://schemas.microsoft.com/office/drawing/2014/main" id="{BF0EBB68-5577-671C-C46C-B3F4A3A1609F}"/>
                        </a:ext>
                      </a:extLst>
                    </p:cNvPr>
                    <p:cNvGrpSpPr/>
                    <p:nvPr/>
                  </p:nvGrpSpPr>
                  <p:grpSpPr>
                    <a:xfrm flipH="1">
                      <a:off x="6478587" y="4022061"/>
                      <a:ext cx="214313" cy="214313"/>
                      <a:chOff x="5354637" y="3446463"/>
                      <a:chExt cx="214313" cy="214313"/>
                    </a:xfrm>
                  </p:grpSpPr>
                  <p:sp>
                    <p:nvSpPr>
                      <p:cNvPr id="5803" name="Arc 5802">
                        <a:extLst>
                          <a:ext uri="{FF2B5EF4-FFF2-40B4-BE49-F238E27FC236}">
                            <a16:creationId xmlns:a16="http://schemas.microsoft.com/office/drawing/2014/main" id="{9A0EF3FD-B4E1-6A62-9D40-5BD70F48E6F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804" name="Arc 5803">
                        <a:extLst>
                          <a:ext uri="{FF2B5EF4-FFF2-40B4-BE49-F238E27FC236}">
                            <a16:creationId xmlns:a16="http://schemas.microsoft.com/office/drawing/2014/main" id="{55902371-D122-E4FE-35D7-296C7F07384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796" name="Group 5795">
                      <a:extLst>
                        <a:ext uri="{FF2B5EF4-FFF2-40B4-BE49-F238E27FC236}">
                          <a16:creationId xmlns:a16="http://schemas.microsoft.com/office/drawing/2014/main" id="{CA5760DC-A734-A236-C457-DC53F335DCED}"/>
                        </a:ext>
                      </a:extLst>
                    </p:cNvPr>
                    <p:cNvGrpSpPr/>
                    <p:nvPr/>
                  </p:nvGrpSpPr>
                  <p:grpSpPr>
                    <a:xfrm rot="7200000" flipH="1">
                      <a:off x="6434137" y="3977611"/>
                      <a:ext cx="303213" cy="303213"/>
                      <a:chOff x="5354637" y="3446463"/>
                      <a:chExt cx="214313" cy="214313"/>
                    </a:xfrm>
                  </p:grpSpPr>
                  <p:sp>
                    <p:nvSpPr>
                      <p:cNvPr id="5801" name="Arc 5800">
                        <a:extLst>
                          <a:ext uri="{FF2B5EF4-FFF2-40B4-BE49-F238E27FC236}">
                            <a16:creationId xmlns:a16="http://schemas.microsoft.com/office/drawing/2014/main" id="{9101D9E3-8FA6-6166-FD97-36B366E51CB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802" name="Arc 5801">
                        <a:extLst>
                          <a:ext uri="{FF2B5EF4-FFF2-40B4-BE49-F238E27FC236}">
                            <a16:creationId xmlns:a16="http://schemas.microsoft.com/office/drawing/2014/main" id="{4B51A5F2-C72B-FCD9-8595-10230846FDB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797" name="Group 5796">
                      <a:extLst>
                        <a:ext uri="{FF2B5EF4-FFF2-40B4-BE49-F238E27FC236}">
                          <a16:creationId xmlns:a16="http://schemas.microsoft.com/office/drawing/2014/main" id="{8C444ACF-4EDC-0801-8439-5D963447880B}"/>
                        </a:ext>
                      </a:extLst>
                    </p:cNvPr>
                    <p:cNvGrpSpPr/>
                    <p:nvPr/>
                  </p:nvGrpSpPr>
                  <p:grpSpPr>
                    <a:xfrm rot="14400000" flipH="1">
                      <a:off x="6389147" y="3932622"/>
                      <a:ext cx="393192" cy="393192"/>
                      <a:chOff x="5354637" y="3446463"/>
                      <a:chExt cx="214313" cy="214313"/>
                    </a:xfrm>
                  </p:grpSpPr>
                  <p:sp>
                    <p:nvSpPr>
                      <p:cNvPr id="5799" name="Arc 5798">
                        <a:extLst>
                          <a:ext uri="{FF2B5EF4-FFF2-40B4-BE49-F238E27FC236}">
                            <a16:creationId xmlns:a16="http://schemas.microsoft.com/office/drawing/2014/main" id="{F728BF30-7406-472D-A12D-9F1BD0D06B4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800" name="Arc 5799">
                        <a:extLst>
                          <a:ext uri="{FF2B5EF4-FFF2-40B4-BE49-F238E27FC236}">
                            <a16:creationId xmlns:a16="http://schemas.microsoft.com/office/drawing/2014/main" id="{7E638232-5561-281D-4261-656C0EB516B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798" name="TextBox 5797">
                      <a:extLst>
                        <a:ext uri="{FF2B5EF4-FFF2-40B4-BE49-F238E27FC236}">
                          <a16:creationId xmlns:a16="http://schemas.microsoft.com/office/drawing/2014/main" id="{39D41172-60A3-532B-7F94-540BC5488BA1}"/>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744" name="Group 5743">
                  <a:extLst>
                    <a:ext uri="{FF2B5EF4-FFF2-40B4-BE49-F238E27FC236}">
                      <a16:creationId xmlns:a16="http://schemas.microsoft.com/office/drawing/2014/main" id="{CF7630BC-89B4-B399-4DF5-843EB0596DEC}"/>
                    </a:ext>
                  </a:extLst>
                </p:cNvPr>
                <p:cNvGrpSpPr/>
                <p:nvPr/>
              </p:nvGrpSpPr>
              <p:grpSpPr>
                <a:xfrm>
                  <a:off x="6069086" y="3246228"/>
                  <a:ext cx="1019224" cy="991639"/>
                  <a:chOff x="5886431" y="3225768"/>
                  <a:chExt cx="1019224" cy="991639"/>
                </a:xfrm>
              </p:grpSpPr>
              <p:grpSp>
                <p:nvGrpSpPr>
                  <p:cNvPr id="5745" name="Group 5744">
                    <a:extLst>
                      <a:ext uri="{FF2B5EF4-FFF2-40B4-BE49-F238E27FC236}">
                        <a16:creationId xmlns:a16="http://schemas.microsoft.com/office/drawing/2014/main" id="{196DAC02-2A99-41DC-22CF-1DD77DF6EC89}"/>
                      </a:ext>
                    </a:extLst>
                  </p:cNvPr>
                  <p:cNvGrpSpPr/>
                  <p:nvPr/>
                </p:nvGrpSpPr>
                <p:grpSpPr>
                  <a:xfrm>
                    <a:off x="6197413" y="3824215"/>
                    <a:ext cx="393192" cy="393192"/>
                    <a:chOff x="5265196" y="3357021"/>
                    <a:chExt cx="393192" cy="393192"/>
                  </a:xfrm>
                </p:grpSpPr>
                <p:grpSp>
                  <p:nvGrpSpPr>
                    <p:cNvPr id="5780" name="Group 5779">
                      <a:extLst>
                        <a:ext uri="{FF2B5EF4-FFF2-40B4-BE49-F238E27FC236}">
                          <a16:creationId xmlns:a16="http://schemas.microsoft.com/office/drawing/2014/main" id="{6CD17CCB-1C37-7B0A-813B-49D506C5D9A4}"/>
                        </a:ext>
                      </a:extLst>
                    </p:cNvPr>
                    <p:cNvGrpSpPr/>
                    <p:nvPr/>
                  </p:nvGrpSpPr>
                  <p:grpSpPr>
                    <a:xfrm rot="14400000">
                      <a:off x="5265196" y="3357021"/>
                      <a:ext cx="393192" cy="393192"/>
                      <a:chOff x="5354637" y="3446463"/>
                      <a:chExt cx="214313" cy="214313"/>
                    </a:xfrm>
                  </p:grpSpPr>
                  <p:sp>
                    <p:nvSpPr>
                      <p:cNvPr id="5789" name="Arc 5788">
                        <a:extLst>
                          <a:ext uri="{FF2B5EF4-FFF2-40B4-BE49-F238E27FC236}">
                            <a16:creationId xmlns:a16="http://schemas.microsoft.com/office/drawing/2014/main" id="{BD5E4391-DB95-22EA-7E6D-32DC47619EE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790" name="Arc 5789">
                        <a:extLst>
                          <a:ext uri="{FF2B5EF4-FFF2-40B4-BE49-F238E27FC236}">
                            <a16:creationId xmlns:a16="http://schemas.microsoft.com/office/drawing/2014/main" id="{D5A9CC67-FCA3-8A4E-8EFD-442917A74D6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781" name="Group 5780">
                      <a:extLst>
                        <a:ext uri="{FF2B5EF4-FFF2-40B4-BE49-F238E27FC236}">
                          <a16:creationId xmlns:a16="http://schemas.microsoft.com/office/drawing/2014/main" id="{882B8958-5949-EDEC-ED58-97AA8F67763B}"/>
                        </a:ext>
                      </a:extLst>
                    </p:cNvPr>
                    <p:cNvGrpSpPr/>
                    <p:nvPr/>
                  </p:nvGrpSpPr>
                  <p:grpSpPr>
                    <a:xfrm>
                      <a:off x="5310186" y="3402011"/>
                      <a:ext cx="303213" cy="303213"/>
                      <a:chOff x="5310186" y="3402011"/>
                      <a:chExt cx="303213" cy="303213"/>
                    </a:xfrm>
                  </p:grpSpPr>
                  <p:grpSp>
                    <p:nvGrpSpPr>
                      <p:cNvPr id="5782" name="Group 5781">
                        <a:extLst>
                          <a:ext uri="{FF2B5EF4-FFF2-40B4-BE49-F238E27FC236}">
                            <a16:creationId xmlns:a16="http://schemas.microsoft.com/office/drawing/2014/main" id="{AF844A64-A9D6-9C1B-6C17-1A9EE186F087}"/>
                          </a:ext>
                        </a:extLst>
                      </p:cNvPr>
                      <p:cNvGrpSpPr/>
                      <p:nvPr/>
                    </p:nvGrpSpPr>
                    <p:grpSpPr>
                      <a:xfrm>
                        <a:off x="5354636" y="3446461"/>
                        <a:ext cx="214313" cy="214313"/>
                        <a:chOff x="5354637" y="3446463"/>
                        <a:chExt cx="214313" cy="214313"/>
                      </a:xfrm>
                    </p:grpSpPr>
                    <p:sp>
                      <p:nvSpPr>
                        <p:cNvPr id="5787" name="Arc 5786">
                          <a:extLst>
                            <a:ext uri="{FF2B5EF4-FFF2-40B4-BE49-F238E27FC236}">
                              <a16:creationId xmlns:a16="http://schemas.microsoft.com/office/drawing/2014/main" id="{16ABC392-B164-BE4E-CDF0-350335DACF3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788" name="Arc 5787">
                          <a:extLst>
                            <a:ext uri="{FF2B5EF4-FFF2-40B4-BE49-F238E27FC236}">
                              <a16:creationId xmlns:a16="http://schemas.microsoft.com/office/drawing/2014/main" id="{44837C8F-0220-D3A2-68ED-722B63EEF34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783" name="Group 5782">
                        <a:extLst>
                          <a:ext uri="{FF2B5EF4-FFF2-40B4-BE49-F238E27FC236}">
                            <a16:creationId xmlns:a16="http://schemas.microsoft.com/office/drawing/2014/main" id="{3EDF3438-970C-E34B-124F-2EBE6E0FCF8F}"/>
                          </a:ext>
                        </a:extLst>
                      </p:cNvPr>
                      <p:cNvGrpSpPr/>
                      <p:nvPr/>
                    </p:nvGrpSpPr>
                    <p:grpSpPr>
                      <a:xfrm rot="7200000">
                        <a:off x="5310186" y="3402011"/>
                        <a:ext cx="303213" cy="303213"/>
                        <a:chOff x="5354637" y="3446463"/>
                        <a:chExt cx="214313" cy="214313"/>
                      </a:xfrm>
                    </p:grpSpPr>
                    <p:sp>
                      <p:nvSpPr>
                        <p:cNvPr id="5785" name="Arc 5784">
                          <a:extLst>
                            <a:ext uri="{FF2B5EF4-FFF2-40B4-BE49-F238E27FC236}">
                              <a16:creationId xmlns:a16="http://schemas.microsoft.com/office/drawing/2014/main" id="{16257640-C3AA-104D-013B-52A1B0A859A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786" name="Arc 5785">
                          <a:extLst>
                            <a:ext uri="{FF2B5EF4-FFF2-40B4-BE49-F238E27FC236}">
                              <a16:creationId xmlns:a16="http://schemas.microsoft.com/office/drawing/2014/main" id="{1FE1C1A1-107B-F3FF-3CCD-DD8D627C721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784" name="TextBox 5783">
                        <a:extLst>
                          <a:ext uri="{FF2B5EF4-FFF2-40B4-BE49-F238E27FC236}">
                            <a16:creationId xmlns:a16="http://schemas.microsoft.com/office/drawing/2014/main" id="{BFA6A2A5-607D-E053-7CD4-969371CE4C2B}"/>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746" name="Group 5745">
                    <a:extLst>
                      <a:ext uri="{FF2B5EF4-FFF2-40B4-BE49-F238E27FC236}">
                        <a16:creationId xmlns:a16="http://schemas.microsoft.com/office/drawing/2014/main" id="{37D0E19D-FBD4-E6CB-D4D5-4EB7354BC1DF}"/>
                      </a:ext>
                    </a:extLst>
                  </p:cNvPr>
                  <p:cNvGrpSpPr/>
                  <p:nvPr/>
                </p:nvGrpSpPr>
                <p:grpSpPr>
                  <a:xfrm>
                    <a:off x="5886431" y="3525040"/>
                    <a:ext cx="393192" cy="393192"/>
                    <a:chOff x="5265196" y="3932619"/>
                    <a:chExt cx="393192" cy="393192"/>
                  </a:xfrm>
                </p:grpSpPr>
                <p:grpSp>
                  <p:nvGrpSpPr>
                    <p:cNvPr id="5770" name="Group 5769">
                      <a:extLst>
                        <a:ext uri="{FF2B5EF4-FFF2-40B4-BE49-F238E27FC236}">
                          <a16:creationId xmlns:a16="http://schemas.microsoft.com/office/drawing/2014/main" id="{0167BCEF-1231-1E1B-856B-FAEFA041EFE1}"/>
                        </a:ext>
                      </a:extLst>
                    </p:cNvPr>
                    <p:cNvGrpSpPr/>
                    <p:nvPr/>
                  </p:nvGrpSpPr>
                  <p:grpSpPr>
                    <a:xfrm>
                      <a:off x="5354636" y="4022061"/>
                      <a:ext cx="214313" cy="214313"/>
                      <a:chOff x="5354637" y="3446463"/>
                      <a:chExt cx="214313" cy="214313"/>
                    </a:xfrm>
                  </p:grpSpPr>
                  <p:sp>
                    <p:nvSpPr>
                      <p:cNvPr id="5778" name="Arc 5777">
                        <a:extLst>
                          <a:ext uri="{FF2B5EF4-FFF2-40B4-BE49-F238E27FC236}">
                            <a16:creationId xmlns:a16="http://schemas.microsoft.com/office/drawing/2014/main" id="{C60F4119-33CC-226D-98E9-1170FCD1BC5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779" name="Arc 5778">
                        <a:extLst>
                          <a:ext uri="{FF2B5EF4-FFF2-40B4-BE49-F238E27FC236}">
                            <a16:creationId xmlns:a16="http://schemas.microsoft.com/office/drawing/2014/main" id="{07F21123-B264-3E00-A0C0-E2F3C366E93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771" name="Group 5770">
                      <a:extLst>
                        <a:ext uri="{FF2B5EF4-FFF2-40B4-BE49-F238E27FC236}">
                          <a16:creationId xmlns:a16="http://schemas.microsoft.com/office/drawing/2014/main" id="{A3EC3D2D-B752-5E26-0DCF-CACB5423A7D9}"/>
                        </a:ext>
                      </a:extLst>
                    </p:cNvPr>
                    <p:cNvGrpSpPr/>
                    <p:nvPr/>
                  </p:nvGrpSpPr>
                  <p:grpSpPr>
                    <a:xfrm rot="14400000">
                      <a:off x="5310186" y="3977611"/>
                      <a:ext cx="303213" cy="303213"/>
                      <a:chOff x="5354637" y="3446463"/>
                      <a:chExt cx="214313" cy="214313"/>
                    </a:xfrm>
                  </p:grpSpPr>
                  <p:sp>
                    <p:nvSpPr>
                      <p:cNvPr id="5776" name="Arc 5775">
                        <a:extLst>
                          <a:ext uri="{FF2B5EF4-FFF2-40B4-BE49-F238E27FC236}">
                            <a16:creationId xmlns:a16="http://schemas.microsoft.com/office/drawing/2014/main" id="{146C108D-CA36-3F9D-E6C9-11243452ABA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777" name="Arc 5776">
                        <a:extLst>
                          <a:ext uri="{FF2B5EF4-FFF2-40B4-BE49-F238E27FC236}">
                            <a16:creationId xmlns:a16="http://schemas.microsoft.com/office/drawing/2014/main" id="{FC0226E3-66AB-3869-2D96-282B30A8C04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772" name="Group 5771">
                      <a:extLst>
                        <a:ext uri="{FF2B5EF4-FFF2-40B4-BE49-F238E27FC236}">
                          <a16:creationId xmlns:a16="http://schemas.microsoft.com/office/drawing/2014/main" id="{33A4CB2E-48C4-C2E2-FFCC-4B41322AC2EB}"/>
                        </a:ext>
                      </a:extLst>
                    </p:cNvPr>
                    <p:cNvGrpSpPr/>
                    <p:nvPr/>
                  </p:nvGrpSpPr>
                  <p:grpSpPr>
                    <a:xfrm rot="7200000">
                      <a:off x="5265196" y="3932619"/>
                      <a:ext cx="393192" cy="393192"/>
                      <a:chOff x="5354637" y="3446463"/>
                      <a:chExt cx="214313" cy="214313"/>
                    </a:xfrm>
                  </p:grpSpPr>
                  <p:sp>
                    <p:nvSpPr>
                      <p:cNvPr id="5774" name="Arc 5773">
                        <a:extLst>
                          <a:ext uri="{FF2B5EF4-FFF2-40B4-BE49-F238E27FC236}">
                            <a16:creationId xmlns:a16="http://schemas.microsoft.com/office/drawing/2014/main" id="{66B07CFE-C419-E9C5-3C71-B6029CE6CFE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775" name="Arc 5774">
                        <a:extLst>
                          <a:ext uri="{FF2B5EF4-FFF2-40B4-BE49-F238E27FC236}">
                            <a16:creationId xmlns:a16="http://schemas.microsoft.com/office/drawing/2014/main" id="{A1ACE90A-6ADA-66A8-80F9-2A4E06F5581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773" name="TextBox 5772">
                      <a:extLst>
                        <a:ext uri="{FF2B5EF4-FFF2-40B4-BE49-F238E27FC236}">
                          <a16:creationId xmlns:a16="http://schemas.microsoft.com/office/drawing/2014/main" id="{FB16DC6A-7736-71C5-6574-09234C5830CE}"/>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5747" name="Group 5746">
                    <a:extLst>
                      <a:ext uri="{FF2B5EF4-FFF2-40B4-BE49-F238E27FC236}">
                        <a16:creationId xmlns:a16="http://schemas.microsoft.com/office/drawing/2014/main" id="{7EB9964B-1CAD-05A3-5C27-BA8C2C7043C0}"/>
                      </a:ext>
                    </a:extLst>
                  </p:cNvPr>
                  <p:cNvGrpSpPr/>
                  <p:nvPr/>
                </p:nvGrpSpPr>
                <p:grpSpPr>
                  <a:xfrm>
                    <a:off x="6512463" y="3525040"/>
                    <a:ext cx="393192" cy="393192"/>
                    <a:chOff x="6389147" y="3357021"/>
                    <a:chExt cx="393192" cy="393192"/>
                  </a:xfrm>
                </p:grpSpPr>
                <p:grpSp>
                  <p:nvGrpSpPr>
                    <p:cNvPr id="5759" name="Group 5758">
                      <a:extLst>
                        <a:ext uri="{FF2B5EF4-FFF2-40B4-BE49-F238E27FC236}">
                          <a16:creationId xmlns:a16="http://schemas.microsoft.com/office/drawing/2014/main" id="{D835F3C3-323A-4C1A-A7D2-B4EE9554F4EB}"/>
                        </a:ext>
                      </a:extLst>
                    </p:cNvPr>
                    <p:cNvGrpSpPr/>
                    <p:nvPr/>
                  </p:nvGrpSpPr>
                  <p:grpSpPr>
                    <a:xfrm rot="7200000" flipH="1">
                      <a:off x="6389147" y="3357021"/>
                      <a:ext cx="393192" cy="393192"/>
                      <a:chOff x="5354637" y="3446463"/>
                      <a:chExt cx="214313" cy="214313"/>
                    </a:xfrm>
                  </p:grpSpPr>
                  <p:sp>
                    <p:nvSpPr>
                      <p:cNvPr id="5768" name="Arc 5767">
                        <a:extLst>
                          <a:ext uri="{FF2B5EF4-FFF2-40B4-BE49-F238E27FC236}">
                            <a16:creationId xmlns:a16="http://schemas.microsoft.com/office/drawing/2014/main" id="{E7D6EE57-E518-B226-D8A3-1CD865C52F7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769" name="Arc 5768">
                        <a:extLst>
                          <a:ext uri="{FF2B5EF4-FFF2-40B4-BE49-F238E27FC236}">
                            <a16:creationId xmlns:a16="http://schemas.microsoft.com/office/drawing/2014/main" id="{F564BB7F-B3E5-59EC-3561-7CD4D00B3E4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760" name="Group 5759">
                      <a:extLst>
                        <a:ext uri="{FF2B5EF4-FFF2-40B4-BE49-F238E27FC236}">
                          <a16:creationId xmlns:a16="http://schemas.microsoft.com/office/drawing/2014/main" id="{78EB65E6-AAA7-8251-C805-5BB394FAAA11}"/>
                        </a:ext>
                      </a:extLst>
                    </p:cNvPr>
                    <p:cNvGrpSpPr/>
                    <p:nvPr/>
                  </p:nvGrpSpPr>
                  <p:grpSpPr>
                    <a:xfrm>
                      <a:off x="6434137" y="3402011"/>
                      <a:ext cx="303213" cy="303213"/>
                      <a:chOff x="6434137" y="3402011"/>
                      <a:chExt cx="303213" cy="303213"/>
                    </a:xfrm>
                  </p:grpSpPr>
                  <p:grpSp>
                    <p:nvGrpSpPr>
                      <p:cNvPr id="5761" name="Group 5760">
                        <a:extLst>
                          <a:ext uri="{FF2B5EF4-FFF2-40B4-BE49-F238E27FC236}">
                            <a16:creationId xmlns:a16="http://schemas.microsoft.com/office/drawing/2014/main" id="{52B73952-E34E-0A14-CC4C-7EF33F847739}"/>
                          </a:ext>
                        </a:extLst>
                      </p:cNvPr>
                      <p:cNvGrpSpPr/>
                      <p:nvPr/>
                    </p:nvGrpSpPr>
                    <p:grpSpPr>
                      <a:xfrm flipH="1">
                        <a:off x="6478587" y="3446461"/>
                        <a:ext cx="214313" cy="214313"/>
                        <a:chOff x="5354637" y="3446463"/>
                        <a:chExt cx="214313" cy="214313"/>
                      </a:xfrm>
                    </p:grpSpPr>
                    <p:sp>
                      <p:nvSpPr>
                        <p:cNvPr id="5766" name="Arc 5765">
                          <a:extLst>
                            <a:ext uri="{FF2B5EF4-FFF2-40B4-BE49-F238E27FC236}">
                              <a16:creationId xmlns:a16="http://schemas.microsoft.com/office/drawing/2014/main" id="{72DB71DF-52CC-0E4B-4E56-2B4B9892421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767" name="Arc 5766">
                          <a:extLst>
                            <a:ext uri="{FF2B5EF4-FFF2-40B4-BE49-F238E27FC236}">
                              <a16:creationId xmlns:a16="http://schemas.microsoft.com/office/drawing/2014/main" id="{66A7821D-F2CE-12BC-9CA8-4FF3A38C18A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762" name="Group 5761">
                        <a:extLst>
                          <a:ext uri="{FF2B5EF4-FFF2-40B4-BE49-F238E27FC236}">
                            <a16:creationId xmlns:a16="http://schemas.microsoft.com/office/drawing/2014/main" id="{1E71326F-7691-21E7-46D1-0617A985A150}"/>
                          </a:ext>
                        </a:extLst>
                      </p:cNvPr>
                      <p:cNvGrpSpPr/>
                      <p:nvPr/>
                    </p:nvGrpSpPr>
                    <p:grpSpPr>
                      <a:xfrm rot="14400000" flipH="1">
                        <a:off x="6434137" y="3402011"/>
                        <a:ext cx="303213" cy="303213"/>
                        <a:chOff x="5354637" y="3446463"/>
                        <a:chExt cx="214313" cy="214313"/>
                      </a:xfrm>
                    </p:grpSpPr>
                    <p:sp>
                      <p:nvSpPr>
                        <p:cNvPr id="5764" name="Arc 5763">
                          <a:extLst>
                            <a:ext uri="{FF2B5EF4-FFF2-40B4-BE49-F238E27FC236}">
                              <a16:creationId xmlns:a16="http://schemas.microsoft.com/office/drawing/2014/main" id="{5E3316C2-EF07-6D46-5C1A-D8AEC20BCD2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765" name="Arc 5764">
                          <a:extLst>
                            <a:ext uri="{FF2B5EF4-FFF2-40B4-BE49-F238E27FC236}">
                              <a16:creationId xmlns:a16="http://schemas.microsoft.com/office/drawing/2014/main" id="{F3DB5CFC-021E-8170-D847-264D40F8700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763" name="TextBox 5762">
                        <a:extLst>
                          <a:ext uri="{FF2B5EF4-FFF2-40B4-BE49-F238E27FC236}">
                            <a16:creationId xmlns:a16="http://schemas.microsoft.com/office/drawing/2014/main" id="{045B0672-3194-F0DD-925D-AC7D0BC1C005}"/>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748" name="Group 5747">
                    <a:extLst>
                      <a:ext uri="{FF2B5EF4-FFF2-40B4-BE49-F238E27FC236}">
                        <a16:creationId xmlns:a16="http://schemas.microsoft.com/office/drawing/2014/main" id="{FB3AE96A-CF2F-C8CB-BF7F-985588586201}"/>
                      </a:ext>
                    </a:extLst>
                  </p:cNvPr>
                  <p:cNvGrpSpPr/>
                  <p:nvPr/>
                </p:nvGrpSpPr>
                <p:grpSpPr>
                  <a:xfrm>
                    <a:off x="6197413" y="3225768"/>
                    <a:ext cx="393192" cy="393192"/>
                    <a:chOff x="6389147" y="3932622"/>
                    <a:chExt cx="393192" cy="393192"/>
                  </a:xfrm>
                </p:grpSpPr>
                <p:grpSp>
                  <p:nvGrpSpPr>
                    <p:cNvPr id="5749" name="Group 5748">
                      <a:extLst>
                        <a:ext uri="{FF2B5EF4-FFF2-40B4-BE49-F238E27FC236}">
                          <a16:creationId xmlns:a16="http://schemas.microsoft.com/office/drawing/2014/main" id="{B4B77B83-BB48-25BF-27F5-7B052F8725BD}"/>
                        </a:ext>
                      </a:extLst>
                    </p:cNvPr>
                    <p:cNvGrpSpPr/>
                    <p:nvPr/>
                  </p:nvGrpSpPr>
                  <p:grpSpPr>
                    <a:xfrm flipH="1">
                      <a:off x="6478587" y="4022061"/>
                      <a:ext cx="214313" cy="214313"/>
                      <a:chOff x="5354637" y="3446463"/>
                      <a:chExt cx="214313" cy="214313"/>
                    </a:xfrm>
                  </p:grpSpPr>
                  <p:sp>
                    <p:nvSpPr>
                      <p:cNvPr id="5757" name="Arc 5756">
                        <a:extLst>
                          <a:ext uri="{FF2B5EF4-FFF2-40B4-BE49-F238E27FC236}">
                            <a16:creationId xmlns:a16="http://schemas.microsoft.com/office/drawing/2014/main" id="{9BAC5D9F-1CF5-7F67-5170-EA9284A77E2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758" name="Arc 5757">
                        <a:extLst>
                          <a:ext uri="{FF2B5EF4-FFF2-40B4-BE49-F238E27FC236}">
                            <a16:creationId xmlns:a16="http://schemas.microsoft.com/office/drawing/2014/main" id="{B914471D-83A9-F2F1-6067-F91ABE0923D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750" name="Group 5749">
                      <a:extLst>
                        <a:ext uri="{FF2B5EF4-FFF2-40B4-BE49-F238E27FC236}">
                          <a16:creationId xmlns:a16="http://schemas.microsoft.com/office/drawing/2014/main" id="{6E26DC6D-564A-C19C-0DB4-D6C5FB75A191}"/>
                        </a:ext>
                      </a:extLst>
                    </p:cNvPr>
                    <p:cNvGrpSpPr/>
                    <p:nvPr/>
                  </p:nvGrpSpPr>
                  <p:grpSpPr>
                    <a:xfrm rot="7200000" flipH="1">
                      <a:off x="6434137" y="3977611"/>
                      <a:ext cx="303213" cy="303213"/>
                      <a:chOff x="5354637" y="3446463"/>
                      <a:chExt cx="214313" cy="214313"/>
                    </a:xfrm>
                  </p:grpSpPr>
                  <p:sp>
                    <p:nvSpPr>
                      <p:cNvPr id="5755" name="Arc 5754">
                        <a:extLst>
                          <a:ext uri="{FF2B5EF4-FFF2-40B4-BE49-F238E27FC236}">
                            <a16:creationId xmlns:a16="http://schemas.microsoft.com/office/drawing/2014/main" id="{DF11D5CF-10E4-A023-9BE7-DC38B732397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756" name="Arc 5755">
                        <a:extLst>
                          <a:ext uri="{FF2B5EF4-FFF2-40B4-BE49-F238E27FC236}">
                            <a16:creationId xmlns:a16="http://schemas.microsoft.com/office/drawing/2014/main" id="{B31449E4-DD66-CA38-B979-5D83FA9F69F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751" name="Group 5750">
                      <a:extLst>
                        <a:ext uri="{FF2B5EF4-FFF2-40B4-BE49-F238E27FC236}">
                          <a16:creationId xmlns:a16="http://schemas.microsoft.com/office/drawing/2014/main" id="{58EBE682-71EF-DD67-D71E-A5E4142D71B1}"/>
                        </a:ext>
                      </a:extLst>
                    </p:cNvPr>
                    <p:cNvGrpSpPr/>
                    <p:nvPr/>
                  </p:nvGrpSpPr>
                  <p:grpSpPr>
                    <a:xfrm rot="14400000" flipH="1">
                      <a:off x="6389147" y="3932622"/>
                      <a:ext cx="393192" cy="393192"/>
                      <a:chOff x="5354637" y="3446463"/>
                      <a:chExt cx="214313" cy="214313"/>
                    </a:xfrm>
                  </p:grpSpPr>
                  <p:sp>
                    <p:nvSpPr>
                      <p:cNvPr id="5753" name="Arc 5752">
                        <a:extLst>
                          <a:ext uri="{FF2B5EF4-FFF2-40B4-BE49-F238E27FC236}">
                            <a16:creationId xmlns:a16="http://schemas.microsoft.com/office/drawing/2014/main" id="{8B601E3E-394D-E6F2-B143-E1C698EC2DB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754" name="Arc 5753">
                        <a:extLst>
                          <a:ext uri="{FF2B5EF4-FFF2-40B4-BE49-F238E27FC236}">
                            <a16:creationId xmlns:a16="http://schemas.microsoft.com/office/drawing/2014/main" id="{6EB63A89-F299-4B86-DA71-19B20A06587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752" name="TextBox 5751">
                      <a:extLst>
                        <a:ext uri="{FF2B5EF4-FFF2-40B4-BE49-F238E27FC236}">
                          <a16:creationId xmlns:a16="http://schemas.microsoft.com/office/drawing/2014/main" id="{475ED409-3CFF-51E8-A3A2-B89F189EA3C5}"/>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3067" name="Group 3066">
              <a:extLst>
                <a:ext uri="{FF2B5EF4-FFF2-40B4-BE49-F238E27FC236}">
                  <a16:creationId xmlns:a16="http://schemas.microsoft.com/office/drawing/2014/main" id="{6588BDF0-307A-36E0-ACD8-CEF5FF812B43}"/>
                </a:ext>
              </a:extLst>
            </p:cNvPr>
            <p:cNvGrpSpPr/>
            <p:nvPr/>
          </p:nvGrpSpPr>
          <p:grpSpPr>
            <a:xfrm>
              <a:off x="8413769" y="-762992"/>
              <a:ext cx="2263438" cy="2198360"/>
              <a:chOff x="5445106" y="2039507"/>
              <a:chExt cx="2263438" cy="2198360"/>
            </a:xfrm>
          </p:grpSpPr>
          <p:grpSp>
            <p:nvGrpSpPr>
              <p:cNvPr id="5551" name="Group 5550">
                <a:extLst>
                  <a:ext uri="{FF2B5EF4-FFF2-40B4-BE49-F238E27FC236}">
                    <a16:creationId xmlns:a16="http://schemas.microsoft.com/office/drawing/2014/main" id="{97196B42-4936-0ECD-37CB-CDBB49D0CC8C}"/>
                  </a:ext>
                </a:extLst>
              </p:cNvPr>
              <p:cNvGrpSpPr/>
              <p:nvPr/>
            </p:nvGrpSpPr>
            <p:grpSpPr>
              <a:xfrm>
                <a:off x="5445106" y="2644743"/>
                <a:ext cx="1643204" cy="1593124"/>
                <a:chOff x="5445106" y="2644743"/>
                <a:chExt cx="1643204" cy="1593124"/>
              </a:xfrm>
            </p:grpSpPr>
            <p:grpSp>
              <p:nvGrpSpPr>
                <p:cNvPr id="5647" name="Group 5646">
                  <a:extLst>
                    <a:ext uri="{FF2B5EF4-FFF2-40B4-BE49-F238E27FC236}">
                      <a16:creationId xmlns:a16="http://schemas.microsoft.com/office/drawing/2014/main" id="{9C3FCB0E-2C1D-2E41-D927-10234491E811}"/>
                    </a:ext>
                  </a:extLst>
                </p:cNvPr>
                <p:cNvGrpSpPr/>
                <p:nvPr/>
              </p:nvGrpSpPr>
              <p:grpSpPr>
                <a:xfrm>
                  <a:off x="5445106" y="2644743"/>
                  <a:ext cx="1019224" cy="991639"/>
                  <a:chOff x="5886431" y="3225768"/>
                  <a:chExt cx="1019224" cy="991639"/>
                </a:xfrm>
              </p:grpSpPr>
              <p:grpSp>
                <p:nvGrpSpPr>
                  <p:cNvPr id="5695" name="Group 5694">
                    <a:extLst>
                      <a:ext uri="{FF2B5EF4-FFF2-40B4-BE49-F238E27FC236}">
                        <a16:creationId xmlns:a16="http://schemas.microsoft.com/office/drawing/2014/main" id="{2EA7F5A7-BE50-DC91-2F61-2A230641A570}"/>
                      </a:ext>
                    </a:extLst>
                  </p:cNvPr>
                  <p:cNvGrpSpPr/>
                  <p:nvPr/>
                </p:nvGrpSpPr>
                <p:grpSpPr>
                  <a:xfrm>
                    <a:off x="6197413" y="3824215"/>
                    <a:ext cx="393192" cy="393192"/>
                    <a:chOff x="5265196" y="3357021"/>
                    <a:chExt cx="393192" cy="393192"/>
                  </a:xfrm>
                </p:grpSpPr>
                <p:grpSp>
                  <p:nvGrpSpPr>
                    <p:cNvPr id="5730" name="Group 5729">
                      <a:extLst>
                        <a:ext uri="{FF2B5EF4-FFF2-40B4-BE49-F238E27FC236}">
                          <a16:creationId xmlns:a16="http://schemas.microsoft.com/office/drawing/2014/main" id="{9EE1D656-117C-5B65-3EB2-CAE75819D15B}"/>
                        </a:ext>
                      </a:extLst>
                    </p:cNvPr>
                    <p:cNvGrpSpPr/>
                    <p:nvPr/>
                  </p:nvGrpSpPr>
                  <p:grpSpPr>
                    <a:xfrm rot="14400000">
                      <a:off x="5265196" y="3357021"/>
                      <a:ext cx="393192" cy="393192"/>
                      <a:chOff x="5354637" y="3446463"/>
                      <a:chExt cx="214313" cy="214313"/>
                    </a:xfrm>
                  </p:grpSpPr>
                  <p:sp>
                    <p:nvSpPr>
                      <p:cNvPr id="5739" name="Arc 5738">
                        <a:extLst>
                          <a:ext uri="{FF2B5EF4-FFF2-40B4-BE49-F238E27FC236}">
                            <a16:creationId xmlns:a16="http://schemas.microsoft.com/office/drawing/2014/main" id="{71E35BFA-377D-CF6E-FCE1-B5E0087E13C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740" name="Arc 5739">
                        <a:extLst>
                          <a:ext uri="{FF2B5EF4-FFF2-40B4-BE49-F238E27FC236}">
                            <a16:creationId xmlns:a16="http://schemas.microsoft.com/office/drawing/2014/main" id="{32775FEE-B14C-BBFF-93FC-DB78D4DA6F6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731" name="Group 5730">
                      <a:extLst>
                        <a:ext uri="{FF2B5EF4-FFF2-40B4-BE49-F238E27FC236}">
                          <a16:creationId xmlns:a16="http://schemas.microsoft.com/office/drawing/2014/main" id="{4C2F92B1-4F9F-51EC-2471-C676E6A45E00}"/>
                        </a:ext>
                      </a:extLst>
                    </p:cNvPr>
                    <p:cNvGrpSpPr/>
                    <p:nvPr/>
                  </p:nvGrpSpPr>
                  <p:grpSpPr>
                    <a:xfrm>
                      <a:off x="5310186" y="3402011"/>
                      <a:ext cx="303213" cy="303213"/>
                      <a:chOff x="5310186" y="3402011"/>
                      <a:chExt cx="303213" cy="303213"/>
                    </a:xfrm>
                  </p:grpSpPr>
                  <p:grpSp>
                    <p:nvGrpSpPr>
                      <p:cNvPr id="5732" name="Group 5731">
                        <a:extLst>
                          <a:ext uri="{FF2B5EF4-FFF2-40B4-BE49-F238E27FC236}">
                            <a16:creationId xmlns:a16="http://schemas.microsoft.com/office/drawing/2014/main" id="{D3DD3B9A-A938-1A97-12F1-F9784954C4D6}"/>
                          </a:ext>
                        </a:extLst>
                      </p:cNvPr>
                      <p:cNvGrpSpPr/>
                      <p:nvPr/>
                    </p:nvGrpSpPr>
                    <p:grpSpPr>
                      <a:xfrm>
                        <a:off x="5354636" y="3446461"/>
                        <a:ext cx="214313" cy="214313"/>
                        <a:chOff x="5354637" y="3446463"/>
                        <a:chExt cx="214313" cy="214313"/>
                      </a:xfrm>
                    </p:grpSpPr>
                    <p:sp>
                      <p:nvSpPr>
                        <p:cNvPr id="5737" name="Arc 5736">
                          <a:extLst>
                            <a:ext uri="{FF2B5EF4-FFF2-40B4-BE49-F238E27FC236}">
                              <a16:creationId xmlns:a16="http://schemas.microsoft.com/office/drawing/2014/main" id="{508F6CDC-E382-F329-A1F0-450BE97DDA2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738" name="Arc 5737">
                          <a:extLst>
                            <a:ext uri="{FF2B5EF4-FFF2-40B4-BE49-F238E27FC236}">
                              <a16:creationId xmlns:a16="http://schemas.microsoft.com/office/drawing/2014/main" id="{2FBD2643-8092-933D-AB8F-BC0DF2F157A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733" name="Group 5732">
                        <a:extLst>
                          <a:ext uri="{FF2B5EF4-FFF2-40B4-BE49-F238E27FC236}">
                            <a16:creationId xmlns:a16="http://schemas.microsoft.com/office/drawing/2014/main" id="{E85195DB-0F4E-9899-3128-1AC7BA94F0A1}"/>
                          </a:ext>
                        </a:extLst>
                      </p:cNvPr>
                      <p:cNvGrpSpPr/>
                      <p:nvPr/>
                    </p:nvGrpSpPr>
                    <p:grpSpPr>
                      <a:xfrm rot="7200000">
                        <a:off x="5310186" y="3402011"/>
                        <a:ext cx="303213" cy="303213"/>
                        <a:chOff x="5354637" y="3446463"/>
                        <a:chExt cx="214313" cy="214313"/>
                      </a:xfrm>
                    </p:grpSpPr>
                    <p:sp>
                      <p:nvSpPr>
                        <p:cNvPr id="5735" name="Arc 5734">
                          <a:extLst>
                            <a:ext uri="{FF2B5EF4-FFF2-40B4-BE49-F238E27FC236}">
                              <a16:creationId xmlns:a16="http://schemas.microsoft.com/office/drawing/2014/main" id="{FEEDADC1-BEF1-CE63-B488-B10852369D4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736" name="Arc 5735">
                          <a:extLst>
                            <a:ext uri="{FF2B5EF4-FFF2-40B4-BE49-F238E27FC236}">
                              <a16:creationId xmlns:a16="http://schemas.microsoft.com/office/drawing/2014/main" id="{F5BD559F-F651-7120-8732-A5224EE5DFF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734" name="TextBox 5733">
                        <a:extLst>
                          <a:ext uri="{FF2B5EF4-FFF2-40B4-BE49-F238E27FC236}">
                            <a16:creationId xmlns:a16="http://schemas.microsoft.com/office/drawing/2014/main" id="{CF2DD882-9D5D-56B4-130E-3B8F2C1D9297}"/>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696" name="Group 5695">
                    <a:extLst>
                      <a:ext uri="{FF2B5EF4-FFF2-40B4-BE49-F238E27FC236}">
                        <a16:creationId xmlns:a16="http://schemas.microsoft.com/office/drawing/2014/main" id="{6C90B541-8516-5EF3-6848-0D8969FBB5F3}"/>
                      </a:ext>
                    </a:extLst>
                  </p:cNvPr>
                  <p:cNvGrpSpPr/>
                  <p:nvPr/>
                </p:nvGrpSpPr>
                <p:grpSpPr>
                  <a:xfrm>
                    <a:off x="5886431" y="3525040"/>
                    <a:ext cx="393192" cy="393192"/>
                    <a:chOff x="5265196" y="3932619"/>
                    <a:chExt cx="393192" cy="393192"/>
                  </a:xfrm>
                </p:grpSpPr>
                <p:grpSp>
                  <p:nvGrpSpPr>
                    <p:cNvPr id="5720" name="Group 5719">
                      <a:extLst>
                        <a:ext uri="{FF2B5EF4-FFF2-40B4-BE49-F238E27FC236}">
                          <a16:creationId xmlns:a16="http://schemas.microsoft.com/office/drawing/2014/main" id="{7CA009C5-8394-3D27-4AAC-5D51B9559ABF}"/>
                        </a:ext>
                      </a:extLst>
                    </p:cNvPr>
                    <p:cNvGrpSpPr/>
                    <p:nvPr/>
                  </p:nvGrpSpPr>
                  <p:grpSpPr>
                    <a:xfrm>
                      <a:off x="5354636" y="4022061"/>
                      <a:ext cx="214313" cy="214313"/>
                      <a:chOff x="5354637" y="3446463"/>
                      <a:chExt cx="214313" cy="214313"/>
                    </a:xfrm>
                  </p:grpSpPr>
                  <p:sp>
                    <p:nvSpPr>
                      <p:cNvPr id="5728" name="Arc 5727">
                        <a:extLst>
                          <a:ext uri="{FF2B5EF4-FFF2-40B4-BE49-F238E27FC236}">
                            <a16:creationId xmlns:a16="http://schemas.microsoft.com/office/drawing/2014/main" id="{C0E1E568-2A85-F47C-3154-F207726039A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729" name="Arc 5728">
                        <a:extLst>
                          <a:ext uri="{FF2B5EF4-FFF2-40B4-BE49-F238E27FC236}">
                            <a16:creationId xmlns:a16="http://schemas.microsoft.com/office/drawing/2014/main" id="{14FB6861-76EC-F3DE-D26B-E9D331530A2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721" name="Group 5720">
                      <a:extLst>
                        <a:ext uri="{FF2B5EF4-FFF2-40B4-BE49-F238E27FC236}">
                          <a16:creationId xmlns:a16="http://schemas.microsoft.com/office/drawing/2014/main" id="{F212DFA6-DBDF-5F0F-E397-54081B9FA472}"/>
                        </a:ext>
                      </a:extLst>
                    </p:cNvPr>
                    <p:cNvGrpSpPr/>
                    <p:nvPr/>
                  </p:nvGrpSpPr>
                  <p:grpSpPr>
                    <a:xfrm rot="14400000">
                      <a:off x="5310186" y="3977611"/>
                      <a:ext cx="303213" cy="303213"/>
                      <a:chOff x="5354637" y="3446463"/>
                      <a:chExt cx="214313" cy="214313"/>
                    </a:xfrm>
                  </p:grpSpPr>
                  <p:sp>
                    <p:nvSpPr>
                      <p:cNvPr id="5726" name="Arc 5725">
                        <a:extLst>
                          <a:ext uri="{FF2B5EF4-FFF2-40B4-BE49-F238E27FC236}">
                            <a16:creationId xmlns:a16="http://schemas.microsoft.com/office/drawing/2014/main" id="{3A75829B-7048-ACD8-A25E-A98E0464AC6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727" name="Arc 5726">
                        <a:extLst>
                          <a:ext uri="{FF2B5EF4-FFF2-40B4-BE49-F238E27FC236}">
                            <a16:creationId xmlns:a16="http://schemas.microsoft.com/office/drawing/2014/main" id="{A675974D-1031-66E2-DB73-8CA8FB1D0FC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722" name="Group 5721">
                      <a:extLst>
                        <a:ext uri="{FF2B5EF4-FFF2-40B4-BE49-F238E27FC236}">
                          <a16:creationId xmlns:a16="http://schemas.microsoft.com/office/drawing/2014/main" id="{79F466ED-AAC5-FCD2-EDED-1D5855B4E797}"/>
                        </a:ext>
                      </a:extLst>
                    </p:cNvPr>
                    <p:cNvGrpSpPr/>
                    <p:nvPr/>
                  </p:nvGrpSpPr>
                  <p:grpSpPr>
                    <a:xfrm rot="7200000">
                      <a:off x="5265196" y="3932619"/>
                      <a:ext cx="393192" cy="393192"/>
                      <a:chOff x="5354637" y="3446463"/>
                      <a:chExt cx="214313" cy="214313"/>
                    </a:xfrm>
                  </p:grpSpPr>
                  <p:sp>
                    <p:nvSpPr>
                      <p:cNvPr id="5724" name="Arc 5723">
                        <a:extLst>
                          <a:ext uri="{FF2B5EF4-FFF2-40B4-BE49-F238E27FC236}">
                            <a16:creationId xmlns:a16="http://schemas.microsoft.com/office/drawing/2014/main" id="{6CB16B43-6106-7AB1-21B6-6EA6CAEF9CE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725" name="Arc 5724">
                        <a:extLst>
                          <a:ext uri="{FF2B5EF4-FFF2-40B4-BE49-F238E27FC236}">
                            <a16:creationId xmlns:a16="http://schemas.microsoft.com/office/drawing/2014/main" id="{49AAB96C-D8D2-319C-BC7E-4D3E95F43AF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723" name="TextBox 5722">
                      <a:extLst>
                        <a:ext uri="{FF2B5EF4-FFF2-40B4-BE49-F238E27FC236}">
                          <a16:creationId xmlns:a16="http://schemas.microsoft.com/office/drawing/2014/main" id="{DB3506F2-C57A-3F57-1FC7-8254D5CB7499}"/>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5697" name="Group 5696">
                    <a:extLst>
                      <a:ext uri="{FF2B5EF4-FFF2-40B4-BE49-F238E27FC236}">
                        <a16:creationId xmlns:a16="http://schemas.microsoft.com/office/drawing/2014/main" id="{41D39BCB-693A-6AF0-BF2A-4C5039DBFD87}"/>
                      </a:ext>
                    </a:extLst>
                  </p:cNvPr>
                  <p:cNvGrpSpPr/>
                  <p:nvPr/>
                </p:nvGrpSpPr>
                <p:grpSpPr>
                  <a:xfrm>
                    <a:off x="6512463" y="3525040"/>
                    <a:ext cx="393192" cy="393192"/>
                    <a:chOff x="6389147" y="3357021"/>
                    <a:chExt cx="393192" cy="393192"/>
                  </a:xfrm>
                </p:grpSpPr>
                <p:grpSp>
                  <p:nvGrpSpPr>
                    <p:cNvPr id="5709" name="Group 5708">
                      <a:extLst>
                        <a:ext uri="{FF2B5EF4-FFF2-40B4-BE49-F238E27FC236}">
                          <a16:creationId xmlns:a16="http://schemas.microsoft.com/office/drawing/2014/main" id="{475EAEA3-9F3C-B519-E972-CD51B991F261}"/>
                        </a:ext>
                      </a:extLst>
                    </p:cNvPr>
                    <p:cNvGrpSpPr/>
                    <p:nvPr/>
                  </p:nvGrpSpPr>
                  <p:grpSpPr>
                    <a:xfrm rot="7200000" flipH="1">
                      <a:off x="6389147" y="3357021"/>
                      <a:ext cx="393192" cy="393192"/>
                      <a:chOff x="5354637" y="3446463"/>
                      <a:chExt cx="214313" cy="214313"/>
                    </a:xfrm>
                  </p:grpSpPr>
                  <p:sp>
                    <p:nvSpPr>
                      <p:cNvPr id="5718" name="Arc 5717">
                        <a:extLst>
                          <a:ext uri="{FF2B5EF4-FFF2-40B4-BE49-F238E27FC236}">
                            <a16:creationId xmlns:a16="http://schemas.microsoft.com/office/drawing/2014/main" id="{93CC3086-8A64-F1EF-85D6-07091677275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719" name="Arc 5718">
                        <a:extLst>
                          <a:ext uri="{FF2B5EF4-FFF2-40B4-BE49-F238E27FC236}">
                            <a16:creationId xmlns:a16="http://schemas.microsoft.com/office/drawing/2014/main" id="{4DEE5355-0D8F-A00F-731D-6CFAF539FCB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710" name="Group 5709">
                      <a:extLst>
                        <a:ext uri="{FF2B5EF4-FFF2-40B4-BE49-F238E27FC236}">
                          <a16:creationId xmlns:a16="http://schemas.microsoft.com/office/drawing/2014/main" id="{06655974-EA66-0D8D-B08F-C738E30C2A22}"/>
                        </a:ext>
                      </a:extLst>
                    </p:cNvPr>
                    <p:cNvGrpSpPr/>
                    <p:nvPr/>
                  </p:nvGrpSpPr>
                  <p:grpSpPr>
                    <a:xfrm>
                      <a:off x="6434137" y="3402011"/>
                      <a:ext cx="303213" cy="303213"/>
                      <a:chOff x="6434137" y="3402011"/>
                      <a:chExt cx="303213" cy="303213"/>
                    </a:xfrm>
                  </p:grpSpPr>
                  <p:grpSp>
                    <p:nvGrpSpPr>
                      <p:cNvPr id="5711" name="Group 5710">
                        <a:extLst>
                          <a:ext uri="{FF2B5EF4-FFF2-40B4-BE49-F238E27FC236}">
                            <a16:creationId xmlns:a16="http://schemas.microsoft.com/office/drawing/2014/main" id="{44DA380E-370B-4409-A806-4DA33FB5D28A}"/>
                          </a:ext>
                        </a:extLst>
                      </p:cNvPr>
                      <p:cNvGrpSpPr/>
                      <p:nvPr/>
                    </p:nvGrpSpPr>
                    <p:grpSpPr>
                      <a:xfrm flipH="1">
                        <a:off x="6478587" y="3446461"/>
                        <a:ext cx="214313" cy="214313"/>
                        <a:chOff x="5354637" y="3446463"/>
                        <a:chExt cx="214313" cy="214313"/>
                      </a:xfrm>
                    </p:grpSpPr>
                    <p:sp>
                      <p:nvSpPr>
                        <p:cNvPr id="5716" name="Arc 5715">
                          <a:extLst>
                            <a:ext uri="{FF2B5EF4-FFF2-40B4-BE49-F238E27FC236}">
                              <a16:creationId xmlns:a16="http://schemas.microsoft.com/office/drawing/2014/main" id="{F93E65B2-209F-54A7-0F44-3EE7C9E9541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717" name="Arc 5716">
                          <a:extLst>
                            <a:ext uri="{FF2B5EF4-FFF2-40B4-BE49-F238E27FC236}">
                              <a16:creationId xmlns:a16="http://schemas.microsoft.com/office/drawing/2014/main" id="{32C62F62-0EC4-8211-0212-5C2FD5F4ECD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712" name="Group 5711">
                        <a:extLst>
                          <a:ext uri="{FF2B5EF4-FFF2-40B4-BE49-F238E27FC236}">
                            <a16:creationId xmlns:a16="http://schemas.microsoft.com/office/drawing/2014/main" id="{4DA4697D-D07D-8C5D-FB52-5F73BA720C84}"/>
                          </a:ext>
                        </a:extLst>
                      </p:cNvPr>
                      <p:cNvGrpSpPr/>
                      <p:nvPr/>
                    </p:nvGrpSpPr>
                    <p:grpSpPr>
                      <a:xfrm rot="14400000" flipH="1">
                        <a:off x="6434137" y="3402011"/>
                        <a:ext cx="303213" cy="303213"/>
                        <a:chOff x="5354637" y="3446463"/>
                        <a:chExt cx="214313" cy="214313"/>
                      </a:xfrm>
                    </p:grpSpPr>
                    <p:sp>
                      <p:nvSpPr>
                        <p:cNvPr id="5714" name="Arc 5713">
                          <a:extLst>
                            <a:ext uri="{FF2B5EF4-FFF2-40B4-BE49-F238E27FC236}">
                              <a16:creationId xmlns:a16="http://schemas.microsoft.com/office/drawing/2014/main" id="{608EA046-E457-B77C-413E-561AD6FAC90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715" name="Arc 5714">
                          <a:extLst>
                            <a:ext uri="{FF2B5EF4-FFF2-40B4-BE49-F238E27FC236}">
                              <a16:creationId xmlns:a16="http://schemas.microsoft.com/office/drawing/2014/main" id="{ED634110-5F7D-D558-13EC-D292B728D76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713" name="TextBox 5712">
                        <a:extLst>
                          <a:ext uri="{FF2B5EF4-FFF2-40B4-BE49-F238E27FC236}">
                            <a16:creationId xmlns:a16="http://schemas.microsoft.com/office/drawing/2014/main" id="{F59FC959-1416-7742-01A4-AAB4DBD80BE9}"/>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698" name="Group 5697">
                    <a:extLst>
                      <a:ext uri="{FF2B5EF4-FFF2-40B4-BE49-F238E27FC236}">
                        <a16:creationId xmlns:a16="http://schemas.microsoft.com/office/drawing/2014/main" id="{E00DA7E8-DFF3-D329-9EE9-EE334FDD7E74}"/>
                      </a:ext>
                    </a:extLst>
                  </p:cNvPr>
                  <p:cNvGrpSpPr/>
                  <p:nvPr/>
                </p:nvGrpSpPr>
                <p:grpSpPr>
                  <a:xfrm>
                    <a:off x="6197413" y="3225768"/>
                    <a:ext cx="393192" cy="393192"/>
                    <a:chOff x="6389147" y="3932622"/>
                    <a:chExt cx="393192" cy="393192"/>
                  </a:xfrm>
                </p:grpSpPr>
                <p:grpSp>
                  <p:nvGrpSpPr>
                    <p:cNvPr id="5699" name="Group 5698">
                      <a:extLst>
                        <a:ext uri="{FF2B5EF4-FFF2-40B4-BE49-F238E27FC236}">
                          <a16:creationId xmlns:a16="http://schemas.microsoft.com/office/drawing/2014/main" id="{4C5370F5-0604-31D1-5CB0-985F0D3FAA07}"/>
                        </a:ext>
                      </a:extLst>
                    </p:cNvPr>
                    <p:cNvGrpSpPr/>
                    <p:nvPr/>
                  </p:nvGrpSpPr>
                  <p:grpSpPr>
                    <a:xfrm flipH="1">
                      <a:off x="6478587" y="4022061"/>
                      <a:ext cx="214313" cy="214313"/>
                      <a:chOff x="5354637" y="3446463"/>
                      <a:chExt cx="214313" cy="214313"/>
                    </a:xfrm>
                  </p:grpSpPr>
                  <p:sp>
                    <p:nvSpPr>
                      <p:cNvPr id="5707" name="Arc 5706">
                        <a:extLst>
                          <a:ext uri="{FF2B5EF4-FFF2-40B4-BE49-F238E27FC236}">
                            <a16:creationId xmlns:a16="http://schemas.microsoft.com/office/drawing/2014/main" id="{6FC19802-71C6-C05B-4904-8CFBE083FFE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708" name="Arc 5707">
                        <a:extLst>
                          <a:ext uri="{FF2B5EF4-FFF2-40B4-BE49-F238E27FC236}">
                            <a16:creationId xmlns:a16="http://schemas.microsoft.com/office/drawing/2014/main" id="{D7AB9022-4374-D1F1-D1F8-B2A5749BAA2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700" name="Group 5699">
                      <a:extLst>
                        <a:ext uri="{FF2B5EF4-FFF2-40B4-BE49-F238E27FC236}">
                          <a16:creationId xmlns:a16="http://schemas.microsoft.com/office/drawing/2014/main" id="{73BA493F-5CD4-CF91-0B3D-CB3F48F7D464}"/>
                        </a:ext>
                      </a:extLst>
                    </p:cNvPr>
                    <p:cNvGrpSpPr/>
                    <p:nvPr/>
                  </p:nvGrpSpPr>
                  <p:grpSpPr>
                    <a:xfrm rot="7200000" flipH="1">
                      <a:off x="6434137" y="3977611"/>
                      <a:ext cx="303213" cy="303213"/>
                      <a:chOff x="5354637" y="3446463"/>
                      <a:chExt cx="214313" cy="214313"/>
                    </a:xfrm>
                  </p:grpSpPr>
                  <p:sp>
                    <p:nvSpPr>
                      <p:cNvPr id="5705" name="Arc 5704">
                        <a:extLst>
                          <a:ext uri="{FF2B5EF4-FFF2-40B4-BE49-F238E27FC236}">
                            <a16:creationId xmlns:a16="http://schemas.microsoft.com/office/drawing/2014/main" id="{453B4D71-9309-DEE8-9C09-B83E411F660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706" name="Arc 5705">
                        <a:extLst>
                          <a:ext uri="{FF2B5EF4-FFF2-40B4-BE49-F238E27FC236}">
                            <a16:creationId xmlns:a16="http://schemas.microsoft.com/office/drawing/2014/main" id="{70297156-6CD7-2E72-88D7-2291AC642E7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701" name="Group 5700">
                      <a:extLst>
                        <a:ext uri="{FF2B5EF4-FFF2-40B4-BE49-F238E27FC236}">
                          <a16:creationId xmlns:a16="http://schemas.microsoft.com/office/drawing/2014/main" id="{3089799C-FE63-CA4F-EFA3-6F5EE6B1FE59}"/>
                        </a:ext>
                      </a:extLst>
                    </p:cNvPr>
                    <p:cNvGrpSpPr/>
                    <p:nvPr/>
                  </p:nvGrpSpPr>
                  <p:grpSpPr>
                    <a:xfrm rot="14400000" flipH="1">
                      <a:off x="6389147" y="3932622"/>
                      <a:ext cx="393192" cy="393192"/>
                      <a:chOff x="5354637" y="3446463"/>
                      <a:chExt cx="214313" cy="214313"/>
                    </a:xfrm>
                  </p:grpSpPr>
                  <p:sp>
                    <p:nvSpPr>
                      <p:cNvPr id="5703" name="Arc 5702">
                        <a:extLst>
                          <a:ext uri="{FF2B5EF4-FFF2-40B4-BE49-F238E27FC236}">
                            <a16:creationId xmlns:a16="http://schemas.microsoft.com/office/drawing/2014/main" id="{13D09473-1B36-4EE6-49BB-A97967F1CBE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704" name="Arc 5703">
                        <a:extLst>
                          <a:ext uri="{FF2B5EF4-FFF2-40B4-BE49-F238E27FC236}">
                            <a16:creationId xmlns:a16="http://schemas.microsoft.com/office/drawing/2014/main" id="{E3BF100F-E874-7884-BFE4-11CC3BD35CD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702" name="TextBox 5701">
                      <a:extLst>
                        <a:ext uri="{FF2B5EF4-FFF2-40B4-BE49-F238E27FC236}">
                          <a16:creationId xmlns:a16="http://schemas.microsoft.com/office/drawing/2014/main" id="{A392B9B7-036E-1CAE-4B0D-8F63FF09C7E1}"/>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648" name="Group 5647">
                  <a:extLst>
                    <a:ext uri="{FF2B5EF4-FFF2-40B4-BE49-F238E27FC236}">
                      <a16:creationId xmlns:a16="http://schemas.microsoft.com/office/drawing/2014/main" id="{9C763FFA-C469-D2F3-FB03-688BD652BA02}"/>
                    </a:ext>
                  </a:extLst>
                </p:cNvPr>
                <p:cNvGrpSpPr/>
                <p:nvPr/>
              </p:nvGrpSpPr>
              <p:grpSpPr>
                <a:xfrm>
                  <a:off x="6069086" y="3246228"/>
                  <a:ext cx="1019224" cy="991639"/>
                  <a:chOff x="5886431" y="3225768"/>
                  <a:chExt cx="1019224" cy="991639"/>
                </a:xfrm>
              </p:grpSpPr>
              <p:grpSp>
                <p:nvGrpSpPr>
                  <p:cNvPr id="5649" name="Group 5648">
                    <a:extLst>
                      <a:ext uri="{FF2B5EF4-FFF2-40B4-BE49-F238E27FC236}">
                        <a16:creationId xmlns:a16="http://schemas.microsoft.com/office/drawing/2014/main" id="{FB72335A-9B0C-5644-1C8F-557EBB6E3DCB}"/>
                      </a:ext>
                    </a:extLst>
                  </p:cNvPr>
                  <p:cNvGrpSpPr/>
                  <p:nvPr/>
                </p:nvGrpSpPr>
                <p:grpSpPr>
                  <a:xfrm>
                    <a:off x="6197413" y="3824215"/>
                    <a:ext cx="393192" cy="393192"/>
                    <a:chOff x="5265196" y="3357021"/>
                    <a:chExt cx="393192" cy="393192"/>
                  </a:xfrm>
                </p:grpSpPr>
                <p:grpSp>
                  <p:nvGrpSpPr>
                    <p:cNvPr id="5684" name="Group 5683">
                      <a:extLst>
                        <a:ext uri="{FF2B5EF4-FFF2-40B4-BE49-F238E27FC236}">
                          <a16:creationId xmlns:a16="http://schemas.microsoft.com/office/drawing/2014/main" id="{C926E982-FF8B-5129-84DB-1E5EE4EFD488}"/>
                        </a:ext>
                      </a:extLst>
                    </p:cNvPr>
                    <p:cNvGrpSpPr/>
                    <p:nvPr/>
                  </p:nvGrpSpPr>
                  <p:grpSpPr>
                    <a:xfrm rot="14400000">
                      <a:off x="5265196" y="3357021"/>
                      <a:ext cx="393192" cy="393192"/>
                      <a:chOff x="5354637" y="3446463"/>
                      <a:chExt cx="214313" cy="214313"/>
                    </a:xfrm>
                  </p:grpSpPr>
                  <p:sp>
                    <p:nvSpPr>
                      <p:cNvPr id="5693" name="Arc 5692">
                        <a:extLst>
                          <a:ext uri="{FF2B5EF4-FFF2-40B4-BE49-F238E27FC236}">
                            <a16:creationId xmlns:a16="http://schemas.microsoft.com/office/drawing/2014/main" id="{74D7502C-4619-9FF5-AE98-07D36ED0F1A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694" name="Arc 5693">
                        <a:extLst>
                          <a:ext uri="{FF2B5EF4-FFF2-40B4-BE49-F238E27FC236}">
                            <a16:creationId xmlns:a16="http://schemas.microsoft.com/office/drawing/2014/main" id="{C6DFA680-8D83-103F-137B-E262B89F56B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685" name="Group 5684">
                      <a:extLst>
                        <a:ext uri="{FF2B5EF4-FFF2-40B4-BE49-F238E27FC236}">
                          <a16:creationId xmlns:a16="http://schemas.microsoft.com/office/drawing/2014/main" id="{379CC5EC-672C-7234-1376-F7D311A6082F}"/>
                        </a:ext>
                      </a:extLst>
                    </p:cNvPr>
                    <p:cNvGrpSpPr/>
                    <p:nvPr/>
                  </p:nvGrpSpPr>
                  <p:grpSpPr>
                    <a:xfrm>
                      <a:off x="5310186" y="3402011"/>
                      <a:ext cx="303213" cy="303213"/>
                      <a:chOff x="5310186" y="3402011"/>
                      <a:chExt cx="303213" cy="303213"/>
                    </a:xfrm>
                  </p:grpSpPr>
                  <p:grpSp>
                    <p:nvGrpSpPr>
                      <p:cNvPr id="5686" name="Group 5685">
                        <a:extLst>
                          <a:ext uri="{FF2B5EF4-FFF2-40B4-BE49-F238E27FC236}">
                            <a16:creationId xmlns:a16="http://schemas.microsoft.com/office/drawing/2014/main" id="{8893E3C7-C253-E038-C577-5261676FD677}"/>
                          </a:ext>
                        </a:extLst>
                      </p:cNvPr>
                      <p:cNvGrpSpPr/>
                      <p:nvPr/>
                    </p:nvGrpSpPr>
                    <p:grpSpPr>
                      <a:xfrm>
                        <a:off x="5354636" y="3446461"/>
                        <a:ext cx="214313" cy="214313"/>
                        <a:chOff x="5354637" y="3446463"/>
                        <a:chExt cx="214313" cy="214313"/>
                      </a:xfrm>
                    </p:grpSpPr>
                    <p:sp>
                      <p:nvSpPr>
                        <p:cNvPr id="5691" name="Arc 5690">
                          <a:extLst>
                            <a:ext uri="{FF2B5EF4-FFF2-40B4-BE49-F238E27FC236}">
                              <a16:creationId xmlns:a16="http://schemas.microsoft.com/office/drawing/2014/main" id="{607E8C78-4D03-DA20-7C5F-07D5892BC5B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692" name="Arc 5691">
                          <a:extLst>
                            <a:ext uri="{FF2B5EF4-FFF2-40B4-BE49-F238E27FC236}">
                              <a16:creationId xmlns:a16="http://schemas.microsoft.com/office/drawing/2014/main" id="{CF7C289B-A223-F565-C5B5-F70197472C7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687" name="Group 5686">
                        <a:extLst>
                          <a:ext uri="{FF2B5EF4-FFF2-40B4-BE49-F238E27FC236}">
                            <a16:creationId xmlns:a16="http://schemas.microsoft.com/office/drawing/2014/main" id="{F6B086C4-C2AF-1596-4DF7-2FBBA06F5DC1}"/>
                          </a:ext>
                        </a:extLst>
                      </p:cNvPr>
                      <p:cNvGrpSpPr/>
                      <p:nvPr/>
                    </p:nvGrpSpPr>
                    <p:grpSpPr>
                      <a:xfrm rot="7200000">
                        <a:off x="5310186" y="3402011"/>
                        <a:ext cx="303213" cy="303213"/>
                        <a:chOff x="5354637" y="3446463"/>
                        <a:chExt cx="214313" cy="214313"/>
                      </a:xfrm>
                    </p:grpSpPr>
                    <p:sp>
                      <p:nvSpPr>
                        <p:cNvPr id="5689" name="Arc 5688">
                          <a:extLst>
                            <a:ext uri="{FF2B5EF4-FFF2-40B4-BE49-F238E27FC236}">
                              <a16:creationId xmlns:a16="http://schemas.microsoft.com/office/drawing/2014/main" id="{5B255D70-CD02-98E7-ECDC-5B7622289AA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690" name="Arc 5689">
                          <a:extLst>
                            <a:ext uri="{FF2B5EF4-FFF2-40B4-BE49-F238E27FC236}">
                              <a16:creationId xmlns:a16="http://schemas.microsoft.com/office/drawing/2014/main" id="{F1E72144-E332-D4C5-6C67-1A209BD6BA4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688" name="TextBox 5687">
                        <a:extLst>
                          <a:ext uri="{FF2B5EF4-FFF2-40B4-BE49-F238E27FC236}">
                            <a16:creationId xmlns:a16="http://schemas.microsoft.com/office/drawing/2014/main" id="{64E4F925-1623-8C26-9157-11B145CC2955}"/>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650" name="Group 5649">
                    <a:extLst>
                      <a:ext uri="{FF2B5EF4-FFF2-40B4-BE49-F238E27FC236}">
                        <a16:creationId xmlns:a16="http://schemas.microsoft.com/office/drawing/2014/main" id="{EEB6B22D-625D-CF38-397D-C15DBD2B2658}"/>
                      </a:ext>
                    </a:extLst>
                  </p:cNvPr>
                  <p:cNvGrpSpPr/>
                  <p:nvPr/>
                </p:nvGrpSpPr>
                <p:grpSpPr>
                  <a:xfrm>
                    <a:off x="5886431" y="3525040"/>
                    <a:ext cx="393192" cy="393192"/>
                    <a:chOff x="5265196" y="3932619"/>
                    <a:chExt cx="393192" cy="393192"/>
                  </a:xfrm>
                </p:grpSpPr>
                <p:grpSp>
                  <p:nvGrpSpPr>
                    <p:cNvPr id="5674" name="Group 5673">
                      <a:extLst>
                        <a:ext uri="{FF2B5EF4-FFF2-40B4-BE49-F238E27FC236}">
                          <a16:creationId xmlns:a16="http://schemas.microsoft.com/office/drawing/2014/main" id="{4A38E5D9-852C-3FA3-8CFB-C43D8F4427D5}"/>
                        </a:ext>
                      </a:extLst>
                    </p:cNvPr>
                    <p:cNvGrpSpPr/>
                    <p:nvPr/>
                  </p:nvGrpSpPr>
                  <p:grpSpPr>
                    <a:xfrm>
                      <a:off x="5354636" y="4022061"/>
                      <a:ext cx="214313" cy="214313"/>
                      <a:chOff x="5354637" y="3446463"/>
                      <a:chExt cx="214313" cy="214313"/>
                    </a:xfrm>
                  </p:grpSpPr>
                  <p:sp>
                    <p:nvSpPr>
                      <p:cNvPr id="5682" name="Arc 5681">
                        <a:extLst>
                          <a:ext uri="{FF2B5EF4-FFF2-40B4-BE49-F238E27FC236}">
                            <a16:creationId xmlns:a16="http://schemas.microsoft.com/office/drawing/2014/main" id="{03AD1E93-999A-3008-8001-9A5E35CED8E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683" name="Arc 5682">
                        <a:extLst>
                          <a:ext uri="{FF2B5EF4-FFF2-40B4-BE49-F238E27FC236}">
                            <a16:creationId xmlns:a16="http://schemas.microsoft.com/office/drawing/2014/main" id="{87BD7E7F-2F57-1D19-F057-1A54A778A22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675" name="Group 5674">
                      <a:extLst>
                        <a:ext uri="{FF2B5EF4-FFF2-40B4-BE49-F238E27FC236}">
                          <a16:creationId xmlns:a16="http://schemas.microsoft.com/office/drawing/2014/main" id="{5737E290-458A-F2F8-D010-2D732B0C3F80}"/>
                        </a:ext>
                      </a:extLst>
                    </p:cNvPr>
                    <p:cNvGrpSpPr/>
                    <p:nvPr/>
                  </p:nvGrpSpPr>
                  <p:grpSpPr>
                    <a:xfrm rot="14400000">
                      <a:off x="5310186" y="3977611"/>
                      <a:ext cx="303213" cy="303213"/>
                      <a:chOff x="5354637" y="3446463"/>
                      <a:chExt cx="214313" cy="214313"/>
                    </a:xfrm>
                  </p:grpSpPr>
                  <p:sp>
                    <p:nvSpPr>
                      <p:cNvPr id="5680" name="Arc 5679">
                        <a:extLst>
                          <a:ext uri="{FF2B5EF4-FFF2-40B4-BE49-F238E27FC236}">
                            <a16:creationId xmlns:a16="http://schemas.microsoft.com/office/drawing/2014/main" id="{E48621E8-5E87-FE51-1E52-A262DEE8329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681" name="Arc 5680">
                        <a:extLst>
                          <a:ext uri="{FF2B5EF4-FFF2-40B4-BE49-F238E27FC236}">
                            <a16:creationId xmlns:a16="http://schemas.microsoft.com/office/drawing/2014/main" id="{24A69A29-362C-E362-1B83-13266B37517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676" name="Group 5675">
                      <a:extLst>
                        <a:ext uri="{FF2B5EF4-FFF2-40B4-BE49-F238E27FC236}">
                          <a16:creationId xmlns:a16="http://schemas.microsoft.com/office/drawing/2014/main" id="{E7B130FD-81C2-8506-8391-9E9DB85AE43F}"/>
                        </a:ext>
                      </a:extLst>
                    </p:cNvPr>
                    <p:cNvGrpSpPr/>
                    <p:nvPr/>
                  </p:nvGrpSpPr>
                  <p:grpSpPr>
                    <a:xfrm rot="7200000">
                      <a:off x="5265196" y="3932619"/>
                      <a:ext cx="393192" cy="393192"/>
                      <a:chOff x="5354637" y="3446463"/>
                      <a:chExt cx="214313" cy="214313"/>
                    </a:xfrm>
                  </p:grpSpPr>
                  <p:sp>
                    <p:nvSpPr>
                      <p:cNvPr id="5678" name="Arc 5677">
                        <a:extLst>
                          <a:ext uri="{FF2B5EF4-FFF2-40B4-BE49-F238E27FC236}">
                            <a16:creationId xmlns:a16="http://schemas.microsoft.com/office/drawing/2014/main" id="{9072F149-8D6D-98E6-76C4-8E3B9CEDE84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679" name="Arc 5678">
                        <a:extLst>
                          <a:ext uri="{FF2B5EF4-FFF2-40B4-BE49-F238E27FC236}">
                            <a16:creationId xmlns:a16="http://schemas.microsoft.com/office/drawing/2014/main" id="{0527FCBC-3931-7CC1-5932-5C92112FF23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677" name="TextBox 5676">
                      <a:extLst>
                        <a:ext uri="{FF2B5EF4-FFF2-40B4-BE49-F238E27FC236}">
                          <a16:creationId xmlns:a16="http://schemas.microsoft.com/office/drawing/2014/main" id="{44F2E9EC-56EC-4B55-431D-584E9B998E7D}"/>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5651" name="Group 5650">
                    <a:extLst>
                      <a:ext uri="{FF2B5EF4-FFF2-40B4-BE49-F238E27FC236}">
                        <a16:creationId xmlns:a16="http://schemas.microsoft.com/office/drawing/2014/main" id="{295E2C4F-268C-987B-4E6C-046CD2922D70}"/>
                      </a:ext>
                    </a:extLst>
                  </p:cNvPr>
                  <p:cNvGrpSpPr/>
                  <p:nvPr/>
                </p:nvGrpSpPr>
                <p:grpSpPr>
                  <a:xfrm>
                    <a:off x="6512463" y="3525040"/>
                    <a:ext cx="393192" cy="393192"/>
                    <a:chOff x="6389147" y="3357021"/>
                    <a:chExt cx="393192" cy="393192"/>
                  </a:xfrm>
                </p:grpSpPr>
                <p:grpSp>
                  <p:nvGrpSpPr>
                    <p:cNvPr id="5663" name="Group 5662">
                      <a:extLst>
                        <a:ext uri="{FF2B5EF4-FFF2-40B4-BE49-F238E27FC236}">
                          <a16:creationId xmlns:a16="http://schemas.microsoft.com/office/drawing/2014/main" id="{17A91AAF-239E-95AA-451A-C39772D46113}"/>
                        </a:ext>
                      </a:extLst>
                    </p:cNvPr>
                    <p:cNvGrpSpPr/>
                    <p:nvPr/>
                  </p:nvGrpSpPr>
                  <p:grpSpPr>
                    <a:xfrm rot="7200000" flipH="1">
                      <a:off x="6389147" y="3357021"/>
                      <a:ext cx="393192" cy="393192"/>
                      <a:chOff x="5354637" y="3446463"/>
                      <a:chExt cx="214313" cy="214313"/>
                    </a:xfrm>
                  </p:grpSpPr>
                  <p:sp>
                    <p:nvSpPr>
                      <p:cNvPr id="5672" name="Arc 5671">
                        <a:extLst>
                          <a:ext uri="{FF2B5EF4-FFF2-40B4-BE49-F238E27FC236}">
                            <a16:creationId xmlns:a16="http://schemas.microsoft.com/office/drawing/2014/main" id="{72A78B8D-722D-14E0-5396-6E03C65C435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673" name="Arc 5672">
                        <a:extLst>
                          <a:ext uri="{FF2B5EF4-FFF2-40B4-BE49-F238E27FC236}">
                            <a16:creationId xmlns:a16="http://schemas.microsoft.com/office/drawing/2014/main" id="{748BD83D-752A-A3D0-6F95-755EF0E6F1F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664" name="Group 5663">
                      <a:extLst>
                        <a:ext uri="{FF2B5EF4-FFF2-40B4-BE49-F238E27FC236}">
                          <a16:creationId xmlns:a16="http://schemas.microsoft.com/office/drawing/2014/main" id="{0B0B16E6-A025-0CB0-5564-09CCB5FE406D}"/>
                        </a:ext>
                      </a:extLst>
                    </p:cNvPr>
                    <p:cNvGrpSpPr/>
                    <p:nvPr/>
                  </p:nvGrpSpPr>
                  <p:grpSpPr>
                    <a:xfrm>
                      <a:off x="6434137" y="3402011"/>
                      <a:ext cx="303213" cy="303213"/>
                      <a:chOff x="6434137" y="3402011"/>
                      <a:chExt cx="303213" cy="303213"/>
                    </a:xfrm>
                  </p:grpSpPr>
                  <p:grpSp>
                    <p:nvGrpSpPr>
                      <p:cNvPr id="5665" name="Group 5664">
                        <a:extLst>
                          <a:ext uri="{FF2B5EF4-FFF2-40B4-BE49-F238E27FC236}">
                            <a16:creationId xmlns:a16="http://schemas.microsoft.com/office/drawing/2014/main" id="{97460C5F-ED39-4C12-46D8-4750300A4065}"/>
                          </a:ext>
                        </a:extLst>
                      </p:cNvPr>
                      <p:cNvGrpSpPr/>
                      <p:nvPr/>
                    </p:nvGrpSpPr>
                    <p:grpSpPr>
                      <a:xfrm flipH="1">
                        <a:off x="6478587" y="3446461"/>
                        <a:ext cx="214313" cy="214313"/>
                        <a:chOff x="5354637" y="3446463"/>
                        <a:chExt cx="214313" cy="214313"/>
                      </a:xfrm>
                    </p:grpSpPr>
                    <p:sp>
                      <p:nvSpPr>
                        <p:cNvPr id="5670" name="Arc 5669">
                          <a:extLst>
                            <a:ext uri="{FF2B5EF4-FFF2-40B4-BE49-F238E27FC236}">
                              <a16:creationId xmlns:a16="http://schemas.microsoft.com/office/drawing/2014/main" id="{B2C8E83B-CB5B-371E-821B-7021C0C85CB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671" name="Arc 5670">
                          <a:extLst>
                            <a:ext uri="{FF2B5EF4-FFF2-40B4-BE49-F238E27FC236}">
                              <a16:creationId xmlns:a16="http://schemas.microsoft.com/office/drawing/2014/main" id="{0C3E26C2-8CD3-82F5-5A4B-8723E24516B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666" name="Group 5665">
                        <a:extLst>
                          <a:ext uri="{FF2B5EF4-FFF2-40B4-BE49-F238E27FC236}">
                            <a16:creationId xmlns:a16="http://schemas.microsoft.com/office/drawing/2014/main" id="{54920FF2-EF27-BBC7-3E26-F82BF5840D67}"/>
                          </a:ext>
                        </a:extLst>
                      </p:cNvPr>
                      <p:cNvGrpSpPr/>
                      <p:nvPr/>
                    </p:nvGrpSpPr>
                    <p:grpSpPr>
                      <a:xfrm rot="14400000" flipH="1">
                        <a:off x="6434137" y="3402011"/>
                        <a:ext cx="303213" cy="303213"/>
                        <a:chOff x="5354637" y="3446463"/>
                        <a:chExt cx="214313" cy="214313"/>
                      </a:xfrm>
                    </p:grpSpPr>
                    <p:sp>
                      <p:nvSpPr>
                        <p:cNvPr id="5668" name="Arc 5667">
                          <a:extLst>
                            <a:ext uri="{FF2B5EF4-FFF2-40B4-BE49-F238E27FC236}">
                              <a16:creationId xmlns:a16="http://schemas.microsoft.com/office/drawing/2014/main" id="{8350D388-1FFC-2A7D-5AB7-630F65B58E7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669" name="Arc 5668">
                          <a:extLst>
                            <a:ext uri="{FF2B5EF4-FFF2-40B4-BE49-F238E27FC236}">
                              <a16:creationId xmlns:a16="http://schemas.microsoft.com/office/drawing/2014/main" id="{8062BDE3-B250-D77D-F46E-4ADEB614D1D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667" name="TextBox 5666">
                        <a:extLst>
                          <a:ext uri="{FF2B5EF4-FFF2-40B4-BE49-F238E27FC236}">
                            <a16:creationId xmlns:a16="http://schemas.microsoft.com/office/drawing/2014/main" id="{DA6EE871-33F2-B51B-98C1-11DFB0341B3B}"/>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652" name="Group 5651">
                    <a:extLst>
                      <a:ext uri="{FF2B5EF4-FFF2-40B4-BE49-F238E27FC236}">
                        <a16:creationId xmlns:a16="http://schemas.microsoft.com/office/drawing/2014/main" id="{EDF25A62-E6F6-8BDE-33FD-6D5D81D19C36}"/>
                      </a:ext>
                    </a:extLst>
                  </p:cNvPr>
                  <p:cNvGrpSpPr/>
                  <p:nvPr/>
                </p:nvGrpSpPr>
                <p:grpSpPr>
                  <a:xfrm>
                    <a:off x="6197413" y="3225768"/>
                    <a:ext cx="393192" cy="393192"/>
                    <a:chOff x="6389147" y="3932622"/>
                    <a:chExt cx="393192" cy="393192"/>
                  </a:xfrm>
                </p:grpSpPr>
                <p:grpSp>
                  <p:nvGrpSpPr>
                    <p:cNvPr id="5653" name="Group 5652">
                      <a:extLst>
                        <a:ext uri="{FF2B5EF4-FFF2-40B4-BE49-F238E27FC236}">
                          <a16:creationId xmlns:a16="http://schemas.microsoft.com/office/drawing/2014/main" id="{C50B7563-2881-DF78-19D6-B41875E4E092}"/>
                        </a:ext>
                      </a:extLst>
                    </p:cNvPr>
                    <p:cNvGrpSpPr/>
                    <p:nvPr/>
                  </p:nvGrpSpPr>
                  <p:grpSpPr>
                    <a:xfrm flipH="1">
                      <a:off x="6478587" y="4022061"/>
                      <a:ext cx="214313" cy="214313"/>
                      <a:chOff x="5354637" y="3446463"/>
                      <a:chExt cx="214313" cy="214313"/>
                    </a:xfrm>
                  </p:grpSpPr>
                  <p:sp>
                    <p:nvSpPr>
                      <p:cNvPr id="5661" name="Arc 5660">
                        <a:extLst>
                          <a:ext uri="{FF2B5EF4-FFF2-40B4-BE49-F238E27FC236}">
                            <a16:creationId xmlns:a16="http://schemas.microsoft.com/office/drawing/2014/main" id="{C7ADD47B-7C3A-3FF0-F2E6-1AB4BCE8319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662" name="Arc 5661">
                        <a:extLst>
                          <a:ext uri="{FF2B5EF4-FFF2-40B4-BE49-F238E27FC236}">
                            <a16:creationId xmlns:a16="http://schemas.microsoft.com/office/drawing/2014/main" id="{6477918D-8A3A-AB2C-1A2C-42776D99C98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654" name="Group 5653">
                      <a:extLst>
                        <a:ext uri="{FF2B5EF4-FFF2-40B4-BE49-F238E27FC236}">
                          <a16:creationId xmlns:a16="http://schemas.microsoft.com/office/drawing/2014/main" id="{FEAD2E9B-9099-6151-D886-F71458A1D668}"/>
                        </a:ext>
                      </a:extLst>
                    </p:cNvPr>
                    <p:cNvGrpSpPr/>
                    <p:nvPr/>
                  </p:nvGrpSpPr>
                  <p:grpSpPr>
                    <a:xfrm rot="7200000" flipH="1">
                      <a:off x="6434137" y="3977611"/>
                      <a:ext cx="303213" cy="303213"/>
                      <a:chOff x="5354637" y="3446463"/>
                      <a:chExt cx="214313" cy="214313"/>
                    </a:xfrm>
                  </p:grpSpPr>
                  <p:sp>
                    <p:nvSpPr>
                      <p:cNvPr id="5659" name="Arc 5658">
                        <a:extLst>
                          <a:ext uri="{FF2B5EF4-FFF2-40B4-BE49-F238E27FC236}">
                            <a16:creationId xmlns:a16="http://schemas.microsoft.com/office/drawing/2014/main" id="{97DA1365-A697-46D2-EEAE-96C8A76EEAE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660" name="Arc 5659">
                        <a:extLst>
                          <a:ext uri="{FF2B5EF4-FFF2-40B4-BE49-F238E27FC236}">
                            <a16:creationId xmlns:a16="http://schemas.microsoft.com/office/drawing/2014/main" id="{AE0266D3-363D-9DC0-ED52-70D57CE34D2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655" name="Group 5654">
                      <a:extLst>
                        <a:ext uri="{FF2B5EF4-FFF2-40B4-BE49-F238E27FC236}">
                          <a16:creationId xmlns:a16="http://schemas.microsoft.com/office/drawing/2014/main" id="{10341D32-0BB9-E088-E55F-B6D533389542}"/>
                        </a:ext>
                      </a:extLst>
                    </p:cNvPr>
                    <p:cNvGrpSpPr/>
                    <p:nvPr/>
                  </p:nvGrpSpPr>
                  <p:grpSpPr>
                    <a:xfrm rot="14400000" flipH="1">
                      <a:off x="6389147" y="3932622"/>
                      <a:ext cx="393192" cy="393192"/>
                      <a:chOff x="5354637" y="3446463"/>
                      <a:chExt cx="214313" cy="214313"/>
                    </a:xfrm>
                  </p:grpSpPr>
                  <p:sp>
                    <p:nvSpPr>
                      <p:cNvPr id="5657" name="Arc 5656">
                        <a:extLst>
                          <a:ext uri="{FF2B5EF4-FFF2-40B4-BE49-F238E27FC236}">
                            <a16:creationId xmlns:a16="http://schemas.microsoft.com/office/drawing/2014/main" id="{4853FD2E-3F0B-EECF-467D-60752298715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658" name="Arc 5657">
                        <a:extLst>
                          <a:ext uri="{FF2B5EF4-FFF2-40B4-BE49-F238E27FC236}">
                            <a16:creationId xmlns:a16="http://schemas.microsoft.com/office/drawing/2014/main" id="{ADFF98BF-57AC-73C1-AD7A-99E9D651317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656" name="TextBox 5655">
                      <a:extLst>
                        <a:ext uri="{FF2B5EF4-FFF2-40B4-BE49-F238E27FC236}">
                          <a16:creationId xmlns:a16="http://schemas.microsoft.com/office/drawing/2014/main" id="{A71152AB-15DE-F1DF-AFCA-203A25AFB2CF}"/>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5552" name="Group 5551">
                <a:extLst>
                  <a:ext uri="{FF2B5EF4-FFF2-40B4-BE49-F238E27FC236}">
                    <a16:creationId xmlns:a16="http://schemas.microsoft.com/office/drawing/2014/main" id="{BCBC90B6-6028-4B12-DD10-D8F7839D7E7D}"/>
                  </a:ext>
                </a:extLst>
              </p:cNvPr>
              <p:cNvGrpSpPr/>
              <p:nvPr/>
            </p:nvGrpSpPr>
            <p:grpSpPr>
              <a:xfrm>
                <a:off x="6065340" y="2039507"/>
                <a:ext cx="1643204" cy="1593124"/>
                <a:chOff x="5445106" y="2644743"/>
                <a:chExt cx="1643204" cy="1593124"/>
              </a:xfrm>
            </p:grpSpPr>
            <p:grpSp>
              <p:nvGrpSpPr>
                <p:cNvPr id="5553" name="Group 5552">
                  <a:extLst>
                    <a:ext uri="{FF2B5EF4-FFF2-40B4-BE49-F238E27FC236}">
                      <a16:creationId xmlns:a16="http://schemas.microsoft.com/office/drawing/2014/main" id="{EBBE80A0-A4DF-D914-A639-51FA6924EE93}"/>
                    </a:ext>
                  </a:extLst>
                </p:cNvPr>
                <p:cNvGrpSpPr/>
                <p:nvPr/>
              </p:nvGrpSpPr>
              <p:grpSpPr>
                <a:xfrm>
                  <a:off x="5445106" y="2644743"/>
                  <a:ext cx="1019224" cy="991639"/>
                  <a:chOff x="5886431" y="3225768"/>
                  <a:chExt cx="1019224" cy="991639"/>
                </a:xfrm>
              </p:grpSpPr>
              <p:grpSp>
                <p:nvGrpSpPr>
                  <p:cNvPr id="5601" name="Group 5600">
                    <a:extLst>
                      <a:ext uri="{FF2B5EF4-FFF2-40B4-BE49-F238E27FC236}">
                        <a16:creationId xmlns:a16="http://schemas.microsoft.com/office/drawing/2014/main" id="{616B8A17-66C7-60F9-2693-706639C83B37}"/>
                      </a:ext>
                    </a:extLst>
                  </p:cNvPr>
                  <p:cNvGrpSpPr/>
                  <p:nvPr/>
                </p:nvGrpSpPr>
                <p:grpSpPr>
                  <a:xfrm>
                    <a:off x="6197413" y="3824215"/>
                    <a:ext cx="393192" cy="393192"/>
                    <a:chOff x="5265196" y="3357021"/>
                    <a:chExt cx="393192" cy="393192"/>
                  </a:xfrm>
                </p:grpSpPr>
                <p:grpSp>
                  <p:nvGrpSpPr>
                    <p:cNvPr id="5636" name="Group 5635">
                      <a:extLst>
                        <a:ext uri="{FF2B5EF4-FFF2-40B4-BE49-F238E27FC236}">
                          <a16:creationId xmlns:a16="http://schemas.microsoft.com/office/drawing/2014/main" id="{C2AA8658-64E5-ED31-3D20-0566DA41D69D}"/>
                        </a:ext>
                      </a:extLst>
                    </p:cNvPr>
                    <p:cNvGrpSpPr/>
                    <p:nvPr/>
                  </p:nvGrpSpPr>
                  <p:grpSpPr>
                    <a:xfrm rot="14400000">
                      <a:off x="5265196" y="3357021"/>
                      <a:ext cx="393192" cy="393192"/>
                      <a:chOff x="5354637" y="3446463"/>
                      <a:chExt cx="214313" cy="214313"/>
                    </a:xfrm>
                  </p:grpSpPr>
                  <p:sp>
                    <p:nvSpPr>
                      <p:cNvPr id="5645" name="Arc 5644">
                        <a:extLst>
                          <a:ext uri="{FF2B5EF4-FFF2-40B4-BE49-F238E27FC236}">
                            <a16:creationId xmlns:a16="http://schemas.microsoft.com/office/drawing/2014/main" id="{0F2515B3-C07A-A645-FCBA-AC8B63C48B3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646" name="Arc 5645">
                        <a:extLst>
                          <a:ext uri="{FF2B5EF4-FFF2-40B4-BE49-F238E27FC236}">
                            <a16:creationId xmlns:a16="http://schemas.microsoft.com/office/drawing/2014/main" id="{FA728862-D82C-332F-FC59-841D02F307A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637" name="Group 5636">
                      <a:extLst>
                        <a:ext uri="{FF2B5EF4-FFF2-40B4-BE49-F238E27FC236}">
                          <a16:creationId xmlns:a16="http://schemas.microsoft.com/office/drawing/2014/main" id="{E171630C-9385-F21D-838D-9FFFBF38DB0B}"/>
                        </a:ext>
                      </a:extLst>
                    </p:cNvPr>
                    <p:cNvGrpSpPr/>
                    <p:nvPr/>
                  </p:nvGrpSpPr>
                  <p:grpSpPr>
                    <a:xfrm>
                      <a:off x="5310186" y="3402011"/>
                      <a:ext cx="303213" cy="303213"/>
                      <a:chOff x="5310186" y="3402011"/>
                      <a:chExt cx="303213" cy="303213"/>
                    </a:xfrm>
                  </p:grpSpPr>
                  <p:grpSp>
                    <p:nvGrpSpPr>
                      <p:cNvPr id="5638" name="Group 5637">
                        <a:extLst>
                          <a:ext uri="{FF2B5EF4-FFF2-40B4-BE49-F238E27FC236}">
                            <a16:creationId xmlns:a16="http://schemas.microsoft.com/office/drawing/2014/main" id="{80F0E508-C980-E53E-6958-0A9E8C00B56B}"/>
                          </a:ext>
                        </a:extLst>
                      </p:cNvPr>
                      <p:cNvGrpSpPr/>
                      <p:nvPr/>
                    </p:nvGrpSpPr>
                    <p:grpSpPr>
                      <a:xfrm>
                        <a:off x="5354636" y="3446461"/>
                        <a:ext cx="214313" cy="214313"/>
                        <a:chOff x="5354637" y="3446463"/>
                        <a:chExt cx="214313" cy="214313"/>
                      </a:xfrm>
                    </p:grpSpPr>
                    <p:sp>
                      <p:nvSpPr>
                        <p:cNvPr id="5643" name="Arc 5642">
                          <a:extLst>
                            <a:ext uri="{FF2B5EF4-FFF2-40B4-BE49-F238E27FC236}">
                              <a16:creationId xmlns:a16="http://schemas.microsoft.com/office/drawing/2014/main" id="{C4ADD372-E573-9184-C589-8C09F905848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644" name="Arc 5643">
                          <a:extLst>
                            <a:ext uri="{FF2B5EF4-FFF2-40B4-BE49-F238E27FC236}">
                              <a16:creationId xmlns:a16="http://schemas.microsoft.com/office/drawing/2014/main" id="{FC5436D6-64ED-FA40-AD2C-9C63B78C166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639" name="Group 5638">
                        <a:extLst>
                          <a:ext uri="{FF2B5EF4-FFF2-40B4-BE49-F238E27FC236}">
                            <a16:creationId xmlns:a16="http://schemas.microsoft.com/office/drawing/2014/main" id="{54865C04-E7C2-4A5E-97E4-B349007BEE99}"/>
                          </a:ext>
                        </a:extLst>
                      </p:cNvPr>
                      <p:cNvGrpSpPr/>
                      <p:nvPr/>
                    </p:nvGrpSpPr>
                    <p:grpSpPr>
                      <a:xfrm rot="7200000">
                        <a:off x="5310186" y="3402011"/>
                        <a:ext cx="303213" cy="303213"/>
                        <a:chOff x="5354637" y="3446463"/>
                        <a:chExt cx="214313" cy="214313"/>
                      </a:xfrm>
                    </p:grpSpPr>
                    <p:sp>
                      <p:nvSpPr>
                        <p:cNvPr id="5641" name="Arc 5640">
                          <a:extLst>
                            <a:ext uri="{FF2B5EF4-FFF2-40B4-BE49-F238E27FC236}">
                              <a16:creationId xmlns:a16="http://schemas.microsoft.com/office/drawing/2014/main" id="{C935EC24-2A3B-6EDF-239E-B33D5233637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642" name="Arc 5641">
                          <a:extLst>
                            <a:ext uri="{FF2B5EF4-FFF2-40B4-BE49-F238E27FC236}">
                              <a16:creationId xmlns:a16="http://schemas.microsoft.com/office/drawing/2014/main" id="{5640588E-F713-C74C-95E9-AB92591ABCB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640" name="TextBox 5639">
                        <a:extLst>
                          <a:ext uri="{FF2B5EF4-FFF2-40B4-BE49-F238E27FC236}">
                            <a16:creationId xmlns:a16="http://schemas.microsoft.com/office/drawing/2014/main" id="{68D273BF-1E84-3720-B279-2A99FCE50F9A}"/>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602" name="Group 5601">
                    <a:extLst>
                      <a:ext uri="{FF2B5EF4-FFF2-40B4-BE49-F238E27FC236}">
                        <a16:creationId xmlns:a16="http://schemas.microsoft.com/office/drawing/2014/main" id="{A74F0E15-42BB-58F3-DD31-0551B5C598C4}"/>
                      </a:ext>
                    </a:extLst>
                  </p:cNvPr>
                  <p:cNvGrpSpPr/>
                  <p:nvPr/>
                </p:nvGrpSpPr>
                <p:grpSpPr>
                  <a:xfrm>
                    <a:off x="5886431" y="3525040"/>
                    <a:ext cx="393192" cy="393192"/>
                    <a:chOff x="5265196" y="3932619"/>
                    <a:chExt cx="393192" cy="393192"/>
                  </a:xfrm>
                </p:grpSpPr>
                <p:grpSp>
                  <p:nvGrpSpPr>
                    <p:cNvPr id="5626" name="Group 5625">
                      <a:extLst>
                        <a:ext uri="{FF2B5EF4-FFF2-40B4-BE49-F238E27FC236}">
                          <a16:creationId xmlns:a16="http://schemas.microsoft.com/office/drawing/2014/main" id="{965A3433-D198-7E0A-0FF2-0C7534D5DA97}"/>
                        </a:ext>
                      </a:extLst>
                    </p:cNvPr>
                    <p:cNvGrpSpPr/>
                    <p:nvPr/>
                  </p:nvGrpSpPr>
                  <p:grpSpPr>
                    <a:xfrm>
                      <a:off x="5354636" y="4022061"/>
                      <a:ext cx="214313" cy="214313"/>
                      <a:chOff x="5354637" y="3446463"/>
                      <a:chExt cx="214313" cy="214313"/>
                    </a:xfrm>
                  </p:grpSpPr>
                  <p:sp>
                    <p:nvSpPr>
                      <p:cNvPr id="5634" name="Arc 5633">
                        <a:extLst>
                          <a:ext uri="{FF2B5EF4-FFF2-40B4-BE49-F238E27FC236}">
                            <a16:creationId xmlns:a16="http://schemas.microsoft.com/office/drawing/2014/main" id="{36E8AB95-828F-A79E-8C2C-223EA2E97B4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635" name="Arc 5634">
                        <a:extLst>
                          <a:ext uri="{FF2B5EF4-FFF2-40B4-BE49-F238E27FC236}">
                            <a16:creationId xmlns:a16="http://schemas.microsoft.com/office/drawing/2014/main" id="{E6D6ED97-7783-8BBF-1D1D-4653955FAA8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627" name="Group 5626">
                      <a:extLst>
                        <a:ext uri="{FF2B5EF4-FFF2-40B4-BE49-F238E27FC236}">
                          <a16:creationId xmlns:a16="http://schemas.microsoft.com/office/drawing/2014/main" id="{D9B7206B-D708-CDA3-E4EA-5E0A37245228}"/>
                        </a:ext>
                      </a:extLst>
                    </p:cNvPr>
                    <p:cNvGrpSpPr/>
                    <p:nvPr/>
                  </p:nvGrpSpPr>
                  <p:grpSpPr>
                    <a:xfrm rot="14400000">
                      <a:off x="5310186" y="3977611"/>
                      <a:ext cx="303213" cy="303213"/>
                      <a:chOff x="5354637" y="3446463"/>
                      <a:chExt cx="214313" cy="214313"/>
                    </a:xfrm>
                  </p:grpSpPr>
                  <p:sp>
                    <p:nvSpPr>
                      <p:cNvPr id="5632" name="Arc 5631">
                        <a:extLst>
                          <a:ext uri="{FF2B5EF4-FFF2-40B4-BE49-F238E27FC236}">
                            <a16:creationId xmlns:a16="http://schemas.microsoft.com/office/drawing/2014/main" id="{80C21E62-B7F2-A570-36F6-AA8A5F0B656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633" name="Arc 5632">
                        <a:extLst>
                          <a:ext uri="{FF2B5EF4-FFF2-40B4-BE49-F238E27FC236}">
                            <a16:creationId xmlns:a16="http://schemas.microsoft.com/office/drawing/2014/main" id="{D6FD2FF2-8339-A77E-73DC-16D78FD42DF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628" name="Group 5627">
                      <a:extLst>
                        <a:ext uri="{FF2B5EF4-FFF2-40B4-BE49-F238E27FC236}">
                          <a16:creationId xmlns:a16="http://schemas.microsoft.com/office/drawing/2014/main" id="{F816454C-C219-CFA9-7B9C-830B26C048F3}"/>
                        </a:ext>
                      </a:extLst>
                    </p:cNvPr>
                    <p:cNvGrpSpPr/>
                    <p:nvPr/>
                  </p:nvGrpSpPr>
                  <p:grpSpPr>
                    <a:xfrm rot="7200000">
                      <a:off x="5265196" y="3932619"/>
                      <a:ext cx="393192" cy="393192"/>
                      <a:chOff x="5354637" y="3446463"/>
                      <a:chExt cx="214313" cy="214313"/>
                    </a:xfrm>
                  </p:grpSpPr>
                  <p:sp>
                    <p:nvSpPr>
                      <p:cNvPr id="5630" name="Arc 5629">
                        <a:extLst>
                          <a:ext uri="{FF2B5EF4-FFF2-40B4-BE49-F238E27FC236}">
                            <a16:creationId xmlns:a16="http://schemas.microsoft.com/office/drawing/2014/main" id="{7939A60E-756E-826C-6DC6-194B00581E6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631" name="Arc 5630">
                        <a:extLst>
                          <a:ext uri="{FF2B5EF4-FFF2-40B4-BE49-F238E27FC236}">
                            <a16:creationId xmlns:a16="http://schemas.microsoft.com/office/drawing/2014/main" id="{0718C440-F713-7089-53A6-27D9279CE1F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629" name="TextBox 5628">
                      <a:extLst>
                        <a:ext uri="{FF2B5EF4-FFF2-40B4-BE49-F238E27FC236}">
                          <a16:creationId xmlns:a16="http://schemas.microsoft.com/office/drawing/2014/main" id="{3A66AD00-164F-13AF-886C-F6EF47D37DE0}"/>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5603" name="Group 5602">
                    <a:extLst>
                      <a:ext uri="{FF2B5EF4-FFF2-40B4-BE49-F238E27FC236}">
                        <a16:creationId xmlns:a16="http://schemas.microsoft.com/office/drawing/2014/main" id="{81019C5F-B6C5-DA00-A207-9AFDE7C41464}"/>
                      </a:ext>
                    </a:extLst>
                  </p:cNvPr>
                  <p:cNvGrpSpPr/>
                  <p:nvPr/>
                </p:nvGrpSpPr>
                <p:grpSpPr>
                  <a:xfrm>
                    <a:off x="6512463" y="3525040"/>
                    <a:ext cx="393192" cy="393192"/>
                    <a:chOff x="6389147" y="3357021"/>
                    <a:chExt cx="393192" cy="393192"/>
                  </a:xfrm>
                </p:grpSpPr>
                <p:grpSp>
                  <p:nvGrpSpPr>
                    <p:cNvPr id="5615" name="Group 5614">
                      <a:extLst>
                        <a:ext uri="{FF2B5EF4-FFF2-40B4-BE49-F238E27FC236}">
                          <a16:creationId xmlns:a16="http://schemas.microsoft.com/office/drawing/2014/main" id="{4996A047-0C51-746D-42F5-EF83C57DDCEE}"/>
                        </a:ext>
                      </a:extLst>
                    </p:cNvPr>
                    <p:cNvGrpSpPr/>
                    <p:nvPr/>
                  </p:nvGrpSpPr>
                  <p:grpSpPr>
                    <a:xfrm rot="7200000" flipH="1">
                      <a:off x="6389147" y="3357021"/>
                      <a:ext cx="393192" cy="393192"/>
                      <a:chOff x="5354637" y="3446463"/>
                      <a:chExt cx="214313" cy="214313"/>
                    </a:xfrm>
                  </p:grpSpPr>
                  <p:sp>
                    <p:nvSpPr>
                      <p:cNvPr id="5624" name="Arc 5623">
                        <a:extLst>
                          <a:ext uri="{FF2B5EF4-FFF2-40B4-BE49-F238E27FC236}">
                            <a16:creationId xmlns:a16="http://schemas.microsoft.com/office/drawing/2014/main" id="{D88D79A5-DF2A-677C-7388-70F9CF6B59B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625" name="Arc 5624">
                        <a:extLst>
                          <a:ext uri="{FF2B5EF4-FFF2-40B4-BE49-F238E27FC236}">
                            <a16:creationId xmlns:a16="http://schemas.microsoft.com/office/drawing/2014/main" id="{A59B8787-4854-30BC-14DB-AA996A832FC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616" name="Group 5615">
                      <a:extLst>
                        <a:ext uri="{FF2B5EF4-FFF2-40B4-BE49-F238E27FC236}">
                          <a16:creationId xmlns:a16="http://schemas.microsoft.com/office/drawing/2014/main" id="{4224DEB9-42B4-E112-D771-D6F489301491}"/>
                        </a:ext>
                      </a:extLst>
                    </p:cNvPr>
                    <p:cNvGrpSpPr/>
                    <p:nvPr/>
                  </p:nvGrpSpPr>
                  <p:grpSpPr>
                    <a:xfrm>
                      <a:off x="6434137" y="3402011"/>
                      <a:ext cx="303213" cy="303213"/>
                      <a:chOff x="6434137" y="3402011"/>
                      <a:chExt cx="303213" cy="303213"/>
                    </a:xfrm>
                  </p:grpSpPr>
                  <p:grpSp>
                    <p:nvGrpSpPr>
                      <p:cNvPr id="5617" name="Group 5616">
                        <a:extLst>
                          <a:ext uri="{FF2B5EF4-FFF2-40B4-BE49-F238E27FC236}">
                            <a16:creationId xmlns:a16="http://schemas.microsoft.com/office/drawing/2014/main" id="{9DB6EDAA-5B4A-E663-C355-FF4FFDDBEAFF}"/>
                          </a:ext>
                        </a:extLst>
                      </p:cNvPr>
                      <p:cNvGrpSpPr/>
                      <p:nvPr/>
                    </p:nvGrpSpPr>
                    <p:grpSpPr>
                      <a:xfrm flipH="1">
                        <a:off x="6478587" y="3446461"/>
                        <a:ext cx="214313" cy="214313"/>
                        <a:chOff x="5354637" y="3446463"/>
                        <a:chExt cx="214313" cy="214313"/>
                      </a:xfrm>
                    </p:grpSpPr>
                    <p:sp>
                      <p:nvSpPr>
                        <p:cNvPr id="5622" name="Arc 5621">
                          <a:extLst>
                            <a:ext uri="{FF2B5EF4-FFF2-40B4-BE49-F238E27FC236}">
                              <a16:creationId xmlns:a16="http://schemas.microsoft.com/office/drawing/2014/main" id="{D1122417-FD23-B4B2-682E-CE8A2B35A5F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623" name="Arc 5622">
                          <a:extLst>
                            <a:ext uri="{FF2B5EF4-FFF2-40B4-BE49-F238E27FC236}">
                              <a16:creationId xmlns:a16="http://schemas.microsoft.com/office/drawing/2014/main" id="{6735064E-0168-66EE-7C32-439B472BFD4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618" name="Group 5617">
                        <a:extLst>
                          <a:ext uri="{FF2B5EF4-FFF2-40B4-BE49-F238E27FC236}">
                            <a16:creationId xmlns:a16="http://schemas.microsoft.com/office/drawing/2014/main" id="{8EABB126-FBBE-38D4-8D11-D5F884847CD1}"/>
                          </a:ext>
                        </a:extLst>
                      </p:cNvPr>
                      <p:cNvGrpSpPr/>
                      <p:nvPr/>
                    </p:nvGrpSpPr>
                    <p:grpSpPr>
                      <a:xfrm rot="14400000" flipH="1">
                        <a:off x="6434137" y="3402011"/>
                        <a:ext cx="303213" cy="303213"/>
                        <a:chOff x="5354637" y="3446463"/>
                        <a:chExt cx="214313" cy="214313"/>
                      </a:xfrm>
                    </p:grpSpPr>
                    <p:sp>
                      <p:nvSpPr>
                        <p:cNvPr id="5620" name="Arc 5619">
                          <a:extLst>
                            <a:ext uri="{FF2B5EF4-FFF2-40B4-BE49-F238E27FC236}">
                              <a16:creationId xmlns:a16="http://schemas.microsoft.com/office/drawing/2014/main" id="{F5CB3B8F-78FB-21AD-2240-B436A025881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621" name="Arc 5620">
                          <a:extLst>
                            <a:ext uri="{FF2B5EF4-FFF2-40B4-BE49-F238E27FC236}">
                              <a16:creationId xmlns:a16="http://schemas.microsoft.com/office/drawing/2014/main" id="{81189A90-999D-28D6-1479-642DF71BB7D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619" name="TextBox 5618">
                        <a:extLst>
                          <a:ext uri="{FF2B5EF4-FFF2-40B4-BE49-F238E27FC236}">
                            <a16:creationId xmlns:a16="http://schemas.microsoft.com/office/drawing/2014/main" id="{F0CB5DFA-930D-0749-C0AC-23D12EA4BFBC}"/>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604" name="Group 5603">
                    <a:extLst>
                      <a:ext uri="{FF2B5EF4-FFF2-40B4-BE49-F238E27FC236}">
                        <a16:creationId xmlns:a16="http://schemas.microsoft.com/office/drawing/2014/main" id="{D1200FC4-FFEC-48AB-F1AE-9B29C019F8AC}"/>
                      </a:ext>
                    </a:extLst>
                  </p:cNvPr>
                  <p:cNvGrpSpPr/>
                  <p:nvPr/>
                </p:nvGrpSpPr>
                <p:grpSpPr>
                  <a:xfrm>
                    <a:off x="6197413" y="3225768"/>
                    <a:ext cx="393192" cy="393192"/>
                    <a:chOff x="6389147" y="3932622"/>
                    <a:chExt cx="393192" cy="393192"/>
                  </a:xfrm>
                </p:grpSpPr>
                <p:grpSp>
                  <p:nvGrpSpPr>
                    <p:cNvPr id="5605" name="Group 5604">
                      <a:extLst>
                        <a:ext uri="{FF2B5EF4-FFF2-40B4-BE49-F238E27FC236}">
                          <a16:creationId xmlns:a16="http://schemas.microsoft.com/office/drawing/2014/main" id="{48BB9E8F-9014-3CE6-D2B7-18B95392A0F0}"/>
                        </a:ext>
                      </a:extLst>
                    </p:cNvPr>
                    <p:cNvGrpSpPr/>
                    <p:nvPr/>
                  </p:nvGrpSpPr>
                  <p:grpSpPr>
                    <a:xfrm flipH="1">
                      <a:off x="6478587" y="4022061"/>
                      <a:ext cx="214313" cy="214313"/>
                      <a:chOff x="5354637" y="3446463"/>
                      <a:chExt cx="214313" cy="214313"/>
                    </a:xfrm>
                  </p:grpSpPr>
                  <p:sp>
                    <p:nvSpPr>
                      <p:cNvPr id="5613" name="Arc 5612">
                        <a:extLst>
                          <a:ext uri="{FF2B5EF4-FFF2-40B4-BE49-F238E27FC236}">
                            <a16:creationId xmlns:a16="http://schemas.microsoft.com/office/drawing/2014/main" id="{94A82D8F-FB21-4B49-1A2F-705872B779B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614" name="Arc 5613">
                        <a:extLst>
                          <a:ext uri="{FF2B5EF4-FFF2-40B4-BE49-F238E27FC236}">
                            <a16:creationId xmlns:a16="http://schemas.microsoft.com/office/drawing/2014/main" id="{CA244F42-1967-2669-C87C-CF656F48DFF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606" name="Group 5605">
                      <a:extLst>
                        <a:ext uri="{FF2B5EF4-FFF2-40B4-BE49-F238E27FC236}">
                          <a16:creationId xmlns:a16="http://schemas.microsoft.com/office/drawing/2014/main" id="{32E9B041-0025-E660-268D-1D626E274338}"/>
                        </a:ext>
                      </a:extLst>
                    </p:cNvPr>
                    <p:cNvGrpSpPr/>
                    <p:nvPr/>
                  </p:nvGrpSpPr>
                  <p:grpSpPr>
                    <a:xfrm rot="7200000" flipH="1">
                      <a:off x="6434137" y="3977611"/>
                      <a:ext cx="303213" cy="303213"/>
                      <a:chOff x="5354637" y="3446463"/>
                      <a:chExt cx="214313" cy="214313"/>
                    </a:xfrm>
                  </p:grpSpPr>
                  <p:sp>
                    <p:nvSpPr>
                      <p:cNvPr id="5611" name="Arc 5610">
                        <a:extLst>
                          <a:ext uri="{FF2B5EF4-FFF2-40B4-BE49-F238E27FC236}">
                            <a16:creationId xmlns:a16="http://schemas.microsoft.com/office/drawing/2014/main" id="{1B2308F3-CF84-DBC2-CA02-0044DBC077D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612" name="Arc 5611">
                        <a:extLst>
                          <a:ext uri="{FF2B5EF4-FFF2-40B4-BE49-F238E27FC236}">
                            <a16:creationId xmlns:a16="http://schemas.microsoft.com/office/drawing/2014/main" id="{85F439D6-DE94-C246-5E6A-B1BAB3B7130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607" name="Group 5606">
                      <a:extLst>
                        <a:ext uri="{FF2B5EF4-FFF2-40B4-BE49-F238E27FC236}">
                          <a16:creationId xmlns:a16="http://schemas.microsoft.com/office/drawing/2014/main" id="{43C14103-A05E-53F6-A38A-89A9E0E79339}"/>
                        </a:ext>
                      </a:extLst>
                    </p:cNvPr>
                    <p:cNvGrpSpPr/>
                    <p:nvPr/>
                  </p:nvGrpSpPr>
                  <p:grpSpPr>
                    <a:xfrm rot="14400000" flipH="1">
                      <a:off x="6389147" y="3932622"/>
                      <a:ext cx="393192" cy="393192"/>
                      <a:chOff x="5354637" y="3446463"/>
                      <a:chExt cx="214313" cy="214313"/>
                    </a:xfrm>
                  </p:grpSpPr>
                  <p:sp>
                    <p:nvSpPr>
                      <p:cNvPr id="5609" name="Arc 5608">
                        <a:extLst>
                          <a:ext uri="{FF2B5EF4-FFF2-40B4-BE49-F238E27FC236}">
                            <a16:creationId xmlns:a16="http://schemas.microsoft.com/office/drawing/2014/main" id="{140695DF-5952-5DD1-A3D1-8B611FA5159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610" name="Arc 5609">
                        <a:extLst>
                          <a:ext uri="{FF2B5EF4-FFF2-40B4-BE49-F238E27FC236}">
                            <a16:creationId xmlns:a16="http://schemas.microsoft.com/office/drawing/2014/main" id="{AEEF96B5-C95F-AFE5-0220-4DD20A64704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608" name="TextBox 5607">
                      <a:extLst>
                        <a:ext uri="{FF2B5EF4-FFF2-40B4-BE49-F238E27FC236}">
                          <a16:creationId xmlns:a16="http://schemas.microsoft.com/office/drawing/2014/main" id="{60254E20-2650-6BF9-A678-A4DAD114C989}"/>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554" name="Group 5553">
                  <a:extLst>
                    <a:ext uri="{FF2B5EF4-FFF2-40B4-BE49-F238E27FC236}">
                      <a16:creationId xmlns:a16="http://schemas.microsoft.com/office/drawing/2014/main" id="{87957480-693B-7D37-3ABD-4BA117705142}"/>
                    </a:ext>
                  </a:extLst>
                </p:cNvPr>
                <p:cNvGrpSpPr/>
                <p:nvPr/>
              </p:nvGrpSpPr>
              <p:grpSpPr>
                <a:xfrm>
                  <a:off x="6069086" y="3246228"/>
                  <a:ext cx="1019224" cy="991639"/>
                  <a:chOff x="5886431" y="3225768"/>
                  <a:chExt cx="1019224" cy="991639"/>
                </a:xfrm>
              </p:grpSpPr>
              <p:grpSp>
                <p:nvGrpSpPr>
                  <p:cNvPr id="5555" name="Group 5554">
                    <a:extLst>
                      <a:ext uri="{FF2B5EF4-FFF2-40B4-BE49-F238E27FC236}">
                        <a16:creationId xmlns:a16="http://schemas.microsoft.com/office/drawing/2014/main" id="{95C8B9E5-D94B-786C-0993-AA31354E0A21}"/>
                      </a:ext>
                    </a:extLst>
                  </p:cNvPr>
                  <p:cNvGrpSpPr/>
                  <p:nvPr/>
                </p:nvGrpSpPr>
                <p:grpSpPr>
                  <a:xfrm>
                    <a:off x="6197413" y="3824215"/>
                    <a:ext cx="393192" cy="393192"/>
                    <a:chOff x="5265196" y="3357021"/>
                    <a:chExt cx="393192" cy="393192"/>
                  </a:xfrm>
                </p:grpSpPr>
                <p:grpSp>
                  <p:nvGrpSpPr>
                    <p:cNvPr id="5590" name="Group 5589">
                      <a:extLst>
                        <a:ext uri="{FF2B5EF4-FFF2-40B4-BE49-F238E27FC236}">
                          <a16:creationId xmlns:a16="http://schemas.microsoft.com/office/drawing/2014/main" id="{0BD27BCE-83F7-B6A7-32C1-A5139EF22F6C}"/>
                        </a:ext>
                      </a:extLst>
                    </p:cNvPr>
                    <p:cNvGrpSpPr/>
                    <p:nvPr/>
                  </p:nvGrpSpPr>
                  <p:grpSpPr>
                    <a:xfrm rot="14400000">
                      <a:off x="5265196" y="3357021"/>
                      <a:ext cx="393192" cy="393192"/>
                      <a:chOff x="5354637" y="3446463"/>
                      <a:chExt cx="214313" cy="214313"/>
                    </a:xfrm>
                  </p:grpSpPr>
                  <p:sp>
                    <p:nvSpPr>
                      <p:cNvPr id="5599" name="Arc 5598">
                        <a:extLst>
                          <a:ext uri="{FF2B5EF4-FFF2-40B4-BE49-F238E27FC236}">
                            <a16:creationId xmlns:a16="http://schemas.microsoft.com/office/drawing/2014/main" id="{3B7712CE-01D5-D7F6-5252-CE4AB4A760D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600" name="Arc 5599">
                        <a:extLst>
                          <a:ext uri="{FF2B5EF4-FFF2-40B4-BE49-F238E27FC236}">
                            <a16:creationId xmlns:a16="http://schemas.microsoft.com/office/drawing/2014/main" id="{AD7A769F-E4FE-5B92-65DE-2DF983F5911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591" name="Group 5590">
                      <a:extLst>
                        <a:ext uri="{FF2B5EF4-FFF2-40B4-BE49-F238E27FC236}">
                          <a16:creationId xmlns:a16="http://schemas.microsoft.com/office/drawing/2014/main" id="{1F342498-A978-B2DB-0727-EAE015C17973}"/>
                        </a:ext>
                      </a:extLst>
                    </p:cNvPr>
                    <p:cNvGrpSpPr/>
                    <p:nvPr/>
                  </p:nvGrpSpPr>
                  <p:grpSpPr>
                    <a:xfrm>
                      <a:off x="5310186" y="3402011"/>
                      <a:ext cx="303213" cy="303213"/>
                      <a:chOff x="5310186" y="3402011"/>
                      <a:chExt cx="303213" cy="303213"/>
                    </a:xfrm>
                  </p:grpSpPr>
                  <p:grpSp>
                    <p:nvGrpSpPr>
                      <p:cNvPr id="5592" name="Group 5591">
                        <a:extLst>
                          <a:ext uri="{FF2B5EF4-FFF2-40B4-BE49-F238E27FC236}">
                            <a16:creationId xmlns:a16="http://schemas.microsoft.com/office/drawing/2014/main" id="{8A22B73E-8E79-98F2-18C8-9087E57B8589}"/>
                          </a:ext>
                        </a:extLst>
                      </p:cNvPr>
                      <p:cNvGrpSpPr/>
                      <p:nvPr/>
                    </p:nvGrpSpPr>
                    <p:grpSpPr>
                      <a:xfrm>
                        <a:off x="5354636" y="3446461"/>
                        <a:ext cx="214313" cy="214313"/>
                        <a:chOff x="5354637" y="3446463"/>
                        <a:chExt cx="214313" cy="214313"/>
                      </a:xfrm>
                    </p:grpSpPr>
                    <p:sp>
                      <p:nvSpPr>
                        <p:cNvPr id="5597" name="Arc 5596">
                          <a:extLst>
                            <a:ext uri="{FF2B5EF4-FFF2-40B4-BE49-F238E27FC236}">
                              <a16:creationId xmlns:a16="http://schemas.microsoft.com/office/drawing/2014/main" id="{89C7F9F3-088B-2DFB-36AB-443F8C0FC39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98" name="Arc 5597">
                          <a:extLst>
                            <a:ext uri="{FF2B5EF4-FFF2-40B4-BE49-F238E27FC236}">
                              <a16:creationId xmlns:a16="http://schemas.microsoft.com/office/drawing/2014/main" id="{7489A2A4-51C1-E743-2B8B-FC83B888525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593" name="Group 5592">
                        <a:extLst>
                          <a:ext uri="{FF2B5EF4-FFF2-40B4-BE49-F238E27FC236}">
                            <a16:creationId xmlns:a16="http://schemas.microsoft.com/office/drawing/2014/main" id="{9AEB6CBC-5E18-A2D7-93E5-43758BA2FE54}"/>
                          </a:ext>
                        </a:extLst>
                      </p:cNvPr>
                      <p:cNvGrpSpPr/>
                      <p:nvPr/>
                    </p:nvGrpSpPr>
                    <p:grpSpPr>
                      <a:xfrm rot="7200000">
                        <a:off x="5310186" y="3402011"/>
                        <a:ext cx="303213" cy="303213"/>
                        <a:chOff x="5354637" y="3446463"/>
                        <a:chExt cx="214313" cy="214313"/>
                      </a:xfrm>
                    </p:grpSpPr>
                    <p:sp>
                      <p:nvSpPr>
                        <p:cNvPr id="5595" name="Arc 5594">
                          <a:extLst>
                            <a:ext uri="{FF2B5EF4-FFF2-40B4-BE49-F238E27FC236}">
                              <a16:creationId xmlns:a16="http://schemas.microsoft.com/office/drawing/2014/main" id="{7D5842B6-F55F-48D3-761F-4E242F3BE22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96" name="Arc 5595">
                          <a:extLst>
                            <a:ext uri="{FF2B5EF4-FFF2-40B4-BE49-F238E27FC236}">
                              <a16:creationId xmlns:a16="http://schemas.microsoft.com/office/drawing/2014/main" id="{9586A0EA-FF48-0ED5-ED52-2B8E84E43C3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594" name="TextBox 5593">
                        <a:extLst>
                          <a:ext uri="{FF2B5EF4-FFF2-40B4-BE49-F238E27FC236}">
                            <a16:creationId xmlns:a16="http://schemas.microsoft.com/office/drawing/2014/main" id="{A4BC64EF-B114-1225-821C-4E75FB3C4B4F}"/>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556" name="Group 5555">
                    <a:extLst>
                      <a:ext uri="{FF2B5EF4-FFF2-40B4-BE49-F238E27FC236}">
                        <a16:creationId xmlns:a16="http://schemas.microsoft.com/office/drawing/2014/main" id="{C290FFD0-468A-377A-1C6C-51783BE9B97B}"/>
                      </a:ext>
                    </a:extLst>
                  </p:cNvPr>
                  <p:cNvGrpSpPr/>
                  <p:nvPr/>
                </p:nvGrpSpPr>
                <p:grpSpPr>
                  <a:xfrm>
                    <a:off x="5886431" y="3525040"/>
                    <a:ext cx="393192" cy="393192"/>
                    <a:chOff x="5265196" y="3932619"/>
                    <a:chExt cx="393192" cy="393192"/>
                  </a:xfrm>
                </p:grpSpPr>
                <p:grpSp>
                  <p:nvGrpSpPr>
                    <p:cNvPr id="5580" name="Group 5579">
                      <a:extLst>
                        <a:ext uri="{FF2B5EF4-FFF2-40B4-BE49-F238E27FC236}">
                          <a16:creationId xmlns:a16="http://schemas.microsoft.com/office/drawing/2014/main" id="{631BD727-E51B-77F0-4DC7-052D21545C5E}"/>
                        </a:ext>
                      </a:extLst>
                    </p:cNvPr>
                    <p:cNvGrpSpPr/>
                    <p:nvPr/>
                  </p:nvGrpSpPr>
                  <p:grpSpPr>
                    <a:xfrm>
                      <a:off x="5354636" y="4022061"/>
                      <a:ext cx="214313" cy="214313"/>
                      <a:chOff x="5354637" y="3446463"/>
                      <a:chExt cx="214313" cy="214313"/>
                    </a:xfrm>
                  </p:grpSpPr>
                  <p:sp>
                    <p:nvSpPr>
                      <p:cNvPr id="5588" name="Arc 5587">
                        <a:extLst>
                          <a:ext uri="{FF2B5EF4-FFF2-40B4-BE49-F238E27FC236}">
                            <a16:creationId xmlns:a16="http://schemas.microsoft.com/office/drawing/2014/main" id="{D6564879-1BC5-05C7-E833-B33B914AD0B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89" name="Arc 5588">
                        <a:extLst>
                          <a:ext uri="{FF2B5EF4-FFF2-40B4-BE49-F238E27FC236}">
                            <a16:creationId xmlns:a16="http://schemas.microsoft.com/office/drawing/2014/main" id="{F08F9C1E-5CB7-3AFC-4179-621FCC7BD76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581" name="Group 5580">
                      <a:extLst>
                        <a:ext uri="{FF2B5EF4-FFF2-40B4-BE49-F238E27FC236}">
                          <a16:creationId xmlns:a16="http://schemas.microsoft.com/office/drawing/2014/main" id="{FF9A6CA5-17A8-6A45-C854-C4988AB079BD}"/>
                        </a:ext>
                      </a:extLst>
                    </p:cNvPr>
                    <p:cNvGrpSpPr/>
                    <p:nvPr/>
                  </p:nvGrpSpPr>
                  <p:grpSpPr>
                    <a:xfrm rot="14400000">
                      <a:off x="5310186" y="3977611"/>
                      <a:ext cx="303213" cy="303213"/>
                      <a:chOff x="5354637" y="3446463"/>
                      <a:chExt cx="214313" cy="214313"/>
                    </a:xfrm>
                  </p:grpSpPr>
                  <p:sp>
                    <p:nvSpPr>
                      <p:cNvPr id="5586" name="Arc 5585">
                        <a:extLst>
                          <a:ext uri="{FF2B5EF4-FFF2-40B4-BE49-F238E27FC236}">
                            <a16:creationId xmlns:a16="http://schemas.microsoft.com/office/drawing/2014/main" id="{3316658E-4C2C-0356-E3CC-D0F3EFCFEF6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87" name="Arc 5586">
                        <a:extLst>
                          <a:ext uri="{FF2B5EF4-FFF2-40B4-BE49-F238E27FC236}">
                            <a16:creationId xmlns:a16="http://schemas.microsoft.com/office/drawing/2014/main" id="{E05D4A05-7257-E00D-9DC7-E3B79D096B7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582" name="Group 5581">
                      <a:extLst>
                        <a:ext uri="{FF2B5EF4-FFF2-40B4-BE49-F238E27FC236}">
                          <a16:creationId xmlns:a16="http://schemas.microsoft.com/office/drawing/2014/main" id="{E4849567-01CC-5386-C59D-717036164630}"/>
                        </a:ext>
                      </a:extLst>
                    </p:cNvPr>
                    <p:cNvGrpSpPr/>
                    <p:nvPr/>
                  </p:nvGrpSpPr>
                  <p:grpSpPr>
                    <a:xfrm rot="7200000">
                      <a:off x="5265196" y="3932619"/>
                      <a:ext cx="393192" cy="393192"/>
                      <a:chOff x="5354637" y="3446463"/>
                      <a:chExt cx="214313" cy="214313"/>
                    </a:xfrm>
                  </p:grpSpPr>
                  <p:sp>
                    <p:nvSpPr>
                      <p:cNvPr id="5584" name="Arc 5583">
                        <a:extLst>
                          <a:ext uri="{FF2B5EF4-FFF2-40B4-BE49-F238E27FC236}">
                            <a16:creationId xmlns:a16="http://schemas.microsoft.com/office/drawing/2014/main" id="{973938AE-D4C2-1A1E-07CC-19D80B61B4D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85" name="Arc 5584">
                        <a:extLst>
                          <a:ext uri="{FF2B5EF4-FFF2-40B4-BE49-F238E27FC236}">
                            <a16:creationId xmlns:a16="http://schemas.microsoft.com/office/drawing/2014/main" id="{6C94BCCB-3277-18C4-B4FD-542AC418CBF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583" name="TextBox 5582">
                      <a:extLst>
                        <a:ext uri="{FF2B5EF4-FFF2-40B4-BE49-F238E27FC236}">
                          <a16:creationId xmlns:a16="http://schemas.microsoft.com/office/drawing/2014/main" id="{7ADC9028-94CD-C6DC-E8B3-1235AB2CE780}"/>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5557" name="Group 5556">
                    <a:extLst>
                      <a:ext uri="{FF2B5EF4-FFF2-40B4-BE49-F238E27FC236}">
                        <a16:creationId xmlns:a16="http://schemas.microsoft.com/office/drawing/2014/main" id="{EBDA6C8B-66C8-38DE-7F35-021060380C52}"/>
                      </a:ext>
                    </a:extLst>
                  </p:cNvPr>
                  <p:cNvGrpSpPr/>
                  <p:nvPr/>
                </p:nvGrpSpPr>
                <p:grpSpPr>
                  <a:xfrm>
                    <a:off x="6512463" y="3525040"/>
                    <a:ext cx="393192" cy="393192"/>
                    <a:chOff x="6389147" y="3357021"/>
                    <a:chExt cx="393192" cy="393192"/>
                  </a:xfrm>
                </p:grpSpPr>
                <p:grpSp>
                  <p:nvGrpSpPr>
                    <p:cNvPr id="5569" name="Group 5568">
                      <a:extLst>
                        <a:ext uri="{FF2B5EF4-FFF2-40B4-BE49-F238E27FC236}">
                          <a16:creationId xmlns:a16="http://schemas.microsoft.com/office/drawing/2014/main" id="{835C547B-243E-921B-2939-6650E60F4EAD}"/>
                        </a:ext>
                      </a:extLst>
                    </p:cNvPr>
                    <p:cNvGrpSpPr/>
                    <p:nvPr/>
                  </p:nvGrpSpPr>
                  <p:grpSpPr>
                    <a:xfrm rot="7200000" flipH="1">
                      <a:off x="6389147" y="3357021"/>
                      <a:ext cx="393192" cy="393192"/>
                      <a:chOff x="5354637" y="3446463"/>
                      <a:chExt cx="214313" cy="214313"/>
                    </a:xfrm>
                  </p:grpSpPr>
                  <p:sp>
                    <p:nvSpPr>
                      <p:cNvPr id="5578" name="Arc 5577">
                        <a:extLst>
                          <a:ext uri="{FF2B5EF4-FFF2-40B4-BE49-F238E27FC236}">
                            <a16:creationId xmlns:a16="http://schemas.microsoft.com/office/drawing/2014/main" id="{9B3D43C4-CE81-8478-216F-F1EBFD205C5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79" name="Arc 5578">
                        <a:extLst>
                          <a:ext uri="{FF2B5EF4-FFF2-40B4-BE49-F238E27FC236}">
                            <a16:creationId xmlns:a16="http://schemas.microsoft.com/office/drawing/2014/main" id="{5AC5662A-0CC6-7A35-25B3-080B0FC2129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570" name="Group 5569">
                      <a:extLst>
                        <a:ext uri="{FF2B5EF4-FFF2-40B4-BE49-F238E27FC236}">
                          <a16:creationId xmlns:a16="http://schemas.microsoft.com/office/drawing/2014/main" id="{49538D8D-CF71-843E-717A-9E2746B60F57}"/>
                        </a:ext>
                      </a:extLst>
                    </p:cNvPr>
                    <p:cNvGrpSpPr/>
                    <p:nvPr/>
                  </p:nvGrpSpPr>
                  <p:grpSpPr>
                    <a:xfrm>
                      <a:off x="6434137" y="3402011"/>
                      <a:ext cx="303213" cy="303213"/>
                      <a:chOff x="6434137" y="3402011"/>
                      <a:chExt cx="303213" cy="303213"/>
                    </a:xfrm>
                  </p:grpSpPr>
                  <p:grpSp>
                    <p:nvGrpSpPr>
                      <p:cNvPr id="5571" name="Group 5570">
                        <a:extLst>
                          <a:ext uri="{FF2B5EF4-FFF2-40B4-BE49-F238E27FC236}">
                            <a16:creationId xmlns:a16="http://schemas.microsoft.com/office/drawing/2014/main" id="{34042118-F27F-5A3B-3DE8-E73E0A8EDA18}"/>
                          </a:ext>
                        </a:extLst>
                      </p:cNvPr>
                      <p:cNvGrpSpPr/>
                      <p:nvPr/>
                    </p:nvGrpSpPr>
                    <p:grpSpPr>
                      <a:xfrm flipH="1">
                        <a:off x="6478587" y="3446461"/>
                        <a:ext cx="214313" cy="214313"/>
                        <a:chOff x="5354637" y="3446463"/>
                        <a:chExt cx="214313" cy="214313"/>
                      </a:xfrm>
                    </p:grpSpPr>
                    <p:sp>
                      <p:nvSpPr>
                        <p:cNvPr id="5576" name="Arc 5575">
                          <a:extLst>
                            <a:ext uri="{FF2B5EF4-FFF2-40B4-BE49-F238E27FC236}">
                              <a16:creationId xmlns:a16="http://schemas.microsoft.com/office/drawing/2014/main" id="{5432CF9D-5B45-E4B8-8A8D-DC50694D610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77" name="Arc 5576">
                          <a:extLst>
                            <a:ext uri="{FF2B5EF4-FFF2-40B4-BE49-F238E27FC236}">
                              <a16:creationId xmlns:a16="http://schemas.microsoft.com/office/drawing/2014/main" id="{D5495AF0-4856-FCC4-D7EC-2F0F1709EE8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572" name="Group 5571">
                        <a:extLst>
                          <a:ext uri="{FF2B5EF4-FFF2-40B4-BE49-F238E27FC236}">
                            <a16:creationId xmlns:a16="http://schemas.microsoft.com/office/drawing/2014/main" id="{B5B19839-C7C5-F52E-BFD4-E42D7EBF6B98}"/>
                          </a:ext>
                        </a:extLst>
                      </p:cNvPr>
                      <p:cNvGrpSpPr/>
                      <p:nvPr/>
                    </p:nvGrpSpPr>
                    <p:grpSpPr>
                      <a:xfrm rot="14400000" flipH="1">
                        <a:off x="6434137" y="3402011"/>
                        <a:ext cx="303213" cy="303213"/>
                        <a:chOff x="5354637" y="3446463"/>
                        <a:chExt cx="214313" cy="214313"/>
                      </a:xfrm>
                    </p:grpSpPr>
                    <p:sp>
                      <p:nvSpPr>
                        <p:cNvPr id="5574" name="Arc 5573">
                          <a:extLst>
                            <a:ext uri="{FF2B5EF4-FFF2-40B4-BE49-F238E27FC236}">
                              <a16:creationId xmlns:a16="http://schemas.microsoft.com/office/drawing/2014/main" id="{2C40AFD4-D7EC-0973-2FAF-9BC01B58F22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75" name="Arc 5574">
                          <a:extLst>
                            <a:ext uri="{FF2B5EF4-FFF2-40B4-BE49-F238E27FC236}">
                              <a16:creationId xmlns:a16="http://schemas.microsoft.com/office/drawing/2014/main" id="{2A4D1704-56E1-2E15-CBF8-1CD49CE52E2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573" name="TextBox 5572">
                        <a:extLst>
                          <a:ext uri="{FF2B5EF4-FFF2-40B4-BE49-F238E27FC236}">
                            <a16:creationId xmlns:a16="http://schemas.microsoft.com/office/drawing/2014/main" id="{B78A48C7-ED39-A1C7-883D-E97EB2FACD56}"/>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558" name="Group 5557">
                    <a:extLst>
                      <a:ext uri="{FF2B5EF4-FFF2-40B4-BE49-F238E27FC236}">
                        <a16:creationId xmlns:a16="http://schemas.microsoft.com/office/drawing/2014/main" id="{B36DDF3B-8D94-0D8C-BEEC-2576BE2EA0FD}"/>
                      </a:ext>
                    </a:extLst>
                  </p:cNvPr>
                  <p:cNvGrpSpPr/>
                  <p:nvPr/>
                </p:nvGrpSpPr>
                <p:grpSpPr>
                  <a:xfrm>
                    <a:off x="6197413" y="3225768"/>
                    <a:ext cx="393192" cy="393192"/>
                    <a:chOff x="6389147" y="3932622"/>
                    <a:chExt cx="393192" cy="393192"/>
                  </a:xfrm>
                </p:grpSpPr>
                <p:grpSp>
                  <p:nvGrpSpPr>
                    <p:cNvPr id="5559" name="Group 5558">
                      <a:extLst>
                        <a:ext uri="{FF2B5EF4-FFF2-40B4-BE49-F238E27FC236}">
                          <a16:creationId xmlns:a16="http://schemas.microsoft.com/office/drawing/2014/main" id="{D13FAD32-901E-73E1-23EC-BB3D6C54D0C5}"/>
                        </a:ext>
                      </a:extLst>
                    </p:cNvPr>
                    <p:cNvGrpSpPr/>
                    <p:nvPr/>
                  </p:nvGrpSpPr>
                  <p:grpSpPr>
                    <a:xfrm flipH="1">
                      <a:off x="6478587" y="4022061"/>
                      <a:ext cx="214313" cy="214313"/>
                      <a:chOff x="5354637" y="3446463"/>
                      <a:chExt cx="214313" cy="214313"/>
                    </a:xfrm>
                  </p:grpSpPr>
                  <p:sp>
                    <p:nvSpPr>
                      <p:cNvPr id="5567" name="Arc 5566">
                        <a:extLst>
                          <a:ext uri="{FF2B5EF4-FFF2-40B4-BE49-F238E27FC236}">
                            <a16:creationId xmlns:a16="http://schemas.microsoft.com/office/drawing/2014/main" id="{3B6984D1-5523-81D3-1FA8-8726248D865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68" name="Arc 5567">
                        <a:extLst>
                          <a:ext uri="{FF2B5EF4-FFF2-40B4-BE49-F238E27FC236}">
                            <a16:creationId xmlns:a16="http://schemas.microsoft.com/office/drawing/2014/main" id="{5BDD0537-4AE4-E0F0-8D94-4A5C376B398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560" name="Group 5559">
                      <a:extLst>
                        <a:ext uri="{FF2B5EF4-FFF2-40B4-BE49-F238E27FC236}">
                          <a16:creationId xmlns:a16="http://schemas.microsoft.com/office/drawing/2014/main" id="{E145D9C4-3E17-D5B4-12BE-BBD963E00429}"/>
                        </a:ext>
                      </a:extLst>
                    </p:cNvPr>
                    <p:cNvGrpSpPr/>
                    <p:nvPr/>
                  </p:nvGrpSpPr>
                  <p:grpSpPr>
                    <a:xfrm rot="7200000" flipH="1">
                      <a:off x="6434137" y="3977611"/>
                      <a:ext cx="303213" cy="303213"/>
                      <a:chOff x="5354637" y="3446463"/>
                      <a:chExt cx="214313" cy="214313"/>
                    </a:xfrm>
                  </p:grpSpPr>
                  <p:sp>
                    <p:nvSpPr>
                      <p:cNvPr id="5565" name="Arc 5564">
                        <a:extLst>
                          <a:ext uri="{FF2B5EF4-FFF2-40B4-BE49-F238E27FC236}">
                            <a16:creationId xmlns:a16="http://schemas.microsoft.com/office/drawing/2014/main" id="{432258EE-7D54-3B1A-42C7-48C046F1D16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66" name="Arc 5565">
                        <a:extLst>
                          <a:ext uri="{FF2B5EF4-FFF2-40B4-BE49-F238E27FC236}">
                            <a16:creationId xmlns:a16="http://schemas.microsoft.com/office/drawing/2014/main" id="{CE332EFB-4C9C-0AD2-D27F-605B661C136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561" name="Group 5560">
                      <a:extLst>
                        <a:ext uri="{FF2B5EF4-FFF2-40B4-BE49-F238E27FC236}">
                          <a16:creationId xmlns:a16="http://schemas.microsoft.com/office/drawing/2014/main" id="{8F832FD7-73F3-616A-2F76-F15F87CEF223}"/>
                        </a:ext>
                      </a:extLst>
                    </p:cNvPr>
                    <p:cNvGrpSpPr/>
                    <p:nvPr/>
                  </p:nvGrpSpPr>
                  <p:grpSpPr>
                    <a:xfrm rot="14400000" flipH="1">
                      <a:off x="6389147" y="3932622"/>
                      <a:ext cx="393192" cy="393192"/>
                      <a:chOff x="5354637" y="3446463"/>
                      <a:chExt cx="214313" cy="214313"/>
                    </a:xfrm>
                  </p:grpSpPr>
                  <p:sp>
                    <p:nvSpPr>
                      <p:cNvPr id="5563" name="Arc 5562">
                        <a:extLst>
                          <a:ext uri="{FF2B5EF4-FFF2-40B4-BE49-F238E27FC236}">
                            <a16:creationId xmlns:a16="http://schemas.microsoft.com/office/drawing/2014/main" id="{B5EEBD99-0FE9-0E51-4B25-FE258AF2CA4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64" name="Arc 5563">
                        <a:extLst>
                          <a:ext uri="{FF2B5EF4-FFF2-40B4-BE49-F238E27FC236}">
                            <a16:creationId xmlns:a16="http://schemas.microsoft.com/office/drawing/2014/main" id="{B798C769-F1B8-809C-3EC6-87014B1C86F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562" name="TextBox 5561">
                      <a:extLst>
                        <a:ext uri="{FF2B5EF4-FFF2-40B4-BE49-F238E27FC236}">
                          <a16:creationId xmlns:a16="http://schemas.microsoft.com/office/drawing/2014/main" id="{C7167C03-625F-4404-9FA5-6CB2DDC4F427}"/>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3068" name="Group 3067">
              <a:extLst>
                <a:ext uri="{FF2B5EF4-FFF2-40B4-BE49-F238E27FC236}">
                  <a16:creationId xmlns:a16="http://schemas.microsoft.com/office/drawing/2014/main" id="{5B63E833-5EEA-8586-BE4C-34D54A6656E7}"/>
                </a:ext>
              </a:extLst>
            </p:cNvPr>
            <p:cNvGrpSpPr/>
            <p:nvPr/>
          </p:nvGrpSpPr>
          <p:grpSpPr>
            <a:xfrm>
              <a:off x="5981315" y="745999"/>
              <a:ext cx="2263438" cy="2198360"/>
              <a:chOff x="5445106" y="2039507"/>
              <a:chExt cx="2263438" cy="2198360"/>
            </a:xfrm>
          </p:grpSpPr>
          <p:grpSp>
            <p:nvGrpSpPr>
              <p:cNvPr id="5361" name="Group 5360">
                <a:extLst>
                  <a:ext uri="{FF2B5EF4-FFF2-40B4-BE49-F238E27FC236}">
                    <a16:creationId xmlns:a16="http://schemas.microsoft.com/office/drawing/2014/main" id="{2AA1E6C4-1CC7-3CEA-1CE1-B19BAAAE4A80}"/>
                  </a:ext>
                </a:extLst>
              </p:cNvPr>
              <p:cNvGrpSpPr/>
              <p:nvPr/>
            </p:nvGrpSpPr>
            <p:grpSpPr>
              <a:xfrm>
                <a:off x="5445106" y="2644743"/>
                <a:ext cx="1643204" cy="1593124"/>
                <a:chOff x="5445106" y="2644743"/>
                <a:chExt cx="1643204" cy="1593124"/>
              </a:xfrm>
            </p:grpSpPr>
            <p:grpSp>
              <p:nvGrpSpPr>
                <p:cNvPr id="5457" name="Group 5456">
                  <a:extLst>
                    <a:ext uri="{FF2B5EF4-FFF2-40B4-BE49-F238E27FC236}">
                      <a16:creationId xmlns:a16="http://schemas.microsoft.com/office/drawing/2014/main" id="{F423A68B-614C-B63E-B77E-A41AD8892A46}"/>
                    </a:ext>
                  </a:extLst>
                </p:cNvPr>
                <p:cNvGrpSpPr/>
                <p:nvPr/>
              </p:nvGrpSpPr>
              <p:grpSpPr>
                <a:xfrm>
                  <a:off x="5445106" y="2644743"/>
                  <a:ext cx="1019224" cy="991639"/>
                  <a:chOff x="5886431" y="3225768"/>
                  <a:chExt cx="1019224" cy="991639"/>
                </a:xfrm>
              </p:grpSpPr>
              <p:grpSp>
                <p:nvGrpSpPr>
                  <p:cNvPr id="5505" name="Group 5504">
                    <a:extLst>
                      <a:ext uri="{FF2B5EF4-FFF2-40B4-BE49-F238E27FC236}">
                        <a16:creationId xmlns:a16="http://schemas.microsoft.com/office/drawing/2014/main" id="{ABADD263-1BBB-B940-57D0-D8553D4D65D8}"/>
                      </a:ext>
                    </a:extLst>
                  </p:cNvPr>
                  <p:cNvGrpSpPr/>
                  <p:nvPr/>
                </p:nvGrpSpPr>
                <p:grpSpPr>
                  <a:xfrm>
                    <a:off x="6197413" y="3824215"/>
                    <a:ext cx="393192" cy="393192"/>
                    <a:chOff x="5265196" y="3357021"/>
                    <a:chExt cx="393192" cy="393192"/>
                  </a:xfrm>
                </p:grpSpPr>
                <p:grpSp>
                  <p:nvGrpSpPr>
                    <p:cNvPr id="5540" name="Group 5539">
                      <a:extLst>
                        <a:ext uri="{FF2B5EF4-FFF2-40B4-BE49-F238E27FC236}">
                          <a16:creationId xmlns:a16="http://schemas.microsoft.com/office/drawing/2014/main" id="{30D4ABBD-8EFA-F509-8A7C-3CBD39CF859D}"/>
                        </a:ext>
                      </a:extLst>
                    </p:cNvPr>
                    <p:cNvGrpSpPr/>
                    <p:nvPr/>
                  </p:nvGrpSpPr>
                  <p:grpSpPr>
                    <a:xfrm rot="14400000">
                      <a:off x="5265196" y="3357021"/>
                      <a:ext cx="393192" cy="393192"/>
                      <a:chOff x="5354637" y="3446463"/>
                      <a:chExt cx="214313" cy="214313"/>
                    </a:xfrm>
                  </p:grpSpPr>
                  <p:sp>
                    <p:nvSpPr>
                      <p:cNvPr id="5549" name="Arc 5548">
                        <a:extLst>
                          <a:ext uri="{FF2B5EF4-FFF2-40B4-BE49-F238E27FC236}">
                            <a16:creationId xmlns:a16="http://schemas.microsoft.com/office/drawing/2014/main" id="{403A68B5-FD2E-0F27-D7F6-E7D83E3E9E7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50" name="Arc 5549">
                        <a:extLst>
                          <a:ext uri="{FF2B5EF4-FFF2-40B4-BE49-F238E27FC236}">
                            <a16:creationId xmlns:a16="http://schemas.microsoft.com/office/drawing/2014/main" id="{802772BB-56E3-CFF8-ABF9-5D8F51E6C67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541" name="Group 5540">
                      <a:extLst>
                        <a:ext uri="{FF2B5EF4-FFF2-40B4-BE49-F238E27FC236}">
                          <a16:creationId xmlns:a16="http://schemas.microsoft.com/office/drawing/2014/main" id="{07C33EC7-0550-DDAF-DFB0-92677463485C}"/>
                        </a:ext>
                      </a:extLst>
                    </p:cNvPr>
                    <p:cNvGrpSpPr/>
                    <p:nvPr/>
                  </p:nvGrpSpPr>
                  <p:grpSpPr>
                    <a:xfrm>
                      <a:off x="5310186" y="3402011"/>
                      <a:ext cx="303213" cy="303213"/>
                      <a:chOff x="5310186" y="3402011"/>
                      <a:chExt cx="303213" cy="303213"/>
                    </a:xfrm>
                  </p:grpSpPr>
                  <p:grpSp>
                    <p:nvGrpSpPr>
                      <p:cNvPr id="5542" name="Group 5541">
                        <a:extLst>
                          <a:ext uri="{FF2B5EF4-FFF2-40B4-BE49-F238E27FC236}">
                            <a16:creationId xmlns:a16="http://schemas.microsoft.com/office/drawing/2014/main" id="{5ADB6C37-1EC2-95D6-26E8-CC8D5443D176}"/>
                          </a:ext>
                        </a:extLst>
                      </p:cNvPr>
                      <p:cNvGrpSpPr/>
                      <p:nvPr/>
                    </p:nvGrpSpPr>
                    <p:grpSpPr>
                      <a:xfrm>
                        <a:off x="5354636" y="3446461"/>
                        <a:ext cx="214313" cy="214313"/>
                        <a:chOff x="5354637" y="3446463"/>
                        <a:chExt cx="214313" cy="214313"/>
                      </a:xfrm>
                    </p:grpSpPr>
                    <p:sp>
                      <p:nvSpPr>
                        <p:cNvPr id="5547" name="Arc 5546">
                          <a:extLst>
                            <a:ext uri="{FF2B5EF4-FFF2-40B4-BE49-F238E27FC236}">
                              <a16:creationId xmlns:a16="http://schemas.microsoft.com/office/drawing/2014/main" id="{FB781320-2205-E968-EDB3-315FE3790E9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48" name="Arc 5547">
                          <a:extLst>
                            <a:ext uri="{FF2B5EF4-FFF2-40B4-BE49-F238E27FC236}">
                              <a16:creationId xmlns:a16="http://schemas.microsoft.com/office/drawing/2014/main" id="{3126EF6A-80BF-0517-5CE9-B05DAD02AE0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543" name="Group 5542">
                        <a:extLst>
                          <a:ext uri="{FF2B5EF4-FFF2-40B4-BE49-F238E27FC236}">
                            <a16:creationId xmlns:a16="http://schemas.microsoft.com/office/drawing/2014/main" id="{CB7034C0-F835-D728-1236-E1A980C56086}"/>
                          </a:ext>
                        </a:extLst>
                      </p:cNvPr>
                      <p:cNvGrpSpPr/>
                      <p:nvPr/>
                    </p:nvGrpSpPr>
                    <p:grpSpPr>
                      <a:xfrm rot="7200000">
                        <a:off x="5310186" y="3402011"/>
                        <a:ext cx="303213" cy="303213"/>
                        <a:chOff x="5354637" y="3446463"/>
                        <a:chExt cx="214313" cy="214313"/>
                      </a:xfrm>
                    </p:grpSpPr>
                    <p:sp>
                      <p:nvSpPr>
                        <p:cNvPr id="5545" name="Arc 5544">
                          <a:extLst>
                            <a:ext uri="{FF2B5EF4-FFF2-40B4-BE49-F238E27FC236}">
                              <a16:creationId xmlns:a16="http://schemas.microsoft.com/office/drawing/2014/main" id="{06B0D1D1-83A7-6E48-B2A5-3E828091CE2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46" name="Arc 5545">
                          <a:extLst>
                            <a:ext uri="{FF2B5EF4-FFF2-40B4-BE49-F238E27FC236}">
                              <a16:creationId xmlns:a16="http://schemas.microsoft.com/office/drawing/2014/main" id="{49C6F8B6-D2AD-5DB2-D25E-685D70AED3C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544" name="TextBox 5543">
                        <a:extLst>
                          <a:ext uri="{FF2B5EF4-FFF2-40B4-BE49-F238E27FC236}">
                            <a16:creationId xmlns:a16="http://schemas.microsoft.com/office/drawing/2014/main" id="{9D775C1D-2ECF-2F22-FE30-6A34A38BD2B6}"/>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506" name="Group 5505">
                    <a:extLst>
                      <a:ext uri="{FF2B5EF4-FFF2-40B4-BE49-F238E27FC236}">
                        <a16:creationId xmlns:a16="http://schemas.microsoft.com/office/drawing/2014/main" id="{E6E5EF1D-F5F7-E1A1-D268-3251934000C6}"/>
                      </a:ext>
                    </a:extLst>
                  </p:cNvPr>
                  <p:cNvGrpSpPr/>
                  <p:nvPr/>
                </p:nvGrpSpPr>
                <p:grpSpPr>
                  <a:xfrm>
                    <a:off x="5886431" y="3525040"/>
                    <a:ext cx="393192" cy="393192"/>
                    <a:chOff x="5265196" y="3932619"/>
                    <a:chExt cx="393192" cy="393192"/>
                  </a:xfrm>
                </p:grpSpPr>
                <p:grpSp>
                  <p:nvGrpSpPr>
                    <p:cNvPr id="5530" name="Group 5529">
                      <a:extLst>
                        <a:ext uri="{FF2B5EF4-FFF2-40B4-BE49-F238E27FC236}">
                          <a16:creationId xmlns:a16="http://schemas.microsoft.com/office/drawing/2014/main" id="{099394A2-F679-F8C9-6848-BE6515D95C07}"/>
                        </a:ext>
                      </a:extLst>
                    </p:cNvPr>
                    <p:cNvGrpSpPr/>
                    <p:nvPr/>
                  </p:nvGrpSpPr>
                  <p:grpSpPr>
                    <a:xfrm>
                      <a:off x="5354636" y="4022061"/>
                      <a:ext cx="214313" cy="214313"/>
                      <a:chOff x="5354637" y="3446463"/>
                      <a:chExt cx="214313" cy="214313"/>
                    </a:xfrm>
                  </p:grpSpPr>
                  <p:sp>
                    <p:nvSpPr>
                      <p:cNvPr id="5538" name="Arc 5537">
                        <a:extLst>
                          <a:ext uri="{FF2B5EF4-FFF2-40B4-BE49-F238E27FC236}">
                            <a16:creationId xmlns:a16="http://schemas.microsoft.com/office/drawing/2014/main" id="{5A56D0E6-194A-BEF9-5FD6-E37593D503C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39" name="Arc 5538">
                        <a:extLst>
                          <a:ext uri="{FF2B5EF4-FFF2-40B4-BE49-F238E27FC236}">
                            <a16:creationId xmlns:a16="http://schemas.microsoft.com/office/drawing/2014/main" id="{09CF0EDE-A22D-2589-208A-A49425FF75F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531" name="Group 5530">
                      <a:extLst>
                        <a:ext uri="{FF2B5EF4-FFF2-40B4-BE49-F238E27FC236}">
                          <a16:creationId xmlns:a16="http://schemas.microsoft.com/office/drawing/2014/main" id="{9172BA60-C67B-491B-CD59-8F9C37EDF92E}"/>
                        </a:ext>
                      </a:extLst>
                    </p:cNvPr>
                    <p:cNvGrpSpPr/>
                    <p:nvPr/>
                  </p:nvGrpSpPr>
                  <p:grpSpPr>
                    <a:xfrm rot="14400000">
                      <a:off x="5310186" y="3977611"/>
                      <a:ext cx="303213" cy="303213"/>
                      <a:chOff x="5354637" y="3446463"/>
                      <a:chExt cx="214313" cy="214313"/>
                    </a:xfrm>
                  </p:grpSpPr>
                  <p:sp>
                    <p:nvSpPr>
                      <p:cNvPr id="5536" name="Arc 5535">
                        <a:extLst>
                          <a:ext uri="{FF2B5EF4-FFF2-40B4-BE49-F238E27FC236}">
                            <a16:creationId xmlns:a16="http://schemas.microsoft.com/office/drawing/2014/main" id="{9BE867F8-2B21-EAB0-A129-65F34EAA0BA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37" name="Arc 5536">
                        <a:extLst>
                          <a:ext uri="{FF2B5EF4-FFF2-40B4-BE49-F238E27FC236}">
                            <a16:creationId xmlns:a16="http://schemas.microsoft.com/office/drawing/2014/main" id="{C923B4FD-6759-08B4-FAC6-DEAC9740235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532" name="Group 5531">
                      <a:extLst>
                        <a:ext uri="{FF2B5EF4-FFF2-40B4-BE49-F238E27FC236}">
                          <a16:creationId xmlns:a16="http://schemas.microsoft.com/office/drawing/2014/main" id="{5AF58B32-DCBB-616D-497F-373DB3795C0F}"/>
                        </a:ext>
                      </a:extLst>
                    </p:cNvPr>
                    <p:cNvGrpSpPr/>
                    <p:nvPr/>
                  </p:nvGrpSpPr>
                  <p:grpSpPr>
                    <a:xfrm rot="7200000">
                      <a:off x="5265196" y="3932619"/>
                      <a:ext cx="393192" cy="393192"/>
                      <a:chOff x="5354637" y="3446463"/>
                      <a:chExt cx="214313" cy="214313"/>
                    </a:xfrm>
                  </p:grpSpPr>
                  <p:sp>
                    <p:nvSpPr>
                      <p:cNvPr id="5534" name="Arc 5533">
                        <a:extLst>
                          <a:ext uri="{FF2B5EF4-FFF2-40B4-BE49-F238E27FC236}">
                            <a16:creationId xmlns:a16="http://schemas.microsoft.com/office/drawing/2014/main" id="{67BFF2B7-6ABB-5BB2-2DA4-F42722EE9E8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35" name="Arc 5534">
                        <a:extLst>
                          <a:ext uri="{FF2B5EF4-FFF2-40B4-BE49-F238E27FC236}">
                            <a16:creationId xmlns:a16="http://schemas.microsoft.com/office/drawing/2014/main" id="{16CD9928-5F4D-73A6-2910-5F180837CB8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533" name="TextBox 5532">
                      <a:extLst>
                        <a:ext uri="{FF2B5EF4-FFF2-40B4-BE49-F238E27FC236}">
                          <a16:creationId xmlns:a16="http://schemas.microsoft.com/office/drawing/2014/main" id="{E283F364-D73D-0A01-358A-1D2463742889}"/>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5507" name="Group 5506">
                    <a:extLst>
                      <a:ext uri="{FF2B5EF4-FFF2-40B4-BE49-F238E27FC236}">
                        <a16:creationId xmlns:a16="http://schemas.microsoft.com/office/drawing/2014/main" id="{491CCC66-60DA-52A7-39AF-F212C74B2B80}"/>
                      </a:ext>
                    </a:extLst>
                  </p:cNvPr>
                  <p:cNvGrpSpPr/>
                  <p:nvPr/>
                </p:nvGrpSpPr>
                <p:grpSpPr>
                  <a:xfrm>
                    <a:off x="6512463" y="3525040"/>
                    <a:ext cx="393192" cy="393192"/>
                    <a:chOff x="6389147" y="3357021"/>
                    <a:chExt cx="393192" cy="393192"/>
                  </a:xfrm>
                </p:grpSpPr>
                <p:grpSp>
                  <p:nvGrpSpPr>
                    <p:cNvPr id="5519" name="Group 5518">
                      <a:extLst>
                        <a:ext uri="{FF2B5EF4-FFF2-40B4-BE49-F238E27FC236}">
                          <a16:creationId xmlns:a16="http://schemas.microsoft.com/office/drawing/2014/main" id="{14B07406-6C41-B043-11B7-CB8259A824D0}"/>
                        </a:ext>
                      </a:extLst>
                    </p:cNvPr>
                    <p:cNvGrpSpPr/>
                    <p:nvPr/>
                  </p:nvGrpSpPr>
                  <p:grpSpPr>
                    <a:xfrm rot="7200000" flipH="1">
                      <a:off x="6389147" y="3357021"/>
                      <a:ext cx="393192" cy="393192"/>
                      <a:chOff x="5354637" y="3446463"/>
                      <a:chExt cx="214313" cy="214313"/>
                    </a:xfrm>
                  </p:grpSpPr>
                  <p:sp>
                    <p:nvSpPr>
                      <p:cNvPr id="5528" name="Arc 5527">
                        <a:extLst>
                          <a:ext uri="{FF2B5EF4-FFF2-40B4-BE49-F238E27FC236}">
                            <a16:creationId xmlns:a16="http://schemas.microsoft.com/office/drawing/2014/main" id="{D0844C65-29FC-26CB-F522-7415BB73D92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29" name="Arc 5528">
                        <a:extLst>
                          <a:ext uri="{FF2B5EF4-FFF2-40B4-BE49-F238E27FC236}">
                            <a16:creationId xmlns:a16="http://schemas.microsoft.com/office/drawing/2014/main" id="{4E9B38DD-E988-986F-1D8C-67F077A79BE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520" name="Group 5519">
                      <a:extLst>
                        <a:ext uri="{FF2B5EF4-FFF2-40B4-BE49-F238E27FC236}">
                          <a16:creationId xmlns:a16="http://schemas.microsoft.com/office/drawing/2014/main" id="{80F4DF1B-B8B0-C84D-2319-C0145BD3EA14}"/>
                        </a:ext>
                      </a:extLst>
                    </p:cNvPr>
                    <p:cNvGrpSpPr/>
                    <p:nvPr/>
                  </p:nvGrpSpPr>
                  <p:grpSpPr>
                    <a:xfrm>
                      <a:off x="6434137" y="3402011"/>
                      <a:ext cx="303213" cy="303213"/>
                      <a:chOff x="6434137" y="3402011"/>
                      <a:chExt cx="303213" cy="303213"/>
                    </a:xfrm>
                  </p:grpSpPr>
                  <p:grpSp>
                    <p:nvGrpSpPr>
                      <p:cNvPr id="5521" name="Group 5520">
                        <a:extLst>
                          <a:ext uri="{FF2B5EF4-FFF2-40B4-BE49-F238E27FC236}">
                            <a16:creationId xmlns:a16="http://schemas.microsoft.com/office/drawing/2014/main" id="{4286F6BF-E17A-DD02-8EB8-6B8924F16E3E}"/>
                          </a:ext>
                        </a:extLst>
                      </p:cNvPr>
                      <p:cNvGrpSpPr/>
                      <p:nvPr/>
                    </p:nvGrpSpPr>
                    <p:grpSpPr>
                      <a:xfrm flipH="1">
                        <a:off x="6478587" y="3446461"/>
                        <a:ext cx="214313" cy="214313"/>
                        <a:chOff x="5354637" y="3446463"/>
                        <a:chExt cx="214313" cy="214313"/>
                      </a:xfrm>
                    </p:grpSpPr>
                    <p:sp>
                      <p:nvSpPr>
                        <p:cNvPr id="5526" name="Arc 5525">
                          <a:extLst>
                            <a:ext uri="{FF2B5EF4-FFF2-40B4-BE49-F238E27FC236}">
                              <a16:creationId xmlns:a16="http://schemas.microsoft.com/office/drawing/2014/main" id="{83EF22B0-72D9-21B8-3ABE-1CF760D5982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27" name="Arc 5526">
                          <a:extLst>
                            <a:ext uri="{FF2B5EF4-FFF2-40B4-BE49-F238E27FC236}">
                              <a16:creationId xmlns:a16="http://schemas.microsoft.com/office/drawing/2014/main" id="{34A72EB2-3688-DAF0-2966-003BCCF6B0E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522" name="Group 5521">
                        <a:extLst>
                          <a:ext uri="{FF2B5EF4-FFF2-40B4-BE49-F238E27FC236}">
                            <a16:creationId xmlns:a16="http://schemas.microsoft.com/office/drawing/2014/main" id="{0B6E515A-CF09-7A43-17F4-5C36AEA0325D}"/>
                          </a:ext>
                        </a:extLst>
                      </p:cNvPr>
                      <p:cNvGrpSpPr/>
                      <p:nvPr/>
                    </p:nvGrpSpPr>
                    <p:grpSpPr>
                      <a:xfrm rot="14400000" flipH="1">
                        <a:off x="6434137" y="3402011"/>
                        <a:ext cx="303213" cy="303213"/>
                        <a:chOff x="5354637" y="3446463"/>
                        <a:chExt cx="214313" cy="214313"/>
                      </a:xfrm>
                    </p:grpSpPr>
                    <p:sp>
                      <p:nvSpPr>
                        <p:cNvPr id="5524" name="Arc 5523">
                          <a:extLst>
                            <a:ext uri="{FF2B5EF4-FFF2-40B4-BE49-F238E27FC236}">
                              <a16:creationId xmlns:a16="http://schemas.microsoft.com/office/drawing/2014/main" id="{6329431D-B842-246F-4178-929FC28EC10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25" name="Arc 5524">
                          <a:extLst>
                            <a:ext uri="{FF2B5EF4-FFF2-40B4-BE49-F238E27FC236}">
                              <a16:creationId xmlns:a16="http://schemas.microsoft.com/office/drawing/2014/main" id="{6E6FD7E5-0363-33E9-4AD0-8D6DBB496DB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523" name="TextBox 5522">
                        <a:extLst>
                          <a:ext uri="{FF2B5EF4-FFF2-40B4-BE49-F238E27FC236}">
                            <a16:creationId xmlns:a16="http://schemas.microsoft.com/office/drawing/2014/main" id="{014C46B3-73BC-2F8E-18AF-BF9D37FCE867}"/>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508" name="Group 5507">
                    <a:extLst>
                      <a:ext uri="{FF2B5EF4-FFF2-40B4-BE49-F238E27FC236}">
                        <a16:creationId xmlns:a16="http://schemas.microsoft.com/office/drawing/2014/main" id="{87B227AD-416F-73E7-1E2A-5FF78E51774E}"/>
                      </a:ext>
                    </a:extLst>
                  </p:cNvPr>
                  <p:cNvGrpSpPr/>
                  <p:nvPr/>
                </p:nvGrpSpPr>
                <p:grpSpPr>
                  <a:xfrm>
                    <a:off x="6197413" y="3225768"/>
                    <a:ext cx="393192" cy="393192"/>
                    <a:chOff x="6389147" y="3932622"/>
                    <a:chExt cx="393192" cy="393192"/>
                  </a:xfrm>
                </p:grpSpPr>
                <p:grpSp>
                  <p:nvGrpSpPr>
                    <p:cNvPr id="5509" name="Group 5508">
                      <a:extLst>
                        <a:ext uri="{FF2B5EF4-FFF2-40B4-BE49-F238E27FC236}">
                          <a16:creationId xmlns:a16="http://schemas.microsoft.com/office/drawing/2014/main" id="{4D8DCB14-3E9A-C330-CAF5-360E4174EF14}"/>
                        </a:ext>
                      </a:extLst>
                    </p:cNvPr>
                    <p:cNvGrpSpPr/>
                    <p:nvPr/>
                  </p:nvGrpSpPr>
                  <p:grpSpPr>
                    <a:xfrm flipH="1">
                      <a:off x="6478587" y="4022061"/>
                      <a:ext cx="214313" cy="214313"/>
                      <a:chOff x="5354637" y="3446463"/>
                      <a:chExt cx="214313" cy="214313"/>
                    </a:xfrm>
                  </p:grpSpPr>
                  <p:sp>
                    <p:nvSpPr>
                      <p:cNvPr id="5517" name="Arc 5516">
                        <a:extLst>
                          <a:ext uri="{FF2B5EF4-FFF2-40B4-BE49-F238E27FC236}">
                            <a16:creationId xmlns:a16="http://schemas.microsoft.com/office/drawing/2014/main" id="{0C4990CA-92FB-DCC1-6FDF-3F8DA1957B4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18" name="Arc 5517">
                        <a:extLst>
                          <a:ext uri="{FF2B5EF4-FFF2-40B4-BE49-F238E27FC236}">
                            <a16:creationId xmlns:a16="http://schemas.microsoft.com/office/drawing/2014/main" id="{A6426FBF-AEA9-86CE-4C14-310B4B7FC3A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510" name="Group 5509">
                      <a:extLst>
                        <a:ext uri="{FF2B5EF4-FFF2-40B4-BE49-F238E27FC236}">
                          <a16:creationId xmlns:a16="http://schemas.microsoft.com/office/drawing/2014/main" id="{CC916327-9957-1E06-C57B-2A8C61B419C3}"/>
                        </a:ext>
                      </a:extLst>
                    </p:cNvPr>
                    <p:cNvGrpSpPr/>
                    <p:nvPr/>
                  </p:nvGrpSpPr>
                  <p:grpSpPr>
                    <a:xfrm rot="7200000" flipH="1">
                      <a:off x="6434137" y="3977611"/>
                      <a:ext cx="303213" cy="303213"/>
                      <a:chOff x="5354637" y="3446463"/>
                      <a:chExt cx="214313" cy="214313"/>
                    </a:xfrm>
                  </p:grpSpPr>
                  <p:sp>
                    <p:nvSpPr>
                      <p:cNvPr id="5515" name="Arc 5514">
                        <a:extLst>
                          <a:ext uri="{FF2B5EF4-FFF2-40B4-BE49-F238E27FC236}">
                            <a16:creationId xmlns:a16="http://schemas.microsoft.com/office/drawing/2014/main" id="{D761AC5C-329B-6656-F3D8-0210C1B3B12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16" name="Arc 5515">
                        <a:extLst>
                          <a:ext uri="{FF2B5EF4-FFF2-40B4-BE49-F238E27FC236}">
                            <a16:creationId xmlns:a16="http://schemas.microsoft.com/office/drawing/2014/main" id="{5E877FD0-4C89-617A-1085-598EA477684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511" name="Group 5510">
                      <a:extLst>
                        <a:ext uri="{FF2B5EF4-FFF2-40B4-BE49-F238E27FC236}">
                          <a16:creationId xmlns:a16="http://schemas.microsoft.com/office/drawing/2014/main" id="{8D4A3515-E0BD-9164-5C3A-7D4FBFAF9318}"/>
                        </a:ext>
                      </a:extLst>
                    </p:cNvPr>
                    <p:cNvGrpSpPr/>
                    <p:nvPr/>
                  </p:nvGrpSpPr>
                  <p:grpSpPr>
                    <a:xfrm rot="14400000" flipH="1">
                      <a:off x="6389147" y="3932622"/>
                      <a:ext cx="393192" cy="393192"/>
                      <a:chOff x="5354637" y="3446463"/>
                      <a:chExt cx="214313" cy="214313"/>
                    </a:xfrm>
                  </p:grpSpPr>
                  <p:sp>
                    <p:nvSpPr>
                      <p:cNvPr id="5513" name="Arc 5512">
                        <a:extLst>
                          <a:ext uri="{FF2B5EF4-FFF2-40B4-BE49-F238E27FC236}">
                            <a16:creationId xmlns:a16="http://schemas.microsoft.com/office/drawing/2014/main" id="{EB88311F-158A-8CB5-97BD-E7972397024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14" name="Arc 5513">
                        <a:extLst>
                          <a:ext uri="{FF2B5EF4-FFF2-40B4-BE49-F238E27FC236}">
                            <a16:creationId xmlns:a16="http://schemas.microsoft.com/office/drawing/2014/main" id="{984655BB-AA8D-C3B8-66A8-65D61F29EA9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512" name="TextBox 5511">
                      <a:extLst>
                        <a:ext uri="{FF2B5EF4-FFF2-40B4-BE49-F238E27FC236}">
                          <a16:creationId xmlns:a16="http://schemas.microsoft.com/office/drawing/2014/main" id="{BCC93782-2775-6EF1-A4F5-4BEE3ECEC810}"/>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458" name="Group 5457">
                  <a:extLst>
                    <a:ext uri="{FF2B5EF4-FFF2-40B4-BE49-F238E27FC236}">
                      <a16:creationId xmlns:a16="http://schemas.microsoft.com/office/drawing/2014/main" id="{C5828AE9-4964-7EEC-BA12-98ECFA0CD1D2}"/>
                    </a:ext>
                  </a:extLst>
                </p:cNvPr>
                <p:cNvGrpSpPr/>
                <p:nvPr/>
              </p:nvGrpSpPr>
              <p:grpSpPr>
                <a:xfrm>
                  <a:off x="6069086" y="3246228"/>
                  <a:ext cx="1019224" cy="991639"/>
                  <a:chOff x="5886431" y="3225768"/>
                  <a:chExt cx="1019224" cy="991639"/>
                </a:xfrm>
              </p:grpSpPr>
              <p:grpSp>
                <p:nvGrpSpPr>
                  <p:cNvPr id="5459" name="Group 5458">
                    <a:extLst>
                      <a:ext uri="{FF2B5EF4-FFF2-40B4-BE49-F238E27FC236}">
                        <a16:creationId xmlns:a16="http://schemas.microsoft.com/office/drawing/2014/main" id="{AED3D5A3-07E5-E8B1-BA53-8C1CE5327A53}"/>
                      </a:ext>
                    </a:extLst>
                  </p:cNvPr>
                  <p:cNvGrpSpPr/>
                  <p:nvPr/>
                </p:nvGrpSpPr>
                <p:grpSpPr>
                  <a:xfrm>
                    <a:off x="6197413" y="3824215"/>
                    <a:ext cx="393192" cy="393192"/>
                    <a:chOff x="5265196" y="3357021"/>
                    <a:chExt cx="393192" cy="393192"/>
                  </a:xfrm>
                </p:grpSpPr>
                <p:grpSp>
                  <p:nvGrpSpPr>
                    <p:cNvPr id="5494" name="Group 5493">
                      <a:extLst>
                        <a:ext uri="{FF2B5EF4-FFF2-40B4-BE49-F238E27FC236}">
                          <a16:creationId xmlns:a16="http://schemas.microsoft.com/office/drawing/2014/main" id="{FA1A5EE3-1E02-3A9B-CB37-A2BD033B6A4C}"/>
                        </a:ext>
                      </a:extLst>
                    </p:cNvPr>
                    <p:cNvGrpSpPr/>
                    <p:nvPr/>
                  </p:nvGrpSpPr>
                  <p:grpSpPr>
                    <a:xfrm rot="14400000">
                      <a:off x="5265196" y="3357021"/>
                      <a:ext cx="393192" cy="393192"/>
                      <a:chOff x="5354637" y="3446463"/>
                      <a:chExt cx="214313" cy="214313"/>
                    </a:xfrm>
                  </p:grpSpPr>
                  <p:sp>
                    <p:nvSpPr>
                      <p:cNvPr id="5503" name="Arc 5502">
                        <a:extLst>
                          <a:ext uri="{FF2B5EF4-FFF2-40B4-BE49-F238E27FC236}">
                            <a16:creationId xmlns:a16="http://schemas.microsoft.com/office/drawing/2014/main" id="{1E2F6D8D-FF4B-217A-B402-4B04B38DC25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04" name="Arc 5503">
                        <a:extLst>
                          <a:ext uri="{FF2B5EF4-FFF2-40B4-BE49-F238E27FC236}">
                            <a16:creationId xmlns:a16="http://schemas.microsoft.com/office/drawing/2014/main" id="{D76A7975-3F24-758B-5178-052B29F3CD3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495" name="Group 5494">
                      <a:extLst>
                        <a:ext uri="{FF2B5EF4-FFF2-40B4-BE49-F238E27FC236}">
                          <a16:creationId xmlns:a16="http://schemas.microsoft.com/office/drawing/2014/main" id="{04E65565-31EB-08B7-9488-968DA117AA32}"/>
                        </a:ext>
                      </a:extLst>
                    </p:cNvPr>
                    <p:cNvGrpSpPr/>
                    <p:nvPr/>
                  </p:nvGrpSpPr>
                  <p:grpSpPr>
                    <a:xfrm>
                      <a:off x="5310186" y="3402011"/>
                      <a:ext cx="303213" cy="303213"/>
                      <a:chOff x="5310186" y="3402011"/>
                      <a:chExt cx="303213" cy="303213"/>
                    </a:xfrm>
                  </p:grpSpPr>
                  <p:grpSp>
                    <p:nvGrpSpPr>
                      <p:cNvPr id="5496" name="Group 5495">
                        <a:extLst>
                          <a:ext uri="{FF2B5EF4-FFF2-40B4-BE49-F238E27FC236}">
                            <a16:creationId xmlns:a16="http://schemas.microsoft.com/office/drawing/2014/main" id="{BAE1501C-0302-3BE0-9A2A-9383D72EC83C}"/>
                          </a:ext>
                        </a:extLst>
                      </p:cNvPr>
                      <p:cNvGrpSpPr/>
                      <p:nvPr/>
                    </p:nvGrpSpPr>
                    <p:grpSpPr>
                      <a:xfrm>
                        <a:off x="5354636" y="3446461"/>
                        <a:ext cx="214313" cy="214313"/>
                        <a:chOff x="5354637" y="3446463"/>
                        <a:chExt cx="214313" cy="214313"/>
                      </a:xfrm>
                    </p:grpSpPr>
                    <p:sp>
                      <p:nvSpPr>
                        <p:cNvPr id="5501" name="Arc 5500">
                          <a:extLst>
                            <a:ext uri="{FF2B5EF4-FFF2-40B4-BE49-F238E27FC236}">
                              <a16:creationId xmlns:a16="http://schemas.microsoft.com/office/drawing/2014/main" id="{4711A62B-0503-026A-EB6B-2BEDCF21F98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02" name="Arc 5501">
                          <a:extLst>
                            <a:ext uri="{FF2B5EF4-FFF2-40B4-BE49-F238E27FC236}">
                              <a16:creationId xmlns:a16="http://schemas.microsoft.com/office/drawing/2014/main" id="{E4F1159F-B940-83C8-1725-43672843642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497" name="Group 5496">
                        <a:extLst>
                          <a:ext uri="{FF2B5EF4-FFF2-40B4-BE49-F238E27FC236}">
                            <a16:creationId xmlns:a16="http://schemas.microsoft.com/office/drawing/2014/main" id="{E3C0FA30-854D-BC1F-5551-9364F368AA71}"/>
                          </a:ext>
                        </a:extLst>
                      </p:cNvPr>
                      <p:cNvGrpSpPr/>
                      <p:nvPr/>
                    </p:nvGrpSpPr>
                    <p:grpSpPr>
                      <a:xfrm rot="7200000">
                        <a:off x="5310186" y="3402011"/>
                        <a:ext cx="303213" cy="303213"/>
                        <a:chOff x="5354637" y="3446463"/>
                        <a:chExt cx="214313" cy="214313"/>
                      </a:xfrm>
                    </p:grpSpPr>
                    <p:sp>
                      <p:nvSpPr>
                        <p:cNvPr id="5499" name="Arc 5498">
                          <a:extLst>
                            <a:ext uri="{FF2B5EF4-FFF2-40B4-BE49-F238E27FC236}">
                              <a16:creationId xmlns:a16="http://schemas.microsoft.com/office/drawing/2014/main" id="{AE16475E-0F34-9784-46CA-5057328E1AB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00" name="Arc 5499">
                          <a:extLst>
                            <a:ext uri="{FF2B5EF4-FFF2-40B4-BE49-F238E27FC236}">
                              <a16:creationId xmlns:a16="http://schemas.microsoft.com/office/drawing/2014/main" id="{D562071D-6ECF-D8C9-8280-12658D159BD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498" name="TextBox 5497">
                        <a:extLst>
                          <a:ext uri="{FF2B5EF4-FFF2-40B4-BE49-F238E27FC236}">
                            <a16:creationId xmlns:a16="http://schemas.microsoft.com/office/drawing/2014/main" id="{E4233096-2EC3-27D8-DA37-2E8218BD5A05}"/>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460" name="Group 5459">
                    <a:extLst>
                      <a:ext uri="{FF2B5EF4-FFF2-40B4-BE49-F238E27FC236}">
                        <a16:creationId xmlns:a16="http://schemas.microsoft.com/office/drawing/2014/main" id="{3F35F5BF-E7FD-610D-2499-8C71E770E8CB}"/>
                      </a:ext>
                    </a:extLst>
                  </p:cNvPr>
                  <p:cNvGrpSpPr/>
                  <p:nvPr/>
                </p:nvGrpSpPr>
                <p:grpSpPr>
                  <a:xfrm>
                    <a:off x="5886431" y="3525040"/>
                    <a:ext cx="393192" cy="393192"/>
                    <a:chOff x="5265196" y="3932619"/>
                    <a:chExt cx="393192" cy="393192"/>
                  </a:xfrm>
                </p:grpSpPr>
                <p:grpSp>
                  <p:nvGrpSpPr>
                    <p:cNvPr id="5484" name="Group 5483">
                      <a:extLst>
                        <a:ext uri="{FF2B5EF4-FFF2-40B4-BE49-F238E27FC236}">
                          <a16:creationId xmlns:a16="http://schemas.microsoft.com/office/drawing/2014/main" id="{7114D73A-4DDC-B69C-B8C9-A35CF4662FF3}"/>
                        </a:ext>
                      </a:extLst>
                    </p:cNvPr>
                    <p:cNvGrpSpPr/>
                    <p:nvPr/>
                  </p:nvGrpSpPr>
                  <p:grpSpPr>
                    <a:xfrm>
                      <a:off x="5354636" y="4022061"/>
                      <a:ext cx="214313" cy="214313"/>
                      <a:chOff x="5354637" y="3446463"/>
                      <a:chExt cx="214313" cy="214313"/>
                    </a:xfrm>
                  </p:grpSpPr>
                  <p:sp>
                    <p:nvSpPr>
                      <p:cNvPr id="5492" name="Arc 5491">
                        <a:extLst>
                          <a:ext uri="{FF2B5EF4-FFF2-40B4-BE49-F238E27FC236}">
                            <a16:creationId xmlns:a16="http://schemas.microsoft.com/office/drawing/2014/main" id="{26188EC0-47B4-01D3-AE85-0C4D2AB7752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93" name="Arc 5492">
                        <a:extLst>
                          <a:ext uri="{FF2B5EF4-FFF2-40B4-BE49-F238E27FC236}">
                            <a16:creationId xmlns:a16="http://schemas.microsoft.com/office/drawing/2014/main" id="{5CFCF6B4-1589-2EA2-A6FD-736FAC09A11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485" name="Group 5484">
                      <a:extLst>
                        <a:ext uri="{FF2B5EF4-FFF2-40B4-BE49-F238E27FC236}">
                          <a16:creationId xmlns:a16="http://schemas.microsoft.com/office/drawing/2014/main" id="{52226658-4E1A-A25C-A901-551026487BCE}"/>
                        </a:ext>
                      </a:extLst>
                    </p:cNvPr>
                    <p:cNvGrpSpPr/>
                    <p:nvPr/>
                  </p:nvGrpSpPr>
                  <p:grpSpPr>
                    <a:xfrm rot="14400000">
                      <a:off x="5310186" y="3977611"/>
                      <a:ext cx="303213" cy="303213"/>
                      <a:chOff x="5354637" y="3446463"/>
                      <a:chExt cx="214313" cy="214313"/>
                    </a:xfrm>
                  </p:grpSpPr>
                  <p:sp>
                    <p:nvSpPr>
                      <p:cNvPr id="5490" name="Arc 5489">
                        <a:extLst>
                          <a:ext uri="{FF2B5EF4-FFF2-40B4-BE49-F238E27FC236}">
                            <a16:creationId xmlns:a16="http://schemas.microsoft.com/office/drawing/2014/main" id="{8971707D-E452-899F-991F-4834FD3FABC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91" name="Arc 5490">
                        <a:extLst>
                          <a:ext uri="{FF2B5EF4-FFF2-40B4-BE49-F238E27FC236}">
                            <a16:creationId xmlns:a16="http://schemas.microsoft.com/office/drawing/2014/main" id="{610E2E5F-3291-C62D-35B2-5E381C8B9EA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486" name="Group 5485">
                      <a:extLst>
                        <a:ext uri="{FF2B5EF4-FFF2-40B4-BE49-F238E27FC236}">
                          <a16:creationId xmlns:a16="http://schemas.microsoft.com/office/drawing/2014/main" id="{7CE37EA6-A08B-FD49-4ABF-CCB4CC631A98}"/>
                        </a:ext>
                      </a:extLst>
                    </p:cNvPr>
                    <p:cNvGrpSpPr/>
                    <p:nvPr/>
                  </p:nvGrpSpPr>
                  <p:grpSpPr>
                    <a:xfrm rot="7200000">
                      <a:off x="5265196" y="3932619"/>
                      <a:ext cx="393192" cy="393192"/>
                      <a:chOff x="5354637" y="3446463"/>
                      <a:chExt cx="214313" cy="214313"/>
                    </a:xfrm>
                  </p:grpSpPr>
                  <p:sp>
                    <p:nvSpPr>
                      <p:cNvPr id="5488" name="Arc 5487">
                        <a:extLst>
                          <a:ext uri="{FF2B5EF4-FFF2-40B4-BE49-F238E27FC236}">
                            <a16:creationId xmlns:a16="http://schemas.microsoft.com/office/drawing/2014/main" id="{D8EB3DDD-8B35-5EEE-990F-D2FA100468A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89" name="Arc 5488">
                        <a:extLst>
                          <a:ext uri="{FF2B5EF4-FFF2-40B4-BE49-F238E27FC236}">
                            <a16:creationId xmlns:a16="http://schemas.microsoft.com/office/drawing/2014/main" id="{6F8D7D49-9420-11E3-F564-D345B9DEEDE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487" name="TextBox 5486">
                      <a:extLst>
                        <a:ext uri="{FF2B5EF4-FFF2-40B4-BE49-F238E27FC236}">
                          <a16:creationId xmlns:a16="http://schemas.microsoft.com/office/drawing/2014/main" id="{264817B4-DE3E-6A37-A359-7F8E380BF016}"/>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5461" name="Group 5460">
                    <a:extLst>
                      <a:ext uri="{FF2B5EF4-FFF2-40B4-BE49-F238E27FC236}">
                        <a16:creationId xmlns:a16="http://schemas.microsoft.com/office/drawing/2014/main" id="{51CB8404-D6FD-E9AD-C960-474C6505987B}"/>
                      </a:ext>
                    </a:extLst>
                  </p:cNvPr>
                  <p:cNvGrpSpPr/>
                  <p:nvPr/>
                </p:nvGrpSpPr>
                <p:grpSpPr>
                  <a:xfrm>
                    <a:off x="6512463" y="3525040"/>
                    <a:ext cx="393192" cy="393192"/>
                    <a:chOff x="6389147" y="3357021"/>
                    <a:chExt cx="393192" cy="393192"/>
                  </a:xfrm>
                </p:grpSpPr>
                <p:grpSp>
                  <p:nvGrpSpPr>
                    <p:cNvPr id="5473" name="Group 5472">
                      <a:extLst>
                        <a:ext uri="{FF2B5EF4-FFF2-40B4-BE49-F238E27FC236}">
                          <a16:creationId xmlns:a16="http://schemas.microsoft.com/office/drawing/2014/main" id="{A430FA36-C08D-8F2B-74AD-581E9AE9A985}"/>
                        </a:ext>
                      </a:extLst>
                    </p:cNvPr>
                    <p:cNvGrpSpPr/>
                    <p:nvPr/>
                  </p:nvGrpSpPr>
                  <p:grpSpPr>
                    <a:xfrm rot="7200000" flipH="1">
                      <a:off x="6389147" y="3357021"/>
                      <a:ext cx="393192" cy="393192"/>
                      <a:chOff x="5354637" y="3446463"/>
                      <a:chExt cx="214313" cy="214313"/>
                    </a:xfrm>
                  </p:grpSpPr>
                  <p:sp>
                    <p:nvSpPr>
                      <p:cNvPr id="5482" name="Arc 5481">
                        <a:extLst>
                          <a:ext uri="{FF2B5EF4-FFF2-40B4-BE49-F238E27FC236}">
                            <a16:creationId xmlns:a16="http://schemas.microsoft.com/office/drawing/2014/main" id="{B20B6958-7145-3B38-9799-C8AD83F48EF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83" name="Arc 5482">
                        <a:extLst>
                          <a:ext uri="{FF2B5EF4-FFF2-40B4-BE49-F238E27FC236}">
                            <a16:creationId xmlns:a16="http://schemas.microsoft.com/office/drawing/2014/main" id="{11E78E5B-0A82-9CAB-2A76-0949FC37AFE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474" name="Group 5473">
                      <a:extLst>
                        <a:ext uri="{FF2B5EF4-FFF2-40B4-BE49-F238E27FC236}">
                          <a16:creationId xmlns:a16="http://schemas.microsoft.com/office/drawing/2014/main" id="{A807513B-CF5E-B3AC-8DAA-269D24A5E4A1}"/>
                        </a:ext>
                      </a:extLst>
                    </p:cNvPr>
                    <p:cNvGrpSpPr/>
                    <p:nvPr/>
                  </p:nvGrpSpPr>
                  <p:grpSpPr>
                    <a:xfrm>
                      <a:off x="6434137" y="3402011"/>
                      <a:ext cx="303213" cy="303213"/>
                      <a:chOff x="6434137" y="3402011"/>
                      <a:chExt cx="303213" cy="303213"/>
                    </a:xfrm>
                  </p:grpSpPr>
                  <p:grpSp>
                    <p:nvGrpSpPr>
                      <p:cNvPr id="5475" name="Group 5474">
                        <a:extLst>
                          <a:ext uri="{FF2B5EF4-FFF2-40B4-BE49-F238E27FC236}">
                            <a16:creationId xmlns:a16="http://schemas.microsoft.com/office/drawing/2014/main" id="{921B21FF-A0FE-1C0F-C0BD-61DC1AD1CB3C}"/>
                          </a:ext>
                        </a:extLst>
                      </p:cNvPr>
                      <p:cNvGrpSpPr/>
                      <p:nvPr/>
                    </p:nvGrpSpPr>
                    <p:grpSpPr>
                      <a:xfrm flipH="1">
                        <a:off x="6478587" y="3446461"/>
                        <a:ext cx="214313" cy="214313"/>
                        <a:chOff x="5354637" y="3446463"/>
                        <a:chExt cx="214313" cy="214313"/>
                      </a:xfrm>
                    </p:grpSpPr>
                    <p:sp>
                      <p:nvSpPr>
                        <p:cNvPr id="5480" name="Arc 5479">
                          <a:extLst>
                            <a:ext uri="{FF2B5EF4-FFF2-40B4-BE49-F238E27FC236}">
                              <a16:creationId xmlns:a16="http://schemas.microsoft.com/office/drawing/2014/main" id="{B1ACA443-52EE-DB72-3AD1-88BE37843D6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81" name="Arc 5480">
                          <a:extLst>
                            <a:ext uri="{FF2B5EF4-FFF2-40B4-BE49-F238E27FC236}">
                              <a16:creationId xmlns:a16="http://schemas.microsoft.com/office/drawing/2014/main" id="{C6B541E0-B0E5-456C-E04B-1C10F0E2B99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476" name="Group 5475">
                        <a:extLst>
                          <a:ext uri="{FF2B5EF4-FFF2-40B4-BE49-F238E27FC236}">
                            <a16:creationId xmlns:a16="http://schemas.microsoft.com/office/drawing/2014/main" id="{5FF23BD5-B065-F48D-B4DA-D0B8C2285909}"/>
                          </a:ext>
                        </a:extLst>
                      </p:cNvPr>
                      <p:cNvGrpSpPr/>
                      <p:nvPr/>
                    </p:nvGrpSpPr>
                    <p:grpSpPr>
                      <a:xfrm rot="14400000" flipH="1">
                        <a:off x="6434137" y="3402011"/>
                        <a:ext cx="303213" cy="303213"/>
                        <a:chOff x="5354637" y="3446463"/>
                        <a:chExt cx="214313" cy="214313"/>
                      </a:xfrm>
                    </p:grpSpPr>
                    <p:sp>
                      <p:nvSpPr>
                        <p:cNvPr id="5478" name="Arc 5477">
                          <a:extLst>
                            <a:ext uri="{FF2B5EF4-FFF2-40B4-BE49-F238E27FC236}">
                              <a16:creationId xmlns:a16="http://schemas.microsoft.com/office/drawing/2014/main" id="{99073644-8BE2-6C31-921F-0C716C1761D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79" name="Arc 5478">
                          <a:extLst>
                            <a:ext uri="{FF2B5EF4-FFF2-40B4-BE49-F238E27FC236}">
                              <a16:creationId xmlns:a16="http://schemas.microsoft.com/office/drawing/2014/main" id="{09B9B171-240A-ACB8-5276-8CDD61E6F11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477" name="TextBox 5476">
                        <a:extLst>
                          <a:ext uri="{FF2B5EF4-FFF2-40B4-BE49-F238E27FC236}">
                            <a16:creationId xmlns:a16="http://schemas.microsoft.com/office/drawing/2014/main" id="{69453311-0E02-0582-64B6-5A90A4BB907B}"/>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462" name="Group 5461">
                    <a:extLst>
                      <a:ext uri="{FF2B5EF4-FFF2-40B4-BE49-F238E27FC236}">
                        <a16:creationId xmlns:a16="http://schemas.microsoft.com/office/drawing/2014/main" id="{EDB50C38-DB62-D175-A6BF-FAB65249490A}"/>
                      </a:ext>
                    </a:extLst>
                  </p:cNvPr>
                  <p:cNvGrpSpPr/>
                  <p:nvPr/>
                </p:nvGrpSpPr>
                <p:grpSpPr>
                  <a:xfrm>
                    <a:off x="6197413" y="3225768"/>
                    <a:ext cx="393192" cy="393192"/>
                    <a:chOff x="6389147" y="3932622"/>
                    <a:chExt cx="393192" cy="393192"/>
                  </a:xfrm>
                </p:grpSpPr>
                <p:grpSp>
                  <p:nvGrpSpPr>
                    <p:cNvPr id="5463" name="Group 5462">
                      <a:extLst>
                        <a:ext uri="{FF2B5EF4-FFF2-40B4-BE49-F238E27FC236}">
                          <a16:creationId xmlns:a16="http://schemas.microsoft.com/office/drawing/2014/main" id="{824E3841-3137-5C00-9828-B281B9A8DC02}"/>
                        </a:ext>
                      </a:extLst>
                    </p:cNvPr>
                    <p:cNvGrpSpPr/>
                    <p:nvPr/>
                  </p:nvGrpSpPr>
                  <p:grpSpPr>
                    <a:xfrm flipH="1">
                      <a:off x="6478587" y="4022061"/>
                      <a:ext cx="214313" cy="214313"/>
                      <a:chOff x="5354637" y="3446463"/>
                      <a:chExt cx="214313" cy="214313"/>
                    </a:xfrm>
                  </p:grpSpPr>
                  <p:sp>
                    <p:nvSpPr>
                      <p:cNvPr id="5471" name="Arc 5470">
                        <a:extLst>
                          <a:ext uri="{FF2B5EF4-FFF2-40B4-BE49-F238E27FC236}">
                            <a16:creationId xmlns:a16="http://schemas.microsoft.com/office/drawing/2014/main" id="{59BBAB86-97A2-4039-61F6-FBAE6075877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72" name="Arc 5471">
                        <a:extLst>
                          <a:ext uri="{FF2B5EF4-FFF2-40B4-BE49-F238E27FC236}">
                            <a16:creationId xmlns:a16="http://schemas.microsoft.com/office/drawing/2014/main" id="{F2B365E1-8CD7-EB91-ABE3-F3E550D9F33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464" name="Group 5463">
                      <a:extLst>
                        <a:ext uri="{FF2B5EF4-FFF2-40B4-BE49-F238E27FC236}">
                          <a16:creationId xmlns:a16="http://schemas.microsoft.com/office/drawing/2014/main" id="{7A630408-6D48-394E-3B64-51E89CC2D2DA}"/>
                        </a:ext>
                      </a:extLst>
                    </p:cNvPr>
                    <p:cNvGrpSpPr/>
                    <p:nvPr/>
                  </p:nvGrpSpPr>
                  <p:grpSpPr>
                    <a:xfrm rot="7200000" flipH="1">
                      <a:off x="6434137" y="3977611"/>
                      <a:ext cx="303213" cy="303213"/>
                      <a:chOff x="5354637" y="3446463"/>
                      <a:chExt cx="214313" cy="214313"/>
                    </a:xfrm>
                  </p:grpSpPr>
                  <p:sp>
                    <p:nvSpPr>
                      <p:cNvPr id="5469" name="Arc 5468">
                        <a:extLst>
                          <a:ext uri="{FF2B5EF4-FFF2-40B4-BE49-F238E27FC236}">
                            <a16:creationId xmlns:a16="http://schemas.microsoft.com/office/drawing/2014/main" id="{0124E6AB-42A3-A877-5B93-A023A77DD3A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70" name="Arc 5469">
                        <a:extLst>
                          <a:ext uri="{FF2B5EF4-FFF2-40B4-BE49-F238E27FC236}">
                            <a16:creationId xmlns:a16="http://schemas.microsoft.com/office/drawing/2014/main" id="{F1FC161C-A158-6FCD-BDEA-62DC1799003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465" name="Group 5464">
                      <a:extLst>
                        <a:ext uri="{FF2B5EF4-FFF2-40B4-BE49-F238E27FC236}">
                          <a16:creationId xmlns:a16="http://schemas.microsoft.com/office/drawing/2014/main" id="{2000758F-EBA8-9298-D95E-7800FB59762B}"/>
                        </a:ext>
                      </a:extLst>
                    </p:cNvPr>
                    <p:cNvGrpSpPr/>
                    <p:nvPr/>
                  </p:nvGrpSpPr>
                  <p:grpSpPr>
                    <a:xfrm rot="14400000" flipH="1">
                      <a:off x="6389147" y="3932622"/>
                      <a:ext cx="393192" cy="393192"/>
                      <a:chOff x="5354637" y="3446463"/>
                      <a:chExt cx="214313" cy="214313"/>
                    </a:xfrm>
                  </p:grpSpPr>
                  <p:sp>
                    <p:nvSpPr>
                      <p:cNvPr id="5467" name="Arc 5466">
                        <a:extLst>
                          <a:ext uri="{FF2B5EF4-FFF2-40B4-BE49-F238E27FC236}">
                            <a16:creationId xmlns:a16="http://schemas.microsoft.com/office/drawing/2014/main" id="{E203F82B-CB79-94BB-74DE-4749AA4D5B1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68" name="Arc 5467">
                        <a:extLst>
                          <a:ext uri="{FF2B5EF4-FFF2-40B4-BE49-F238E27FC236}">
                            <a16:creationId xmlns:a16="http://schemas.microsoft.com/office/drawing/2014/main" id="{B24A829D-1937-77AB-C5F1-716FA34B13F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466" name="TextBox 5465">
                      <a:extLst>
                        <a:ext uri="{FF2B5EF4-FFF2-40B4-BE49-F238E27FC236}">
                          <a16:creationId xmlns:a16="http://schemas.microsoft.com/office/drawing/2014/main" id="{E738C5A0-6EAB-9DF7-33D1-56873AF75F5E}"/>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5362" name="Group 5361">
                <a:extLst>
                  <a:ext uri="{FF2B5EF4-FFF2-40B4-BE49-F238E27FC236}">
                    <a16:creationId xmlns:a16="http://schemas.microsoft.com/office/drawing/2014/main" id="{E0370E11-4B7D-E389-9A80-3C93BBC531E2}"/>
                  </a:ext>
                </a:extLst>
              </p:cNvPr>
              <p:cNvGrpSpPr/>
              <p:nvPr/>
            </p:nvGrpSpPr>
            <p:grpSpPr>
              <a:xfrm>
                <a:off x="6065340" y="2039507"/>
                <a:ext cx="1643204" cy="1593124"/>
                <a:chOff x="5445106" y="2644743"/>
                <a:chExt cx="1643204" cy="1593124"/>
              </a:xfrm>
            </p:grpSpPr>
            <p:grpSp>
              <p:nvGrpSpPr>
                <p:cNvPr id="5363" name="Group 5362">
                  <a:extLst>
                    <a:ext uri="{FF2B5EF4-FFF2-40B4-BE49-F238E27FC236}">
                      <a16:creationId xmlns:a16="http://schemas.microsoft.com/office/drawing/2014/main" id="{FF91DDD6-4E37-A741-4764-18A81573F6D3}"/>
                    </a:ext>
                  </a:extLst>
                </p:cNvPr>
                <p:cNvGrpSpPr/>
                <p:nvPr/>
              </p:nvGrpSpPr>
              <p:grpSpPr>
                <a:xfrm>
                  <a:off x="5445106" y="2644743"/>
                  <a:ext cx="1019224" cy="991639"/>
                  <a:chOff x="5886431" y="3225768"/>
                  <a:chExt cx="1019224" cy="991639"/>
                </a:xfrm>
              </p:grpSpPr>
              <p:grpSp>
                <p:nvGrpSpPr>
                  <p:cNvPr id="5411" name="Group 5410">
                    <a:extLst>
                      <a:ext uri="{FF2B5EF4-FFF2-40B4-BE49-F238E27FC236}">
                        <a16:creationId xmlns:a16="http://schemas.microsoft.com/office/drawing/2014/main" id="{C32B219B-C6A1-FF19-A883-F54B12193CCA}"/>
                      </a:ext>
                    </a:extLst>
                  </p:cNvPr>
                  <p:cNvGrpSpPr/>
                  <p:nvPr/>
                </p:nvGrpSpPr>
                <p:grpSpPr>
                  <a:xfrm>
                    <a:off x="6197413" y="3824215"/>
                    <a:ext cx="393192" cy="393192"/>
                    <a:chOff x="5265196" y="3357021"/>
                    <a:chExt cx="393192" cy="393192"/>
                  </a:xfrm>
                </p:grpSpPr>
                <p:grpSp>
                  <p:nvGrpSpPr>
                    <p:cNvPr id="5446" name="Group 5445">
                      <a:extLst>
                        <a:ext uri="{FF2B5EF4-FFF2-40B4-BE49-F238E27FC236}">
                          <a16:creationId xmlns:a16="http://schemas.microsoft.com/office/drawing/2014/main" id="{D8C25E3B-A28D-3CEA-38F1-5189619A182F}"/>
                        </a:ext>
                      </a:extLst>
                    </p:cNvPr>
                    <p:cNvGrpSpPr/>
                    <p:nvPr/>
                  </p:nvGrpSpPr>
                  <p:grpSpPr>
                    <a:xfrm rot="14400000">
                      <a:off x="5265196" y="3357021"/>
                      <a:ext cx="393192" cy="393192"/>
                      <a:chOff x="5354637" y="3446463"/>
                      <a:chExt cx="214313" cy="214313"/>
                    </a:xfrm>
                  </p:grpSpPr>
                  <p:sp>
                    <p:nvSpPr>
                      <p:cNvPr id="5455" name="Arc 5454">
                        <a:extLst>
                          <a:ext uri="{FF2B5EF4-FFF2-40B4-BE49-F238E27FC236}">
                            <a16:creationId xmlns:a16="http://schemas.microsoft.com/office/drawing/2014/main" id="{AC211EF9-81FF-4D0D-9353-D48D5F35BD8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56" name="Arc 5455">
                        <a:extLst>
                          <a:ext uri="{FF2B5EF4-FFF2-40B4-BE49-F238E27FC236}">
                            <a16:creationId xmlns:a16="http://schemas.microsoft.com/office/drawing/2014/main" id="{7FAA121E-5C0B-B2D0-3D0B-B4061ADD864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447" name="Group 5446">
                      <a:extLst>
                        <a:ext uri="{FF2B5EF4-FFF2-40B4-BE49-F238E27FC236}">
                          <a16:creationId xmlns:a16="http://schemas.microsoft.com/office/drawing/2014/main" id="{498EC405-383E-E23F-CEA1-C4519900F258}"/>
                        </a:ext>
                      </a:extLst>
                    </p:cNvPr>
                    <p:cNvGrpSpPr/>
                    <p:nvPr/>
                  </p:nvGrpSpPr>
                  <p:grpSpPr>
                    <a:xfrm>
                      <a:off x="5310186" y="3402011"/>
                      <a:ext cx="303213" cy="303213"/>
                      <a:chOff x="5310186" y="3402011"/>
                      <a:chExt cx="303213" cy="303213"/>
                    </a:xfrm>
                  </p:grpSpPr>
                  <p:grpSp>
                    <p:nvGrpSpPr>
                      <p:cNvPr id="5448" name="Group 5447">
                        <a:extLst>
                          <a:ext uri="{FF2B5EF4-FFF2-40B4-BE49-F238E27FC236}">
                            <a16:creationId xmlns:a16="http://schemas.microsoft.com/office/drawing/2014/main" id="{7FEC96F8-277F-2503-CA44-5645FC5E2388}"/>
                          </a:ext>
                        </a:extLst>
                      </p:cNvPr>
                      <p:cNvGrpSpPr/>
                      <p:nvPr/>
                    </p:nvGrpSpPr>
                    <p:grpSpPr>
                      <a:xfrm>
                        <a:off x="5354636" y="3446461"/>
                        <a:ext cx="214313" cy="214313"/>
                        <a:chOff x="5354637" y="3446463"/>
                        <a:chExt cx="214313" cy="214313"/>
                      </a:xfrm>
                    </p:grpSpPr>
                    <p:sp>
                      <p:nvSpPr>
                        <p:cNvPr id="5453" name="Arc 5452">
                          <a:extLst>
                            <a:ext uri="{FF2B5EF4-FFF2-40B4-BE49-F238E27FC236}">
                              <a16:creationId xmlns:a16="http://schemas.microsoft.com/office/drawing/2014/main" id="{F20A4167-F08D-1568-5EF2-3AD6D880B64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54" name="Arc 5453">
                          <a:extLst>
                            <a:ext uri="{FF2B5EF4-FFF2-40B4-BE49-F238E27FC236}">
                              <a16:creationId xmlns:a16="http://schemas.microsoft.com/office/drawing/2014/main" id="{E75769B0-1B75-5B91-85C0-00105D970FF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449" name="Group 5448">
                        <a:extLst>
                          <a:ext uri="{FF2B5EF4-FFF2-40B4-BE49-F238E27FC236}">
                            <a16:creationId xmlns:a16="http://schemas.microsoft.com/office/drawing/2014/main" id="{6D9D04A2-8821-3E64-D7D2-C1A92311714C}"/>
                          </a:ext>
                        </a:extLst>
                      </p:cNvPr>
                      <p:cNvGrpSpPr/>
                      <p:nvPr/>
                    </p:nvGrpSpPr>
                    <p:grpSpPr>
                      <a:xfrm rot="7200000">
                        <a:off x="5310186" y="3402011"/>
                        <a:ext cx="303213" cy="303213"/>
                        <a:chOff x="5354637" y="3446463"/>
                        <a:chExt cx="214313" cy="214313"/>
                      </a:xfrm>
                    </p:grpSpPr>
                    <p:sp>
                      <p:nvSpPr>
                        <p:cNvPr id="5451" name="Arc 5450">
                          <a:extLst>
                            <a:ext uri="{FF2B5EF4-FFF2-40B4-BE49-F238E27FC236}">
                              <a16:creationId xmlns:a16="http://schemas.microsoft.com/office/drawing/2014/main" id="{B0A287B2-A925-416B-7225-CD122632F67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52" name="Arc 5451">
                          <a:extLst>
                            <a:ext uri="{FF2B5EF4-FFF2-40B4-BE49-F238E27FC236}">
                              <a16:creationId xmlns:a16="http://schemas.microsoft.com/office/drawing/2014/main" id="{18559847-66B9-AE3E-BF82-0F3B4134B70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450" name="TextBox 5449">
                        <a:extLst>
                          <a:ext uri="{FF2B5EF4-FFF2-40B4-BE49-F238E27FC236}">
                            <a16:creationId xmlns:a16="http://schemas.microsoft.com/office/drawing/2014/main" id="{7C2591BA-AA37-6CAC-EC99-07DBFF780C34}"/>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412" name="Group 5411">
                    <a:extLst>
                      <a:ext uri="{FF2B5EF4-FFF2-40B4-BE49-F238E27FC236}">
                        <a16:creationId xmlns:a16="http://schemas.microsoft.com/office/drawing/2014/main" id="{650CCDF6-90F5-8D79-15C1-5A5D139430A6}"/>
                      </a:ext>
                    </a:extLst>
                  </p:cNvPr>
                  <p:cNvGrpSpPr/>
                  <p:nvPr/>
                </p:nvGrpSpPr>
                <p:grpSpPr>
                  <a:xfrm>
                    <a:off x="5886431" y="3525040"/>
                    <a:ext cx="393192" cy="393192"/>
                    <a:chOff x="5265196" y="3932619"/>
                    <a:chExt cx="393192" cy="393192"/>
                  </a:xfrm>
                </p:grpSpPr>
                <p:grpSp>
                  <p:nvGrpSpPr>
                    <p:cNvPr id="5436" name="Group 5435">
                      <a:extLst>
                        <a:ext uri="{FF2B5EF4-FFF2-40B4-BE49-F238E27FC236}">
                          <a16:creationId xmlns:a16="http://schemas.microsoft.com/office/drawing/2014/main" id="{185EEBED-3AD3-01F6-6D1F-4C4CBE07805E}"/>
                        </a:ext>
                      </a:extLst>
                    </p:cNvPr>
                    <p:cNvGrpSpPr/>
                    <p:nvPr/>
                  </p:nvGrpSpPr>
                  <p:grpSpPr>
                    <a:xfrm>
                      <a:off x="5354636" y="4022061"/>
                      <a:ext cx="214313" cy="214313"/>
                      <a:chOff x="5354637" y="3446463"/>
                      <a:chExt cx="214313" cy="214313"/>
                    </a:xfrm>
                  </p:grpSpPr>
                  <p:sp>
                    <p:nvSpPr>
                      <p:cNvPr id="5444" name="Arc 5443">
                        <a:extLst>
                          <a:ext uri="{FF2B5EF4-FFF2-40B4-BE49-F238E27FC236}">
                            <a16:creationId xmlns:a16="http://schemas.microsoft.com/office/drawing/2014/main" id="{2A8DF482-F970-7526-3444-C59CBE374A6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45" name="Arc 5444">
                        <a:extLst>
                          <a:ext uri="{FF2B5EF4-FFF2-40B4-BE49-F238E27FC236}">
                            <a16:creationId xmlns:a16="http://schemas.microsoft.com/office/drawing/2014/main" id="{EBEBEF33-714B-E8C0-A862-968E2D47AF3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437" name="Group 5436">
                      <a:extLst>
                        <a:ext uri="{FF2B5EF4-FFF2-40B4-BE49-F238E27FC236}">
                          <a16:creationId xmlns:a16="http://schemas.microsoft.com/office/drawing/2014/main" id="{84E702D2-FFE5-5B4C-8339-5455DEF1277C}"/>
                        </a:ext>
                      </a:extLst>
                    </p:cNvPr>
                    <p:cNvGrpSpPr/>
                    <p:nvPr/>
                  </p:nvGrpSpPr>
                  <p:grpSpPr>
                    <a:xfrm rot="14400000">
                      <a:off x="5310186" y="3977611"/>
                      <a:ext cx="303213" cy="303213"/>
                      <a:chOff x="5354637" y="3446463"/>
                      <a:chExt cx="214313" cy="214313"/>
                    </a:xfrm>
                  </p:grpSpPr>
                  <p:sp>
                    <p:nvSpPr>
                      <p:cNvPr id="5442" name="Arc 5441">
                        <a:extLst>
                          <a:ext uri="{FF2B5EF4-FFF2-40B4-BE49-F238E27FC236}">
                            <a16:creationId xmlns:a16="http://schemas.microsoft.com/office/drawing/2014/main" id="{C42E755B-95A6-07B1-D568-5F8C6A91753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43" name="Arc 5442">
                        <a:extLst>
                          <a:ext uri="{FF2B5EF4-FFF2-40B4-BE49-F238E27FC236}">
                            <a16:creationId xmlns:a16="http://schemas.microsoft.com/office/drawing/2014/main" id="{4BC108B3-E17F-1A6F-3B55-7D1823943C1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438" name="Group 5437">
                      <a:extLst>
                        <a:ext uri="{FF2B5EF4-FFF2-40B4-BE49-F238E27FC236}">
                          <a16:creationId xmlns:a16="http://schemas.microsoft.com/office/drawing/2014/main" id="{DFDE7F50-D497-5A01-7540-24A21A25BB87}"/>
                        </a:ext>
                      </a:extLst>
                    </p:cNvPr>
                    <p:cNvGrpSpPr/>
                    <p:nvPr/>
                  </p:nvGrpSpPr>
                  <p:grpSpPr>
                    <a:xfrm rot="7200000">
                      <a:off x="5265196" y="3932619"/>
                      <a:ext cx="393192" cy="393192"/>
                      <a:chOff x="5354637" y="3446463"/>
                      <a:chExt cx="214313" cy="214313"/>
                    </a:xfrm>
                  </p:grpSpPr>
                  <p:sp>
                    <p:nvSpPr>
                      <p:cNvPr id="5440" name="Arc 5439">
                        <a:extLst>
                          <a:ext uri="{FF2B5EF4-FFF2-40B4-BE49-F238E27FC236}">
                            <a16:creationId xmlns:a16="http://schemas.microsoft.com/office/drawing/2014/main" id="{439E58D6-E383-2781-FC4E-7CE77A559CE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41" name="Arc 5440">
                        <a:extLst>
                          <a:ext uri="{FF2B5EF4-FFF2-40B4-BE49-F238E27FC236}">
                            <a16:creationId xmlns:a16="http://schemas.microsoft.com/office/drawing/2014/main" id="{0ED50248-C9C8-561A-BC1D-AAE71C5766F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439" name="TextBox 5438">
                      <a:extLst>
                        <a:ext uri="{FF2B5EF4-FFF2-40B4-BE49-F238E27FC236}">
                          <a16:creationId xmlns:a16="http://schemas.microsoft.com/office/drawing/2014/main" id="{AA699CDC-4C81-8673-B52B-572ADDF4E8D6}"/>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5413" name="Group 5412">
                    <a:extLst>
                      <a:ext uri="{FF2B5EF4-FFF2-40B4-BE49-F238E27FC236}">
                        <a16:creationId xmlns:a16="http://schemas.microsoft.com/office/drawing/2014/main" id="{F4854997-059E-FE6F-EA94-D202355BDB3C}"/>
                      </a:ext>
                    </a:extLst>
                  </p:cNvPr>
                  <p:cNvGrpSpPr/>
                  <p:nvPr/>
                </p:nvGrpSpPr>
                <p:grpSpPr>
                  <a:xfrm>
                    <a:off x="6512463" y="3525040"/>
                    <a:ext cx="393192" cy="393192"/>
                    <a:chOff x="6389147" y="3357021"/>
                    <a:chExt cx="393192" cy="393192"/>
                  </a:xfrm>
                </p:grpSpPr>
                <p:grpSp>
                  <p:nvGrpSpPr>
                    <p:cNvPr id="5425" name="Group 5424">
                      <a:extLst>
                        <a:ext uri="{FF2B5EF4-FFF2-40B4-BE49-F238E27FC236}">
                          <a16:creationId xmlns:a16="http://schemas.microsoft.com/office/drawing/2014/main" id="{2EE0FB69-C4D8-EB86-5BAF-CCAEA66F9BF7}"/>
                        </a:ext>
                      </a:extLst>
                    </p:cNvPr>
                    <p:cNvGrpSpPr/>
                    <p:nvPr/>
                  </p:nvGrpSpPr>
                  <p:grpSpPr>
                    <a:xfrm rot="7200000" flipH="1">
                      <a:off x="6389147" y="3357021"/>
                      <a:ext cx="393192" cy="393192"/>
                      <a:chOff x="5354637" y="3446463"/>
                      <a:chExt cx="214313" cy="214313"/>
                    </a:xfrm>
                  </p:grpSpPr>
                  <p:sp>
                    <p:nvSpPr>
                      <p:cNvPr id="5434" name="Arc 5433">
                        <a:extLst>
                          <a:ext uri="{FF2B5EF4-FFF2-40B4-BE49-F238E27FC236}">
                            <a16:creationId xmlns:a16="http://schemas.microsoft.com/office/drawing/2014/main" id="{7987F709-6687-F77D-3CA9-7CC5FA5858E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35" name="Arc 5434">
                        <a:extLst>
                          <a:ext uri="{FF2B5EF4-FFF2-40B4-BE49-F238E27FC236}">
                            <a16:creationId xmlns:a16="http://schemas.microsoft.com/office/drawing/2014/main" id="{EFFBB536-EDE9-0401-14B0-B2FC7CEED64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426" name="Group 5425">
                      <a:extLst>
                        <a:ext uri="{FF2B5EF4-FFF2-40B4-BE49-F238E27FC236}">
                          <a16:creationId xmlns:a16="http://schemas.microsoft.com/office/drawing/2014/main" id="{5808A709-DF95-B7EF-4829-3A758DA35055}"/>
                        </a:ext>
                      </a:extLst>
                    </p:cNvPr>
                    <p:cNvGrpSpPr/>
                    <p:nvPr/>
                  </p:nvGrpSpPr>
                  <p:grpSpPr>
                    <a:xfrm>
                      <a:off x="6434137" y="3402011"/>
                      <a:ext cx="303213" cy="303213"/>
                      <a:chOff x="6434137" y="3402011"/>
                      <a:chExt cx="303213" cy="303213"/>
                    </a:xfrm>
                  </p:grpSpPr>
                  <p:grpSp>
                    <p:nvGrpSpPr>
                      <p:cNvPr id="5427" name="Group 5426">
                        <a:extLst>
                          <a:ext uri="{FF2B5EF4-FFF2-40B4-BE49-F238E27FC236}">
                            <a16:creationId xmlns:a16="http://schemas.microsoft.com/office/drawing/2014/main" id="{283F7E21-AA66-BB6E-9EEA-6D3E0E276BE6}"/>
                          </a:ext>
                        </a:extLst>
                      </p:cNvPr>
                      <p:cNvGrpSpPr/>
                      <p:nvPr/>
                    </p:nvGrpSpPr>
                    <p:grpSpPr>
                      <a:xfrm flipH="1">
                        <a:off x="6478587" y="3446461"/>
                        <a:ext cx="214313" cy="214313"/>
                        <a:chOff x="5354637" y="3446463"/>
                        <a:chExt cx="214313" cy="214313"/>
                      </a:xfrm>
                    </p:grpSpPr>
                    <p:sp>
                      <p:nvSpPr>
                        <p:cNvPr id="5432" name="Arc 5431">
                          <a:extLst>
                            <a:ext uri="{FF2B5EF4-FFF2-40B4-BE49-F238E27FC236}">
                              <a16:creationId xmlns:a16="http://schemas.microsoft.com/office/drawing/2014/main" id="{8E29170F-481D-0B10-7B1C-465E4747B98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33" name="Arc 5432">
                          <a:extLst>
                            <a:ext uri="{FF2B5EF4-FFF2-40B4-BE49-F238E27FC236}">
                              <a16:creationId xmlns:a16="http://schemas.microsoft.com/office/drawing/2014/main" id="{B5E65CE4-44C1-BECD-9340-6A3D62586C8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428" name="Group 5427">
                        <a:extLst>
                          <a:ext uri="{FF2B5EF4-FFF2-40B4-BE49-F238E27FC236}">
                            <a16:creationId xmlns:a16="http://schemas.microsoft.com/office/drawing/2014/main" id="{C8F78FB6-094A-B6B4-584C-B3DF60E8B48D}"/>
                          </a:ext>
                        </a:extLst>
                      </p:cNvPr>
                      <p:cNvGrpSpPr/>
                      <p:nvPr/>
                    </p:nvGrpSpPr>
                    <p:grpSpPr>
                      <a:xfrm rot="14400000" flipH="1">
                        <a:off x="6434137" y="3402011"/>
                        <a:ext cx="303213" cy="303213"/>
                        <a:chOff x="5354637" y="3446463"/>
                        <a:chExt cx="214313" cy="214313"/>
                      </a:xfrm>
                    </p:grpSpPr>
                    <p:sp>
                      <p:nvSpPr>
                        <p:cNvPr id="5430" name="Arc 5429">
                          <a:extLst>
                            <a:ext uri="{FF2B5EF4-FFF2-40B4-BE49-F238E27FC236}">
                              <a16:creationId xmlns:a16="http://schemas.microsoft.com/office/drawing/2014/main" id="{E6C68ED5-F439-5B31-97E6-CA094719121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31" name="Arc 5430">
                          <a:extLst>
                            <a:ext uri="{FF2B5EF4-FFF2-40B4-BE49-F238E27FC236}">
                              <a16:creationId xmlns:a16="http://schemas.microsoft.com/office/drawing/2014/main" id="{F68EEAA4-03A2-2EA0-FB78-4C2DE017FE9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429" name="TextBox 5428">
                        <a:extLst>
                          <a:ext uri="{FF2B5EF4-FFF2-40B4-BE49-F238E27FC236}">
                            <a16:creationId xmlns:a16="http://schemas.microsoft.com/office/drawing/2014/main" id="{510E23FA-5378-0C42-F992-3E9082934CA4}"/>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414" name="Group 5413">
                    <a:extLst>
                      <a:ext uri="{FF2B5EF4-FFF2-40B4-BE49-F238E27FC236}">
                        <a16:creationId xmlns:a16="http://schemas.microsoft.com/office/drawing/2014/main" id="{100B98D6-904F-6D8C-F185-5370FC955222}"/>
                      </a:ext>
                    </a:extLst>
                  </p:cNvPr>
                  <p:cNvGrpSpPr/>
                  <p:nvPr/>
                </p:nvGrpSpPr>
                <p:grpSpPr>
                  <a:xfrm>
                    <a:off x="6197413" y="3225768"/>
                    <a:ext cx="393192" cy="393192"/>
                    <a:chOff x="6389147" y="3932622"/>
                    <a:chExt cx="393192" cy="393192"/>
                  </a:xfrm>
                </p:grpSpPr>
                <p:grpSp>
                  <p:nvGrpSpPr>
                    <p:cNvPr id="5415" name="Group 5414">
                      <a:extLst>
                        <a:ext uri="{FF2B5EF4-FFF2-40B4-BE49-F238E27FC236}">
                          <a16:creationId xmlns:a16="http://schemas.microsoft.com/office/drawing/2014/main" id="{B6FA21FD-04F7-B259-498C-3829CE5F4BD9}"/>
                        </a:ext>
                      </a:extLst>
                    </p:cNvPr>
                    <p:cNvGrpSpPr/>
                    <p:nvPr/>
                  </p:nvGrpSpPr>
                  <p:grpSpPr>
                    <a:xfrm flipH="1">
                      <a:off x="6478587" y="4022061"/>
                      <a:ext cx="214313" cy="214313"/>
                      <a:chOff x="5354637" y="3446463"/>
                      <a:chExt cx="214313" cy="214313"/>
                    </a:xfrm>
                  </p:grpSpPr>
                  <p:sp>
                    <p:nvSpPr>
                      <p:cNvPr id="5423" name="Arc 5422">
                        <a:extLst>
                          <a:ext uri="{FF2B5EF4-FFF2-40B4-BE49-F238E27FC236}">
                            <a16:creationId xmlns:a16="http://schemas.microsoft.com/office/drawing/2014/main" id="{9C80A5F7-37A0-6152-B7C5-141CF5EB141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24" name="Arc 5423">
                        <a:extLst>
                          <a:ext uri="{FF2B5EF4-FFF2-40B4-BE49-F238E27FC236}">
                            <a16:creationId xmlns:a16="http://schemas.microsoft.com/office/drawing/2014/main" id="{FC0AC039-A860-D619-0871-8A70703C620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416" name="Group 5415">
                      <a:extLst>
                        <a:ext uri="{FF2B5EF4-FFF2-40B4-BE49-F238E27FC236}">
                          <a16:creationId xmlns:a16="http://schemas.microsoft.com/office/drawing/2014/main" id="{1EBD0F71-107D-68CD-6E6D-625F5ADAA1D3}"/>
                        </a:ext>
                      </a:extLst>
                    </p:cNvPr>
                    <p:cNvGrpSpPr/>
                    <p:nvPr/>
                  </p:nvGrpSpPr>
                  <p:grpSpPr>
                    <a:xfrm rot="7200000" flipH="1">
                      <a:off x="6434137" y="3977611"/>
                      <a:ext cx="303213" cy="303213"/>
                      <a:chOff x="5354637" y="3446463"/>
                      <a:chExt cx="214313" cy="214313"/>
                    </a:xfrm>
                  </p:grpSpPr>
                  <p:sp>
                    <p:nvSpPr>
                      <p:cNvPr id="5421" name="Arc 5420">
                        <a:extLst>
                          <a:ext uri="{FF2B5EF4-FFF2-40B4-BE49-F238E27FC236}">
                            <a16:creationId xmlns:a16="http://schemas.microsoft.com/office/drawing/2014/main" id="{2416D3DF-D122-6A7C-E721-B5AB237A574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22" name="Arc 5421">
                        <a:extLst>
                          <a:ext uri="{FF2B5EF4-FFF2-40B4-BE49-F238E27FC236}">
                            <a16:creationId xmlns:a16="http://schemas.microsoft.com/office/drawing/2014/main" id="{9D834F8C-D264-73FE-B56A-F2D2DBD217B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417" name="Group 5416">
                      <a:extLst>
                        <a:ext uri="{FF2B5EF4-FFF2-40B4-BE49-F238E27FC236}">
                          <a16:creationId xmlns:a16="http://schemas.microsoft.com/office/drawing/2014/main" id="{B77F30B4-9606-C213-CF44-5F6465DEE49F}"/>
                        </a:ext>
                      </a:extLst>
                    </p:cNvPr>
                    <p:cNvGrpSpPr/>
                    <p:nvPr/>
                  </p:nvGrpSpPr>
                  <p:grpSpPr>
                    <a:xfrm rot="14400000" flipH="1">
                      <a:off x="6389147" y="3932622"/>
                      <a:ext cx="393192" cy="393192"/>
                      <a:chOff x="5354637" y="3446463"/>
                      <a:chExt cx="214313" cy="214313"/>
                    </a:xfrm>
                  </p:grpSpPr>
                  <p:sp>
                    <p:nvSpPr>
                      <p:cNvPr id="5419" name="Arc 5418">
                        <a:extLst>
                          <a:ext uri="{FF2B5EF4-FFF2-40B4-BE49-F238E27FC236}">
                            <a16:creationId xmlns:a16="http://schemas.microsoft.com/office/drawing/2014/main" id="{793BC645-3766-2F2F-644A-D1EE580190D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20" name="Arc 5419">
                        <a:extLst>
                          <a:ext uri="{FF2B5EF4-FFF2-40B4-BE49-F238E27FC236}">
                            <a16:creationId xmlns:a16="http://schemas.microsoft.com/office/drawing/2014/main" id="{DE8057AD-F7C8-2BD5-87CA-1DDD0CC01F0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418" name="TextBox 5417">
                      <a:extLst>
                        <a:ext uri="{FF2B5EF4-FFF2-40B4-BE49-F238E27FC236}">
                          <a16:creationId xmlns:a16="http://schemas.microsoft.com/office/drawing/2014/main" id="{9A4EBD70-655F-17B5-01D5-F609AED6D211}"/>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364" name="Group 5363">
                  <a:extLst>
                    <a:ext uri="{FF2B5EF4-FFF2-40B4-BE49-F238E27FC236}">
                      <a16:creationId xmlns:a16="http://schemas.microsoft.com/office/drawing/2014/main" id="{6A6E937E-04F6-E56D-E5F0-99F097F4ED1E}"/>
                    </a:ext>
                  </a:extLst>
                </p:cNvPr>
                <p:cNvGrpSpPr/>
                <p:nvPr/>
              </p:nvGrpSpPr>
              <p:grpSpPr>
                <a:xfrm>
                  <a:off x="6069086" y="3246228"/>
                  <a:ext cx="1019224" cy="991639"/>
                  <a:chOff x="5886431" y="3225768"/>
                  <a:chExt cx="1019224" cy="991639"/>
                </a:xfrm>
              </p:grpSpPr>
              <p:grpSp>
                <p:nvGrpSpPr>
                  <p:cNvPr id="5365" name="Group 5364">
                    <a:extLst>
                      <a:ext uri="{FF2B5EF4-FFF2-40B4-BE49-F238E27FC236}">
                        <a16:creationId xmlns:a16="http://schemas.microsoft.com/office/drawing/2014/main" id="{9260B0F5-F758-7F46-3C6B-44D2202120E4}"/>
                      </a:ext>
                    </a:extLst>
                  </p:cNvPr>
                  <p:cNvGrpSpPr/>
                  <p:nvPr/>
                </p:nvGrpSpPr>
                <p:grpSpPr>
                  <a:xfrm>
                    <a:off x="6197413" y="3824215"/>
                    <a:ext cx="393192" cy="393192"/>
                    <a:chOff x="5265196" y="3357021"/>
                    <a:chExt cx="393192" cy="393192"/>
                  </a:xfrm>
                </p:grpSpPr>
                <p:grpSp>
                  <p:nvGrpSpPr>
                    <p:cNvPr id="5400" name="Group 5399">
                      <a:extLst>
                        <a:ext uri="{FF2B5EF4-FFF2-40B4-BE49-F238E27FC236}">
                          <a16:creationId xmlns:a16="http://schemas.microsoft.com/office/drawing/2014/main" id="{6DA29469-8298-03C1-AA38-9199C007E12C}"/>
                        </a:ext>
                      </a:extLst>
                    </p:cNvPr>
                    <p:cNvGrpSpPr/>
                    <p:nvPr/>
                  </p:nvGrpSpPr>
                  <p:grpSpPr>
                    <a:xfrm rot="14400000">
                      <a:off x="5265196" y="3357021"/>
                      <a:ext cx="393192" cy="393192"/>
                      <a:chOff x="5354637" y="3446463"/>
                      <a:chExt cx="214313" cy="214313"/>
                    </a:xfrm>
                  </p:grpSpPr>
                  <p:sp>
                    <p:nvSpPr>
                      <p:cNvPr id="5409" name="Arc 5408">
                        <a:extLst>
                          <a:ext uri="{FF2B5EF4-FFF2-40B4-BE49-F238E27FC236}">
                            <a16:creationId xmlns:a16="http://schemas.microsoft.com/office/drawing/2014/main" id="{3380E2C1-968F-33CD-39CD-E8D30F3F33A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10" name="Arc 5409">
                        <a:extLst>
                          <a:ext uri="{FF2B5EF4-FFF2-40B4-BE49-F238E27FC236}">
                            <a16:creationId xmlns:a16="http://schemas.microsoft.com/office/drawing/2014/main" id="{99ACF39E-B43A-E37E-EFAF-9D8BB2B8C5C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401" name="Group 5400">
                      <a:extLst>
                        <a:ext uri="{FF2B5EF4-FFF2-40B4-BE49-F238E27FC236}">
                          <a16:creationId xmlns:a16="http://schemas.microsoft.com/office/drawing/2014/main" id="{323A2E80-5B9F-12D5-3EFC-29B59B13C6B5}"/>
                        </a:ext>
                      </a:extLst>
                    </p:cNvPr>
                    <p:cNvGrpSpPr/>
                    <p:nvPr/>
                  </p:nvGrpSpPr>
                  <p:grpSpPr>
                    <a:xfrm>
                      <a:off x="5310186" y="3402011"/>
                      <a:ext cx="303213" cy="303213"/>
                      <a:chOff x="5310186" y="3402011"/>
                      <a:chExt cx="303213" cy="303213"/>
                    </a:xfrm>
                  </p:grpSpPr>
                  <p:grpSp>
                    <p:nvGrpSpPr>
                      <p:cNvPr id="5402" name="Group 5401">
                        <a:extLst>
                          <a:ext uri="{FF2B5EF4-FFF2-40B4-BE49-F238E27FC236}">
                            <a16:creationId xmlns:a16="http://schemas.microsoft.com/office/drawing/2014/main" id="{D0FA8E4C-FB63-410B-307D-5A73CA965192}"/>
                          </a:ext>
                        </a:extLst>
                      </p:cNvPr>
                      <p:cNvGrpSpPr/>
                      <p:nvPr/>
                    </p:nvGrpSpPr>
                    <p:grpSpPr>
                      <a:xfrm>
                        <a:off x="5354636" y="3446461"/>
                        <a:ext cx="214313" cy="214313"/>
                        <a:chOff x="5354637" y="3446463"/>
                        <a:chExt cx="214313" cy="214313"/>
                      </a:xfrm>
                    </p:grpSpPr>
                    <p:sp>
                      <p:nvSpPr>
                        <p:cNvPr id="5407" name="Arc 5406">
                          <a:extLst>
                            <a:ext uri="{FF2B5EF4-FFF2-40B4-BE49-F238E27FC236}">
                              <a16:creationId xmlns:a16="http://schemas.microsoft.com/office/drawing/2014/main" id="{965F11D3-6286-DC2E-006F-AEC45B70D9B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08" name="Arc 5407">
                          <a:extLst>
                            <a:ext uri="{FF2B5EF4-FFF2-40B4-BE49-F238E27FC236}">
                              <a16:creationId xmlns:a16="http://schemas.microsoft.com/office/drawing/2014/main" id="{95A7A873-48FD-32B2-1B93-367B37ABB0D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403" name="Group 5402">
                        <a:extLst>
                          <a:ext uri="{FF2B5EF4-FFF2-40B4-BE49-F238E27FC236}">
                            <a16:creationId xmlns:a16="http://schemas.microsoft.com/office/drawing/2014/main" id="{B8A8BC8D-B651-44E6-EC21-30B365BD55B7}"/>
                          </a:ext>
                        </a:extLst>
                      </p:cNvPr>
                      <p:cNvGrpSpPr/>
                      <p:nvPr/>
                    </p:nvGrpSpPr>
                    <p:grpSpPr>
                      <a:xfrm rot="7200000">
                        <a:off x="5310186" y="3402011"/>
                        <a:ext cx="303213" cy="303213"/>
                        <a:chOff x="5354637" y="3446463"/>
                        <a:chExt cx="214313" cy="214313"/>
                      </a:xfrm>
                    </p:grpSpPr>
                    <p:sp>
                      <p:nvSpPr>
                        <p:cNvPr id="5405" name="Arc 5404">
                          <a:extLst>
                            <a:ext uri="{FF2B5EF4-FFF2-40B4-BE49-F238E27FC236}">
                              <a16:creationId xmlns:a16="http://schemas.microsoft.com/office/drawing/2014/main" id="{146BE91B-2615-C3E6-0B1A-5303977C930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06" name="Arc 5405">
                          <a:extLst>
                            <a:ext uri="{FF2B5EF4-FFF2-40B4-BE49-F238E27FC236}">
                              <a16:creationId xmlns:a16="http://schemas.microsoft.com/office/drawing/2014/main" id="{3CD1BC24-A9CB-71BC-626F-A52A48D6265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404" name="TextBox 5403">
                        <a:extLst>
                          <a:ext uri="{FF2B5EF4-FFF2-40B4-BE49-F238E27FC236}">
                            <a16:creationId xmlns:a16="http://schemas.microsoft.com/office/drawing/2014/main" id="{611EB701-C086-6624-7E78-8FC45DA2B7EA}"/>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366" name="Group 5365">
                    <a:extLst>
                      <a:ext uri="{FF2B5EF4-FFF2-40B4-BE49-F238E27FC236}">
                        <a16:creationId xmlns:a16="http://schemas.microsoft.com/office/drawing/2014/main" id="{868B4FD9-A667-F70E-1B95-41C8771606E8}"/>
                      </a:ext>
                    </a:extLst>
                  </p:cNvPr>
                  <p:cNvGrpSpPr/>
                  <p:nvPr/>
                </p:nvGrpSpPr>
                <p:grpSpPr>
                  <a:xfrm>
                    <a:off x="5886431" y="3525040"/>
                    <a:ext cx="393192" cy="393192"/>
                    <a:chOff x="5265196" y="3932619"/>
                    <a:chExt cx="393192" cy="393192"/>
                  </a:xfrm>
                </p:grpSpPr>
                <p:grpSp>
                  <p:nvGrpSpPr>
                    <p:cNvPr id="5390" name="Group 5389">
                      <a:extLst>
                        <a:ext uri="{FF2B5EF4-FFF2-40B4-BE49-F238E27FC236}">
                          <a16:creationId xmlns:a16="http://schemas.microsoft.com/office/drawing/2014/main" id="{DD73BB60-6C8F-F636-3EA3-7915CE40D98E}"/>
                        </a:ext>
                      </a:extLst>
                    </p:cNvPr>
                    <p:cNvGrpSpPr/>
                    <p:nvPr/>
                  </p:nvGrpSpPr>
                  <p:grpSpPr>
                    <a:xfrm>
                      <a:off x="5354636" y="4022061"/>
                      <a:ext cx="214313" cy="214313"/>
                      <a:chOff x="5354637" y="3446463"/>
                      <a:chExt cx="214313" cy="214313"/>
                    </a:xfrm>
                  </p:grpSpPr>
                  <p:sp>
                    <p:nvSpPr>
                      <p:cNvPr id="5398" name="Arc 5397">
                        <a:extLst>
                          <a:ext uri="{FF2B5EF4-FFF2-40B4-BE49-F238E27FC236}">
                            <a16:creationId xmlns:a16="http://schemas.microsoft.com/office/drawing/2014/main" id="{0C530CCE-28B8-A86F-B751-373EE4E6976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399" name="Arc 5398">
                        <a:extLst>
                          <a:ext uri="{FF2B5EF4-FFF2-40B4-BE49-F238E27FC236}">
                            <a16:creationId xmlns:a16="http://schemas.microsoft.com/office/drawing/2014/main" id="{847CC908-AC52-0AC8-4443-9C06B790F63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391" name="Group 5390">
                      <a:extLst>
                        <a:ext uri="{FF2B5EF4-FFF2-40B4-BE49-F238E27FC236}">
                          <a16:creationId xmlns:a16="http://schemas.microsoft.com/office/drawing/2014/main" id="{E0BAA968-CD1B-C628-B7FF-3B49FD3DDCA0}"/>
                        </a:ext>
                      </a:extLst>
                    </p:cNvPr>
                    <p:cNvGrpSpPr/>
                    <p:nvPr/>
                  </p:nvGrpSpPr>
                  <p:grpSpPr>
                    <a:xfrm rot="14400000">
                      <a:off x="5310186" y="3977611"/>
                      <a:ext cx="303213" cy="303213"/>
                      <a:chOff x="5354637" y="3446463"/>
                      <a:chExt cx="214313" cy="214313"/>
                    </a:xfrm>
                  </p:grpSpPr>
                  <p:sp>
                    <p:nvSpPr>
                      <p:cNvPr id="5396" name="Arc 5395">
                        <a:extLst>
                          <a:ext uri="{FF2B5EF4-FFF2-40B4-BE49-F238E27FC236}">
                            <a16:creationId xmlns:a16="http://schemas.microsoft.com/office/drawing/2014/main" id="{08F95AAD-8E68-6B6F-4C40-07B3FE23FE0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397" name="Arc 5396">
                        <a:extLst>
                          <a:ext uri="{FF2B5EF4-FFF2-40B4-BE49-F238E27FC236}">
                            <a16:creationId xmlns:a16="http://schemas.microsoft.com/office/drawing/2014/main" id="{8DAD8EE8-F057-7B29-6D93-F0187B2DA7F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392" name="Group 5391">
                      <a:extLst>
                        <a:ext uri="{FF2B5EF4-FFF2-40B4-BE49-F238E27FC236}">
                          <a16:creationId xmlns:a16="http://schemas.microsoft.com/office/drawing/2014/main" id="{AEC89E63-1F54-D80C-17DB-EA1CA11AB7DD}"/>
                        </a:ext>
                      </a:extLst>
                    </p:cNvPr>
                    <p:cNvGrpSpPr/>
                    <p:nvPr/>
                  </p:nvGrpSpPr>
                  <p:grpSpPr>
                    <a:xfrm rot="7200000">
                      <a:off x="5265196" y="3932619"/>
                      <a:ext cx="393192" cy="393192"/>
                      <a:chOff x="5354637" y="3446463"/>
                      <a:chExt cx="214313" cy="214313"/>
                    </a:xfrm>
                  </p:grpSpPr>
                  <p:sp>
                    <p:nvSpPr>
                      <p:cNvPr id="5394" name="Arc 5393">
                        <a:extLst>
                          <a:ext uri="{FF2B5EF4-FFF2-40B4-BE49-F238E27FC236}">
                            <a16:creationId xmlns:a16="http://schemas.microsoft.com/office/drawing/2014/main" id="{2B00BA36-7CC2-E295-D95F-94941C9CC47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395" name="Arc 5394">
                        <a:extLst>
                          <a:ext uri="{FF2B5EF4-FFF2-40B4-BE49-F238E27FC236}">
                            <a16:creationId xmlns:a16="http://schemas.microsoft.com/office/drawing/2014/main" id="{13BB74B6-4ABA-ED6F-4F4D-EF2EB861EF1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393" name="TextBox 5392">
                      <a:extLst>
                        <a:ext uri="{FF2B5EF4-FFF2-40B4-BE49-F238E27FC236}">
                          <a16:creationId xmlns:a16="http://schemas.microsoft.com/office/drawing/2014/main" id="{AC6914DD-4106-64C9-82F0-9210F2304417}"/>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5367" name="Group 5366">
                    <a:extLst>
                      <a:ext uri="{FF2B5EF4-FFF2-40B4-BE49-F238E27FC236}">
                        <a16:creationId xmlns:a16="http://schemas.microsoft.com/office/drawing/2014/main" id="{D795686E-F92D-F7A5-E7C1-44CAFB26DDAE}"/>
                      </a:ext>
                    </a:extLst>
                  </p:cNvPr>
                  <p:cNvGrpSpPr/>
                  <p:nvPr/>
                </p:nvGrpSpPr>
                <p:grpSpPr>
                  <a:xfrm>
                    <a:off x="6512463" y="3525040"/>
                    <a:ext cx="393192" cy="393192"/>
                    <a:chOff x="6389147" y="3357021"/>
                    <a:chExt cx="393192" cy="393192"/>
                  </a:xfrm>
                </p:grpSpPr>
                <p:grpSp>
                  <p:nvGrpSpPr>
                    <p:cNvPr id="5379" name="Group 5378">
                      <a:extLst>
                        <a:ext uri="{FF2B5EF4-FFF2-40B4-BE49-F238E27FC236}">
                          <a16:creationId xmlns:a16="http://schemas.microsoft.com/office/drawing/2014/main" id="{3BCC5C1B-DB69-50DF-502C-8438C98538DF}"/>
                        </a:ext>
                      </a:extLst>
                    </p:cNvPr>
                    <p:cNvGrpSpPr/>
                    <p:nvPr/>
                  </p:nvGrpSpPr>
                  <p:grpSpPr>
                    <a:xfrm rot="7200000" flipH="1">
                      <a:off x="6389147" y="3357021"/>
                      <a:ext cx="393192" cy="393192"/>
                      <a:chOff x="5354637" y="3446463"/>
                      <a:chExt cx="214313" cy="214313"/>
                    </a:xfrm>
                  </p:grpSpPr>
                  <p:sp>
                    <p:nvSpPr>
                      <p:cNvPr id="5388" name="Arc 5387">
                        <a:extLst>
                          <a:ext uri="{FF2B5EF4-FFF2-40B4-BE49-F238E27FC236}">
                            <a16:creationId xmlns:a16="http://schemas.microsoft.com/office/drawing/2014/main" id="{1616DABF-61AF-1B53-A274-6426A31426E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389" name="Arc 5388">
                        <a:extLst>
                          <a:ext uri="{FF2B5EF4-FFF2-40B4-BE49-F238E27FC236}">
                            <a16:creationId xmlns:a16="http://schemas.microsoft.com/office/drawing/2014/main" id="{4F97E431-C6F5-07D6-A39E-41587D31E76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380" name="Group 5379">
                      <a:extLst>
                        <a:ext uri="{FF2B5EF4-FFF2-40B4-BE49-F238E27FC236}">
                          <a16:creationId xmlns:a16="http://schemas.microsoft.com/office/drawing/2014/main" id="{52C068BC-E32A-4A9E-3798-D751E15CC824}"/>
                        </a:ext>
                      </a:extLst>
                    </p:cNvPr>
                    <p:cNvGrpSpPr/>
                    <p:nvPr/>
                  </p:nvGrpSpPr>
                  <p:grpSpPr>
                    <a:xfrm>
                      <a:off x="6434137" y="3402011"/>
                      <a:ext cx="303213" cy="303213"/>
                      <a:chOff x="6434137" y="3402011"/>
                      <a:chExt cx="303213" cy="303213"/>
                    </a:xfrm>
                  </p:grpSpPr>
                  <p:grpSp>
                    <p:nvGrpSpPr>
                      <p:cNvPr id="5381" name="Group 5380">
                        <a:extLst>
                          <a:ext uri="{FF2B5EF4-FFF2-40B4-BE49-F238E27FC236}">
                            <a16:creationId xmlns:a16="http://schemas.microsoft.com/office/drawing/2014/main" id="{83BFCDFC-06BB-B070-A22A-5FC22751D700}"/>
                          </a:ext>
                        </a:extLst>
                      </p:cNvPr>
                      <p:cNvGrpSpPr/>
                      <p:nvPr/>
                    </p:nvGrpSpPr>
                    <p:grpSpPr>
                      <a:xfrm flipH="1">
                        <a:off x="6478587" y="3446461"/>
                        <a:ext cx="214313" cy="214313"/>
                        <a:chOff x="5354637" y="3446463"/>
                        <a:chExt cx="214313" cy="214313"/>
                      </a:xfrm>
                    </p:grpSpPr>
                    <p:sp>
                      <p:nvSpPr>
                        <p:cNvPr id="5386" name="Arc 5385">
                          <a:extLst>
                            <a:ext uri="{FF2B5EF4-FFF2-40B4-BE49-F238E27FC236}">
                              <a16:creationId xmlns:a16="http://schemas.microsoft.com/office/drawing/2014/main" id="{936FE464-D381-690B-F2A8-AD99B702470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387" name="Arc 5386">
                          <a:extLst>
                            <a:ext uri="{FF2B5EF4-FFF2-40B4-BE49-F238E27FC236}">
                              <a16:creationId xmlns:a16="http://schemas.microsoft.com/office/drawing/2014/main" id="{770C76EF-AD1F-65F9-F822-2ADBA38A6C1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382" name="Group 5381">
                        <a:extLst>
                          <a:ext uri="{FF2B5EF4-FFF2-40B4-BE49-F238E27FC236}">
                            <a16:creationId xmlns:a16="http://schemas.microsoft.com/office/drawing/2014/main" id="{F6C4ED1F-7C69-4D1C-0123-5B2368F6FEAA}"/>
                          </a:ext>
                        </a:extLst>
                      </p:cNvPr>
                      <p:cNvGrpSpPr/>
                      <p:nvPr/>
                    </p:nvGrpSpPr>
                    <p:grpSpPr>
                      <a:xfrm rot="14400000" flipH="1">
                        <a:off x="6434137" y="3402011"/>
                        <a:ext cx="303213" cy="303213"/>
                        <a:chOff x="5354637" y="3446463"/>
                        <a:chExt cx="214313" cy="214313"/>
                      </a:xfrm>
                    </p:grpSpPr>
                    <p:sp>
                      <p:nvSpPr>
                        <p:cNvPr id="5384" name="Arc 5383">
                          <a:extLst>
                            <a:ext uri="{FF2B5EF4-FFF2-40B4-BE49-F238E27FC236}">
                              <a16:creationId xmlns:a16="http://schemas.microsoft.com/office/drawing/2014/main" id="{5C524699-51B8-DD94-F250-629ACC3CBDC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385" name="Arc 5384">
                          <a:extLst>
                            <a:ext uri="{FF2B5EF4-FFF2-40B4-BE49-F238E27FC236}">
                              <a16:creationId xmlns:a16="http://schemas.microsoft.com/office/drawing/2014/main" id="{8B5C2FF8-2265-1397-6BAA-3009A690682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383" name="TextBox 5382">
                        <a:extLst>
                          <a:ext uri="{FF2B5EF4-FFF2-40B4-BE49-F238E27FC236}">
                            <a16:creationId xmlns:a16="http://schemas.microsoft.com/office/drawing/2014/main" id="{88A6FC28-F898-3B7D-E442-6C0357A5B06F}"/>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368" name="Group 5367">
                    <a:extLst>
                      <a:ext uri="{FF2B5EF4-FFF2-40B4-BE49-F238E27FC236}">
                        <a16:creationId xmlns:a16="http://schemas.microsoft.com/office/drawing/2014/main" id="{71286FB3-2B0A-5E5F-7B76-530145BD1BC8}"/>
                      </a:ext>
                    </a:extLst>
                  </p:cNvPr>
                  <p:cNvGrpSpPr/>
                  <p:nvPr/>
                </p:nvGrpSpPr>
                <p:grpSpPr>
                  <a:xfrm>
                    <a:off x="6197413" y="3225768"/>
                    <a:ext cx="393192" cy="393192"/>
                    <a:chOff x="6389147" y="3932622"/>
                    <a:chExt cx="393192" cy="393192"/>
                  </a:xfrm>
                </p:grpSpPr>
                <p:grpSp>
                  <p:nvGrpSpPr>
                    <p:cNvPr id="5369" name="Group 5368">
                      <a:extLst>
                        <a:ext uri="{FF2B5EF4-FFF2-40B4-BE49-F238E27FC236}">
                          <a16:creationId xmlns:a16="http://schemas.microsoft.com/office/drawing/2014/main" id="{260D7B0A-31DB-8D16-4943-0BAC1CA76803}"/>
                        </a:ext>
                      </a:extLst>
                    </p:cNvPr>
                    <p:cNvGrpSpPr/>
                    <p:nvPr/>
                  </p:nvGrpSpPr>
                  <p:grpSpPr>
                    <a:xfrm flipH="1">
                      <a:off x="6478587" y="4022061"/>
                      <a:ext cx="214313" cy="214313"/>
                      <a:chOff x="5354637" y="3446463"/>
                      <a:chExt cx="214313" cy="214313"/>
                    </a:xfrm>
                  </p:grpSpPr>
                  <p:sp>
                    <p:nvSpPr>
                      <p:cNvPr id="5377" name="Arc 5376">
                        <a:extLst>
                          <a:ext uri="{FF2B5EF4-FFF2-40B4-BE49-F238E27FC236}">
                            <a16:creationId xmlns:a16="http://schemas.microsoft.com/office/drawing/2014/main" id="{3CD61562-506D-43CD-A56E-21761510369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378" name="Arc 5377">
                        <a:extLst>
                          <a:ext uri="{FF2B5EF4-FFF2-40B4-BE49-F238E27FC236}">
                            <a16:creationId xmlns:a16="http://schemas.microsoft.com/office/drawing/2014/main" id="{37A98EA4-C217-C27F-698C-7FFCFB8636C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370" name="Group 5369">
                      <a:extLst>
                        <a:ext uri="{FF2B5EF4-FFF2-40B4-BE49-F238E27FC236}">
                          <a16:creationId xmlns:a16="http://schemas.microsoft.com/office/drawing/2014/main" id="{A6E203BA-516D-AFA6-438D-08CCC971B1F5}"/>
                        </a:ext>
                      </a:extLst>
                    </p:cNvPr>
                    <p:cNvGrpSpPr/>
                    <p:nvPr/>
                  </p:nvGrpSpPr>
                  <p:grpSpPr>
                    <a:xfrm rot="7200000" flipH="1">
                      <a:off x="6434137" y="3977611"/>
                      <a:ext cx="303213" cy="303213"/>
                      <a:chOff x="5354637" y="3446463"/>
                      <a:chExt cx="214313" cy="214313"/>
                    </a:xfrm>
                  </p:grpSpPr>
                  <p:sp>
                    <p:nvSpPr>
                      <p:cNvPr id="5375" name="Arc 5374">
                        <a:extLst>
                          <a:ext uri="{FF2B5EF4-FFF2-40B4-BE49-F238E27FC236}">
                            <a16:creationId xmlns:a16="http://schemas.microsoft.com/office/drawing/2014/main" id="{6728A6C2-CCBF-9CB5-D7AC-C15DD07CEFD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376" name="Arc 5375">
                        <a:extLst>
                          <a:ext uri="{FF2B5EF4-FFF2-40B4-BE49-F238E27FC236}">
                            <a16:creationId xmlns:a16="http://schemas.microsoft.com/office/drawing/2014/main" id="{C05BC632-2050-22AA-651E-AEB4AB07610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371" name="Group 5370">
                      <a:extLst>
                        <a:ext uri="{FF2B5EF4-FFF2-40B4-BE49-F238E27FC236}">
                          <a16:creationId xmlns:a16="http://schemas.microsoft.com/office/drawing/2014/main" id="{B3973A10-34C4-453E-08DE-F4BFF8B760ED}"/>
                        </a:ext>
                      </a:extLst>
                    </p:cNvPr>
                    <p:cNvGrpSpPr/>
                    <p:nvPr/>
                  </p:nvGrpSpPr>
                  <p:grpSpPr>
                    <a:xfrm rot="14400000" flipH="1">
                      <a:off x="6389147" y="3932622"/>
                      <a:ext cx="393192" cy="393192"/>
                      <a:chOff x="5354637" y="3446463"/>
                      <a:chExt cx="214313" cy="214313"/>
                    </a:xfrm>
                  </p:grpSpPr>
                  <p:sp>
                    <p:nvSpPr>
                      <p:cNvPr id="5373" name="Arc 5372">
                        <a:extLst>
                          <a:ext uri="{FF2B5EF4-FFF2-40B4-BE49-F238E27FC236}">
                            <a16:creationId xmlns:a16="http://schemas.microsoft.com/office/drawing/2014/main" id="{8231FF89-2B63-7C17-A6D9-E9E21F1AD82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374" name="Arc 5373">
                        <a:extLst>
                          <a:ext uri="{FF2B5EF4-FFF2-40B4-BE49-F238E27FC236}">
                            <a16:creationId xmlns:a16="http://schemas.microsoft.com/office/drawing/2014/main" id="{06B88BEF-B829-F204-CF78-36D8ABCA54A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372" name="TextBox 5371">
                      <a:extLst>
                        <a:ext uri="{FF2B5EF4-FFF2-40B4-BE49-F238E27FC236}">
                          <a16:creationId xmlns:a16="http://schemas.microsoft.com/office/drawing/2014/main" id="{BDA5043E-57FB-2BDF-C437-67769F15DA15}"/>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3069" name="Group 3068">
              <a:extLst>
                <a:ext uri="{FF2B5EF4-FFF2-40B4-BE49-F238E27FC236}">
                  <a16:creationId xmlns:a16="http://schemas.microsoft.com/office/drawing/2014/main" id="{8C6995F2-E840-0FCD-211D-DB5CF7C3B349}"/>
                </a:ext>
              </a:extLst>
            </p:cNvPr>
            <p:cNvGrpSpPr/>
            <p:nvPr/>
          </p:nvGrpSpPr>
          <p:grpSpPr>
            <a:xfrm>
              <a:off x="4576926" y="706347"/>
              <a:ext cx="2263438" cy="2198360"/>
              <a:chOff x="5445106" y="2039507"/>
              <a:chExt cx="2263438" cy="2198360"/>
            </a:xfrm>
          </p:grpSpPr>
          <p:grpSp>
            <p:nvGrpSpPr>
              <p:cNvPr id="5171" name="Group 5170">
                <a:extLst>
                  <a:ext uri="{FF2B5EF4-FFF2-40B4-BE49-F238E27FC236}">
                    <a16:creationId xmlns:a16="http://schemas.microsoft.com/office/drawing/2014/main" id="{204D6ADA-83E5-7EDF-49AE-4199117CEFE5}"/>
                  </a:ext>
                </a:extLst>
              </p:cNvPr>
              <p:cNvGrpSpPr/>
              <p:nvPr/>
            </p:nvGrpSpPr>
            <p:grpSpPr>
              <a:xfrm>
                <a:off x="5445106" y="2644743"/>
                <a:ext cx="1643204" cy="1593124"/>
                <a:chOff x="5445106" y="2644743"/>
                <a:chExt cx="1643204" cy="1593124"/>
              </a:xfrm>
            </p:grpSpPr>
            <p:grpSp>
              <p:nvGrpSpPr>
                <p:cNvPr id="5267" name="Group 5266">
                  <a:extLst>
                    <a:ext uri="{FF2B5EF4-FFF2-40B4-BE49-F238E27FC236}">
                      <a16:creationId xmlns:a16="http://schemas.microsoft.com/office/drawing/2014/main" id="{6B3E4388-10BA-17E7-7CA7-43509F2BA3BF}"/>
                    </a:ext>
                  </a:extLst>
                </p:cNvPr>
                <p:cNvGrpSpPr/>
                <p:nvPr/>
              </p:nvGrpSpPr>
              <p:grpSpPr>
                <a:xfrm>
                  <a:off x="5445106" y="2644743"/>
                  <a:ext cx="1019224" cy="991639"/>
                  <a:chOff x="5886431" y="3225768"/>
                  <a:chExt cx="1019224" cy="991639"/>
                </a:xfrm>
              </p:grpSpPr>
              <p:grpSp>
                <p:nvGrpSpPr>
                  <p:cNvPr id="5315" name="Group 5314">
                    <a:extLst>
                      <a:ext uri="{FF2B5EF4-FFF2-40B4-BE49-F238E27FC236}">
                        <a16:creationId xmlns:a16="http://schemas.microsoft.com/office/drawing/2014/main" id="{6EB067DE-7FD9-DD29-2A2B-59411E3CED9B}"/>
                      </a:ext>
                    </a:extLst>
                  </p:cNvPr>
                  <p:cNvGrpSpPr/>
                  <p:nvPr/>
                </p:nvGrpSpPr>
                <p:grpSpPr>
                  <a:xfrm>
                    <a:off x="6197413" y="3824215"/>
                    <a:ext cx="393192" cy="393192"/>
                    <a:chOff x="5265196" y="3357021"/>
                    <a:chExt cx="393192" cy="393192"/>
                  </a:xfrm>
                </p:grpSpPr>
                <p:grpSp>
                  <p:nvGrpSpPr>
                    <p:cNvPr id="5350" name="Group 5349">
                      <a:extLst>
                        <a:ext uri="{FF2B5EF4-FFF2-40B4-BE49-F238E27FC236}">
                          <a16:creationId xmlns:a16="http://schemas.microsoft.com/office/drawing/2014/main" id="{17A6550E-DCEA-67A6-46B8-F87F3E2EF50C}"/>
                        </a:ext>
                      </a:extLst>
                    </p:cNvPr>
                    <p:cNvGrpSpPr/>
                    <p:nvPr/>
                  </p:nvGrpSpPr>
                  <p:grpSpPr>
                    <a:xfrm rot="14400000">
                      <a:off x="5265196" y="3357021"/>
                      <a:ext cx="393192" cy="393192"/>
                      <a:chOff x="5354637" y="3446463"/>
                      <a:chExt cx="214313" cy="214313"/>
                    </a:xfrm>
                  </p:grpSpPr>
                  <p:sp>
                    <p:nvSpPr>
                      <p:cNvPr id="5359" name="Arc 5358">
                        <a:extLst>
                          <a:ext uri="{FF2B5EF4-FFF2-40B4-BE49-F238E27FC236}">
                            <a16:creationId xmlns:a16="http://schemas.microsoft.com/office/drawing/2014/main" id="{CCA2E43A-D61D-3411-8752-BAF61660CD1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360" name="Arc 5359">
                        <a:extLst>
                          <a:ext uri="{FF2B5EF4-FFF2-40B4-BE49-F238E27FC236}">
                            <a16:creationId xmlns:a16="http://schemas.microsoft.com/office/drawing/2014/main" id="{E9FBA512-E692-B840-8EAE-528F8FA9FB0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351" name="Group 5350">
                      <a:extLst>
                        <a:ext uri="{FF2B5EF4-FFF2-40B4-BE49-F238E27FC236}">
                          <a16:creationId xmlns:a16="http://schemas.microsoft.com/office/drawing/2014/main" id="{0AAE332F-7AEB-4F4B-B64A-A677AB55926A}"/>
                        </a:ext>
                      </a:extLst>
                    </p:cNvPr>
                    <p:cNvGrpSpPr/>
                    <p:nvPr/>
                  </p:nvGrpSpPr>
                  <p:grpSpPr>
                    <a:xfrm>
                      <a:off x="5310186" y="3402011"/>
                      <a:ext cx="303213" cy="303213"/>
                      <a:chOff x="5310186" y="3402011"/>
                      <a:chExt cx="303213" cy="303213"/>
                    </a:xfrm>
                  </p:grpSpPr>
                  <p:grpSp>
                    <p:nvGrpSpPr>
                      <p:cNvPr id="5352" name="Group 5351">
                        <a:extLst>
                          <a:ext uri="{FF2B5EF4-FFF2-40B4-BE49-F238E27FC236}">
                            <a16:creationId xmlns:a16="http://schemas.microsoft.com/office/drawing/2014/main" id="{50DE3A6F-5971-FA2D-71AE-B88D4CF6EDBB}"/>
                          </a:ext>
                        </a:extLst>
                      </p:cNvPr>
                      <p:cNvGrpSpPr/>
                      <p:nvPr/>
                    </p:nvGrpSpPr>
                    <p:grpSpPr>
                      <a:xfrm>
                        <a:off x="5354636" y="3446461"/>
                        <a:ext cx="214313" cy="214313"/>
                        <a:chOff x="5354637" y="3446463"/>
                        <a:chExt cx="214313" cy="214313"/>
                      </a:xfrm>
                    </p:grpSpPr>
                    <p:sp>
                      <p:nvSpPr>
                        <p:cNvPr id="5357" name="Arc 5356">
                          <a:extLst>
                            <a:ext uri="{FF2B5EF4-FFF2-40B4-BE49-F238E27FC236}">
                              <a16:creationId xmlns:a16="http://schemas.microsoft.com/office/drawing/2014/main" id="{D3391113-58ED-A957-4F88-E34727824B9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358" name="Arc 5357">
                          <a:extLst>
                            <a:ext uri="{FF2B5EF4-FFF2-40B4-BE49-F238E27FC236}">
                              <a16:creationId xmlns:a16="http://schemas.microsoft.com/office/drawing/2014/main" id="{A0293DEA-612F-BF49-0E19-39F5B1FA5CD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353" name="Group 5352">
                        <a:extLst>
                          <a:ext uri="{FF2B5EF4-FFF2-40B4-BE49-F238E27FC236}">
                            <a16:creationId xmlns:a16="http://schemas.microsoft.com/office/drawing/2014/main" id="{A903B17F-0E1E-EF9F-68DF-7D15A859276C}"/>
                          </a:ext>
                        </a:extLst>
                      </p:cNvPr>
                      <p:cNvGrpSpPr/>
                      <p:nvPr/>
                    </p:nvGrpSpPr>
                    <p:grpSpPr>
                      <a:xfrm rot="7200000">
                        <a:off x="5310186" y="3402011"/>
                        <a:ext cx="303213" cy="303213"/>
                        <a:chOff x="5354637" y="3446463"/>
                        <a:chExt cx="214313" cy="214313"/>
                      </a:xfrm>
                    </p:grpSpPr>
                    <p:sp>
                      <p:nvSpPr>
                        <p:cNvPr id="5355" name="Arc 5354">
                          <a:extLst>
                            <a:ext uri="{FF2B5EF4-FFF2-40B4-BE49-F238E27FC236}">
                              <a16:creationId xmlns:a16="http://schemas.microsoft.com/office/drawing/2014/main" id="{299EAFCA-938C-EC3F-2576-99E523714C2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356" name="Arc 5355">
                          <a:extLst>
                            <a:ext uri="{FF2B5EF4-FFF2-40B4-BE49-F238E27FC236}">
                              <a16:creationId xmlns:a16="http://schemas.microsoft.com/office/drawing/2014/main" id="{75DA8207-EEA3-8ABC-CB23-80B90446BF7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354" name="TextBox 5353">
                        <a:extLst>
                          <a:ext uri="{FF2B5EF4-FFF2-40B4-BE49-F238E27FC236}">
                            <a16:creationId xmlns:a16="http://schemas.microsoft.com/office/drawing/2014/main" id="{C0262807-6B63-F487-B510-3ECF482A7504}"/>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316" name="Group 5315">
                    <a:extLst>
                      <a:ext uri="{FF2B5EF4-FFF2-40B4-BE49-F238E27FC236}">
                        <a16:creationId xmlns:a16="http://schemas.microsoft.com/office/drawing/2014/main" id="{25384A67-1B0B-E924-0F35-D83C33285461}"/>
                      </a:ext>
                    </a:extLst>
                  </p:cNvPr>
                  <p:cNvGrpSpPr/>
                  <p:nvPr/>
                </p:nvGrpSpPr>
                <p:grpSpPr>
                  <a:xfrm>
                    <a:off x="5886431" y="3525040"/>
                    <a:ext cx="393192" cy="393192"/>
                    <a:chOff x="5265196" y="3932619"/>
                    <a:chExt cx="393192" cy="393192"/>
                  </a:xfrm>
                </p:grpSpPr>
                <p:grpSp>
                  <p:nvGrpSpPr>
                    <p:cNvPr id="5340" name="Group 5339">
                      <a:extLst>
                        <a:ext uri="{FF2B5EF4-FFF2-40B4-BE49-F238E27FC236}">
                          <a16:creationId xmlns:a16="http://schemas.microsoft.com/office/drawing/2014/main" id="{164A3322-1A5A-8EFD-BE36-5B9EF8D225F3}"/>
                        </a:ext>
                      </a:extLst>
                    </p:cNvPr>
                    <p:cNvGrpSpPr/>
                    <p:nvPr/>
                  </p:nvGrpSpPr>
                  <p:grpSpPr>
                    <a:xfrm>
                      <a:off x="5354636" y="4022061"/>
                      <a:ext cx="214313" cy="214313"/>
                      <a:chOff x="5354637" y="3446463"/>
                      <a:chExt cx="214313" cy="214313"/>
                    </a:xfrm>
                  </p:grpSpPr>
                  <p:sp>
                    <p:nvSpPr>
                      <p:cNvPr id="5348" name="Arc 5347">
                        <a:extLst>
                          <a:ext uri="{FF2B5EF4-FFF2-40B4-BE49-F238E27FC236}">
                            <a16:creationId xmlns:a16="http://schemas.microsoft.com/office/drawing/2014/main" id="{C515A5AB-0C27-11A7-ECF2-31D14669484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349" name="Arc 5348">
                        <a:extLst>
                          <a:ext uri="{FF2B5EF4-FFF2-40B4-BE49-F238E27FC236}">
                            <a16:creationId xmlns:a16="http://schemas.microsoft.com/office/drawing/2014/main" id="{98E38E07-8191-82EA-5F0F-982CC412E58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341" name="Group 5340">
                      <a:extLst>
                        <a:ext uri="{FF2B5EF4-FFF2-40B4-BE49-F238E27FC236}">
                          <a16:creationId xmlns:a16="http://schemas.microsoft.com/office/drawing/2014/main" id="{C001D326-DBC6-D3B5-AEF7-8D8024339173}"/>
                        </a:ext>
                      </a:extLst>
                    </p:cNvPr>
                    <p:cNvGrpSpPr/>
                    <p:nvPr/>
                  </p:nvGrpSpPr>
                  <p:grpSpPr>
                    <a:xfrm rot="14400000">
                      <a:off x="5310186" y="3977611"/>
                      <a:ext cx="303213" cy="303213"/>
                      <a:chOff x="5354637" y="3446463"/>
                      <a:chExt cx="214313" cy="214313"/>
                    </a:xfrm>
                  </p:grpSpPr>
                  <p:sp>
                    <p:nvSpPr>
                      <p:cNvPr id="5346" name="Arc 5345">
                        <a:extLst>
                          <a:ext uri="{FF2B5EF4-FFF2-40B4-BE49-F238E27FC236}">
                            <a16:creationId xmlns:a16="http://schemas.microsoft.com/office/drawing/2014/main" id="{F41715CA-3504-C95F-3A32-AE2543A21DC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347" name="Arc 5346">
                        <a:extLst>
                          <a:ext uri="{FF2B5EF4-FFF2-40B4-BE49-F238E27FC236}">
                            <a16:creationId xmlns:a16="http://schemas.microsoft.com/office/drawing/2014/main" id="{06136714-5D58-CD2A-29DD-F9FAE43E577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342" name="Group 5341">
                      <a:extLst>
                        <a:ext uri="{FF2B5EF4-FFF2-40B4-BE49-F238E27FC236}">
                          <a16:creationId xmlns:a16="http://schemas.microsoft.com/office/drawing/2014/main" id="{5109B8EE-1029-BE83-4DD8-36A5223847A2}"/>
                        </a:ext>
                      </a:extLst>
                    </p:cNvPr>
                    <p:cNvGrpSpPr/>
                    <p:nvPr/>
                  </p:nvGrpSpPr>
                  <p:grpSpPr>
                    <a:xfrm rot="7200000">
                      <a:off x="5265196" y="3932619"/>
                      <a:ext cx="393192" cy="393192"/>
                      <a:chOff x="5354637" y="3446463"/>
                      <a:chExt cx="214313" cy="214313"/>
                    </a:xfrm>
                  </p:grpSpPr>
                  <p:sp>
                    <p:nvSpPr>
                      <p:cNvPr id="5344" name="Arc 5343">
                        <a:extLst>
                          <a:ext uri="{FF2B5EF4-FFF2-40B4-BE49-F238E27FC236}">
                            <a16:creationId xmlns:a16="http://schemas.microsoft.com/office/drawing/2014/main" id="{961A90B0-520F-627B-20DF-769E6FEED2C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345" name="Arc 5344">
                        <a:extLst>
                          <a:ext uri="{FF2B5EF4-FFF2-40B4-BE49-F238E27FC236}">
                            <a16:creationId xmlns:a16="http://schemas.microsoft.com/office/drawing/2014/main" id="{44105DCF-421D-27A4-E764-9FD8BC59B57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343" name="TextBox 5342">
                      <a:extLst>
                        <a:ext uri="{FF2B5EF4-FFF2-40B4-BE49-F238E27FC236}">
                          <a16:creationId xmlns:a16="http://schemas.microsoft.com/office/drawing/2014/main" id="{B27FC0C9-8346-1D32-4DD2-C96F0184A503}"/>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5317" name="Group 5316">
                    <a:extLst>
                      <a:ext uri="{FF2B5EF4-FFF2-40B4-BE49-F238E27FC236}">
                        <a16:creationId xmlns:a16="http://schemas.microsoft.com/office/drawing/2014/main" id="{C343BD15-CC7B-3EBA-1029-69515F67BE2B}"/>
                      </a:ext>
                    </a:extLst>
                  </p:cNvPr>
                  <p:cNvGrpSpPr/>
                  <p:nvPr/>
                </p:nvGrpSpPr>
                <p:grpSpPr>
                  <a:xfrm>
                    <a:off x="6512463" y="3525040"/>
                    <a:ext cx="393192" cy="393192"/>
                    <a:chOff x="6389147" y="3357021"/>
                    <a:chExt cx="393192" cy="393192"/>
                  </a:xfrm>
                </p:grpSpPr>
                <p:grpSp>
                  <p:nvGrpSpPr>
                    <p:cNvPr id="5329" name="Group 5328">
                      <a:extLst>
                        <a:ext uri="{FF2B5EF4-FFF2-40B4-BE49-F238E27FC236}">
                          <a16:creationId xmlns:a16="http://schemas.microsoft.com/office/drawing/2014/main" id="{371B78E7-4F24-7D07-5A4C-0E93D17E9276}"/>
                        </a:ext>
                      </a:extLst>
                    </p:cNvPr>
                    <p:cNvGrpSpPr/>
                    <p:nvPr/>
                  </p:nvGrpSpPr>
                  <p:grpSpPr>
                    <a:xfrm rot="7200000" flipH="1">
                      <a:off x="6389147" y="3357021"/>
                      <a:ext cx="393192" cy="393192"/>
                      <a:chOff x="5354637" y="3446463"/>
                      <a:chExt cx="214313" cy="214313"/>
                    </a:xfrm>
                  </p:grpSpPr>
                  <p:sp>
                    <p:nvSpPr>
                      <p:cNvPr id="5338" name="Arc 5337">
                        <a:extLst>
                          <a:ext uri="{FF2B5EF4-FFF2-40B4-BE49-F238E27FC236}">
                            <a16:creationId xmlns:a16="http://schemas.microsoft.com/office/drawing/2014/main" id="{AF786C09-7CCF-738C-1CC7-F9934AB8D0F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339" name="Arc 5338">
                        <a:extLst>
                          <a:ext uri="{FF2B5EF4-FFF2-40B4-BE49-F238E27FC236}">
                            <a16:creationId xmlns:a16="http://schemas.microsoft.com/office/drawing/2014/main" id="{6327D7D4-075A-F02F-C188-A2799107414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330" name="Group 5329">
                      <a:extLst>
                        <a:ext uri="{FF2B5EF4-FFF2-40B4-BE49-F238E27FC236}">
                          <a16:creationId xmlns:a16="http://schemas.microsoft.com/office/drawing/2014/main" id="{F65C1CCE-DA10-15A5-AC6C-C87E64E38D3D}"/>
                        </a:ext>
                      </a:extLst>
                    </p:cNvPr>
                    <p:cNvGrpSpPr/>
                    <p:nvPr/>
                  </p:nvGrpSpPr>
                  <p:grpSpPr>
                    <a:xfrm>
                      <a:off x="6434137" y="3402011"/>
                      <a:ext cx="303213" cy="303213"/>
                      <a:chOff x="6434137" y="3402011"/>
                      <a:chExt cx="303213" cy="303213"/>
                    </a:xfrm>
                  </p:grpSpPr>
                  <p:grpSp>
                    <p:nvGrpSpPr>
                      <p:cNvPr id="5331" name="Group 5330">
                        <a:extLst>
                          <a:ext uri="{FF2B5EF4-FFF2-40B4-BE49-F238E27FC236}">
                            <a16:creationId xmlns:a16="http://schemas.microsoft.com/office/drawing/2014/main" id="{0DBADA40-C27F-E510-0BD3-E427ADB23337}"/>
                          </a:ext>
                        </a:extLst>
                      </p:cNvPr>
                      <p:cNvGrpSpPr/>
                      <p:nvPr/>
                    </p:nvGrpSpPr>
                    <p:grpSpPr>
                      <a:xfrm flipH="1">
                        <a:off x="6478587" y="3446461"/>
                        <a:ext cx="214313" cy="214313"/>
                        <a:chOff x="5354637" y="3446463"/>
                        <a:chExt cx="214313" cy="214313"/>
                      </a:xfrm>
                    </p:grpSpPr>
                    <p:sp>
                      <p:nvSpPr>
                        <p:cNvPr id="5336" name="Arc 5335">
                          <a:extLst>
                            <a:ext uri="{FF2B5EF4-FFF2-40B4-BE49-F238E27FC236}">
                              <a16:creationId xmlns:a16="http://schemas.microsoft.com/office/drawing/2014/main" id="{82E75E1A-4DA7-FC32-5587-2832251A77A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337" name="Arc 5336">
                          <a:extLst>
                            <a:ext uri="{FF2B5EF4-FFF2-40B4-BE49-F238E27FC236}">
                              <a16:creationId xmlns:a16="http://schemas.microsoft.com/office/drawing/2014/main" id="{8967CA2C-575E-901D-B868-90F24400AA5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332" name="Group 5331">
                        <a:extLst>
                          <a:ext uri="{FF2B5EF4-FFF2-40B4-BE49-F238E27FC236}">
                            <a16:creationId xmlns:a16="http://schemas.microsoft.com/office/drawing/2014/main" id="{901CD840-5499-6A59-E7C2-B4A76F7A0B75}"/>
                          </a:ext>
                        </a:extLst>
                      </p:cNvPr>
                      <p:cNvGrpSpPr/>
                      <p:nvPr/>
                    </p:nvGrpSpPr>
                    <p:grpSpPr>
                      <a:xfrm rot="14400000" flipH="1">
                        <a:off x="6434137" y="3402011"/>
                        <a:ext cx="303213" cy="303213"/>
                        <a:chOff x="5354637" y="3446463"/>
                        <a:chExt cx="214313" cy="214313"/>
                      </a:xfrm>
                    </p:grpSpPr>
                    <p:sp>
                      <p:nvSpPr>
                        <p:cNvPr id="5334" name="Arc 5333">
                          <a:extLst>
                            <a:ext uri="{FF2B5EF4-FFF2-40B4-BE49-F238E27FC236}">
                              <a16:creationId xmlns:a16="http://schemas.microsoft.com/office/drawing/2014/main" id="{B0B543D0-E40C-762D-251D-AFCA1B14F32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335" name="Arc 5334">
                          <a:extLst>
                            <a:ext uri="{FF2B5EF4-FFF2-40B4-BE49-F238E27FC236}">
                              <a16:creationId xmlns:a16="http://schemas.microsoft.com/office/drawing/2014/main" id="{C6B7F826-DDB0-13EF-2694-E2249FAC43C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333" name="TextBox 5332">
                        <a:extLst>
                          <a:ext uri="{FF2B5EF4-FFF2-40B4-BE49-F238E27FC236}">
                            <a16:creationId xmlns:a16="http://schemas.microsoft.com/office/drawing/2014/main" id="{C92174FD-F88A-EAA6-4A21-206433988474}"/>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318" name="Group 5317">
                    <a:extLst>
                      <a:ext uri="{FF2B5EF4-FFF2-40B4-BE49-F238E27FC236}">
                        <a16:creationId xmlns:a16="http://schemas.microsoft.com/office/drawing/2014/main" id="{C3342F9B-24D0-8D55-F3F4-18E2715ABB67}"/>
                      </a:ext>
                    </a:extLst>
                  </p:cNvPr>
                  <p:cNvGrpSpPr/>
                  <p:nvPr/>
                </p:nvGrpSpPr>
                <p:grpSpPr>
                  <a:xfrm>
                    <a:off x="6197413" y="3225768"/>
                    <a:ext cx="393192" cy="393192"/>
                    <a:chOff x="6389147" y="3932622"/>
                    <a:chExt cx="393192" cy="393192"/>
                  </a:xfrm>
                </p:grpSpPr>
                <p:grpSp>
                  <p:nvGrpSpPr>
                    <p:cNvPr id="5319" name="Group 5318">
                      <a:extLst>
                        <a:ext uri="{FF2B5EF4-FFF2-40B4-BE49-F238E27FC236}">
                          <a16:creationId xmlns:a16="http://schemas.microsoft.com/office/drawing/2014/main" id="{BE10411D-3DD9-247C-B8C9-C0FBDAE83CBC}"/>
                        </a:ext>
                      </a:extLst>
                    </p:cNvPr>
                    <p:cNvGrpSpPr/>
                    <p:nvPr/>
                  </p:nvGrpSpPr>
                  <p:grpSpPr>
                    <a:xfrm flipH="1">
                      <a:off x="6478587" y="4022061"/>
                      <a:ext cx="214313" cy="214313"/>
                      <a:chOff x="5354637" y="3446463"/>
                      <a:chExt cx="214313" cy="214313"/>
                    </a:xfrm>
                  </p:grpSpPr>
                  <p:sp>
                    <p:nvSpPr>
                      <p:cNvPr id="5327" name="Arc 5326">
                        <a:extLst>
                          <a:ext uri="{FF2B5EF4-FFF2-40B4-BE49-F238E27FC236}">
                            <a16:creationId xmlns:a16="http://schemas.microsoft.com/office/drawing/2014/main" id="{69288D1E-CD02-D2E2-3904-C2078D5BAEE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328" name="Arc 5327">
                        <a:extLst>
                          <a:ext uri="{FF2B5EF4-FFF2-40B4-BE49-F238E27FC236}">
                            <a16:creationId xmlns:a16="http://schemas.microsoft.com/office/drawing/2014/main" id="{23B74F65-FF8E-5829-034A-CB110780C42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320" name="Group 5319">
                      <a:extLst>
                        <a:ext uri="{FF2B5EF4-FFF2-40B4-BE49-F238E27FC236}">
                          <a16:creationId xmlns:a16="http://schemas.microsoft.com/office/drawing/2014/main" id="{98943502-58B5-3E76-11DB-4C10F2441F03}"/>
                        </a:ext>
                      </a:extLst>
                    </p:cNvPr>
                    <p:cNvGrpSpPr/>
                    <p:nvPr/>
                  </p:nvGrpSpPr>
                  <p:grpSpPr>
                    <a:xfrm rot="7200000" flipH="1">
                      <a:off x="6434137" y="3977611"/>
                      <a:ext cx="303213" cy="303213"/>
                      <a:chOff x="5354637" y="3446463"/>
                      <a:chExt cx="214313" cy="214313"/>
                    </a:xfrm>
                  </p:grpSpPr>
                  <p:sp>
                    <p:nvSpPr>
                      <p:cNvPr id="5325" name="Arc 5324">
                        <a:extLst>
                          <a:ext uri="{FF2B5EF4-FFF2-40B4-BE49-F238E27FC236}">
                            <a16:creationId xmlns:a16="http://schemas.microsoft.com/office/drawing/2014/main" id="{AEB34AF3-5E26-C5C6-8605-4E56A0F4593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326" name="Arc 5325">
                        <a:extLst>
                          <a:ext uri="{FF2B5EF4-FFF2-40B4-BE49-F238E27FC236}">
                            <a16:creationId xmlns:a16="http://schemas.microsoft.com/office/drawing/2014/main" id="{2BFB1D11-A214-E458-E42D-C7BE7F560E5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321" name="Group 5320">
                      <a:extLst>
                        <a:ext uri="{FF2B5EF4-FFF2-40B4-BE49-F238E27FC236}">
                          <a16:creationId xmlns:a16="http://schemas.microsoft.com/office/drawing/2014/main" id="{6614D2FD-9A95-85FC-9E11-1F2F2DB95106}"/>
                        </a:ext>
                      </a:extLst>
                    </p:cNvPr>
                    <p:cNvGrpSpPr/>
                    <p:nvPr/>
                  </p:nvGrpSpPr>
                  <p:grpSpPr>
                    <a:xfrm rot="14400000" flipH="1">
                      <a:off x="6389147" y="3932622"/>
                      <a:ext cx="393192" cy="393192"/>
                      <a:chOff x="5354637" y="3446463"/>
                      <a:chExt cx="214313" cy="214313"/>
                    </a:xfrm>
                  </p:grpSpPr>
                  <p:sp>
                    <p:nvSpPr>
                      <p:cNvPr id="5323" name="Arc 5322">
                        <a:extLst>
                          <a:ext uri="{FF2B5EF4-FFF2-40B4-BE49-F238E27FC236}">
                            <a16:creationId xmlns:a16="http://schemas.microsoft.com/office/drawing/2014/main" id="{1AF88E1C-5B31-789E-0C07-C5627CA7B92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324" name="Arc 5323">
                        <a:extLst>
                          <a:ext uri="{FF2B5EF4-FFF2-40B4-BE49-F238E27FC236}">
                            <a16:creationId xmlns:a16="http://schemas.microsoft.com/office/drawing/2014/main" id="{CEB063B1-758F-4949-BD14-ACEEFF81C5E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322" name="TextBox 5321">
                      <a:extLst>
                        <a:ext uri="{FF2B5EF4-FFF2-40B4-BE49-F238E27FC236}">
                          <a16:creationId xmlns:a16="http://schemas.microsoft.com/office/drawing/2014/main" id="{D8331603-728E-A6FF-4644-2D8A1E87DFBB}"/>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268" name="Group 5267">
                  <a:extLst>
                    <a:ext uri="{FF2B5EF4-FFF2-40B4-BE49-F238E27FC236}">
                      <a16:creationId xmlns:a16="http://schemas.microsoft.com/office/drawing/2014/main" id="{E251C502-F7F2-8B9B-4D87-6453D6A918B7}"/>
                    </a:ext>
                  </a:extLst>
                </p:cNvPr>
                <p:cNvGrpSpPr/>
                <p:nvPr/>
              </p:nvGrpSpPr>
              <p:grpSpPr>
                <a:xfrm>
                  <a:off x="6069086" y="3246228"/>
                  <a:ext cx="1019224" cy="991639"/>
                  <a:chOff x="5886431" y="3225768"/>
                  <a:chExt cx="1019224" cy="991639"/>
                </a:xfrm>
              </p:grpSpPr>
              <p:grpSp>
                <p:nvGrpSpPr>
                  <p:cNvPr id="5269" name="Group 5268">
                    <a:extLst>
                      <a:ext uri="{FF2B5EF4-FFF2-40B4-BE49-F238E27FC236}">
                        <a16:creationId xmlns:a16="http://schemas.microsoft.com/office/drawing/2014/main" id="{1903958F-11D5-7405-F40C-57DCAED54549}"/>
                      </a:ext>
                    </a:extLst>
                  </p:cNvPr>
                  <p:cNvGrpSpPr/>
                  <p:nvPr/>
                </p:nvGrpSpPr>
                <p:grpSpPr>
                  <a:xfrm>
                    <a:off x="6197413" y="3824215"/>
                    <a:ext cx="393192" cy="393192"/>
                    <a:chOff x="5265196" y="3357021"/>
                    <a:chExt cx="393192" cy="393192"/>
                  </a:xfrm>
                </p:grpSpPr>
                <p:grpSp>
                  <p:nvGrpSpPr>
                    <p:cNvPr id="5304" name="Group 5303">
                      <a:extLst>
                        <a:ext uri="{FF2B5EF4-FFF2-40B4-BE49-F238E27FC236}">
                          <a16:creationId xmlns:a16="http://schemas.microsoft.com/office/drawing/2014/main" id="{1704D9E9-DC07-BBCA-403C-6D8981851976}"/>
                        </a:ext>
                      </a:extLst>
                    </p:cNvPr>
                    <p:cNvGrpSpPr/>
                    <p:nvPr/>
                  </p:nvGrpSpPr>
                  <p:grpSpPr>
                    <a:xfrm rot="14400000">
                      <a:off x="5265196" y="3357021"/>
                      <a:ext cx="393192" cy="393192"/>
                      <a:chOff x="5354637" y="3446463"/>
                      <a:chExt cx="214313" cy="214313"/>
                    </a:xfrm>
                  </p:grpSpPr>
                  <p:sp>
                    <p:nvSpPr>
                      <p:cNvPr id="5313" name="Arc 5312">
                        <a:extLst>
                          <a:ext uri="{FF2B5EF4-FFF2-40B4-BE49-F238E27FC236}">
                            <a16:creationId xmlns:a16="http://schemas.microsoft.com/office/drawing/2014/main" id="{81B81CE3-2CFD-A1BE-BB4C-5277C005BA8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314" name="Arc 5313">
                        <a:extLst>
                          <a:ext uri="{FF2B5EF4-FFF2-40B4-BE49-F238E27FC236}">
                            <a16:creationId xmlns:a16="http://schemas.microsoft.com/office/drawing/2014/main" id="{99FBF854-69F5-FBEB-DCFA-C85547B566E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305" name="Group 5304">
                      <a:extLst>
                        <a:ext uri="{FF2B5EF4-FFF2-40B4-BE49-F238E27FC236}">
                          <a16:creationId xmlns:a16="http://schemas.microsoft.com/office/drawing/2014/main" id="{78574E8E-283D-1617-CE2C-EE486E0A1009}"/>
                        </a:ext>
                      </a:extLst>
                    </p:cNvPr>
                    <p:cNvGrpSpPr/>
                    <p:nvPr/>
                  </p:nvGrpSpPr>
                  <p:grpSpPr>
                    <a:xfrm>
                      <a:off x="5310186" y="3402011"/>
                      <a:ext cx="303213" cy="303213"/>
                      <a:chOff x="5310186" y="3402011"/>
                      <a:chExt cx="303213" cy="303213"/>
                    </a:xfrm>
                  </p:grpSpPr>
                  <p:grpSp>
                    <p:nvGrpSpPr>
                      <p:cNvPr id="5306" name="Group 5305">
                        <a:extLst>
                          <a:ext uri="{FF2B5EF4-FFF2-40B4-BE49-F238E27FC236}">
                            <a16:creationId xmlns:a16="http://schemas.microsoft.com/office/drawing/2014/main" id="{4DA4A554-DDFC-54FB-3263-AEFBD912EF3A}"/>
                          </a:ext>
                        </a:extLst>
                      </p:cNvPr>
                      <p:cNvGrpSpPr/>
                      <p:nvPr/>
                    </p:nvGrpSpPr>
                    <p:grpSpPr>
                      <a:xfrm>
                        <a:off x="5354636" y="3446461"/>
                        <a:ext cx="214313" cy="214313"/>
                        <a:chOff x="5354637" y="3446463"/>
                        <a:chExt cx="214313" cy="214313"/>
                      </a:xfrm>
                    </p:grpSpPr>
                    <p:sp>
                      <p:nvSpPr>
                        <p:cNvPr id="5311" name="Arc 5310">
                          <a:extLst>
                            <a:ext uri="{FF2B5EF4-FFF2-40B4-BE49-F238E27FC236}">
                              <a16:creationId xmlns:a16="http://schemas.microsoft.com/office/drawing/2014/main" id="{A576A5BD-4E1C-DD67-4AD6-374BBD78345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312" name="Arc 5311">
                          <a:extLst>
                            <a:ext uri="{FF2B5EF4-FFF2-40B4-BE49-F238E27FC236}">
                              <a16:creationId xmlns:a16="http://schemas.microsoft.com/office/drawing/2014/main" id="{5AC85A4C-212C-F973-3C2D-F315849FF37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307" name="Group 5306">
                        <a:extLst>
                          <a:ext uri="{FF2B5EF4-FFF2-40B4-BE49-F238E27FC236}">
                            <a16:creationId xmlns:a16="http://schemas.microsoft.com/office/drawing/2014/main" id="{2AF375CA-89E3-34C1-CEC1-C6D76B55CC85}"/>
                          </a:ext>
                        </a:extLst>
                      </p:cNvPr>
                      <p:cNvGrpSpPr/>
                      <p:nvPr/>
                    </p:nvGrpSpPr>
                    <p:grpSpPr>
                      <a:xfrm rot="7200000">
                        <a:off x="5310186" y="3402011"/>
                        <a:ext cx="303213" cy="303213"/>
                        <a:chOff x="5354637" y="3446463"/>
                        <a:chExt cx="214313" cy="214313"/>
                      </a:xfrm>
                    </p:grpSpPr>
                    <p:sp>
                      <p:nvSpPr>
                        <p:cNvPr id="5309" name="Arc 5308">
                          <a:extLst>
                            <a:ext uri="{FF2B5EF4-FFF2-40B4-BE49-F238E27FC236}">
                              <a16:creationId xmlns:a16="http://schemas.microsoft.com/office/drawing/2014/main" id="{8E7559C7-8E40-9602-E887-B30E55F4D5D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310" name="Arc 5309">
                          <a:extLst>
                            <a:ext uri="{FF2B5EF4-FFF2-40B4-BE49-F238E27FC236}">
                              <a16:creationId xmlns:a16="http://schemas.microsoft.com/office/drawing/2014/main" id="{57F52249-2E40-532C-99D0-560FB8CB963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308" name="TextBox 5307">
                        <a:extLst>
                          <a:ext uri="{FF2B5EF4-FFF2-40B4-BE49-F238E27FC236}">
                            <a16:creationId xmlns:a16="http://schemas.microsoft.com/office/drawing/2014/main" id="{D37199AF-3EC0-2711-1895-D391FAB30EC8}"/>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270" name="Group 5269">
                    <a:extLst>
                      <a:ext uri="{FF2B5EF4-FFF2-40B4-BE49-F238E27FC236}">
                        <a16:creationId xmlns:a16="http://schemas.microsoft.com/office/drawing/2014/main" id="{906CD01A-6C5B-99CA-11A8-637793803B5F}"/>
                      </a:ext>
                    </a:extLst>
                  </p:cNvPr>
                  <p:cNvGrpSpPr/>
                  <p:nvPr/>
                </p:nvGrpSpPr>
                <p:grpSpPr>
                  <a:xfrm>
                    <a:off x="5886431" y="3525040"/>
                    <a:ext cx="393192" cy="393192"/>
                    <a:chOff x="5265196" y="3932619"/>
                    <a:chExt cx="393192" cy="393192"/>
                  </a:xfrm>
                </p:grpSpPr>
                <p:grpSp>
                  <p:nvGrpSpPr>
                    <p:cNvPr id="5294" name="Group 5293">
                      <a:extLst>
                        <a:ext uri="{FF2B5EF4-FFF2-40B4-BE49-F238E27FC236}">
                          <a16:creationId xmlns:a16="http://schemas.microsoft.com/office/drawing/2014/main" id="{6B527291-D180-61ED-0168-EBA1C3D000A6}"/>
                        </a:ext>
                      </a:extLst>
                    </p:cNvPr>
                    <p:cNvGrpSpPr/>
                    <p:nvPr/>
                  </p:nvGrpSpPr>
                  <p:grpSpPr>
                    <a:xfrm>
                      <a:off x="5354636" y="4022061"/>
                      <a:ext cx="214313" cy="214313"/>
                      <a:chOff x="5354637" y="3446463"/>
                      <a:chExt cx="214313" cy="214313"/>
                    </a:xfrm>
                  </p:grpSpPr>
                  <p:sp>
                    <p:nvSpPr>
                      <p:cNvPr id="5302" name="Arc 5301">
                        <a:extLst>
                          <a:ext uri="{FF2B5EF4-FFF2-40B4-BE49-F238E27FC236}">
                            <a16:creationId xmlns:a16="http://schemas.microsoft.com/office/drawing/2014/main" id="{56AEB21E-1556-D1C0-1F88-E512140CC40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303" name="Arc 5302">
                        <a:extLst>
                          <a:ext uri="{FF2B5EF4-FFF2-40B4-BE49-F238E27FC236}">
                            <a16:creationId xmlns:a16="http://schemas.microsoft.com/office/drawing/2014/main" id="{30C1F88E-5E06-777D-A2A4-F202BB66F2C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295" name="Group 5294">
                      <a:extLst>
                        <a:ext uri="{FF2B5EF4-FFF2-40B4-BE49-F238E27FC236}">
                          <a16:creationId xmlns:a16="http://schemas.microsoft.com/office/drawing/2014/main" id="{A059DA10-6188-3280-07F5-6AE654770A4E}"/>
                        </a:ext>
                      </a:extLst>
                    </p:cNvPr>
                    <p:cNvGrpSpPr/>
                    <p:nvPr/>
                  </p:nvGrpSpPr>
                  <p:grpSpPr>
                    <a:xfrm rot="14400000">
                      <a:off x="5310186" y="3977611"/>
                      <a:ext cx="303213" cy="303213"/>
                      <a:chOff x="5354637" y="3446463"/>
                      <a:chExt cx="214313" cy="214313"/>
                    </a:xfrm>
                  </p:grpSpPr>
                  <p:sp>
                    <p:nvSpPr>
                      <p:cNvPr id="5300" name="Arc 5299">
                        <a:extLst>
                          <a:ext uri="{FF2B5EF4-FFF2-40B4-BE49-F238E27FC236}">
                            <a16:creationId xmlns:a16="http://schemas.microsoft.com/office/drawing/2014/main" id="{0CA18AAB-1C35-512D-83CA-F674EE17CFE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301" name="Arc 5300">
                        <a:extLst>
                          <a:ext uri="{FF2B5EF4-FFF2-40B4-BE49-F238E27FC236}">
                            <a16:creationId xmlns:a16="http://schemas.microsoft.com/office/drawing/2014/main" id="{C4B62B2D-5A19-B3CF-21FF-34472F10FD5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296" name="Group 5295">
                      <a:extLst>
                        <a:ext uri="{FF2B5EF4-FFF2-40B4-BE49-F238E27FC236}">
                          <a16:creationId xmlns:a16="http://schemas.microsoft.com/office/drawing/2014/main" id="{7DBEEE1B-33A6-322E-D4D2-14490A2EEC99}"/>
                        </a:ext>
                      </a:extLst>
                    </p:cNvPr>
                    <p:cNvGrpSpPr/>
                    <p:nvPr/>
                  </p:nvGrpSpPr>
                  <p:grpSpPr>
                    <a:xfrm rot="7200000">
                      <a:off x="5265196" y="3932619"/>
                      <a:ext cx="393192" cy="393192"/>
                      <a:chOff x="5354637" y="3446463"/>
                      <a:chExt cx="214313" cy="214313"/>
                    </a:xfrm>
                  </p:grpSpPr>
                  <p:sp>
                    <p:nvSpPr>
                      <p:cNvPr id="5298" name="Arc 5297">
                        <a:extLst>
                          <a:ext uri="{FF2B5EF4-FFF2-40B4-BE49-F238E27FC236}">
                            <a16:creationId xmlns:a16="http://schemas.microsoft.com/office/drawing/2014/main" id="{2E5D95DF-9B41-DB69-3ECF-2D847F4DFAD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99" name="Arc 5298">
                        <a:extLst>
                          <a:ext uri="{FF2B5EF4-FFF2-40B4-BE49-F238E27FC236}">
                            <a16:creationId xmlns:a16="http://schemas.microsoft.com/office/drawing/2014/main" id="{C6F31321-4B69-E9C2-D802-0A9D07D5AE5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297" name="TextBox 5296">
                      <a:extLst>
                        <a:ext uri="{FF2B5EF4-FFF2-40B4-BE49-F238E27FC236}">
                          <a16:creationId xmlns:a16="http://schemas.microsoft.com/office/drawing/2014/main" id="{DD5A3178-B578-B3C0-C9A7-308D5ADB5149}"/>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5271" name="Group 5270">
                    <a:extLst>
                      <a:ext uri="{FF2B5EF4-FFF2-40B4-BE49-F238E27FC236}">
                        <a16:creationId xmlns:a16="http://schemas.microsoft.com/office/drawing/2014/main" id="{FD4AEB48-1227-BAFD-D5F4-0B69E379FEC4}"/>
                      </a:ext>
                    </a:extLst>
                  </p:cNvPr>
                  <p:cNvGrpSpPr/>
                  <p:nvPr/>
                </p:nvGrpSpPr>
                <p:grpSpPr>
                  <a:xfrm>
                    <a:off x="6512463" y="3525040"/>
                    <a:ext cx="393192" cy="393192"/>
                    <a:chOff x="6389147" y="3357021"/>
                    <a:chExt cx="393192" cy="393192"/>
                  </a:xfrm>
                </p:grpSpPr>
                <p:grpSp>
                  <p:nvGrpSpPr>
                    <p:cNvPr id="5283" name="Group 5282">
                      <a:extLst>
                        <a:ext uri="{FF2B5EF4-FFF2-40B4-BE49-F238E27FC236}">
                          <a16:creationId xmlns:a16="http://schemas.microsoft.com/office/drawing/2014/main" id="{E2AEC5E3-ED2D-DDD1-8C5B-D569CACA5BCB}"/>
                        </a:ext>
                      </a:extLst>
                    </p:cNvPr>
                    <p:cNvGrpSpPr/>
                    <p:nvPr/>
                  </p:nvGrpSpPr>
                  <p:grpSpPr>
                    <a:xfrm rot="7200000" flipH="1">
                      <a:off x="6389147" y="3357021"/>
                      <a:ext cx="393192" cy="393192"/>
                      <a:chOff x="5354637" y="3446463"/>
                      <a:chExt cx="214313" cy="214313"/>
                    </a:xfrm>
                  </p:grpSpPr>
                  <p:sp>
                    <p:nvSpPr>
                      <p:cNvPr id="5292" name="Arc 5291">
                        <a:extLst>
                          <a:ext uri="{FF2B5EF4-FFF2-40B4-BE49-F238E27FC236}">
                            <a16:creationId xmlns:a16="http://schemas.microsoft.com/office/drawing/2014/main" id="{CC5978BE-713B-8539-554C-F140941EAA4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93" name="Arc 5292">
                        <a:extLst>
                          <a:ext uri="{FF2B5EF4-FFF2-40B4-BE49-F238E27FC236}">
                            <a16:creationId xmlns:a16="http://schemas.microsoft.com/office/drawing/2014/main" id="{802B3D8B-158D-44D6-FD1E-F1ECF66F502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284" name="Group 5283">
                      <a:extLst>
                        <a:ext uri="{FF2B5EF4-FFF2-40B4-BE49-F238E27FC236}">
                          <a16:creationId xmlns:a16="http://schemas.microsoft.com/office/drawing/2014/main" id="{1F969DE6-E33C-E865-551A-100159D0A993}"/>
                        </a:ext>
                      </a:extLst>
                    </p:cNvPr>
                    <p:cNvGrpSpPr/>
                    <p:nvPr/>
                  </p:nvGrpSpPr>
                  <p:grpSpPr>
                    <a:xfrm>
                      <a:off x="6434137" y="3402011"/>
                      <a:ext cx="303213" cy="303213"/>
                      <a:chOff x="6434137" y="3402011"/>
                      <a:chExt cx="303213" cy="303213"/>
                    </a:xfrm>
                  </p:grpSpPr>
                  <p:grpSp>
                    <p:nvGrpSpPr>
                      <p:cNvPr id="5285" name="Group 5284">
                        <a:extLst>
                          <a:ext uri="{FF2B5EF4-FFF2-40B4-BE49-F238E27FC236}">
                            <a16:creationId xmlns:a16="http://schemas.microsoft.com/office/drawing/2014/main" id="{49748B73-86E5-D498-70C6-F6DE2A183D82}"/>
                          </a:ext>
                        </a:extLst>
                      </p:cNvPr>
                      <p:cNvGrpSpPr/>
                      <p:nvPr/>
                    </p:nvGrpSpPr>
                    <p:grpSpPr>
                      <a:xfrm flipH="1">
                        <a:off x="6478587" y="3446461"/>
                        <a:ext cx="214313" cy="214313"/>
                        <a:chOff x="5354637" y="3446463"/>
                        <a:chExt cx="214313" cy="214313"/>
                      </a:xfrm>
                    </p:grpSpPr>
                    <p:sp>
                      <p:nvSpPr>
                        <p:cNvPr id="5290" name="Arc 5289">
                          <a:extLst>
                            <a:ext uri="{FF2B5EF4-FFF2-40B4-BE49-F238E27FC236}">
                              <a16:creationId xmlns:a16="http://schemas.microsoft.com/office/drawing/2014/main" id="{B345D390-D1A1-B613-1E65-2E184A14569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91" name="Arc 5290">
                          <a:extLst>
                            <a:ext uri="{FF2B5EF4-FFF2-40B4-BE49-F238E27FC236}">
                              <a16:creationId xmlns:a16="http://schemas.microsoft.com/office/drawing/2014/main" id="{5299055C-CC20-78C7-89FB-7A167C93F9F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286" name="Group 5285">
                        <a:extLst>
                          <a:ext uri="{FF2B5EF4-FFF2-40B4-BE49-F238E27FC236}">
                            <a16:creationId xmlns:a16="http://schemas.microsoft.com/office/drawing/2014/main" id="{64692BC9-8EA2-09B2-3B9D-0F8321DB958D}"/>
                          </a:ext>
                        </a:extLst>
                      </p:cNvPr>
                      <p:cNvGrpSpPr/>
                      <p:nvPr/>
                    </p:nvGrpSpPr>
                    <p:grpSpPr>
                      <a:xfrm rot="14400000" flipH="1">
                        <a:off x="6434137" y="3402011"/>
                        <a:ext cx="303213" cy="303213"/>
                        <a:chOff x="5354637" y="3446463"/>
                        <a:chExt cx="214313" cy="214313"/>
                      </a:xfrm>
                    </p:grpSpPr>
                    <p:sp>
                      <p:nvSpPr>
                        <p:cNvPr id="5288" name="Arc 5287">
                          <a:extLst>
                            <a:ext uri="{FF2B5EF4-FFF2-40B4-BE49-F238E27FC236}">
                              <a16:creationId xmlns:a16="http://schemas.microsoft.com/office/drawing/2014/main" id="{67EB1CFC-C704-A233-7576-B0445D28A11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89" name="Arc 5288">
                          <a:extLst>
                            <a:ext uri="{FF2B5EF4-FFF2-40B4-BE49-F238E27FC236}">
                              <a16:creationId xmlns:a16="http://schemas.microsoft.com/office/drawing/2014/main" id="{D05E1BFF-3A4A-4B26-B884-A6458300426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287" name="TextBox 5286">
                        <a:extLst>
                          <a:ext uri="{FF2B5EF4-FFF2-40B4-BE49-F238E27FC236}">
                            <a16:creationId xmlns:a16="http://schemas.microsoft.com/office/drawing/2014/main" id="{C75C544A-A6EF-DB41-F39C-B0890910D9F2}"/>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272" name="Group 5271">
                    <a:extLst>
                      <a:ext uri="{FF2B5EF4-FFF2-40B4-BE49-F238E27FC236}">
                        <a16:creationId xmlns:a16="http://schemas.microsoft.com/office/drawing/2014/main" id="{A37A75BA-9C91-C163-126E-4D7B00510AC2}"/>
                      </a:ext>
                    </a:extLst>
                  </p:cNvPr>
                  <p:cNvGrpSpPr/>
                  <p:nvPr/>
                </p:nvGrpSpPr>
                <p:grpSpPr>
                  <a:xfrm>
                    <a:off x="6197413" y="3225768"/>
                    <a:ext cx="393192" cy="393192"/>
                    <a:chOff x="6389147" y="3932622"/>
                    <a:chExt cx="393192" cy="393192"/>
                  </a:xfrm>
                </p:grpSpPr>
                <p:grpSp>
                  <p:nvGrpSpPr>
                    <p:cNvPr id="5273" name="Group 5272">
                      <a:extLst>
                        <a:ext uri="{FF2B5EF4-FFF2-40B4-BE49-F238E27FC236}">
                          <a16:creationId xmlns:a16="http://schemas.microsoft.com/office/drawing/2014/main" id="{81392495-58E1-77FB-354D-971811D66165}"/>
                        </a:ext>
                      </a:extLst>
                    </p:cNvPr>
                    <p:cNvGrpSpPr/>
                    <p:nvPr/>
                  </p:nvGrpSpPr>
                  <p:grpSpPr>
                    <a:xfrm flipH="1">
                      <a:off x="6478587" y="4022061"/>
                      <a:ext cx="214313" cy="214313"/>
                      <a:chOff x="5354637" y="3446463"/>
                      <a:chExt cx="214313" cy="214313"/>
                    </a:xfrm>
                  </p:grpSpPr>
                  <p:sp>
                    <p:nvSpPr>
                      <p:cNvPr id="5281" name="Arc 5280">
                        <a:extLst>
                          <a:ext uri="{FF2B5EF4-FFF2-40B4-BE49-F238E27FC236}">
                            <a16:creationId xmlns:a16="http://schemas.microsoft.com/office/drawing/2014/main" id="{556F1FAA-649F-6AA3-8EBE-4286055EB0F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82" name="Arc 5281">
                        <a:extLst>
                          <a:ext uri="{FF2B5EF4-FFF2-40B4-BE49-F238E27FC236}">
                            <a16:creationId xmlns:a16="http://schemas.microsoft.com/office/drawing/2014/main" id="{303C9EA4-27A0-AF06-B7F2-CBEAD09C552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274" name="Group 5273">
                      <a:extLst>
                        <a:ext uri="{FF2B5EF4-FFF2-40B4-BE49-F238E27FC236}">
                          <a16:creationId xmlns:a16="http://schemas.microsoft.com/office/drawing/2014/main" id="{4E938889-1CE9-1B92-6018-D2A6DF32CF96}"/>
                        </a:ext>
                      </a:extLst>
                    </p:cNvPr>
                    <p:cNvGrpSpPr/>
                    <p:nvPr/>
                  </p:nvGrpSpPr>
                  <p:grpSpPr>
                    <a:xfrm rot="7200000" flipH="1">
                      <a:off x="6434137" y="3977611"/>
                      <a:ext cx="303213" cy="303213"/>
                      <a:chOff x="5354637" y="3446463"/>
                      <a:chExt cx="214313" cy="214313"/>
                    </a:xfrm>
                  </p:grpSpPr>
                  <p:sp>
                    <p:nvSpPr>
                      <p:cNvPr id="5279" name="Arc 5278">
                        <a:extLst>
                          <a:ext uri="{FF2B5EF4-FFF2-40B4-BE49-F238E27FC236}">
                            <a16:creationId xmlns:a16="http://schemas.microsoft.com/office/drawing/2014/main" id="{72F0345E-EC13-8E58-F843-EF1E3F1C590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80" name="Arc 5279">
                        <a:extLst>
                          <a:ext uri="{FF2B5EF4-FFF2-40B4-BE49-F238E27FC236}">
                            <a16:creationId xmlns:a16="http://schemas.microsoft.com/office/drawing/2014/main" id="{A7DB8F19-3847-97F8-F94A-3B4011B196E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275" name="Group 5274">
                      <a:extLst>
                        <a:ext uri="{FF2B5EF4-FFF2-40B4-BE49-F238E27FC236}">
                          <a16:creationId xmlns:a16="http://schemas.microsoft.com/office/drawing/2014/main" id="{44B7E7C5-26B5-2DBC-AEC0-195452AAAAF7}"/>
                        </a:ext>
                      </a:extLst>
                    </p:cNvPr>
                    <p:cNvGrpSpPr/>
                    <p:nvPr/>
                  </p:nvGrpSpPr>
                  <p:grpSpPr>
                    <a:xfrm rot="14400000" flipH="1">
                      <a:off x="6389147" y="3932622"/>
                      <a:ext cx="393192" cy="393192"/>
                      <a:chOff x="5354637" y="3446463"/>
                      <a:chExt cx="214313" cy="214313"/>
                    </a:xfrm>
                  </p:grpSpPr>
                  <p:sp>
                    <p:nvSpPr>
                      <p:cNvPr id="5277" name="Arc 5276">
                        <a:extLst>
                          <a:ext uri="{FF2B5EF4-FFF2-40B4-BE49-F238E27FC236}">
                            <a16:creationId xmlns:a16="http://schemas.microsoft.com/office/drawing/2014/main" id="{F92EF03B-919F-756B-7E7F-BCC6AA09477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78" name="Arc 5277">
                        <a:extLst>
                          <a:ext uri="{FF2B5EF4-FFF2-40B4-BE49-F238E27FC236}">
                            <a16:creationId xmlns:a16="http://schemas.microsoft.com/office/drawing/2014/main" id="{D7377373-41CD-2BB3-1EAC-BBC0FCAF477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276" name="TextBox 5275">
                      <a:extLst>
                        <a:ext uri="{FF2B5EF4-FFF2-40B4-BE49-F238E27FC236}">
                          <a16:creationId xmlns:a16="http://schemas.microsoft.com/office/drawing/2014/main" id="{78D51A49-CD1A-D68F-F9CD-D91AFC00CDDB}"/>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5172" name="Group 5171">
                <a:extLst>
                  <a:ext uri="{FF2B5EF4-FFF2-40B4-BE49-F238E27FC236}">
                    <a16:creationId xmlns:a16="http://schemas.microsoft.com/office/drawing/2014/main" id="{919FFD9E-3DAB-C1DE-0643-59157D505708}"/>
                  </a:ext>
                </a:extLst>
              </p:cNvPr>
              <p:cNvGrpSpPr/>
              <p:nvPr/>
            </p:nvGrpSpPr>
            <p:grpSpPr>
              <a:xfrm>
                <a:off x="6065340" y="2039507"/>
                <a:ext cx="1643204" cy="1593124"/>
                <a:chOff x="5445106" y="2644743"/>
                <a:chExt cx="1643204" cy="1593124"/>
              </a:xfrm>
            </p:grpSpPr>
            <p:grpSp>
              <p:nvGrpSpPr>
                <p:cNvPr id="5173" name="Group 5172">
                  <a:extLst>
                    <a:ext uri="{FF2B5EF4-FFF2-40B4-BE49-F238E27FC236}">
                      <a16:creationId xmlns:a16="http://schemas.microsoft.com/office/drawing/2014/main" id="{DCEED2CB-8B1C-0585-574A-D9600E14469E}"/>
                    </a:ext>
                  </a:extLst>
                </p:cNvPr>
                <p:cNvGrpSpPr/>
                <p:nvPr/>
              </p:nvGrpSpPr>
              <p:grpSpPr>
                <a:xfrm>
                  <a:off x="5445106" y="2644743"/>
                  <a:ext cx="1019224" cy="991639"/>
                  <a:chOff x="5886431" y="3225768"/>
                  <a:chExt cx="1019224" cy="991639"/>
                </a:xfrm>
              </p:grpSpPr>
              <p:grpSp>
                <p:nvGrpSpPr>
                  <p:cNvPr id="5221" name="Group 5220">
                    <a:extLst>
                      <a:ext uri="{FF2B5EF4-FFF2-40B4-BE49-F238E27FC236}">
                        <a16:creationId xmlns:a16="http://schemas.microsoft.com/office/drawing/2014/main" id="{C87E9084-584D-B530-859C-F115823D7786}"/>
                      </a:ext>
                    </a:extLst>
                  </p:cNvPr>
                  <p:cNvGrpSpPr/>
                  <p:nvPr/>
                </p:nvGrpSpPr>
                <p:grpSpPr>
                  <a:xfrm>
                    <a:off x="6197413" y="3824215"/>
                    <a:ext cx="393192" cy="393192"/>
                    <a:chOff x="5265196" y="3357021"/>
                    <a:chExt cx="393192" cy="393192"/>
                  </a:xfrm>
                </p:grpSpPr>
                <p:grpSp>
                  <p:nvGrpSpPr>
                    <p:cNvPr id="5256" name="Group 5255">
                      <a:extLst>
                        <a:ext uri="{FF2B5EF4-FFF2-40B4-BE49-F238E27FC236}">
                          <a16:creationId xmlns:a16="http://schemas.microsoft.com/office/drawing/2014/main" id="{53A3A094-E96F-B392-4C60-A679BCDD4C54}"/>
                        </a:ext>
                      </a:extLst>
                    </p:cNvPr>
                    <p:cNvGrpSpPr/>
                    <p:nvPr/>
                  </p:nvGrpSpPr>
                  <p:grpSpPr>
                    <a:xfrm rot="14400000">
                      <a:off x="5265196" y="3357021"/>
                      <a:ext cx="393192" cy="393192"/>
                      <a:chOff x="5354637" y="3446463"/>
                      <a:chExt cx="214313" cy="214313"/>
                    </a:xfrm>
                  </p:grpSpPr>
                  <p:sp>
                    <p:nvSpPr>
                      <p:cNvPr id="5265" name="Arc 5264">
                        <a:extLst>
                          <a:ext uri="{FF2B5EF4-FFF2-40B4-BE49-F238E27FC236}">
                            <a16:creationId xmlns:a16="http://schemas.microsoft.com/office/drawing/2014/main" id="{8B3F3738-F6B2-9183-99FD-C11A55A1BED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66" name="Arc 5265">
                        <a:extLst>
                          <a:ext uri="{FF2B5EF4-FFF2-40B4-BE49-F238E27FC236}">
                            <a16:creationId xmlns:a16="http://schemas.microsoft.com/office/drawing/2014/main" id="{1C63EB4F-08E4-0FE4-EC77-3A8F6B49483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257" name="Group 5256">
                      <a:extLst>
                        <a:ext uri="{FF2B5EF4-FFF2-40B4-BE49-F238E27FC236}">
                          <a16:creationId xmlns:a16="http://schemas.microsoft.com/office/drawing/2014/main" id="{8BBE2189-05E7-BE66-FF11-C95F28406C8E}"/>
                        </a:ext>
                      </a:extLst>
                    </p:cNvPr>
                    <p:cNvGrpSpPr/>
                    <p:nvPr/>
                  </p:nvGrpSpPr>
                  <p:grpSpPr>
                    <a:xfrm>
                      <a:off x="5310186" y="3402011"/>
                      <a:ext cx="303213" cy="303213"/>
                      <a:chOff x="5310186" y="3402011"/>
                      <a:chExt cx="303213" cy="303213"/>
                    </a:xfrm>
                  </p:grpSpPr>
                  <p:grpSp>
                    <p:nvGrpSpPr>
                      <p:cNvPr id="5258" name="Group 5257">
                        <a:extLst>
                          <a:ext uri="{FF2B5EF4-FFF2-40B4-BE49-F238E27FC236}">
                            <a16:creationId xmlns:a16="http://schemas.microsoft.com/office/drawing/2014/main" id="{84570B79-476F-D9F7-26D7-D652FBAA3859}"/>
                          </a:ext>
                        </a:extLst>
                      </p:cNvPr>
                      <p:cNvGrpSpPr/>
                      <p:nvPr/>
                    </p:nvGrpSpPr>
                    <p:grpSpPr>
                      <a:xfrm>
                        <a:off x="5354636" y="3446461"/>
                        <a:ext cx="214313" cy="214313"/>
                        <a:chOff x="5354637" y="3446463"/>
                        <a:chExt cx="214313" cy="214313"/>
                      </a:xfrm>
                    </p:grpSpPr>
                    <p:sp>
                      <p:nvSpPr>
                        <p:cNvPr id="5263" name="Arc 5262">
                          <a:extLst>
                            <a:ext uri="{FF2B5EF4-FFF2-40B4-BE49-F238E27FC236}">
                              <a16:creationId xmlns:a16="http://schemas.microsoft.com/office/drawing/2014/main" id="{BC23297B-FF43-B7AB-A094-CC722788893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64" name="Arc 5263">
                          <a:extLst>
                            <a:ext uri="{FF2B5EF4-FFF2-40B4-BE49-F238E27FC236}">
                              <a16:creationId xmlns:a16="http://schemas.microsoft.com/office/drawing/2014/main" id="{368B28F9-A409-B28C-F668-4CFBEB6C79E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259" name="Group 5258">
                        <a:extLst>
                          <a:ext uri="{FF2B5EF4-FFF2-40B4-BE49-F238E27FC236}">
                            <a16:creationId xmlns:a16="http://schemas.microsoft.com/office/drawing/2014/main" id="{6F97C285-279F-827D-D05E-04DBF961B676}"/>
                          </a:ext>
                        </a:extLst>
                      </p:cNvPr>
                      <p:cNvGrpSpPr/>
                      <p:nvPr/>
                    </p:nvGrpSpPr>
                    <p:grpSpPr>
                      <a:xfrm rot="7200000">
                        <a:off x="5310186" y="3402011"/>
                        <a:ext cx="303213" cy="303213"/>
                        <a:chOff x="5354637" y="3446463"/>
                        <a:chExt cx="214313" cy="214313"/>
                      </a:xfrm>
                    </p:grpSpPr>
                    <p:sp>
                      <p:nvSpPr>
                        <p:cNvPr id="5261" name="Arc 5260">
                          <a:extLst>
                            <a:ext uri="{FF2B5EF4-FFF2-40B4-BE49-F238E27FC236}">
                              <a16:creationId xmlns:a16="http://schemas.microsoft.com/office/drawing/2014/main" id="{40AB93B6-A021-3086-CF49-CF0E4951760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62" name="Arc 5261">
                          <a:extLst>
                            <a:ext uri="{FF2B5EF4-FFF2-40B4-BE49-F238E27FC236}">
                              <a16:creationId xmlns:a16="http://schemas.microsoft.com/office/drawing/2014/main" id="{4CE4DE88-8803-F666-F76F-ADF1E128CB6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260" name="TextBox 5259">
                        <a:extLst>
                          <a:ext uri="{FF2B5EF4-FFF2-40B4-BE49-F238E27FC236}">
                            <a16:creationId xmlns:a16="http://schemas.microsoft.com/office/drawing/2014/main" id="{37F8DEA2-A08F-F046-296F-688FD4B5D6AF}"/>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222" name="Group 5221">
                    <a:extLst>
                      <a:ext uri="{FF2B5EF4-FFF2-40B4-BE49-F238E27FC236}">
                        <a16:creationId xmlns:a16="http://schemas.microsoft.com/office/drawing/2014/main" id="{5CD5F4C6-4588-801E-72FD-758F81B636E7}"/>
                      </a:ext>
                    </a:extLst>
                  </p:cNvPr>
                  <p:cNvGrpSpPr/>
                  <p:nvPr/>
                </p:nvGrpSpPr>
                <p:grpSpPr>
                  <a:xfrm>
                    <a:off x="5886431" y="3525040"/>
                    <a:ext cx="393192" cy="393192"/>
                    <a:chOff x="5265196" y="3932619"/>
                    <a:chExt cx="393192" cy="393192"/>
                  </a:xfrm>
                </p:grpSpPr>
                <p:grpSp>
                  <p:nvGrpSpPr>
                    <p:cNvPr id="5246" name="Group 5245">
                      <a:extLst>
                        <a:ext uri="{FF2B5EF4-FFF2-40B4-BE49-F238E27FC236}">
                          <a16:creationId xmlns:a16="http://schemas.microsoft.com/office/drawing/2014/main" id="{492F7F17-0F1B-A891-FA31-67232868FA39}"/>
                        </a:ext>
                      </a:extLst>
                    </p:cNvPr>
                    <p:cNvGrpSpPr/>
                    <p:nvPr/>
                  </p:nvGrpSpPr>
                  <p:grpSpPr>
                    <a:xfrm>
                      <a:off x="5354636" y="4022061"/>
                      <a:ext cx="214313" cy="214313"/>
                      <a:chOff x="5354637" y="3446463"/>
                      <a:chExt cx="214313" cy="214313"/>
                    </a:xfrm>
                  </p:grpSpPr>
                  <p:sp>
                    <p:nvSpPr>
                      <p:cNvPr id="5254" name="Arc 5253">
                        <a:extLst>
                          <a:ext uri="{FF2B5EF4-FFF2-40B4-BE49-F238E27FC236}">
                            <a16:creationId xmlns:a16="http://schemas.microsoft.com/office/drawing/2014/main" id="{74EF9488-1FB3-A4A9-8337-5D3BC0EE34D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55" name="Arc 5254">
                        <a:extLst>
                          <a:ext uri="{FF2B5EF4-FFF2-40B4-BE49-F238E27FC236}">
                            <a16:creationId xmlns:a16="http://schemas.microsoft.com/office/drawing/2014/main" id="{BFEEB109-7D89-92CF-99F4-1A17A9397B3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247" name="Group 5246">
                      <a:extLst>
                        <a:ext uri="{FF2B5EF4-FFF2-40B4-BE49-F238E27FC236}">
                          <a16:creationId xmlns:a16="http://schemas.microsoft.com/office/drawing/2014/main" id="{3D0615CE-A59F-3A77-593C-B09B69ECD7D3}"/>
                        </a:ext>
                      </a:extLst>
                    </p:cNvPr>
                    <p:cNvGrpSpPr/>
                    <p:nvPr/>
                  </p:nvGrpSpPr>
                  <p:grpSpPr>
                    <a:xfrm rot="14400000">
                      <a:off x="5310186" y="3977611"/>
                      <a:ext cx="303213" cy="303213"/>
                      <a:chOff x="5354637" y="3446463"/>
                      <a:chExt cx="214313" cy="214313"/>
                    </a:xfrm>
                  </p:grpSpPr>
                  <p:sp>
                    <p:nvSpPr>
                      <p:cNvPr id="5252" name="Arc 5251">
                        <a:extLst>
                          <a:ext uri="{FF2B5EF4-FFF2-40B4-BE49-F238E27FC236}">
                            <a16:creationId xmlns:a16="http://schemas.microsoft.com/office/drawing/2014/main" id="{9831FAC8-3073-C8C7-3B01-13B4CF75B32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53" name="Arc 5252">
                        <a:extLst>
                          <a:ext uri="{FF2B5EF4-FFF2-40B4-BE49-F238E27FC236}">
                            <a16:creationId xmlns:a16="http://schemas.microsoft.com/office/drawing/2014/main" id="{6D148916-EB7E-3776-1A92-2D34BA4F893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248" name="Group 5247">
                      <a:extLst>
                        <a:ext uri="{FF2B5EF4-FFF2-40B4-BE49-F238E27FC236}">
                          <a16:creationId xmlns:a16="http://schemas.microsoft.com/office/drawing/2014/main" id="{F8275BB8-5F06-54B6-C772-93E0992F8DCE}"/>
                        </a:ext>
                      </a:extLst>
                    </p:cNvPr>
                    <p:cNvGrpSpPr/>
                    <p:nvPr/>
                  </p:nvGrpSpPr>
                  <p:grpSpPr>
                    <a:xfrm rot="7200000">
                      <a:off x="5265196" y="3932619"/>
                      <a:ext cx="393192" cy="393192"/>
                      <a:chOff x="5354637" y="3446463"/>
                      <a:chExt cx="214313" cy="214313"/>
                    </a:xfrm>
                  </p:grpSpPr>
                  <p:sp>
                    <p:nvSpPr>
                      <p:cNvPr id="5250" name="Arc 5249">
                        <a:extLst>
                          <a:ext uri="{FF2B5EF4-FFF2-40B4-BE49-F238E27FC236}">
                            <a16:creationId xmlns:a16="http://schemas.microsoft.com/office/drawing/2014/main" id="{76C4289F-36C9-2485-1BD4-97302742A2E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51" name="Arc 5250">
                        <a:extLst>
                          <a:ext uri="{FF2B5EF4-FFF2-40B4-BE49-F238E27FC236}">
                            <a16:creationId xmlns:a16="http://schemas.microsoft.com/office/drawing/2014/main" id="{205D9C4C-6242-44D3-366A-FC17E3CC749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249" name="TextBox 5248">
                      <a:extLst>
                        <a:ext uri="{FF2B5EF4-FFF2-40B4-BE49-F238E27FC236}">
                          <a16:creationId xmlns:a16="http://schemas.microsoft.com/office/drawing/2014/main" id="{3BB2FD55-85AF-AACB-CEC7-09511B859CDB}"/>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5223" name="Group 5222">
                    <a:extLst>
                      <a:ext uri="{FF2B5EF4-FFF2-40B4-BE49-F238E27FC236}">
                        <a16:creationId xmlns:a16="http://schemas.microsoft.com/office/drawing/2014/main" id="{5F2DF29A-A5D9-7EFD-D78C-55ADFC986A57}"/>
                      </a:ext>
                    </a:extLst>
                  </p:cNvPr>
                  <p:cNvGrpSpPr/>
                  <p:nvPr/>
                </p:nvGrpSpPr>
                <p:grpSpPr>
                  <a:xfrm>
                    <a:off x="6512463" y="3525040"/>
                    <a:ext cx="393192" cy="393192"/>
                    <a:chOff x="6389147" y="3357021"/>
                    <a:chExt cx="393192" cy="393192"/>
                  </a:xfrm>
                </p:grpSpPr>
                <p:grpSp>
                  <p:nvGrpSpPr>
                    <p:cNvPr id="5235" name="Group 5234">
                      <a:extLst>
                        <a:ext uri="{FF2B5EF4-FFF2-40B4-BE49-F238E27FC236}">
                          <a16:creationId xmlns:a16="http://schemas.microsoft.com/office/drawing/2014/main" id="{84787057-6C48-82AA-0899-EF39827C5835}"/>
                        </a:ext>
                      </a:extLst>
                    </p:cNvPr>
                    <p:cNvGrpSpPr/>
                    <p:nvPr/>
                  </p:nvGrpSpPr>
                  <p:grpSpPr>
                    <a:xfrm rot="7200000" flipH="1">
                      <a:off x="6389147" y="3357021"/>
                      <a:ext cx="393192" cy="393192"/>
                      <a:chOff x="5354637" y="3446463"/>
                      <a:chExt cx="214313" cy="214313"/>
                    </a:xfrm>
                  </p:grpSpPr>
                  <p:sp>
                    <p:nvSpPr>
                      <p:cNvPr id="5244" name="Arc 5243">
                        <a:extLst>
                          <a:ext uri="{FF2B5EF4-FFF2-40B4-BE49-F238E27FC236}">
                            <a16:creationId xmlns:a16="http://schemas.microsoft.com/office/drawing/2014/main" id="{C08DF333-0B22-2892-5F4A-404422C98AE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45" name="Arc 5244">
                        <a:extLst>
                          <a:ext uri="{FF2B5EF4-FFF2-40B4-BE49-F238E27FC236}">
                            <a16:creationId xmlns:a16="http://schemas.microsoft.com/office/drawing/2014/main" id="{20E6412D-B0F0-AD5D-73EE-97EC6E3E663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236" name="Group 5235">
                      <a:extLst>
                        <a:ext uri="{FF2B5EF4-FFF2-40B4-BE49-F238E27FC236}">
                          <a16:creationId xmlns:a16="http://schemas.microsoft.com/office/drawing/2014/main" id="{444368EE-0993-70C2-E974-05667D683438}"/>
                        </a:ext>
                      </a:extLst>
                    </p:cNvPr>
                    <p:cNvGrpSpPr/>
                    <p:nvPr/>
                  </p:nvGrpSpPr>
                  <p:grpSpPr>
                    <a:xfrm>
                      <a:off x="6434137" y="3402011"/>
                      <a:ext cx="303213" cy="303213"/>
                      <a:chOff x="6434137" y="3402011"/>
                      <a:chExt cx="303213" cy="303213"/>
                    </a:xfrm>
                  </p:grpSpPr>
                  <p:grpSp>
                    <p:nvGrpSpPr>
                      <p:cNvPr id="5237" name="Group 5236">
                        <a:extLst>
                          <a:ext uri="{FF2B5EF4-FFF2-40B4-BE49-F238E27FC236}">
                            <a16:creationId xmlns:a16="http://schemas.microsoft.com/office/drawing/2014/main" id="{96AC2837-8D34-54A3-5F55-7E0462CCE985}"/>
                          </a:ext>
                        </a:extLst>
                      </p:cNvPr>
                      <p:cNvGrpSpPr/>
                      <p:nvPr/>
                    </p:nvGrpSpPr>
                    <p:grpSpPr>
                      <a:xfrm flipH="1">
                        <a:off x="6478587" y="3446461"/>
                        <a:ext cx="214313" cy="214313"/>
                        <a:chOff x="5354637" y="3446463"/>
                        <a:chExt cx="214313" cy="214313"/>
                      </a:xfrm>
                    </p:grpSpPr>
                    <p:sp>
                      <p:nvSpPr>
                        <p:cNvPr id="5242" name="Arc 5241">
                          <a:extLst>
                            <a:ext uri="{FF2B5EF4-FFF2-40B4-BE49-F238E27FC236}">
                              <a16:creationId xmlns:a16="http://schemas.microsoft.com/office/drawing/2014/main" id="{9E7AEF50-782B-BE55-9667-A335FCCD926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43" name="Arc 5242">
                          <a:extLst>
                            <a:ext uri="{FF2B5EF4-FFF2-40B4-BE49-F238E27FC236}">
                              <a16:creationId xmlns:a16="http://schemas.microsoft.com/office/drawing/2014/main" id="{EFFD233C-B530-DCF1-B9F4-2CCDD83E118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238" name="Group 5237">
                        <a:extLst>
                          <a:ext uri="{FF2B5EF4-FFF2-40B4-BE49-F238E27FC236}">
                            <a16:creationId xmlns:a16="http://schemas.microsoft.com/office/drawing/2014/main" id="{7738330D-6CCA-2DE9-03C3-9742EEDCEF0D}"/>
                          </a:ext>
                        </a:extLst>
                      </p:cNvPr>
                      <p:cNvGrpSpPr/>
                      <p:nvPr/>
                    </p:nvGrpSpPr>
                    <p:grpSpPr>
                      <a:xfrm rot="14400000" flipH="1">
                        <a:off x="6434137" y="3402011"/>
                        <a:ext cx="303213" cy="303213"/>
                        <a:chOff x="5354637" y="3446463"/>
                        <a:chExt cx="214313" cy="214313"/>
                      </a:xfrm>
                    </p:grpSpPr>
                    <p:sp>
                      <p:nvSpPr>
                        <p:cNvPr id="5240" name="Arc 5239">
                          <a:extLst>
                            <a:ext uri="{FF2B5EF4-FFF2-40B4-BE49-F238E27FC236}">
                              <a16:creationId xmlns:a16="http://schemas.microsoft.com/office/drawing/2014/main" id="{DF9E58EF-113C-A057-283A-A9EC2C3C45B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41" name="Arc 5240">
                          <a:extLst>
                            <a:ext uri="{FF2B5EF4-FFF2-40B4-BE49-F238E27FC236}">
                              <a16:creationId xmlns:a16="http://schemas.microsoft.com/office/drawing/2014/main" id="{2C7C0E59-67E5-A2F6-4065-BE9477E1F97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239" name="TextBox 5238">
                        <a:extLst>
                          <a:ext uri="{FF2B5EF4-FFF2-40B4-BE49-F238E27FC236}">
                            <a16:creationId xmlns:a16="http://schemas.microsoft.com/office/drawing/2014/main" id="{F57F1BA0-26CA-BBCA-8FBB-960AB30F06C8}"/>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224" name="Group 5223">
                    <a:extLst>
                      <a:ext uri="{FF2B5EF4-FFF2-40B4-BE49-F238E27FC236}">
                        <a16:creationId xmlns:a16="http://schemas.microsoft.com/office/drawing/2014/main" id="{6CD4FCB1-EF4B-F396-28A9-BE6EAF25F54D}"/>
                      </a:ext>
                    </a:extLst>
                  </p:cNvPr>
                  <p:cNvGrpSpPr/>
                  <p:nvPr/>
                </p:nvGrpSpPr>
                <p:grpSpPr>
                  <a:xfrm>
                    <a:off x="6197413" y="3225768"/>
                    <a:ext cx="393192" cy="393192"/>
                    <a:chOff x="6389147" y="3932622"/>
                    <a:chExt cx="393192" cy="393192"/>
                  </a:xfrm>
                </p:grpSpPr>
                <p:grpSp>
                  <p:nvGrpSpPr>
                    <p:cNvPr id="5225" name="Group 5224">
                      <a:extLst>
                        <a:ext uri="{FF2B5EF4-FFF2-40B4-BE49-F238E27FC236}">
                          <a16:creationId xmlns:a16="http://schemas.microsoft.com/office/drawing/2014/main" id="{D12B6F40-0062-D593-40BF-27DE56053F4D}"/>
                        </a:ext>
                      </a:extLst>
                    </p:cNvPr>
                    <p:cNvGrpSpPr/>
                    <p:nvPr/>
                  </p:nvGrpSpPr>
                  <p:grpSpPr>
                    <a:xfrm flipH="1">
                      <a:off x="6478587" y="4022061"/>
                      <a:ext cx="214313" cy="214313"/>
                      <a:chOff x="5354637" y="3446463"/>
                      <a:chExt cx="214313" cy="214313"/>
                    </a:xfrm>
                  </p:grpSpPr>
                  <p:sp>
                    <p:nvSpPr>
                      <p:cNvPr id="5233" name="Arc 5232">
                        <a:extLst>
                          <a:ext uri="{FF2B5EF4-FFF2-40B4-BE49-F238E27FC236}">
                            <a16:creationId xmlns:a16="http://schemas.microsoft.com/office/drawing/2014/main" id="{9D0230E4-C07F-A75F-FE23-67C2792F2B8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34" name="Arc 5233">
                        <a:extLst>
                          <a:ext uri="{FF2B5EF4-FFF2-40B4-BE49-F238E27FC236}">
                            <a16:creationId xmlns:a16="http://schemas.microsoft.com/office/drawing/2014/main" id="{36A3AF9B-D9CD-9208-AE4D-ED13781D892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226" name="Group 5225">
                      <a:extLst>
                        <a:ext uri="{FF2B5EF4-FFF2-40B4-BE49-F238E27FC236}">
                          <a16:creationId xmlns:a16="http://schemas.microsoft.com/office/drawing/2014/main" id="{A5AB3DAE-0566-FA34-8171-C284B0A62D06}"/>
                        </a:ext>
                      </a:extLst>
                    </p:cNvPr>
                    <p:cNvGrpSpPr/>
                    <p:nvPr/>
                  </p:nvGrpSpPr>
                  <p:grpSpPr>
                    <a:xfrm rot="7200000" flipH="1">
                      <a:off x="6434137" y="3977611"/>
                      <a:ext cx="303213" cy="303213"/>
                      <a:chOff x="5354637" y="3446463"/>
                      <a:chExt cx="214313" cy="214313"/>
                    </a:xfrm>
                  </p:grpSpPr>
                  <p:sp>
                    <p:nvSpPr>
                      <p:cNvPr id="5231" name="Arc 5230">
                        <a:extLst>
                          <a:ext uri="{FF2B5EF4-FFF2-40B4-BE49-F238E27FC236}">
                            <a16:creationId xmlns:a16="http://schemas.microsoft.com/office/drawing/2014/main" id="{02584E88-7725-1540-99CD-75960D2968E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32" name="Arc 5231">
                        <a:extLst>
                          <a:ext uri="{FF2B5EF4-FFF2-40B4-BE49-F238E27FC236}">
                            <a16:creationId xmlns:a16="http://schemas.microsoft.com/office/drawing/2014/main" id="{19C89963-BD70-6B58-3D91-E538AC92A2B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227" name="Group 5226">
                      <a:extLst>
                        <a:ext uri="{FF2B5EF4-FFF2-40B4-BE49-F238E27FC236}">
                          <a16:creationId xmlns:a16="http://schemas.microsoft.com/office/drawing/2014/main" id="{0E273309-074C-2C5F-A91D-3FBB2981B4DF}"/>
                        </a:ext>
                      </a:extLst>
                    </p:cNvPr>
                    <p:cNvGrpSpPr/>
                    <p:nvPr/>
                  </p:nvGrpSpPr>
                  <p:grpSpPr>
                    <a:xfrm rot="14400000" flipH="1">
                      <a:off x="6389147" y="3932622"/>
                      <a:ext cx="393192" cy="393192"/>
                      <a:chOff x="5354637" y="3446463"/>
                      <a:chExt cx="214313" cy="214313"/>
                    </a:xfrm>
                  </p:grpSpPr>
                  <p:sp>
                    <p:nvSpPr>
                      <p:cNvPr id="5229" name="Arc 5228">
                        <a:extLst>
                          <a:ext uri="{FF2B5EF4-FFF2-40B4-BE49-F238E27FC236}">
                            <a16:creationId xmlns:a16="http://schemas.microsoft.com/office/drawing/2014/main" id="{D198F442-AF48-5DE0-B0CE-35CA5A41EF6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30" name="Arc 5229">
                        <a:extLst>
                          <a:ext uri="{FF2B5EF4-FFF2-40B4-BE49-F238E27FC236}">
                            <a16:creationId xmlns:a16="http://schemas.microsoft.com/office/drawing/2014/main" id="{57FDBE9F-8A8E-DE43-D0AC-E76D0329EDA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228" name="TextBox 5227">
                      <a:extLst>
                        <a:ext uri="{FF2B5EF4-FFF2-40B4-BE49-F238E27FC236}">
                          <a16:creationId xmlns:a16="http://schemas.microsoft.com/office/drawing/2014/main" id="{0144FF0B-4A81-EC81-D172-3F6D3B55D07D}"/>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174" name="Group 5173">
                  <a:extLst>
                    <a:ext uri="{FF2B5EF4-FFF2-40B4-BE49-F238E27FC236}">
                      <a16:creationId xmlns:a16="http://schemas.microsoft.com/office/drawing/2014/main" id="{323338E5-EFD4-2589-618F-F0C4EE60678B}"/>
                    </a:ext>
                  </a:extLst>
                </p:cNvPr>
                <p:cNvGrpSpPr/>
                <p:nvPr/>
              </p:nvGrpSpPr>
              <p:grpSpPr>
                <a:xfrm>
                  <a:off x="6069086" y="3246228"/>
                  <a:ext cx="1019224" cy="991639"/>
                  <a:chOff x="5886431" y="3225768"/>
                  <a:chExt cx="1019224" cy="991639"/>
                </a:xfrm>
              </p:grpSpPr>
              <p:grpSp>
                <p:nvGrpSpPr>
                  <p:cNvPr id="5175" name="Group 5174">
                    <a:extLst>
                      <a:ext uri="{FF2B5EF4-FFF2-40B4-BE49-F238E27FC236}">
                        <a16:creationId xmlns:a16="http://schemas.microsoft.com/office/drawing/2014/main" id="{87FC2F93-71E7-234B-338B-B127D7300075}"/>
                      </a:ext>
                    </a:extLst>
                  </p:cNvPr>
                  <p:cNvGrpSpPr/>
                  <p:nvPr/>
                </p:nvGrpSpPr>
                <p:grpSpPr>
                  <a:xfrm>
                    <a:off x="6197413" y="3824215"/>
                    <a:ext cx="393192" cy="393192"/>
                    <a:chOff x="5265196" y="3357021"/>
                    <a:chExt cx="393192" cy="393192"/>
                  </a:xfrm>
                </p:grpSpPr>
                <p:grpSp>
                  <p:nvGrpSpPr>
                    <p:cNvPr id="5210" name="Group 5209">
                      <a:extLst>
                        <a:ext uri="{FF2B5EF4-FFF2-40B4-BE49-F238E27FC236}">
                          <a16:creationId xmlns:a16="http://schemas.microsoft.com/office/drawing/2014/main" id="{D1C3E5EB-0BAB-F823-1B5D-E4BE87706FAD}"/>
                        </a:ext>
                      </a:extLst>
                    </p:cNvPr>
                    <p:cNvGrpSpPr/>
                    <p:nvPr/>
                  </p:nvGrpSpPr>
                  <p:grpSpPr>
                    <a:xfrm rot="14400000">
                      <a:off x="5265196" y="3357021"/>
                      <a:ext cx="393192" cy="393192"/>
                      <a:chOff x="5354637" y="3446463"/>
                      <a:chExt cx="214313" cy="214313"/>
                    </a:xfrm>
                  </p:grpSpPr>
                  <p:sp>
                    <p:nvSpPr>
                      <p:cNvPr id="5219" name="Arc 5218">
                        <a:extLst>
                          <a:ext uri="{FF2B5EF4-FFF2-40B4-BE49-F238E27FC236}">
                            <a16:creationId xmlns:a16="http://schemas.microsoft.com/office/drawing/2014/main" id="{91C77574-010B-5C78-8F38-07D0AEA1945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20" name="Arc 5219">
                        <a:extLst>
                          <a:ext uri="{FF2B5EF4-FFF2-40B4-BE49-F238E27FC236}">
                            <a16:creationId xmlns:a16="http://schemas.microsoft.com/office/drawing/2014/main" id="{672C7EBF-7544-FE2C-6877-6368D9AB402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211" name="Group 5210">
                      <a:extLst>
                        <a:ext uri="{FF2B5EF4-FFF2-40B4-BE49-F238E27FC236}">
                          <a16:creationId xmlns:a16="http://schemas.microsoft.com/office/drawing/2014/main" id="{B72D3273-3312-ECCB-9AEC-BB422AF2A70E}"/>
                        </a:ext>
                      </a:extLst>
                    </p:cNvPr>
                    <p:cNvGrpSpPr/>
                    <p:nvPr/>
                  </p:nvGrpSpPr>
                  <p:grpSpPr>
                    <a:xfrm>
                      <a:off x="5310186" y="3402011"/>
                      <a:ext cx="303213" cy="303213"/>
                      <a:chOff x="5310186" y="3402011"/>
                      <a:chExt cx="303213" cy="303213"/>
                    </a:xfrm>
                  </p:grpSpPr>
                  <p:grpSp>
                    <p:nvGrpSpPr>
                      <p:cNvPr id="5212" name="Group 5211">
                        <a:extLst>
                          <a:ext uri="{FF2B5EF4-FFF2-40B4-BE49-F238E27FC236}">
                            <a16:creationId xmlns:a16="http://schemas.microsoft.com/office/drawing/2014/main" id="{25A84934-EF20-CE8D-29C5-3AAD57CC463F}"/>
                          </a:ext>
                        </a:extLst>
                      </p:cNvPr>
                      <p:cNvGrpSpPr/>
                      <p:nvPr/>
                    </p:nvGrpSpPr>
                    <p:grpSpPr>
                      <a:xfrm>
                        <a:off x="5354636" y="3446461"/>
                        <a:ext cx="214313" cy="214313"/>
                        <a:chOff x="5354637" y="3446463"/>
                        <a:chExt cx="214313" cy="214313"/>
                      </a:xfrm>
                    </p:grpSpPr>
                    <p:sp>
                      <p:nvSpPr>
                        <p:cNvPr id="5217" name="Arc 5216">
                          <a:extLst>
                            <a:ext uri="{FF2B5EF4-FFF2-40B4-BE49-F238E27FC236}">
                              <a16:creationId xmlns:a16="http://schemas.microsoft.com/office/drawing/2014/main" id="{B8A602DB-63A8-384A-226F-5A36CF43AEB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18" name="Arc 5217">
                          <a:extLst>
                            <a:ext uri="{FF2B5EF4-FFF2-40B4-BE49-F238E27FC236}">
                              <a16:creationId xmlns:a16="http://schemas.microsoft.com/office/drawing/2014/main" id="{078013DB-50CC-B989-9F03-5691DB989CE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213" name="Group 5212">
                        <a:extLst>
                          <a:ext uri="{FF2B5EF4-FFF2-40B4-BE49-F238E27FC236}">
                            <a16:creationId xmlns:a16="http://schemas.microsoft.com/office/drawing/2014/main" id="{F75AA86F-0033-8147-6F53-0DADABAEB4BB}"/>
                          </a:ext>
                        </a:extLst>
                      </p:cNvPr>
                      <p:cNvGrpSpPr/>
                      <p:nvPr/>
                    </p:nvGrpSpPr>
                    <p:grpSpPr>
                      <a:xfrm rot="7200000">
                        <a:off x="5310186" y="3402011"/>
                        <a:ext cx="303213" cy="303213"/>
                        <a:chOff x="5354637" y="3446463"/>
                        <a:chExt cx="214313" cy="214313"/>
                      </a:xfrm>
                    </p:grpSpPr>
                    <p:sp>
                      <p:nvSpPr>
                        <p:cNvPr id="5215" name="Arc 5214">
                          <a:extLst>
                            <a:ext uri="{FF2B5EF4-FFF2-40B4-BE49-F238E27FC236}">
                              <a16:creationId xmlns:a16="http://schemas.microsoft.com/office/drawing/2014/main" id="{D3F13089-5F02-B4AE-870C-4911DF4E13A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16" name="Arc 5215">
                          <a:extLst>
                            <a:ext uri="{FF2B5EF4-FFF2-40B4-BE49-F238E27FC236}">
                              <a16:creationId xmlns:a16="http://schemas.microsoft.com/office/drawing/2014/main" id="{959836D2-C61B-61FB-2EF2-9DE3F5D1D4A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214" name="TextBox 5213">
                        <a:extLst>
                          <a:ext uri="{FF2B5EF4-FFF2-40B4-BE49-F238E27FC236}">
                            <a16:creationId xmlns:a16="http://schemas.microsoft.com/office/drawing/2014/main" id="{3DADFDB8-9B28-D2B7-E16E-11144DBFF668}"/>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176" name="Group 5175">
                    <a:extLst>
                      <a:ext uri="{FF2B5EF4-FFF2-40B4-BE49-F238E27FC236}">
                        <a16:creationId xmlns:a16="http://schemas.microsoft.com/office/drawing/2014/main" id="{B4895EE5-2C24-40CB-D76A-877C1392CFD2}"/>
                      </a:ext>
                    </a:extLst>
                  </p:cNvPr>
                  <p:cNvGrpSpPr/>
                  <p:nvPr/>
                </p:nvGrpSpPr>
                <p:grpSpPr>
                  <a:xfrm>
                    <a:off x="5886431" y="3525040"/>
                    <a:ext cx="393192" cy="393192"/>
                    <a:chOff x="5265196" y="3932619"/>
                    <a:chExt cx="393192" cy="393192"/>
                  </a:xfrm>
                </p:grpSpPr>
                <p:grpSp>
                  <p:nvGrpSpPr>
                    <p:cNvPr id="5200" name="Group 5199">
                      <a:extLst>
                        <a:ext uri="{FF2B5EF4-FFF2-40B4-BE49-F238E27FC236}">
                          <a16:creationId xmlns:a16="http://schemas.microsoft.com/office/drawing/2014/main" id="{0CD0CC28-01D5-A205-0DE6-2C674F1DE613}"/>
                        </a:ext>
                      </a:extLst>
                    </p:cNvPr>
                    <p:cNvGrpSpPr/>
                    <p:nvPr/>
                  </p:nvGrpSpPr>
                  <p:grpSpPr>
                    <a:xfrm>
                      <a:off x="5354636" y="4022061"/>
                      <a:ext cx="214313" cy="214313"/>
                      <a:chOff x="5354637" y="3446463"/>
                      <a:chExt cx="214313" cy="214313"/>
                    </a:xfrm>
                  </p:grpSpPr>
                  <p:sp>
                    <p:nvSpPr>
                      <p:cNvPr id="5208" name="Arc 5207">
                        <a:extLst>
                          <a:ext uri="{FF2B5EF4-FFF2-40B4-BE49-F238E27FC236}">
                            <a16:creationId xmlns:a16="http://schemas.microsoft.com/office/drawing/2014/main" id="{17C33A33-0EBF-F428-5852-D9DC61C0DC6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09" name="Arc 5208">
                        <a:extLst>
                          <a:ext uri="{FF2B5EF4-FFF2-40B4-BE49-F238E27FC236}">
                            <a16:creationId xmlns:a16="http://schemas.microsoft.com/office/drawing/2014/main" id="{5BD0B473-0B0C-3A2F-A543-63A89409084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201" name="Group 5200">
                      <a:extLst>
                        <a:ext uri="{FF2B5EF4-FFF2-40B4-BE49-F238E27FC236}">
                          <a16:creationId xmlns:a16="http://schemas.microsoft.com/office/drawing/2014/main" id="{8C15B8FE-DFF2-2143-543F-2F2A1F2DA9DD}"/>
                        </a:ext>
                      </a:extLst>
                    </p:cNvPr>
                    <p:cNvGrpSpPr/>
                    <p:nvPr/>
                  </p:nvGrpSpPr>
                  <p:grpSpPr>
                    <a:xfrm rot="14400000">
                      <a:off x="5310186" y="3977611"/>
                      <a:ext cx="303213" cy="303213"/>
                      <a:chOff x="5354637" y="3446463"/>
                      <a:chExt cx="214313" cy="214313"/>
                    </a:xfrm>
                  </p:grpSpPr>
                  <p:sp>
                    <p:nvSpPr>
                      <p:cNvPr id="5206" name="Arc 5205">
                        <a:extLst>
                          <a:ext uri="{FF2B5EF4-FFF2-40B4-BE49-F238E27FC236}">
                            <a16:creationId xmlns:a16="http://schemas.microsoft.com/office/drawing/2014/main" id="{8CF7AA0C-4ECB-F46B-81BE-1B1840A98CA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07" name="Arc 5206">
                        <a:extLst>
                          <a:ext uri="{FF2B5EF4-FFF2-40B4-BE49-F238E27FC236}">
                            <a16:creationId xmlns:a16="http://schemas.microsoft.com/office/drawing/2014/main" id="{2692237D-5884-4057-636A-CBE60F31446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202" name="Group 5201">
                      <a:extLst>
                        <a:ext uri="{FF2B5EF4-FFF2-40B4-BE49-F238E27FC236}">
                          <a16:creationId xmlns:a16="http://schemas.microsoft.com/office/drawing/2014/main" id="{A8FC9965-376E-8234-7C5E-54AAD00AC3AC}"/>
                        </a:ext>
                      </a:extLst>
                    </p:cNvPr>
                    <p:cNvGrpSpPr/>
                    <p:nvPr/>
                  </p:nvGrpSpPr>
                  <p:grpSpPr>
                    <a:xfrm rot="7200000">
                      <a:off x="5265196" y="3932619"/>
                      <a:ext cx="393192" cy="393192"/>
                      <a:chOff x="5354637" y="3446463"/>
                      <a:chExt cx="214313" cy="214313"/>
                    </a:xfrm>
                  </p:grpSpPr>
                  <p:sp>
                    <p:nvSpPr>
                      <p:cNvPr id="5204" name="Arc 5203">
                        <a:extLst>
                          <a:ext uri="{FF2B5EF4-FFF2-40B4-BE49-F238E27FC236}">
                            <a16:creationId xmlns:a16="http://schemas.microsoft.com/office/drawing/2014/main" id="{CAF12E72-71E3-46B0-0121-7BB707CAB4D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205" name="Arc 5204">
                        <a:extLst>
                          <a:ext uri="{FF2B5EF4-FFF2-40B4-BE49-F238E27FC236}">
                            <a16:creationId xmlns:a16="http://schemas.microsoft.com/office/drawing/2014/main" id="{D1BABA6F-B36A-0806-2810-9CFBCF9DA61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203" name="TextBox 5202">
                      <a:extLst>
                        <a:ext uri="{FF2B5EF4-FFF2-40B4-BE49-F238E27FC236}">
                          <a16:creationId xmlns:a16="http://schemas.microsoft.com/office/drawing/2014/main" id="{3185245B-902F-195D-F6B2-E04A4E67A914}"/>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5177" name="Group 5176">
                    <a:extLst>
                      <a:ext uri="{FF2B5EF4-FFF2-40B4-BE49-F238E27FC236}">
                        <a16:creationId xmlns:a16="http://schemas.microsoft.com/office/drawing/2014/main" id="{7E054B48-CCA1-9650-61F0-35FE2E65D1D4}"/>
                      </a:ext>
                    </a:extLst>
                  </p:cNvPr>
                  <p:cNvGrpSpPr/>
                  <p:nvPr/>
                </p:nvGrpSpPr>
                <p:grpSpPr>
                  <a:xfrm>
                    <a:off x="6512463" y="3525040"/>
                    <a:ext cx="393192" cy="393192"/>
                    <a:chOff x="6389147" y="3357021"/>
                    <a:chExt cx="393192" cy="393192"/>
                  </a:xfrm>
                </p:grpSpPr>
                <p:grpSp>
                  <p:nvGrpSpPr>
                    <p:cNvPr id="5189" name="Group 5188">
                      <a:extLst>
                        <a:ext uri="{FF2B5EF4-FFF2-40B4-BE49-F238E27FC236}">
                          <a16:creationId xmlns:a16="http://schemas.microsoft.com/office/drawing/2014/main" id="{713DACB8-8468-DA7E-F918-F30B65A2F97E}"/>
                        </a:ext>
                      </a:extLst>
                    </p:cNvPr>
                    <p:cNvGrpSpPr/>
                    <p:nvPr/>
                  </p:nvGrpSpPr>
                  <p:grpSpPr>
                    <a:xfrm rot="7200000" flipH="1">
                      <a:off x="6389147" y="3357021"/>
                      <a:ext cx="393192" cy="393192"/>
                      <a:chOff x="5354637" y="3446463"/>
                      <a:chExt cx="214313" cy="214313"/>
                    </a:xfrm>
                  </p:grpSpPr>
                  <p:sp>
                    <p:nvSpPr>
                      <p:cNvPr id="5198" name="Arc 5197">
                        <a:extLst>
                          <a:ext uri="{FF2B5EF4-FFF2-40B4-BE49-F238E27FC236}">
                            <a16:creationId xmlns:a16="http://schemas.microsoft.com/office/drawing/2014/main" id="{CE73131A-1E4B-AFB9-F214-BF82600D542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99" name="Arc 5198">
                        <a:extLst>
                          <a:ext uri="{FF2B5EF4-FFF2-40B4-BE49-F238E27FC236}">
                            <a16:creationId xmlns:a16="http://schemas.microsoft.com/office/drawing/2014/main" id="{029619B8-8B2B-4D93-343F-C25F073C69D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190" name="Group 5189">
                      <a:extLst>
                        <a:ext uri="{FF2B5EF4-FFF2-40B4-BE49-F238E27FC236}">
                          <a16:creationId xmlns:a16="http://schemas.microsoft.com/office/drawing/2014/main" id="{F2D60815-E6AC-B51A-E98C-F39E3AF40BB5}"/>
                        </a:ext>
                      </a:extLst>
                    </p:cNvPr>
                    <p:cNvGrpSpPr/>
                    <p:nvPr/>
                  </p:nvGrpSpPr>
                  <p:grpSpPr>
                    <a:xfrm>
                      <a:off x="6434137" y="3402011"/>
                      <a:ext cx="303213" cy="303213"/>
                      <a:chOff x="6434137" y="3402011"/>
                      <a:chExt cx="303213" cy="303213"/>
                    </a:xfrm>
                  </p:grpSpPr>
                  <p:grpSp>
                    <p:nvGrpSpPr>
                      <p:cNvPr id="5191" name="Group 5190">
                        <a:extLst>
                          <a:ext uri="{FF2B5EF4-FFF2-40B4-BE49-F238E27FC236}">
                            <a16:creationId xmlns:a16="http://schemas.microsoft.com/office/drawing/2014/main" id="{4E5F9995-8813-825D-871F-88313E22416A}"/>
                          </a:ext>
                        </a:extLst>
                      </p:cNvPr>
                      <p:cNvGrpSpPr/>
                      <p:nvPr/>
                    </p:nvGrpSpPr>
                    <p:grpSpPr>
                      <a:xfrm flipH="1">
                        <a:off x="6478587" y="3446461"/>
                        <a:ext cx="214313" cy="214313"/>
                        <a:chOff x="5354637" y="3446463"/>
                        <a:chExt cx="214313" cy="214313"/>
                      </a:xfrm>
                    </p:grpSpPr>
                    <p:sp>
                      <p:nvSpPr>
                        <p:cNvPr id="5196" name="Arc 5195">
                          <a:extLst>
                            <a:ext uri="{FF2B5EF4-FFF2-40B4-BE49-F238E27FC236}">
                              <a16:creationId xmlns:a16="http://schemas.microsoft.com/office/drawing/2014/main" id="{F279B03B-295C-4B8B-BD8A-CA367043A23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97" name="Arc 5196">
                          <a:extLst>
                            <a:ext uri="{FF2B5EF4-FFF2-40B4-BE49-F238E27FC236}">
                              <a16:creationId xmlns:a16="http://schemas.microsoft.com/office/drawing/2014/main" id="{D4EFD7CE-0C8C-E26D-3925-3C00C6DA27E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192" name="Group 5191">
                        <a:extLst>
                          <a:ext uri="{FF2B5EF4-FFF2-40B4-BE49-F238E27FC236}">
                            <a16:creationId xmlns:a16="http://schemas.microsoft.com/office/drawing/2014/main" id="{E1BE6141-8D9C-FC77-8F3F-35848706E8E1}"/>
                          </a:ext>
                        </a:extLst>
                      </p:cNvPr>
                      <p:cNvGrpSpPr/>
                      <p:nvPr/>
                    </p:nvGrpSpPr>
                    <p:grpSpPr>
                      <a:xfrm rot="14400000" flipH="1">
                        <a:off x="6434137" y="3402011"/>
                        <a:ext cx="303213" cy="303213"/>
                        <a:chOff x="5354637" y="3446463"/>
                        <a:chExt cx="214313" cy="214313"/>
                      </a:xfrm>
                    </p:grpSpPr>
                    <p:sp>
                      <p:nvSpPr>
                        <p:cNvPr id="5194" name="Arc 5193">
                          <a:extLst>
                            <a:ext uri="{FF2B5EF4-FFF2-40B4-BE49-F238E27FC236}">
                              <a16:creationId xmlns:a16="http://schemas.microsoft.com/office/drawing/2014/main" id="{8ACBC17A-67EA-502E-2312-7453D0006B9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95" name="Arc 5194">
                          <a:extLst>
                            <a:ext uri="{FF2B5EF4-FFF2-40B4-BE49-F238E27FC236}">
                              <a16:creationId xmlns:a16="http://schemas.microsoft.com/office/drawing/2014/main" id="{8B4A497C-0367-0399-5172-2B3DF0263B1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193" name="TextBox 5192">
                        <a:extLst>
                          <a:ext uri="{FF2B5EF4-FFF2-40B4-BE49-F238E27FC236}">
                            <a16:creationId xmlns:a16="http://schemas.microsoft.com/office/drawing/2014/main" id="{AA7CB5A8-DEDB-2BFB-D8CC-96B90A3B3F1F}"/>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178" name="Group 5177">
                    <a:extLst>
                      <a:ext uri="{FF2B5EF4-FFF2-40B4-BE49-F238E27FC236}">
                        <a16:creationId xmlns:a16="http://schemas.microsoft.com/office/drawing/2014/main" id="{787ACA45-47E3-A6EF-5255-E5B3ED0C5D4D}"/>
                      </a:ext>
                    </a:extLst>
                  </p:cNvPr>
                  <p:cNvGrpSpPr/>
                  <p:nvPr/>
                </p:nvGrpSpPr>
                <p:grpSpPr>
                  <a:xfrm>
                    <a:off x="6197413" y="3225768"/>
                    <a:ext cx="393192" cy="393192"/>
                    <a:chOff x="6389147" y="3932622"/>
                    <a:chExt cx="393192" cy="393192"/>
                  </a:xfrm>
                </p:grpSpPr>
                <p:grpSp>
                  <p:nvGrpSpPr>
                    <p:cNvPr id="5179" name="Group 5178">
                      <a:extLst>
                        <a:ext uri="{FF2B5EF4-FFF2-40B4-BE49-F238E27FC236}">
                          <a16:creationId xmlns:a16="http://schemas.microsoft.com/office/drawing/2014/main" id="{64FDF844-AD95-3163-685A-8955F40E49DD}"/>
                        </a:ext>
                      </a:extLst>
                    </p:cNvPr>
                    <p:cNvGrpSpPr/>
                    <p:nvPr/>
                  </p:nvGrpSpPr>
                  <p:grpSpPr>
                    <a:xfrm flipH="1">
                      <a:off x="6478587" y="4022061"/>
                      <a:ext cx="214313" cy="214313"/>
                      <a:chOff x="5354637" y="3446463"/>
                      <a:chExt cx="214313" cy="214313"/>
                    </a:xfrm>
                  </p:grpSpPr>
                  <p:sp>
                    <p:nvSpPr>
                      <p:cNvPr id="5187" name="Arc 5186">
                        <a:extLst>
                          <a:ext uri="{FF2B5EF4-FFF2-40B4-BE49-F238E27FC236}">
                            <a16:creationId xmlns:a16="http://schemas.microsoft.com/office/drawing/2014/main" id="{8A686BEC-D915-F0BC-065A-0865ACC0F8E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88" name="Arc 5187">
                        <a:extLst>
                          <a:ext uri="{FF2B5EF4-FFF2-40B4-BE49-F238E27FC236}">
                            <a16:creationId xmlns:a16="http://schemas.microsoft.com/office/drawing/2014/main" id="{23D231B6-F0B1-00A2-5E75-588FF9B66C9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180" name="Group 5179">
                      <a:extLst>
                        <a:ext uri="{FF2B5EF4-FFF2-40B4-BE49-F238E27FC236}">
                          <a16:creationId xmlns:a16="http://schemas.microsoft.com/office/drawing/2014/main" id="{F8582E8C-29EA-CA7D-2C16-89CF53B7A505}"/>
                        </a:ext>
                      </a:extLst>
                    </p:cNvPr>
                    <p:cNvGrpSpPr/>
                    <p:nvPr/>
                  </p:nvGrpSpPr>
                  <p:grpSpPr>
                    <a:xfrm rot="7200000" flipH="1">
                      <a:off x="6434137" y="3977611"/>
                      <a:ext cx="303213" cy="303213"/>
                      <a:chOff x="5354637" y="3446463"/>
                      <a:chExt cx="214313" cy="214313"/>
                    </a:xfrm>
                  </p:grpSpPr>
                  <p:sp>
                    <p:nvSpPr>
                      <p:cNvPr id="5185" name="Arc 5184">
                        <a:extLst>
                          <a:ext uri="{FF2B5EF4-FFF2-40B4-BE49-F238E27FC236}">
                            <a16:creationId xmlns:a16="http://schemas.microsoft.com/office/drawing/2014/main" id="{898B5627-39A6-483B-D729-FA3597BBB39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86" name="Arc 5185">
                        <a:extLst>
                          <a:ext uri="{FF2B5EF4-FFF2-40B4-BE49-F238E27FC236}">
                            <a16:creationId xmlns:a16="http://schemas.microsoft.com/office/drawing/2014/main" id="{1BF365F6-1736-4EBB-3CA1-D671C4494A9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181" name="Group 5180">
                      <a:extLst>
                        <a:ext uri="{FF2B5EF4-FFF2-40B4-BE49-F238E27FC236}">
                          <a16:creationId xmlns:a16="http://schemas.microsoft.com/office/drawing/2014/main" id="{C2A1BC37-9090-5AFA-E18F-5197EE849008}"/>
                        </a:ext>
                      </a:extLst>
                    </p:cNvPr>
                    <p:cNvGrpSpPr/>
                    <p:nvPr/>
                  </p:nvGrpSpPr>
                  <p:grpSpPr>
                    <a:xfrm rot="14400000" flipH="1">
                      <a:off x="6389147" y="3932622"/>
                      <a:ext cx="393192" cy="393192"/>
                      <a:chOff x="5354637" y="3446463"/>
                      <a:chExt cx="214313" cy="214313"/>
                    </a:xfrm>
                  </p:grpSpPr>
                  <p:sp>
                    <p:nvSpPr>
                      <p:cNvPr id="5183" name="Arc 5182">
                        <a:extLst>
                          <a:ext uri="{FF2B5EF4-FFF2-40B4-BE49-F238E27FC236}">
                            <a16:creationId xmlns:a16="http://schemas.microsoft.com/office/drawing/2014/main" id="{605728AD-2C10-1AA5-D258-04AE0676029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84" name="Arc 5183">
                        <a:extLst>
                          <a:ext uri="{FF2B5EF4-FFF2-40B4-BE49-F238E27FC236}">
                            <a16:creationId xmlns:a16="http://schemas.microsoft.com/office/drawing/2014/main" id="{AAB5124C-1BFE-CBB7-F2BC-70F12561AA5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182" name="TextBox 5181">
                      <a:extLst>
                        <a:ext uri="{FF2B5EF4-FFF2-40B4-BE49-F238E27FC236}">
                          <a16:creationId xmlns:a16="http://schemas.microsoft.com/office/drawing/2014/main" id="{739265B1-ECBE-E3B3-62E7-FC0B9ED9A2A5}"/>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3070" name="Group 3069">
              <a:extLst>
                <a:ext uri="{FF2B5EF4-FFF2-40B4-BE49-F238E27FC236}">
                  <a16:creationId xmlns:a16="http://schemas.microsoft.com/office/drawing/2014/main" id="{E6A224DD-C1B6-4402-0658-E76AA605DF5E}"/>
                </a:ext>
              </a:extLst>
            </p:cNvPr>
            <p:cNvGrpSpPr/>
            <p:nvPr/>
          </p:nvGrpSpPr>
          <p:grpSpPr>
            <a:xfrm>
              <a:off x="2369740" y="-674415"/>
              <a:ext cx="2263438" cy="2198360"/>
              <a:chOff x="5445106" y="2039507"/>
              <a:chExt cx="2263438" cy="2198360"/>
            </a:xfrm>
          </p:grpSpPr>
          <p:grpSp>
            <p:nvGrpSpPr>
              <p:cNvPr id="4981" name="Group 4980">
                <a:extLst>
                  <a:ext uri="{FF2B5EF4-FFF2-40B4-BE49-F238E27FC236}">
                    <a16:creationId xmlns:a16="http://schemas.microsoft.com/office/drawing/2014/main" id="{1802A534-2EED-20A4-2BA4-B040F9092328}"/>
                  </a:ext>
                </a:extLst>
              </p:cNvPr>
              <p:cNvGrpSpPr/>
              <p:nvPr/>
            </p:nvGrpSpPr>
            <p:grpSpPr>
              <a:xfrm>
                <a:off x="5445106" y="2644743"/>
                <a:ext cx="1643204" cy="1593124"/>
                <a:chOff x="5445106" y="2644743"/>
                <a:chExt cx="1643204" cy="1593124"/>
              </a:xfrm>
            </p:grpSpPr>
            <p:grpSp>
              <p:nvGrpSpPr>
                <p:cNvPr id="5077" name="Group 5076">
                  <a:extLst>
                    <a:ext uri="{FF2B5EF4-FFF2-40B4-BE49-F238E27FC236}">
                      <a16:creationId xmlns:a16="http://schemas.microsoft.com/office/drawing/2014/main" id="{321487EE-7785-775E-0EF4-F1A512B3214C}"/>
                    </a:ext>
                  </a:extLst>
                </p:cNvPr>
                <p:cNvGrpSpPr/>
                <p:nvPr/>
              </p:nvGrpSpPr>
              <p:grpSpPr>
                <a:xfrm>
                  <a:off x="5445106" y="2644743"/>
                  <a:ext cx="1019224" cy="991639"/>
                  <a:chOff x="5886431" y="3225768"/>
                  <a:chExt cx="1019224" cy="991639"/>
                </a:xfrm>
              </p:grpSpPr>
              <p:grpSp>
                <p:nvGrpSpPr>
                  <p:cNvPr id="5125" name="Group 5124">
                    <a:extLst>
                      <a:ext uri="{FF2B5EF4-FFF2-40B4-BE49-F238E27FC236}">
                        <a16:creationId xmlns:a16="http://schemas.microsoft.com/office/drawing/2014/main" id="{47AC6C72-D263-9AFD-62C3-97981022DD7B}"/>
                      </a:ext>
                    </a:extLst>
                  </p:cNvPr>
                  <p:cNvGrpSpPr/>
                  <p:nvPr/>
                </p:nvGrpSpPr>
                <p:grpSpPr>
                  <a:xfrm>
                    <a:off x="6197413" y="3824215"/>
                    <a:ext cx="393192" cy="393192"/>
                    <a:chOff x="5265196" y="3357021"/>
                    <a:chExt cx="393192" cy="393192"/>
                  </a:xfrm>
                </p:grpSpPr>
                <p:grpSp>
                  <p:nvGrpSpPr>
                    <p:cNvPr id="5160" name="Group 5159">
                      <a:extLst>
                        <a:ext uri="{FF2B5EF4-FFF2-40B4-BE49-F238E27FC236}">
                          <a16:creationId xmlns:a16="http://schemas.microsoft.com/office/drawing/2014/main" id="{EAA027E7-962E-8156-3414-2BFB25E6DB41}"/>
                        </a:ext>
                      </a:extLst>
                    </p:cNvPr>
                    <p:cNvGrpSpPr/>
                    <p:nvPr/>
                  </p:nvGrpSpPr>
                  <p:grpSpPr>
                    <a:xfrm rot="14400000">
                      <a:off x="5265196" y="3357021"/>
                      <a:ext cx="393192" cy="393192"/>
                      <a:chOff x="5354637" y="3446463"/>
                      <a:chExt cx="214313" cy="214313"/>
                    </a:xfrm>
                  </p:grpSpPr>
                  <p:sp>
                    <p:nvSpPr>
                      <p:cNvPr id="5169" name="Arc 5168">
                        <a:extLst>
                          <a:ext uri="{FF2B5EF4-FFF2-40B4-BE49-F238E27FC236}">
                            <a16:creationId xmlns:a16="http://schemas.microsoft.com/office/drawing/2014/main" id="{58904501-464E-A7DC-7C57-C2E2D4F10C3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70" name="Arc 5169">
                        <a:extLst>
                          <a:ext uri="{FF2B5EF4-FFF2-40B4-BE49-F238E27FC236}">
                            <a16:creationId xmlns:a16="http://schemas.microsoft.com/office/drawing/2014/main" id="{7273EA07-9DDB-C7CA-1568-2C7FF466C78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161" name="Group 5160">
                      <a:extLst>
                        <a:ext uri="{FF2B5EF4-FFF2-40B4-BE49-F238E27FC236}">
                          <a16:creationId xmlns:a16="http://schemas.microsoft.com/office/drawing/2014/main" id="{39DFEE0D-B44F-70D8-2A41-58FEF07224FD}"/>
                        </a:ext>
                      </a:extLst>
                    </p:cNvPr>
                    <p:cNvGrpSpPr/>
                    <p:nvPr/>
                  </p:nvGrpSpPr>
                  <p:grpSpPr>
                    <a:xfrm>
                      <a:off x="5310186" y="3402011"/>
                      <a:ext cx="303213" cy="303213"/>
                      <a:chOff x="5310186" y="3402011"/>
                      <a:chExt cx="303213" cy="303213"/>
                    </a:xfrm>
                  </p:grpSpPr>
                  <p:grpSp>
                    <p:nvGrpSpPr>
                      <p:cNvPr id="5162" name="Group 5161">
                        <a:extLst>
                          <a:ext uri="{FF2B5EF4-FFF2-40B4-BE49-F238E27FC236}">
                            <a16:creationId xmlns:a16="http://schemas.microsoft.com/office/drawing/2014/main" id="{24B8723B-3BD6-2DBE-9199-1BE4081CA983}"/>
                          </a:ext>
                        </a:extLst>
                      </p:cNvPr>
                      <p:cNvGrpSpPr/>
                      <p:nvPr/>
                    </p:nvGrpSpPr>
                    <p:grpSpPr>
                      <a:xfrm>
                        <a:off x="5354636" y="3446461"/>
                        <a:ext cx="214313" cy="214313"/>
                        <a:chOff x="5354637" y="3446463"/>
                        <a:chExt cx="214313" cy="214313"/>
                      </a:xfrm>
                    </p:grpSpPr>
                    <p:sp>
                      <p:nvSpPr>
                        <p:cNvPr id="5167" name="Arc 5166">
                          <a:extLst>
                            <a:ext uri="{FF2B5EF4-FFF2-40B4-BE49-F238E27FC236}">
                              <a16:creationId xmlns:a16="http://schemas.microsoft.com/office/drawing/2014/main" id="{8AD75828-725A-B6BA-8409-148A9CEDC3E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68" name="Arc 5167">
                          <a:extLst>
                            <a:ext uri="{FF2B5EF4-FFF2-40B4-BE49-F238E27FC236}">
                              <a16:creationId xmlns:a16="http://schemas.microsoft.com/office/drawing/2014/main" id="{93DC94F7-A9B2-A205-CE69-46413EE75B6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163" name="Group 5162">
                        <a:extLst>
                          <a:ext uri="{FF2B5EF4-FFF2-40B4-BE49-F238E27FC236}">
                            <a16:creationId xmlns:a16="http://schemas.microsoft.com/office/drawing/2014/main" id="{7484E7E2-AE0A-9C1D-B69E-7124C2C5CBD2}"/>
                          </a:ext>
                        </a:extLst>
                      </p:cNvPr>
                      <p:cNvGrpSpPr/>
                      <p:nvPr/>
                    </p:nvGrpSpPr>
                    <p:grpSpPr>
                      <a:xfrm rot="7200000">
                        <a:off x="5310186" y="3402011"/>
                        <a:ext cx="303213" cy="303213"/>
                        <a:chOff x="5354637" y="3446463"/>
                        <a:chExt cx="214313" cy="214313"/>
                      </a:xfrm>
                    </p:grpSpPr>
                    <p:sp>
                      <p:nvSpPr>
                        <p:cNvPr id="5165" name="Arc 5164">
                          <a:extLst>
                            <a:ext uri="{FF2B5EF4-FFF2-40B4-BE49-F238E27FC236}">
                              <a16:creationId xmlns:a16="http://schemas.microsoft.com/office/drawing/2014/main" id="{A117AA21-28EE-A2A9-328C-1DFADE21112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66" name="Arc 5165">
                          <a:extLst>
                            <a:ext uri="{FF2B5EF4-FFF2-40B4-BE49-F238E27FC236}">
                              <a16:creationId xmlns:a16="http://schemas.microsoft.com/office/drawing/2014/main" id="{2919DCBC-CDFC-6983-520B-09495E92659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164" name="TextBox 5163">
                        <a:extLst>
                          <a:ext uri="{FF2B5EF4-FFF2-40B4-BE49-F238E27FC236}">
                            <a16:creationId xmlns:a16="http://schemas.microsoft.com/office/drawing/2014/main" id="{81096151-2DE3-548A-C3F4-CC117030CC7A}"/>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126" name="Group 5125">
                    <a:extLst>
                      <a:ext uri="{FF2B5EF4-FFF2-40B4-BE49-F238E27FC236}">
                        <a16:creationId xmlns:a16="http://schemas.microsoft.com/office/drawing/2014/main" id="{9A9AF584-0DF5-2AEE-607C-2B4367938853}"/>
                      </a:ext>
                    </a:extLst>
                  </p:cNvPr>
                  <p:cNvGrpSpPr/>
                  <p:nvPr/>
                </p:nvGrpSpPr>
                <p:grpSpPr>
                  <a:xfrm>
                    <a:off x="5886431" y="3525040"/>
                    <a:ext cx="393192" cy="393192"/>
                    <a:chOff x="5265196" y="3932619"/>
                    <a:chExt cx="393192" cy="393192"/>
                  </a:xfrm>
                </p:grpSpPr>
                <p:grpSp>
                  <p:nvGrpSpPr>
                    <p:cNvPr id="5150" name="Group 5149">
                      <a:extLst>
                        <a:ext uri="{FF2B5EF4-FFF2-40B4-BE49-F238E27FC236}">
                          <a16:creationId xmlns:a16="http://schemas.microsoft.com/office/drawing/2014/main" id="{E58612EE-7887-3989-C487-E8BAD44D17C8}"/>
                        </a:ext>
                      </a:extLst>
                    </p:cNvPr>
                    <p:cNvGrpSpPr/>
                    <p:nvPr/>
                  </p:nvGrpSpPr>
                  <p:grpSpPr>
                    <a:xfrm>
                      <a:off x="5354636" y="4022061"/>
                      <a:ext cx="214313" cy="214313"/>
                      <a:chOff x="5354637" y="3446463"/>
                      <a:chExt cx="214313" cy="214313"/>
                    </a:xfrm>
                  </p:grpSpPr>
                  <p:sp>
                    <p:nvSpPr>
                      <p:cNvPr id="5158" name="Arc 5157">
                        <a:extLst>
                          <a:ext uri="{FF2B5EF4-FFF2-40B4-BE49-F238E27FC236}">
                            <a16:creationId xmlns:a16="http://schemas.microsoft.com/office/drawing/2014/main" id="{FD7DCE44-751B-6DD6-2B4F-24D1689EDF5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59" name="Arc 5158">
                        <a:extLst>
                          <a:ext uri="{FF2B5EF4-FFF2-40B4-BE49-F238E27FC236}">
                            <a16:creationId xmlns:a16="http://schemas.microsoft.com/office/drawing/2014/main" id="{5E9B6F20-C202-1631-D887-8B11F87344C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151" name="Group 5150">
                      <a:extLst>
                        <a:ext uri="{FF2B5EF4-FFF2-40B4-BE49-F238E27FC236}">
                          <a16:creationId xmlns:a16="http://schemas.microsoft.com/office/drawing/2014/main" id="{CE1101C5-1991-40C5-C4EE-7FBE3465EAD6}"/>
                        </a:ext>
                      </a:extLst>
                    </p:cNvPr>
                    <p:cNvGrpSpPr/>
                    <p:nvPr/>
                  </p:nvGrpSpPr>
                  <p:grpSpPr>
                    <a:xfrm rot="14400000">
                      <a:off x="5310186" y="3977611"/>
                      <a:ext cx="303213" cy="303213"/>
                      <a:chOff x="5354637" y="3446463"/>
                      <a:chExt cx="214313" cy="214313"/>
                    </a:xfrm>
                  </p:grpSpPr>
                  <p:sp>
                    <p:nvSpPr>
                      <p:cNvPr id="5156" name="Arc 5155">
                        <a:extLst>
                          <a:ext uri="{FF2B5EF4-FFF2-40B4-BE49-F238E27FC236}">
                            <a16:creationId xmlns:a16="http://schemas.microsoft.com/office/drawing/2014/main" id="{C13B352A-DA73-C569-2D89-7514CFA80EF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57" name="Arc 5156">
                        <a:extLst>
                          <a:ext uri="{FF2B5EF4-FFF2-40B4-BE49-F238E27FC236}">
                            <a16:creationId xmlns:a16="http://schemas.microsoft.com/office/drawing/2014/main" id="{7491D377-8C4B-A913-4ABB-AD8D9C5003A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152" name="Group 5151">
                      <a:extLst>
                        <a:ext uri="{FF2B5EF4-FFF2-40B4-BE49-F238E27FC236}">
                          <a16:creationId xmlns:a16="http://schemas.microsoft.com/office/drawing/2014/main" id="{B95E377E-83FD-6F6C-5B46-FEC105240673}"/>
                        </a:ext>
                      </a:extLst>
                    </p:cNvPr>
                    <p:cNvGrpSpPr/>
                    <p:nvPr/>
                  </p:nvGrpSpPr>
                  <p:grpSpPr>
                    <a:xfrm rot="7200000">
                      <a:off x="5265196" y="3932619"/>
                      <a:ext cx="393192" cy="393192"/>
                      <a:chOff x="5354637" y="3446463"/>
                      <a:chExt cx="214313" cy="214313"/>
                    </a:xfrm>
                  </p:grpSpPr>
                  <p:sp>
                    <p:nvSpPr>
                      <p:cNvPr id="5154" name="Arc 5153">
                        <a:extLst>
                          <a:ext uri="{FF2B5EF4-FFF2-40B4-BE49-F238E27FC236}">
                            <a16:creationId xmlns:a16="http://schemas.microsoft.com/office/drawing/2014/main" id="{1791875B-5B44-F77B-1F28-98D15201A59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55" name="Arc 5154">
                        <a:extLst>
                          <a:ext uri="{FF2B5EF4-FFF2-40B4-BE49-F238E27FC236}">
                            <a16:creationId xmlns:a16="http://schemas.microsoft.com/office/drawing/2014/main" id="{A109F5D5-CF75-5E86-2F45-4B87B4F8D2A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153" name="TextBox 5152">
                      <a:extLst>
                        <a:ext uri="{FF2B5EF4-FFF2-40B4-BE49-F238E27FC236}">
                          <a16:creationId xmlns:a16="http://schemas.microsoft.com/office/drawing/2014/main" id="{39BC2A0C-6A5A-96B6-DB05-47FEF9BA294A}"/>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5127" name="Group 5126">
                    <a:extLst>
                      <a:ext uri="{FF2B5EF4-FFF2-40B4-BE49-F238E27FC236}">
                        <a16:creationId xmlns:a16="http://schemas.microsoft.com/office/drawing/2014/main" id="{3CA5FC0B-9CA6-D524-8149-E920DC42350B}"/>
                      </a:ext>
                    </a:extLst>
                  </p:cNvPr>
                  <p:cNvGrpSpPr/>
                  <p:nvPr/>
                </p:nvGrpSpPr>
                <p:grpSpPr>
                  <a:xfrm>
                    <a:off x="6512463" y="3525040"/>
                    <a:ext cx="393192" cy="393192"/>
                    <a:chOff x="6389147" y="3357021"/>
                    <a:chExt cx="393192" cy="393192"/>
                  </a:xfrm>
                </p:grpSpPr>
                <p:grpSp>
                  <p:nvGrpSpPr>
                    <p:cNvPr id="5139" name="Group 5138">
                      <a:extLst>
                        <a:ext uri="{FF2B5EF4-FFF2-40B4-BE49-F238E27FC236}">
                          <a16:creationId xmlns:a16="http://schemas.microsoft.com/office/drawing/2014/main" id="{B090CBB9-1838-1D26-4255-7F3E887EA588}"/>
                        </a:ext>
                      </a:extLst>
                    </p:cNvPr>
                    <p:cNvGrpSpPr/>
                    <p:nvPr/>
                  </p:nvGrpSpPr>
                  <p:grpSpPr>
                    <a:xfrm rot="7200000" flipH="1">
                      <a:off x="6389147" y="3357021"/>
                      <a:ext cx="393192" cy="393192"/>
                      <a:chOff x="5354637" y="3446463"/>
                      <a:chExt cx="214313" cy="214313"/>
                    </a:xfrm>
                  </p:grpSpPr>
                  <p:sp>
                    <p:nvSpPr>
                      <p:cNvPr id="5148" name="Arc 5147">
                        <a:extLst>
                          <a:ext uri="{FF2B5EF4-FFF2-40B4-BE49-F238E27FC236}">
                            <a16:creationId xmlns:a16="http://schemas.microsoft.com/office/drawing/2014/main" id="{62986EFB-417F-6DCE-4929-669133C9BFD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49" name="Arc 5148">
                        <a:extLst>
                          <a:ext uri="{FF2B5EF4-FFF2-40B4-BE49-F238E27FC236}">
                            <a16:creationId xmlns:a16="http://schemas.microsoft.com/office/drawing/2014/main" id="{134723B8-4066-D752-9E75-1687D2CF265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140" name="Group 5139">
                      <a:extLst>
                        <a:ext uri="{FF2B5EF4-FFF2-40B4-BE49-F238E27FC236}">
                          <a16:creationId xmlns:a16="http://schemas.microsoft.com/office/drawing/2014/main" id="{1A390A76-848A-A953-A822-F6417BE0AA44}"/>
                        </a:ext>
                      </a:extLst>
                    </p:cNvPr>
                    <p:cNvGrpSpPr/>
                    <p:nvPr/>
                  </p:nvGrpSpPr>
                  <p:grpSpPr>
                    <a:xfrm>
                      <a:off x="6434137" y="3402011"/>
                      <a:ext cx="303213" cy="303213"/>
                      <a:chOff x="6434137" y="3402011"/>
                      <a:chExt cx="303213" cy="303213"/>
                    </a:xfrm>
                  </p:grpSpPr>
                  <p:grpSp>
                    <p:nvGrpSpPr>
                      <p:cNvPr id="5141" name="Group 5140">
                        <a:extLst>
                          <a:ext uri="{FF2B5EF4-FFF2-40B4-BE49-F238E27FC236}">
                            <a16:creationId xmlns:a16="http://schemas.microsoft.com/office/drawing/2014/main" id="{FB5B5D47-149F-142B-3A9B-99FA54551870}"/>
                          </a:ext>
                        </a:extLst>
                      </p:cNvPr>
                      <p:cNvGrpSpPr/>
                      <p:nvPr/>
                    </p:nvGrpSpPr>
                    <p:grpSpPr>
                      <a:xfrm flipH="1">
                        <a:off x="6478587" y="3446461"/>
                        <a:ext cx="214313" cy="214313"/>
                        <a:chOff x="5354637" y="3446463"/>
                        <a:chExt cx="214313" cy="214313"/>
                      </a:xfrm>
                    </p:grpSpPr>
                    <p:sp>
                      <p:nvSpPr>
                        <p:cNvPr id="5146" name="Arc 5145">
                          <a:extLst>
                            <a:ext uri="{FF2B5EF4-FFF2-40B4-BE49-F238E27FC236}">
                              <a16:creationId xmlns:a16="http://schemas.microsoft.com/office/drawing/2014/main" id="{B3EA888B-1600-ED08-AA39-7BDC0C8FA62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47" name="Arc 5146">
                          <a:extLst>
                            <a:ext uri="{FF2B5EF4-FFF2-40B4-BE49-F238E27FC236}">
                              <a16:creationId xmlns:a16="http://schemas.microsoft.com/office/drawing/2014/main" id="{825EAAC5-BA60-4D67-2452-AB21BBBE46E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142" name="Group 5141">
                        <a:extLst>
                          <a:ext uri="{FF2B5EF4-FFF2-40B4-BE49-F238E27FC236}">
                            <a16:creationId xmlns:a16="http://schemas.microsoft.com/office/drawing/2014/main" id="{9844425C-634F-8358-C20F-2E3C4910E311}"/>
                          </a:ext>
                        </a:extLst>
                      </p:cNvPr>
                      <p:cNvGrpSpPr/>
                      <p:nvPr/>
                    </p:nvGrpSpPr>
                    <p:grpSpPr>
                      <a:xfrm rot="14400000" flipH="1">
                        <a:off x="6434137" y="3402011"/>
                        <a:ext cx="303213" cy="303213"/>
                        <a:chOff x="5354637" y="3446463"/>
                        <a:chExt cx="214313" cy="214313"/>
                      </a:xfrm>
                    </p:grpSpPr>
                    <p:sp>
                      <p:nvSpPr>
                        <p:cNvPr id="5144" name="Arc 5143">
                          <a:extLst>
                            <a:ext uri="{FF2B5EF4-FFF2-40B4-BE49-F238E27FC236}">
                              <a16:creationId xmlns:a16="http://schemas.microsoft.com/office/drawing/2014/main" id="{6FCE8371-2D25-90C0-5FE9-D85B5B6F6E0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45" name="Arc 5144">
                          <a:extLst>
                            <a:ext uri="{FF2B5EF4-FFF2-40B4-BE49-F238E27FC236}">
                              <a16:creationId xmlns:a16="http://schemas.microsoft.com/office/drawing/2014/main" id="{7D9125F1-D844-F8E5-3B64-F9FBE16EFCF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143" name="TextBox 5142">
                        <a:extLst>
                          <a:ext uri="{FF2B5EF4-FFF2-40B4-BE49-F238E27FC236}">
                            <a16:creationId xmlns:a16="http://schemas.microsoft.com/office/drawing/2014/main" id="{D483437D-B02A-D110-9A10-1CE412FFD079}"/>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128" name="Group 5127">
                    <a:extLst>
                      <a:ext uri="{FF2B5EF4-FFF2-40B4-BE49-F238E27FC236}">
                        <a16:creationId xmlns:a16="http://schemas.microsoft.com/office/drawing/2014/main" id="{D2C9B7C8-D99B-5C6A-E96A-9E11107E65AA}"/>
                      </a:ext>
                    </a:extLst>
                  </p:cNvPr>
                  <p:cNvGrpSpPr/>
                  <p:nvPr/>
                </p:nvGrpSpPr>
                <p:grpSpPr>
                  <a:xfrm>
                    <a:off x="6197413" y="3225768"/>
                    <a:ext cx="393192" cy="393192"/>
                    <a:chOff x="6389147" y="3932622"/>
                    <a:chExt cx="393192" cy="393192"/>
                  </a:xfrm>
                </p:grpSpPr>
                <p:grpSp>
                  <p:nvGrpSpPr>
                    <p:cNvPr id="5129" name="Group 5128">
                      <a:extLst>
                        <a:ext uri="{FF2B5EF4-FFF2-40B4-BE49-F238E27FC236}">
                          <a16:creationId xmlns:a16="http://schemas.microsoft.com/office/drawing/2014/main" id="{4D72D6FC-1C21-0358-100A-AD4903A7082B}"/>
                        </a:ext>
                      </a:extLst>
                    </p:cNvPr>
                    <p:cNvGrpSpPr/>
                    <p:nvPr/>
                  </p:nvGrpSpPr>
                  <p:grpSpPr>
                    <a:xfrm flipH="1">
                      <a:off x="6478587" y="4022061"/>
                      <a:ext cx="214313" cy="214313"/>
                      <a:chOff x="5354637" y="3446463"/>
                      <a:chExt cx="214313" cy="214313"/>
                    </a:xfrm>
                  </p:grpSpPr>
                  <p:sp>
                    <p:nvSpPr>
                      <p:cNvPr id="5137" name="Arc 5136">
                        <a:extLst>
                          <a:ext uri="{FF2B5EF4-FFF2-40B4-BE49-F238E27FC236}">
                            <a16:creationId xmlns:a16="http://schemas.microsoft.com/office/drawing/2014/main" id="{DFEE0107-F712-6D55-C8C6-33469E879D6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38" name="Arc 5137">
                        <a:extLst>
                          <a:ext uri="{FF2B5EF4-FFF2-40B4-BE49-F238E27FC236}">
                            <a16:creationId xmlns:a16="http://schemas.microsoft.com/office/drawing/2014/main" id="{C78EDAF7-57EE-ACBB-FA9B-9972A28A474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130" name="Group 5129">
                      <a:extLst>
                        <a:ext uri="{FF2B5EF4-FFF2-40B4-BE49-F238E27FC236}">
                          <a16:creationId xmlns:a16="http://schemas.microsoft.com/office/drawing/2014/main" id="{6B349D53-4D97-0480-CAF7-6A9FBB65DFB7}"/>
                        </a:ext>
                      </a:extLst>
                    </p:cNvPr>
                    <p:cNvGrpSpPr/>
                    <p:nvPr/>
                  </p:nvGrpSpPr>
                  <p:grpSpPr>
                    <a:xfrm rot="7200000" flipH="1">
                      <a:off x="6434137" y="3977611"/>
                      <a:ext cx="303213" cy="303213"/>
                      <a:chOff x="5354637" y="3446463"/>
                      <a:chExt cx="214313" cy="214313"/>
                    </a:xfrm>
                  </p:grpSpPr>
                  <p:sp>
                    <p:nvSpPr>
                      <p:cNvPr id="5135" name="Arc 5134">
                        <a:extLst>
                          <a:ext uri="{FF2B5EF4-FFF2-40B4-BE49-F238E27FC236}">
                            <a16:creationId xmlns:a16="http://schemas.microsoft.com/office/drawing/2014/main" id="{59A500FD-7C00-3364-FADB-3E9206E20AD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36" name="Arc 5135">
                        <a:extLst>
                          <a:ext uri="{FF2B5EF4-FFF2-40B4-BE49-F238E27FC236}">
                            <a16:creationId xmlns:a16="http://schemas.microsoft.com/office/drawing/2014/main" id="{95653C81-D40F-77B1-0C43-BE9B56859B2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131" name="Group 5130">
                      <a:extLst>
                        <a:ext uri="{FF2B5EF4-FFF2-40B4-BE49-F238E27FC236}">
                          <a16:creationId xmlns:a16="http://schemas.microsoft.com/office/drawing/2014/main" id="{8922218E-CCBB-369D-9996-87EE0100C295}"/>
                        </a:ext>
                      </a:extLst>
                    </p:cNvPr>
                    <p:cNvGrpSpPr/>
                    <p:nvPr/>
                  </p:nvGrpSpPr>
                  <p:grpSpPr>
                    <a:xfrm rot="14400000" flipH="1">
                      <a:off x="6389147" y="3932622"/>
                      <a:ext cx="393192" cy="393192"/>
                      <a:chOff x="5354637" y="3446463"/>
                      <a:chExt cx="214313" cy="214313"/>
                    </a:xfrm>
                  </p:grpSpPr>
                  <p:sp>
                    <p:nvSpPr>
                      <p:cNvPr id="5133" name="Arc 5132">
                        <a:extLst>
                          <a:ext uri="{FF2B5EF4-FFF2-40B4-BE49-F238E27FC236}">
                            <a16:creationId xmlns:a16="http://schemas.microsoft.com/office/drawing/2014/main" id="{160A25FF-D544-FBB5-C7EA-444F3492D15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34" name="Arc 5133">
                        <a:extLst>
                          <a:ext uri="{FF2B5EF4-FFF2-40B4-BE49-F238E27FC236}">
                            <a16:creationId xmlns:a16="http://schemas.microsoft.com/office/drawing/2014/main" id="{2140718D-D0A0-8406-A9B9-3C37922F188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132" name="TextBox 5131">
                      <a:extLst>
                        <a:ext uri="{FF2B5EF4-FFF2-40B4-BE49-F238E27FC236}">
                          <a16:creationId xmlns:a16="http://schemas.microsoft.com/office/drawing/2014/main" id="{FDF43A6B-EFAE-B13C-4105-8C1A6F9F9F7F}"/>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078" name="Group 5077">
                  <a:extLst>
                    <a:ext uri="{FF2B5EF4-FFF2-40B4-BE49-F238E27FC236}">
                      <a16:creationId xmlns:a16="http://schemas.microsoft.com/office/drawing/2014/main" id="{9D384DD2-F8C2-4A1A-8D6A-6CD059BD978E}"/>
                    </a:ext>
                  </a:extLst>
                </p:cNvPr>
                <p:cNvGrpSpPr/>
                <p:nvPr/>
              </p:nvGrpSpPr>
              <p:grpSpPr>
                <a:xfrm>
                  <a:off x="6069086" y="3246228"/>
                  <a:ext cx="1019224" cy="991639"/>
                  <a:chOff x="5886431" y="3225768"/>
                  <a:chExt cx="1019224" cy="991639"/>
                </a:xfrm>
              </p:grpSpPr>
              <p:grpSp>
                <p:nvGrpSpPr>
                  <p:cNvPr id="5079" name="Group 5078">
                    <a:extLst>
                      <a:ext uri="{FF2B5EF4-FFF2-40B4-BE49-F238E27FC236}">
                        <a16:creationId xmlns:a16="http://schemas.microsoft.com/office/drawing/2014/main" id="{35363F3C-48C9-A455-4551-681818987AFB}"/>
                      </a:ext>
                    </a:extLst>
                  </p:cNvPr>
                  <p:cNvGrpSpPr/>
                  <p:nvPr/>
                </p:nvGrpSpPr>
                <p:grpSpPr>
                  <a:xfrm>
                    <a:off x="6197413" y="3824215"/>
                    <a:ext cx="393192" cy="393192"/>
                    <a:chOff x="5265196" y="3357021"/>
                    <a:chExt cx="393192" cy="393192"/>
                  </a:xfrm>
                </p:grpSpPr>
                <p:grpSp>
                  <p:nvGrpSpPr>
                    <p:cNvPr id="5114" name="Group 5113">
                      <a:extLst>
                        <a:ext uri="{FF2B5EF4-FFF2-40B4-BE49-F238E27FC236}">
                          <a16:creationId xmlns:a16="http://schemas.microsoft.com/office/drawing/2014/main" id="{6E3183A8-FCEF-391E-27B9-1C7C97FA8943}"/>
                        </a:ext>
                      </a:extLst>
                    </p:cNvPr>
                    <p:cNvGrpSpPr/>
                    <p:nvPr/>
                  </p:nvGrpSpPr>
                  <p:grpSpPr>
                    <a:xfrm rot="14400000">
                      <a:off x="5265196" y="3357021"/>
                      <a:ext cx="393192" cy="393192"/>
                      <a:chOff x="5354637" y="3446463"/>
                      <a:chExt cx="214313" cy="214313"/>
                    </a:xfrm>
                  </p:grpSpPr>
                  <p:sp>
                    <p:nvSpPr>
                      <p:cNvPr id="5123" name="Arc 5122">
                        <a:extLst>
                          <a:ext uri="{FF2B5EF4-FFF2-40B4-BE49-F238E27FC236}">
                            <a16:creationId xmlns:a16="http://schemas.microsoft.com/office/drawing/2014/main" id="{A66DBEAD-681A-72D6-23E2-D40A4BFAD98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24" name="Arc 5123">
                        <a:extLst>
                          <a:ext uri="{FF2B5EF4-FFF2-40B4-BE49-F238E27FC236}">
                            <a16:creationId xmlns:a16="http://schemas.microsoft.com/office/drawing/2014/main" id="{3D231EB5-20AB-892B-6538-89B47A5A8B3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115" name="Group 5114">
                      <a:extLst>
                        <a:ext uri="{FF2B5EF4-FFF2-40B4-BE49-F238E27FC236}">
                          <a16:creationId xmlns:a16="http://schemas.microsoft.com/office/drawing/2014/main" id="{EFC4F101-DCC1-5472-6CA4-A4078CEA531D}"/>
                        </a:ext>
                      </a:extLst>
                    </p:cNvPr>
                    <p:cNvGrpSpPr/>
                    <p:nvPr/>
                  </p:nvGrpSpPr>
                  <p:grpSpPr>
                    <a:xfrm>
                      <a:off x="5310186" y="3402011"/>
                      <a:ext cx="303213" cy="303213"/>
                      <a:chOff x="5310186" y="3402011"/>
                      <a:chExt cx="303213" cy="303213"/>
                    </a:xfrm>
                  </p:grpSpPr>
                  <p:grpSp>
                    <p:nvGrpSpPr>
                      <p:cNvPr id="5116" name="Group 5115">
                        <a:extLst>
                          <a:ext uri="{FF2B5EF4-FFF2-40B4-BE49-F238E27FC236}">
                            <a16:creationId xmlns:a16="http://schemas.microsoft.com/office/drawing/2014/main" id="{8966171E-1588-5ABA-A642-9D4C7C612A50}"/>
                          </a:ext>
                        </a:extLst>
                      </p:cNvPr>
                      <p:cNvGrpSpPr/>
                      <p:nvPr/>
                    </p:nvGrpSpPr>
                    <p:grpSpPr>
                      <a:xfrm>
                        <a:off x="5354636" y="3446461"/>
                        <a:ext cx="214313" cy="214313"/>
                        <a:chOff x="5354637" y="3446463"/>
                        <a:chExt cx="214313" cy="214313"/>
                      </a:xfrm>
                    </p:grpSpPr>
                    <p:sp>
                      <p:nvSpPr>
                        <p:cNvPr id="5121" name="Arc 5120">
                          <a:extLst>
                            <a:ext uri="{FF2B5EF4-FFF2-40B4-BE49-F238E27FC236}">
                              <a16:creationId xmlns:a16="http://schemas.microsoft.com/office/drawing/2014/main" id="{620182B2-E1AB-2D32-734E-C6954119F16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22" name="Arc 5121">
                          <a:extLst>
                            <a:ext uri="{FF2B5EF4-FFF2-40B4-BE49-F238E27FC236}">
                              <a16:creationId xmlns:a16="http://schemas.microsoft.com/office/drawing/2014/main" id="{74954F8B-9647-28DE-E240-F6A04177729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117" name="Group 5116">
                        <a:extLst>
                          <a:ext uri="{FF2B5EF4-FFF2-40B4-BE49-F238E27FC236}">
                            <a16:creationId xmlns:a16="http://schemas.microsoft.com/office/drawing/2014/main" id="{FDC3155B-E76F-4544-8C69-19CDA048EF45}"/>
                          </a:ext>
                        </a:extLst>
                      </p:cNvPr>
                      <p:cNvGrpSpPr/>
                      <p:nvPr/>
                    </p:nvGrpSpPr>
                    <p:grpSpPr>
                      <a:xfrm rot="7200000">
                        <a:off x="5310186" y="3402011"/>
                        <a:ext cx="303213" cy="303213"/>
                        <a:chOff x="5354637" y="3446463"/>
                        <a:chExt cx="214313" cy="214313"/>
                      </a:xfrm>
                    </p:grpSpPr>
                    <p:sp>
                      <p:nvSpPr>
                        <p:cNvPr id="5119" name="Arc 5118">
                          <a:extLst>
                            <a:ext uri="{FF2B5EF4-FFF2-40B4-BE49-F238E27FC236}">
                              <a16:creationId xmlns:a16="http://schemas.microsoft.com/office/drawing/2014/main" id="{59C7849A-6D94-8A92-C459-608DE316E10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20" name="Arc 5119">
                          <a:extLst>
                            <a:ext uri="{FF2B5EF4-FFF2-40B4-BE49-F238E27FC236}">
                              <a16:creationId xmlns:a16="http://schemas.microsoft.com/office/drawing/2014/main" id="{0A3496FD-8F46-D699-7B21-445E89DF8C7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118" name="TextBox 5117">
                        <a:extLst>
                          <a:ext uri="{FF2B5EF4-FFF2-40B4-BE49-F238E27FC236}">
                            <a16:creationId xmlns:a16="http://schemas.microsoft.com/office/drawing/2014/main" id="{205F0320-2F48-A63E-977F-D969BD821287}"/>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080" name="Group 5079">
                    <a:extLst>
                      <a:ext uri="{FF2B5EF4-FFF2-40B4-BE49-F238E27FC236}">
                        <a16:creationId xmlns:a16="http://schemas.microsoft.com/office/drawing/2014/main" id="{300E6E0D-D1F8-8944-4E13-047CEA00620F}"/>
                      </a:ext>
                    </a:extLst>
                  </p:cNvPr>
                  <p:cNvGrpSpPr/>
                  <p:nvPr/>
                </p:nvGrpSpPr>
                <p:grpSpPr>
                  <a:xfrm>
                    <a:off x="5886431" y="3525040"/>
                    <a:ext cx="393192" cy="393192"/>
                    <a:chOff x="5265196" y="3932619"/>
                    <a:chExt cx="393192" cy="393192"/>
                  </a:xfrm>
                </p:grpSpPr>
                <p:grpSp>
                  <p:nvGrpSpPr>
                    <p:cNvPr id="5104" name="Group 5103">
                      <a:extLst>
                        <a:ext uri="{FF2B5EF4-FFF2-40B4-BE49-F238E27FC236}">
                          <a16:creationId xmlns:a16="http://schemas.microsoft.com/office/drawing/2014/main" id="{63254D84-D8B4-427C-4A87-B54F48D2E5F5}"/>
                        </a:ext>
                      </a:extLst>
                    </p:cNvPr>
                    <p:cNvGrpSpPr/>
                    <p:nvPr/>
                  </p:nvGrpSpPr>
                  <p:grpSpPr>
                    <a:xfrm>
                      <a:off x="5354636" y="4022061"/>
                      <a:ext cx="214313" cy="214313"/>
                      <a:chOff x="5354637" y="3446463"/>
                      <a:chExt cx="214313" cy="214313"/>
                    </a:xfrm>
                  </p:grpSpPr>
                  <p:sp>
                    <p:nvSpPr>
                      <p:cNvPr id="5112" name="Arc 5111">
                        <a:extLst>
                          <a:ext uri="{FF2B5EF4-FFF2-40B4-BE49-F238E27FC236}">
                            <a16:creationId xmlns:a16="http://schemas.microsoft.com/office/drawing/2014/main" id="{19C6D036-62A1-4F0B-64FE-6F6527EF9F2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13" name="Arc 5112">
                        <a:extLst>
                          <a:ext uri="{FF2B5EF4-FFF2-40B4-BE49-F238E27FC236}">
                            <a16:creationId xmlns:a16="http://schemas.microsoft.com/office/drawing/2014/main" id="{A0ECF2B2-F4F4-7DE5-A997-E4AEA677ED6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105" name="Group 5104">
                      <a:extLst>
                        <a:ext uri="{FF2B5EF4-FFF2-40B4-BE49-F238E27FC236}">
                          <a16:creationId xmlns:a16="http://schemas.microsoft.com/office/drawing/2014/main" id="{21FAFAF2-BA84-5BBA-6910-8A2D76EFB67C}"/>
                        </a:ext>
                      </a:extLst>
                    </p:cNvPr>
                    <p:cNvGrpSpPr/>
                    <p:nvPr/>
                  </p:nvGrpSpPr>
                  <p:grpSpPr>
                    <a:xfrm rot="14400000">
                      <a:off x="5310186" y="3977611"/>
                      <a:ext cx="303213" cy="303213"/>
                      <a:chOff x="5354637" y="3446463"/>
                      <a:chExt cx="214313" cy="214313"/>
                    </a:xfrm>
                  </p:grpSpPr>
                  <p:sp>
                    <p:nvSpPr>
                      <p:cNvPr id="5110" name="Arc 5109">
                        <a:extLst>
                          <a:ext uri="{FF2B5EF4-FFF2-40B4-BE49-F238E27FC236}">
                            <a16:creationId xmlns:a16="http://schemas.microsoft.com/office/drawing/2014/main" id="{0A7AF8D8-4BDA-8087-FBC8-00EECCD2D71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11" name="Arc 5110">
                        <a:extLst>
                          <a:ext uri="{FF2B5EF4-FFF2-40B4-BE49-F238E27FC236}">
                            <a16:creationId xmlns:a16="http://schemas.microsoft.com/office/drawing/2014/main" id="{B89C5A19-F952-0463-BD22-E9A168FF04C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106" name="Group 5105">
                      <a:extLst>
                        <a:ext uri="{FF2B5EF4-FFF2-40B4-BE49-F238E27FC236}">
                          <a16:creationId xmlns:a16="http://schemas.microsoft.com/office/drawing/2014/main" id="{DD18044C-3E8B-6BAA-E0C5-EA4BF6A0E728}"/>
                        </a:ext>
                      </a:extLst>
                    </p:cNvPr>
                    <p:cNvGrpSpPr/>
                    <p:nvPr/>
                  </p:nvGrpSpPr>
                  <p:grpSpPr>
                    <a:xfrm rot="7200000">
                      <a:off x="5265196" y="3932619"/>
                      <a:ext cx="393192" cy="393192"/>
                      <a:chOff x="5354637" y="3446463"/>
                      <a:chExt cx="214313" cy="214313"/>
                    </a:xfrm>
                  </p:grpSpPr>
                  <p:sp>
                    <p:nvSpPr>
                      <p:cNvPr id="5108" name="Arc 5107">
                        <a:extLst>
                          <a:ext uri="{FF2B5EF4-FFF2-40B4-BE49-F238E27FC236}">
                            <a16:creationId xmlns:a16="http://schemas.microsoft.com/office/drawing/2014/main" id="{9A0E9CB9-7F95-9181-6766-94410BB452A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09" name="Arc 5108">
                        <a:extLst>
                          <a:ext uri="{FF2B5EF4-FFF2-40B4-BE49-F238E27FC236}">
                            <a16:creationId xmlns:a16="http://schemas.microsoft.com/office/drawing/2014/main" id="{87A6E984-8D06-4739-D871-AC8BAC6CA75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107" name="TextBox 5106">
                      <a:extLst>
                        <a:ext uri="{FF2B5EF4-FFF2-40B4-BE49-F238E27FC236}">
                          <a16:creationId xmlns:a16="http://schemas.microsoft.com/office/drawing/2014/main" id="{8189D751-572D-8B5B-4CFF-BE418E1F1EFE}"/>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5081" name="Group 5080">
                    <a:extLst>
                      <a:ext uri="{FF2B5EF4-FFF2-40B4-BE49-F238E27FC236}">
                        <a16:creationId xmlns:a16="http://schemas.microsoft.com/office/drawing/2014/main" id="{DC91A13C-D865-FFFC-2BE6-3DE4F5ED4672}"/>
                      </a:ext>
                    </a:extLst>
                  </p:cNvPr>
                  <p:cNvGrpSpPr/>
                  <p:nvPr/>
                </p:nvGrpSpPr>
                <p:grpSpPr>
                  <a:xfrm>
                    <a:off x="6512463" y="3525040"/>
                    <a:ext cx="393192" cy="393192"/>
                    <a:chOff x="6389147" y="3357021"/>
                    <a:chExt cx="393192" cy="393192"/>
                  </a:xfrm>
                </p:grpSpPr>
                <p:grpSp>
                  <p:nvGrpSpPr>
                    <p:cNvPr id="5093" name="Group 5092">
                      <a:extLst>
                        <a:ext uri="{FF2B5EF4-FFF2-40B4-BE49-F238E27FC236}">
                          <a16:creationId xmlns:a16="http://schemas.microsoft.com/office/drawing/2014/main" id="{64170230-A591-CF0D-2921-053E30CA7058}"/>
                        </a:ext>
                      </a:extLst>
                    </p:cNvPr>
                    <p:cNvGrpSpPr/>
                    <p:nvPr/>
                  </p:nvGrpSpPr>
                  <p:grpSpPr>
                    <a:xfrm rot="7200000" flipH="1">
                      <a:off x="6389147" y="3357021"/>
                      <a:ext cx="393192" cy="393192"/>
                      <a:chOff x="5354637" y="3446463"/>
                      <a:chExt cx="214313" cy="214313"/>
                    </a:xfrm>
                  </p:grpSpPr>
                  <p:sp>
                    <p:nvSpPr>
                      <p:cNvPr id="5102" name="Arc 5101">
                        <a:extLst>
                          <a:ext uri="{FF2B5EF4-FFF2-40B4-BE49-F238E27FC236}">
                            <a16:creationId xmlns:a16="http://schemas.microsoft.com/office/drawing/2014/main" id="{D03AF1AF-6BEC-3FBF-03A0-9AD3F4683E0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03" name="Arc 5102">
                        <a:extLst>
                          <a:ext uri="{FF2B5EF4-FFF2-40B4-BE49-F238E27FC236}">
                            <a16:creationId xmlns:a16="http://schemas.microsoft.com/office/drawing/2014/main" id="{5D94D4BF-3AB0-862F-BCFE-C426FC7435C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094" name="Group 5093">
                      <a:extLst>
                        <a:ext uri="{FF2B5EF4-FFF2-40B4-BE49-F238E27FC236}">
                          <a16:creationId xmlns:a16="http://schemas.microsoft.com/office/drawing/2014/main" id="{A29D9378-2A8C-D8E3-30E6-AA809C103A29}"/>
                        </a:ext>
                      </a:extLst>
                    </p:cNvPr>
                    <p:cNvGrpSpPr/>
                    <p:nvPr/>
                  </p:nvGrpSpPr>
                  <p:grpSpPr>
                    <a:xfrm>
                      <a:off x="6434137" y="3402011"/>
                      <a:ext cx="303213" cy="303213"/>
                      <a:chOff x="6434137" y="3402011"/>
                      <a:chExt cx="303213" cy="303213"/>
                    </a:xfrm>
                  </p:grpSpPr>
                  <p:grpSp>
                    <p:nvGrpSpPr>
                      <p:cNvPr id="5095" name="Group 5094">
                        <a:extLst>
                          <a:ext uri="{FF2B5EF4-FFF2-40B4-BE49-F238E27FC236}">
                            <a16:creationId xmlns:a16="http://schemas.microsoft.com/office/drawing/2014/main" id="{3E100F0F-5F78-A89A-AF53-9DE4114DFC1C}"/>
                          </a:ext>
                        </a:extLst>
                      </p:cNvPr>
                      <p:cNvGrpSpPr/>
                      <p:nvPr/>
                    </p:nvGrpSpPr>
                    <p:grpSpPr>
                      <a:xfrm flipH="1">
                        <a:off x="6478587" y="3446461"/>
                        <a:ext cx="214313" cy="214313"/>
                        <a:chOff x="5354637" y="3446463"/>
                        <a:chExt cx="214313" cy="214313"/>
                      </a:xfrm>
                    </p:grpSpPr>
                    <p:sp>
                      <p:nvSpPr>
                        <p:cNvPr id="5100" name="Arc 5099">
                          <a:extLst>
                            <a:ext uri="{FF2B5EF4-FFF2-40B4-BE49-F238E27FC236}">
                              <a16:creationId xmlns:a16="http://schemas.microsoft.com/office/drawing/2014/main" id="{4FDDAEB6-6D69-C994-2F48-62D4276CEF9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01" name="Arc 5100">
                          <a:extLst>
                            <a:ext uri="{FF2B5EF4-FFF2-40B4-BE49-F238E27FC236}">
                              <a16:creationId xmlns:a16="http://schemas.microsoft.com/office/drawing/2014/main" id="{AFFE3F33-7B49-D635-13B0-1003263C914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096" name="Group 5095">
                        <a:extLst>
                          <a:ext uri="{FF2B5EF4-FFF2-40B4-BE49-F238E27FC236}">
                            <a16:creationId xmlns:a16="http://schemas.microsoft.com/office/drawing/2014/main" id="{DDAD8E9F-F923-AD1B-CB6D-53D5FD1076C0}"/>
                          </a:ext>
                        </a:extLst>
                      </p:cNvPr>
                      <p:cNvGrpSpPr/>
                      <p:nvPr/>
                    </p:nvGrpSpPr>
                    <p:grpSpPr>
                      <a:xfrm rot="14400000" flipH="1">
                        <a:off x="6434137" y="3402011"/>
                        <a:ext cx="303213" cy="303213"/>
                        <a:chOff x="5354637" y="3446463"/>
                        <a:chExt cx="214313" cy="214313"/>
                      </a:xfrm>
                    </p:grpSpPr>
                    <p:sp>
                      <p:nvSpPr>
                        <p:cNvPr id="5098" name="Arc 5097">
                          <a:extLst>
                            <a:ext uri="{FF2B5EF4-FFF2-40B4-BE49-F238E27FC236}">
                              <a16:creationId xmlns:a16="http://schemas.microsoft.com/office/drawing/2014/main" id="{403901E1-3A3D-E059-FEDD-4AA3B394ECE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099" name="Arc 5098">
                          <a:extLst>
                            <a:ext uri="{FF2B5EF4-FFF2-40B4-BE49-F238E27FC236}">
                              <a16:creationId xmlns:a16="http://schemas.microsoft.com/office/drawing/2014/main" id="{0CCD2384-998C-3E6D-E710-F0200436BE6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097" name="TextBox 5096">
                        <a:extLst>
                          <a:ext uri="{FF2B5EF4-FFF2-40B4-BE49-F238E27FC236}">
                            <a16:creationId xmlns:a16="http://schemas.microsoft.com/office/drawing/2014/main" id="{C6CEBBC6-A458-6408-495A-FFE83EFB0CCF}"/>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082" name="Group 5081">
                    <a:extLst>
                      <a:ext uri="{FF2B5EF4-FFF2-40B4-BE49-F238E27FC236}">
                        <a16:creationId xmlns:a16="http://schemas.microsoft.com/office/drawing/2014/main" id="{A5B886E5-E73A-1B4E-5752-CC403115028C}"/>
                      </a:ext>
                    </a:extLst>
                  </p:cNvPr>
                  <p:cNvGrpSpPr/>
                  <p:nvPr/>
                </p:nvGrpSpPr>
                <p:grpSpPr>
                  <a:xfrm>
                    <a:off x="6197413" y="3225768"/>
                    <a:ext cx="393192" cy="393192"/>
                    <a:chOff x="6389147" y="3932622"/>
                    <a:chExt cx="393192" cy="393192"/>
                  </a:xfrm>
                </p:grpSpPr>
                <p:grpSp>
                  <p:nvGrpSpPr>
                    <p:cNvPr id="5083" name="Group 5082">
                      <a:extLst>
                        <a:ext uri="{FF2B5EF4-FFF2-40B4-BE49-F238E27FC236}">
                          <a16:creationId xmlns:a16="http://schemas.microsoft.com/office/drawing/2014/main" id="{8D6B3210-871F-B519-BA0A-23E3A4C00E35}"/>
                        </a:ext>
                      </a:extLst>
                    </p:cNvPr>
                    <p:cNvGrpSpPr/>
                    <p:nvPr/>
                  </p:nvGrpSpPr>
                  <p:grpSpPr>
                    <a:xfrm flipH="1">
                      <a:off x="6478587" y="4022061"/>
                      <a:ext cx="214313" cy="214313"/>
                      <a:chOff x="5354637" y="3446463"/>
                      <a:chExt cx="214313" cy="214313"/>
                    </a:xfrm>
                  </p:grpSpPr>
                  <p:sp>
                    <p:nvSpPr>
                      <p:cNvPr id="5091" name="Arc 5090">
                        <a:extLst>
                          <a:ext uri="{FF2B5EF4-FFF2-40B4-BE49-F238E27FC236}">
                            <a16:creationId xmlns:a16="http://schemas.microsoft.com/office/drawing/2014/main" id="{0EFCEC94-6551-469C-CD6D-C56BB637668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092" name="Arc 5091">
                        <a:extLst>
                          <a:ext uri="{FF2B5EF4-FFF2-40B4-BE49-F238E27FC236}">
                            <a16:creationId xmlns:a16="http://schemas.microsoft.com/office/drawing/2014/main" id="{621C83B2-675E-E364-C487-1315DAFE687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084" name="Group 5083">
                      <a:extLst>
                        <a:ext uri="{FF2B5EF4-FFF2-40B4-BE49-F238E27FC236}">
                          <a16:creationId xmlns:a16="http://schemas.microsoft.com/office/drawing/2014/main" id="{0DB6DC68-9C27-A73B-AC2D-10563F74532D}"/>
                        </a:ext>
                      </a:extLst>
                    </p:cNvPr>
                    <p:cNvGrpSpPr/>
                    <p:nvPr/>
                  </p:nvGrpSpPr>
                  <p:grpSpPr>
                    <a:xfrm rot="7200000" flipH="1">
                      <a:off x="6434137" y="3977611"/>
                      <a:ext cx="303213" cy="303213"/>
                      <a:chOff x="5354637" y="3446463"/>
                      <a:chExt cx="214313" cy="214313"/>
                    </a:xfrm>
                  </p:grpSpPr>
                  <p:sp>
                    <p:nvSpPr>
                      <p:cNvPr id="5089" name="Arc 5088">
                        <a:extLst>
                          <a:ext uri="{FF2B5EF4-FFF2-40B4-BE49-F238E27FC236}">
                            <a16:creationId xmlns:a16="http://schemas.microsoft.com/office/drawing/2014/main" id="{B2DAE96F-215A-92B2-4B1D-A7D96C1322B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090" name="Arc 5089">
                        <a:extLst>
                          <a:ext uri="{FF2B5EF4-FFF2-40B4-BE49-F238E27FC236}">
                            <a16:creationId xmlns:a16="http://schemas.microsoft.com/office/drawing/2014/main" id="{F66373B4-9331-978E-8D14-ED1F9072141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085" name="Group 5084">
                      <a:extLst>
                        <a:ext uri="{FF2B5EF4-FFF2-40B4-BE49-F238E27FC236}">
                          <a16:creationId xmlns:a16="http://schemas.microsoft.com/office/drawing/2014/main" id="{8913B661-7310-FE7A-CA0B-257CCDF56B6A}"/>
                        </a:ext>
                      </a:extLst>
                    </p:cNvPr>
                    <p:cNvGrpSpPr/>
                    <p:nvPr/>
                  </p:nvGrpSpPr>
                  <p:grpSpPr>
                    <a:xfrm rot="14400000" flipH="1">
                      <a:off x="6389147" y="3932622"/>
                      <a:ext cx="393192" cy="393192"/>
                      <a:chOff x="5354637" y="3446463"/>
                      <a:chExt cx="214313" cy="214313"/>
                    </a:xfrm>
                  </p:grpSpPr>
                  <p:sp>
                    <p:nvSpPr>
                      <p:cNvPr id="5087" name="Arc 5086">
                        <a:extLst>
                          <a:ext uri="{FF2B5EF4-FFF2-40B4-BE49-F238E27FC236}">
                            <a16:creationId xmlns:a16="http://schemas.microsoft.com/office/drawing/2014/main" id="{FE8082FE-418E-C2CE-7C1F-E1EE64AD672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088" name="Arc 5087">
                        <a:extLst>
                          <a:ext uri="{FF2B5EF4-FFF2-40B4-BE49-F238E27FC236}">
                            <a16:creationId xmlns:a16="http://schemas.microsoft.com/office/drawing/2014/main" id="{E11129CF-BFA4-E512-2476-9C3828C9D9B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086" name="TextBox 5085">
                      <a:extLst>
                        <a:ext uri="{FF2B5EF4-FFF2-40B4-BE49-F238E27FC236}">
                          <a16:creationId xmlns:a16="http://schemas.microsoft.com/office/drawing/2014/main" id="{01FAA12D-87A4-EA07-9154-75B6291EE682}"/>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4982" name="Group 4981">
                <a:extLst>
                  <a:ext uri="{FF2B5EF4-FFF2-40B4-BE49-F238E27FC236}">
                    <a16:creationId xmlns:a16="http://schemas.microsoft.com/office/drawing/2014/main" id="{0704C4A6-C6FD-EC21-B5A7-DE0CACC8A51E}"/>
                  </a:ext>
                </a:extLst>
              </p:cNvPr>
              <p:cNvGrpSpPr/>
              <p:nvPr/>
            </p:nvGrpSpPr>
            <p:grpSpPr>
              <a:xfrm>
                <a:off x="6065340" y="2039507"/>
                <a:ext cx="1643204" cy="1593124"/>
                <a:chOff x="5445106" y="2644743"/>
                <a:chExt cx="1643204" cy="1593124"/>
              </a:xfrm>
            </p:grpSpPr>
            <p:grpSp>
              <p:nvGrpSpPr>
                <p:cNvPr id="4983" name="Group 4982">
                  <a:extLst>
                    <a:ext uri="{FF2B5EF4-FFF2-40B4-BE49-F238E27FC236}">
                      <a16:creationId xmlns:a16="http://schemas.microsoft.com/office/drawing/2014/main" id="{6CCF56ED-5343-61E2-0737-9312F840FA77}"/>
                    </a:ext>
                  </a:extLst>
                </p:cNvPr>
                <p:cNvGrpSpPr/>
                <p:nvPr/>
              </p:nvGrpSpPr>
              <p:grpSpPr>
                <a:xfrm>
                  <a:off x="5445106" y="2644743"/>
                  <a:ext cx="1019224" cy="991639"/>
                  <a:chOff x="5886431" y="3225768"/>
                  <a:chExt cx="1019224" cy="991639"/>
                </a:xfrm>
              </p:grpSpPr>
              <p:grpSp>
                <p:nvGrpSpPr>
                  <p:cNvPr id="5031" name="Group 5030">
                    <a:extLst>
                      <a:ext uri="{FF2B5EF4-FFF2-40B4-BE49-F238E27FC236}">
                        <a16:creationId xmlns:a16="http://schemas.microsoft.com/office/drawing/2014/main" id="{3EB0DEC5-0285-557E-6305-5099F832E650}"/>
                      </a:ext>
                    </a:extLst>
                  </p:cNvPr>
                  <p:cNvGrpSpPr/>
                  <p:nvPr/>
                </p:nvGrpSpPr>
                <p:grpSpPr>
                  <a:xfrm>
                    <a:off x="6197413" y="3824215"/>
                    <a:ext cx="393192" cy="393192"/>
                    <a:chOff x="5265196" y="3357021"/>
                    <a:chExt cx="393192" cy="393192"/>
                  </a:xfrm>
                </p:grpSpPr>
                <p:grpSp>
                  <p:nvGrpSpPr>
                    <p:cNvPr id="5066" name="Group 5065">
                      <a:extLst>
                        <a:ext uri="{FF2B5EF4-FFF2-40B4-BE49-F238E27FC236}">
                          <a16:creationId xmlns:a16="http://schemas.microsoft.com/office/drawing/2014/main" id="{7875E5B6-741C-1821-027D-A2D8354E1F42}"/>
                        </a:ext>
                      </a:extLst>
                    </p:cNvPr>
                    <p:cNvGrpSpPr/>
                    <p:nvPr/>
                  </p:nvGrpSpPr>
                  <p:grpSpPr>
                    <a:xfrm rot="14400000">
                      <a:off x="5265196" y="3357021"/>
                      <a:ext cx="393192" cy="393192"/>
                      <a:chOff x="5354637" y="3446463"/>
                      <a:chExt cx="214313" cy="214313"/>
                    </a:xfrm>
                  </p:grpSpPr>
                  <p:sp>
                    <p:nvSpPr>
                      <p:cNvPr id="5075" name="Arc 5074">
                        <a:extLst>
                          <a:ext uri="{FF2B5EF4-FFF2-40B4-BE49-F238E27FC236}">
                            <a16:creationId xmlns:a16="http://schemas.microsoft.com/office/drawing/2014/main" id="{EDCF8D51-CB9D-A76E-C79B-52932FD1904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076" name="Arc 5075">
                        <a:extLst>
                          <a:ext uri="{FF2B5EF4-FFF2-40B4-BE49-F238E27FC236}">
                            <a16:creationId xmlns:a16="http://schemas.microsoft.com/office/drawing/2014/main" id="{D17BC3A2-6C2D-2B8E-5510-683E4E699D6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067" name="Group 5066">
                      <a:extLst>
                        <a:ext uri="{FF2B5EF4-FFF2-40B4-BE49-F238E27FC236}">
                          <a16:creationId xmlns:a16="http://schemas.microsoft.com/office/drawing/2014/main" id="{8B6AE045-7D93-098A-5726-21D9BD8F0F09}"/>
                        </a:ext>
                      </a:extLst>
                    </p:cNvPr>
                    <p:cNvGrpSpPr/>
                    <p:nvPr/>
                  </p:nvGrpSpPr>
                  <p:grpSpPr>
                    <a:xfrm>
                      <a:off x="5310186" y="3402011"/>
                      <a:ext cx="303213" cy="303213"/>
                      <a:chOff x="5310186" y="3402011"/>
                      <a:chExt cx="303213" cy="303213"/>
                    </a:xfrm>
                  </p:grpSpPr>
                  <p:grpSp>
                    <p:nvGrpSpPr>
                      <p:cNvPr id="5068" name="Group 5067">
                        <a:extLst>
                          <a:ext uri="{FF2B5EF4-FFF2-40B4-BE49-F238E27FC236}">
                            <a16:creationId xmlns:a16="http://schemas.microsoft.com/office/drawing/2014/main" id="{2171018E-E7E8-BDFF-4652-1E9E79D1AAE7}"/>
                          </a:ext>
                        </a:extLst>
                      </p:cNvPr>
                      <p:cNvGrpSpPr/>
                      <p:nvPr/>
                    </p:nvGrpSpPr>
                    <p:grpSpPr>
                      <a:xfrm>
                        <a:off x="5354636" y="3446461"/>
                        <a:ext cx="214313" cy="214313"/>
                        <a:chOff x="5354637" y="3446463"/>
                        <a:chExt cx="214313" cy="214313"/>
                      </a:xfrm>
                    </p:grpSpPr>
                    <p:sp>
                      <p:nvSpPr>
                        <p:cNvPr id="5073" name="Arc 5072">
                          <a:extLst>
                            <a:ext uri="{FF2B5EF4-FFF2-40B4-BE49-F238E27FC236}">
                              <a16:creationId xmlns:a16="http://schemas.microsoft.com/office/drawing/2014/main" id="{051F47E6-74EF-52AB-3278-2FC0A35075D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074" name="Arc 5073">
                          <a:extLst>
                            <a:ext uri="{FF2B5EF4-FFF2-40B4-BE49-F238E27FC236}">
                              <a16:creationId xmlns:a16="http://schemas.microsoft.com/office/drawing/2014/main" id="{D1B95BB6-FA15-D7DE-DBF2-D248A67D693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069" name="Group 5068">
                        <a:extLst>
                          <a:ext uri="{FF2B5EF4-FFF2-40B4-BE49-F238E27FC236}">
                            <a16:creationId xmlns:a16="http://schemas.microsoft.com/office/drawing/2014/main" id="{CC38F17F-7308-A3E9-FA61-ABE35B34B284}"/>
                          </a:ext>
                        </a:extLst>
                      </p:cNvPr>
                      <p:cNvGrpSpPr/>
                      <p:nvPr/>
                    </p:nvGrpSpPr>
                    <p:grpSpPr>
                      <a:xfrm rot="7200000">
                        <a:off x="5310186" y="3402011"/>
                        <a:ext cx="303213" cy="303213"/>
                        <a:chOff x="5354637" y="3446463"/>
                        <a:chExt cx="214313" cy="214313"/>
                      </a:xfrm>
                    </p:grpSpPr>
                    <p:sp>
                      <p:nvSpPr>
                        <p:cNvPr id="5071" name="Arc 5070">
                          <a:extLst>
                            <a:ext uri="{FF2B5EF4-FFF2-40B4-BE49-F238E27FC236}">
                              <a16:creationId xmlns:a16="http://schemas.microsoft.com/office/drawing/2014/main" id="{C6F618DC-D6D6-1227-6A60-51CDB973BC5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072" name="Arc 5071">
                          <a:extLst>
                            <a:ext uri="{FF2B5EF4-FFF2-40B4-BE49-F238E27FC236}">
                              <a16:creationId xmlns:a16="http://schemas.microsoft.com/office/drawing/2014/main" id="{C82AF589-B982-47B7-0645-37DDB9E3F06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070" name="TextBox 5069">
                        <a:extLst>
                          <a:ext uri="{FF2B5EF4-FFF2-40B4-BE49-F238E27FC236}">
                            <a16:creationId xmlns:a16="http://schemas.microsoft.com/office/drawing/2014/main" id="{1A92757A-A5EA-2765-16C7-7552B04F394E}"/>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032" name="Group 5031">
                    <a:extLst>
                      <a:ext uri="{FF2B5EF4-FFF2-40B4-BE49-F238E27FC236}">
                        <a16:creationId xmlns:a16="http://schemas.microsoft.com/office/drawing/2014/main" id="{723D4BCA-37B9-5351-629F-E00F264F00A3}"/>
                      </a:ext>
                    </a:extLst>
                  </p:cNvPr>
                  <p:cNvGrpSpPr/>
                  <p:nvPr/>
                </p:nvGrpSpPr>
                <p:grpSpPr>
                  <a:xfrm>
                    <a:off x="5886431" y="3525040"/>
                    <a:ext cx="393192" cy="393192"/>
                    <a:chOff x="5265196" y="3932619"/>
                    <a:chExt cx="393192" cy="393192"/>
                  </a:xfrm>
                </p:grpSpPr>
                <p:grpSp>
                  <p:nvGrpSpPr>
                    <p:cNvPr id="5056" name="Group 5055">
                      <a:extLst>
                        <a:ext uri="{FF2B5EF4-FFF2-40B4-BE49-F238E27FC236}">
                          <a16:creationId xmlns:a16="http://schemas.microsoft.com/office/drawing/2014/main" id="{7EB68671-0E0D-387B-7D6E-B058FD323244}"/>
                        </a:ext>
                      </a:extLst>
                    </p:cNvPr>
                    <p:cNvGrpSpPr/>
                    <p:nvPr/>
                  </p:nvGrpSpPr>
                  <p:grpSpPr>
                    <a:xfrm>
                      <a:off x="5354636" y="4022061"/>
                      <a:ext cx="214313" cy="214313"/>
                      <a:chOff x="5354637" y="3446463"/>
                      <a:chExt cx="214313" cy="214313"/>
                    </a:xfrm>
                  </p:grpSpPr>
                  <p:sp>
                    <p:nvSpPr>
                      <p:cNvPr id="5064" name="Arc 5063">
                        <a:extLst>
                          <a:ext uri="{FF2B5EF4-FFF2-40B4-BE49-F238E27FC236}">
                            <a16:creationId xmlns:a16="http://schemas.microsoft.com/office/drawing/2014/main" id="{4E229094-F4C2-FC2E-A953-E15762C040D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065" name="Arc 5064">
                        <a:extLst>
                          <a:ext uri="{FF2B5EF4-FFF2-40B4-BE49-F238E27FC236}">
                            <a16:creationId xmlns:a16="http://schemas.microsoft.com/office/drawing/2014/main" id="{3BF11D62-6D25-3D92-1389-5055762F921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057" name="Group 5056">
                      <a:extLst>
                        <a:ext uri="{FF2B5EF4-FFF2-40B4-BE49-F238E27FC236}">
                          <a16:creationId xmlns:a16="http://schemas.microsoft.com/office/drawing/2014/main" id="{E23A6921-9F23-D415-ED55-093A02BA0044}"/>
                        </a:ext>
                      </a:extLst>
                    </p:cNvPr>
                    <p:cNvGrpSpPr/>
                    <p:nvPr/>
                  </p:nvGrpSpPr>
                  <p:grpSpPr>
                    <a:xfrm rot="14400000">
                      <a:off x="5310186" y="3977611"/>
                      <a:ext cx="303213" cy="303213"/>
                      <a:chOff x="5354637" y="3446463"/>
                      <a:chExt cx="214313" cy="214313"/>
                    </a:xfrm>
                  </p:grpSpPr>
                  <p:sp>
                    <p:nvSpPr>
                      <p:cNvPr id="5062" name="Arc 5061">
                        <a:extLst>
                          <a:ext uri="{FF2B5EF4-FFF2-40B4-BE49-F238E27FC236}">
                            <a16:creationId xmlns:a16="http://schemas.microsoft.com/office/drawing/2014/main" id="{3BC24229-68AD-3B7E-D45D-9D88A296D17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063" name="Arc 5062">
                        <a:extLst>
                          <a:ext uri="{FF2B5EF4-FFF2-40B4-BE49-F238E27FC236}">
                            <a16:creationId xmlns:a16="http://schemas.microsoft.com/office/drawing/2014/main" id="{D7876453-A9DA-9568-1D7C-778634A8F3C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058" name="Group 5057">
                      <a:extLst>
                        <a:ext uri="{FF2B5EF4-FFF2-40B4-BE49-F238E27FC236}">
                          <a16:creationId xmlns:a16="http://schemas.microsoft.com/office/drawing/2014/main" id="{D734D7E3-83FB-68BB-9028-4E565EA017DF}"/>
                        </a:ext>
                      </a:extLst>
                    </p:cNvPr>
                    <p:cNvGrpSpPr/>
                    <p:nvPr/>
                  </p:nvGrpSpPr>
                  <p:grpSpPr>
                    <a:xfrm rot="7200000">
                      <a:off x="5265196" y="3932619"/>
                      <a:ext cx="393192" cy="393192"/>
                      <a:chOff x="5354637" y="3446463"/>
                      <a:chExt cx="214313" cy="214313"/>
                    </a:xfrm>
                  </p:grpSpPr>
                  <p:sp>
                    <p:nvSpPr>
                      <p:cNvPr id="5060" name="Arc 5059">
                        <a:extLst>
                          <a:ext uri="{FF2B5EF4-FFF2-40B4-BE49-F238E27FC236}">
                            <a16:creationId xmlns:a16="http://schemas.microsoft.com/office/drawing/2014/main" id="{D18061A8-9899-0D92-D16B-F482746D371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061" name="Arc 5060">
                        <a:extLst>
                          <a:ext uri="{FF2B5EF4-FFF2-40B4-BE49-F238E27FC236}">
                            <a16:creationId xmlns:a16="http://schemas.microsoft.com/office/drawing/2014/main" id="{31560023-09B2-BAC3-3CAF-31C29004E12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059" name="TextBox 5058">
                      <a:extLst>
                        <a:ext uri="{FF2B5EF4-FFF2-40B4-BE49-F238E27FC236}">
                          <a16:creationId xmlns:a16="http://schemas.microsoft.com/office/drawing/2014/main" id="{DDA80658-5D68-6F62-8EF1-0CDD19E98D6E}"/>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5033" name="Group 5032">
                    <a:extLst>
                      <a:ext uri="{FF2B5EF4-FFF2-40B4-BE49-F238E27FC236}">
                        <a16:creationId xmlns:a16="http://schemas.microsoft.com/office/drawing/2014/main" id="{CD76F2D9-8BA7-BD82-58C9-BF8AD728BF7A}"/>
                      </a:ext>
                    </a:extLst>
                  </p:cNvPr>
                  <p:cNvGrpSpPr/>
                  <p:nvPr/>
                </p:nvGrpSpPr>
                <p:grpSpPr>
                  <a:xfrm>
                    <a:off x="6512463" y="3525040"/>
                    <a:ext cx="393192" cy="393192"/>
                    <a:chOff x="6389147" y="3357021"/>
                    <a:chExt cx="393192" cy="393192"/>
                  </a:xfrm>
                </p:grpSpPr>
                <p:grpSp>
                  <p:nvGrpSpPr>
                    <p:cNvPr id="5045" name="Group 5044">
                      <a:extLst>
                        <a:ext uri="{FF2B5EF4-FFF2-40B4-BE49-F238E27FC236}">
                          <a16:creationId xmlns:a16="http://schemas.microsoft.com/office/drawing/2014/main" id="{C763DAB1-D834-C916-9A9E-A511340C63BD}"/>
                        </a:ext>
                      </a:extLst>
                    </p:cNvPr>
                    <p:cNvGrpSpPr/>
                    <p:nvPr/>
                  </p:nvGrpSpPr>
                  <p:grpSpPr>
                    <a:xfrm rot="7200000" flipH="1">
                      <a:off x="6389147" y="3357021"/>
                      <a:ext cx="393192" cy="393192"/>
                      <a:chOff x="5354637" y="3446463"/>
                      <a:chExt cx="214313" cy="214313"/>
                    </a:xfrm>
                  </p:grpSpPr>
                  <p:sp>
                    <p:nvSpPr>
                      <p:cNvPr id="5054" name="Arc 5053">
                        <a:extLst>
                          <a:ext uri="{FF2B5EF4-FFF2-40B4-BE49-F238E27FC236}">
                            <a16:creationId xmlns:a16="http://schemas.microsoft.com/office/drawing/2014/main" id="{28DD1135-B437-D4A2-4305-7BB8C845841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055" name="Arc 5054">
                        <a:extLst>
                          <a:ext uri="{FF2B5EF4-FFF2-40B4-BE49-F238E27FC236}">
                            <a16:creationId xmlns:a16="http://schemas.microsoft.com/office/drawing/2014/main" id="{79D7E1F8-1293-6EBF-1FC1-28241BF1E59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046" name="Group 5045">
                      <a:extLst>
                        <a:ext uri="{FF2B5EF4-FFF2-40B4-BE49-F238E27FC236}">
                          <a16:creationId xmlns:a16="http://schemas.microsoft.com/office/drawing/2014/main" id="{A5AAA278-3B5B-8D61-CB1F-7D57AE955434}"/>
                        </a:ext>
                      </a:extLst>
                    </p:cNvPr>
                    <p:cNvGrpSpPr/>
                    <p:nvPr/>
                  </p:nvGrpSpPr>
                  <p:grpSpPr>
                    <a:xfrm>
                      <a:off x="6434137" y="3402011"/>
                      <a:ext cx="303213" cy="303213"/>
                      <a:chOff x="6434137" y="3402011"/>
                      <a:chExt cx="303213" cy="303213"/>
                    </a:xfrm>
                  </p:grpSpPr>
                  <p:grpSp>
                    <p:nvGrpSpPr>
                      <p:cNvPr id="5047" name="Group 5046">
                        <a:extLst>
                          <a:ext uri="{FF2B5EF4-FFF2-40B4-BE49-F238E27FC236}">
                            <a16:creationId xmlns:a16="http://schemas.microsoft.com/office/drawing/2014/main" id="{41AF6605-D457-AD5D-B833-9FE32751E9FB}"/>
                          </a:ext>
                        </a:extLst>
                      </p:cNvPr>
                      <p:cNvGrpSpPr/>
                      <p:nvPr/>
                    </p:nvGrpSpPr>
                    <p:grpSpPr>
                      <a:xfrm flipH="1">
                        <a:off x="6478587" y="3446461"/>
                        <a:ext cx="214313" cy="214313"/>
                        <a:chOff x="5354637" y="3446463"/>
                        <a:chExt cx="214313" cy="214313"/>
                      </a:xfrm>
                    </p:grpSpPr>
                    <p:sp>
                      <p:nvSpPr>
                        <p:cNvPr id="5052" name="Arc 5051">
                          <a:extLst>
                            <a:ext uri="{FF2B5EF4-FFF2-40B4-BE49-F238E27FC236}">
                              <a16:creationId xmlns:a16="http://schemas.microsoft.com/office/drawing/2014/main" id="{8137201C-EEB2-D7DE-EF06-3446F6CFB22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053" name="Arc 5052">
                          <a:extLst>
                            <a:ext uri="{FF2B5EF4-FFF2-40B4-BE49-F238E27FC236}">
                              <a16:creationId xmlns:a16="http://schemas.microsoft.com/office/drawing/2014/main" id="{9AF8EC60-913F-4A88-4D60-2C3942965B3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048" name="Group 5047">
                        <a:extLst>
                          <a:ext uri="{FF2B5EF4-FFF2-40B4-BE49-F238E27FC236}">
                            <a16:creationId xmlns:a16="http://schemas.microsoft.com/office/drawing/2014/main" id="{1A8D932A-3082-259A-04E5-EAD322651B64}"/>
                          </a:ext>
                        </a:extLst>
                      </p:cNvPr>
                      <p:cNvGrpSpPr/>
                      <p:nvPr/>
                    </p:nvGrpSpPr>
                    <p:grpSpPr>
                      <a:xfrm rot="14400000" flipH="1">
                        <a:off x="6434137" y="3402011"/>
                        <a:ext cx="303213" cy="303213"/>
                        <a:chOff x="5354637" y="3446463"/>
                        <a:chExt cx="214313" cy="214313"/>
                      </a:xfrm>
                    </p:grpSpPr>
                    <p:sp>
                      <p:nvSpPr>
                        <p:cNvPr id="5050" name="Arc 5049">
                          <a:extLst>
                            <a:ext uri="{FF2B5EF4-FFF2-40B4-BE49-F238E27FC236}">
                              <a16:creationId xmlns:a16="http://schemas.microsoft.com/office/drawing/2014/main" id="{7948BFCE-236F-9828-414D-F01AEBAA513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051" name="Arc 5050">
                          <a:extLst>
                            <a:ext uri="{FF2B5EF4-FFF2-40B4-BE49-F238E27FC236}">
                              <a16:creationId xmlns:a16="http://schemas.microsoft.com/office/drawing/2014/main" id="{6962B80E-9C93-DA75-CF75-8E2E336F197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049" name="TextBox 5048">
                        <a:extLst>
                          <a:ext uri="{FF2B5EF4-FFF2-40B4-BE49-F238E27FC236}">
                            <a16:creationId xmlns:a16="http://schemas.microsoft.com/office/drawing/2014/main" id="{23885BAB-5159-4AA9-5B48-55A6FAA29F00}"/>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5034" name="Group 5033">
                    <a:extLst>
                      <a:ext uri="{FF2B5EF4-FFF2-40B4-BE49-F238E27FC236}">
                        <a16:creationId xmlns:a16="http://schemas.microsoft.com/office/drawing/2014/main" id="{B58930D6-6D18-76F2-FADA-C085B2B1FA81}"/>
                      </a:ext>
                    </a:extLst>
                  </p:cNvPr>
                  <p:cNvGrpSpPr/>
                  <p:nvPr/>
                </p:nvGrpSpPr>
                <p:grpSpPr>
                  <a:xfrm>
                    <a:off x="6197413" y="3225768"/>
                    <a:ext cx="393192" cy="393192"/>
                    <a:chOff x="6389147" y="3932622"/>
                    <a:chExt cx="393192" cy="393192"/>
                  </a:xfrm>
                </p:grpSpPr>
                <p:grpSp>
                  <p:nvGrpSpPr>
                    <p:cNvPr id="5035" name="Group 5034">
                      <a:extLst>
                        <a:ext uri="{FF2B5EF4-FFF2-40B4-BE49-F238E27FC236}">
                          <a16:creationId xmlns:a16="http://schemas.microsoft.com/office/drawing/2014/main" id="{828EF7EB-DD78-D0CF-6545-4EAA3C906413}"/>
                        </a:ext>
                      </a:extLst>
                    </p:cNvPr>
                    <p:cNvGrpSpPr/>
                    <p:nvPr/>
                  </p:nvGrpSpPr>
                  <p:grpSpPr>
                    <a:xfrm flipH="1">
                      <a:off x="6478587" y="4022061"/>
                      <a:ext cx="214313" cy="214313"/>
                      <a:chOff x="5354637" y="3446463"/>
                      <a:chExt cx="214313" cy="214313"/>
                    </a:xfrm>
                  </p:grpSpPr>
                  <p:sp>
                    <p:nvSpPr>
                      <p:cNvPr id="5043" name="Arc 5042">
                        <a:extLst>
                          <a:ext uri="{FF2B5EF4-FFF2-40B4-BE49-F238E27FC236}">
                            <a16:creationId xmlns:a16="http://schemas.microsoft.com/office/drawing/2014/main" id="{09EA1564-905C-FF5D-5CE7-3FE7E5DE580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044" name="Arc 5043">
                        <a:extLst>
                          <a:ext uri="{FF2B5EF4-FFF2-40B4-BE49-F238E27FC236}">
                            <a16:creationId xmlns:a16="http://schemas.microsoft.com/office/drawing/2014/main" id="{7CD48F85-A760-2ACA-6536-67D940CA52C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036" name="Group 5035">
                      <a:extLst>
                        <a:ext uri="{FF2B5EF4-FFF2-40B4-BE49-F238E27FC236}">
                          <a16:creationId xmlns:a16="http://schemas.microsoft.com/office/drawing/2014/main" id="{DE1B0C54-D93F-6AF0-0732-D5FB6F7C0003}"/>
                        </a:ext>
                      </a:extLst>
                    </p:cNvPr>
                    <p:cNvGrpSpPr/>
                    <p:nvPr/>
                  </p:nvGrpSpPr>
                  <p:grpSpPr>
                    <a:xfrm rot="7200000" flipH="1">
                      <a:off x="6434137" y="3977611"/>
                      <a:ext cx="303213" cy="303213"/>
                      <a:chOff x="5354637" y="3446463"/>
                      <a:chExt cx="214313" cy="214313"/>
                    </a:xfrm>
                  </p:grpSpPr>
                  <p:sp>
                    <p:nvSpPr>
                      <p:cNvPr id="5041" name="Arc 5040">
                        <a:extLst>
                          <a:ext uri="{FF2B5EF4-FFF2-40B4-BE49-F238E27FC236}">
                            <a16:creationId xmlns:a16="http://schemas.microsoft.com/office/drawing/2014/main" id="{CBCE3985-F061-75AF-F14F-CA868D9975E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042" name="Arc 5041">
                        <a:extLst>
                          <a:ext uri="{FF2B5EF4-FFF2-40B4-BE49-F238E27FC236}">
                            <a16:creationId xmlns:a16="http://schemas.microsoft.com/office/drawing/2014/main" id="{69C2F795-5112-33DA-EFCE-ADD5EE62B4D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037" name="Group 5036">
                      <a:extLst>
                        <a:ext uri="{FF2B5EF4-FFF2-40B4-BE49-F238E27FC236}">
                          <a16:creationId xmlns:a16="http://schemas.microsoft.com/office/drawing/2014/main" id="{7AB2475E-32FD-441D-5CC7-E5E4DEF2B5AC}"/>
                        </a:ext>
                      </a:extLst>
                    </p:cNvPr>
                    <p:cNvGrpSpPr/>
                    <p:nvPr/>
                  </p:nvGrpSpPr>
                  <p:grpSpPr>
                    <a:xfrm rot="14400000" flipH="1">
                      <a:off x="6389147" y="3932622"/>
                      <a:ext cx="393192" cy="393192"/>
                      <a:chOff x="5354637" y="3446463"/>
                      <a:chExt cx="214313" cy="214313"/>
                    </a:xfrm>
                  </p:grpSpPr>
                  <p:sp>
                    <p:nvSpPr>
                      <p:cNvPr id="5039" name="Arc 5038">
                        <a:extLst>
                          <a:ext uri="{FF2B5EF4-FFF2-40B4-BE49-F238E27FC236}">
                            <a16:creationId xmlns:a16="http://schemas.microsoft.com/office/drawing/2014/main" id="{9E9F4989-C45A-FD97-0285-89FF6C706DF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040" name="Arc 5039">
                        <a:extLst>
                          <a:ext uri="{FF2B5EF4-FFF2-40B4-BE49-F238E27FC236}">
                            <a16:creationId xmlns:a16="http://schemas.microsoft.com/office/drawing/2014/main" id="{812E62BF-3719-FB2F-A824-8304B244A1B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038" name="TextBox 5037">
                      <a:extLst>
                        <a:ext uri="{FF2B5EF4-FFF2-40B4-BE49-F238E27FC236}">
                          <a16:creationId xmlns:a16="http://schemas.microsoft.com/office/drawing/2014/main" id="{34A2C166-42D6-0A2B-66DF-AFA1EBFEBEE8}"/>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984" name="Group 4983">
                  <a:extLst>
                    <a:ext uri="{FF2B5EF4-FFF2-40B4-BE49-F238E27FC236}">
                      <a16:creationId xmlns:a16="http://schemas.microsoft.com/office/drawing/2014/main" id="{F839E35B-56F0-D3DC-44FA-05ECBAB630D2}"/>
                    </a:ext>
                  </a:extLst>
                </p:cNvPr>
                <p:cNvGrpSpPr/>
                <p:nvPr/>
              </p:nvGrpSpPr>
              <p:grpSpPr>
                <a:xfrm>
                  <a:off x="6069086" y="3246228"/>
                  <a:ext cx="1019224" cy="991639"/>
                  <a:chOff x="5886431" y="3225768"/>
                  <a:chExt cx="1019224" cy="991639"/>
                </a:xfrm>
              </p:grpSpPr>
              <p:grpSp>
                <p:nvGrpSpPr>
                  <p:cNvPr id="4985" name="Group 4984">
                    <a:extLst>
                      <a:ext uri="{FF2B5EF4-FFF2-40B4-BE49-F238E27FC236}">
                        <a16:creationId xmlns:a16="http://schemas.microsoft.com/office/drawing/2014/main" id="{BB3D1BCF-9741-C25F-8CCF-9973ACFBBBED}"/>
                      </a:ext>
                    </a:extLst>
                  </p:cNvPr>
                  <p:cNvGrpSpPr/>
                  <p:nvPr/>
                </p:nvGrpSpPr>
                <p:grpSpPr>
                  <a:xfrm>
                    <a:off x="6197413" y="3824215"/>
                    <a:ext cx="393192" cy="393192"/>
                    <a:chOff x="5265196" y="3357021"/>
                    <a:chExt cx="393192" cy="393192"/>
                  </a:xfrm>
                </p:grpSpPr>
                <p:grpSp>
                  <p:nvGrpSpPr>
                    <p:cNvPr id="5020" name="Group 5019">
                      <a:extLst>
                        <a:ext uri="{FF2B5EF4-FFF2-40B4-BE49-F238E27FC236}">
                          <a16:creationId xmlns:a16="http://schemas.microsoft.com/office/drawing/2014/main" id="{36704411-4061-3A21-A30D-51D69C51373A}"/>
                        </a:ext>
                      </a:extLst>
                    </p:cNvPr>
                    <p:cNvGrpSpPr/>
                    <p:nvPr/>
                  </p:nvGrpSpPr>
                  <p:grpSpPr>
                    <a:xfrm rot="14400000">
                      <a:off x="5265196" y="3357021"/>
                      <a:ext cx="393192" cy="393192"/>
                      <a:chOff x="5354637" y="3446463"/>
                      <a:chExt cx="214313" cy="214313"/>
                    </a:xfrm>
                  </p:grpSpPr>
                  <p:sp>
                    <p:nvSpPr>
                      <p:cNvPr id="5029" name="Arc 5028">
                        <a:extLst>
                          <a:ext uri="{FF2B5EF4-FFF2-40B4-BE49-F238E27FC236}">
                            <a16:creationId xmlns:a16="http://schemas.microsoft.com/office/drawing/2014/main" id="{1AB9EFAA-25BE-734F-9D1F-C4F8030B48F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030" name="Arc 5029">
                        <a:extLst>
                          <a:ext uri="{FF2B5EF4-FFF2-40B4-BE49-F238E27FC236}">
                            <a16:creationId xmlns:a16="http://schemas.microsoft.com/office/drawing/2014/main" id="{13F5DB1D-0B55-5CAD-334C-339BAC9DE54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021" name="Group 5020">
                      <a:extLst>
                        <a:ext uri="{FF2B5EF4-FFF2-40B4-BE49-F238E27FC236}">
                          <a16:creationId xmlns:a16="http://schemas.microsoft.com/office/drawing/2014/main" id="{725CFBE0-1824-746B-6E07-7613CDF3414E}"/>
                        </a:ext>
                      </a:extLst>
                    </p:cNvPr>
                    <p:cNvGrpSpPr/>
                    <p:nvPr/>
                  </p:nvGrpSpPr>
                  <p:grpSpPr>
                    <a:xfrm>
                      <a:off x="5310186" y="3402011"/>
                      <a:ext cx="303213" cy="303213"/>
                      <a:chOff x="5310186" y="3402011"/>
                      <a:chExt cx="303213" cy="303213"/>
                    </a:xfrm>
                  </p:grpSpPr>
                  <p:grpSp>
                    <p:nvGrpSpPr>
                      <p:cNvPr id="5022" name="Group 5021">
                        <a:extLst>
                          <a:ext uri="{FF2B5EF4-FFF2-40B4-BE49-F238E27FC236}">
                            <a16:creationId xmlns:a16="http://schemas.microsoft.com/office/drawing/2014/main" id="{71984233-F820-AD23-77B3-589EA29391EE}"/>
                          </a:ext>
                        </a:extLst>
                      </p:cNvPr>
                      <p:cNvGrpSpPr/>
                      <p:nvPr/>
                    </p:nvGrpSpPr>
                    <p:grpSpPr>
                      <a:xfrm>
                        <a:off x="5354636" y="3446461"/>
                        <a:ext cx="214313" cy="214313"/>
                        <a:chOff x="5354637" y="3446463"/>
                        <a:chExt cx="214313" cy="214313"/>
                      </a:xfrm>
                    </p:grpSpPr>
                    <p:sp>
                      <p:nvSpPr>
                        <p:cNvPr id="5027" name="Arc 5026">
                          <a:extLst>
                            <a:ext uri="{FF2B5EF4-FFF2-40B4-BE49-F238E27FC236}">
                              <a16:creationId xmlns:a16="http://schemas.microsoft.com/office/drawing/2014/main" id="{84329AD4-A65B-DCB6-7066-6D786242371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028" name="Arc 5027">
                          <a:extLst>
                            <a:ext uri="{FF2B5EF4-FFF2-40B4-BE49-F238E27FC236}">
                              <a16:creationId xmlns:a16="http://schemas.microsoft.com/office/drawing/2014/main" id="{F7A63472-62B1-8370-6E1E-D25B3DB0EA7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023" name="Group 5022">
                        <a:extLst>
                          <a:ext uri="{FF2B5EF4-FFF2-40B4-BE49-F238E27FC236}">
                            <a16:creationId xmlns:a16="http://schemas.microsoft.com/office/drawing/2014/main" id="{AF423F63-EEFB-B5A5-5C08-3C5ACBEE60A4}"/>
                          </a:ext>
                        </a:extLst>
                      </p:cNvPr>
                      <p:cNvGrpSpPr/>
                      <p:nvPr/>
                    </p:nvGrpSpPr>
                    <p:grpSpPr>
                      <a:xfrm rot="7200000">
                        <a:off x="5310186" y="3402011"/>
                        <a:ext cx="303213" cy="303213"/>
                        <a:chOff x="5354637" y="3446463"/>
                        <a:chExt cx="214313" cy="214313"/>
                      </a:xfrm>
                    </p:grpSpPr>
                    <p:sp>
                      <p:nvSpPr>
                        <p:cNvPr id="5025" name="Arc 5024">
                          <a:extLst>
                            <a:ext uri="{FF2B5EF4-FFF2-40B4-BE49-F238E27FC236}">
                              <a16:creationId xmlns:a16="http://schemas.microsoft.com/office/drawing/2014/main" id="{82674908-9427-77CE-B36F-968C8A38EAC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026" name="Arc 5025">
                          <a:extLst>
                            <a:ext uri="{FF2B5EF4-FFF2-40B4-BE49-F238E27FC236}">
                              <a16:creationId xmlns:a16="http://schemas.microsoft.com/office/drawing/2014/main" id="{7870AF70-EB36-2247-8257-FA678B80B33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024" name="TextBox 5023">
                        <a:extLst>
                          <a:ext uri="{FF2B5EF4-FFF2-40B4-BE49-F238E27FC236}">
                            <a16:creationId xmlns:a16="http://schemas.microsoft.com/office/drawing/2014/main" id="{3CC380D4-5508-0D1E-364D-075590CE1F70}"/>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986" name="Group 4985">
                    <a:extLst>
                      <a:ext uri="{FF2B5EF4-FFF2-40B4-BE49-F238E27FC236}">
                        <a16:creationId xmlns:a16="http://schemas.microsoft.com/office/drawing/2014/main" id="{A6F18E24-4131-78CE-7346-AAD50EC63ED1}"/>
                      </a:ext>
                    </a:extLst>
                  </p:cNvPr>
                  <p:cNvGrpSpPr/>
                  <p:nvPr/>
                </p:nvGrpSpPr>
                <p:grpSpPr>
                  <a:xfrm>
                    <a:off x="5886431" y="3525040"/>
                    <a:ext cx="393192" cy="393192"/>
                    <a:chOff x="5265196" y="3932619"/>
                    <a:chExt cx="393192" cy="393192"/>
                  </a:xfrm>
                </p:grpSpPr>
                <p:grpSp>
                  <p:nvGrpSpPr>
                    <p:cNvPr id="5010" name="Group 5009">
                      <a:extLst>
                        <a:ext uri="{FF2B5EF4-FFF2-40B4-BE49-F238E27FC236}">
                          <a16:creationId xmlns:a16="http://schemas.microsoft.com/office/drawing/2014/main" id="{6836E046-E5AC-9F66-560A-B1973020127C}"/>
                        </a:ext>
                      </a:extLst>
                    </p:cNvPr>
                    <p:cNvGrpSpPr/>
                    <p:nvPr/>
                  </p:nvGrpSpPr>
                  <p:grpSpPr>
                    <a:xfrm>
                      <a:off x="5354636" y="4022061"/>
                      <a:ext cx="214313" cy="214313"/>
                      <a:chOff x="5354637" y="3446463"/>
                      <a:chExt cx="214313" cy="214313"/>
                    </a:xfrm>
                  </p:grpSpPr>
                  <p:sp>
                    <p:nvSpPr>
                      <p:cNvPr id="5018" name="Arc 5017">
                        <a:extLst>
                          <a:ext uri="{FF2B5EF4-FFF2-40B4-BE49-F238E27FC236}">
                            <a16:creationId xmlns:a16="http://schemas.microsoft.com/office/drawing/2014/main" id="{1D508E78-FE22-3845-EF43-9B167FCE408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019" name="Arc 5018">
                        <a:extLst>
                          <a:ext uri="{FF2B5EF4-FFF2-40B4-BE49-F238E27FC236}">
                            <a16:creationId xmlns:a16="http://schemas.microsoft.com/office/drawing/2014/main" id="{6869E860-4B94-06C0-D6CF-8AFB08D0BD9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011" name="Group 5010">
                      <a:extLst>
                        <a:ext uri="{FF2B5EF4-FFF2-40B4-BE49-F238E27FC236}">
                          <a16:creationId xmlns:a16="http://schemas.microsoft.com/office/drawing/2014/main" id="{24194DFD-8660-E01A-2E20-A57ED02F4949}"/>
                        </a:ext>
                      </a:extLst>
                    </p:cNvPr>
                    <p:cNvGrpSpPr/>
                    <p:nvPr/>
                  </p:nvGrpSpPr>
                  <p:grpSpPr>
                    <a:xfrm rot="14400000">
                      <a:off x="5310186" y="3977611"/>
                      <a:ext cx="303213" cy="303213"/>
                      <a:chOff x="5354637" y="3446463"/>
                      <a:chExt cx="214313" cy="214313"/>
                    </a:xfrm>
                  </p:grpSpPr>
                  <p:sp>
                    <p:nvSpPr>
                      <p:cNvPr id="5016" name="Arc 5015">
                        <a:extLst>
                          <a:ext uri="{FF2B5EF4-FFF2-40B4-BE49-F238E27FC236}">
                            <a16:creationId xmlns:a16="http://schemas.microsoft.com/office/drawing/2014/main" id="{C7B148B9-A83B-81FF-670B-A8D04EA1B91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017" name="Arc 5016">
                        <a:extLst>
                          <a:ext uri="{FF2B5EF4-FFF2-40B4-BE49-F238E27FC236}">
                            <a16:creationId xmlns:a16="http://schemas.microsoft.com/office/drawing/2014/main" id="{2092852F-93F0-E6A6-9BB7-F0F5FC06FB3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012" name="Group 5011">
                      <a:extLst>
                        <a:ext uri="{FF2B5EF4-FFF2-40B4-BE49-F238E27FC236}">
                          <a16:creationId xmlns:a16="http://schemas.microsoft.com/office/drawing/2014/main" id="{EDE96BA6-AB58-2F6B-138A-E5829EC4B6F8}"/>
                        </a:ext>
                      </a:extLst>
                    </p:cNvPr>
                    <p:cNvGrpSpPr/>
                    <p:nvPr/>
                  </p:nvGrpSpPr>
                  <p:grpSpPr>
                    <a:xfrm rot="7200000">
                      <a:off x="5265196" y="3932619"/>
                      <a:ext cx="393192" cy="393192"/>
                      <a:chOff x="5354637" y="3446463"/>
                      <a:chExt cx="214313" cy="214313"/>
                    </a:xfrm>
                  </p:grpSpPr>
                  <p:sp>
                    <p:nvSpPr>
                      <p:cNvPr id="5014" name="Arc 5013">
                        <a:extLst>
                          <a:ext uri="{FF2B5EF4-FFF2-40B4-BE49-F238E27FC236}">
                            <a16:creationId xmlns:a16="http://schemas.microsoft.com/office/drawing/2014/main" id="{3C72DEFF-FE60-17BE-0DD7-9201CF9F471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015" name="Arc 5014">
                        <a:extLst>
                          <a:ext uri="{FF2B5EF4-FFF2-40B4-BE49-F238E27FC236}">
                            <a16:creationId xmlns:a16="http://schemas.microsoft.com/office/drawing/2014/main" id="{36E692A4-C797-8BD8-F1E2-ED5D4582228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013" name="TextBox 5012">
                      <a:extLst>
                        <a:ext uri="{FF2B5EF4-FFF2-40B4-BE49-F238E27FC236}">
                          <a16:creationId xmlns:a16="http://schemas.microsoft.com/office/drawing/2014/main" id="{E2931A22-046F-8CA1-3C53-7AC160B58D9E}"/>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4987" name="Group 4986">
                    <a:extLst>
                      <a:ext uri="{FF2B5EF4-FFF2-40B4-BE49-F238E27FC236}">
                        <a16:creationId xmlns:a16="http://schemas.microsoft.com/office/drawing/2014/main" id="{6871C4B1-ED70-A528-694C-03BF94DBF3CF}"/>
                      </a:ext>
                    </a:extLst>
                  </p:cNvPr>
                  <p:cNvGrpSpPr/>
                  <p:nvPr/>
                </p:nvGrpSpPr>
                <p:grpSpPr>
                  <a:xfrm>
                    <a:off x="6512463" y="3525040"/>
                    <a:ext cx="393192" cy="393192"/>
                    <a:chOff x="6389147" y="3357021"/>
                    <a:chExt cx="393192" cy="393192"/>
                  </a:xfrm>
                </p:grpSpPr>
                <p:grpSp>
                  <p:nvGrpSpPr>
                    <p:cNvPr id="4999" name="Group 4998">
                      <a:extLst>
                        <a:ext uri="{FF2B5EF4-FFF2-40B4-BE49-F238E27FC236}">
                          <a16:creationId xmlns:a16="http://schemas.microsoft.com/office/drawing/2014/main" id="{E61BE059-5A22-D020-9AE9-98D4B59DEE8F}"/>
                        </a:ext>
                      </a:extLst>
                    </p:cNvPr>
                    <p:cNvGrpSpPr/>
                    <p:nvPr/>
                  </p:nvGrpSpPr>
                  <p:grpSpPr>
                    <a:xfrm rot="7200000" flipH="1">
                      <a:off x="6389147" y="3357021"/>
                      <a:ext cx="393192" cy="393192"/>
                      <a:chOff x="5354637" y="3446463"/>
                      <a:chExt cx="214313" cy="214313"/>
                    </a:xfrm>
                  </p:grpSpPr>
                  <p:sp>
                    <p:nvSpPr>
                      <p:cNvPr id="5008" name="Arc 5007">
                        <a:extLst>
                          <a:ext uri="{FF2B5EF4-FFF2-40B4-BE49-F238E27FC236}">
                            <a16:creationId xmlns:a16="http://schemas.microsoft.com/office/drawing/2014/main" id="{0E3DA01F-C230-C1BF-D700-E4326451590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009" name="Arc 5008">
                        <a:extLst>
                          <a:ext uri="{FF2B5EF4-FFF2-40B4-BE49-F238E27FC236}">
                            <a16:creationId xmlns:a16="http://schemas.microsoft.com/office/drawing/2014/main" id="{4E8E6BAC-6426-D00C-0FC8-EDA1573DFFD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000" name="Group 4999">
                      <a:extLst>
                        <a:ext uri="{FF2B5EF4-FFF2-40B4-BE49-F238E27FC236}">
                          <a16:creationId xmlns:a16="http://schemas.microsoft.com/office/drawing/2014/main" id="{C5FE474D-40CC-E41B-47DF-595B4D232697}"/>
                        </a:ext>
                      </a:extLst>
                    </p:cNvPr>
                    <p:cNvGrpSpPr/>
                    <p:nvPr/>
                  </p:nvGrpSpPr>
                  <p:grpSpPr>
                    <a:xfrm>
                      <a:off x="6434137" y="3402011"/>
                      <a:ext cx="303213" cy="303213"/>
                      <a:chOff x="6434137" y="3402011"/>
                      <a:chExt cx="303213" cy="303213"/>
                    </a:xfrm>
                  </p:grpSpPr>
                  <p:grpSp>
                    <p:nvGrpSpPr>
                      <p:cNvPr id="5001" name="Group 5000">
                        <a:extLst>
                          <a:ext uri="{FF2B5EF4-FFF2-40B4-BE49-F238E27FC236}">
                            <a16:creationId xmlns:a16="http://schemas.microsoft.com/office/drawing/2014/main" id="{B3A9BAC8-6ACC-840F-CCE3-BFC798062D16}"/>
                          </a:ext>
                        </a:extLst>
                      </p:cNvPr>
                      <p:cNvGrpSpPr/>
                      <p:nvPr/>
                    </p:nvGrpSpPr>
                    <p:grpSpPr>
                      <a:xfrm flipH="1">
                        <a:off x="6478587" y="3446461"/>
                        <a:ext cx="214313" cy="214313"/>
                        <a:chOff x="5354637" y="3446463"/>
                        <a:chExt cx="214313" cy="214313"/>
                      </a:xfrm>
                    </p:grpSpPr>
                    <p:sp>
                      <p:nvSpPr>
                        <p:cNvPr id="5006" name="Arc 5005">
                          <a:extLst>
                            <a:ext uri="{FF2B5EF4-FFF2-40B4-BE49-F238E27FC236}">
                              <a16:creationId xmlns:a16="http://schemas.microsoft.com/office/drawing/2014/main" id="{FCE8F2EF-9B80-CFB0-61F6-47C654BC7DC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007" name="Arc 5006">
                          <a:extLst>
                            <a:ext uri="{FF2B5EF4-FFF2-40B4-BE49-F238E27FC236}">
                              <a16:creationId xmlns:a16="http://schemas.microsoft.com/office/drawing/2014/main" id="{2EC05CDB-B37F-C098-49DF-D38A56C954F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5002" name="Group 5001">
                        <a:extLst>
                          <a:ext uri="{FF2B5EF4-FFF2-40B4-BE49-F238E27FC236}">
                            <a16:creationId xmlns:a16="http://schemas.microsoft.com/office/drawing/2014/main" id="{EE956D41-18BE-31D8-BD72-04E2FE0D6E3E}"/>
                          </a:ext>
                        </a:extLst>
                      </p:cNvPr>
                      <p:cNvGrpSpPr/>
                      <p:nvPr/>
                    </p:nvGrpSpPr>
                    <p:grpSpPr>
                      <a:xfrm rot="14400000" flipH="1">
                        <a:off x="6434137" y="3402011"/>
                        <a:ext cx="303213" cy="303213"/>
                        <a:chOff x="5354637" y="3446463"/>
                        <a:chExt cx="214313" cy="214313"/>
                      </a:xfrm>
                    </p:grpSpPr>
                    <p:sp>
                      <p:nvSpPr>
                        <p:cNvPr id="5004" name="Arc 5003">
                          <a:extLst>
                            <a:ext uri="{FF2B5EF4-FFF2-40B4-BE49-F238E27FC236}">
                              <a16:creationId xmlns:a16="http://schemas.microsoft.com/office/drawing/2014/main" id="{246C2AEB-6EAE-CE69-286E-613D9D132E2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005" name="Arc 5004">
                          <a:extLst>
                            <a:ext uri="{FF2B5EF4-FFF2-40B4-BE49-F238E27FC236}">
                              <a16:creationId xmlns:a16="http://schemas.microsoft.com/office/drawing/2014/main" id="{05FAC492-08BE-5FD3-3268-0DC1ED4E2ED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5003" name="TextBox 5002">
                        <a:extLst>
                          <a:ext uri="{FF2B5EF4-FFF2-40B4-BE49-F238E27FC236}">
                            <a16:creationId xmlns:a16="http://schemas.microsoft.com/office/drawing/2014/main" id="{2666E85A-7795-7742-99E1-343079B695CD}"/>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988" name="Group 4987">
                    <a:extLst>
                      <a:ext uri="{FF2B5EF4-FFF2-40B4-BE49-F238E27FC236}">
                        <a16:creationId xmlns:a16="http://schemas.microsoft.com/office/drawing/2014/main" id="{ADF9536E-C7D4-3CD4-40A9-9C5B85705C5D}"/>
                      </a:ext>
                    </a:extLst>
                  </p:cNvPr>
                  <p:cNvGrpSpPr/>
                  <p:nvPr/>
                </p:nvGrpSpPr>
                <p:grpSpPr>
                  <a:xfrm>
                    <a:off x="6197413" y="3225768"/>
                    <a:ext cx="393192" cy="393192"/>
                    <a:chOff x="6389147" y="3932622"/>
                    <a:chExt cx="393192" cy="393192"/>
                  </a:xfrm>
                </p:grpSpPr>
                <p:grpSp>
                  <p:nvGrpSpPr>
                    <p:cNvPr id="4989" name="Group 4988">
                      <a:extLst>
                        <a:ext uri="{FF2B5EF4-FFF2-40B4-BE49-F238E27FC236}">
                          <a16:creationId xmlns:a16="http://schemas.microsoft.com/office/drawing/2014/main" id="{69618DB5-EA71-BF5A-4AF2-030707BBBBEB}"/>
                        </a:ext>
                      </a:extLst>
                    </p:cNvPr>
                    <p:cNvGrpSpPr/>
                    <p:nvPr/>
                  </p:nvGrpSpPr>
                  <p:grpSpPr>
                    <a:xfrm flipH="1">
                      <a:off x="6478587" y="4022061"/>
                      <a:ext cx="214313" cy="214313"/>
                      <a:chOff x="5354637" y="3446463"/>
                      <a:chExt cx="214313" cy="214313"/>
                    </a:xfrm>
                  </p:grpSpPr>
                  <p:sp>
                    <p:nvSpPr>
                      <p:cNvPr id="4997" name="Arc 4996">
                        <a:extLst>
                          <a:ext uri="{FF2B5EF4-FFF2-40B4-BE49-F238E27FC236}">
                            <a16:creationId xmlns:a16="http://schemas.microsoft.com/office/drawing/2014/main" id="{3F39749A-CA23-26D7-59AC-AF9C5D0620C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98" name="Arc 4997">
                        <a:extLst>
                          <a:ext uri="{FF2B5EF4-FFF2-40B4-BE49-F238E27FC236}">
                            <a16:creationId xmlns:a16="http://schemas.microsoft.com/office/drawing/2014/main" id="{3D5F8441-8F1E-86E4-9FA1-9BE86D43BEF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990" name="Group 4989">
                      <a:extLst>
                        <a:ext uri="{FF2B5EF4-FFF2-40B4-BE49-F238E27FC236}">
                          <a16:creationId xmlns:a16="http://schemas.microsoft.com/office/drawing/2014/main" id="{BD11F0CA-F319-FF67-144B-657937F33632}"/>
                        </a:ext>
                      </a:extLst>
                    </p:cNvPr>
                    <p:cNvGrpSpPr/>
                    <p:nvPr/>
                  </p:nvGrpSpPr>
                  <p:grpSpPr>
                    <a:xfrm rot="7200000" flipH="1">
                      <a:off x="6434137" y="3977611"/>
                      <a:ext cx="303213" cy="303213"/>
                      <a:chOff x="5354637" y="3446463"/>
                      <a:chExt cx="214313" cy="214313"/>
                    </a:xfrm>
                  </p:grpSpPr>
                  <p:sp>
                    <p:nvSpPr>
                      <p:cNvPr id="4995" name="Arc 4994">
                        <a:extLst>
                          <a:ext uri="{FF2B5EF4-FFF2-40B4-BE49-F238E27FC236}">
                            <a16:creationId xmlns:a16="http://schemas.microsoft.com/office/drawing/2014/main" id="{0E142C21-4110-EAA7-3530-12FA463D5B7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96" name="Arc 4995">
                        <a:extLst>
                          <a:ext uri="{FF2B5EF4-FFF2-40B4-BE49-F238E27FC236}">
                            <a16:creationId xmlns:a16="http://schemas.microsoft.com/office/drawing/2014/main" id="{CEB4B9A4-EA6E-EC07-F56E-EF20485744D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991" name="Group 4990">
                      <a:extLst>
                        <a:ext uri="{FF2B5EF4-FFF2-40B4-BE49-F238E27FC236}">
                          <a16:creationId xmlns:a16="http://schemas.microsoft.com/office/drawing/2014/main" id="{2472015D-08B5-4AFE-6745-1114CD688FFB}"/>
                        </a:ext>
                      </a:extLst>
                    </p:cNvPr>
                    <p:cNvGrpSpPr/>
                    <p:nvPr/>
                  </p:nvGrpSpPr>
                  <p:grpSpPr>
                    <a:xfrm rot="14400000" flipH="1">
                      <a:off x="6389147" y="3932622"/>
                      <a:ext cx="393192" cy="393192"/>
                      <a:chOff x="5354637" y="3446463"/>
                      <a:chExt cx="214313" cy="214313"/>
                    </a:xfrm>
                  </p:grpSpPr>
                  <p:sp>
                    <p:nvSpPr>
                      <p:cNvPr id="4993" name="Arc 4992">
                        <a:extLst>
                          <a:ext uri="{FF2B5EF4-FFF2-40B4-BE49-F238E27FC236}">
                            <a16:creationId xmlns:a16="http://schemas.microsoft.com/office/drawing/2014/main" id="{3CD96232-36D5-5F82-B023-286B3AC7566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94" name="Arc 4993">
                        <a:extLst>
                          <a:ext uri="{FF2B5EF4-FFF2-40B4-BE49-F238E27FC236}">
                            <a16:creationId xmlns:a16="http://schemas.microsoft.com/office/drawing/2014/main" id="{4AA843D5-46FC-57A8-78AB-3353AF4F190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992" name="TextBox 4991">
                      <a:extLst>
                        <a:ext uri="{FF2B5EF4-FFF2-40B4-BE49-F238E27FC236}">
                          <a16:creationId xmlns:a16="http://schemas.microsoft.com/office/drawing/2014/main" id="{9D3914D8-C923-FC82-0DA7-77378E17F15E}"/>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3071" name="Group 3070">
              <a:extLst>
                <a:ext uri="{FF2B5EF4-FFF2-40B4-BE49-F238E27FC236}">
                  <a16:creationId xmlns:a16="http://schemas.microsoft.com/office/drawing/2014/main" id="{C45088E0-F2AD-0B3F-2877-4AB9ABDFEDD6}"/>
                </a:ext>
              </a:extLst>
            </p:cNvPr>
            <p:cNvGrpSpPr/>
            <p:nvPr/>
          </p:nvGrpSpPr>
          <p:grpSpPr>
            <a:xfrm>
              <a:off x="784090" y="-792780"/>
              <a:ext cx="2263438" cy="2198360"/>
              <a:chOff x="5445106" y="2039507"/>
              <a:chExt cx="2263438" cy="2198360"/>
            </a:xfrm>
          </p:grpSpPr>
          <p:grpSp>
            <p:nvGrpSpPr>
              <p:cNvPr id="4791" name="Group 4790">
                <a:extLst>
                  <a:ext uri="{FF2B5EF4-FFF2-40B4-BE49-F238E27FC236}">
                    <a16:creationId xmlns:a16="http://schemas.microsoft.com/office/drawing/2014/main" id="{5AAC0A9C-2FD7-47C3-C22A-23ADA7CE4DEA}"/>
                  </a:ext>
                </a:extLst>
              </p:cNvPr>
              <p:cNvGrpSpPr/>
              <p:nvPr/>
            </p:nvGrpSpPr>
            <p:grpSpPr>
              <a:xfrm>
                <a:off x="5445106" y="2644743"/>
                <a:ext cx="1643204" cy="1593124"/>
                <a:chOff x="5445106" y="2644743"/>
                <a:chExt cx="1643204" cy="1593124"/>
              </a:xfrm>
            </p:grpSpPr>
            <p:grpSp>
              <p:nvGrpSpPr>
                <p:cNvPr id="4887" name="Group 4886">
                  <a:extLst>
                    <a:ext uri="{FF2B5EF4-FFF2-40B4-BE49-F238E27FC236}">
                      <a16:creationId xmlns:a16="http://schemas.microsoft.com/office/drawing/2014/main" id="{1CF22CEA-4245-FBF3-1CB2-4893E8991373}"/>
                    </a:ext>
                  </a:extLst>
                </p:cNvPr>
                <p:cNvGrpSpPr/>
                <p:nvPr/>
              </p:nvGrpSpPr>
              <p:grpSpPr>
                <a:xfrm>
                  <a:off x="5445106" y="2644743"/>
                  <a:ext cx="1019224" cy="991639"/>
                  <a:chOff x="5886431" y="3225768"/>
                  <a:chExt cx="1019224" cy="991639"/>
                </a:xfrm>
              </p:grpSpPr>
              <p:grpSp>
                <p:nvGrpSpPr>
                  <p:cNvPr id="4935" name="Group 4934">
                    <a:extLst>
                      <a:ext uri="{FF2B5EF4-FFF2-40B4-BE49-F238E27FC236}">
                        <a16:creationId xmlns:a16="http://schemas.microsoft.com/office/drawing/2014/main" id="{6671C6BC-E4EA-C6D3-BE4E-6590682FBE43}"/>
                      </a:ext>
                    </a:extLst>
                  </p:cNvPr>
                  <p:cNvGrpSpPr/>
                  <p:nvPr/>
                </p:nvGrpSpPr>
                <p:grpSpPr>
                  <a:xfrm>
                    <a:off x="6197413" y="3824215"/>
                    <a:ext cx="393192" cy="393192"/>
                    <a:chOff x="5265196" y="3357021"/>
                    <a:chExt cx="393192" cy="393192"/>
                  </a:xfrm>
                </p:grpSpPr>
                <p:grpSp>
                  <p:nvGrpSpPr>
                    <p:cNvPr id="4970" name="Group 4969">
                      <a:extLst>
                        <a:ext uri="{FF2B5EF4-FFF2-40B4-BE49-F238E27FC236}">
                          <a16:creationId xmlns:a16="http://schemas.microsoft.com/office/drawing/2014/main" id="{66EA3F10-ED47-2ACD-23BC-DCB74847E72D}"/>
                        </a:ext>
                      </a:extLst>
                    </p:cNvPr>
                    <p:cNvGrpSpPr/>
                    <p:nvPr/>
                  </p:nvGrpSpPr>
                  <p:grpSpPr>
                    <a:xfrm rot="14400000">
                      <a:off x="5265196" y="3357021"/>
                      <a:ext cx="393192" cy="393192"/>
                      <a:chOff x="5354637" y="3446463"/>
                      <a:chExt cx="214313" cy="214313"/>
                    </a:xfrm>
                  </p:grpSpPr>
                  <p:sp>
                    <p:nvSpPr>
                      <p:cNvPr id="4979" name="Arc 4978">
                        <a:extLst>
                          <a:ext uri="{FF2B5EF4-FFF2-40B4-BE49-F238E27FC236}">
                            <a16:creationId xmlns:a16="http://schemas.microsoft.com/office/drawing/2014/main" id="{2D9048ED-7087-2D31-D751-BCCB55D7A15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80" name="Arc 4979">
                        <a:extLst>
                          <a:ext uri="{FF2B5EF4-FFF2-40B4-BE49-F238E27FC236}">
                            <a16:creationId xmlns:a16="http://schemas.microsoft.com/office/drawing/2014/main" id="{EEE6A002-9DD6-282D-BD32-AA7ED30D2E5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971" name="Group 4970">
                      <a:extLst>
                        <a:ext uri="{FF2B5EF4-FFF2-40B4-BE49-F238E27FC236}">
                          <a16:creationId xmlns:a16="http://schemas.microsoft.com/office/drawing/2014/main" id="{EAB4FD7E-7257-D84B-F158-2FDC1635C1EC}"/>
                        </a:ext>
                      </a:extLst>
                    </p:cNvPr>
                    <p:cNvGrpSpPr/>
                    <p:nvPr/>
                  </p:nvGrpSpPr>
                  <p:grpSpPr>
                    <a:xfrm>
                      <a:off x="5310186" y="3402011"/>
                      <a:ext cx="303213" cy="303213"/>
                      <a:chOff x="5310186" y="3402011"/>
                      <a:chExt cx="303213" cy="303213"/>
                    </a:xfrm>
                  </p:grpSpPr>
                  <p:grpSp>
                    <p:nvGrpSpPr>
                      <p:cNvPr id="4972" name="Group 4971">
                        <a:extLst>
                          <a:ext uri="{FF2B5EF4-FFF2-40B4-BE49-F238E27FC236}">
                            <a16:creationId xmlns:a16="http://schemas.microsoft.com/office/drawing/2014/main" id="{6E38E945-20AB-FB74-CF03-BF69B8AD7DD0}"/>
                          </a:ext>
                        </a:extLst>
                      </p:cNvPr>
                      <p:cNvGrpSpPr/>
                      <p:nvPr/>
                    </p:nvGrpSpPr>
                    <p:grpSpPr>
                      <a:xfrm>
                        <a:off x="5354636" y="3446461"/>
                        <a:ext cx="214313" cy="214313"/>
                        <a:chOff x="5354637" y="3446463"/>
                        <a:chExt cx="214313" cy="214313"/>
                      </a:xfrm>
                    </p:grpSpPr>
                    <p:sp>
                      <p:nvSpPr>
                        <p:cNvPr id="4977" name="Arc 4976">
                          <a:extLst>
                            <a:ext uri="{FF2B5EF4-FFF2-40B4-BE49-F238E27FC236}">
                              <a16:creationId xmlns:a16="http://schemas.microsoft.com/office/drawing/2014/main" id="{3F1B4E01-3198-074B-BF4F-DD99C3DEF38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78" name="Arc 4977">
                          <a:extLst>
                            <a:ext uri="{FF2B5EF4-FFF2-40B4-BE49-F238E27FC236}">
                              <a16:creationId xmlns:a16="http://schemas.microsoft.com/office/drawing/2014/main" id="{EA65DA69-0158-2487-DFEB-4CE228D413C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973" name="Group 4972">
                        <a:extLst>
                          <a:ext uri="{FF2B5EF4-FFF2-40B4-BE49-F238E27FC236}">
                            <a16:creationId xmlns:a16="http://schemas.microsoft.com/office/drawing/2014/main" id="{2ABFB760-C84B-C289-730E-C63396616FE1}"/>
                          </a:ext>
                        </a:extLst>
                      </p:cNvPr>
                      <p:cNvGrpSpPr/>
                      <p:nvPr/>
                    </p:nvGrpSpPr>
                    <p:grpSpPr>
                      <a:xfrm rot="7200000">
                        <a:off x="5310186" y="3402011"/>
                        <a:ext cx="303213" cy="303213"/>
                        <a:chOff x="5354637" y="3446463"/>
                        <a:chExt cx="214313" cy="214313"/>
                      </a:xfrm>
                    </p:grpSpPr>
                    <p:sp>
                      <p:nvSpPr>
                        <p:cNvPr id="4975" name="Arc 4974">
                          <a:extLst>
                            <a:ext uri="{FF2B5EF4-FFF2-40B4-BE49-F238E27FC236}">
                              <a16:creationId xmlns:a16="http://schemas.microsoft.com/office/drawing/2014/main" id="{82A49AC4-B1A3-E9C6-5D12-6B5CF88D79F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76" name="Arc 4975">
                          <a:extLst>
                            <a:ext uri="{FF2B5EF4-FFF2-40B4-BE49-F238E27FC236}">
                              <a16:creationId xmlns:a16="http://schemas.microsoft.com/office/drawing/2014/main" id="{9BC098CA-BAC8-9B8A-46EA-8A48D04B7C3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974" name="TextBox 4973">
                        <a:extLst>
                          <a:ext uri="{FF2B5EF4-FFF2-40B4-BE49-F238E27FC236}">
                            <a16:creationId xmlns:a16="http://schemas.microsoft.com/office/drawing/2014/main" id="{92BA620C-9A93-CB03-1F8E-F2443A4033BD}"/>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936" name="Group 4935">
                    <a:extLst>
                      <a:ext uri="{FF2B5EF4-FFF2-40B4-BE49-F238E27FC236}">
                        <a16:creationId xmlns:a16="http://schemas.microsoft.com/office/drawing/2014/main" id="{27ADD872-EB67-D6D5-0823-858961D6D836}"/>
                      </a:ext>
                    </a:extLst>
                  </p:cNvPr>
                  <p:cNvGrpSpPr/>
                  <p:nvPr/>
                </p:nvGrpSpPr>
                <p:grpSpPr>
                  <a:xfrm>
                    <a:off x="5886431" y="3525040"/>
                    <a:ext cx="393192" cy="393192"/>
                    <a:chOff x="5265196" y="3932619"/>
                    <a:chExt cx="393192" cy="393192"/>
                  </a:xfrm>
                </p:grpSpPr>
                <p:grpSp>
                  <p:nvGrpSpPr>
                    <p:cNvPr id="4960" name="Group 4959">
                      <a:extLst>
                        <a:ext uri="{FF2B5EF4-FFF2-40B4-BE49-F238E27FC236}">
                          <a16:creationId xmlns:a16="http://schemas.microsoft.com/office/drawing/2014/main" id="{FBA2D16A-86A7-EE8D-9B33-B0957BAF6B2A}"/>
                        </a:ext>
                      </a:extLst>
                    </p:cNvPr>
                    <p:cNvGrpSpPr/>
                    <p:nvPr/>
                  </p:nvGrpSpPr>
                  <p:grpSpPr>
                    <a:xfrm>
                      <a:off x="5354636" y="4022061"/>
                      <a:ext cx="214313" cy="214313"/>
                      <a:chOff x="5354637" y="3446463"/>
                      <a:chExt cx="214313" cy="214313"/>
                    </a:xfrm>
                  </p:grpSpPr>
                  <p:sp>
                    <p:nvSpPr>
                      <p:cNvPr id="4968" name="Arc 4967">
                        <a:extLst>
                          <a:ext uri="{FF2B5EF4-FFF2-40B4-BE49-F238E27FC236}">
                            <a16:creationId xmlns:a16="http://schemas.microsoft.com/office/drawing/2014/main" id="{9C92674A-ADA8-25A0-70C7-4DA64003689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69" name="Arc 4968">
                        <a:extLst>
                          <a:ext uri="{FF2B5EF4-FFF2-40B4-BE49-F238E27FC236}">
                            <a16:creationId xmlns:a16="http://schemas.microsoft.com/office/drawing/2014/main" id="{90F09D7C-5683-BCB2-0598-B8BCF44C803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961" name="Group 4960">
                      <a:extLst>
                        <a:ext uri="{FF2B5EF4-FFF2-40B4-BE49-F238E27FC236}">
                          <a16:creationId xmlns:a16="http://schemas.microsoft.com/office/drawing/2014/main" id="{5A2FCA38-B95A-F8E2-BB44-2BFEC5A792FF}"/>
                        </a:ext>
                      </a:extLst>
                    </p:cNvPr>
                    <p:cNvGrpSpPr/>
                    <p:nvPr/>
                  </p:nvGrpSpPr>
                  <p:grpSpPr>
                    <a:xfrm rot="14400000">
                      <a:off x="5310186" y="3977611"/>
                      <a:ext cx="303213" cy="303213"/>
                      <a:chOff x="5354637" y="3446463"/>
                      <a:chExt cx="214313" cy="214313"/>
                    </a:xfrm>
                  </p:grpSpPr>
                  <p:sp>
                    <p:nvSpPr>
                      <p:cNvPr id="4966" name="Arc 4965">
                        <a:extLst>
                          <a:ext uri="{FF2B5EF4-FFF2-40B4-BE49-F238E27FC236}">
                            <a16:creationId xmlns:a16="http://schemas.microsoft.com/office/drawing/2014/main" id="{24D45605-DA0F-92AD-DB68-234242FB372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67" name="Arc 4966">
                        <a:extLst>
                          <a:ext uri="{FF2B5EF4-FFF2-40B4-BE49-F238E27FC236}">
                            <a16:creationId xmlns:a16="http://schemas.microsoft.com/office/drawing/2014/main" id="{7B32AF47-DAA7-110C-8473-1DF9E110445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962" name="Group 4961">
                      <a:extLst>
                        <a:ext uri="{FF2B5EF4-FFF2-40B4-BE49-F238E27FC236}">
                          <a16:creationId xmlns:a16="http://schemas.microsoft.com/office/drawing/2014/main" id="{B4A48A88-872D-F7AF-4297-BD5F32F38370}"/>
                        </a:ext>
                      </a:extLst>
                    </p:cNvPr>
                    <p:cNvGrpSpPr/>
                    <p:nvPr/>
                  </p:nvGrpSpPr>
                  <p:grpSpPr>
                    <a:xfrm rot="7200000">
                      <a:off x="5265196" y="3932619"/>
                      <a:ext cx="393192" cy="393192"/>
                      <a:chOff x="5354637" y="3446463"/>
                      <a:chExt cx="214313" cy="214313"/>
                    </a:xfrm>
                  </p:grpSpPr>
                  <p:sp>
                    <p:nvSpPr>
                      <p:cNvPr id="4964" name="Arc 4963">
                        <a:extLst>
                          <a:ext uri="{FF2B5EF4-FFF2-40B4-BE49-F238E27FC236}">
                            <a16:creationId xmlns:a16="http://schemas.microsoft.com/office/drawing/2014/main" id="{C60DC458-B08C-C55C-03BC-7657737E8AC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65" name="Arc 4964">
                        <a:extLst>
                          <a:ext uri="{FF2B5EF4-FFF2-40B4-BE49-F238E27FC236}">
                            <a16:creationId xmlns:a16="http://schemas.microsoft.com/office/drawing/2014/main" id="{E04ADCA6-4314-ED8B-5160-4A8E22EFC36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963" name="TextBox 4962">
                      <a:extLst>
                        <a:ext uri="{FF2B5EF4-FFF2-40B4-BE49-F238E27FC236}">
                          <a16:creationId xmlns:a16="http://schemas.microsoft.com/office/drawing/2014/main" id="{2FD75BAA-4848-54AF-3618-55C4FF7B95CD}"/>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4937" name="Group 4936">
                    <a:extLst>
                      <a:ext uri="{FF2B5EF4-FFF2-40B4-BE49-F238E27FC236}">
                        <a16:creationId xmlns:a16="http://schemas.microsoft.com/office/drawing/2014/main" id="{1729D424-7681-4153-1056-B2CFE4750F86}"/>
                      </a:ext>
                    </a:extLst>
                  </p:cNvPr>
                  <p:cNvGrpSpPr/>
                  <p:nvPr/>
                </p:nvGrpSpPr>
                <p:grpSpPr>
                  <a:xfrm>
                    <a:off x="6512463" y="3525040"/>
                    <a:ext cx="393192" cy="393192"/>
                    <a:chOff x="6389147" y="3357021"/>
                    <a:chExt cx="393192" cy="393192"/>
                  </a:xfrm>
                </p:grpSpPr>
                <p:grpSp>
                  <p:nvGrpSpPr>
                    <p:cNvPr id="4949" name="Group 4948">
                      <a:extLst>
                        <a:ext uri="{FF2B5EF4-FFF2-40B4-BE49-F238E27FC236}">
                          <a16:creationId xmlns:a16="http://schemas.microsoft.com/office/drawing/2014/main" id="{A5F705E5-E883-FB36-1032-EE76C9B81F18}"/>
                        </a:ext>
                      </a:extLst>
                    </p:cNvPr>
                    <p:cNvGrpSpPr/>
                    <p:nvPr/>
                  </p:nvGrpSpPr>
                  <p:grpSpPr>
                    <a:xfrm rot="7200000" flipH="1">
                      <a:off x="6389147" y="3357021"/>
                      <a:ext cx="393192" cy="393192"/>
                      <a:chOff x="5354637" y="3446463"/>
                      <a:chExt cx="214313" cy="214313"/>
                    </a:xfrm>
                  </p:grpSpPr>
                  <p:sp>
                    <p:nvSpPr>
                      <p:cNvPr id="4958" name="Arc 4957">
                        <a:extLst>
                          <a:ext uri="{FF2B5EF4-FFF2-40B4-BE49-F238E27FC236}">
                            <a16:creationId xmlns:a16="http://schemas.microsoft.com/office/drawing/2014/main" id="{1283030A-D76E-F1FF-6599-27B7CCDE1EF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59" name="Arc 4958">
                        <a:extLst>
                          <a:ext uri="{FF2B5EF4-FFF2-40B4-BE49-F238E27FC236}">
                            <a16:creationId xmlns:a16="http://schemas.microsoft.com/office/drawing/2014/main" id="{63C55FA2-98CA-51FA-4698-EE2E975A5B9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950" name="Group 4949">
                      <a:extLst>
                        <a:ext uri="{FF2B5EF4-FFF2-40B4-BE49-F238E27FC236}">
                          <a16:creationId xmlns:a16="http://schemas.microsoft.com/office/drawing/2014/main" id="{8AC5F3E8-2794-85AE-0362-1E47F1EB45F5}"/>
                        </a:ext>
                      </a:extLst>
                    </p:cNvPr>
                    <p:cNvGrpSpPr/>
                    <p:nvPr/>
                  </p:nvGrpSpPr>
                  <p:grpSpPr>
                    <a:xfrm>
                      <a:off x="6434137" y="3402011"/>
                      <a:ext cx="303213" cy="303213"/>
                      <a:chOff x="6434137" y="3402011"/>
                      <a:chExt cx="303213" cy="303213"/>
                    </a:xfrm>
                  </p:grpSpPr>
                  <p:grpSp>
                    <p:nvGrpSpPr>
                      <p:cNvPr id="4951" name="Group 4950">
                        <a:extLst>
                          <a:ext uri="{FF2B5EF4-FFF2-40B4-BE49-F238E27FC236}">
                            <a16:creationId xmlns:a16="http://schemas.microsoft.com/office/drawing/2014/main" id="{55F889AD-260B-EF14-F44E-BE3879929C24}"/>
                          </a:ext>
                        </a:extLst>
                      </p:cNvPr>
                      <p:cNvGrpSpPr/>
                      <p:nvPr/>
                    </p:nvGrpSpPr>
                    <p:grpSpPr>
                      <a:xfrm flipH="1">
                        <a:off x="6478587" y="3446461"/>
                        <a:ext cx="214313" cy="214313"/>
                        <a:chOff x="5354637" y="3446463"/>
                        <a:chExt cx="214313" cy="214313"/>
                      </a:xfrm>
                    </p:grpSpPr>
                    <p:sp>
                      <p:nvSpPr>
                        <p:cNvPr id="4956" name="Arc 4955">
                          <a:extLst>
                            <a:ext uri="{FF2B5EF4-FFF2-40B4-BE49-F238E27FC236}">
                              <a16:creationId xmlns:a16="http://schemas.microsoft.com/office/drawing/2014/main" id="{D81A05D2-DA13-9347-7EEF-59D6F5FFC0D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57" name="Arc 4956">
                          <a:extLst>
                            <a:ext uri="{FF2B5EF4-FFF2-40B4-BE49-F238E27FC236}">
                              <a16:creationId xmlns:a16="http://schemas.microsoft.com/office/drawing/2014/main" id="{FC2D0BE7-A575-3110-5FF0-27EB3E664B0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952" name="Group 4951">
                        <a:extLst>
                          <a:ext uri="{FF2B5EF4-FFF2-40B4-BE49-F238E27FC236}">
                            <a16:creationId xmlns:a16="http://schemas.microsoft.com/office/drawing/2014/main" id="{EEAA1031-A0FE-8D9C-8630-E60692B7CA17}"/>
                          </a:ext>
                        </a:extLst>
                      </p:cNvPr>
                      <p:cNvGrpSpPr/>
                      <p:nvPr/>
                    </p:nvGrpSpPr>
                    <p:grpSpPr>
                      <a:xfrm rot="14400000" flipH="1">
                        <a:off x="6434137" y="3402011"/>
                        <a:ext cx="303213" cy="303213"/>
                        <a:chOff x="5354637" y="3446463"/>
                        <a:chExt cx="214313" cy="214313"/>
                      </a:xfrm>
                    </p:grpSpPr>
                    <p:sp>
                      <p:nvSpPr>
                        <p:cNvPr id="4954" name="Arc 4953">
                          <a:extLst>
                            <a:ext uri="{FF2B5EF4-FFF2-40B4-BE49-F238E27FC236}">
                              <a16:creationId xmlns:a16="http://schemas.microsoft.com/office/drawing/2014/main" id="{2612B9F0-C3E6-FEDC-C661-D1FDD09180C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55" name="Arc 4954">
                          <a:extLst>
                            <a:ext uri="{FF2B5EF4-FFF2-40B4-BE49-F238E27FC236}">
                              <a16:creationId xmlns:a16="http://schemas.microsoft.com/office/drawing/2014/main" id="{19F2EDFE-474A-E9B7-22A3-CE955290D7B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953" name="TextBox 4952">
                        <a:extLst>
                          <a:ext uri="{FF2B5EF4-FFF2-40B4-BE49-F238E27FC236}">
                            <a16:creationId xmlns:a16="http://schemas.microsoft.com/office/drawing/2014/main" id="{EDE3AFC7-E4AD-D27A-13F9-BC00652F01B8}"/>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938" name="Group 4937">
                    <a:extLst>
                      <a:ext uri="{FF2B5EF4-FFF2-40B4-BE49-F238E27FC236}">
                        <a16:creationId xmlns:a16="http://schemas.microsoft.com/office/drawing/2014/main" id="{90779829-5F64-58B4-BAC2-0AE528226967}"/>
                      </a:ext>
                    </a:extLst>
                  </p:cNvPr>
                  <p:cNvGrpSpPr/>
                  <p:nvPr/>
                </p:nvGrpSpPr>
                <p:grpSpPr>
                  <a:xfrm>
                    <a:off x="6197413" y="3225768"/>
                    <a:ext cx="393192" cy="393192"/>
                    <a:chOff x="6389147" y="3932622"/>
                    <a:chExt cx="393192" cy="393192"/>
                  </a:xfrm>
                </p:grpSpPr>
                <p:grpSp>
                  <p:nvGrpSpPr>
                    <p:cNvPr id="4939" name="Group 4938">
                      <a:extLst>
                        <a:ext uri="{FF2B5EF4-FFF2-40B4-BE49-F238E27FC236}">
                          <a16:creationId xmlns:a16="http://schemas.microsoft.com/office/drawing/2014/main" id="{C2304457-B8DB-8520-C5B9-43CFB446044F}"/>
                        </a:ext>
                      </a:extLst>
                    </p:cNvPr>
                    <p:cNvGrpSpPr/>
                    <p:nvPr/>
                  </p:nvGrpSpPr>
                  <p:grpSpPr>
                    <a:xfrm flipH="1">
                      <a:off x="6478587" y="4022061"/>
                      <a:ext cx="214313" cy="214313"/>
                      <a:chOff x="5354637" y="3446463"/>
                      <a:chExt cx="214313" cy="214313"/>
                    </a:xfrm>
                  </p:grpSpPr>
                  <p:sp>
                    <p:nvSpPr>
                      <p:cNvPr id="4947" name="Arc 4946">
                        <a:extLst>
                          <a:ext uri="{FF2B5EF4-FFF2-40B4-BE49-F238E27FC236}">
                            <a16:creationId xmlns:a16="http://schemas.microsoft.com/office/drawing/2014/main" id="{09BE6EBB-A9BF-DB6A-A251-063C1C00387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48" name="Arc 4947">
                        <a:extLst>
                          <a:ext uri="{FF2B5EF4-FFF2-40B4-BE49-F238E27FC236}">
                            <a16:creationId xmlns:a16="http://schemas.microsoft.com/office/drawing/2014/main" id="{7122E113-5C3E-85CD-3751-D1CA91F5634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940" name="Group 4939">
                      <a:extLst>
                        <a:ext uri="{FF2B5EF4-FFF2-40B4-BE49-F238E27FC236}">
                          <a16:creationId xmlns:a16="http://schemas.microsoft.com/office/drawing/2014/main" id="{A5ECF53B-4FAB-1DD0-3FF9-3502C83D68E1}"/>
                        </a:ext>
                      </a:extLst>
                    </p:cNvPr>
                    <p:cNvGrpSpPr/>
                    <p:nvPr/>
                  </p:nvGrpSpPr>
                  <p:grpSpPr>
                    <a:xfrm rot="7200000" flipH="1">
                      <a:off x="6434137" y="3977611"/>
                      <a:ext cx="303213" cy="303213"/>
                      <a:chOff x="5354637" y="3446463"/>
                      <a:chExt cx="214313" cy="214313"/>
                    </a:xfrm>
                  </p:grpSpPr>
                  <p:sp>
                    <p:nvSpPr>
                      <p:cNvPr id="4945" name="Arc 4944">
                        <a:extLst>
                          <a:ext uri="{FF2B5EF4-FFF2-40B4-BE49-F238E27FC236}">
                            <a16:creationId xmlns:a16="http://schemas.microsoft.com/office/drawing/2014/main" id="{93E0BA46-99E1-8785-5F8D-D105CE44254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46" name="Arc 4945">
                        <a:extLst>
                          <a:ext uri="{FF2B5EF4-FFF2-40B4-BE49-F238E27FC236}">
                            <a16:creationId xmlns:a16="http://schemas.microsoft.com/office/drawing/2014/main" id="{B05F0596-8002-B238-FFF1-59004D72C0A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941" name="Group 4940">
                      <a:extLst>
                        <a:ext uri="{FF2B5EF4-FFF2-40B4-BE49-F238E27FC236}">
                          <a16:creationId xmlns:a16="http://schemas.microsoft.com/office/drawing/2014/main" id="{CC5D77C7-38D3-2721-FC2E-07B176154917}"/>
                        </a:ext>
                      </a:extLst>
                    </p:cNvPr>
                    <p:cNvGrpSpPr/>
                    <p:nvPr/>
                  </p:nvGrpSpPr>
                  <p:grpSpPr>
                    <a:xfrm rot="14400000" flipH="1">
                      <a:off x="6389147" y="3932622"/>
                      <a:ext cx="393192" cy="393192"/>
                      <a:chOff x="5354637" y="3446463"/>
                      <a:chExt cx="214313" cy="214313"/>
                    </a:xfrm>
                  </p:grpSpPr>
                  <p:sp>
                    <p:nvSpPr>
                      <p:cNvPr id="4943" name="Arc 4942">
                        <a:extLst>
                          <a:ext uri="{FF2B5EF4-FFF2-40B4-BE49-F238E27FC236}">
                            <a16:creationId xmlns:a16="http://schemas.microsoft.com/office/drawing/2014/main" id="{3C455F12-5E7C-DCE9-7292-F8F0BC04BF9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44" name="Arc 4943">
                        <a:extLst>
                          <a:ext uri="{FF2B5EF4-FFF2-40B4-BE49-F238E27FC236}">
                            <a16:creationId xmlns:a16="http://schemas.microsoft.com/office/drawing/2014/main" id="{6AA9C30C-B9C0-6C94-F30F-5A5F50B011B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942" name="TextBox 4941">
                      <a:extLst>
                        <a:ext uri="{FF2B5EF4-FFF2-40B4-BE49-F238E27FC236}">
                          <a16:creationId xmlns:a16="http://schemas.microsoft.com/office/drawing/2014/main" id="{A5EE2F45-2DD6-F28B-C3BB-1C11498A9A29}"/>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888" name="Group 4887">
                  <a:extLst>
                    <a:ext uri="{FF2B5EF4-FFF2-40B4-BE49-F238E27FC236}">
                      <a16:creationId xmlns:a16="http://schemas.microsoft.com/office/drawing/2014/main" id="{2A898821-9D20-3ECD-24CE-ADA8C788620C}"/>
                    </a:ext>
                  </a:extLst>
                </p:cNvPr>
                <p:cNvGrpSpPr/>
                <p:nvPr/>
              </p:nvGrpSpPr>
              <p:grpSpPr>
                <a:xfrm>
                  <a:off x="6069086" y="3246228"/>
                  <a:ext cx="1019224" cy="991639"/>
                  <a:chOff x="5886431" y="3225768"/>
                  <a:chExt cx="1019224" cy="991639"/>
                </a:xfrm>
              </p:grpSpPr>
              <p:grpSp>
                <p:nvGrpSpPr>
                  <p:cNvPr id="4889" name="Group 4888">
                    <a:extLst>
                      <a:ext uri="{FF2B5EF4-FFF2-40B4-BE49-F238E27FC236}">
                        <a16:creationId xmlns:a16="http://schemas.microsoft.com/office/drawing/2014/main" id="{344527E1-CC34-20C4-AC87-3BD273946A33}"/>
                      </a:ext>
                    </a:extLst>
                  </p:cNvPr>
                  <p:cNvGrpSpPr/>
                  <p:nvPr/>
                </p:nvGrpSpPr>
                <p:grpSpPr>
                  <a:xfrm>
                    <a:off x="6197413" y="3824215"/>
                    <a:ext cx="393192" cy="393192"/>
                    <a:chOff x="5265196" y="3357021"/>
                    <a:chExt cx="393192" cy="393192"/>
                  </a:xfrm>
                </p:grpSpPr>
                <p:grpSp>
                  <p:nvGrpSpPr>
                    <p:cNvPr id="4924" name="Group 4923">
                      <a:extLst>
                        <a:ext uri="{FF2B5EF4-FFF2-40B4-BE49-F238E27FC236}">
                          <a16:creationId xmlns:a16="http://schemas.microsoft.com/office/drawing/2014/main" id="{EBE5D3BE-7500-B8A0-5022-269C9ABFEEA3}"/>
                        </a:ext>
                      </a:extLst>
                    </p:cNvPr>
                    <p:cNvGrpSpPr/>
                    <p:nvPr/>
                  </p:nvGrpSpPr>
                  <p:grpSpPr>
                    <a:xfrm rot="14400000">
                      <a:off x="5265196" y="3357021"/>
                      <a:ext cx="393192" cy="393192"/>
                      <a:chOff x="5354637" y="3446463"/>
                      <a:chExt cx="214313" cy="214313"/>
                    </a:xfrm>
                  </p:grpSpPr>
                  <p:sp>
                    <p:nvSpPr>
                      <p:cNvPr id="4933" name="Arc 4932">
                        <a:extLst>
                          <a:ext uri="{FF2B5EF4-FFF2-40B4-BE49-F238E27FC236}">
                            <a16:creationId xmlns:a16="http://schemas.microsoft.com/office/drawing/2014/main" id="{D187ADE4-90C3-8434-6130-8A16251CB3C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34" name="Arc 4933">
                        <a:extLst>
                          <a:ext uri="{FF2B5EF4-FFF2-40B4-BE49-F238E27FC236}">
                            <a16:creationId xmlns:a16="http://schemas.microsoft.com/office/drawing/2014/main" id="{79AD9060-4583-BE5B-1731-313C226CE0C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925" name="Group 4924">
                      <a:extLst>
                        <a:ext uri="{FF2B5EF4-FFF2-40B4-BE49-F238E27FC236}">
                          <a16:creationId xmlns:a16="http://schemas.microsoft.com/office/drawing/2014/main" id="{2BE04112-D073-EED2-EAB6-E50FFFB090BB}"/>
                        </a:ext>
                      </a:extLst>
                    </p:cNvPr>
                    <p:cNvGrpSpPr/>
                    <p:nvPr/>
                  </p:nvGrpSpPr>
                  <p:grpSpPr>
                    <a:xfrm>
                      <a:off x="5310186" y="3402011"/>
                      <a:ext cx="303213" cy="303213"/>
                      <a:chOff x="5310186" y="3402011"/>
                      <a:chExt cx="303213" cy="303213"/>
                    </a:xfrm>
                  </p:grpSpPr>
                  <p:grpSp>
                    <p:nvGrpSpPr>
                      <p:cNvPr id="4926" name="Group 4925">
                        <a:extLst>
                          <a:ext uri="{FF2B5EF4-FFF2-40B4-BE49-F238E27FC236}">
                            <a16:creationId xmlns:a16="http://schemas.microsoft.com/office/drawing/2014/main" id="{842EBA42-D747-69D0-3172-6C01911842BF}"/>
                          </a:ext>
                        </a:extLst>
                      </p:cNvPr>
                      <p:cNvGrpSpPr/>
                      <p:nvPr/>
                    </p:nvGrpSpPr>
                    <p:grpSpPr>
                      <a:xfrm>
                        <a:off x="5354636" y="3446461"/>
                        <a:ext cx="214313" cy="214313"/>
                        <a:chOff x="5354637" y="3446463"/>
                        <a:chExt cx="214313" cy="214313"/>
                      </a:xfrm>
                    </p:grpSpPr>
                    <p:sp>
                      <p:nvSpPr>
                        <p:cNvPr id="4931" name="Arc 4930">
                          <a:extLst>
                            <a:ext uri="{FF2B5EF4-FFF2-40B4-BE49-F238E27FC236}">
                              <a16:creationId xmlns:a16="http://schemas.microsoft.com/office/drawing/2014/main" id="{3B4708FC-1BE3-2799-78FF-C133213CB09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32" name="Arc 4931">
                          <a:extLst>
                            <a:ext uri="{FF2B5EF4-FFF2-40B4-BE49-F238E27FC236}">
                              <a16:creationId xmlns:a16="http://schemas.microsoft.com/office/drawing/2014/main" id="{25FFC038-FB0F-1FD6-5ECD-472AB391766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927" name="Group 4926">
                        <a:extLst>
                          <a:ext uri="{FF2B5EF4-FFF2-40B4-BE49-F238E27FC236}">
                            <a16:creationId xmlns:a16="http://schemas.microsoft.com/office/drawing/2014/main" id="{D5969A09-3637-96E0-62F9-FE15FEC8584E}"/>
                          </a:ext>
                        </a:extLst>
                      </p:cNvPr>
                      <p:cNvGrpSpPr/>
                      <p:nvPr/>
                    </p:nvGrpSpPr>
                    <p:grpSpPr>
                      <a:xfrm rot="7200000">
                        <a:off x="5310186" y="3402011"/>
                        <a:ext cx="303213" cy="303213"/>
                        <a:chOff x="5354637" y="3446463"/>
                        <a:chExt cx="214313" cy="214313"/>
                      </a:xfrm>
                    </p:grpSpPr>
                    <p:sp>
                      <p:nvSpPr>
                        <p:cNvPr id="4929" name="Arc 4928">
                          <a:extLst>
                            <a:ext uri="{FF2B5EF4-FFF2-40B4-BE49-F238E27FC236}">
                              <a16:creationId xmlns:a16="http://schemas.microsoft.com/office/drawing/2014/main" id="{D8A1B291-79E6-CD39-DEF6-DB85A7C09B6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30" name="Arc 4929">
                          <a:extLst>
                            <a:ext uri="{FF2B5EF4-FFF2-40B4-BE49-F238E27FC236}">
                              <a16:creationId xmlns:a16="http://schemas.microsoft.com/office/drawing/2014/main" id="{E5CE4651-234B-8B3F-081A-78260978CC8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928" name="TextBox 4927">
                        <a:extLst>
                          <a:ext uri="{FF2B5EF4-FFF2-40B4-BE49-F238E27FC236}">
                            <a16:creationId xmlns:a16="http://schemas.microsoft.com/office/drawing/2014/main" id="{73407B98-64B9-556F-91FB-B3BC0DD005ED}"/>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890" name="Group 4889">
                    <a:extLst>
                      <a:ext uri="{FF2B5EF4-FFF2-40B4-BE49-F238E27FC236}">
                        <a16:creationId xmlns:a16="http://schemas.microsoft.com/office/drawing/2014/main" id="{18C0A2BC-0FEC-146C-0586-F97541FE6C4E}"/>
                      </a:ext>
                    </a:extLst>
                  </p:cNvPr>
                  <p:cNvGrpSpPr/>
                  <p:nvPr/>
                </p:nvGrpSpPr>
                <p:grpSpPr>
                  <a:xfrm>
                    <a:off x="5886431" y="3525040"/>
                    <a:ext cx="393192" cy="393192"/>
                    <a:chOff x="5265196" y="3932619"/>
                    <a:chExt cx="393192" cy="393192"/>
                  </a:xfrm>
                </p:grpSpPr>
                <p:grpSp>
                  <p:nvGrpSpPr>
                    <p:cNvPr id="4914" name="Group 4913">
                      <a:extLst>
                        <a:ext uri="{FF2B5EF4-FFF2-40B4-BE49-F238E27FC236}">
                          <a16:creationId xmlns:a16="http://schemas.microsoft.com/office/drawing/2014/main" id="{39B8B4F5-ED02-CE85-089D-792CD9576D89}"/>
                        </a:ext>
                      </a:extLst>
                    </p:cNvPr>
                    <p:cNvGrpSpPr/>
                    <p:nvPr/>
                  </p:nvGrpSpPr>
                  <p:grpSpPr>
                    <a:xfrm>
                      <a:off x="5354636" y="4022061"/>
                      <a:ext cx="214313" cy="214313"/>
                      <a:chOff x="5354637" y="3446463"/>
                      <a:chExt cx="214313" cy="214313"/>
                    </a:xfrm>
                  </p:grpSpPr>
                  <p:sp>
                    <p:nvSpPr>
                      <p:cNvPr id="4922" name="Arc 4921">
                        <a:extLst>
                          <a:ext uri="{FF2B5EF4-FFF2-40B4-BE49-F238E27FC236}">
                            <a16:creationId xmlns:a16="http://schemas.microsoft.com/office/drawing/2014/main" id="{0217C0D5-7407-6F4B-B849-98EB498F854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23" name="Arc 4922">
                        <a:extLst>
                          <a:ext uri="{FF2B5EF4-FFF2-40B4-BE49-F238E27FC236}">
                            <a16:creationId xmlns:a16="http://schemas.microsoft.com/office/drawing/2014/main" id="{0C33E357-B952-E3C4-90B9-391E9882DC6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915" name="Group 4914">
                      <a:extLst>
                        <a:ext uri="{FF2B5EF4-FFF2-40B4-BE49-F238E27FC236}">
                          <a16:creationId xmlns:a16="http://schemas.microsoft.com/office/drawing/2014/main" id="{A6C4D5F8-B0E1-D9DA-BEF5-7A549461E148}"/>
                        </a:ext>
                      </a:extLst>
                    </p:cNvPr>
                    <p:cNvGrpSpPr/>
                    <p:nvPr/>
                  </p:nvGrpSpPr>
                  <p:grpSpPr>
                    <a:xfrm rot="14400000">
                      <a:off x="5310186" y="3977611"/>
                      <a:ext cx="303213" cy="303213"/>
                      <a:chOff x="5354637" y="3446463"/>
                      <a:chExt cx="214313" cy="214313"/>
                    </a:xfrm>
                  </p:grpSpPr>
                  <p:sp>
                    <p:nvSpPr>
                      <p:cNvPr id="4920" name="Arc 4919">
                        <a:extLst>
                          <a:ext uri="{FF2B5EF4-FFF2-40B4-BE49-F238E27FC236}">
                            <a16:creationId xmlns:a16="http://schemas.microsoft.com/office/drawing/2014/main" id="{7498933E-78E8-3005-4682-563AFBCB312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21" name="Arc 4920">
                        <a:extLst>
                          <a:ext uri="{FF2B5EF4-FFF2-40B4-BE49-F238E27FC236}">
                            <a16:creationId xmlns:a16="http://schemas.microsoft.com/office/drawing/2014/main" id="{BB5DF8C9-05BE-73A6-E85D-2E23CBE3BF8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916" name="Group 4915">
                      <a:extLst>
                        <a:ext uri="{FF2B5EF4-FFF2-40B4-BE49-F238E27FC236}">
                          <a16:creationId xmlns:a16="http://schemas.microsoft.com/office/drawing/2014/main" id="{E7A5C3FE-78BD-871A-53AA-5C6AA680FE0B}"/>
                        </a:ext>
                      </a:extLst>
                    </p:cNvPr>
                    <p:cNvGrpSpPr/>
                    <p:nvPr/>
                  </p:nvGrpSpPr>
                  <p:grpSpPr>
                    <a:xfrm rot="7200000">
                      <a:off x="5265196" y="3932619"/>
                      <a:ext cx="393192" cy="393192"/>
                      <a:chOff x="5354637" y="3446463"/>
                      <a:chExt cx="214313" cy="214313"/>
                    </a:xfrm>
                  </p:grpSpPr>
                  <p:sp>
                    <p:nvSpPr>
                      <p:cNvPr id="4918" name="Arc 4917">
                        <a:extLst>
                          <a:ext uri="{FF2B5EF4-FFF2-40B4-BE49-F238E27FC236}">
                            <a16:creationId xmlns:a16="http://schemas.microsoft.com/office/drawing/2014/main" id="{EE25053D-13D1-1027-AE5C-4F4CD83AACA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19" name="Arc 4918">
                        <a:extLst>
                          <a:ext uri="{FF2B5EF4-FFF2-40B4-BE49-F238E27FC236}">
                            <a16:creationId xmlns:a16="http://schemas.microsoft.com/office/drawing/2014/main" id="{BA900116-EA87-CCD1-E9F9-2B58637350C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917" name="TextBox 4916">
                      <a:extLst>
                        <a:ext uri="{FF2B5EF4-FFF2-40B4-BE49-F238E27FC236}">
                          <a16:creationId xmlns:a16="http://schemas.microsoft.com/office/drawing/2014/main" id="{C1C2FC9F-19B7-5D7D-2275-A863BE10B737}"/>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4891" name="Group 4890">
                    <a:extLst>
                      <a:ext uri="{FF2B5EF4-FFF2-40B4-BE49-F238E27FC236}">
                        <a16:creationId xmlns:a16="http://schemas.microsoft.com/office/drawing/2014/main" id="{39FBD951-4554-5131-7FDB-E07FE54DADB6}"/>
                      </a:ext>
                    </a:extLst>
                  </p:cNvPr>
                  <p:cNvGrpSpPr/>
                  <p:nvPr/>
                </p:nvGrpSpPr>
                <p:grpSpPr>
                  <a:xfrm>
                    <a:off x="6512463" y="3525040"/>
                    <a:ext cx="393192" cy="393192"/>
                    <a:chOff x="6389147" y="3357021"/>
                    <a:chExt cx="393192" cy="393192"/>
                  </a:xfrm>
                </p:grpSpPr>
                <p:grpSp>
                  <p:nvGrpSpPr>
                    <p:cNvPr id="4903" name="Group 4902">
                      <a:extLst>
                        <a:ext uri="{FF2B5EF4-FFF2-40B4-BE49-F238E27FC236}">
                          <a16:creationId xmlns:a16="http://schemas.microsoft.com/office/drawing/2014/main" id="{3EB3C432-9E55-C27B-F7C0-870ADA28C1E2}"/>
                        </a:ext>
                      </a:extLst>
                    </p:cNvPr>
                    <p:cNvGrpSpPr/>
                    <p:nvPr/>
                  </p:nvGrpSpPr>
                  <p:grpSpPr>
                    <a:xfrm rot="7200000" flipH="1">
                      <a:off x="6389147" y="3357021"/>
                      <a:ext cx="393192" cy="393192"/>
                      <a:chOff x="5354637" y="3446463"/>
                      <a:chExt cx="214313" cy="214313"/>
                    </a:xfrm>
                  </p:grpSpPr>
                  <p:sp>
                    <p:nvSpPr>
                      <p:cNvPr id="4912" name="Arc 4911">
                        <a:extLst>
                          <a:ext uri="{FF2B5EF4-FFF2-40B4-BE49-F238E27FC236}">
                            <a16:creationId xmlns:a16="http://schemas.microsoft.com/office/drawing/2014/main" id="{76FF44EF-F4DA-DBE6-4367-297C7C0D0DB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13" name="Arc 4912">
                        <a:extLst>
                          <a:ext uri="{FF2B5EF4-FFF2-40B4-BE49-F238E27FC236}">
                            <a16:creationId xmlns:a16="http://schemas.microsoft.com/office/drawing/2014/main" id="{9F404B27-BE4C-F591-B2DD-5B14BFAC827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904" name="Group 4903">
                      <a:extLst>
                        <a:ext uri="{FF2B5EF4-FFF2-40B4-BE49-F238E27FC236}">
                          <a16:creationId xmlns:a16="http://schemas.microsoft.com/office/drawing/2014/main" id="{2AF0E2C3-2C01-4A9C-4AEE-D4673E91DA63}"/>
                        </a:ext>
                      </a:extLst>
                    </p:cNvPr>
                    <p:cNvGrpSpPr/>
                    <p:nvPr/>
                  </p:nvGrpSpPr>
                  <p:grpSpPr>
                    <a:xfrm>
                      <a:off x="6434137" y="3402011"/>
                      <a:ext cx="303213" cy="303213"/>
                      <a:chOff x="6434137" y="3402011"/>
                      <a:chExt cx="303213" cy="303213"/>
                    </a:xfrm>
                  </p:grpSpPr>
                  <p:grpSp>
                    <p:nvGrpSpPr>
                      <p:cNvPr id="4905" name="Group 4904">
                        <a:extLst>
                          <a:ext uri="{FF2B5EF4-FFF2-40B4-BE49-F238E27FC236}">
                            <a16:creationId xmlns:a16="http://schemas.microsoft.com/office/drawing/2014/main" id="{63657CAD-B503-7C89-EC44-D59D9E45C92B}"/>
                          </a:ext>
                        </a:extLst>
                      </p:cNvPr>
                      <p:cNvGrpSpPr/>
                      <p:nvPr/>
                    </p:nvGrpSpPr>
                    <p:grpSpPr>
                      <a:xfrm flipH="1">
                        <a:off x="6478587" y="3446461"/>
                        <a:ext cx="214313" cy="214313"/>
                        <a:chOff x="5354637" y="3446463"/>
                        <a:chExt cx="214313" cy="214313"/>
                      </a:xfrm>
                    </p:grpSpPr>
                    <p:sp>
                      <p:nvSpPr>
                        <p:cNvPr id="4910" name="Arc 4909">
                          <a:extLst>
                            <a:ext uri="{FF2B5EF4-FFF2-40B4-BE49-F238E27FC236}">
                              <a16:creationId xmlns:a16="http://schemas.microsoft.com/office/drawing/2014/main" id="{09AD5BAF-E9CC-0699-507F-AE4B336A355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11" name="Arc 4910">
                          <a:extLst>
                            <a:ext uri="{FF2B5EF4-FFF2-40B4-BE49-F238E27FC236}">
                              <a16:creationId xmlns:a16="http://schemas.microsoft.com/office/drawing/2014/main" id="{3180D53B-3193-F659-1658-1E99DA6ABD4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906" name="Group 4905">
                        <a:extLst>
                          <a:ext uri="{FF2B5EF4-FFF2-40B4-BE49-F238E27FC236}">
                            <a16:creationId xmlns:a16="http://schemas.microsoft.com/office/drawing/2014/main" id="{6CFDE17B-9FCA-FED0-1A07-C0A2429DE143}"/>
                          </a:ext>
                        </a:extLst>
                      </p:cNvPr>
                      <p:cNvGrpSpPr/>
                      <p:nvPr/>
                    </p:nvGrpSpPr>
                    <p:grpSpPr>
                      <a:xfrm rot="14400000" flipH="1">
                        <a:off x="6434137" y="3402011"/>
                        <a:ext cx="303213" cy="303213"/>
                        <a:chOff x="5354637" y="3446463"/>
                        <a:chExt cx="214313" cy="214313"/>
                      </a:xfrm>
                    </p:grpSpPr>
                    <p:sp>
                      <p:nvSpPr>
                        <p:cNvPr id="4908" name="Arc 4907">
                          <a:extLst>
                            <a:ext uri="{FF2B5EF4-FFF2-40B4-BE49-F238E27FC236}">
                              <a16:creationId xmlns:a16="http://schemas.microsoft.com/office/drawing/2014/main" id="{7E458328-3D8C-79B9-1777-20BF15BB4D6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09" name="Arc 4908">
                          <a:extLst>
                            <a:ext uri="{FF2B5EF4-FFF2-40B4-BE49-F238E27FC236}">
                              <a16:creationId xmlns:a16="http://schemas.microsoft.com/office/drawing/2014/main" id="{4D36CBC0-C16A-A54C-2D94-4EF842C4D3D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907" name="TextBox 4906">
                        <a:extLst>
                          <a:ext uri="{FF2B5EF4-FFF2-40B4-BE49-F238E27FC236}">
                            <a16:creationId xmlns:a16="http://schemas.microsoft.com/office/drawing/2014/main" id="{58CF9546-9BB6-16A0-7896-FD34B232078A}"/>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892" name="Group 4891">
                    <a:extLst>
                      <a:ext uri="{FF2B5EF4-FFF2-40B4-BE49-F238E27FC236}">
                        <a16:creationId xmlns:a16="http://schemas.microsoft.com/office/drawing/2014/main" id="{92A016A3-4D52-A813-5926-C4B819C86B75}"/>
                      </a:ext>
                    </a:extLst>
                  </p:cNvPr>
                  <p:cNvGrpSpPr/>
                  <p:nvPr/>
                </p:nvGrpSpPr>
                <p:grpSpPr>
                  <a:xfrm>
                    <a:off x="6197413" y="3225768"/>
                    <a:ext cx="393192" cy="393192"/>
                    <a:chOff x="6389147" y="3932622"/>
                    <a:chExt cx="393192" cy="393192"/>
                  </a:xfrm>
                </p:grpSpPr>
                <p:grpSp>
                  <p:nvGrpSpPr>
                    <p:cNvPr id="4893" name="Group 4892">
                      <a:extLst>
                        <a:ext uri="{FF2B5EF4-FFF2-40B4-BE49-F238E27FC236}">
                          <a16:creationId xmlns:a16="http://schemas.microsoft.com/office/drawing/2014/main" id="{7D273209-C641-C2C5-150B-1F368EAB69CA}"/>
                        </a:ext>
                      </a:extLst>
                    </p:cNvPr>
                    <p:cNvGrpSpPr/>
                    <p:nvPr/>
                  </p:nvGrpSpPr>
                  <p:grpSpPr>
                    <a:xfrm flipH="1">
                      <a:off x="6478587" y="4022061"/>
                      <a:ext cx="214313" cy="214313"/>
                      <a:chOff x="5354637" y="3446463"/>
                      <a:chExt cx="214313" cy="214313"/>
                    </a:xfrm>
                  </p:grpSpPr>
                  <p:sp>
                    <p:nvSpPr>
                      <p:cNvPr id="4901" name="Arc 4900">
                        <a:extLst>
                          <a:ext uri="{FF2B5EF4-FFF2-40B4-BE49-F238E27FC236}">
                            <a16:creationId xmlns:a16="http://schemas.microsoft.com/office/drawing/2014/main" id="{E77C314A-8905-5E33-AE11-0939C21F26D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02" name="Arc 4901">
                        <a:extLst>
                          <a:ext uri="{FF2B5EF4-FFF2-40B4-BE49-F238E27FC236}">
                            <a16:creationId xmlns:a16="http://schemas.microsoft.com/office/drawing/2014/main" id="{C24F13CF-E778-0EC6-6A65-80A1B425EC6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894" name="Group 4893">
                      <a:extLst>
                        <a:ext uri="{FF2B5EF4-FFF2-40B4-BE49-F238E27FC236}">
                          <a16:creationId xmlns:a16="http://schemas.microsoft.com/office/drawing/2014/main" id="{C9C6EF36-254F-940E-57CA-1AA0296DC35C}"/>
                        </a:ext>
                      </a:extLst>
                    </p:cNvPr>
                    <p:cNvGrpSpPr/>
                    <p:nvPr/>
                  </p:nvGrpSpPr>
                  <p:grpSpPr>
                    <a:xfrm rot="7200000" flipH="1">
                      <a:off x="6434137" y="3977611"/>
                      <a:ext cx="303213" cy="303213"/>
                      <a:chOff x="5354637" y="3446463"/>
                      <a:chExt cx="214313" cy="214313"/>
                    </a:xfrm>
                  </p:grpSpPr>
                  <p:sp>
                    <p:nvSpPr>
                      <p:cNvPr id="4899" name="Arc 4898">
                        <a:extLst>
                          <a:ext uri="{FF2B5EF4-FFF2-40B4-BE49-F238E27FC236}">
                            <a16:creationId xmlns:a16="http://schemas.microsoft.com/office/drawing/2014/main" id="{B69860B0-7AC3-335F-6621-C6F66DF17F0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00" name="Arc 4899">
                        <a:extLst>
                          <a:ext uri="{FF2B5EF4-FFF2-40B4-BE49-F238E27FC236}">
                            <a16:creationId xmlns:a16="http://schemas.microsoft.com/office/drawing/2014/main" id="{1F7061C5-B083-9BDF-8C3B-EDCA488CE22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895" name="Group 4894">
                      <a:extLst>
                        <a:ext uri="{FF2B5EF4-FFF2-40B4-BE49-F238E27FC236}">
                          <a16:creationId xmlns:a16="http://schemas.microsoft.com/office/drawing/2014/main" id="{3F6A35F6-8B39-2587-7D7C-F410F552B6B7}"/>
                        </a:ext>
                      </a:extLst>
                    </p:cNvPr>
                    <p:cNvGrpSpPr/>
                    <p:nvPr/>
                  </p:nvGrpSpPr>
                  <p:grpSpPr>
                    <a:xfrm rot="14400000" flipH="1">
                      <a:off x="6389147" y="3932622"/>
                      <a:ext cx="393192" cy="393192"/>
                      <a:chOff x="5354637" y="3446463"/>
                      <a:chExt cx="214313" cy="214313"/>
                    </a:xfrm>
                  </p:grpSpPr>
                  <p:sp>
                    <p:nvSpPr>
                      <p:cNvPr id="4897" name="Arc 4896">
                        <a:extLst>
                          <a:ext uri="{FF2B5EF4-FFF2-40B4-BE49-F238E27FC236}">
                            <a16:creationId xmlns:a16="http://schemas.microsoft.com/office/drawing/2014/main" id="{644F7C98-790D-E800-4FBD-96F64EAF427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98" name="Arc 4897">
                        <a:extLst>
                          <a:ext uri="{FF2B5EF4-FFF2-40B4-BE49-F238E27FC236}">
                            <a16:creationId xmlns:a16="http://schemas.microsoft.com/office/drawing/2014/main" id="{DB350C24-C5ED-61E3-80D4-E8871BBD21D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896" name="TextBox 4895">
                      <a:extLst>
                        <a:ext uri="{FF2B5EF4-FFF2-40B4-BE49-F238E27FC236}">
                          <a16:creationId xmlns:a16="http://schemas.microsoft.com/office/drawing/2014/main" id="{30C84F40-3E3E-F652-3BCE-6601B6D815A2}"/>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4792" name="Group 4791">
                <a:extLst>
                  <a:ext uri="{FF2B5EF4-FFF2-40B4-BE49-F238E27FC236}">
                    <a16:creationId xmlns:a16="http://schemas.microsoft.com/office/drawing/2014/main" id="{FB2C6FF8-626A-01F8-121D-534678E3F032}"/>
                  </a:ext>
                </a:extLst>
              </p:cNvPr>
              <p:cNvGrpSpPr/>
              <p:nvPr/>
            </p:nvGrpSpPr>
            <p:grpSpPr>
              <a:xfrm>
                <a:off x="6065340" y="2039507"/>
                <a:ext cx="1643204" cy="1593124"/>
                <a:chOff x="5445106" y="2644743"/>
                <a:chExt cx="1643204" cy="1593124"/>
              </a:xfrm>
            </p:grpSpPr>
            <p:grpSp>
              <p:nvGrpSpPr>
                <p:cNvPr id="4793" name="Group 4792">
                  <a:extLst>
                    <a:ext uri="{FF2B5EF4-FFF2-40B4-BE49-F238E27FC236}">
                      <a16:creationId xmlns:a16="http://schemas.microsoft.com/office/drawing/2014/main" id="{7CA1E06D-CA50-7147-C6FF-8027CCC8B889}"/>
                    </a:ext>
                  </a:extLst>
                </p:cNvPr>
                <p:cNvGrpSpPr/>
                <p:nvPr/>
              </p:nvGrpSpPr>
              <p:grpSpPr>
                <a:xfrm>
                  <a:off x="5445106" y="2644743"/>
                  <a:ext cx="1019224" cy="991639"/>
                  <a:chOff x="5886431" y="3225768"/>
                  <a:chExt cx="1019224" cy="991639"/>
                </a:xfrm>
              </p:grpSpPr>
              <p:grpSp>
                <p:nvGrpSpPr>
                  <p:cNvPr id="4841" name="Group 4840">
                    <a:extLst>
                      <a:ext uri="{FF2B5EF4-FFF2-40B4-BE49-F238E27FC236}">
                        <a16:creationId xmlns:a16="http://schemas.microsoft.com/office/drawing/2014/main" id="{0305FFC7-8F13-AAE9-9B0C-A92E56EC2FDB}"/>
                      </a:ext>
                    </a:extLst>
                  </p:cNvPr>
                  <p:cNvGrpSpPr/>
                  <p:nvPr/>
                </p:nvGrpSpPr>
                <p:grpSpPr>
                  <a:xfrm>
                    <a:off x="6197413" y="3824215"/>
                    <a:ext cx="393192" cy="393192"/>
                    <a:chOff x="5265196" y="3357021"/>
                    <a:chExt cx="393192" cy="393192"/>
                  </a:xfrm>
                </p:grpSpPr>
                <p:grpSp>
                  <p:nvGrpSpPr>
                    <p:cNvPr id="4876" name="Group 4875">
                      <a:extLst>
                        <a:ext uri="{FF2B5EF4-FFF2-40B4-BE49-F238E27FC236}">
                          <a16:creationId xmlns:a16="http://schemas.microsoft.com/office/drawing/2014/main" id="{7D0E0DB3-7B80-BF62-AB18-C7411E8C06B3}"/>
                        </a:ext>
                      </a:extLst>
                    </p:cNvPr>
                    <p:cNvGrpSpPr/>
                    <p:nvPr/>
                  </p:nvGrpSpPr>
                  <p:grpSpPr>
                    <a:xfrm rot="14400000">
                      <a:off x="5265196" y="3357021"/>
                      <a:ext cx="393192" cy="393192"/>
                      <a:chOff x="5354637" y="3446463"/>
                      <a:chExt cx="214313" cy="214313"/>
                    </a:xfrm>
                  </p:grpSpPr>
                  <p:sp>
                    <p:nvSpPr>
                      <p:cNvPr id="4885" name="Arc 4884">
                        <a:extLst>
                          <a:ext uri="{FF2B5EF4-FFF2-40B4-BE49-F238E27FC236}">
                            <a16:creationId xmlns:a16="http://schemas.microsoft.com/office/drawing/2014/main" id="{CF2540AC-3C76-3506-8077-AEC432D6FFD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86" name="Arc 4885">
                        <a:extLst>
                          <a:ext uri="{FF2B5EF4-FFF2-40B4-BE49-F238E27FC236}">
                            <a16:creationId xmlns:a16="http://schemas.microsoft.com/office/drawing/2014/main" id="{F2277409-F028-1F4D-05BE-E9D2F937652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877" name="Group 4876">
                      <a:extLst>
                        <a:ext uri="{FF2B5EF4-FFF2-40B4-BE49-F238E27FC236}">
                          <a16:creationId xmlns:a16="http://schemas.microsoft.com/office/drawing/2014/main" id="{F2FC4E26-78AB-90D0-3AB4-070BBC91DF62}"/>
                        </a:ext>
                      </a:extLst>
                    </p:cNvPr>
                    <p:cNvGrpSpPr/>
                    <p:nvPr/>
                  </p:nvGrpSpPr>
                  <p:grpSpPr>
                    <a:xfrm>
                      <a:off x="5310186" y="3402011"/>
                      <a:ext cx="303213" cy="303213"/>
                      <a:chOff x="5310186" y="3402011"/>
                      <a:chExt cx="303213" cy="303213"/>
                    </a:xfrm>
                  </p:grpSpPr>
                  <p:grpSp>
                    <p:nvGrpSpPr>
                      <p:cNvPr id="4878" name="Group 4877">
                        <a:extLst>
                          <a:ext uri="{FF2B5EF4-FFF2-40B4-BE49-F238E27FC236}">
                            <a16:creationId xmlns:a16="http://schemas.microsoft.com/office/drawing/2014/main" id="{EDBA34B5-D03D-C9CF-1EEF-D7B2983F86FE}"/>
                          </a:ext>
                        </a:extLst>
                      </p:cNvPr>
                      <p:cNvGrpSpPr/>
                      <p:nvPr/>
                    </p:nvGrpSpPr>
                    <p:grpSpPr>
                      <a:xfrm>
                        <a:off x="5354636" y="3446461"/>
                        <a:ext cx="214313" cy="214313"/>
                        <a:chOff x="5354637" y="3446463"/>
                        <a:chExt cx="214313" cy="214313"/>
                      </a:xfrm>
                    </p:grpSpPr>
                    <p:sp>
                      <p:nvSpPr>
                        <p:cNvPr id="4883" name="Arc 4882">
                          <a:extLst>
                            <a:ext uri="{FF2B5EF4-FFF2-40B4-BE49-F238E27FC236}">
                              <a16:creationId xmlns:a16="http://schemas.microsoft.com/office/drawing/2014/main" id="{14AA7BE2-048A-CDF8-3396-709A556B826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84" name="Arc 4883">
                          <a:extLst>
                            <a:ext uri="{FF2B5EF4-FFF2-40B4-BE49-F238E27FC236}">
                              <a16:creationId xmlns:a16="http://schemas.microsoft.com/office/drawing/2014/main" id="{5875DDEF-A25E-B672-7FF1-68A9E0F6325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879" name="Group 4878">
                        <a:extLst>
                          <a:ext uri="{FF2B5EF4-FFF2-40B4-BE49-F238E27FC236}">
                            <a16:creationId xmlns:a16="http://schemas.microsoft.com/office/drawing/2014/main" id="{A1265F1C-42BE-B318-2A10-99639705D12B}"/>
                          </a:ext>
                        </a:extLst>
                      </p:cNvPr>
                      <p:cNvGrpSpPr/>
                      <p:nvPr/>
                    </p:nvGrpSpPr>
                    <p:grpSpPr>
                      <a:xfrm rot="7200000">
                        <a:off x="5310186" y="3402011"/>
                        <a:ext cx="303213" cy="303213"/>
                        <a:chOff x="5354637" y="3446463"/>
                        <a:chExt cx="214313" cy="214313"/>
                      </a:xfrm>
                    </p:grpSpPr>
                    <p:sp>
                      <p:nvSpPr>
                        <p:cNvPr id="4881" name="Arc 4880">
                          <a:extLst>
                            <a:ext uri="{FF2B5EF4-FFF2-40B4-BE49-F238E27FC236}">
                              <a16:creationId xmlns:a16="http://schemas.microsoft.com/office/drawing/2014/main" id="{6FF2F21C-9931-73D4-872B-DAEDA73EDDC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82" name="Arc 4881">
                          <a:extLst>
                            <a:ext uri="{FF2B5EF4-FFF2-40B4-BE49-F238E27FC236}">
                              <a16:creationId xmlns:a16="http://schemas.microsoft.com/office/drawing/2014/main" id="{1A2B8E14-6668-6663-EDDF-D9126E1E321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880" name="TextBox 4879">
                        <a:extLst>
                          <a:ext uri="{FF2B5EF4-FFF2-40B4-BE49-F238E27FC236}">
                            <a16:creationId xmlns:a16="http://schemas.microsoft.com/office/drawing/2014/main" id="{981A0E2A-3501-9820-2843-3EF3D09977BC}"/>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842" name="Group 4841">
                    <a:extLst>
                      <a:ext uri="{FF2B5EF4-FFF2-40B4-BE49-F238E27FC236}">
                        <a16:creationId xmlns:a16="http://schemas.microsoft.com/office/drawing/2014/main" id="{0422D301-789D-B208-F810-1A2678443901}"/>
                      </a:ext>
                    </a:extLst>
                  </p:cNvPr>
                  <p:cNvGrpSpPr/>
                  <p:nvPr/>
                </p:nvGrpSpPr>
                <p:grpSpPr>
                  <a:xfrm>
                    <a:off x="5886431" y="3525040"/>
                    <a:ext cx="393192" cy="393192"/>
                    <a:chOff x="5265196" y="3932619"/>
                    <a:chExt cx="393192" cy="393192"/>
                  </a:xfrm>
                </p:grpSpPr>
                <p:grpSp>
                  <p:nvGrpSpPr>
                    <p:cNvPr id="4866" name="Group 4865">
                      <a:extLst>
                        <a:ext uri="{FF2B5EF4-FFF2-40B4-BE49-F238E27FC236}">
                          <a16:creationId xmlns:a16="http://schemas.microsoft.com/office/drawing/2014/main" id="{D7424058-178F-76B5-CFD9-CE186C896DD1}"/>
                        </a:ext>
                      </a:extLst>
                    </p:cNvPr>
                    <p:cNvGrpSpPr/>
                    <p:nvPr/>
                  </p:nvGrpSpPr>
                  <p:grpSpPr>
                    <a:xfrm>
                      <a:off x="5354636" y="4022061"/>
                      <a:ext cx="214313" cy="214313"/>
                      <a:chOff x="5354637" y="3446463"/>
                      <a:chExt cx="214313" cy="214313"/>
                    </a:xfrm>
                  </p:grpSpPr>
                  <p:sp>
                    <p:nvSpPr>
                      <p:cNvPr id="4874" name="Arc 4873">
                        <a:extLst>
                          <a:ext uri="{FF2B5EF4-FFF2-40B4-BE49-F238E27FC236}">
                            <a16:creationId xmlns:a16="http://schemas.microsoft.com/office/drawing/2014/main" id="{BA98DE01-B9B4-3E26-10AD-8C64697C0B4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75" name="Arc 4874">
                        <a:extLst>
                          <a:ext uri="{FF2B5EF4-FFF2-40B4-BE49-F238E27FC236}">
                            <a16:creationId xmlns:a16="http://schemas.microsoft.com/office/drawing/2014/main" id="{74CD9734-7FFC-B6FC-3E8E-EB76C91B49A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867" name="Group 4866">
                      <a:extLst>
                        <a:ext uri="{FF2B5EF4-FFF2-40B4-BE49-F238E27FC236}">
                          <a16:creationId xmlns:a16="http://schemas.microsoft.com/office/drawing/2014/main" id="{9547CC6C-B1A4-7387-4E39-629C22332661}"/>
                        </a:ext>
                      </a:extLst>
                    </p:cNvPr>
                    <p:cNvGrpSpPr/>
                    <p:nvPr/>
                  </p:nvGrpSpPr>
                  <p:grpSpPr>
                    <a:xfrm rot="14400000">
                      <a:off x="5310186" y="3977611"/>
                      <a:ext cx="303213" cy="303213"/>
                      <a:chOff x="5354637" y="3446463"/>
                      <a:chExt cx="214313" cy="214313"/>
                    </a:xfrm>
                  </p:grpSpPr>
                  <p:sp>
                    <p:nvSpPr>
                      <p:cNvPr id="4872" name="Arc 4871">
                        <a:extLst>
                          <a:ext uri="{FF2B5EF4-FFF2-40B4-BE49-F238E27FC236}">
                            <a16:creationId xmlns:a16="http://schemas.microsoft.com/office/drawing/2014/main" id="{810AD736-BDCA-30D4-471D-991D9DF2893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73" name="Arc 4872">
                        <a:extLst>
                          <a:ext uri="{FF2B5EF4-FFF2-40B4-BE49-F238E27FC236}">
                            <a16:creationId xmlns:a16="http://schemas.microsoft.com/office/drawing/2014/main" id="{9153499F-6E4D-8E7B-A62B-CEC3464ED4B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868" name="Group 4867">
                      <a:extLst>
                        <a:ext uri="{FF2B5EF4-FFF2-40B4-BE49-F238E27FC236}">
                          <a16:creationId xmlns:a16="http://schemas.microsoft.com/office/drawing/2014/main" id="{0FB62A9B-FF94-6D7B-BA44-6EFEB472AC2C}"/>
                        </a:ext>
                      </a:extLst>
                    </p:cNvPr>
                    <p:cNvGrpSpPr/>
                    <p:nvPr/>
                  </p:nvGrpSpPr>
                  <p:grpSpPr>
                    <a:xfrm rot="7200000">
                      <a:off x="5265196" y="3932619"/>
                      <a:ext cx="393192" cy="393192"/>
                      <a:chOff x="5354637" y="3446463"/>
                      <a:chExt cx="214313" cy="214313"/>
                    </a:xfrm>
                  </p:grpSpPr>
                  <p:sp>
                    <p:nvSpPr>
                      <p:cNvPr id="4870" name="Arc 4869">
                        <a:extLst>
                          <a:ext uri="{FF2B5EF4-FFF2-40B4-BE49-F238E27FC236}">
                            <a16:creationId xmlns:a16="http://schemas.microsoft.com/office/drawing/2014/main" id="{5C86338D-9384-70E2-8918-152237AE42B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71" name="Arc 4870">
                        <a:extLst>
                          <a:ext uri="{FF2B5EF4-FFF2-40B4-BE49-F238E27FC236}">
                            <a16:creationId xmlns:a16="http://schemas.microsoft.com/office/drawing/2014/main" id="{A99F8E9C-3EF4-F82A-3394-9A106F26E70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869" name="TextBox 4868">
                      <a:extLst>
                        <a:ext uri="{FF2B5EF4-FFF2-40B4-BE49-F238E27FC236}">
                          <a16:creationId xmlns:a16="http://schemas.microsoft.com/office/drawing/2014/main" id="{4FF0DB31-555C-64BC-8297-BDA40F2E0AAA}"/>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4843" name="Group 4842">
                    <a:extLst>
                      <a:ext uri="{FF2B5EF4-FFF2-40B4-BE49-F238E27FC236}">
                        <a16:creationId xmlns:a16="http://schemas.microsoft.com/office/drawing/2014/main" id="{756C0E5A-72E1-AAA1-87A5-A0AD8FC6399B}"/>
                      </a:ext>
                    </a:extLst>
                  </p:cNvPr>
                  <p:cNvGrpSpPr/>
                  <p:nvPr/>
                </p:nvGrpSpPr>
                <p:grpSpPr>
                  <a:xfrm>
                    <a:off x="6512463" y="3525040"/>
                    <a:ext cx="393192" cy="393192"/>
                    <a:chOff x="6389147" y="3357021"/>
                    <a:chExt cx="393192" cy="393192"/>
                  </a:xfrm>
                </p:grpSpPr>
                <p:grpSp>
                  <p:nvGrpSpPr>
                    <p:cNvPr id="4855" name="Group 4854">
                      <a:extLst>
                        <a:ext uri="{FF2B5EF4-FFF2-40B4-BE49-F238E27FC236}">
                          <a16:creationId xmlns:a16="http://schemas.microsoft.com/office/drawing/2014/main" id="{C2EB2087-70B0-7D81-36A0-36DE81380B65}"/>
                        </a:ext>
                      </a:extLst>
                    </p:cNvPr>
                    <p:cNvGrpSpPr/>
                    <p:nvPr/>
                  </p:nvGrpSpPr>
                  <p:grpSpPr>
                    <a:xfrm rot="7200000" flipH="1">
                      <a:off x="6389147" y="3357021"/>
                      <a:ext cx="393192" cy="393192"/>
                      <a:chOff x="5354637" y="3446463"/>
                      <a:chExt cx="214313" cy="214313"/>
                    </a:xfrm>
                  </p:grpSpPr>
                  <p:sp>
                    <p:nvSpPr>
                      <p:cNvPr id="4864" name="Arc 4863">
                        <a:extLst>
                          <a:ext uri="{FF2B5EF4-FFF2-40B4-BE49-F238E27FC236}">
                            <a16:creationId xmlns:a16="http://schemas.microsoft.com/office/drawing/2014/main" id="{DAD80122-9BFD-C5D5-0C39-F8646DF2328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65" name="Arc 4864">
                        <a:extLst>
                          <a:ext uri="{FF2B5EF4-FFF2-40B4-BE49-F238E27FC236}">
                            <a16:creationId xmlns:a16="http://schemas.microsoft.com/office/drawing/2014/main" id="{99852FAB-BCBC-15DF-FB86-C1DA8B83B62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856" name="Group 4855">
                      <a:extLst>
                        <a:ext uri="{FF2B5EF4-FFF2-40B4-BE49-F238E27FC236}">
                          <a16:creationId xmlns:a16="http://schemas.microsoft.com/office/drawing/2014/main" id="{141992A2-33C3-1F72-EEA7-9B618A69BAE1}"/>
                        </a:ext>
                      </a:extLst>
                    </p:cNvPr>
                    <p:cNvGrpSpPr/>
                    <p:nvPr/>
                  </p:nvGrpSpPr>
                  <p:grpSpPr>
                    <a:xfrm>
                      <a:off x="6434137" y="3402011"/>
                      <a:ext cx="303213" cy="303213"/>
                      <a:chOff x="6434137" y="3402011"/>
                      <a:chExt cx="303213" cy="303213"/>
                    </a:xfrm>
                  </p:grpSpPr>
                  <p:grpSp>
                    <p:nvGrpSpPr>
                      <p:cNvPr id="4857" name="Group 4856">
                        <a:extLst>
                          <a:ext uri="{FF2B5EF4-FFF2-40B4-BE49-F238E27FC236}">
                            <a16:creationId xmlns:a16="http://schemas.microsoft.com/office/drawing/2014/main" id="{B0A514D5-A564-A1D8-310F-2EE23906D595}"/>
                          </a:ext>
                        </a:extLst>
                      </p:cNvPr>
                      <p:cNvGrpSpPr/>
                      <p:nvPr/>
                    </p:nvGrpSpPr>
                    <p:grpSpPr>
                      <a:xfrm flipH="1">
                        <a:off x="6478587" y="3446461"/>
                        <a:ext cx="214313" cy="214313"/>
                        <a:chOff x="5354637" y="3446463"/>
                        <a:chExt cx="214313" cy="214313"/>
                      </a:xfrm>
                    </p:grpSpPr>
                    <p:sp>
                      <p:nvSpPr>
                        <p:cNvPr id="4862" name="Arc 4861">
                          <a:extLst>
                            <a:ext uri="{FF2B5EF4-FFF2-40B4-BE49-F238E27FC236}">
                              <a16:creationId xmlns:a16="http://schemas.microsoft.com/office/drawing/2014/main" id="{7183EDC8-8365-83F2-BE16-D100ADA3E51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63" name="Arc 4862">
                          <a:extLst>
                            <a:ext uri="{FF2B5EF4-FFF2-40B4-BE49-F238E27FC236}">
                              <a16:creationId xmlns:a16="http://schemas.microsoft.com/office/drawing/2014/main" id="{55EC2C68-87CD-0D32-93D9-539D622B161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858" name="Group 4857">
                        <a:extLst>
                          <a:ext uri="{FF2B5EF4-FFF2-40B4-BE49-F238E27FC236}">
                            <a16:creationId xmlns:a16="http://schemas.microsoft.com/office/drawing/2014/main" id="{AC25E5B8-49A2-1B20-3350-8C43979C3C65}"/>
                          </a:ext>
                        </a:extLst>
                      </p:cNvPr>
                      <p:cNvGrpSpPr/>
                      <p:nvPr/>
                    </p:nvGrpSpPr>
                    <p:grpSpPr>
                      <a:xfrm rot="14400000" flipH="1">
                        <a:off x="6434137" y="3402011"/>
                        <a:ext cx="303213" cy="303213"/>
                        <a:chOff x="5354637" y="3446463"/>
                        <a:chExt cx="214313" cy="214313"/>
                      </a:xfrm>
                    </p:grpSpPr>
                    <p:sp>
                      <p:nvSpPr>
                        <p:cNvPr id="4860" name="Arc 4859">
                          <a:extLst>
                            <a:ext uri="{FF2B5EF4-FFF2-40B4-BE49-F238E27FC236}">
                              <a16:creationId xmlns:a16="http://schemas.microsoft.com/office/drawing/2014/main" id="{7F6D1050-ADB8-62BE-BD96-2ED33ED0E51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61" name="Arc 4860">
                          <a:extLst>
                            <a:ext uri="{FF2B5EF4-FFF2-40B4-BE49-F238E27FC236}">
                              <a16:creationId xmlns:a16="http://schemas.microsoft.com/office/drawing/2014/main" id="{F3A60D88-92F9-BADC-C36D-3185D0F5B57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859" name="TextBox 4858">
                        <a:extLst>
                          <a:ext uri="{FF2B5EF4-FFF2-40B4-BE49-F238E27FC236}">
                            <a16:creationId xmlns:a16="http://schemas.microsoft.com/office/drawing/2014/main" id="{F45E529F-9390-E060-37C6-DFE9FBD4882C}"/>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844" name="Group 4843">
                    <a:extLst>
                      <a:ext uri="{FF2B5EF4-FFF2-40B4-BE49-F238E27FC236}">
                        <a16:creationId xmlns:a16="http://schemas.microsoft.com/office/drawing/2014/main" id="{9F4FDC2B-AE66-D99B-DF6B-512ACD757D36}"/>
                      </a:ext>
                    </a:extLst>
                  </p:cNvPr>
                  <p:cNvGrpSpPr/>
                  <p:nvPr/>
                </p:nvGrpSpPr>
                <p:grpSpPr>
                  <a:xfrm>
                    <a:off x="6197413" y="3225768"/>
                    <a:ext cx="393192" cy="393192"/>
                    <a:chOff x="6389147" y="3932622"/>
                    <a:chExt cx="393192" cy="393192"/>
                  </a:xfrm>
                </p:grpSpPr>
                <p:grpSp>
                  <p:nvGrpSpPr>
                    <p:cNvPr id="4845" name="Group 4844">
                      <a:extLst>
                        <a:ext uri="{FF2B5EF4-FFF2-40B4-BE49-F238E27FC236}">
                          <a16:creationId xmlns:a16="http://schemas.microsoft.com/office/drawing/2014/main" id="{FABB4F4F-363E-1E7D-EEE5-40F0AF204329}"/>
                        </a:ext>
                      </a:extLst>
                    </p:cNvPr>
                    <p:cNvGrpSpPr/>
                    <p:nvPr/>
                  </p:nvGrpSpPr>
                  <p:grpSpPr>
                    <a:xfrm flipH="1">
                      <a:off x="6478587" y="4022061"/>
                      <a:ext cx="214313" cy="214313"/>
                      <a:chOff x="5354637" y="3446463"/>
                      <a:chExt cx="214313" cy="214313"/>
                    </a:xfrm>
                  </p:grpSpPr>
                  <p:sp>
                    <p:nvSpPr>
                      <p:cNvPr id="4853" name="Arc 4852">
                        <a:extLst>
                          <a:ext uri="{FF2B5EF4-FFF2-40B4-BE49-F238E27FC236}">
                            <a16:creationId xmlns:a16="http://schemas.microsoft.com/office/drawing/2014/main" id="{6A9A7DCC-DBA7-94CD-D9E8-99BB5BFDBAB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54" name="Arc 4853">
                        <a:extLst>
                          <a:ext uri="{FF2B5EF4-FFF2-40B4-BE49-F238E27FC236}">
                            <a16:creationId xmlns:a16="http://schemas.microsoft.com/office/drawing/2014/main" id="{5068815C-D124-7555-E663-9B86A45035E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846" name="Group 4845">
                      <a:extLst>
                        <a:ext uri="{FF2B5EF4-FFF2-40B4-BE49-F238E27FC236}">
                          <a16:creationId xmlns:a16="http://schemas.microsoft.com/office/drawing/2014/main" id="{05B2C7A7-6157-7FF6-11B0-D004CAAFE943}"/>
                        </a:ext>
                      </a:extLst>
                    </p:cNvPr>
                    <p:cNvGrpSpPr/>
                    <p:nvPr/>
                  </p:nvGrpSpPr>
                  <p:grpSpPr>
                    <a:xfrm rot="7200000" flipH="1">
                      <a:off x="6434137" y="3977611"/>
                      <a:ext cx="303213" cy="303213"/>
                      <a:chOff x="5354637" y="3446463"/>
                      <a:chExt cx="214313" cy="214313"/>
                    </a:xfrm>
                  </p:grpSpPr>
                  <p:sp>
                    <p:nvSpPr>
                      <p:cNvPr id="4851" name="Arc 4850">
                        <a:extLst>
                          <a:ext uri="{FF2B5EF4-FFF2-40B4-BE49-F238E27FC236}">
                            <a16:creationId xmlns:a16="http://schemas.microsoft.com/office/drawing/2014/main" id="{2FBABFB8-0462-8FA4-C65B-548847039D1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52" name="Arc 4851">
                        <a:extLst>
                          <a:ext uri="{FF2B5EF4-FFF2-40B4-BE49-F238E27FC236}">
                            <a16:creationId xmlns:a16="http://schemas.microsoft.com/office/drawing/2014/main" id="{6813A7AD-BF41-596C-F8DA-D4863E101A9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847" name="Group 4846">
                      <a:extLst>
                        <a:ext uri="{FF2B5EF4-FFF2-40B4-BE49-F238E27FC236}">
                          <a16:creationId xmlns:a16="http://schemas.microsoft.com/office/drawing/2014/main" id="{1BD89C6F-D1C6-D0DD-667C-E67C521F6ACE}"/>
                        </a:ext>
                      </a:extLst>
                    </p:cNvPr>
                    <p:cNvGrpSpPr/>
                    <p:nvPr/>
                  </p:nvGrpSpPr>
                  <p:grpSpPr>
                    <a:xfrm rot="14400000" flipH="1">
                      <a:off x="6389147" y="3932622"/>
                      <a:ext cx="393192" cy="393192"/>
                      <a:chOff x="5354637" y="3446463"/>
                      <a:chExt cx="214313" cy="214313"/>
                    </a:xfrm>
                  </p:grpSpPr>
                  <p:sp>
                    <p:nvSpPr>
                      <p:cNvPr id="4849" name="Arc 4848">
                        <a:extLst>
                          <a:ext uri="{FF2B5EF4-FFF2-40B4-BE49-F238E27FC236}">
                            <a16:creationId xmlns:a16="http://schemas.microsoft.com/office/drawing/2014/main" id="{AC55EB26-B5F4-C098-5EFE-DDAC545F279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50" name="Arc 4849">
                        <a:extLst>
                          <a:ext uri="{FF2B5EF4-FFF2-40B4-BE49-F238E27FC236}">
                            <a16:creationId xmlns:a16="http://schemas.microsoft.com/office/drawing/2014/main" id="{1A204347-54BE-B510-71F9-5A822174D03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848" name="TextBox 4847">
                      <a:extLst>
                        <a:ext uri="{FF2B5EF4-FFF2-40B4-BE49-F238E27FC236}">
                          <a16:creationId xmlns:a16="http://schemas.microsoft.com/office/drawing/2014/main" id="{314D0BFD-77C9-5301-4574-9D5CB2440D91}"/>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794" name="Group 4793">
                  <a:extLst>
                    <a:ext uri="{FF2B5EF4-FFF2-40B4-BE49-F238E27FC236}">
                      <a16:creationId xmlns:a16="http://schemas.microsoft.com/office/drawing/2014/main" id="{BAFC5014-D584-1FA6-5BDA-F126A0E17E00}"/>
                    </a:ext>
                  </a:extLst>
                </p:cNvPr>
                <p:cNvGrpSpPr/>
                <p:nvPr/>
              </p:nvGrpSpPr>
              <p:grpSpPr>
                <a:xfrm>
                  <a:off x="6069086" y="3246228"/>
                  <a:ext cx="1019224" cy="991639"/>
                  <a:chOff x="5886431" y="3225768"/>
                  <a:chExt cx="1019224" cy="991639"/>
                </a:xfrm>
              </p:grpSpPr>
              <p:grpSp>
                <p:nvGrpSpPr>
                  <p:cNvPr id="4795" name="Group 4794">
                    <a:extLst>
                      <a:ext uri="{FF2B5EF4-FFF2-40B4-BE49-F238E27FC236}">
                        <a16:creationId xmlns:a16="http://schemas.microsoft.com/office/drawing/2014/main" id="{5703C31F-6ED8-D268-16DE-2942DA7DAC8D}"/>
                      </a:ext>
                    </a:extLst>
                  </p:cNvPr>
                  <p:cNvGrpSpPr/>
                  <p:nvPr/>
                </p:nvGrpSpPr>
                <p:grpSpPr>
                  <a:xfrm>
                    <a:off x="6197413" y="3824215"/>
                    <a:ext cx="393192" cy="393192"/>
                    <a:chOff x="5265196" y="3357021"/>
                    <a:chExt cx="393192" cy="393192"/>
                  </a:xfrm>
                </p:grpSpPr>
                <p:grpSp>
                  <p:nvGrpSpPr>
                    <p:cNvPr id="4830" name="Group 4829">
                      <a:extLst>
                        <a:ext uri="{FF2B5EF4-FFF2-40B4-BE49-F238E27FC236}">
                          <a16:creationId xmlns:a16="http://schemas.microsoft.com/office/drawing/2014/main" id="{F56BA6AE-E7E1-7CC5-E408-004DF47FC290}"/>
                        </a:ext>
                      </a:extLst>
                    </p:cNvPr>
                    <p:cNvGrpSpPr/>
                    <p:nvPr/>
                  </p:nvGrpSpPr>
                  <p:grpSpPr>
                    <a:xfrm rot="14400000">
                      <a:off x="5265196" y="3357021"/>
                      <a:ext cx="393192" cy="393192"/>
                      <a:chOff x="5354637" y="3446463"/>
                      <a:chExt cx="214313" cy="214313"/>
                    </a:xfrm>
                  </p:grpSpPr>
                  <p:sp>
                    <p:nvSpPr>
                      <p:cNvPr id="4839" name="Arc 4838">
                        <a:extLst>
                          <a:ext uri="{FF2B5EF4-FFF2-40B4-BE49-F238E27FC236}">
                            <a16:creationId xmlns:a16="http://schemas.microsoft.com/office/drawing/2014/main" id="{BA6A2774-8D48-3AFA-64F9-FB47E94E1E6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40" name="Arc 4839">
                        <a:extLst>
                          <a:ext uri="{FF2B5EF4-FFF2-40B4-BE49-F238E27FC236}">
                            <a16:creationId xmlns:a16="http://schemas.microsoft.com/office/drawing/2014/main" id="{31E1E009-A289-989F-CBFE-24817740954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831" name="Group 4830">
                      <a:extLst>
                        <a:ext uri="{FF2B5EF4-FFF2-40B4-BE49-F238E27FC236}">
                          <a16:creationId xmlns:a16="http://schemas.microsoft.com/office/drawing/2014/main" id="{DE1AAE29-2892-E5EB-FEF3-3B11D412F78C}"/>
                        </a:ext>
                      </a:extLst>
                    </p:cNvPr>
                    <p:cNvGrpSpPr/>
                    <p:nvPr/>
                  </p:nvGrpSpPr>
                  <p:grpSpPr>
                    <a:xfrm>
                      <a:off x="5310186" y="3402011"/>
                      <a:ext cx="303213" cy="303213"/>
                      <a:chOff x="5310186" y="3402011"/>
                      <a:chExt cx="303213" cy="303213"/>
                    </a:xfrm>
                  </p:grpSpPr>
                  <p:grpSp>
                    <p:nvGrpSpPr>
                      <p:cNvPr id="4832" name="Group 4831">
                        <a:extLst>
                          <a:ext uri="{FF2B5EF4-FFF2-40B4-BE49-F238E27FC236}">
                            <a16:creationId xmlns:a16="http://schemas.microsoft.com/office/drawing/2014/main" id="{05882C11-AF3F-B9EF-32DD-BEE6B276E824}"/>
                          </a:ext>
                        </a:extLst>
                      </p:cNvPr>
                      <p:cNvGrpSpPr/>
                      <p:nvPr/>
                    </p:nvGrpSpPr>
                    <p:grpSpPr>
                      <a:xfrm>
                        <a:off x="5354636" y="3446461"/>
                        <a:ext cx="214313" cy="214313"/>
                        <a:chOff x="5354637" y="3446463"/>
                        <a:chExt cx="214313" cy="214313"/>
                      </a:xfrm>
                    </p:grpSpPr>
                    <p:sp>
                      <p:nvSpPr>
                        <p:cNvPr id="4837" name="Arc 4836">
                          <a:extLst>
                            <a:ext uri="{FF2B5EF4-FFF2-40B4-BE49-F238E27FC236}">
                              <a16:creationId xmlns:a16="http://schemas.microsoft.com/office/drawing/2014/main" id="{2C810D5D-B522-89C9-4807-DFFC4F4370C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38" name="Arc 4837">
                          <a:extLst>
                            <a:ext uri="{FF2B5EF4-FFF2-40B4-BE49-F238E27FC236}">
                              <a16:creationId xmlns:a16="http://schemas.microsoft.com/office/drawing/2014/main" id="{2A8315E4-5289-D85D-5679-22C1C4C14A5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833" name="Group 4832">
                        <a:extLst>
                          <a:ext uri="{FF2B5EF4-FFF2-40B4-BE49-F238E27FC236}">
                            <a16:creationId xmlns:a16="http://schemas.microsoft.com/office/drawing/2014/main" id="{FBE9BB86-3DC6-71BE-D143-5BBDD14A5794}"/>
                          </a:ext>
                        </a:extLst>
                      </p:cNvPr>
                      <p:cNvGrpSpPr/>
                      <p:nvPr/>
                    </p:nvGrpSpPr>
                    <p:grpSpPr>
                      <a:xfrm rot="7200000">
                        <a:off x="5310186" y="3402011"/>
                        <a:ext cx="303213" cy="303213"/>
                        <a:chOff x="5354637" y="3446463"/>
                        <a:chExt cx="214313" cy="214313"/>
                      </a:xfrm>
                    </p:grpSpPr>
                    <p:sp>
                      <p:nvSpPr>
                        <p:cNvPr id="4835" name="Arc 4834">
                          <a:extLst>
                            <a:ext uri="{FF2B5EF4-FFF2-40B4-BE49-F238E27FC236}">
                              <a16:creationId xmlns:a16="http://schemas.microsoft.com/office/drawing/2014/main" id="{CE153805-102D-BCFC-ABDA-D720F3DE255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36" name="Arc 4835">
                          <a:extLst>
                            <a:ext uri="{FF2B5EF4-FFF2-40B4-BE49-F238E27FC236}">
                              <a16:creationId xmlns:a16="http://schemas.microsoft.com/office/drawing/2014/main" id="{0B4C629F-82DD-4885-F3D6-9AA3E817E8E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834" name="TextBox 4833">
                        <a:extLst>
                          <a:ext uri="{FF2B5EF4-FFF2-40B4-BE49-F238E27FC236}">
                            <a16:creationId xmlns:a16="http://schemas.microsoft.com/office/drawing/2014/main" id="{6EC3E1E4-BEDE-1714-27C4-B18CDA01EC79}"/>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796" name="Group 4795">
                    <a:extLst>
                      <a:ext uri="{FF2B5EF4-FFF2-40B4-BE49-F238E27FC236}">
                        <a16:creationId xmlns:a16="http://schemas.microsoft.com/office/drawing/2014/main" id="{D10E7B45-BAA2-C181-6340-6B2A75A50B4D}"/>
                      </a:ext>
                    </a:extLst>
                  </p:cNvPr>
                  <p:cNvGrpSpPr/>
                  <p:nvPr/>
                </p:nvGrpSpPr>
                <p:grpSpPr>
                  <a:xfrm>
                    <a:off x="5886431" y="3525040"/>
                    <a:ext cx="393192" cy="393192"/>
                    <a:chOff x="5265196" y="3932619"/>
                    <a:chExt cx="393192" cy="393192"/>
                  </a:xfrm>
                </p:grpSpPr>
                <p:grpSp>
                  <p:nvGrpSpPr>
                    <p:cNvPr id="4820" name="Group 4819">
                      <a:extLst>
                        <a:ext uri="{FF2B5EF4-FFF2-40B4-BE49-F238E27FC236}">
                          <a16:creationId xmlns:a16="http://schemas.microsoft.com/office/drawing/2014/main" id="{26D5FD55-48A6-B51D-1EED-C30DA40C8672}"/>
                        </a:ext>
                      </a:extLst>
                    </p:cNvPr>
                    <p:cNvGrpSpPr/>
                    <p:nvPr/>
                  </p:nvGrpSpPr>
                  <p:grpSpPr>
                    <a:xfrm>
                      <a:off x="5354636" y="4022061"/>
                      <a:ext cx="214313" cy="214313"/>
                      <a:chOff x="5354637" y="3446463"/>
                      <a:chExt cx="214313" cy="214313"/>
                    </a:xfrm>
                  </p:grpSpPr>
                  <p:sp>
                    <p:nvSpPr>
                      <p:cNvPr id="4828" name="Arc 4827">
                        <a:extLst>
                          <a:ext uri="{FF2B5EF4-FFF2-40B4-BE49-F238E27FC236}">
                            <a16:creationId xmlns:a16="http://schemas.microsoft.com/office/drawing/2014/main" id="{DB3DB49E-AD6F-1CDA-77A9-21206CEEFBD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29" name="Arc 4828">
                        <a:extLst>
                          <a:ext uri="{FF2B5EF4-FFF2-40B4-BE49-F238E27FC236}">
                            <a16:creationId xmlns:a16="http://schemas.microsoft.com/office/drawing/2014/main" id="{48B680CE-2260-B26C-6496-41838E51539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821" name="Group 4820">
                      <a:extLst>
                        <a:ext uri="{FF2B5EF4-FFF2-40B4-BE49-F238E27FC236}">
                          <a16:creationId xmlns:a16="http://schemas.microsoft.com/office/drawing/2014/main" id="{47CDFC82-A17D-FF4E-6081-D121BD90A5C2}"/>
                        </a:ext>
                      </a:extLst>
                    </p:cNvPr>
                    <p:cNvGrpSpPr/>
                    <p:nvPr/>
                  </p:nvGrpSpPr>
                  <p:grpSpPr>
                    <a:xfrm rot="14400000">
                      <a:off x="5310186" y="3977611"/>
                      <a:ext cx="303213" cy="303213"/>
                      <a:chOff x="5354637" y="3446463"/>
                      <a:chExt cx="214313" cy="214313"/>
                    </a:xfrm>
                  </p:grpSpPr>
                  <p:sp>
                    <p:nvSpPr>
                      <p:cNvPr id="4826" name="Arc 4825">
                        <a:extLst>
                          <a:ext uri="{FF2B5EF4-FFF2-40B4-BE49-F238E27FC236}">
                            <a16:creationId xmlns:a16="http://schemas.microsoft.com/office/drawing/2014/main" id="{13BDC822-7ABA-BB77-CBF2-0DCCB29B937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27" name="Arc 4826">
                        <a:extLst>
                          <a:ext uri="{FF2B5EF4-FFF2-40B4-BE49-F238E27FC236}">
                            <a16:creationId xmlns:a16="http://schemas.microsoft.com/office/drawing/2014/main" id="{31DCF663-56E9-32BC-DA54-DBC5EC44DC6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822" name="Group 4821">
                      <a:extLst>
                        <a:ext uri="{FF2B5EF4-FFF2-40B4-BE49-F238E27FC236}">
                          <a16:creationId xmlns:a16="http://schemas.microsoft.com/office/drawing/2014/main" id="{7479195F-CC17-22E8-C45F-DA144BABA9AE}"/>
                        </a:ext>
                      </a:extLst>
                    </p:cNvPr>
                    <p:cNvGrpSpPr/>
                    <p:nvPr/>
                  </p:nvGrpSpPr>
                  <p:grpSpPr>
                    <a:xfrm rot="7200000">
                      <a:off x="5265196" y="3932619"/>
                      <a:ext cx="393192" cy="393192"/>
                      <a:chOff x="5354637" y="3446463"/>
                      <a:chExt cx="214313" cy="214313"/>
                    </a:xfrm>
                  </p:grpSpPr>
                  <p:sp>
                    <p:nvSpPr>
                      <p:cNvPr id="4824" name="Arc 4823">
                        <a:extLst>
                          <a:ext uri="{FF2B5EF4-FFF2-40B4-BE49-F238E27FC236}">
                            <a16:creationId xmlns:a16="http://schemas.microsoft.com/office/drawing/2014/main" id="{5E4A3E98-95E9-4F12-33B9-45FC7316DF9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25" name="Arc 4824">
                        <a:extLst>
                          <a:ext uri="{FF2B5EF4-FFF2-40B4-BE49-F238E27FC236}">
                            <a16:creationId xmlns:a16="http://schemas.microsoft.com/office/drawing/2014/main" id="{F8D6689E-B6F4-A0AC-EB3F-CD4E2F3563A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823" name="TextBox 4822">
                      <a:extLst>
                        <a:ext uri="{FF2B5EF4-FFF2-40B4-BE49-F238E27FC236}">
                          <a16:creationId xmlns:a16="http://schemas.microsoft.com/office/drawing/2014/main" id="{1AB6E7D7-3D26-2268-1F83-BDC4AADBDE35}"/>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4797" name="Group 4796">
                    <a:extLst>
                      <a:ext uri="{FF2B5EF4-FFF2-40B4-BE49-F238E27FC236}">
                        <a16:creationId xmlns:a16="http://schemas.microsoft.com/office/drawing/2014/main" id="{377903B3-0BC3-5EE2-3260-3A6BC639B6B5}"/>
                      </a:ext>
                    </a:extLst>
                  </p:cNvPr>
                  <p:cNvGrpSpPr/>
                  <p:nvPr/>
                </p:nvGrpSpPr>
                <p:grpSpPr>
                  <a:xfrm>
                    <a:off x="6512463" y="3525040"/>
                    <a:ext cx="393192" cy="393192"/>
                    <a:chOff x="6389147" y="3357021"/>
                    <a:chExt cx="393192" cy="393192"/>
                  </a:xfrm>
                </p:grpSpPr>
                <p:grpSp>
                  <p:nvGrpSpPr>
                    <p:cNvPr id="4809" name="Group 4808">
                      <a:extLst>
                        <a:ext uri="{FF2B5EF4-FFF2-40B4-BE49-F238E27FC236}">
                          <a16:creationId xmlns:a16="http://schemas.microsoft.com/office/drawing/2014/main" id="{D3A8AE19-42EA-2BA6-98B5-A04FC5255618}"/>
                        </a:ext>
                      </a:extLst>
                    </p:cNvPr>
                    <p:cNvGrpSpPr/>
                    <p:nvPr/>
                  </p:nvGrpSpPr>
                  <p:grpSpPr>
                    <a:xfrm rot="7200000" flipH="1">
                      <a:off x="6389147" y="3357021"/>
                      <a:ext cx="393192" cy="393192"/>
                      <a:chOff x="5354637" y="3446463"/>
                      <a:chExt cx="214313" cy="214313"/>
                    </a:xfrm>
                  </p:grpSpPr>
                  <p:sp>
                    <p:nvSpPr>
                      <p:cNvPr id="4818" name="Arc 4817">
                        <a:extLst>
                          <a:ext uri="{FF2B5EF4-FFF2-40B4-BE49-F238E27FC236}">
                            <a16:creationId xmlns:a16="http://schemas.microsoft.com/office/drawing/2014/main" id="{023D03AF-AD55-F4A3-DB50-558228970AD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19" name="Arc 4818">
                        <a:extLst>
                          <a:ext uri="{FF2B5EF4-FFF2-40B4-BE49-F238E27FC236}">
                            <a16:creationId xmlns:a16="http://schemas.microsoft.com/office/drawing/2014/main" id="{7062CA8A-38A9-7782-9518-5B49FE1B88E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810" name="Group 4809">
                      <a:extLst>
                        <a:ext uri="{FF2B5EF4-FFF2-40B4-BE49-F238E27FC236}">
                          <a16:creationId xmlns:a16="http://schemas.microsoft.com/office/drawing/2014/main" id="{64DF9366-0EAD-D09A-F533-93824676CAC4}"/>
                        </a:ext>
                      </a:extLst>
                    </p:cNvPr>
                    <p:cNvGrpSpPr/>
                    <p:nvPr/>
                  </p:nvGrpSpPr>
                  <p:grpSpPr>
                    <a:xfrm>
                      <a:off x="6434137" y="3402011"/>
                      <a:ext cx="303213" cy="303213"/>
                      <a:chOff x="6434137" y="3402011"/>
                      <a:chExt cx="303213" cy="303213"/>
                    </a:xfrm>
                  </p:grpSpPr>
                  <p:grpSp>
                    <p:nvGrpSpPr>
                      <p:cNvPr id="4811" name="Group 4810">
                        <a:extLst>
                          <a:ext uri="{FF2B5EF4-FFF2-40B4-BE49-F238E27FC236}">
                            <a16:creationId xmlns:a16="http://schemas.microsoft.com/office/drawing/2014/main" id="{9AE4C3C2-58D5-6551-09B9-9967CB2A9520}"/>
                          </a:ext>
                        </a:extLst>
                      </p:cNvPr>
                      <p:cNvGrpSpPr/>
                      <p:nvPr/>
                    </p:nvGrpSpPr>
                    <p:grpSpPr>
                      <a:xfrm flipH="1">
                        <a:off x="6478587" y="3446461"/>
                        <a:ext cx="214313" cy="214313"/>
                        <a:chOff x="5354637" y="3446463"/>
                        <a:chExt cx="214313" cy="214313"/>
                      </a:xfrm>
                    </p:grpSpPr>
                    <p:sp>
                      <p:nvSpPr>
                        <p:cNvPr id="4816" name="Arc 4815">
                          <a:extLst>
                            <a:ext uri="{FF2B5EF4-FFF2-40B4-BE49-F238E27FC236}">
                              <a16:creationId xmlns:a16="http://schemas.microsoft.com/office/drawing/2014/main" id="{076447ED-B73E-6335-871A-E811F9A44DE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17" name="Arc 4816">
                          <a:extLst>
                            <a:ext uri="{FF2B5EF4-FFF2-40B4-BE49-F238E27FC236}">
                              <a16:creationId xmlns:a16="http://schemas.microsoft.com/office/drawing/2014/main" id="{FD34470D-857F-58C5-482F-5241C6D8107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812" name="Group 4811">
                        <a:extLst>
                          <a:ext uri="{FF2B5EF4-FFF2-40B4-BE49-F238E27FC236}">
                            <a16:creationId xmlns:a16="http://schemas.microsoft.com/office/drawing/2014/main" id="{2D9FA99E-E5E1-7916-B9F3-28059DF35081}"/>
                          </a:ext>
                        </a:extLst>
                      </p:cNvPr>
                      <p:cNvGrpSpPr/>
                      <p:nvPr/>
                    </p:nvGrpSpPr>
                    <p:grpSpPr>
                      <a:xfrm rot="14400000" flipH="1">
                        <a:off x="6434137" y="3402011"/>
                        <a:ext cx="303213" cy="303213"/>
                        <a:chOff x="5354637" y="3446463"/>
                        <a:chExt cx="214313" cy="214313"/>
                      </a:xfrm>
                    </p:grpSpPr>
                    <p:sp>
                      <p:nvSpPr>
                        <p:cNvPr id="4814" name="Arc 4813">
                          <a:extLst>
                            <a:ext uri="{FF2B5EF4-FFF2-40B4-BE49-F238E27FC236}">
                              <a16:creationId xmlns:a16="http://schemas.microsoft.com/office/drawing/2014/main" id="{ED47FC71-EC51-5813-9C23-F77C643967A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15" name="Arc 4814">
                          <a:extLst>
                            <a:ext uri="{FF2B5EF4-FFF2-40B4-BE49-F238E27FC236}">
                              <a16:creationId xmlns:a16="http://schemas.microsoft.com/office/drawing/2014/main" id="{4BA30F3E-5DDD-5E66-05F4-5B553F24EFE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813" name="TextBox 4812">
                        <a:extLst>
                          <a:ext uri="{FF2B5EF4-FFF2-40B4-BE49-F238E27FC236}">
                            <a16:creationId xmlns:a16="http://schemas.microsoft.com/office/drawing/2014/main" id="{FCA53D30-9C77-5685-BF69-71BADCE7F54E}"/>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798" name="Group 4797">
                    <a:extLst>
                      <a:ext uri="{FF2B5EF4-FFF2-40B4-BE49-F238E27FC236}">
                        <a16:creationId xmlns:a16="http://schemas.microsoft.com/office/drawing/2014/main" id="{25423C6C-06F9-6B6B-AD1D-7C8F72E4F30E}"/>
                      </a:ext>
                    </a:extLst>
                  </p:cNvPr>
                  <p:cNvGrpSpPr/>
                  <p:nvPr/>
                </p:nvGrpSpPr>
                <p:grpSpPr>
                  <a:xfrm>
                    <a:off x="6197413" y="3225768"/>
                    <a:ext cx="393192" cy="393192"/>
                    <a:chOff x="6389147" y="3932622"/>
                    <a:chExt cx="393192" cy="393192"/>
                  </a:xfrm>
                </p:grpSpPr>
                <p:grpSp>
                  <p:nvGrpSpPr>
                    <p:cNvPr id="4799" name="Group 4798">
                      <a:extLst>
                        <a:ext uri="{FF2B5EF4-FFF2-40B4-BE49-F238E27FC236}">
                          <a16:creationId xmlns:a16="http://schemas.microsoft.com/office/drawing/2014/main" id="{1E021109-01CC-6342-9286-9D0CF5341B7F}"/>
                        </a:ext>
                      </a:extLst>
                    </p:cNvPr>
                    <p:cNvGrpSpPr/>
                    <p:nvPr/>
                  </p:nvGrpSpPr>
                  <p:grpSpPr>
                    <a:xfrm flipH="1">
                      <a:off x="6478587" y="4022061"/>
                      <a:ext cx="214313" cy="214313"/>
                      <a:chOff x="5354637" y="3446463"/>
                      <a:chExt cx="214313" cy="214313"/>
                    </a:xfrm>
                  </p:grpSpPr>
                  <p:sp>
                    <p:nvSpPr>
                      <p:cNvPr id="4807" name="Arc 4806">
                        <a:extLst>
                          <a:ext uri="{FF2B5EF4-FFF2-40B4-BE49-F238E27FC236}">
                            <a16:creationId xmlns:a16="http://schemas.microsoft.com/office/drawing/2014/main" id="{C30C99A6-2ECD-F615-6CE3-293CB66BB17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08" name="Arc 4807">
                        <a:extLst>
                          <a:ext uri="{FF2B5EF4-FFF2-40B4-BE49-F238E27FC236}">
                            <a16:creationId xmlns:a16="http://schemas.microsoft.com/office/drawing/2014/main" id="{8DEC7F2E-EB60-6543-AF30-EDE4DC66434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800" name="Group 4799">
                      <a:extLst>
                        <a:ext uri="{FF2B5EF4-FFF2-40B4-BE49-F238E27FC236}">
                          <a16:creationId xmlns:a16="http://schemas.microsoft.com/office/drawing/2014/main" id="{23E0516E-56D1-A99F-AA95-3D8DBBDBF14C}"/>
                        </a:ext>
                      </a:extLst>
                    </p:cNvPr>
                    <p:cNvGrpSpPr/>
                    <p:nvPr/>
                  </p:nvGrpSpPr>
                  <p:grpSpPr>
                    <a:xfrm rot="7200000" flipH="1">
                      <a:off x="6434137" y="3977611"/>
                      <a:ext cx="303213" cy="303213"/>
                      <a:chOff x="5354637" y="3446463"/>
                      <a:chExt cx="214313" cy="214313"/>
                    </a:xfrm>
                  </p:grpSpPr>
                  <p:sp>
                    <p:nvSpPr>
                      <p:cNvPr id="4805" name="Arc 4804">
                        <a:extLst>
                          <a:ext uri="{FF2B5EF4-FFF2-40B4-BE49-F238E27FC236}">
                            <a16:creationId xmlns:a16="http://schemas.microsoft.com/office/drawing/2014/main" id="{96AE387D-42D7-E578-22F0-DFF84EA7AD6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06" name="Arc 4805">
                        <a:extLst>
                          <a:ext uri="{FF2B5EF4-FFF2-40B4-BE49-F238E27FC236}">
                            <a16:creationId xmlns:a16="http://schemas.microsoft.com/office/drawing/2014/main" id="{F7166276-C440-C3DD-084C-D972C1D8DFC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801" name="Group 4800">
                      <a:extLst>
                        <a:ext uri="{FF2B5EF4-FFF2-40B4-BE49-F238E27FC236}">
                          <a16:creationId xmlns:a16="http://schemas.microsoft.com/office/drawing/2014/main" id="{F3DB5B98-6976-B17A-4851-44A5AD87A281}"/>
                        </a:ext>
                      </a:extLst>
                    </p:cNvPr>
                    <p:cNvGrpSpPr/>
                    <p:nvPr/>
                  </p:nvGrpSpPr>
                  <p:grpSpPr>
                    <a:xfrm rot="14400000" flipH="1">
                      <a:off x="6389147" y="3932622"/>
                      <a:ext cx="393192" cy="393192"/>
                      <a:chOff x="5354637" y="3446463"/>
                      <a:chExt cx="214313" cy="214313"/>
                    </a:xfrm>
                  </p:grpSpPr>
                  <p:sp>
                    <p:nvSpPr>
                      <p:cNvPr id="4803" name="Arc 4802">
                        <a:extLst>
                          <a:ext uri="{FF2B5EF4-FFF2-40B4-BE49-F238E27FC236}">
                            <a16:creationId xmlns:a16="http://schemas.microsoft.com/office/drawing/2014/main" id="{C5513FA5-DC4E-0E59-85CD-656B90CAAF5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04" name="Arc 4803">
                        <a:extLst>
                          <a:ext uri="{FF2B5EF4-FFF2-40B4-BE49-F238E27FC236}">
                            <a16:creationId xmlns:a16="http://schemas.microsoft.com/office/drawing/2014/main" id="{4F3E9CFB-35CD-85F8-8CD7-8EAFDA6EF2B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802" name="TextBox 4801">
                      <a:extLst>
                        <a:ext uri="{FF2B5EF4-FFF2-40B4-BE49-F238E27FC236}">
                          <a16:creationId xmlns:a16="http://schemas.microsoft.com/office/drawing/2014/main" id="{87C7C063-409B-9523-3555-091EC0FDCF00}"/>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3072" name="Group 3071">
              <a:extLst>
                <a:ext uri="{FF2B5EF4-FFF2-40B4-BE49-F238E27FC236}">
                  <a16:creationId xmlns:a16="http://schemas.microsoft.com/office/drawing/2014/main" id="{DBAB0982-13CD-34B8-E415-BA728E36E951}"/>
                </a:ext>
              </a:extLst>
            </p:cNvPr>
            <p:cNvGrpSpPr/>
            <p:nvPr/>
          </p:nvGrpSpPr>
          <p:grpSpPr>
            <a:xfrm>
              <a:off x="7543526" y="535201"/>
              <a:ext cx="2263438" cy="2198360"/>
              <a:chOff x="5445106" y="2039507"/>
              <a:chExt cx="2263438" cy="2198360"/>
            </a:xfrm>
          </p:grpSpPr>
          <p:grpSp>
            <p:nvGrpSpPr>
              <p:cNvPr id="4601" name="Group 4600">
                <a:extLst>
                  <a:ext uri="{FF2B5EF4-FFF2-40B4-BE49-F238E27FC236}">
                    <a16:creationId xmlns:a16="http://schemas.microsoft.com/office/drawing/2014/main" id="{14D4C401-1196-5DAD-669E-1303D39CA68D}"/>
                  </a:ext>
                </a:extLst>
              </p:cNvPr>
              <p:cNvGrpSpPr/>
              <p:nvPr/>
            </p:nvGrpSpPr>
            <p:grpSpPr>
              <a:xfrm>
                <a:off x="5445106" y="2644743"/>
                <a:ext cx="1643204" cy="1593124"/>
                <a:chOff x="5445106" y="2644743"/>
                <a:chExt cx="1643204" cy="1593124"/>
              </a:xfrm>
            </p:grpSpPr>
            <p:grpSp>
              <p:nvGrpSpPr>
                <p:cNvPr id="4697" name="Group 4696">
                  <a:extLst>
                    <a:ext uri="{FF2B5EF4-FFF2-40B4-BE49-F238E27FC236}">
                      <a16:creationId xmlns:a16="http://schemas.microsoft.com/office/drawing/2014/main" id="{B1AED102-AD37-286C-3DC7-98FC5E00A462}"/>
                    </a:ext>
                  </a:extLst>
                </p:cNvPr>
                <p:cNvGrpSpPr/>
                <p:nvPr/>
              </p:nvGrpSpPr>
              <p:grpSpPr>
                <a:xfrm>
                  <a:off x="5445106" y="2644743"/>
                  <a:ext cx="1019224" cy="991639"/>
                  <a:chOff x="5886431" y="3225768"/>
                  <a:chExt cx="1019224" cy="991639"/>
                </a:xfrm>
              </p:grpSpPr>
              <p:grpSp>
                <p:nvGrpSpPr>
                  <p:cNvPr id="4745" name="Group 4744">
                    <a:extLst>
                      <a:ext uri="{FF2B5EF4-FFF2-40B4-BE49-F238E27FC236}">
                        <a16:creationId xmlns:a16="http://schemas.microsoft.com/office/drawing/2014/main" id="{EA206F36-4448-B7E5-E103-17A961F224EC}"/>
                      </a:ext>
                    </a:extLst>
                  </p:cNvPr>
                  <p:cNvGrpSpPr/>
                  <p:nvPr/>
                </p:nvGrpSpPr>
                <p:grpSpPr>
                  <a:xfrm>
                    <a:off x="6197413" y="3824215"/>
                    <a:ext cx="393192" cy="393192"/>
                    <a:chOff x="5265196" y="3357021"/>
                    <a:chExt cx="393192" cy="393192"/>
                  </a:xfrm>
                </p:grpSpPr>
                <p:grpSp>
                  <p:nvGrpSpPr>
                    <p:cNvPr id="4780" name="Group 4779">
                      <a:extLst>
                        <a:ext uri="{FF2B5EF4-FFF2-40B4-BE49-F238E27FC236}">
                          <a16:creationId xmlns:a16="http://schemas.microsoft.com/office/drawing/2014/main" id="{BC1722D0-95B1-3AEC-AFFB-689530507801}"/>
                        </a:ext>
                      </a:extLst>
                    </p:cNvPr>
                    <p:cNvGrpSpPr/>
                    <p:nvPr/>
                  </p:nvGrpSpPr>
                  <p:grpSpPr>
                    <a:xfrm rot="14400000">
                      <a:off x="5265196" y="3357021"/>
                      <a:ext cx="393192" cy="393192"/>
                      <a:chOff x="5354637" y="3446463"/>
                      <a:chExt cx="214313" cy="214313"/>
                    </a:xfrm>
                  </p:grpSpPr>
                  <p:sp>
                    <p:nvSpPr>
                      <p:cNvPr id="4789" name="Arc 4788">
                        <a:extLst>
                          <a:ext uri="{FF2B5EF4-FFF2-40B4-BE49-F238E27FC236}">
                            <a16:creationId xmlns:a16="http://schemas.microsoft.com/office/drawing/2014/main" id="{BD1CB4CF-245F-C39A-05F0-64F179D60B8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90" name="Arc 4789">
                        <a:extLst>
                          <a:ext uri="{FF2B5EF4-FFF2-40B4-BE49-F238E27FC236}">
                            <a16:creationId xmlns:a16="http://schemas.microsoft.com/office/drawing/2014/main" id="{7927321B-B5B3-BBB9-E560-48F7564DDBB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781" name="Group 4780">
                      <a:extLst>
                        <a:ext uri="{FF2B5EF4-FFF2-40B4-BE49-F238E27FC236}">
                          <a16:creationId xmlns:a16="http://schemas.microsoft.com/office/drawing/2014/main" id="{E62F2E37-9674-BA9C-36F7-A3A479D61BB1}"/>
                        </a:ext>
                      </a:extLst>
                    </p:cNvPr>
                    <p:cNvGrpSpPr/>
                    <p:nvPr/>
                  </p:nvGrpSpPr>
                  <p:grpSpPr>
                    <a:xfrm>
                      <a:off x="5310186" y="3402011"/>
                      <a:ext cx="303213" cy="303213"/>
                      <a:chOff x="5310186" y="3402011"/>
                      <a:chExt cx="303213" cy="303213"/>
                    </a:xfrm>
                  </p:grpSpPr>
                  <p:grpSp>
                    <p:nvGrpSpPr>
                      <p:cNvPr id="4782" name="Group 4781">
                        <a:extLst>
                          <a:ext uri="{FF2B5EF4-FFF2-40B4-BE49-F238E27FC236}">
                            <a16:creationId xmlns:a16="http://schemas.microsoft.com/office/drawing/2014/main" id="{28586ADB-68D8-54DE-60E2-4D497CA76A21}"/>
                          </a:ext>
                        </a:extLst>
                      </p:cNvPr>
                      <p:cNvGrpSpPr/>
                      <p:nvPr/>
                    </p:nvGrpSpPr>
                    <p:grpSpPr>
                      <a:xfrm>
                        <a:off x="5354636" y="3446461"/>
                        <a:ext cx="214313" cy="214313"/>
                        <a:chOff x="5354637" y="3446463"/>
                        <a:chExt cx="214313" cy="214313"/>
                      </a:xfrm>
                    </p:grpSpPr>
                    <p:sp>
                      <p:nvSpPr>
                        <p:cNvPr id="4787" name="Arc 4786">
                          <a:extLst>
                            <a:ext uri="{FF2B5EF4-FFF2-40B4-BE49-F238E27FC236}">
                              <a16:creationId xmlns:a16="http://schemas.microsoft.com/office/drawing/2014/main" id="{B21C4E15-2E15-A1CB-872B-3D1B8ECB79F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88" name="Arc 4787">
                          <a:extLst>
                            <a:ext uri="{FF2B5EF4-FFF2-40B4-BE49-F238E27FC236}">
                              <a16:creationId xmlns:a16="http://schemas.microsoft.com/office/drawing/2014/main" id="{2C9A5E45-A7CD-D803-D230-23D30179B65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783" name="Group 4782">
                        <a:extLst>
                          <a:ext uri="{FF2B5EF4-FFF2-40B4-BE49-F238E27FC236}">
                            <a16:creationId xmlns:a16="http://schemas.microsoft.com/office/drawing/2014/main" id="{920BED27-43D8-42A4-4A28-BAC8B8A61719}"/>
                          </a:ext>
                        </a:extLst>
                      </p:cNvPr>
                      <p:cNvGrpSpPr/>
                      <p:nvPr/>
                    </p:nvGrpSpPr>
                    <p:grpSpPr>
                      <a:xfrm rot="7200000">
                        <a:off x="5310186" y="3402011"/>
                        <a:ext cx="303213" cy="303213"/>
                        <a:chOff x="5354637" y="3446463"/>
                        <a:chExt cx="214313" cy="214313"/>
                      </a:xfrm>
                    </p:grpSpPr>
                    <p:sp>
                      <p:nvSpPr>
                        <p:cNvPr id="4785" name="Arc 4784">
                          <a:extLst>
                            <a:ext uri="{FF2B5EF4-FFF2-40B4-BE49-F238E27FC236}">
                              <a16:creationId xmlns:a16="http://schemas.microsoft.com/office/drawing/2014/main" id="{1156C211-4400-D297-6A5F-A1D5BE49875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86" name="Arc 4785">
                          <a:extLst>
                            <a:ext uri="{FF2B5EF4-FFF2-40B4-BE49-F238E27FC236}">
                              <a16:creationId xmlns:a16="http://schemas.microsoft.com/office/drawing/2014/main" id="{F87959FB-31B1-E0FA-2130-4D02F745AAD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784" name="TextBox 4783">
                        <a:extLst>
                          <a:ext uri="{FF2B5EF4-FFF2-40B4-BE49-F238E27FC236}">
                            <a16:creationId xmlns:a16="http://schemas.microsoft.com/office/drawing/2014/main" id="{29F75122-B3D3-1937-22DB-63E3C69162B3}"/>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746" name="Group 4745">
                    <a:extLst>
                      <a:ext uri="{FF2B5EF4-FFF2-40B4-BE49-F238E27FC236}">
                        <a16:creationId xmlns:a16="http://schemas.microsoft.com/office/drawing/2014/main" id="{954340CA-89C9-763A-D2B3-6ACEFC604D4F}"/>
                      </a:ext>
                    </a:extLst>
                  </p:cNvPr>
                  <p:cNvGrpSpPr/>
                  <p:nvPr/>
                </p:nvGrpSpPr>
                <p:grpSpPr>
                  <a:xfrm>
                    <a:off x="5886431" y="3525040"/>
                    <a:ext cx="393192" cy="393192"/>
                    <a:chOff x="5265196" y="3932619"/>
                    <a:chExt cx="393192" cy="393192"/>
                  </a:xfrm>
                </p:grpSpPr>
                <p:grpSp>
                  <p:nvGrpSpPr>
                    <p:cNvPr id="4770" name="Group 4769">
                      <a:extLst>
                        <a:ext uri="{FF2B5EF4-FFF2-40B4-BE49-F238E27FC236}">
                          <a16:creationId xmlns:a16="http://schemas.microsoft.com/office/drawing/2014/main" id="{6DD29A39-50B6-901F-DF39-5EB1BE967FE7}"/>
                        </a:ext>
                      </a:extLst>
                    </p:cNvPr>
                    <p:cNvGrpSpPr/>
                    <p:nvPr/>
                  </p:nvGrpSpPr>
                  <p:grpSpPr>
                    <a:xfrm>
                      <a:off x="5354636" y="4022061"/>
                      <a:ext cx="214313" cy="214313"/>
                      <a:chOff x="5354637" y="3446463"/>
                      <a:chExt cx="214313" cy="214313"/>
                    </a:xfrm>
                  </p:grpSpPr>
                  <p:sp>
                    <p:nvSpPr>
                      <p:cNvPr id="4778" name="Arc 4777">
                        <a:extLst>
                          <a:ext uri="{FF2B5EF4-FFF2-40B4-BE49-F238E27FC236}">
                            <a16:creationId xmlns:a16="http://schemas.microsoft.com/office/drawing/2014/main" id="{5780CE13-485D-6B2C-7965-DA4DD58C364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79" name="Arc 4778">
                        <a:extLst>
                          <a:ext uri="{FF2B5EF4-FFF2-40B4-BE49-F238E27FC236}">
                            <a16:creationId xmlns:a16="http://schemas.microsoft.com/office/drawing/2014/main" id="{998F0D7D-7993-12A4-F29F-CF46B3BB156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771" name="Group 4770">
                      <a:extLst>
                        <a:ext uri="{FF2B5EF4-FFF2-40B4-BE49-F238E27FC236}">
                          <a16:creationId xmlns:a16="http://schemas.microsoft.com/office/drawing/2014/main" id="{620B8609-09D7-B79F-4D6C-77905FA8E04E}"/>
                        </a:ext>
                      </a:extLst>
                    </p:cNvPr>
                    <p:cNvGrpSpPr/>
                    <p:nvPr/>
                  </p:nvGrpSpPr>
                  <p:grpSpPr>
                    <a:xfrm rot="14400000">
                      <a:off x="5310186" y="3977611"/>
                      <a:ext cx="303213" cy="303213"/>
                      <a:chOff x="5354637" y="3446463"/>
                      <a:chExt cx="214313" cy="214313"/>
                    </a:xfrm>
                  </p:grpSpPr>
                  <p:sp>
                    <p:nvSpPr>
                      <p:cNvPr id="4776" name="Arc 4775">
                        <a:extLst>
                          <a:ext uri="{FF2B5EF4-FFF2-40B4-BE49-F238E27FC236}">
                            <a16:creationId xmlns:a16="http://schemas.microsoft.com/office/drawing/2014/main" id="{39437C64-2F32-EDBE-9E6F-2D33DEAF8AB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77" name="Arc 4776">
                        <a:extLst>
                          <a:ext uri="{FF2B5EF4-FFF2-40B4-BE49-F238E27FC236}">
                            <a16:creationId xmlns:a16="http://schemas.microsoft.com/office/drawing/2014/main" id="{CFF7F26D-ECFD-62B7-76A1-5E7E56268B1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772" name="Group 4771">
                      <a:extLst>
                        <a:ext uri="{FF2B5EF4-FFF2-40B4-BE49-F238E27FC236}">
                          <a16:creationId xmlns:a16="http://schemas.microsoft.com/office/drawing/2014/main" id="{878630B2-E30F-2808-B816-EC6BBB5AF928}"/>
                        </a:ext>
                      </a:extLst>
                    </p:cNvPr>
                    <p:cNvGrpSpPr/>
                    <p:nvPr/>
                  </p:nvGrpSpPr>
                  <p:grpSpPr>
                    <a:xfrm rot="7200000">
                      <a:off x="5265196" y="3932619"/>
                      <a:ext cx="393192" cy="393192"/>
                      <a:chOff x="5354637" y="3446463"/>
                      <a:chExt cx="214313" cy="214313"/>
                    </a:xfrm>
                  </p:grpSpPr>
                  <p:sp>
                    <p:nvSpPr>
                      <p:cNvPr id="4774" name="Arc 4773">
                        <a:extLst>
                          <a:ext uri="{FF2B5EF4-FFF2-40B4-BE49-F238E27FC236}">
                            <a16:creationId xmlns:a16="http://schemas.microsoft.com/office/drawing/2014/main" id="{6F4E0B19-7A94-1775-E745-D9F9563A00F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75" name="Arc 4774">
                        <a:extLst>
                          <a:ext uri="{FF2B5EF4-FFF2-40B4-BE49-F238E27FC236}">
                            <a16:creationId xmlns:a16="http://schemas.microsoft.com/office/drawing/2014/main" id="{D7184BDC-023C-FDD7-D7EE-CCB6B728D64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773" name="TextBox 4772">
                      <a:extLst>
                        <a:ext uri="{FF2B5EF4-FFF2-40B4-BE49-F238E27FC236}">
                          <a16:creationId xmlns:a16="http://schemas.microsoft.com/office/drawing/2014/main" id="{A725CDDE-18E1-21F7-FBDF-456C97CBDF05}"/>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4747" name="Group 4746">
                    <a:extLst>
                      <a:ext uri="{FF2B5EF4-FFF2-40B4-BE49-F238E27FC236}">
                        <a16:creationId xmlns:a16="http://schemas.microsoft.com/office/drawing/2014/main" id="{F983B5BD-6084-B1D4-0EAA-B40479531E9A}"/>
                      </a:ext>
                    </a:extLst>
                  </p:cNvPr>
                  <p:cNvGrpSpPr/>
                  <p:nvPr/>
                </p:nvGrpSpPr>
                <p:grpSpPr>
                  <a:xfrm>
                    <a:off x="6512463" y="3525040"/>
                    <a:ext cx="393192" cy="393192"/>
                    <a:chOff x="6389147" y="3357021"/>
                    <a:chExt cx="393192" cy="393192"/>
                  </a:xfrm>
                </p:grpSpPr>
                <p:grpSp>
                  <p:nvGrpSpPr>
                    <p:cNvPr id="4759" name="Group 4758">
                      <a:extLst>
                        <a:ext uri="{FF2B5EF4-FFF2-40B4-BE49-F238E27FC236}">
                          <a16:creationId xmlns:a16="http://schemas.microsoft.com/office/drawing/2014/main" id="{AB6434E0-18FF-2138-5BFC-E27DC0206251}"/>
                        </a:ext>
                      </a:extLst>
                    </p:cNvPr>
                    <p:cNvGrpSpPr/>
                    <p:nvPr/>
                  </p:nvGrpSpPr>
                  <p:grpSpPr>
                    <a:xfrm rot="7200000" flipH="1">
                      <a:off x="6389147" y="3357021"/>
                      <a:ext cx="393192" cy="393192"/>
                      <a:chOff x="5354637" y="3446463"/>
                      <a:chExt cx="214313" cy="214313"/>
                    </a:xfrm>
                  </p:grpSpPr>
                  <p:sp>
                    <p:nvSpPr>
                      <p:cNvPr id="4768" name="Arc 4767">
                        <a:extLst>
                          <a:ext uri="{FF2B5EF4-FFF2-40B4-BE49-F238E27FC236}">
                            <a16:creationId xmlns:a16="http://schemas.microsoft.com/office/drawing/2014/main" id="{1F42E449-08E2-3D2E-7460-48DE3A930A0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69" name="Arc 4768">
                        <a:extLst>
                          <a:ext uri="{FF2B5EF4-FFF2-40B4-BE49-F238E27FC236}">
                            <a16:creationId xmlns:a16="http://schemas.microsoft.com/office/drawing/2014/main" id="{4ED16DD4-B011-F2D3-6E3B-2ED80B75934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760" name="Group 4759">
                      <a:extLst>
                        <a:ext uri="{FF2B5EF4-FFF2-40B4-BE49-F238E27FC236}">
                          <a16:creationId xmlns:a16="http://schemas.microsoft.com/office/drawing/2014/main" id="{597B8824-183E-BF87-6B93-1684148A1EEF}"/>
                        </a:ext>
                      </a:extLst>
                    </p:cNvPr>
                    <p:cNvGrpSpPr/>
                    <p:nvPr/>
                  </p:nvGrpSpPr>
                  <p:grpSpPr>
                    <a:xfrm>
                      <a:off x="6434137" y="3402011"/>
                      <a:ext cx="303213" cy="303213"/>
                      <a:chOff x="6434137" y="3402011"/>
                      <a:chExt cx="303213" cy="303213"/>
                    </a:xfrm>
                  </p:grpSpPr>
                  <p:grpSp>
                    <p:nvGrpSpPr>
                      <p:cNvPr id="4761" name="Group 4760">
                        <a:extLst>
                          <a:ext uri="{FF2B5EF4-FFF2-40B4-BE49-F238E27FC236}">
                            <a16:creationId xmlns:a16="http://schemas.microsoft.com/office/drawing/2014/main" id="{36BC5D8C-BE3E-9257-F63D-156930697B5E}"/>
                          </a:ext>
                        </a:extLst>
                      </p:cNvPr>
                      <p:cNvGrpSpPr/>
                      <p:nvPr/>
                    </p:nvGrpSpPr>
                    <p:grpSpPr>
                      <a:xfrm flipH="1">
                        <a:off x="6478587" y="3446461"/>
                        <a:ext cx="214313" cy="214313"/>
                        <a:chOff x="5354637" y="3446463"/>
                        <a:chExt cx="214313" cy="214313"/>
                      </a:xfrm>
                    </p:grpSpPr>
                    <p:sp>
                      <p:nvSpPr>
                        <p:cNvPr id="4766" name="Arc 4765">
                          <a:extLst>
                            <a:ext uri="{FF2B5EF4-FFF2-40B4-BE49-F238E27FC236}">
                              <a16:creationId xmlns:a16="http://schemas.microsoft.com/office/drawing/2014/main" id="{183FB735-3614-EE9B-6B92-C139B21215F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67" name="Arc 4766">
                          <a:extLst>
                            <a:ext uri="{FF2B5EF4-FFF2-40B4-BE49-F238E27FC236}">
                              <a16:creationId xmlns:a16="http://schemas.microsoft.com/office/drawing/2014/main" id="{C64581B3-E91F-DAB6-BCAD-75F16B68125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762" name="Group 4761">
                        <a:extLst>
                          <a:ext uri="{FF2B5EF4-FFF2-40B4-BE49-F238E27FC236}">
                            <a16:creationId xmlns:a16="http://schemas.microsoft.com/office/drawing/2014/main" id="{31EE5C1E-8B62-1BF1-DBAB-CE56533E451E}"/>
                          </a:ext>
                        </a:extLst>
                      </p:cNvPr>
                      <p:cNvGrpSpPr/>
                      <p:nvPr/>
                    </p:nvGrpSpPr>
                    <p:grpSpPr>
                      <a:xfrm rot="14400000" flipH="1">
                        <a:off x="6434137" y="3402011"/>
                        <a:ext cx="303213" cy="303213"/>
                        <a:chOff x="5354637" y="3446463"/>
                        <a:chExt cx="214313" cy="214313"/>
                      </a:xfrm>
                    </p:grpSpPr>
                    <p:sp>
                      <p:nvSpPr>
                        <p:cNvPr id="4764" name="Arc 4763">
                          <a:extLst>
                            <a:ext uri="{FF2B5EF4-FFF2-40B4-BE49-F238E27FC236}">
                              <a16:creationId xmlns:a16="http://schemas.microsoft.com/office/drawing/2014/main" id="{613A5103-8672-80FC-B0FC-F5B36FFD615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65" name="Arc 4764">
                          <a:extLst>
                            <a:ext uri="{FF2B5EF4-FFF2-40B4-BE49-F238E27FC236}">
                              <a16:creationId xmlns:a16="http://schemas.microsoft.com/office/drawing/2014/main" id="{34B06B9F-7529-1F8B-D14E-CEE971260F5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763" name="TextBox 4762">
                        <a:extLst>
                          <a:ext uri="{FF2B5EF4-FFF2-40B4-BE49-F238E27FC236}">
                            <a16:creationId xmlns:a16="http://schemas.microsoft.com/office/drawing/2014/main" id="{5D60142B-AFAF-BD01-9C79-A4A574F0E5F9}"/>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748" name="Group 4747">
                    <a:extLst>
                      <a:ext uri="{FF2B5EF4-FFF2-40B4-BE49-F238E27FC236}">
                        <a16:creationId xmlns:a16="http://schemas.microsoft.com/office/drawing/2014/main" id="{918B869A-BA2B-9FE8-C54F-AABC7F63B9D6}"/>
                      </a:ext>
                    </a:extLst>
                  </p:cNvPr>
                  <p:cNvGrpSpPr/>
                  <p:nvPr/>
                </p:nvGrpSpPr>
                <p:grpSpPr>
                  <a:xfrm>
                    <a:off x="6197413" y="3225768"/>
                    <a:ext cx="393192" cy="393192"/>
                    <a:chOff x="6389147" y="3932622"/>
                    <a:chExt cx="393192" cy="393192"/>
                  </a:xfrm>
                </p:grpSpPr>
                <p:grpSp>
                  <p:nvGrpSpPr>
                    <p:cNvPr id="4749" name="Group 4748">
                      <a:extLst>
                        <a:ext uri="{FF2B5EF4-FFF2-40B4-BE49-F238E27FC236}">
                          <a16:creationId xmlns:a16="http://schemas.microsoft.com/office/drawing/2014/main" id="{6DD0290B-6FBA-D06C-5C72-3F5B347DFC60}"/>
                        </a:ext>
                      </a:extLst>
                    </p:cNvPr>
                    <p:cNvGrpSpPr/>
                    <p:nvPr/>
                  </p:nvGrpSpPr>
                  <p:grpSpPr>
                    <a:xfrm flipH="1">
                      <a:off x="6478587" y="4022061"/>
                      <a:ext cx="214313" cy="214313"/>
                      <a:chOff x="5354637" y="3446463"/>
                      <a:chExt cx="214313" cy="214313"/>
                    </a:xfrm>
                  </p:grpSpPr>
                  <p:sp>
                    <p:nvSpPr>
                      <p:cNvPr id="4757" name="Arc 4756">
                        <a:extLst>
                          <a:ext uri="{FF2B5EF4-FFF2-40B4-BE49-F238E27FC236}">
                            <a16:creationId xmlns:a16="http://schemas.microsoft.com/office/drawing/2014/main" id="{C5EA7678-2DE9-CD14-2FA2-6DC9587C698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58" name="Arc 4757">
                        <a:extLst>
                          <a:ext uri="{FF2B5EF4-FFF2-40B4-BE49-F238E27FC236}">
                            <a16:creationId xmlns:a16="http://schemas.microsoft.com/office/drawing/2014/main" id="{54793452-1E5D-00BD-2BF0-7648BAAC36B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750" name="Group 4749">
                      <a:extLst>
                        <a:ext uri="{FF2B5EF4-FFF2-40B4-BE49-F238E27FC236}">
                          <a16:creationId xmlns:a16="http://schemas.microsoft.com/office/drawing/2014/main" id="{A2EDC3C4-BDE6-9A52-9C2E-C2898A071FC9}"/>
                        </a:ext>
                      </a:extLst>
                    </p:cNvPr>
                    <p:cNvGrpSpPr/>
                    <p:nvPr/>
                  </p:nvGrpSpPr>
                  <p:grpSpPr>
                    <a:xfrm rot="7200000" flipH="1">
                      <a:off x="6434137" y="3977611"/>
                      <a:ext cx="303213" cy="303213"/>
                      <a:chOff x="5354637" y="3446463"/>
                      <a:chExt cx="214313" cy="214313"/>
                    </a:xfrm>
                  </p:grpSpPr>
                  <p:sp>
                    <p:nvSpPr>
                      <p:cNvPr id="4755" name="Arc 4754">
                        <a:extLst>
                          <a:ext uri="{FF2B5EF4-FFF2-40B4-BE49-F238E27FC236}">
                            <a16:creationId xmlns:a16="http://schemas.microsoft.com/office/drawing/2014/main" id="{EB2AEB2B-AFEE-5233-CBDD-81C5963A1CC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56" name="Arc 4755">
                        <a:extLst>
                          <a:ext uri="{FF2B5EF4-FFF2-40B4-BE49-F238E27FC236}">
                            <a16:creationId xmlns:a16="http://schemas.microsoft.com/office/drawing/2014/main" id="{DF45E527-1B59-DCF2-D5A2-75D4F1450EB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751" name="Group 4750">
                      <a:extLst>
                        <a:ext uri="{FF2B5EF4-FFF2-40B4-BE49-F238E27FC236}">
                          <a16:creationId xmlns:a16="http://schemas.microsoft.com/office/drawing/2014/main" id="{5F016816-4693-EFE9-92AE-410B2342FDBD}"/>
                        </a:ext>
                      </a:extLst>
                    </p:cNvPr>
                    <p:cNvGrpSpPr/>
                    <p:nvPr/>
                  </p:nvGrpSpPr>
                  <p:grpSpPr>
                    <a:xfrm rot="14400000" flipH="1">
                      <a:off x="6389147" y="3932622"/>
                      <a:ext cx="393192" cy="393192"/>
                      <a:chOff x="5354637" y="3446463"/>
                      <a:chExt cx="214313" cy="214313"/>
                    </a:xfrm>
                  </p:grpSpPr>
                  <p:sp>
                    <p:nvSpPr>
                      <p:cNvPr id="4753" name="Arc 4752">
                        <a:extLst>
                          <a:ext uri="{FF2B5EF4-FFF2-40B4-BE49-F238E27FC236}">
                            <a16:creationId xmlns:a16="http://schemas.microsoft.com/office/drawing/2014/main" id="{B5B9379E-C5B9-35D0-012F-D9C90331CEA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54" name="Arc 4753">
                        <a:extLst>
                          <a:ext uri="{FF2B5EF4-FFF2-40B4-BE49-F238E27FC236}">
                            <a16:creationId xmlns:a16="http://schemas.microsoft.com/office/drawing/2014/main" id="{BCB1CB82-7B20-1E72-54D2-FBD9FB230F1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752" name="TextBox 4751">
                      <a:extLst>
                        <a:ext uri="{FF2B5EF4-FFF2-40B4-BE49-F238E27FC236}">
                          <a16:creationId xmlns:a16="http://schemas.microsoft.com/office/drawing/2014/main" id="{DAB44777-692C-FAD0-BCE5-592CA536A387}"/>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698" name="Group 4697">
                  <a:extLst>
                    <a:ext uri="{FF2B5EF4-FFF2-40B4-BE49-F238E27FC236}">
                      <a16:creationId xmlns:a16="http://schemas.microsoft.com/office/drawing/2014/main" id="{52898E45-EF67-6DDF-778C-636929E79321}"/>
                    </a:ext>
                  </a:extLst>
                </p:cNvPr>
                <p:cNvGrpSpPr/>
                <p:nvPr/>
              </p:nvGrpSpPr>
              <p:grpSpPr>
                <a:xfrm>
                  <a:off x="6069086" y="3246228"/>
                  <a:ext cx="1019224" cy="991639"/>
                  <a:chOff x="5886431" y="3225768"/>
                  <a:chExt cx="1019224" cy="991639"/>
                </a:xfrm>
              </p:grpSpPr>
              <p:grpSp>
                <p:nvGrpSpPr>
                  <p:cNvPr id="4699" name="Group 4698">
                    <a:extLst>
                      <a:ext uri="{FF2B5EF4-FFF2-40B4-BE49-F238E27FC236}">
                        <a16:creationId xmlns:a16="http://schemas.microsoft.com/office/drawing/2014/main" id="{63DD8B02-21D6-1B80-23C2-6A4734360EC7}"/>
                      </a:ext>
                    </a:extLst>
                  </p:cNvPr>
                  <p:cNvGrpSpPr/>
                  <p:nvPr/>
                </p:nvGrpSpPr>
                <p:grpSpPr>
                  <a:xfrm>
                    <a:off x="6197413" y="3824215"/>
                    <a:ext cx="393192" cy="393192"/>
                    <a:chOff x="5265196" y="3357021"/>
                    <a:chExt cx="393192" cy="393192"/>
                  </a:xfrm>
                </p:grpSpPr>
                <p:grpSp>
                  <p:nvGrpSpPr>
                    <p:cNvPr id="4734" name="Group 4733">
                      <a:extLst>
                        <a:ext uri="{FF2B5EF4-FFF2-40B4-BE49-F238E27FC236}">
                          <a16:creationId xmlns:a16="http://schemas.microsoft.com/office/drawing/2014/main" id="{CB1D741E-8629-93DD-E347-BDA313338C8F}"/>
                        </a:ext>
                      </a:extLst>
                    </p:cNvPr>
                    <p:cNvGrpSpPr/>
                    <p:nvPr/>
                  </p:nvGrpSpPr>
                  <p:grpSpPr>
                    <a:xfrm rot="14400000">
                      <a:off x="5265196" y="3357021"/>
                      <a:ext cx="393192" cy="393192"/>
                      <a:chOff x="5354637" y="3446463"/>
                      <a:chExt cx="214313" cy="214313"/>
                    </a:xfrm>
                  </p:grpSpPr>
                  <p:sp>
                    <p:nvSpPr>
                      <p:cNvPr id="4743" name="Arc 4742">
                        <a:extLst>
                          <a:ext uri="{FF2B5EF4-FFF2-40B4-BE49-F238E27FC236}">
                            <a16:creationId xmlns:a16="http://schemas.microsoft.com/office/drawing/2014/main" id="{0DE7FCD6-4C59-10F7-28E4-5FF04B081E6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44" name="Arc 4743">
                        <a:extLst>
                          <a:ext uri="{FF2B5EF4-FFF2-40B4-BE49-F238E27FC236}">
                            <a16:creationId xmlns:a16="http://schemas.microsoft.com/office/drawing/2014/main" id="{1C0D54BC-6B8B-C75C-15BF-C8D3A3461D1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735" name="Group 4734">
                      <a:extLst>
                        <a:ext uri="{FF2B5EF4-FFF2-40B4-BE49-F238E27FC236}">
                          <a16:creationId xmlns:a16="http://schemas.microsoft.com/office/drawing/2014/main" id="{B4F354CB-2A9F-FF8E-B642-CD1E9C9CFC46}"/>
                        </a:ext>
                      </a:extLst>
                    </p:cNvPr>
                    <p:cNvGrpSpPr/>
                    <p:nvPr/>
                  </p:nvGrpSpPr>
                  <p:grpSpPr>
                    <a:xfrm>
                      <a:off x="5310186" y="3402011"/>
                      <a:ext cx="303213" cy="303213"/>
                      <a:chOff x="5310186" y="3402011"/>
                      <a:chExt cx="303213" cy="303213"/>
                    </a:xfrm>
                  </p:grpSpPr>
                  <p:grpSp>
                    <p:nvGrpSpPr>
                      <p:cNvPr id="4736" name="Group 4735">
                        <a:extLst>
                          <a:ext uri="{FF2B5EF4-FFF2-40B4-BE49-F238E27FC236}">
                            <a16:creationId xmlns:a16="http://schemas.microsoft.com/office/drawing/2014/main" id="{E2B8064E-8927-13D1-24B6-8F018BF2440E}"/>
                          </a:ext>
                        </a:extLst>
                      </p:cNvPr>
                      <p:cNvGrpSpPr/>
                      <p:nvPr/>
                    </p:nvGrpSpPr>
                    <p:grpSpPr>
                      <a:xfrm>
                        <a:off x="5354636" y="3446461"/>
                        <a:ext cx="214313" cy="214313"/>
                        <a:chOff x="5354637" y="3446463"/>
                        <a:chExt cx="214313" cy="214313"/>
                      </a:xfrm>
                    </p:grpSpPr>
                    <p:sp>
                      <p:nvSpPr>
                        <p:cNvPr id="4741" name="Arc 4740">
                          <a:extLst>
                            <a:ext uri="{FF2B5EF4-FFF2-40B4-BE49-F238E27FC236}">
                              <a16:creationId xmlns:a16="http://schemas.microsoft.com/office/drawing/2014/main" id="{395A1A04-30CE-3931-B385-3035D72741E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42" name="Arc 4741">
                          <a:extLst>
                            <a:ext uri="{FF2B5EF4-FFF2-40B4-BE49-F238E27FC236}">
                              <a16:creationId xmlns:a16="http://schemas.microsoft.com/office/drawing/2014/main" id="{3C76755F-B2BB-1437-8FEB-DEA8E77C5E2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737" name="Group 4736">
                        <a:extLst>
                          <a:ext uri="{FF2B5EF4-FFF2-40B4-BE49-F238E27FC236}">
                            <a16:creationId xmlns:a16="http://schemas.microsoft.com/office/drawing/2014/main" id="{4F3ED78A-C932-83AF-66AD-BC7E6258FEEA}"/>
                          </a:ext>
                        </a:extLst>
                      </p:cNvPr>
                      <p:cNvGrpSpPr/>
                      <p:nvPr/>
                    </p:nvGrpSpPr>
                    <p:grpSpPr>
                      <a:xfrm rot="7200000">
                        <a:off x="5310186" y="3402011"/>
                        <a:ext cx="303213" cy="303213"/>
                        <a:chOff x="5354637" y="3446463"/>
                        <a:chExt cx="214313" cy="214313"/>
                      </a:xfrm>
                    </p:grpSpPr>
                    <p:sp>
                      <p:nvSpPr>
                        <p:cNvPr id="4739" name="Arc 4738">
                          <a:extLst>
                            <a:ext uri="{FF2B5EF4-FFF2-40B4-BE49-F238E27FC236}">
                              <a16:creationId xmlns:a16="http://schemas.microsoft.com/office/drawing/2014/main" id="{3FF9C047-E56F-16B6-7966-42C31039E46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40" name="Arc 4739">
                          <a:extLst>
                            <a:ext uri="{FF2B5EF4-FFF2-40B4-BE49-F238E27FC236}">
                              <a16:creationId xmlns:a16="http://schemas.microsoft.com/office/drawing/2014/main" id="{95918DC6-7D80-C938-AFCD-63E6C8BD3B4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738" name="TextBox 4737">
                        <a:extLst>
                          <a:ext uri="{FF2B5EF4-FFF2-40B4-BE49-F238E27FC236}">
                            <a16:creationId xmlns:a16="http://schemas.microsoft.com/office/drawing/2014/main" id="{7D196FA0-5379-3F5D-092F-E0CF461F235D}"/>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700" name="Group 4699">
                    <a:extLst>
                      <a:ext uri="{FF2B5EF4-FFF2-40B4-BE49-F238E27FC236}">
                        <a16:creationId xmlns:a16="http://schemas.microsoft.com/office/drawing/2014/main" id="{977C076A-70D4-A1D9-A8BA-CD3134F83770}"/>
                      </a:ext>
                    </a:extLst>
                  </p:cNvPr>
                  <p:cNvGrpSpPr/>
                  <p:nvPr/>
                </p:nvGrpSpPr>
                <p:grpSpPr>
                  <a:xfrm>
                    <a:off x="5886431" y="3525040"/>
                    <a:ext cx="393192" cy="393192"/>
                    <a:chOff x="5265196" y="3932619"/>
                    <a:chExt cx="393192" cy="393192"/>
                  </a:xfrm>
                </p:grpSpPr>
                <p:grpSp>
                  <p:nvGrpSpPr>
                    <p:cNvPr id="4724" name="Group 4723">
                      <a:extLst>
                        <a:ext uri="{FF2B5EF4-FFF2-40B4-BE49-F238E27FC236}">
                          <a16:creationId xmlns:a16="http://schemas.microsoft.com/office/drawing/2014/main" id="{412514C2-C820-69DB-476A-1EA3B0C7A24C}"/>
                        </a:ext>
                      </a:extLst>
                    </p:cNvPr>
                    <p:cNvGrpSpPr/>
                    <p:nvPr/>
                  </p:nvGrpSpPr>
                  <p:grpSpPr>
                    <a:xfrm>
                      <a:off x="5354636" y="4022061"/>
                      <a:ext cx="214313" cy="214313"/>
                      <a:chOff x="5354637" y="3446463"/>
                      <a:chExt cx="214313" cy="214313"/>
                    </a:xfrm>
                  </p:grpSpPr>
                  <p:sp>
                    <p:nvSpPr>
                      <p:cNvPr id="4732" name="Arc 4731">
                        <a:extLst>
                          <a:ext uri="{FF2B5EF4-FFF2-40B4-BE49-F238E27FC236}">
                            <a16:creationId xmlns:a16="http://schemas.microsoft.com/office/drawing/2014/main" id="{B172760D-6B9C-551B-EE06-A3F5D9E9C18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33" name="Arc 4732">
                        <a:extLst>
                          <a:ext uri="{FF2B5EF4-FFF2-40B4-BE49-F238E27FC236}">
                            <a16:creationId xmlns:a16="http://schemas.microsoft.com/office/drawing/2014/main" id="{62EF5086-9AAD-0B16-B76A-8C52AD4A741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725" name="Group 4724">
                      <a:extLst>
                        <a:ext uri="{FF2B5EF4-FFF2-40B4-BE49-F238E27FC236}">
                          <a16:creationId xmlns:a16="http://schemas.microsoft.com/office/drawing/2014/main" id="{B2565FB5-F3CF-C519-E687-9FFEA287281E}"/>
                        </a:ext>
                      </a:extLst>
                    </p:cNvPr>
                    <p:cNvGrpSpPr/>
                    <p:nvPr/>
                  </p:nvGrpSpPr>
                  <p:grpSpPr>
                    <a:xfrm rot="14400000">
                      <a:off x="5310186" y="3977611"/>
                      <a:ext cx="303213" cy="303213"/>
                      <a:chOff x="5354637" y="3446463"/>
                      <a:chExt cx="214313" cy="214313"/>
                    </a:xfrm>
                  </p:grpSpPr>
                  <p:sp>
                    <p:nvSpPr>
                      <p:cNvPr id="4730" name="Arc 4729">
                        <a:extLst>
                          <a:ext uri="{FF2B5EF4-FFF2-40B4-BE49-F238E27FC236}">
                            <a16:creationId xmlns:a16="http://schemas.microsoft.com/office/drawing/2014/main" id="{58EE5546-D0E8-3E50-53FA-3D05E40A8B8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31" name="Arc 4730">
                        <a:extLst>
                          <a:ext uri="{FF2B5EF4-FFF2-40B4-BE49-F238E27FC236}">
                            <a16:creationId xmlns:a16="http://schemas.microsoft.com/office/drawing/2014/main" id="{C078C9B6-C23E-CA53-D456-E1DE46DF31B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726" name="Group 4725">
                      <a:extLst>
                        <a:ext uri="{FF2B5EF4-FFF2-40B4-BE49-F238E27FC236}">
                          <a16:creationId xmlns:a16="http://schemas.microsoft.com/office/drawing/2014/main" id="{2D139907-E11E-7196-40D3-A29CB92B6E8C}"/>
                        </a:ext>
                      </a:extLst>
                    </p:cNvPr>
                    <p:cNvGrpSpPr/>
                    <p:nvPr/>
                  </p:nvGrpSpPr>
                  <p:grpSpPr>
                    <a:xfrm rot="7200000">
                      <a:off x="5265196" y="3932619"/>
                      <a:ext cx="393192" cy="393192"/>
                      <a:chOff x="5354637" y="3446463"/>
                      <a:chExt cx="214313" cy="214313"/>
                    </a:xfrm>
                  </p:grpSpPr>
                  <p:sp>
                    <p:nvSpPr>
                      <p:cNvPr id="4728" name="Arc 4727">
                        <a:extLst>
                          <a:ext uri="{FF2B5EF4-FFF2-40B4-BE49-F238E27FC236}">
                            <a16:creationId xmlns:a16="http://schemas.microsoft.com/office/drawing/2014/main" id="{C4FEF560-70DF-3811-245A-E4BBFDDB795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29" name="Arc 4728">
                        <a:extLst>
                          <a:ext uri="{FF2B5EF4-FFF2-40B4-BE49-F238E27FC236}">
                            <a16:creationId xmlns:a16="http://schemas.microsoft.com/office/drawing/2014/main" id="{8F19A6DB-25C3-36D4-A43A-A0A0798E61F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727" name="TextBox 4726">
                      <a:extLst>
                        <a:ext uri="{FF2B5EF4-FFF2-40B4-BE49-F238E27FC236}">
                          <a16:creationId xmlns:a16="http://schemas.microsoft.com/office/drawing/2014/main" id="{65EA55B2-309A-7CF6-A422-C86BBBA2636D}"/>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4701" name="Group 4700">
                    <a:extLst>
                      <a:ext uri="{FF2B5EF4-FFF2-40B4-BE49-F238E27FC236}">
                        <a16:creationId xmlns:a16="http://schemas.microsoft.com/office/drawing/2014/main" id="{72B48C44-C4A1-0F6E-EBC3-1D86936653B6}"/>
                      </a:ext>
                    </a:extLst>
                  </p:cNvPr>
                  <p:cNvGrpSpPr/>
                  <p:nvPr/>
                </p:nvGrpSpPr>
                <p:grpSpPr>
                  <a:xfrm>
                    <a:off x="6512463" y="3525040"/>
                    <a:ext cx="393192" cy="393192"/>
                    <a:chOff x="6389147" y="3357021"/>
                    <a:chExt cx="393192" cy="393192"/>
                  </a:xfrm>
                </p:grpSpPr>
                <p:grpSp>
                  <p:nvGrpSpPr>
                    <p:cNvPr id="4713" name="Group 4712">
                      <a:extLst>
                        <a:ext uri="{FF2B5EF4-FFF2-40B4-BE49-F238E27FC236}">
                          <a16:creationId xmlns:a16="http://schemas.microsoft.com/office/drawing/2014/main" id="{29FA275A-E68E-6D34-DE9E-739E55824656}"/>
                        </a:ext>
                      </a:extLst>
                    </p:cNvPr>
                    <p:cNvGrpSpPr/>
                    <p:nvPr/>
                  </p:nvGrpSpPr>
                  <p:grpSpPr>
                    <a:xfrm rot="7200000" flipH="1">
                      <a:off x="6389147" y="3357021"/>
                      <a:ext cx="393192" cy="393192"/>
                      <a:chOff x="5354637" y="3446463"/>
                      <a:chExt cx="214313" cy="214313"/>
                    </a:xfrm>
                  </p:grpSpPr>
                  <p:sp>
                    <p:nvSpPr>
                      <p:cNvPr id="4722" name="Arc 4721">
                        <a:extLst>
                          <a:ext uri="{FF2B5EF4-FFF2-40B4-BE49-F238E27FC236}">
                            <a16:creationId xmlns:a16="http://schemas.microsoft.com/office/drawing/2014/main" id="{914DBB8E-0E2B-EE80-CE2D-8C7E603EFE6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23" name="Arc 4722">
                        <a:extLst>
                          <a:ext uri="{FF2B5EF4-FFF2-40B4-BE49-F238E27FC236}">
                            <a16:creationId xmlns:a16="http://schemas.microsoft.com/office/drawing/2014/main" id="{92448292-54FC-0C0D-89E1-DF24276A170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714" name="Group 4713">
                      <a:extLst>
                        <a:ext uri="{FF2B5EF4-FFF2-40B4-BE49-F238E27FC236}">
                          <a16:creationId xmlns:a16="http://schemas.microsoft.com/office/drawing/2014/main" id="{47723F35-3997-6848-213F-9BA1D1843F28}"/>
                        </a:ext>
                      </a:extLst>
                    </p:cNvPr>
                    <p:cNvGrpSpPr/>
                    <p:nvPr/>
                  </p:nvGrpSpPr>
                  <p:grpSpPr>
                    <a:xfrm>
                      <a:off x="6434137" y="3402011"/>
                      <a:ext cx="303213" cy="303213"/>
                      <a:chOff x="6434137" y="3402011"/>
                      <a:chExt cx="303213" cy="303213"/>
                    </a:xfrm>
                  </p:grpSpPr>
                  <p:grpSp>
                    <p:nvGrpSpPr>
                      <p:cNvPr id="4715" name="Group 4714">
                        <a:extLst>
                          <a:ext uri="{FF2B5EF4-FFF2-40B4-BE49-F238E27FC236}">
                            <a16:creationId xmlns:a16="http://schemas.microsoft.com/office/drawing/2014/main" id="{20029204-BA73-456C-F31F-024393140905}"/>
                          </a:ext>
                        </a:extLst>
                      </p:cNvPr>
                      <p:cNvGrpSpPr/>
                      <p:nvPr/>
                    </p:nvGrpSpPr>
                    <p:grpSpPr>
                      <a:xfrm flipH="1">
                        <a:off x="6478587" y="3446461"/>
                        <a:ext cx="214313" cy="214313"/>
                        <a:chOff x="5354637" y="3446463"/>
                        <a:chExt cx="214313" cy="214313"/>
                      </a:xfrm>
                    </p:grpSpPr>
                    <p:sp>
                      <p:nvSpPr>
                        <p:cNvPr id="4720" name="Arc 4719">
                          <a:extLst>
                            <a:ext uri="{FF2B5EF4-FFF2-40B4-BE49-F238E27FC236}">
                              <a16:creationId xmlns:a16="http://schemas.microsoft.com/office/drawing/2014/main" id="{4F5A3896-2D7B-C640-ED78-79170F47D6E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21" name="Arc 4720">
                          <a:extLst>
                            <a:ext uri="{FF2B5EF4-FFF2-40B4-BE49-F238E27FC236}">
                              <a16:creationId xmlns:a16="http://schemas.microsoft.com/office/drawing/2014/main" id="{63876585-3B76-1435-432A-362B683272D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716" name="Group 4715">
                        <a:extLst>
                          <a:ext uri="{FF2B5EF4-FFF2-40B4-BE49-F238E27FC236}">
                            <a16:creationId xmlns:a16="http://schemas.microsoft.com/office/drawing/2014/main" id="{11823B70-A2C4-58F8-8825-702AD0ED6DD6}"/>
                          </a:ext>
                        </a:extLst>
                      </p:cNvPr>
                      <p:cNvGrpSpPr/>
                      <p:nvPr/>
                    </p:nvGrpSpPr>
                    <p:grpSpPr>
                      <a:xfrm rot="14400000" flipH="1">
                        <a:off x="6434137" y="3402011"/>
                        <a:ext cx="303213" cy="303213"/>
                        <a:chOff x="5354637" y="3446463"/>
                        <a:chExt cx="214313" cy="214313"/>
                      </a:xfrm>
                    </p:grpSpPr>
                    <p:sp>
                      <p:nvSpPr>
                        <p:cNvPr id="4718" name="Arc 4717">
                          <a:extLst>
                            <a:ext uri="{FF2B5EF4-FFF2-40B4-BE49-F238E27FC236}">
                              <a16:creationId xmlns:a16="http://schemas.microsoft.com/office/drawing/2014/main" id="{54006447-4375-3A30-00F9-E18B7436228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19" name="Arc 4718">
                          <a:extLst>
                            <a:ext uri="{FF2B5EF4-FFF2-40B4-BE49-F238E27FC236}">
                              <a16:creationId xmlns:a16="http://schemas.microsoft.com/office/drawing/2014/main" id="{C68323B5-CB1C-A203-B2D1-7C19A14AC94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717" name="TextBox 4716">
                        <a:extLst>
                          <a:ext uri="{FF2B5EF4-FFF2-40B4-BE49-F238E27FC236}">
                            <a16:creationId xmlns:a16="http://schemas.microsoft.com/office/drawing/2014/main" id="{0E3D92B8-2547-9313-C74F-54001C3C5389}"/>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702" name="Group 4701">
                    <a:extLst>
                      <a:ext uri="{FF2B5EF4-FFF2-40B4-BE49-F238E27FC236}">
                        <a16:creationId xmlns:a16="http://schemas.microsoft.com/office/drawing/2014/main" id="{91CD5090-2F7B-5261-9CE9-A79E116D7EF8}"/>
                      </a:ext>
                    </a:extLst>
                  </p:cNvPr>
                  <p:cNvGrpSpPr/>
                  <p:nvPr/>
                </p:nvGrpSpPr>
                <p:grpSpPr>
                  <a:xfrm>
                    <a:off x="6197413" y="3225768"/>
                    <a:ext cx="393192" cy="393192"/>
                    <a:chOff x="6389147" y="3932622"/>
                    <a:chExt cx="393192" cy="393192"/>
                  </a:xfrm>
                </p:grpSpPr>
                <p:grpSp>
                  <p:nvGrpSpPr>
                    <p:cNvPr id="4703" name="Group 4702">
                      <a:extLst>
                        <a:ext uri="{FF2B5EF4-FFF2-40B4-BE49-F238E27FC236}">
                          <a16:creationId xmlns:a16="http://schemas.microsoft.com/office/drawing/2014/main" id="{14E55A04-2118-3E92-92BE-D591A61E4BF4}"/>
                        </a:ext>
                      </a:extLst>
                    </p:cNvPr>
                    <p:cNvGrpSpPr/>
                    <p:nvPr/>
                  </p:nvGrpSpPr>
                  <p:grpSpPr>
                    <a:xfrm flipH="1">
                      <a:off x="6478587" y="4022061"/>
                      <a:ext cx="214313" cy="214313"/>
                      <a:chOff x="5354637" y="3446463"/>
                      <a:chExt cx="214313" cy="214313"/>
                    </a:xfrm>
                  </p:grpSpPr>
                  <p:sp>
                    <p:nvSpPr>
                      <p:cNvPr id="4711" name="Arc 4710">
                        <a:extLst>
                          <a:ext uri="{FF2B5EF4-FFF2-40B4-BE49-F238E27FC236}">
                            <a16:creationId xmlns:a16="http://schemas.microsoft.com/office/drawing/2014/main" id="{15999CE7-0287-2414-E59F-55904773E2F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12" name="Arc 4711">
                        <a:extLst>
                          <a:ext uri="{FF2B5EF4-FFF2-40B4-BE49-F238E27FC236}">
                            <a16:creationId xmlns:a16="http://schemas.microsoft.com/office/drawing/2014/main" id="{7A143BF1-F1CF-E410-D666-F0AA8377431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704" name="Group 4703">
                      <a:extLst>
                        <a:ext uri="{FF2B5EF4-FFF2-40B4-BE49-F238E27FC236}">
                          <a16:creationId xmlns:a16="http://schemas.microsoft.com/office/drawing/2014/main" id="{ADA4C99F-4431-9511-D358-EB5A380E2ACE}"/>
                        </a:ext>
                      </a:extLst>
                    </p:cNvPr>
                    <p:cNvGrpSpPr/>
                    <p:nvPr/>
                  </p:nvGrpSpPr>
                  <p:grpSpPr>
                    <a:xfrm rot="7200000" flipH="1">
                      <a:off x="6434137" y="3977611"/>
                      <a:ext cx="303213" cy="303213"/>
                      <a:chOff x="5354637" y="3446463"/>
                      <a:chExt cx="214313" cy="214313"/>
                    </a:xfrm>
                  </p:grpSpPr>
                  <p:sp>
                    <p:nvSpPr>
                      <p:cNvPr id="4709" name="Arc 4708">
                        <a:extLst>
                          <a:ext uri="{FF2B5EF4-FFF2-40B4-BE49-F238E27FC236}">
                            <a16:creationId xmlns:a16="http://schemas.microsoft.com/office/drawing/2014/main" id="{25457413-ECAD-2D1D-7CC9-6AF7A0D928C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10" name="Arc 4709">
                        <a:extLst>
                          <a:ext uri="{FF2B5EF4-FFF2-40B4-BE49-F238E27FC236}">
                            <a16:creationId xmlns:a16="http://schemas.microsoft.com/office/drawing/2014/main" id="{4115688D-B1E1-A68E-D0F0-CFBB2D58BA7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705" name="Group 4704">
                      <a:extLst>
                        <a:ext uri="{FF2B5EF4-FFF2-40B4-BE49-F238E27FC236}">
                          <a16:creationId xmlns:a16="http://schemas.microsoft.com/office/drawing/2014/main" id="{EEC95875-AED3-1B57-B7FE-7BA1C6F46B6E}"/>
                        </a:ext>
                      </a:extLst>
                    </p:cNvPr>
                    <p:cNvGrpSpPr/>
                    <p:nvPr/>
                  </p:nvGrpSpPr>
                  <p:grpSpPr>
                    <a:xfrm rot="14400000" flipH="1">
                      <a:off x="6389147" y="3932622"/>
                      <a:ext cx="393192" cy="393192"/>
                      <a:chOff x="5354637" y="3446463"/>
                      <a:chExt cx="214313" cy="214313"/>
                    </a:xfrm>
                  </p:grpSpPr>
                  <p:sp>
                    <p:nvSpPr>
                      <p:cNvPr id="4707" name="Arc 4706">
                        <a:extLst>
                          <a:ext uri="{FF2B5EF4-FFF2-40B4-BE49-F238E27FC236}">
                            <a16:creationId xmlns:a16="http://schemas.microsoft.com/office/drawing/2014/main" id="{F1F56689-9622-CD2B-99EA-D666BDB3424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08" name="Arc 4707">
                        <a:extLst>
                          <a:ext uri="{FF2B5EF4-FFF2-40B4-BE49-F238E27FC236}">
                            <a16:creationId xmlns:a16="http://schemas.microsoft.com/office/drawing/2014/main" id="{2A7CD5DA-73A9-5349-A524-025C6E8AF3E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706" name="TextBox 4705">
                      <a:extLst>
                        <a:ext uri="{FF2B5EF4-FFF2-40B4-BE49-F238E27FC236}">
                          <a16:creationId xmlns:a16="http://schemas.microsoft.com/office/drawing/2014/main" id="{6DDA71D7-EF0F-6EC3-A649-BC886F6FE476}"/>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4602" name="Group 4601">
                <a:extLst>
                  <a:ext uri="{FF2B5EF4-FFF2-40B4-BE49-F238E27FC236}">
                    <a16:creationId xmlns:a16="http://schemas.microsoft.com/office/drawing/2014/main" id="{8793930E-B1C0-B435-A216-31FF169EF4B8}"/>
                  </a:ext>
                </a:extLst>
              </p:cNvPr>
              <p:cNvGrpSpPr/>
              <p:nvPr/>
            </p:nvGrpSpPr>
            <p:grpSpPr>
              <a:xfrm>
                <a:off x="6065340" y="2039507"/>
                <a:ext cx="1643204" cy="1593124"/>
                <a:chOff x="5445106" y="2644743"/>
                <a:chExt cx="1643204" cy="1593124"/>
              </a:xfrm>
            </p:grpSpPr>
            <p:grpSp>
              <p:nvGrpSpPr>
                <p:cNvPr id="4603" name="Group 4602">
                  <a:extLst>
                    <a:ext uri="{FF2B5EF4-FFF2-40B4-BE49-F238E27FC236}">
                      <a16:creationId xmlns:a16="http://schemas.microsoft.com/office/drawing/2014/main" id="{107E3324-2552-977C-F5E9-AF437E761DD2}"/>
                    </a:ext>
                  </a:extLst>
                </p:cNvPr>
                <p:cNvGrpSpPr/>
                <p:nvPr/>
              </p:nvGrpSpPr>
              <p:grpSpPr>
                <a:xfrm>
                  <a:off x="5445106" y="2644743"/>
                  <a:ext cx="1019224" cy="991639"/>
                  <a:chOff x="5886431" y="3225768"/>
                  <a:chExt cx="1019224" cy="991639"/>
                </a:xfrm>
              </p:grpSpPr>
              <p:grpSp>
                <p:nvGrpSpPr>
                  <p:cNvPr id="4651" name="Group 4650">
                    <a:extLst>
                      <a:ext uri="{FF2B5EF4-FFF2-40B4-BE49-F238E27FC236}">
                        <a16:creationId xmlns:a16="http://schemas.microsoft.com/office/drawing/2014/main" id="{B689B484-65B1-061D-A557-904743B42529}"/>
                      </a:ext>
                    </a:extLst>
                  </p:cNvPr>
                  <p:cNvGrpSpPr/>
                  <p:nvPr/>
                </p:nvGrpSpPr>
                <p:grpSpPr>
                  <a:xfrm>
                    <a:off x="6197413" y="3824215"/>
                    <a:ext cx="393192" cy="393192"/>
                    <a:chOff x="5265196" y="3357021"/>
                    <a:chExt cx="393192" cy="393192"/>
                  </a:xfrm>
                </p:grpSpPr>
                <p:grpSp>
                  <p:nvGrpSpPr>
                    <p:cNvPr id="4686" name="Group 4685">
                      <a:extLst>
                        <a:ext uri="{FF2B5EF4-FFF2-40B4-BE49-F238E27FC236}">
                          <a16:creationId xmlns:a16="http://schemas.microsoft.com/office/drawing/2014/main" id="{A98438BB-C789-7AED-4C76-12D03BA116A1}"/>
                        </a:ext>
                      </a:extLst>
                    </p:cNvPr>
                    <p:cNvGrpSpPr/>
                    <p:nvPr/>
                  </p:nvGrpSpPr>
                  <p:grpSpPr>
                    <a:xfrm rot="14400000">
                      <a:off x="5265196" y="3357021"/>
                      <a:ext cx="393192" cy="393192"/>
                      <a:chOff x="5354637" y="3446463"/>
                      <a:chExt cx="214313" cy="214313"/>
                    </a:xfrm>
                  </p:grpSpPr>
                  <p:sp>
                    <p:nvSpPr>
                      <p:cNvPr id="4695" name="Arc 4694">
                        <a:extLst>
                          <a:ext uri="{FF2B5EF4-FFF2-40B4-BE49-F238E27FC236}">
                            <a16:creationId xmlns:a16="http://schemas.microsoft.com/office/drawing/2014/main" id="{94F17758-9F0E-BA69-4550-A5DF7BCFD05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96" name="Arc 4695">
                        <a:extLst>
                          <a:ext uri="{FF2B5EF4-FFF2-40B4-BE49-F238E27FC236}">
                            <a16:creationId xmlns:a16="http://schemas.microsoft.com/office/drawing/2014/main" id="{2645A62A-5E1C-9B2E-897E-5DA6EE2C725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687" name="Group 4686">
                      <a:extLst>
                        <a:ext uri="{FF2B5EF4-FFF2-40B4-BE49-F238E27FC236}">
                          <a16:creationId xmlns:a16="http://schemas.microsoft.com/office/drawing/2014/main" id="{3C44F07F-D791-B406-6870-B3C3006F1B2E}"/>
                        </a:ext>
                      </a:extLst>
                    </p:cNvPr>
                    <p:cNvGrpSpPr/>
                    <p:nvPr/>
                  </p:nvGrpSpPr>
                  <p:grpSpPr>
                    <a:xfrm>
                      <a:off x="5310186" y="3402011"/>
                      <a:ext cx="303213" cy="303213"/>
                      <a:chOff x="5310186" y="3402011"/>
                      <a:chExt cx="303213" cy="303213"/>
                    </a:xfrm>
                  </p:grpSpPr>
                  <p:grpSp>
                    <p:nvGrpSpPr>
                      <p:cNvPr id="4688" name="Group 4687">
                        <a:extLst>
                          <a:ext uri="{FF2B5EF4-FFF2-40B4-BE49-F238E27FC236}">
                            <a16:creationId xmlns:a16="http://schemas.microsoft.com/office/drawing/2014/main" id="{F996ADBA-3C96-4ECF-8B75-9102CF36409D}"/>
                          </a:ext>
                        </a:extLst>
                      </p:cNvPr>
                      <p:cNvGrpSpPr/>
                      <p:nvPr/>
                    </p:nvGrpSpPr>
                    <p:grpSpPr>
                      <a:xfrm>
                        <a:off x="5354636" y="3446461"/>
                        <a:ext cx="214313" cy="214313"/>
                        <a:chOff x="5354637" y="3446463"/>
                        <a:chExt cx="214313" cy="214313"/>
                      </a:xfrm>
                    </p:grpSpPr>
                    <p:sp>
                      <p:nvSpPr>
                        <p:cNvPr id="4693" name="Arc 4692">
                          <a:extLst>
                            <a:ext uri="{FF2B5EF4-FFF2-40B4-BE49-F238E27FC236}">
                              <a16:creationId xmlns:a16="http://schemas.microsoft.com/office/drawing/2014/main" id="{8B6ED565-4F9D-7DCD-6083-9C576A200A6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94" name="Arc 4693">
                          <a:extLst>
                            <a:ext uri="{FF2B5EF4-FFF2-40B4-BE49-F238E27FC236}">
                              <a16:creationId xmlns:a16="http://schemas.microsoft.com/office/drawing/2014/main" id="{DED4C5E0-373E-E623-F074-FB08B668EE2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689" name="Group 4688">
                        <a:extLst>
                          <a:ext uri="{FF2B5EF4-FFF2-40B4-BE49-F238E27FC236}">
                            <a16:creationId xmlns:a16="http://schemas.microsoft.com/office/drawing/2014/main" id="{4CAEE634-CD42-A1F3-0C29-E15017F77E57}"/>
                          </a:ext>
                        </a:extLst>
                      </p:cNvPr>
                      <p:cNvGrpSpPr/>
                      <p:nvPr/>
                    </p:nvGrpSpPr>
                    <p:grpSpPr>
                      <a:xfrm rot="7200000">
                        <a:off x="5310186" y="3402011"/>
                        <a:ext cx="303213" cy="303213"/>
                        <a:chOff x="5354637" y="3446463"/>
                        <a:chExt cx="214313" cy="214313"/>
                      </a:xfrm>
                    </p:grpSpPr>
                    <p:sp>
                      <p:nvSpPr>
                        <p:cNvPr id="4691" name="Arc 4690">
                          <a:extLst>
                            <a:ext uri="{FF2B5EF4-FFF2-40B4-BE49-F238E27FC236}">
                              <a16:creationId xmlns:a16="http://schemas.microsoft.com/office/drawing/2014/main" id="{EF557902-FD2F-7E06-2D30-93A6DBEEBEC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92" name="Arc 4691">
                          <a:extLst>
                            <a:ext uri="{FF2B5EF4-FFF2-40B4-BE49-F238E27FC236}">
                              <a16:creationId xmlns:a16="http://schemas.microsoft.com/office/drawing/2014/main" id="{288D289C-96DB-2D6E-C575-A335191111C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690" name="TextBox 4689">
                        <a:extLst>
                          <a:ext uri="{FF2B5EF4-FFF2-40B4-BE49-F238E27FC236}">
                            <a16:creationId xmlns:a16="http://schemas.microsoft.com/office/drawing/2014/main" id="{C6AD759E-AA04-5D83-4E3F-6A94A88C99B5}"/>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652" name="Group 4651">
                    <a:extLst>
                      <a:ext uri="{FF2B5EF4-FFF2-40B4-BE49-F238E27FC236}">
                        <a16:creationId xmlns:a16="http://schemas.microsoft.com/office/drawing/2014/main" id="{4F18B50C-BCDA-34E1-1688-7688C4E05F04}"/>
                      </a:ext>
                    </a:extLst>
                  </p:cNvPr>
                  <p:cNvGrpSpPr/>
                  <p:nvPr/>
                </p:nvGrpSpPr>
                <p:grpSpPr>
                  <a:xfrm>
                    <a:off x="5886431" y="3525040"/>
                    <a:ext cx="393192" cy="393192"/>
                    <a:chOff x="5265196" y="3932619"/>
                    <a:chExt cx="393192" cy="393192"/>
                  </a:xfrm>
                </p:grpSpPr>
                <p:grpSp>
                  <p:nvGrpSpPr>
                    <p:cNvPr id="4676" name="Group 4675">
                      <a:extLst>
                        <a:ext uri="{FF2B5EF4-FFF2-40B4-BE49-F238E27FC236}">
                          <a16:creationId xmlns:a16="http://schemas.microsoft.com/office/drawing/2014/main" id="{5FAEB040-2B38-2F45-2ED5-B37E26D88B18}"/>
                        </a:ext>
                      </a:extLst>
                    </p:cNvPr>
                    <p:cNvGrpSpPr/>
                    <p:nvPr/>
                  </p:nvGrpSpPr>
                  <p:grpSpPr>
                    <a:xfrm>
                      <a:off x="5354636" y="4022061"/>
                      <a:ext cx="214313" cy="214313"/>
                      <a:chOff x="5354637" y="3446463"/>
                      <a:chExt cx="214313" cy="214313"/>
                    </a:xfrm>
                  </p:grpSpPr>
                  <p:sp>
                    <p:nvSpPr>
                      <p:cNvPr id="4684" name="Arc 4683">
                        <a:extLst>
                          <a:ext uri="{FF2B5EF4-FFF2-40B4-BE49-F238E27FC236}">
                            <a16:creationId xmlns:a16="http://schemas.microsoft.com/office/drawing/2014/main" id="{1F133EA0-78D8-FDDD-926E-659F09391A5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85" name="Arc 4684">
                        <a:extLst>
                          <a:ext uri="{FF2B5EF4-FFF2-40B4-BE49-F238E27FC236}">
                            <a16:creationId xmlns:a16="http://schemas.microsoft.com/office/drawing/2014/main" id="{1E665199-42C6-93CE-13AA-BF55CA3BEB0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677" name="Group 4676">
                      <a:extLst>
                        <a:ext uri="{FF2B5EF4-FFF2-40B4-BE49-F238E27FC236}">
                          <a16:creationId xmlns:a16="http://schemas.microsoft.com/office/drawing/2014/main" id="{1BF331CE-2DFF-AD61-A67B-7C47849D371C}"/>
                        </a:ext>
                      </a:extLst>
                    </p:cNvPr>
                    <p:cNvGrpSpPr/>
                    <p:nvPr/>
                  </p:nvGrpSpPr>
                  <p:grpSpPr>
                    <a:xfrm rot="14400000">
                      <a:off x="5310186" y="3977611"/>
                      <a:ext cx="303213" cy="303213"/>
                      <a:chOff x="5354637" y="3446463"/>
                      <a:chExt cx="214313" cy="214313"/>
                    </a:xfrm>
                  </p:grpSpPr>
                  <p:sp>
                    <p:nvSpPr>
                      <p:cNvPr id="4682" name="Arc 4681">
                        <a:extLst>
                          <a:ext uri="{FF2B5EF4-FFF2-40B4-BE49-F238E27FC236}">
                            <a16:creationId xmlns:a16="http://schemas.microsoft.com/office/drawing/2014/main" id="{7DDDB953-5EE2-32F4-6D55-BD1BDD91F2B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83" name="Arc 4682">
                        <a:extLst>
                          <a:ext uri="{FF2B5EF4-FFF2-40B4-BE49-F238E27FC236}">
                            <a16:creationId xmlns:a16="http://schemas.microsoft.com/office/drawing/2014/main" id="{566FB32E-74E8-DA75-C8B6-75374B2F290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678" name="Group 4677">
                      <a:extLst>
                        <a:ext uri="{FF2B5EF4-FFF2-40B4-BE49-F238E27FC236}">
                          <a16:creationId xmlns:a16="http://schemas.microsoft.com/office/drawing/2014/main" id="{5DC8CD86-C8C0-8119-0640-32AE7B79705A}"/>
                        </a:ext>
                      </a:extLst>
                    </p:cNvPr>
                    <p:cNvGrpSpPr/>
                    <p:nvPr/>
                  </p:nvGrpSpPr>
                  <p:grpSpPr>
                    <a:xfrm rot="7200000">
                      <a:off x="5265196" y="3932619"/>
                      <a:ext cx="393192" cy="393192"/>
                      <a:chOff x="5354637" y="3446463"/>
                      <a:chExt cx="214313" cy="214313"/>
                    </a:xfrm>
                  </p:grpSpPr>
                  <p:sp>
                    <p:nvSpPr>
                      <p:cNvPr id="4680" name="Arc 4679">
                        <a:extLst>
                          <a:ext uri="{FF2B5EF4-FFF2-40B4-BE49-F238E27FC236}">
                            <a16:creationId xmlns:a16="http://schemas.microsoft.com/office/drawing/2014/main" id="{7D73AE8D-98B2-0661-1D36-E97CEAD9992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81" name="Arc 4680">
                        <a:extLst>
                          <a:ext uri="{FF2B5EF4-FFF2-40B4-BE49-F238E27FC236}">
                            <a16:creationId xmlns:a16="http://schemas.microsoft.com/office/drawing/2014/main" id="{09DFC712-BDCD-C56F-45BE-B72BEF4274A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679" name="TextBox 4678">
                      <a:extLst>
                        <a:ext uri="{FF2B5EF4-FFF2-40B4-BE49-F238E27FC236}">
                          <a16:creationId xmlns:a16="http://schemas.microsoft.com/office/drawing/2014/main" id="{C2DE97CC-F0E5-7818-5172-3A6DB586317E}"/>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4653" name="Group 4652">
                    <a:extLst>
                      <a:ext uri="{FF2B5EF4-FFF2-40B4-BE49-F238E27FC236}">
                        <a16:creationId xmlns:a16="http://schemas.microsoft.com/office/drawing/2014/main" id="{CF78AC5A-AD47-167B-E195-705A411F5300}"/>
                      </a:ext>
                    </a:extLst>
                  </p:cNvPr>
                  <p:cNvGrpSpPr/>
                  <p:nvPr/>
                </p:nvGrpSpPr>
                <p:grpSpPr>
                  <a:xfrm>
                    <a:off x="6512463" y="3525040"/>
                    <a:ext cx="393192" cy="393192"/>
                    <a:chOff x="6389147" y="3357021"/>
                    <a:chExt cx="393192" cy="393192"/>
                  </a:xfrm>
                </p:grpSpPr>
                <p:grpSp>
                  <p:nvGrpSpPr>
                    <p:cNvPr id="4665" name="Group 4664">
                      <a:extLst>
                        <a:ext uri="{FF2B5EF4-FFF2-40B4-BE49-F238E27FC236}">
                          <a16:creationId xmlns:a16="http://schemas.microsoft.com/office/drawing/2014/main" id="{84FAC472-9EDC-79D6-212B-870D41950AB2}"/>
                        </a:ext>
                      </a:extLst>
                    </p:cNvPr>
                    <p:cNvGrpSpPr/>
                    <p:nvPr/>
                  </p:nvGrpSpPr>
                  <p:grpSpPr>
                    <a:xfrm rot="7200000" flipH="1">
                      <a:off x="6389147" y="3357021"/>
                      <a:ext cx="393192" cy="393192"/>
                      <a:chOff x="5354637" y="3446463"/>
                      <a:chExt cx="214313" cy="214313"/>
                    </a:xfrm>
                  </p:grpSpPr>
                  <p:sp>
                    <p:nvSpPr>
                      <p:cNvPr id="4674" name="Arc 4673">
                        <a:extLst>
                          <a:ext uri="{FF2B5EF4-FFF2-40B4-BE49-F238E27FC236}">
                            <a16:creationId xmlns:a16="http://schemas.microsoft.com/office/drawing/2014/main" id="{2FFD5580-E58E-3E22-3EB1-63F64BC0579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75" name="Arc 4674">
                        <a:extLst>
                          <a:ext uri="{FF2B5EF4-FFF2-40B4-BE49-F238E27FC236}">
                            <a16:creationId xmlns:a16="http://schemas.microsoft.com/office/drawing/2014/main" id="{3AFBEBFB-4C0E-70B0-74A5-1FDC9F9BD3D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666" name="Group 4665">
                      <a:extLst>
                        <a:ext uri="{FF2B5EF4-FFF2-40B4-BE49-F238E27FC236}">
                          <a16:creationId xmlns:a16="http://schemas.microsoft.com/office/drawing/2014/main" id="{DC30C6EE-10AC-C9ED-A1FE-647F421A224F}"/>
                        </a:ext>
                      </a:extLst>
                    </p:cNvPr>
                    <p:cNvGrpSpPr/>
                    <p:nvPr/>
                  </p:nvGrpSpPr>
                  <p:grpSpPr>
                    <a:xfrm>
                      <a:off x="6434137" y="3402011"/>
                      <a:ext cx="303213" cy="303213"/>
                      <a:chOff x="6434137" y="3402011"/>
                      <a:chExt cx="303213" cy="303213"/>
                    </a:xfrm>
                  </p:grpSpPr>
                  <p:grpSp>
                    <p:nvGrpSpPr>
                      <p:cNvPr id="4667" name="Group 4666">
                        <a:extLst>
                          <a:ext uri="{FF2B5EF4-FFF2-40B4-BE49-F238E27FC236}">
                            <a16:creationId xmlns:a16="http://schemas.microsoft.com/office/drawing/2014/main" id="{65A89203-A671-5DDC-E2B1-94157BD1590B}"/>
                          </a:ext>
                        </a:extLst>
                      </p:cNvPr>
                      <p:cNvGrpSpPr/>
                      <p:nvPr/>
                    </p:nvGrpSpPr>
                    <p:grpSpPr>
                      <a:xfrm flipH="1">
                        <a:off x="6478587" y="3446461"/>
                        <a:ext cx="214313" cy="214313"/>
                        <a:chOff x="5354637" y="3446463"/>
                        <a:chExt cx="214313" cy="214313"/>
                      </a:xfrm>
                    </p:grpSpPr>
                    <p:sp>
                      <p:nvSpPr>
                        <p:cNvPr id="4672" name="Arc 4671">
                          <a:extLst>
                            <a:ext uri="{FF2B5EF4-FFF2-40B4-BE49-F238E27FC236}">
                              <a16:creationId xmlns:a16="http://schemas.microsoft.com/office/drawing/2014/main" id="{32398AEA-9459-50F9-010C-3D432098894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73" name="Arc 4672">
                          <a:extLst>
                            <a:ext uri="{FF2B5EF4-FFF2-40B4-BE49-F238E27FC236}">
                              <a16:creationId xmlns:a16="http://schemas.microsoft.com/office/drawing/2014/main" id="{52EEF0FB-4578-59C5-B813-9ECDD952251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668" name="Group 4667">
                        <a:extLst>
                          <a:ext uri="{FF2B5EF4-FFF2-40B4-BE49-F238E27FC236}">
                            <a16:creationId xmlns:a16="http://schemas.microsoft.com/office/drawing/2014/main" id="{9754CC10-017A-06AF-FC92-5F28A0439342}"/>
                          </a:ext>
                        </a:extLst>
                      </p:cNvPr>
                      <p:cNvGrpSpPr/>
                      <p:nvPr/>
                    </p:nvGrpSpPr>
                    <p:grpSpPr>
                      <a:xfrm rot="14400000" flipH="1">
                        <a:off x="6434137" y="3402011"/>
                        <a:ext cx="303213" cy="303213"/>
                        <a:chOff x="5354637" y="3446463"/>
                        <a:chExt cx="214313" cy="214313"/>
                      </a:xfrm>
                    </p:grpSpPr>
                    <p:sp>
                      <p:nvSpPr>
                        <p:cNvPr id="4670" name="Arc 4669">
                          <a:extLst>
                            <a:ext uri="{FF2B5EF4-FFF2-40B4-BE49-F238E27FC236}">
                              <a16:creationId xmlns:a16="http://schemas.microsoft.com/office/drawing/2014/main" id="{95BBCE5A-C676-268F-BA32-9796264D623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71" name="Arc 4670">
                          <a:extLst>
                            <a:ext uri="{FF2B5EF4-FFF2-40B4-BE49-F238E27FC236}">
                              <a16:creationId xmlns:a16="http://schemas.microsoft.com/office/drawing/2014/main" id="{F902D80A-5E8E-0990-37A8-6124D00B591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669" name="TextBox 4668">
                        <a:extLst>
                          <a:ext uri="{FF2B5EF4-FFF2-40B4-BE49-F238E27FC236}">
                            <a16:creationId xmlns:a16="http://schemas.microsoft.com/office/drawing/2014/main" id="{67C9FB71-C55E-FAE5-B8E1-51A9AAF73860}"/>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654" name="Group 4653">
                    <a:extLst>
                      <a:ext uri="{FF2B5EF4-FFF2-40B4-BE49-F238E27FC236}">
                        <a16:creationId xmlns:a16="http://schemas.microsoft.com/office/drawing/2014/main" id="{D148340E-FBE6-A68B-0714-B61627E0EEE6}"/>
                      </a:ext>
                    </a:extLst>
                  </p:cNvPr>
                  <p:cNvGrpSpPr/>
                  <p:nvPr/>
                </p:nvGrpSpPr>
                <p:grpSpPr>
                  <a:xfrm>
                    <a:off x="6197413" y="3225768"/>
                    <a:ext cx="393192" cy="393192"/>
                    <a:chOff x="6389147" y="3932622"/>
                    <a:chExt cx="393192" cy="393192"/>
                  </a:xfrm>
                </p:grpSpPr>
                <p:grpSp>
                  <p:nvGrpSpPr>
                    <p:cNvPr id="4655" name="Group 4654">
                      <a:extLst>
                        <a:ext uri="{FF2B5EF4-FFF2-40B4-BE49-F238E27FC236}">
                          <a16:creationId xmlns:a16="http://schemas.microsoft.com/office/drawing/2014/main" id="{C9922BA2-5F91-B06B-3FDE-7CEA8D74F1DC}"/>
                        </a:ext>
                      </a:extLst>
                    </p:cNvPr>
                    <p:cNvGrpSpPr/>
                    <p:nvPr/>
                  </p:nvGrpSpPr>
                  <p:grpSpPr>
                    <a:xfrm flipH="1">
                      <a:off x="6478587" y="4022061"/>
                      <a:ext cx="214313" cy="214313"/>
                      <a:chOff x="5354637" y="3446463"/>
                      <a:chExt cx="214313" cy="214313"/>
                    </a:xfrm>
                  </p:grpSpPr>
                  <p:sp>
                    <p:nvSpPr>
                      <p:cNvPr id="4663" name="Arc 4662">
                        <a:extLst>
                          <a:ext uri="{FF2B5EF4-FFF2-40B4-BE49-F238E27FC236}">
                            <a16:creationId xmlns:a16="http://schemas.microsoft.com/office/drawing/2014/main" id="{9EAA3C0E-0582-8503-0F62-A18D8AA9B17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64" name="Arc 4663">
                        <a:extLst>
                          <a:ext uri="{FF2B5EF4-FFF2-40B4-BE49-F238E27FC236}">
                            <a16:creationId xmlns:a16="http://schemas.microsoft.com/office/drawing/2014/main" id="{BC70251D-8063-D30D-F3DB-5605940C0E2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656" name="Group 4655">
                      <a:extLst>
                        <a:ext uri="{FF2B5EF4-FFF2-40B4-BE49-F238E27FC236}">
                          <a16:creationId xmlns:a16="http://schemas.microsoft.com/office/drawing/2014/main" id="{A2777CFA-0301-9175-49BC-9449ABB9A655}"/>
                        </a:ext>
                      </a:extLst>
                    </p:cNvPr>
                    <p:cNvGrpSpPr/>
                    <p:nvPr/>
                  </p:nvGrpSpPr>
                  <p:grpSpPr>
                    <a:xfrm rot="7200000" flipH="1">
                      <a:off x="6434137" y="3977611"/>
                      <a:ext cx="303213" cy="303213"/>
                      <a:chOff x="5354637" y="3446463"/>
                      <a:chExt cx="214313" cy="214313"/>
                    </a:xfrm>
                  </p:grpSpPr>
                  <p:sp>
                    <p:nvSpPr>
                      <p:cNvPr id="4661" name="Arc 4660">
                        <a:extLst>
                          <a:ext uri="{FF2B5EF4-FFF2-40B4-BE49-F238E27FC236}">
                            <a16:creationId xmlns:a16="http://schemas.microsoft.com/office/drawing/2014/main" id="{A0F48643-3346-192F-523B-819B91C4C3D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62" name="Arc 4661">
                        <a:extLst>
                          <a:ext uri="{FF2B5EF4-FFF2-40B4-BE49-F238E27FC236}">
                            <a16:creationId xmlns:a16="http://schemas.microsoft.com/office/drawing/2014/main" id="{11915E1A-0A21-3B53-ACE0-2EB4D6FDE53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657" name="Group 4656">
                      <a:extLst>
                        <a:ext uri="{FF2B5EF4-FFF2-40B4-BE49-F238E27FC236}">
                          <a16:creationId xmlns:a16="http://schemas.microsoft.com/office/drawing/2014/main" id="{0D7CB5E3-19E7-2FC7-01ED-7892A1F6D896}"/>
                        </a:ext>
                      </a:extLst>
                    </p:cNvPr>
                    <p:cNvGrpSpPr/>
                    <p:nvPr/>
                  </p:nvGrpSpPr>
                  <p:grpSpPr>
                    <a:xfrm rot="14400000" flipH="1">
                      <a:off x="6389147" y="3932622"/>
                      <a:ext cx="393192" cy="393192"/>
                      <a:chOff x="5354637" y="3446463"/>
                      <a:chExt cx="214313" cy="214313"/>
                    </a:xfrm>
                  </p:grpSpPr>
                  <p:sp>
                    <p:nvSpPr>
                      <p:cNvPr id="4659" name="Arc 4658">
                        <a:extLst>
                          <a:ext uri="{FF2B5EF4-FFF2-40B4-BE49-F238E27FC236}">
                            <a16:creationId xmlns:a16="http://schemas.microsoft.com/office/drawing/2014/main" id="{D31CE26F-DDBA-7CE9-7337-5B1BB161C97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60" name="Arc 4659">
                        <a:extLst>
                          <a:ext uri="{FF2B5EF4-FFF2-40B4-BE49-F238E27FC236}">
                            <a16:creationId xmlns:a16="http://schemas.microsoft.com/office/drawing/2014/main" id="{377044E9-E87F-2C46-3E5D-1E44162D27E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658" name="TextBox 4657">
                      <a:extLst>
                        <a:ext uri="{FF2B5EF4-FFF2-40B4-BE49-F238E27FC236}">
                          <a16:creationId xmlns:a16="http://schemas.microsoft.com/office/drawing/2014/main" id="{DC3878A7-3B2F-6117-B664-A1640BC34EC8}"/>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604" name="Group 4603">
                  <a:extLst>
                    <a:ext uri="{FF2B5EF4-FFF2-40B4-BE49-F238E27FC236}">
                      <a16:creationId xmlns:a16="http://schemas.microsoft.com/office/drawing/2014/main" id="{F794CC22-C9C5-EE80-3823-028EE421AF54}"/>
                    </a:ext>
                  </a:extLst>
                </p:cNvPr>
                <p:cNvGrpSpPr/>
                <p:nvPr/>
              </p:nvGrpSpPr>
              <p:grpSpPr>
                <a:xfrm>
                  <a:off x="6069086" y="3246228"/>
                  <a:ext cx="1019224" cy="991639"/>
                  <a:chOff x="5886431" y="3225768"/>
                  <a:chExt cx="1019224" cy="991639"/>
                </a:xfrm>
              </p:grpSpPr>
              <p:grpSp>
                <p:nvGrpSpPr>
                  <p:cNvPr id="4605" name="Group 4604">
                    <a:extLst>
                      <a:ext uri="{FF2B5EF4-FFF2-40B4-BE49-F238E27FC236}">
                        <a16:creationId xmlns:a16="http://schemas.microsoft.com/office/drawing/2014/main" id="{CF640D39-F6C0-430A-23B8-0990CB2FD9C5}"/>
                      </a:ext>
                    </a:extLst>
                  </p:cNvPr>
                  <p:cNvGrpSpPr/>
                  <p:nvPr/>
                </p:nvGrpSpPr>
                <p:grpSpPr>
                  <a:xfrm>
                    <a:off x="6197413" y="3824215"/>
                    <a:ext cx="393192" cy="393192"/>
                    <a:chOff x="5265196" y="3357021"/>
                    <a:chExt cx="393192" cy="393192"/>
                  </a:xfrm>
                </p:grpSpPr>
                <p:grpSp>
                  <p:nvGrpSpPr>
                    <p:cNvPr id="4640" name="Group 4639">
                      <a:extLst>
                        <a:ext uri="{FF2B5EF4-FFF2-40B4-BE49-F238E27FC236}">
                          <a16:creationId xmlns:a16="http://schemas.microsoft.com/office/drawing/2014/main" id="{1B4F6E0E-FB87-E733-B345-CC85BEFB08F0}"/>
                        </a:ext>
                      </a:extLst>
                    </p:cNvPr>
                    <p:cNvGrpSpPr/>
                    <p:nvPr/>
                  </p:nvGrpSpPr>
                  <p:grpSpPr>
                    <a:xfrm rot="14400000">
                      <a:off x="5265196" y="3357021"/>
                      <a:ext cx="393192" cy="393192"/>
                      <a:chOff x="5354637" y="3446463"/>
                      <a:chExt cx="214313" cy="214313"/>
                    </a:xfrm>
                  </p:grpSpPr>
                  <p:sp>
                    <p:nvSpPr>
                      <p:cNvPr id="4649" name="Arc 4648">
                        <a:extLst>
                          <a:ext uri="{FF2B5EF4-FFF2-40B4-BE49-F238E27FC236}">
                            <a16:creationId xmlns:a16="http://schemas.microsoft.com/office/drawing/2014/main" id="{DF0D28E1-6720-286F-4C88-3183C0B16B9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50" name="Arc 4649">
                        <a:extLst>
                          <a:ext uri="{FF2B5EF4-FFF2-40B4-BE49-F238E27FC236}">
                            <a16:creationId xmlns:a16="http://schemas.microsoft.com/office/drawing/2014/main" id="{72036243-AAAF-D79C-F5CA-A7C0AD40BB4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641" name="Group 4640">
                      <a:extLst>
                        <a:ext uri="{FF2B5EF4-FFF2-40B4-BE49-F238E27FC236}">
                          <a16:creationId xmlns:a16="http://schemas.microsoft.com/office/drawing/2014/main" id="{BADEDDF0-242C-AA54-7A3F-A14E724283E1}"/>
                        </a:ext>
                      </a:extLst>
                    </p:cNvPr>
                    <p:cNvGrpSpPr/>
                    <p:nvPr/>
                  </p:nvGrpSpPr>
                  <p:grpSpPr>
                    <a:xfrm>
                      <a:off x="5310186" y="3402011"/>
                      <a:ext cx="303213" cy="303213"/>
                      <a:chOff x="5310186" y="3402011"/>
                      <a:chExt cx="303213" cy="303213"/>
                    </a:xfrm>
                  </p:grpSpPr>
                  <p:grpSp>
                    <p:nvGrpSpPr>
                      <p:cNvPr id="4642" name="Group 4641">
                        <a:extLst>
                          <a:ext uri="{FF2B5EF4-FFF2-40B4-BE49-F238E27FC236}">
                            <a16:creationId xmlns:a16="http://schemas.microsoft.com/office/drawing/2014/main" id="{D0E3425F-9FB6-6DCD-0AF0-43DF203572F5}"/>
                          </a:ext>
                        </a:extLst>
                      </p:cNvPr>
                      <p:cNvGrpSpPr/>
                      <p:nvPr/>
                    </p:nvGrpSpPr>
                    <p:grpSpPr>
                      <a:xfrm>
                        <a:off x="5354636" y="3446461"/>
                        <a:ext cx="214313" cy="214313"/>
                        <a:chOff x="5354637" y="3446463"/>
                        <a:chExt cx="214313" cy="214313"/>
                      </a:xfrm>
                    </p:grpSpPr>
                    <p:sp>
                      <p:nvSpPr>
                        <p:cNvPr id="4647" name="Arc 4646">
                          <a:extLst>
                            <a:ext uri="{FF2B5EF4-FFF2-40B4-BE49-F238E27FC236}">
                              <a16:creationId xmlns:a16="http://schemas.microsoft.com/office/drawing/2014/main" id="{781B4CF3-621D-221E-2CD7-77E36AFB1E8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48" name="Arc 4647">
                          <a:extLst>
                            <a:ext uri="{FF2B5EF4-FFF2-40B4-BE49-F238E27FC236}">
                              <a16:creationId xmlns:a16="http://schemas.microsoft.com/office/drawing/2014/main" id="{E64E24B9-8DF6-61DB-463F-B4750AD03D3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643" name="Group 4642">
                        <a:extLst>
                          <a:ext uri="{FF2B5EF4-FFF2-40B4-BE49-F238E27FC236}">
                            <a16:creationId xmlns:a16="http://schemas.microsoft.com/office/drawing/2014/main" id="{FE5DE3CE-8A22-1866-0AEC-B3934D567D54}"/>
                          </a:ext>
                        </a:extLst>
                      </p:cNvPr>
                      <p:cNvGrpSpPr/>
                      <p:nvPr/>
                    </p:nvGrpSpPr>
                    <p:grpSpPr>
                      <a:xfrm rot="7200000">
                        <a:off x="5310186" y="3402011"/>
                        <a:ext cx="303213" cy="303213"/>
                        <a:chOff x="5354637" y="3446463"/>
                        <a:chExt cx="214313" cy="214313"/>
                      </a:xfrm>
                    </p:grpSpPr>
                    <p:sp>
                      <p:nvSpPr>
                        <p:cNvPr id="4645" name="Arc 4644">
                          <a:extLst>
                            <a:ext uri="{FF2B5EF4-FFF2-40B4-BE49-F238E27FC236}">
                              <a16:creationId xmlns:a16="http://schemas.microsoft.com/office/drawing/2014/main" id="{6BA58494-E6E6-6C36-3DE8-AA6C04865D4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46" name="Arc 4645">
                          <a:extLst>
                            <a:ext uri="{FF2B5EF4-FFF2-40B4-BE49-F238E27FC236}">
                              <a16:creationId xmlns:a16="http://schemas.microsoft.com/office/drawing/2014/main" id="{051B270B-4760-9459-19E0-F049123B7B3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644" name="TextBox 4643">
                        <a:extLst>
                          <a:ext uri="{FF2B5EF4-FFF2-40B4-BE49-F238E27FC236}">
                            <a16:creationId xmlns:a16="http://schemas.microsoft.com/office/drawing/2014/main" id="{078A64DA-65AF-77E8-E3AF-3A7339AE7B73}"/>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606" name="Group 4605">
                    <a:extLst>
                      <a:ext uri="{FF2B5EF4-FFF2-40B4-BE49-F238E27FC236}">
                        <a16:creationId xmlns:a16="http://schemas.microsoft.com/office/drawing/2014/main" id="{2C7EAEBD-03A3-1A58-70D6-75C1D6B2F60F}"/>
                      </a:ext>
                    </a:extLst>
                  </p:cNvPr>
                  <p:cNvGrpSpPr/>
                  <p:nvPr/>
                </p:nvGrpSpPr>
                <p:grpSpPr>
                  <a:xfrm>
                    <a:off x="5886431" y="3525040"/>
                    <a:ext cx="393192" cy="393192"/>
                    <a:chOff x="5265196" y="3932619"/>
                    <a:chExt cx="393192" cy="393192"/>
                  </a:xfrm>
                </p:grpSpPr>
                <p:grpSp>
                  <p:nvGrpSpPr>
                    <p:cNvPr id="4630" name="Group 4629">
                      <a:extLst>
                        <a:ext uri="{FF2B5EF4-FFF2-40B4-BE49-F238E27FC236}">
                          <a16:creationId xmlns:a16="http://schemas.microsoft.com/office/drawing/2014/main" id="{0A6D27DF-1787-A615-C495-183D75CD3A44}"/>
                        </a:ext>
                      </a:extLst>
                    </p:cNvPr>
                    <p:cNvGrpSpPr/>
                    <p:nvPr/>
                  </p:nvGrpSpPr>
                  <p:grpSpPr>
                    <a:xfrm>
                      <a:off x="5354636" y="4022061"/>
                      <a:ext cx="214313" cy="214313"/>
                      <a:chOff x="5354637" y="3446463"/>
                      <a:chExt cx="214313" cy="214313"/>
                    </a:xfrm>
                  </p:grpSpPr>
                  <p:sp>
                    <p:nvSpPr>
                      <p:cNvPr id="4638" name="Arc 4637">
                        <a:extLst>
                          <a:ext uri="{FF2B5EF4-FFF2-40B4-BE49-F238E27FC236}">
                            <a16:creationId xmlns:a16="http://schemas.microsoft.com/office/drawing/2014/main" id="{59756F9C-6DA1-3273-4556-21C65388373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39" name="Arc 4638">
                        <a:extLst>
                          <a:ext uri="{FF2B5EF4-FFF2-40B4-BE49-F238E27FC236}">
                            <a16:creationId xmlns:a16="http://schemas.microsoft.com/office/drawing/2014/main" id="{44A8A20B-206E-7458-39D3-E7534FF9103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631" name="Group 4630">
                      <a:extLst>
                        <a:ext uri="{FF2B5EF4-FFF2-40B4-BE49-F238E27FC236}">
                          <a16:creationId xmlns:a16="http://schemas.microsoft.com/office/drawing/2014/main" id="{86FA5109-0F11-FF1F-C3A0-A531F6813EC9}"/>
                        </a:ext>
                      </a:extLst>
                    </p:cNvPr>
                    <p:cNvGrpSpPr/>
                    <p:nvPr/>
                  </p:nvGrpSpPr>
                  <p:grpSpPr>
                    <a:xfrm rot="14400000">
                      <a:off x="5310186" y="3977611"/>
                      <a:ext cx="303213" cy="303213"/>
                      <a:chOff x="5354637" y="3446463"/>
                      <a:chExt cx="214313" cy="214313"/>
                    </a:xfrm>
                  </p:grpSpPr>
                  <p:sp>
                    <p:nvSpPr>
                      <p:cNvPr id="4636" name="Arc 4635">
                        <a:extLst>
                          <a:ext uri="{FF2B5EF4-FFF2-40B4-BE49-F238E27FC236}">
                            <a16:creationId xmlns:a16="http://schemas.microsoft.com/office/drawing/2014/main" id="{37422F81-5C36-46CE-F717-53EFB10098C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37" name="Arc 4636">
                        <a:extLst>
                          <a:ext uri="{FF2B5EF4-FFF2-40B4-BE49-F238E27FC236}">
                            <a16:creationId xmlns:a16="http://schemas.microsoft.com/office/drawing/2014/main" id="{B4A24C17-7063-1833-231C-D097E9C743C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632" name="Group 4631">
                      <a:extLst>
                        <a:ext uri="{FF2B5EF4-FFF2-40B4-BE49-F238E27FC236}">
                          <a16:creationId xmlns:a16="http://schemas.microsoft.com/office/drawing/2014/main" id="{49A8A0B2-4A0A-4258-4A5D-7CE109E63714}"/>
                        </a:ext>
                      </a:extLst>
                    </p:cNvPr>
                    <p:cNvGrpSpPr/>
                    <p:nvPr/>
                  </p:nvGrpSpPr>
                  <p:grpSpPr>
                    <a:xfrm rot="7200000">
                      <a:off x="5265196" y="3932619"/>
                      <a:ext cx="393192" cy="393192"/>
                      <a:chOff x="5354637" y="3446463"/>
                      <a:chExt cx="214313" cy="214313"/>
                    </a:xfrm>
                  </p:grpSpPr>
                  <p:sp>
                    <p:nvSpPr>
                      <p:cNvPr id="4634" name="Arc 4633">
                        <a:extLst>
                          <a:ext uri="{FF2B5EF4-FFF2-40B4-BE49-F238E27FC236}">
                            <a16:creationId xmlns:a16="http://schemas.microsoft.com/office/drawing/2014/main" id="{29DB5159-5305-AE45-0D55-EA17C791A58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35" name="Arc 4634">
                        <a:extLst>
                          <a:ext uri="{FF2B5EF4-FFF2-40B4-BE49-F238E27FC236}">
                            <a16:creationId xmlns:a16="http://schemas.microsoft.com/office/drawing/2014/main" id="{5B87F0EB-0B56-8209-4AC2-E25C7BA653F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633" name="TextBox 4632">
                      <a:extLst>
                        <a:ext uri="{FF2B5EF4-FFF2-40B4-BE49-F238E27FC236}">
                          <a16:creationId xmlns:a16="http://schemas.microsoft.com/office/drawing/2014/main" id="{73FBA8D3-B690-4256-1FBA-F9A5889A79E6}"/>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4607" name="Group 4606">
                    <a:extLst>
                      <a:ext uri="{FF2B5EF4-FFF2-40B4-BE49-F238E27FC236}">
                        <a16:creationId xmlns:a16="http://schemas.microsoft.com/office/drawing/2014/main" id="{E42888EF-E8A5-AFA2-F56A-52FD3A2CF59C}"/>
                      </a:ext>
                    </a:extLst>
                  </p:cNvPr>
                  <p:cNvGrpSpPr/>
                  <p:nvPr/>
                </p:nvGrpSpPr>
                <p:grpSpPr>
                  <a:xfrm>
                    <a:off x="6512463" y="3525040"/>
                    <a:ext cx="393192" cy="393192"/>
                    <a:chOff x="6389147" y="3357021"/>
                    <a:chExt cx="393192" cy="393192"/>
                  </a:xfrm>
                </p:grpSpPr>
                <p:grpSp>
                  <p:nvGrpSpPr>
                    <p:cNvPr id="4619" name="Group 4618">
                      <a:extLst>
                        <a:ext uri="{FF2B5EF4-FFF2-40B4-BE49-F238E27FC236}">
                          <a16:creationId xmlns:a16="http://schemas.microsoft.com/office/drawing/2014/main" id="{1C9196C4-7F7F-667D-4EC6-648CA631197A}"/>
                        </a:ext>
                      </a:extLst>
                    </p:cNvPr>
                    <p:cNvGrpSpPr/>
                    <p:nvPr/>
                  </p:nvGrpSpPr>
                  <p:grpSpPr>
                    <a:xfrm rot="7200000" flipH="1">
                      <a:off x="6389147" y="3357021"/>
                      <a:ext cx="393192" cy="393192"/>
                      <a:chOff x="5354637" y="3446463"/>
                      <a:chExt cx="214313" cy="214313"/>
                    </a:xfrm>
                  </p:grpSpPr>
                  <p:sp>
                    <p:nvSpPr>
                      <p:cNvPr id="4628" name="Arc 4627">
                        <a:extLst>
                          <a:ext uri="{FF2B5EF4-FFF2-40B4-BE49-F238E27FC236}">
                            <a16:creationId xmlns:a16="http://schemas.microsoft.com/office/drawing/2014/main" id="{C2DD3C45-55DB-3A9C-258D-EE529FD668B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29" name="Arc 4628">
                        <a:extLst>
                          <a:ext uri="{FF2B5EF4-FFF2-40B4-BE49-F238E27FC236}">
                            <a16:creationId xmlns:a16="http://schemas.microsoft.com/office/drawing/2014/main" id="{1A35CC6A-9074-8596-63C1-E51404E1BF7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620" name="Group 4619">
                      <a:extLst>
                        <a:ext uri="{FF2B5EF4-FFF2-40B4-BE49-F238E27FC236}">
                          <a16:creationId xmlns:a16="http://schemas.microsoft.com/office/drawing/2014/main" id="{BB7B152A-5422-9BF3-E103-52B5EA80FF24}"/>
                        </a:ext>
                      </a:extLst>
                    </p:cNvPr>
                    <p:cNvGrpSpPr/>
                    <p:nvPr/>
                  </p:nvGrpSpPr>
                  <p:grpSpPr>
                    <a:xfrm>
                      <a:off x="6434137" y="3402011"/>
                      <a:ext cx="303213" cy="303213"/>
                      <a:chOff x="6434137" y="3402011"/>
                      <a:chExt cx="303213" cy="303213"/>
                    </a:xfrm>
                  </p:grpSpPr>
                  <p:grpSp>
                    <p:nvGrpSpPr>
                      <p:cNvPr id="4621" name="Group 4620">
                        <a:extLst>
                          <a:ext uri="{FF2B5EF4-FFF2-40B4-BE49-F238E27FC236}">
                            <a16:creationId xmlns:a16="http://schemas.microsoft.com/office/drawing/2014/main" id="{19ADF23E-55F0-DA86-D223-8EBF3988FEAE}"/>
                          </a:ext>
                        </a:extLst>
                      </p:cNvPr>
                      <p:cNvGrpSpPr/>
                      <p:nvPr/>
                    </p:nvGrpSpPr>
                    <p:grpSpPr>
                      <a:xfrm flipH="1">
                        <a:off x="6478587" y="3446461"/>
                        <a:ext cx="214313" cy="214313"/>
                        <a:chOff x="5354637" y="3446463"/>
                        <a:chExt cx="214313" cy="214313"/>
                      </a:xfrm>
                    </p:grpSpPr>
                    <p:sp>
                      <p:nvSpPr>
                        <p:cNvPr id="4626" name="Arc 4625">
                          <a:extLst>
                            <a:ext uri="{FF2B5EF4-FFF2-40B4-BE49-F238E27FC236}">
                              <a16:creationId xmlns:a16="http://schemas.microsoft.com/office/drawing/2014/main" id="{E6416447-79E4-8EF0-5861-78ED8272CC9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27" name="Arc 4626">
                          <a:extLst>
                            <a:ext uri="{FF2B5EF4-FFF2-40B4-BE49-F238E27FC236}">
                              <a16:creationId xmlns:a16="http://schemas.microsoft.com/office/drawing/2014/main" id="{1B6E6FE0-9248-17F0-60D1-DA870676E0A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622" name="Group 4621">
                        <a:extLst>
                          <a:ext uri="{FF2B5EF4-FFF2-40B4-BE49-F238E27FC236}">
                            <a16:creationId xmlns:a16="http://schemas.microsoft.com/office/drawing/2014/main" id="{59151795-B4FA-1290-AE0A-71513E1BCCF7}"/>
                          </a:ext>
                        </a:extLst>
                      </p:cNvPr>
                      <p:cNvGrpSpPr/>
                      <p:nvPr/>
                    </p:nvGrpSpPr>
                    <p:grpSpPr>
                      <a:xfrm rot="14400000" flipH="1">
                        <a:off x="6434137" y="3402011"/>
                        <a:ext cx="303213" cy="303213"/>
                        <a:chOff x="5354637" y="3446463"/>
                        <a:chExt cx="214313" cy="214313"/>
                      </a:xfrm>
                    </p:grpSpPr>
                    <p:sp>
                      <p:nvSpPr>
                        <p:cNvPr id="4624" name="Arc 4623">
                          <a:extLst>
                            <a:ext uri="{FF2B5EF4-FFF2-40B4-BE49-F238E27FC236}">
                              <a16:creationId xmlns:a16="http://schemas.microsoft.com/office/drawing/2014/main" id="{B654334E-0351-06AA-F652-ECCA34A8806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25" name="Arc 4624">
                          <a:extLst>
                            <a:ext uri="{FF2B5EF4-FFF2-40B4-BE49-F238E27FC236}">
                              <a16:creationId xmlns:a16="http://schemas.microsoft.com/office/drawing/2014/main" id="{87DC8103-F5F1-756B-2AEB-23D69FFD74E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623" name="TextBox 4622">
                        <a:extLst>
                          <a:ext uri="{FF2B5EF4-FFF2-40B4-BE49-F238E27FC236}">
                            <a16:creationId xmlns:a16="http://schemas.microsoft.com/office/drawing/2014/main" id="{E0F85FD7-7414-CE7C-DE4C-CB0AC363A4F6}"/>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608" name="Group 4607">
                    <a:extLst>
                      <a:ext uri="{FF2B5EF4-FFF2-40B4-BE49-F238E27FC236}">
                        <a16:creationId xmlns:a16="http://schemas.microsoft.com/office/drawing/2014/main" id="{8D71ABB0-01AA-DAD1-B2F8-C431F21B6585}"/>
                      </a:ext>
                    </a:extLst>
                  </p:cNvPr>
                  <p:cNvGrpSpPr/>
                  <p:nvPr/>
                </p:nvGrpSpPr>
                <p:grpSpPr>
                  <a:xfrm>
                    <a:off x="6197413" y="3225768"/>
                    <a:ext cx="393192" cy="393192"/>
                    <a:chOff x="6389147" y="3932622"/>
                    <a:chExt cx="393192" cy="393192"/>
                  </a:xfrm>
                </p:grpSpPr>
                <p:grpSp>
                  <p:nvGrpSpPr>
                    <p:cNvPr id="4609" name="Group 4608">
                      <a:extLst>
                        <a:ext uri="{FF2B5EF4-FFF2-40B4-BE49-F238E27FC236}">
                          <a16:creationId xmlns:a16="http://schemas.microsoft.com/office/drawing/2014/main" id="{82370A72-4A95-956F-4CEB-CB21ECDFFB00}"/>
                        </a:ext>
                      </a:extLst>
                    </p:cNvPr>
                    <p:cNvGrpSpPr/>
                    <p:nvPr/>
                  </p:nvGrpSpPr>
                  <p:grpSpPr>
                    <a:xfrm flipH="1">
                      <a:off x="6478587" y="4022061"/>
                      <a:ext cx="214313" cy="214313"/>
                      <a:chOff x="5354637" y="3446463"/>
                      <a:chExt cx="214313" cy="214313"/>
                    </a:xfrm>
                  </p:grpSpPr>
                  <p:sp>
                    <p:nvSpPr>
                      <p:cNvPr id="4617" name="Arc 4616">
                        <a:extLst>
                          <a:ext uri="{FF2B5EF4-FFF2-40B4-BE49-F238E27FC236}">
                            <a16:creationId xmlns:a16="http://schemas.microsoft.com/office/drawing/2014/main" id="{408714BE-E526-7B06-A1AA-6BE57D614A2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18" name="Arc 4617">
                        <a:extLst>
                          <a:ext uri="{FF2B5EF4-FFF2-40B4-BE49-F238E27FC236}">
                            <a16:creationId xmlns:a16="http://schemas.microsoft.com/office/drawing/2014/main" id="{9BD8364F-CC56-54B8-41A2-28134A11EDA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610" name="Group 4609">
                      <a:extLst>
                        <a:ext uri="{FF2B5EF4-FFF2-40B4-BE49-F238E27FC236}">
                          <a16:creationId xmlns:a16="http://schemas.microsoft.com/office/drawing/2014/main" id="{56AC5263-193D-969E-4271-41372D1E9214}"/>
                        </a:ext>
                      </a:extLst>
                    </p:cNvPr>
                    <p:cNvGrpSpPr/>
                    <p:nvPr/>
                  </p:nvGrpSpPr>
                  <p:grpSpPr>
                    <a:xfrm rot="7200000" flipH="1">
                      <a:off x="6434137" y="3977611"/>
                      <a:ext cx="303213" cy="303213"/>
                      <a:chOff x="5354637" y="3446463"/>
                      <a:chExt cx="214313" cy="214313"/>
                    </a:xfrm>
                  </p:grpSpPr>
                  <p:sp>
                    <p:nvSpPr>
                      <p:cNvPr id="4615" name="Arc 4614">
                        <a:extLst>
                          <a:ext uri="{FF2B5EF4-FFF2-40B4-BE49-F238E27FC236}">
                            <a16:creationId xmlns:a16="http://schemas.microsoft.com/office/drawing/2014/main" id="{514B2235-15D2-D226-9838-939AF799623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16" name="Arc 4615">
                        <a:extLst>
                          <a:ext uri="{FF2B5EF4-FFF2-40B4-BE49-F238E27FC236}">
                            <a16:creationId xmlns:a16="http://schemas.microsoft.com/office/drawing/2014/main" id="{A5742940-4F31-C8E5-24B9-41C66EC00B4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611" name="Group 4610">
                      <a:extLst>
                        <a:ext uri="{FF2B5EF4-FFF2-40B4-BE49-F238E27FC236}">
                          <a16:creationId xmlns:a16="http://schemas.microsoft.com/office/drawing/2014/main" id="{FA16D6BC-44AE-B6BC-423D-F3DF397BA0EB}"/>
                        </a:ext>
                      </a:extLst>
                    </p:cNvPr>
                    <p:cNvGrpSpPr/>
                    <p:nvPr/>
                  </p:nvGrpSpPr>
                  <p:grpSpPr>
                    <a:xfrm rot="14400000" flipH="1">
                      <a:off x="6389147" y="3932622"/>
                      <a:ext cx="393192" cy="393192"/>
                      <a:chOff x="5354637" y="3446463"/>
                      <a:chExt cx="214313" cy="214313"/>
                    </a:xfrm>
                  </p:grpSpPr>
                  <p:sp>
                    <p:nvSpPr>
                      <p:cNvPr id="4613" name="Arc 4612">
                        <a:extLst>
                          <a:ext uri="{FF2B5EF4-FFF2-40B4-BE49-F238E27FC236}">
                            <a16:creationId xmlns:a16="http://schemas.microsoft.com/office/drawing/2014/main" id="{49F3E161-DF9F-F891-A78A-65E252AF92C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14" name="Arc 4613">
                        <a:extLst>
                          <a:ext uri="{FF2B5EF4-FFF2-40B4-BE49-F238E27FC236}">
                            <a16:creationId xmlns:a16="http://schemas.microsoft.com/office/drawing/2014/main" id="{C37E2520-CA69-45F7-B95C-D829DB5090E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612" name="TextBox 4611">
                      <a:extLst>
                        <a:ext uri="{FF2B5EF4-FFF2-40B4-BE49-F238E27FC236}">
                          <a16:creationId xmlns:a16="http://schemas.microsoft.com/office/drawing/2014/main" id="{DD3CF5A0-EEED-CCE7-7BAE-35DD68502A1A}"/>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3073" name="Group 3072">
              <a:extLst>
                <a:ext uri="{FF2B5EF4-FFF2-40B4-BE49-F238E27FC236}">
                  <a16:creationId xmlns:a16="http://schemas.microsoft.com/office/drawing/2014/main" id="{21E5EA2C-054C-61FB-0087-2E8E553496DA}"/>
                </a:ext>
              </a:extLst>
            </p:cNvPr>
            <p:cNvGrpSpPr/>
            <p:nvPr/>
          </p:nvGrpSpPr>
          <p:grpSpPr>
            <a:xfrm>
              <a:off x="9939813" y="-878204"/>
              <a:ext cx="2263438" cy="2198360"/>
              <a:chOff x="5445106" y="2039507"/>
              <a:chExt cx="2263438" cy="2198360"/>
            </a:xfrm>
          </p:grpSpPr>
          <p:grpSp>
            <p:nvGrpSpPr>
              <p:cNvPr id="4411" name="Group 4410">
                <a:extLst>
                  <a:ext uri="{FF2B5EF4-FFF2-40B4-BE49-F238E27FC236}">
                    <a16:creationId xmlns:a16="http://schemas.microsoft.com/office/drawing/2014/main" id="{20A6066E-E30B-6F25-7DB5-19563C6D7DE6}"/>
                  </a:ext>
                </a:extLst>
              </p:cNvPr>
              <p:cNvGrpSpPr/>
              <p:nvPr/>
            </p:nvGrpSpPr>
            <p:grpSpPr>
              <a:xfrm>
                <a:off x="5445106" y="2644743"/>
                <a:ext cx="1643204" cy="1593124"/>
                <a:chOff x="5445106" y="2644743"/>
                <a:chExt cx="1643204" cy="1593124"/>
              </a:xfrm>
            </p:grpSpPr>
            <p:grpSp>
              <p:nvGrpSpPr>
                <p:cNvPr id="4507" name="Group 4506">
                  <a:extLst>
                    <a:ext uri="{FF2B5EF4-FFF2-40B4-BE49-F238E27FC236}">
                      <a16:creationId xmlns:a16="http://schemas.microsoft.com/office/drawing/2014/main" id="{ED804CA7-8308-C4F2-1E29-614607AF86CF}"/>
                    </a:ext>
                  </a:extLst>
                </p:cNvPr>
                <p:cNvGrpSpPr/>
                <p:nvPr/>
              </p:nvGrpSpPr>
              <p:grpSpPr>
                <a:xfrm>
                  <a:off x="5445106" y="2644743"/>
                  <a:ext cx="1019224" cy="991639"/>
                  <a:chOff x="5886431" y="3225768"/>
                  <a:chExt cx="1019224" cy="991639"/>
                </a:xfrm>
              </p:grpSpPr>
              <p:grpSp>
                <p:nvGrpSpPr>
                  <p:cNvPr id="4555" name="Group 4554">
                    <a:extLst>
                      <a:ext uri="{FF2B5EF4-FFF2-40B4-BE49-F238E27FC236}">
                        <a16:creationId xmlns:a16="http://schemas.microsoft.com/office/drawing/2014/main" id="{9FFA51B5-5D41-76BF-E891-F324B8EEBEEA}"/>
                      </a:ext>
                    </a:extLst>
                  </p:cNvPr>
                  <p:cNvGrpSpPr/>
                  <p:nvPr/>
                </p:nvGrpSpPr>
                <p:grpSpPr>
                  <a:xfrm>
                    <a:off x="6197413" y="3824215"/>
                    <a:ext cx="393192" cy="393192"/>
                    <a:chOff x="5265196" y="3357021"/>
                    <a:chExt cx="393192" cy="393192"/>
                  </a:xfrm>
                </p:grpSpPr>
                <p:grpSp>
                  <p:nvGrpSpPr>
                    <p:cNvPr id="4590" name="Group 4589">
                      <a:extLst>
                        <a:ext uri="{FF2B5EF4-FFF2-40B4-BE49-F238E27FC236}">
                          <a16:creationId xmlns:a16="http://schemas.microsoft.com/office/drawing/2014/main" id="{72885811-D2CC-B3D6-3CB7-63D77CC236DB}"/>
                        </a:ext>
                      </a:extLst>
                    </p:cNvPr>
                    <p:cNvGrpSpPr/>
                    <p:nvPr/>
                  </p:nvGrpSpPr>
                  <p:grpSpPr>
                    <a:xfrm rot="14400000">
                      <a:off x="5265196" y="3357021"/>
                      <a:ext cx="393192" cy="393192"/>
                      <a:chOff x="5354637" y="3446463"/>
                      <a:chExt cx="214313" cy="214313"/>
                    </a:xfrm>
                  </p:grpSpPr>
                  <p:sp>
                    <p:nvSpPr>
                      <p:cNvPr id="4599" name="Arc 4598">
                        <a:extLst>
                          <a:ext uri="{FF2B5EF4-FFF2-40B4-BE49-F238E27FC236}">
                            <a16:creationId xmlns:a16="http://schemas.microsoft.com/office/drawing/2014/main" id="{EF749F1C-8290-3D04-D0BF-D0021E2CFAA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00" name="Arc 4599">
                        <a:extLst>
                          <a:ext uri="{FF2B5EF4-FFF2-40B4-BE49-F238E27FC236}">
                            <a16:creationId xmlns:a16="http://schemas.microsoft.com/office/drawing/2014/main" id="{D1D842E7-3971-E4C9-5A2E-B369BECF233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591" name="Group 4590">
                      <a:extLst>
                        <a:ext uri="{FF2B5EF4-FFF2-40B4-BE49-F238E27FC236}">
                          <a16:creationId xmlns:a16="http://schemas.microsoft.com/office/drawing/2014/main" id="{8CAB93F9-9118-A287-6AFB-C42897161A35}"/>
                        </a:ext>
                      </a:extLst>
                    </p:cNvPr>
                    <p:cNvGrpSpPr/>
                    <p:nvPr/>
                  </p:nvGrpSpPr>
                  <p:grpSpPr>
                    <a:xfrm>
                      <a:off x="5310186" y="3402011"/>
                      <a:ext cx="303213" cy="303213"/>
                      <a:chOff x="5310186" y="3402011"/>
                      <a:chExt cx="303213" cy="303213"/>
                    </a:xfrm>
                  </p:grpSpPr>
                  <p:grpSp>
                    <p:nvGrpSpPr>
                      <p:cNvPr id="4592" name="Group 4591">
                        <a:extLst>
                          <a:ext uri="{FF2B5EF4-FFF2-40B4-BE49-F238E27FC236}">
                            <a16:creationId xmlns:a16="http://schemas.microsoft.com/office/drawing/2014/main" id="{70FF2D43-E8F1-F66F-63D6-76BED57237A1}"/>
                          </a:ext>
                        </a:extLst>
                      </p:cNvPr>
                      <p:cNvGrpSpPr/>
                      <p:nvPr/>
                    </p:nvGrpSpPr>
                    <p:grpSpPr>
                      <a:xfrm>
                        <a:off x="5354636" y="3446461"/>
                        <a:ext cx="214313" cy="214313"/>
                        <a:chOff x="5354637" y="3446463"/>
                        <a:chExt cx="214313" cy="214313"/>
                      </a:xfrm>
                    </p:grpSpPr>
                    <p:sp>
                      <p:nvSpPr>
                        <p:cNvPr id="4597" name="Arc 4596">
                          <a:extLst>
                            <a:ext uri="{FF2B5EF4-FFF2-40B4-BE49-F238E27FC236}">
                              <a16:creationId xmlns:a16="http://schemas.microsoft.com/office/drawing/2014/main" id="{00265802-127F-9D69-DE15-5D177929852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598" name="Arc 4597">
                          <a:extLst>
                            <a:ext uri="{FF2B5EF4-FFF2-40B4-BE49-F238E27FC236}">
                              <a16:creationId xmlns:a16="http://schemas.microsoft.com/office/drawing/2014/main" id="{C0105903-4AE9-D5AE-0B60-EF3FACB408C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593" name="Group 4592">
                        <a:extLst>
                          <a:ext uri="{FF2B5EF4-FFF2-40B4-BE49-F238E27FC236}">
                            <a16:creationId xmlns:a16="http://schemas.microsoft.com/office/drawing/2014/main" id="{80E28991-3DB6-E79B-DF72-FD0A999715F1}"/>
                          </a:ext>
                        </a:extLst>
                      </p:cNvPr>
                      <p:cNvGrpSpPr/>
                      <p:nvPr/>
                    </p:nvGrpSpPr>
                    <p:grpSpPr>
                      <a:xfrm rot="7200000">
                        <a:off x="5310186" y="3402011"/>
                        <a:ext cx="303213" cy="303213"/>
                        <a:chOff x="5354637" y="3446463"/>
                        <a:chExt cx="214313" cy="214313"/>
                      </a:xfrm>
                    </p:grpSpPr>
                    <p:sp>
                      <p:nvSpPr>
                        <p:cNvPr id="4595" name="Arc 4594">
                          <a:extLst>
                            <a:ext uri="{FF2B5EF4-FFF2-40B4-BE49-F238E27FC236}">
                              <a16:creationId xmlns:a16="http://schemas.microsoft.com/office/drawing/2014/main" id="{F33CB7B3-BA4B-F6DB-0796-92CA72F5676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596" name="Arc 4595">
                          <a:extLst>
                            <a:ext uri="{FF2B5EF4-FFF2-40B4-BE49-F238E27FC236}">
                              <a16:creationId xmlns:a16="http://schemas.microsoft.com/office/drawing/2014/main" id="{40B6D50E-C1E2-B1FB-FFC2-1007336258A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594" name="TextBox 4593">
                        <a:extLst>
                          <a:ext uri="{FF2B5EF4-FFF2-40B4-BE49-F238E27FC236}">
                            <a16:creationId xmlns:a16="http://schemas.microsoft.com/office/drawing/2014/main" id="{B9D8404E-5BE0-D8FC-E53E-37B74D5A03B4}"/>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556" name="Group 4555">
                    <a:extLst>
                      <a:ext uri="{FF2B5EF4-FFF2-40B4-BE49-F238E27FC236}">
                        <a16:creationId xmlns:a16="http://schemas.microsoft.com/office/drawing/2014/main" id="{97F87FD4-F7FE-3684-4036-316AD6F143A6}"/>
                      </a:ext>
                    </a:extLst>
                  </p:cNvPr>
                  <p:cNvGrpSpPr/>
                  <p:nvPr/>
                </p:nvGrpSpPr>
                <p:grpSpPr>
                  <a:xfrm>
                    <a:off x="5886431" y="3525040"/>
                    <a:ext cx="393192" cy="393192"/>
                    <a:chOff x="5265196" y="3932619"/>
                    <a:chExt cx="393192" cy="393192"/>
                  </a:xfrm>
                </p:grpSpPr>
                <p:grpSp>
                  <p:nvGrpSpPr>
                    <p:cNvPr id="4580" name="Group 4579">
                      <a:extLst>
                        <a:ext uri="{FF2B5EF4-FFF2-40B4-BE49-F238E27FC236}">
                          <a16:creationId xmlns:a16="http://schemas.microsoft.com/office/drawing/2014/main" id="{DC2FCC19-2099-96F9-BFC3-365E18854490}"/>
                        </a:ext>
                      </a:extLst>
                    </p:cNvPr>
                    <p:cNvGrpSpPr/>
                    <p:nvPr/>
                  </p:nvGrpSpPr>
                  <p:grpSpPr>
                    <a:xfrm>
                      <a:off x="5354636" y="4022061"/>
                      <a:ext cx="214313" cy="214313"/>
                      <a:chOff x="5354637" y="3446463"/>
                      <a:chExt cx="214313" cy="214313"/>
                    </a:xfrm>
                  </p:grpSpPr>
                  <p:sp>
                    <p:nvSpPr>
                      <p:cNvPr id="4588" name="Arc 4587">
                        <a:extLst>
                          <a:ext uri="{FF2B5EF4-FFF2-40B4-BE49-F238E27FC236}">
                            <a16:creationId xmlns:a16="http://schemas.microsoft.com/office/drawing/2014/main" id="{FEDD8D18-CBBA-337B-83AE-F77C5F0D148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589" name="Arc 4588">
                        <a:extLst>
                          <a:ext uri="{FF2B5EF4-FFF2-40B4-BE49-F238E27FC236}">
                            <a16:creationId xmlns:a16="http://schemas.microsoft.com/office/drawing/2014/main" id="{B641BBD7-D36F-B81F-12E1-C543C135ED7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581" name="Group 4580">
                      <a:extLst>
                        <a:ext uri="{FF2B5EF4-FFF2-40B4-BE49-F238E27FC236}">
                          <a16:creationId xmlns:a16="http://schemas.microsoft.com/office/drawing/2014/main" id="{8E43497B-7DCB-D693-DF74-4C69A549919A}"/>
                        </a:ext>
                      </a:extLst>
                    </p:cNvPr>
                    <p:cNvGrpSpPr/>
                    <p:nvPr/>
                  </p:nvGrpSpPr>
                  <p:grpSpPr>
                    <a:xfrm rot="14400000">
                      <a:off x="5310186" y="3977611"/>
                      <a:ext cx="303213" cy="303213"/>
                      <a:chOff x="5354637" y="3446463"/>
                      <a:chExt cx="214313" cy="214313"/>
                    </a:xfrm>
                  </p:grpSpPr>
                  <p:sp>
                    <p:nvSpPr>
                      <p:cNvPr id="4586" name="Arc 4585">
                        <a:extLst>
                          <a:ext uri="{FF2B5EF4-FFF2-40B4-BE49-F238E27FC236}">
                            <a16:creationId xmlns:a16="http://schemas.microsoft.com/office/drawing/2014/main" id="{687BF947-A570-3118-7D4D-BF98ED5019B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587" name="Arc 4586">
                        <a:extLst>
                          <a:ext uri="{FF2B5EF4-FFF2-40B4-BE49-F238E27FC236}">
                            <a16:creationId xmlns:a16="http://schemas.microsoft.com/office/drawing/2014/main" id="{E83F5071-A847-6E20-AB6C-D04203D79C2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582" name="Group 4581">
                      <a:extLst>
                        <a:ext uri="{FF2B5EF4-FFF2-40B4-BE49-F238E27FC236}">
                          <a16:creationId xmlns:a16="http://schemas.microsoft.com/office/drawing/2014/main" id="{21B5CD45-7A80-F028-FA4C-3A5EDEF59B4B}"/>
                        </a:ext>
                      </a:extLst>
                    </p:cNvPr>
                    <p:cNvGrpSpPr/>
                    <p:nvPr/>
                  </p:nvGrpSpPr>
                  <p:grpSpPr>
                    <a:xfrm rot="7200000">
                      <a:off x="5265196" y="3932619"/>
                      <a:ext cx="393192" cy="393192"/>
                      <a:chOff x="5354637" y="3446463"/>
                      <a:chExt cx="214313" cy="214313"/>
                    </a:xfrm>
                  </p:grpSpPr>
                  <p:sp>
                    <p:nvSpPr>
                      <p:cNvPr id="4584" name="Arc 4583">
                        <a:extLst>
                          <a:ext uri="{FF2B5EF4-FFF2-40B4-BE49-F238E27FC236}">
                            <a16:creationId xmlns:a16="http://schemas.microsoft.com/office/drawing/2014/main" id="{7882AC3B-7BF4-BA33-BF58-8B8255E32C7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585" name="Arc 4584">
                        <a:extLst>
                          <a:ext uri="{FF2B5EF4-FFF2-40B4-BE49-F238E27FC236}">
                            <a16:creationId xmlns:a16="http://schemas.microsoft.com/office/drawing/2014/main" id="{1B2D0AA4-E875-6FC8-8C27-62F5A745E6E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583" name="TextBox 4582">
                      <a:extLst>
                        <a:ext uri="{FF2B5EF4-FFF2-40B4-BE49-F238E27FC236}">
                          <a16:creationId xmlns:a16="http://schemas.microsoft.com/office/drawing/2014/main" id="{C37E37DA-2988-DBE0-D2EB-678459E6549D}"/>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4557" name="Group 4556">
                    <a:extLst>
                      <a:ext uri="{FF2B5EF4-FFF2-40B4-BE49-F238E27FC236}">
                        <a16:creationId xmlns:a16="http://schemas.microsoft.com/office/drawing/2014/main" id="{0CE215D9-EE03-002D-9F68-0006B55E372A}"/>
                      </a:ext>
                    </a:extLst>
                  </p:cNvPr>
                  <p:cNvGrpSpPr/>
                  <p:nvPr/>
                </p:nvGrpSpPr>
                <p:grpSpPr>
                  <a:xfrm>
                    <a:off x="6512463" y="3525040"/>
                    <a:ext cx="393192" cy="393192"/>
                    <a:chOff x="6389147" y="3357021"/>
                    <a:chExt cx="393192" cy="393192"/>
                  </a:xfrm>
                </p:grpSpPr>
                <p:grpSp>
                  <p:nvGrpSpPr>
                    <p:cNvPr id="4569" name="Group 4568">
                      <a:extLst>
                        <a:ext uri="{FF2B5EF4-FFF2-40B4-BE49-F238E27FC236}">
                          <a16:creationId xmlns:a16="http://schemas.microsoft.com/office/drawing/2014/main" id="{D77810CC-0308-7072-CFD3-A3A166E239F6}"/>
                        </a:ext>
                      </a:extLst>
                    </p:cNvPr>
                    <p:cNvGrpSpPr/>
                    <p:nvPr/>
                  </p:nvGrpSpPr>
                  <p:grpSpPr>
                    <a:xfrm rot="7200000" flipH="1">
                      <a:off x="6389147" y="3357021"/>
                      <a:ext cx="393192" cy="393192"/>
                      <a:chOff x="5354637" y="3446463"/>
                      <a:chExt cx="214313" cy="214313"/>
                    </a:xfrm>
                  </p:grpSpPr>
                  <p:sp>
                    <p:nvSpPr>
                      <p:cNvPr id="4578" name="Arc 4577">
                        <a:extLst>
                          <a:ext uri="{FF2B5EF4-FFF2-40B4-BE49-F238E27FC236}">
                            <a16:creationId xmlns:a16="http://schemas.microsoft.com/office/drawing/2014/main" id="{8A39D635-C493-CD8E-175A-F2646175C44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579" name="Arc 4578">
                        <a:extLst>
                          <a:ext uri="{FF2B5EF4-FFF2-40B4-BE49-F238E27FC236}">
                            <a16:creationId xmlns:a16="http://schemas.microsoft.com/office/drawing/2014/main" id="{F89BA8BF-AA08-BABE-CEF8-BC1446BC5DD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570" name="Group 4569">
                      <a:extLst>
                        <a:ext uri="{FF2B5EF4-FFF2-40B4-BE49-F238E27FC236}">
                          <a16:creationId xmlns:a16="http://schemas.microsoft.com/office/drawing/2014/main" id="{9C309AD5-A8FA-FAE9-A91D-B40943108870}"/>
                        </a:ext>
                      </a:extLst>
                    </p:cNvPr>
                    <p:cNvGrpSpPr/>
                    <p:nvPr/>
                  </p:nvGrpSpPr>
                  <p:grpSpPr>
                    <a:xfrm>
                      <a:off x="6434137" y="3402011"/>
                      <a:ext cx="303213" cy="303213"/>
                      <a:chOff x="6434137" y="3402011"/>
                      <a:chExt cx="303213" cy="303213"/>
                    </a:xfrm>
                  </p:grpSpPr>
                  <p:grpSp>
                    <p:nvGrpSpPr>
                      <p:cNvPr id="4571" name="Group 4570">
                        <a:extLst>
                          <a:ext uri="{FF2B5EF4-FFF2-40B4-BE49-F238E27FC236}">
                            <a16:creationId xmlns:a16="http://schemas.microsoft.com/office/drawing/2014/main" id="{BEBC1B16-7DB1-A842-2553-832DD48ED613}"/>
                          </a:ext>
                        </a:extLst>
                      </p:cNvPr>
                      <p:cNvGrpSpPr/>
                      <p:nvPr/>
                    </p:nvGrpSpPr>
                    <p:grpSpPr>
                      <a:xfrm flipH="1">
                        <a:off x="6478587" y="3446461"/>
                        <a:ext cx="214313" cy="214313"/>
                        <a:chOff x="5354637" y="3446463"/>
                        <a:chExt cx="214313" cy="214313"/>
                      </a:xfrm>
                    </p:grpSpPr>
                    <p:sp>
                      <p:nvSpPr>
                        <p:cNvPr id="4576" name="Arc 4575">
                          <a:extLst>
                            <a:ext uri="{FF2B5EF4-FFF2-40B4-BE49-F238E27FC236}">
                              <a16:creationId xmlns:a16="http://schemas.microsoft.com/office/drawing/2014/main" id="{545766E7-0061-DB3C-CDA4-92FE5AECECA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577" name="Arc 4576">
                          <a:extLst>
                            <a:ext uri="{FF2B5EF4-FFF2-40B4-BE49-F238E27FC236}">
                              <a16:creationId xmlns:a16="http://schemas.microsoft.com/office/drawing/2014/main" id="{A8530256-190C-E5B6-0B09-BD57DCA5591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572" name="Group 4571">
                        <a:extLst>
                          <a:ext uri="{FF2B5EF4-FFF2-40B4-BE49-F238E27FC236}">
                            <a16:creationId xmlns:a16="http://schemas.microsoft.com/office/drawing/2014/main" id="{711CCEB9-C561-3C20-4634-920313E525BC}"/>
                          </a:ext>
                        </a:extLst>
                      </p:cNvPr>
                      <p:cNvGrpSpPr/>
                      <p:nvPr/>
                    </p:nvGrpSpPr>
                    <p:grpSpPr>
                      <a:xfrm rot="14400000" flipH="1">
                        <a:off x="6434137" y="3402011"/>
                        <a:ext cx="303213" cy="303213"/>
                        <a:chOff x="5354637" y="3446463"/>
                        <a:chExt cx="214313" cy="214313"/>
                      </a:xfrm>
                    </p:grpSpPr>
                    <p:sp>
                      <p:nvSpPr>
                        <p:cNvPr id="4574" name="Arc 4573">
                          <a:extLst>
                            <a:ext uri="{FF2B5EF4-FFF2-40B4-BE49-F238E27FC236}">
                              <a16:creationId xmlns:a16="http://schemas.microsoft.com/office/drawing/2014/main" id="{ABB06582-1AA9-DC1A-387D-430C51BA95C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575" name="Arc 4574">
                          <a:extLst>
                            <a:ext uri="{FF2B5EF4-FFF2-40B4-BE49-F238E27FC236}">
                              <a16:creationId xmlns:a16="http://schemas.microsoft.com/office/drawing/2014/main" id="{2C70327D-B8FD-BB7C-25A0-622445B9B78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573" name="TextBox 4572">
                        <a:extLst>
                          <a:ext uri="{FF2B5EF4-FFF2-40B4-BE49-F238E27FC236}">
                            <a16:creationId xmlns:a16="http://schemas.microsoft.com/office/drawing/2014/main" id="{E38EACC5-43FB-B03E-154C-4933A9F7B828}"/>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558" name="Group 4557">
                    <a:extLst>
                      <a:ext uri="{FF2B5EF4-FFF2-40B4-BE49-F238E27FC236}">
                        <a16:creationId xmlns:a16="http://schemas.microsoft.com/office/drawing/2014/main" id="{70802A15-7E95-5097-25A3-F4AB7B040EC1}"/>
                      </a:ext>
                    </a:extLst>
                  </p:cNvPr>
                  <p:cNvGrpSpPr/>
                  <p:nvPr/>
                </p:nvGrpSpPr>
                <p:grpSpPr>
                  <a:xfrm>
                    <a:off x="6197413" y="3225768"/>
                    <a:ext cx="393192" cy="393192"/>
                    <a:chOff x="6389147" y="3932622"/>
                    <a:chExt cx="393192" cy="393192"/>
                  </a:xfrm>
                </p:grpSpPr>
                <p:grpSp>
                  <p:nvGrpSpPr>
                    <p:cNvPr id="4559" name="Group 4558">
                      <a:extLst>
                        <a:ext uri="{FF2B5EF4-FFF2-40B4-BE49-F238E27FC236}">
                          <a16:creationId xmlns:a16="http://schemas.microsoft.com/office/drawing/2014/main" id="{B826B1FA-66F2-AD2B-9FED-24D3068B4464}"/>
                        </a:ext>
                      </a:extLst>
                    </p:cNvPr>
                    <p:cNvGrpSpPr/>
                    <p:nvPr/>
                  </p:nvGrpSpPr>
                  <p:grpSpPr>
                    <a:xfrm flipH="1">
                      <a:off x="6478587" y="4022061"/>
                      <a:ext cx="214313" cy="214313"/>
                      <a:chOff x="5354637" y="3446463"/>
                      <a:chExt cx="214313" cy="214313"/>
                    </a:xfrm>
                  </p:grpSpPr>
                  <p:sp>
                    <p:nvSpPr>
                      <p:cNvPr id="4567" name="Arc 4566">
                        <a:extLst>
                          <a:ext uri="{FF2B5EF4-FFF2-40B4-BE49-F238E27FC236}">
                            <a16:creationId xmlns:a16="http://schemas.microsoft.com/office/drawing/2014/main" id="{6729B1F8-2CDB-2B77-8B7D-322EA9AF44B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568" name="Arc 4567">
                        <a:extLst>
                          <a:ext uri="{FF2B5EF4-FFF2-40B4-BE49-F238E27FC236}">
                            <a16:creationId xmlns:a16="http://schemas.microsoft.com/office/drawing/2014/main" id="{60AB8F60-883F-9393-C39D-39DEEBC536F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560" name="Group 4559">
                      <a:extLst>
                        <a:ext uri="{FF2B5EF4-FFF2-40B4-BE49-F238E27FC236}">
                          <a16:creationId xmlns:a16="http://schemas.microsoft.com/office/drawing/2014/main" id="{7BAF43A5-6AC1-2CBE-8F80-C88A5F0DEFC9}"/>
                        </a:ext>
                      </a:extLst>
                    </p:cNvPr>
                    <p:cNvGrpSpPr/>
                    <p:nvPr/>
                  </p:nvGrpSpPr>
                  <p:grpSpPr>
                    <a:xfrm rot="7200000" flipH="1">
                      <a:off x="6434137" y="3977611"/>
                      <a:ext cx="303213" cy="303213"/>
                      <a:chOff x="5354637" y="3446463"/>
                      <a:chExt cx="214313" cy="214313"/>
                    </a:xfrm>
                  </p:grpSpPr>
                  <p:sp>
                    <p:nvSpPr>
                      <p:cNvPr id="4565" name="Arc 4564">
                        <a:extLst>
                          <a:ext uri="{FF2B5EF4-FFF2-40B4-BE49-F238E27FC236}">
                            <a16:creationId xmlns:a16="http://schemas.microsoft.com/office/drawing/2014/main" id="{3A72EC5C-CC46-2F91-4955-F6F0F1F62ED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566" name="Arc 4565">
                        <a:extLst>
                          <a:ext uri="{FF2B5EF4-FFF2-40B4-BE49-F238E27FC236}">
                            <a16:creationId xmlns:a16="http://schemas.microsoft.com/office/drawing/2014/main" id="{ADA48C37-0FBE-1225-04A5-D19A46B6077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561" name="Group 4560">
                      <a:extLst>
                        <a:ext uri="{FF2B5EF4-FFF2-40B4-BE49-F238E27FC236}">
                          <a16:creationId xmlns:a16="http://schemas.microsoft.com/office/drawing/2014/main" id="{24A20282-24E1-EAD1-5379-6F3FDD4FD787}"/>
                        </a:ext>
                      </a:extLst>
                    </p:cNvPr>
                    <p:cNvGrpSpPr/>
                    <p:nvPr/>
                  </p:nvGrpSpPr>
                  <p:grpSpPr>
                    <a:xfrm rot="14400000" flipH="1">
                      <a:off x="6389147" y="3932622"/>
                      <a:ext cx="393192" cy="393192"/>
                      <a:chOff x="5354637" y="3446463"/>
                      <a:chExt cx="214313" cy="214313"/>
                    </a:xfrm>
                  </p:grpSpPr>
                  <p:sp>
                    <p:nvSpPr>
                      <p:cNvPr id="4563" name="Arc 4562">
                        <a:extLst>
                          <a:ext uri="{FF2B5EF4-FFF2-40B4-BE49-F238E27FC236}">
                            <a16:creationId xmlns:a16="http://schemas.microsoft.com/office/drawing/2014/main" id="{064CC83A-9531-CACA-3B24-917471CA2EE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564" name="Arc 4563">
                        <a:extLst>
                          <a:ext uri="{FF2B5EF4-FFF2-40B4-BE49-F238E27FC236}">
                            <a16:creationId xmlns:a16="http://schemas.microsoft.com/office/drawing/2014/main" id="{7C718337-C3FF-88A4-4CDD-BB2BCE567DA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562" name="TextBox 4561">
                      <a:extLst>
                        <a:ext uri="{FF2B5EF4-FFF2-40B4-BE49-F238E27FC236}">
                          <a16:creationId xmlns:a16="http://schemas.microsoft.com/office/drawing/2014/main" id="{FBE374BD-4FC2-85E9-E58E-88AACCDF809D}"/>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508" name="Group 4507">
                  <a:extLst>
                    <a:ext uri="{FF2B5EF4-FFF2-40B4-BE49-F238E27FC236}">
                      <a16:creationId xmlns:a16="http://schemas.microsoft.com/office/drawing/2014/main" id="{9F6793B6-AE1B-C650-550C-F99B8B53551F}"/>
                    </a:ext>
                  </a:extLst>
                </p:cNvPr>
                <p:cNvGrpSpPr/>
                <p:nvPr/>
              </p:nvGrpSpPr>
              <p:grpSpPr>
                <a:xfrm>
                  <a:off x="6069086" y="3246228"/>
                  <a:ext cx="1019224" cy="991639"/>
                  <a:chOff x="5886431" y="3225768"/>
                  <a:chExt cx="1019224" cy="991639"/>
                </a:xfrm>
              </p:grpSpPr>
              <p:grpSp>
                <p:nvGrpSpPr>
                  <p:cNvPr id="4509" name="Group 4508">
                    <a:extLst>
                      <a:ext uri="{FF2B5EF4-FFF2-40B4-BE49-F238E27FC236}">
                        <a16:creationId xmlns:a16="http://schemas.microsoft.com/office/drawing/2014/main" id="{5E309BC4-F6B5-E491-D9F1-4440A3734AEE}"/>
                      </a:ext>
                    </a:extLst>
                  </p:cNvPr>
                  <p:cNvGrpSpPr/>
                  <p:nvPr/>
                </p:nvGrpSpPr>
                <p:grpSpPr>
                  <a:xfrm>
                    <a:off x="6197413" y="3824215"/>
                    <a:ext cx="393192" cy="393192"/>
                    <a:chOff x="5265196" y="3357021"/>
                    <a:chExt cx="393192" cy="393192"/>
                  </a:xfrm>
                </p:grpSpPr>
                <p:grpSp>
                  <p:nvGrpSpPr>
                    <p:cNvPr id="4544" name="Group 4543">
                      <a:extLst>
                        <a:ext uri="{FF2B5EF4-FFF2-40B4-BE49-F238E27FC236}">
                          <a16:creationId xmlns:a16="http://schemas.microsoft.com/office/drawing/2014/main" id="{D40F2B05-4E9B-E9B3-D294-E5C7C4B0BAA6}"/>
                        </a:ext>
                      </a:extLst>
                    </p:cNvPr>
                    <p:cNvGrpSpPr/>
                    <p:nvPr/>
                  </p:nvGrpSpPr>
                  <p:grpSpPr>
                    <a:xfrm rot="14400000">
                      <a:off x="5265196" y="3357021"/>
                      <a:ext cx="393192" cy="393192"/>
                      <a:chOff x="5354637" y="3446463"/>
                      <a:chExt cx="214313" cy="214313"/>
                    </a:xfrm>
                  </p:grpSpPr>
                  <p:sp>
                    <p:nvSpPr>
                      <p:cNvPr id="4553" name="Arc 4552">
                        <a:extLst>
                          <a:ext uri="{FF2B5EF4-FFF2-40B4-BE49-F238E27FC236}">
                            <a16:creationId xmlns:a16="http://schemas.microsoft.com/office/drawing/2014/main" id="{36862FEB-2B72-128A-AF2D-59A62E8D0DF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554" name="Arc 4553">
                        <a:extLst>
                          <a:ext uri="{FF2B5EF4-FFF2-40B4-BE49-F238E27FC236}">
                            <a16:creationId xmlns:a16="http://schemas.microsoft.com/office/drawing/2014/main" id="{A2D623A2-8F1A-DEC8-96B5-9BD31A1B4F2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545" name="Group 4544">
                      <a:extLst>
                        <a:ext uri="{FF2B5EF4-FFF2-40B4-BE49-F238E27FC236}">
                          <a16:creationId xmlns:a16="http://schemas.microsoft.com/office/drawing/2014/main" id="{F69987FE-ACD8-F511-5099-AD320DFF5CD0}"/>
                        </a:ext>
                      </a:extLst>
                    </p:cNvPr>
                    <p:cNvGrpSpPr/>
                    <p:nvPr/>
                  </p:nvGrpSpPr>
                  <p:grpSpPr>
                    <a:xfrm>
                      <a:off x="5310186" y="3402011"/>
                      <a:ext cx="303213" cy="303213"/>
                      <a:chOff x="5310186" y="3402011"/>
                      <a:chExt cx="303213" cy="303213"/>
                    </a:xfrm>
                  </p:grpSpPr>
                  <p:grpSp>
                    <p:nvGrpSpPr>
                      <p:cNvPr id="4546" name="Group 4545">
                        <a:extLst>
                          <a:ext uri="{FF2B5EF4-FFF2-40B4-BE49-F238E27FC236}">
                            <a16:creationId xmlns:a16="http://schemas.microsoft.com/office/drawing/2014/main" id="{953924B7-6A88-8E4A-FDC6-ACFCC324039A}"/>
                          </a:ext>
                        </a:extLst>
                      </p:cNvPr>
                      <p:cNvGrpSpPr/>
                      <p:nvPr/>
                    </p:nvGrpSpPr>
                    <p:grpSpPr>
                      <a:xfrm>
                        <a:off x="5354636" y="3446461"/>
                        <a:ext cx="214313" cy="214313"/>
                        <a:chOff x="5354637" y="3446463"/>
                        <a:chExt cx="214313" cy="214313"/>
                      </a:xfrm>
                    </p:grpSpPr>
                    <p:sp>
                      <p:nvSpPr>
                        <p:cNvPr id="4551" name="Arc 4550">
                          <a:extLst>
                            <a:ext uri="{FF2B5EF4-FFF2-40B4-BE49-F238E27FC236}">
                              <a16:creationId xmlns:a16="http://schemas.microsoft.com/office/drawing/2014/main" id="{706B23E8-1A10-9114-2E8F-90D96D2AFC4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552" name="Arc 4551">
                          <a:extLst>
                            <a:ext uri="{FF2B5EF4-FFF2-40B4-BE49-F238E27FC236}">
                              <a16:creationId xmlns:a16="http://schemas.microsoft.com/office/drawing/2014/main" id="{6AE12697-9830-8F32-20B9-7B6A1CBE561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547" name="Group 4546">
                        <a:extLst>
                          <a:ext uri="{FF2B5EF4-FFF2-40B4-BE49-F238E27FC236}">
                            <a16:creationId xmlns:a16="http://schemas.microsoft.com/office/drawing/2014/main" id="{2B6D31B7-2C86-D1EB-AE9F-3F27BB857583}"/>
                          </a:ext>
                        </a:extLst>
                      </p:cNvPr>
                      <p:cNvGrpSpPr/>
                      <p:nvPr/>
                    </p:nvGrpSpPr>
                    <p:grpSpPr>
                      <a:xfrm rot="7200000">
                        <a:off x="5310186" y="3402011"/>
                        <a:ext cx="303213" cy="303213"/>
                        <a:chOff x="5354637" y="3446463"/>
                        <a:chExt cx="214313" cy="214313"/>
                      </a:xfrm>
                    </p:grpSpPr>
                    <p:sp>
                      <p:nvSpPr>
                        <p:cNvPr id="4549" name="Arc 4548">
                          <a:extLst>
                            <a:ext uri="{FF2B5EF4-FFF2-40B4-BE49-F238E27FC236}">
                              <a16:creationId xmlns:a16="http://schemas.microsoft.com/office/drawing/2014/main" id="{DC8B6BAD-3E17-3EA1-BEA2-8F84A9D01A3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550" name="Arc 4549">
                          <a:extLst>
                            <a:ext uri="{FF2B5EF4-FFF2-40B4-BE49-F238E27FC236}">
                              <a16:creationId xmlns:a16="http://schemas.microsoft.com/office/drawing/2014/main" id="{A6375AF5-677F-80A8-6110-BE4F62F4454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548" name="TextBox 4547">
                        <a:extLst>
                          <a:ext uri="{FF2B5EF4-FFF2-40B4-BE49-F238E27FC236}">
                            <a16:creationId xmlns:a16="http://schemas.microsoft.com/office/drawing/2014/main" id="{39D0A891-B4E4-1292-C2BC-89BB7A8C8516}"/>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510" name="Group 4509">
                    <a:extLst>
                      <a:ext uri="{FF2B5EF4-FFF2-40B4-BE49-F238E27FC236}">
                        <a16:creationId xmlns:a16="http://schemas.microsoft.com/office/drawing/2014/main" id="{FA85DB52-CBBC-B97D-FC87-CFB8A333602F}"/>
                      </a:ext>
                    </a:extLst>
                  </p:cNvPr>
                  <p:cNvGrpSpPr/>
                  <p:nvPr/>
                </p:nvGrpSpPr>
                <p:grpSpPr>
                  <a:xfrm>
                    <a:off x="5886431" y="3525040"/>
                    <a:ext cx="393192" cy="393192"/>
                    <a:chOff x="5265196" y="3932619"/>
                    <a:chExt cx="393192" cy="393192"/>
                  </a:xfrm>
                </p:grpSpPr>
                <p:grpSp>
                  <p:nvGrpSpPr>
                    <p:cNvPr id="4534" name="Group 4533">
                      <a:extLst>
                        <a:ext uri="{FF2B5EF4-FFF2-40B4-BE49-F238E27FC236}">
                          <a16:creationId xmlns:a16="http://schemas.microsoft.com/office/drawing/2014/main" id="{108C5D8A-F260-8B38-0674-7FB806C338B9}"/>
                        </a:ext>
                      </a:extLst>
                    </p:cNvPr>
                    <p:cNvGrpSpPr/>
                    <p:nvPr/>
                  </p:nvGrpSpPr>
                  <p:grpSpPr>
                    <a:xfrm>
                      <a:off x="5354636" y="4022061"/>
                      <a:ext cx="214313" cy="214313"/>
                      <a:chOff x="5354637" y="3446463"/>
                      <a:chExt cx="214313" cy="214313"/>
                    </a:xfrm>
                  </p:grpSpPr>
                  <p:sp>
                    <p:nvSpPr>
                      <p:cNvPr id="4542" name="Arc 4541">
                        <a:extLst>
                          <a:ext uri="{FF2B5EF4-FFF2-40B4-BE49-F238E27FC236}">
                            <a16:creationId xmlns:a16="http://schemas.microsoft.com/office/drawing/2014/main" id="{B0B5DCD8-37CC-49B7-C0BF-425083B6814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543" name="Arc 4542">
                        <a:extLst>
                          <a:ext uri="{FF2B5EF4-FFF2-40B4-BE49-F238E27FC236}">
                            <a16:creationId xmlns:a16="http://schemas.microsoft.com/office/drawing/2014/main" id="{7E6E64C5-2D30-6E78-A771-AC7F46853CF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535" name="Group 4534">
                      <a:extLst>
                        <a:ext uri="{FF2B5EF4-FFF2-40B4-BE49-F238E27FC236}">
                          <a16:creationId xmlns:a16="http://schemas.microsoft.com/office/drawing/2014/main" id="{CFDD0CB8-3A7A-4DE6-C65A-934124532F55}"/>
                        </a:ext>
                      </a:extLst>
                    </p:cNvPr>
                    <p:cNvGrpSpPr/>
                    <p:nvPr/>
                  </p:nvGrpSpPr>
                  <p:grpSpPr>
                    <a:xfrm rot="14400000">
                      <a:off x="5310186" y="3977611"/>
                      <a:ext cx="303213" cy="303213"/>
                      <a:chOff x="5354637" y="3446463"/>
                      <a:chExt cx="214313" cy="214313"/>
                    </a:xfrm>
                  </p:grpSpPr>
                  <p:sp>
                    <p:nvSpPr>
                      <p:cNvPr id="4540" name="Arc 4539">
                        <a:extLst>
                          <a:ext uri="{FF2B5EF4-FFF2-40B4-BE49-F238E27FC236}">
                            <a16:creationId xmlns:a16="http://schemas.microsoft.com/office/drawing/2014/main" id="{67A99000-0A4A-D697-12BE-3E1E9EE0794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541" name="Arc 4540">
                        <a:extLst>
                          <a:ext uri="{FF2B5EF4-FFF2-40B4-BE49-F238E27FC236}">
                            <a16:creationId xmlns:a16="http://schemas.microsoft.com/office/drawing/2014/main" id="{8C129B2D-7B80-8C09-79C8-B2656E755EB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536" name="Group 4535">
                      <a:extLst>
                        <a:ext uri="{FF2B5EF4-FFF2-40B4-BE49-F238E27FC236}">
                          <a16:creationId xmlns:a16="http://schemas.microsoft.com/office/drawing/2014/main" id="{EEE10E2D-55FA-C951-E577-8973B638A0B3}"/>
                        </a:ext>
                      </a:extLst>
                    </p:cNvPr>
                    <p:cNvGrpSpPr/>
                    <p:nvPr/>
                  </p:nvGrpSpPr>
                  <p:grpSpPr>
                    <a:xfrm rot="7200000">
                      <a:off x="5265196" y="3932619"/>
                      <a:ext cx="393192" cy="393192"/>
                      <a:chOff x="5354637" y="3446463"/>
                      <a:chExt cx="214313" cy="214313"/>
                    </a:xfrm>
                  </p:grpSpPr>
                  <p:sp>
                    <p:nvSpPr>
                      <p:cNvPr id="4538" name="Arc 4537">
                        <a:extLst>
                          <a:ext uri="{FF2B5EF4-FFF2-40B4-BE49-F238E27FC236}">
                            <a16:creationId xmlns:a16="http://schemas.microsoft.com/office/drawing/2014/main" id="{3C438F0E-B819-3A0E-1CC6-1BAA02AC462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539" name="Arc 4538">
                        <a:extLst>
                          <a:ext uri="{FF2B5EF4-FFF2-40B4-BE49-F238E27FC236}">
                            <a16:creationId xmlns:a16="http://schemas.microsoft.com/office/drawing/2014/main" id="{3835F122-F473-BDDB-0E48-D73ED3EDC94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537" name="TextBox 4536">
                      <a:extLst>
                        <a:ext uri="{FF2B5EF4-FFF2-40B4-BE49-F238E27FC236}">
                          <a16:creationId xmlns:a16="http://schemas.microsoft.com/office/drawing/2014/main" id="{06E6E9E0-15AF-D1B0-5564-CC7F631F6D77}"/>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4511" name="Group 4510">
                    <a:extLst>
                      <a:ext uri="{FF2B5EF4-FFF2-40B4-BE49-F238E27FC236}">
                        <a16:creationId xmlns:a16="http://schemas.microsoft.com/office/drawing/2014/main" id="{1F410BE4-8677-4CAD-4C55-05C9A9062C24}"/>
                      </a:ext>
                    </a:extLst>
                  </p:cNvPr>
                  <p:cNvGrpSpPr/>
                  <p:nvPr/>
                </p:nvGrpSpPr>
                <p:grpSpPr>
                  <a:xfrm>
                    <a:off x="6512463" y="3525040"/>
                    <a:ext cx="393192" cy="393192"/>
                    <a:chOff x="6389147" y="3357021"/>
                    <a:chExt cx="393192" cy="393192"/>
                  </a:xfrm>
                </p:grpSpPr>
                <p:grpSp>
                  <p:nvGrpSpPr>
                    <p:cNvPr id="4523" name="Group 4522">
                      <a:extLst>
                        <a:ext uri="{FF2B5EF4-FFF2-40B4-BE49-F238E27FC236}">
                          <a16:creationId xmlns:a16="http://schemas.microsoft.com/office/drawing/2014/main" id="{06F073B3-C385-53DD-95B0-D5D209D87F74}"/>
                        </a:ext>
                      </a:extLst>
                    </p:cNvPr>
                    <p:cNvGrpSpPr/>
                    <p:nvPr/>
                  </p:nvGrpSpPr>
                  <p:grpSpPr>
                    <a:xfrm rot="7200000" flipH="1">
                      <a:off x="6389147" y="3357021"/>
                      <a:ext cx="393192" cy="393192"/>
                      <a:chOff x="5354637" y="3446463"/>
                      <a:chExt cx="214313" cy="214313"/>
                    </a:xfrm>
                  </p:grpSpPr>
                  <p:sp>
                    <p:nvSpPr>
                      <p:cNvPr id="4532" name="Arc 4531">
                        <a:extLst>
                          <a:ext uri="{FF2B5EF4-FFF2-40B4-BE49-F238E27FC236}">
                            <a16:creationId xmlns:a16="http://schemas.microsoft.com/office/drawing/2014/main" id="{215EB1CD-0B9A-FF46-D1B6-7F39A248A54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533" name="Arc 4532">
                        <a:extLst>
                          <a:ext uri="{FF2B5EF4-FFF2-40B4-BE49-F238E27FC236}">
                            <a16:creationId xmlns:a16="http://schemas.microsoft.com/office/drawing/2014/main" id="{94EB985D-5829-2E6A-892A-5AF273B45AB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524" name="Group 4523">
                      <a:extLst>
                        <a:ext uri="{FF2B5EF4-FFF2-40B4-BE49-F238E27FC236}">
                          <a16:creationId xmlns:a16="http://schemas.microsoft.com/office/drawing/2014/main" id="{2EF4D737-FF8D-5A03-F966-E1A392105279}"/>
                        </a:ext>
                      </a:extLst>
                    </p:cNvPr>
                    <p:cNvGrpSpPr/>
                    <p:nvPr/>
                  </p:nvGrpSpPr>
                  <p:grpSpPr>
                    <a:xfrm>
                      <a:off x="6434137" y="3402011"/>
                      <a:ext cx="303213" cy="303213"/>
                      <a:chOff x="6434137" y="3402011"/>
                      <a:chExt cx="303213" cy="303213"/>
                    </a:xfrm>
                  </p:grpSpPr>
                  <p:grpSp>
                    <p:nvGrpSpPr>
                      <p:cNvPr id="4525" name="Group 4524">
                        <a:extLst>
                          <a:ext uri="{FF2B5EF4-FFF2-40B4-BE49-F238E27FC236}">
                            <a16:creationId xmlns:a16="http://schemas.microsoft.com/office/drawing/2014/main" id="{F5891A5C-CB35-3FC0-BA2F-A8E20FDA37EE}"/>
                          </a:ext>
                        </a:extLst>
                      </p:cNvPr>
                      <p:cNvGrpSpPr/>
                      <p:nvPr/>
                    </p:nvGrpSpPr>
                    <p:grpSpPr>
                      <a:xfrm flipH="1">
                        <a:off x="6478587" y="3446461"/>
                        <a:ext cx="214313" cy="214313"/>
                        <a:chOff x="5354637" y="3446463"/>
                        <a:chExt cx="214313" cy="214313"/>
                      </a:xfrm>
                    </p:grpSpPr>
                    <p:sp>
                      <p:nvSpPr>
                        <p:cNvPr id="4530" name="Arc 4529">
                          <a:extLst>
                            <a:ext uri="{FF2B5EF4-FFF2-40B4-BE49-F238E27FC236}">
                              <a16:creationId xmlns:a16="http://schemas.microsoft.com/office/drawing/2014/main" id="{2B497590-807B-4624-949E-83C71D9E227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531" name="Arc 4530">
                          <a:extLst>
                            <a:ext uri="{FF2B5EF4-FFF2-40B4-BE49-F238E27FC236}">
                              <a16:creationId xmlns:a16="http://schemas.microsoft.com/office/drawing/2014/main" id="{467924D5-10E8-5C1F-5518-748D4B36D8C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526" name="Group 4525">
                        <a:extLst>
                          <a:ext uri="{FF2B5EF4-FFF2-40B4-BE49-F238E27FC236}">
                            <a16:creationId xmlns:a16="http://schemas.microsoft.com/office/drawing/2014/main" id="{3EB42CD4-14A1-6979-310A-6E828D694D12}"/>
                          </a:ext>
                        </a:extLst>
                      </p:cNvPr>
                      <p:cNvGrpSpPr/>
                      <p:nvPr/>
                    </p:nvGrpSpPr>
                    <p:grpSpPr>
                      <a:xfrm rot="14400000" flipH="1">
                        <a:off x="6434137" y="3402011"/>
                        <a:ext cx="303213" cy="303213"/>
                        <a:chOff x="5354637" y="3446463"/>
                        <a:chExt cx="214313" cy="214313"/>
                      </a:xfrm>
                    </p:grpSpPr>
                    <p:sp>
                      <p:nvSpPr>
                        <p:cNvPr id="4528" name="Arc 4527">
                          <a:extLst>
                            <a:ext uri="{FF2B5EF4-FFF2-40B4-BE49-F238E27FC236}">
                              <a16:creationId xmlns:a16="http://schemas.microsoft.com/office/drawing/2014/main" id="{9551FC26-CE92-A4F8-E4AD-9E7A481A5E2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529" name="Arc 4528">
                          <a:extLst>
                            <a:ext uri="{FF2B5EF4-FFF2-40B4-BE49-F238E27FC236}">
                              <a16:creationId xmlns:a16="http://schemas.microsoft.com/office/drawing/2014/main" id="{6893A21E-F077-9B3F-61F4-AABDA448C1E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527" name="TextBox 4526">
                        <a:extLst>
                          <a:ext uri="{FF2B5EF4-FFF2-40B4-BE49-F238E27FC236}">
                            <a16:creationId xmlns:a16="http://schemas.microsoft.com/office/drawing/2014/main" id="{9B020A19-5B03-4E1D-74A3-EE1BFB7DDFDA}"/>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512" name="Group 4511">
                    <a:extLst>
                      <a:ext uri="{FF2B5EF4-FFF2-40B4-BE49-F238E27FC236}">
                        <a16:creationId xmlns:a16="http://schemas.microsoft.com/office/drawing/2014/main" id="{03FC00AB-7F58-325D-70F9-AA0846A8EC20}"/>
                      </a:ext>
                    </a:extLst>
                  </p:cNvPr>
                  <p:cNvGrpSpPr/>
                  <p:nvPr/>
                </p:nvGrpSpPr>
                <p:grpSpPr>
                  <a:xfrm>
                    <a:off x="6197413" y="3225768"/>
                    <a:ext cx="393192" cy="393192"/>
                    <a:chOff x="6389147" y="3932622"/>
                    <a:chExt cx="393192" cy="393192"/>
                  </a:xfrm>
                </p:grpSpPr>
                <p:grpSp>
                  <p:nvGrpSpPr>
                    <p:cNvPr id="4513" name="Group 4512">
                      <a:extLst>
                        <a:ext uri="{FF2B5EF4-FFF2-40B4-BE49-F238E27FC236}">
                          <a16:creationId xmlns:a16="http://schemas.microsoft.com/office/drawing/2014/main" id="{1D0BED13-EFA6-FE10-32BF-4EF02DA63214}"/>
                        </a:ext>
                      </a:extLst>
                    </p:cNvPr>
                    <p:cNvGrpSpPr/>
                    <p:nvPr/>
                  </p:nvGrpSpPr>
                  <p:grpSpPr>
                    <a:xfrm flipH="1">
                      <a:off x="6478587" y="4022061"/>
                      <a:ext cx="214313" cy="214313"/>
                      <a:chOff x="5354637" y="3446463"/>
                      <a:chExt cx="214313" cy="214313"/>
                    </a:xfrm>
                  </p:grpSpPr>
                  <p:sp>
                    <p:nvSpPr>
                      <p:cNvPr id="4521" name="Arc 4520">
                        <a:extLst>
                          <a:ext uri="{FF2B5EF4-FFF2-40B4-BE49-F238E27FC236}">
                            <a16:creationId xmlns:a16="http://schemas.microsoft.com/office/drawing/2014/main" id="{52699E3E-5167-E6A9-2F41-AF33F1D15FD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522" name="Arc 4521">
                        <a:extLst>
                          <a:ext uri="{FF2B5EF4-FFF2-40B4-BE49-F238E27FC236}">
                            <a16:creationId xmlns:a16="http://schemas.microsoft.com/office/drawing/2014/main" id="{62E4665F-B957-62F1-9259-E58FA05BEE7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514" name="Group 4513">
                      <a:extLst>
                        <a:ext uri="{FF2B5EF4-FFF2-40B4-BE49-F238E27FC236}">
                          <a16:creationId xmlns:a16="http://schemas.microsoft.com/office/drawing/2014/main" id="{18B67D4B-A28B-1909-A4AF-F4E5D18DAB34}"/>
                        </a:ext>
                      </a:extLst>
                    </p:cNvPr>
                    <p:cNvGrpSpPr/>
                    <p:nvPr/>
                  </p:nvGrpSpPr>
                  <p:grpSpPr>
                    <a:xfrm rot="7200000" flipH="1">
                      <a:off x="6434137" y="3977611"/>
                      <a:ext cx="303213" cy="303213"/>
                      <a:chOff x="5354637" y="3446463"/>
                      <a:chExt cx="214313" cy="214313"/>
                    </a:xfrm>
                  </p:grpSpPr>
                  <p:sp>
                    <p:nvSpPr>
                      <p:cNvPr id="4519" name="Arc 4518">
                        <a:extLst>
                          <a:ext uri="{FF2B5EF4-FFF2-40B4-BE49-F238E27FC236}">
                            <a16:creationId xmlns:a16="http://schemas.microsoft.com/office/drawing/2014/main" id="{6951BEBF-2D58-9B27-0620-3A0A156288C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520" name="Arc 4519">
                        <a:extLst>
                          <a:ext uri="{FF2B5EF4-FFF2-40B4-BE49-F238E27FC236}">
                            <a16:creationId xmlns:a16="http://schemas.microsoft.com/office/drawing/2014/main" id="{F2B1E041-E8A7-9F8E-964C-6ED14689148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515" name="Group 4514">
                      <a:extLst>
                        <a:ext uri="{FF2B5EF4-FFF2-40B4-BE49-F238E27FC236}">
                          <a16:creationId xmlns:a16="http://schemas.microsoft.com/office/drawing/2014/main" id="{7903D8F2-F2C5-32D2-4FD4-0E8F9E454A11}"/>
                        </a:ext>
                      </a:extLst>
                    </p:cNvPr>
                    <p:cNvGrpSpPr/>
                    <p:nvPr/>
                  </p:nvGrpSpPr>
                  <p:grpSpPr>
                    <a:xfrm rot="14400000" flipH="1">
                      <a:off x="6389147" y="3932622"/>
                      <a:ext cx="393192" cy="393192"/>
                      <a:chOff x="5354637" y="3446463"/>
                      <a:chExt cx="214313" cy="214313"/>
                    </a:xfrm>
                  </p:grpSpPr>
                  <p:sp>
                    <p:nvSpPr>
                      <p:cNvPr id="4517" name="Arc 4516">
                        <a:extLst>
                          <a:ext uri="{FF2B5EF4-FFF2-40B4-BE49-F238E27FC236}">
                            <a16:creationId xmlns:a16="http://schemas.microsoft.com/office/drawing/2014/main" id="{83D6FE66-25AD-1979-C988-947250861BF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518" name="Arc 4517">
                        <a:extLst>
                          <a:ext uri="{FF2B5EF4-FFF2-40B4-BE49-F238E27FC236}">
                            <a16:creationId xmlns:a16="http://schemas.microsoft.com/office/drawing/2014/main" id="{EC0EBBDF-B687-8152-770E-8D95116DA6E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516" name="TextBox 4515">
                      <a:extLst>
                        <a:ext uri="{FF2B5EF4-FFF2-40B4-BE49-F238E27FC236}">
                          <a16:creationId xmlns:a16="http://schemas.microsoft.com/office/drawing/2014/main" id="{2CB44EE2-165B-CD56-D3A9-FBE2E2868865}"/>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4412" name="Group 4411">
                <a:extLst>
                  <a:ext uri="{FF2B5EF4-FFF2-40B4-BE49-F238E27FC236}">
                    <a16:creationId xmlns:a16="http://schemas.microsoft.com/office/drawing/2014/main" id="{AEE8BD65-3184-F136-9A4B-5EAE0EB2CD30}"/>
                  </a:ext>
                </a:extLst>
              </p:cNvPr>
              <p:cNvGrpSpPr/>
              <p:nvPr/>
            </p:nvGrpSpPr>
            <p:grpSpPr>
              <a:xfrm>
                <a:off x="6065340" y="2039507"/>
                <a:ext cx="1643204" cy="1593124"/>
                <a:chOff x="5445106" y="2644743"/>
                <a:chExt cx="1643204" cy="1593124"/>
              </a:xfrm>
            </p:grpSpPr>
            <p:grpSp>
              <p:nvGrpSpPr>
                <p:cNvPr id="4413" name="Group 4412">
                  <a:extLst>
                    <a:ext uri="{FF2B5EF4-FFF2-40B4-BE49-F238E27FC236}">
                      <a16:creationId xmlns:a16="http://schemas.microsoft.com/office/drawing/2014/main" id="{9E95F3D2-9627-291E-F24E-005F75BAF3F1}"/>
                    </a:ext>
                  </a:extLst>
                </p:cNvPr>
                <p:cNvGrpSpPr/>
                <p:nvPr/>
              </p:nvGrpSpPr>
              <p:grpSpPr>
                <a:xfrm>
                  <a:off x="5445106" y="2644743"/>
                  <a:ext cx="1019224" cy="991639"/>
                  <a:chOff x="5886431" y="3225768"/>
                  <a:chExt cx="1019224" cy="991639"/>
                </a:xfrm>
              </p:grpSpPr>
              <p:grpSp>
                <p:nvGrpSpPr>
                  <p:cNvPr id="4461" name="Group 4460">
                    <a:extLst>
                      <a:ext uri="{FF2B5EF4-FFF2-40B4-BE49-F238E27FC236}">
                        <a16:creationId xmlns:a16="http://schemas.microsoft.com/office/drawing/2014/main" id="{F086C08B-025A-8C2E-C1EB-31256286E06A}"/>
                      </a:ext>
                    </a:extLst>
                  </p:cNvPr>
                  <p:cNvGrpSpPr/>
                  <p:nvPr/>
                </p:nvGrpSpPr>
                <p:grpSpPr>
                  <a:xfrm>
                    <a:off x="6197413" y="3824215"/>
                    <a:ext cx="393192" cy="393192"/>
                    <a:chOff x="5265196" y="3357021"/>
                    <a:chExt cx="393192" cy="393192"/>
                  </a:xfrm>
                </p:grpSpPr>
                <p:grpSp>
                  <p:nvGrpSpPr>
                    <p:cNvPr id="4496" name="Group 4495">
                      <a:extLst>
                        <a:ext uri="{FF2B5EF4-FFF2-40B4-BE49-F238E27FC236}">
                          <a16:creationId xmlns:a16="http://schemas.microsoft.com/office/drawing/2014/main" id="{4E1DDCC0-4579-6563-E13B-44057590BC36}"/>
                        </a:ext>
                      </a:extLst>
                    </p:cNvPr>
                    <p:cNvGrpSpPr/>
                    <p:nvPr/>
                  </p:nvGrpSpPr>
                  <p:grpSpPr>
                    <a:xfrm rot="14400000">
                      <a:off x="5265196" y="3357021"/>
                      <a:ext cx="393192" cy="393192"/>
                      <a:chOff x="5354637" y="3446463"/>
                      <a:chExt cx="214313" cy="214313"/>
                    </a:xfrm>
                  </p:grpSpPr>
                  <p:sp>
                    <p:nvSpPr>
                      <p:cNvPr id="4505" name="Arc 4504">
                        <a:extLst>
                          <a:ext uri="{FF2B5EF4-FFF2-40B4-BE49-F238E27FC236}">
                            <a16:creationId xmlns:a16="http://schemas.microsoft.com/office/drawing/2014/main" id="{AD2EB06F-A4AB-E993-D68B-CD893A90E35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506" name="Arc 4505">
                        <a:extLst>
                          <a:ext uri="{FF2B5EF4-FFF2-40B4-BE49-F238E27FC236}">
                            <a16:creationId xmlns:a16="http://schemas.microsoft.com/office/drawing/2014/main" id="{7465808C-A2DC-1B94-12BE-18C8C9861D4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497" name="Group 4496">
                      <a:extLst>
                        <a:ext uri="{FF2B5EF4-FFF2-40B4-BE49-F238E27FC236}">
                          <a16:creationId xmlns:a16="http://schemas.microsoft.com/office/drawing/2014/main" id="{64AEF843-189E-25A6-6B73-5ACA8C9EB809}"/>
                        </a:ext>
                      </a:extLst>
                    </p:cNvPr>
                    <p:cNvGrpSpPr/>
                    <p:nvPr/>
                  </p:nvGrpSpPr>
                  <p:grpSpPr>
                    <a:xfrm>
                      <a:off x="5310186" y="3402011"/>
                      <a:ext cx="303213" cy="303213"/>
                      <a:chOff x="5310186" y="3402011"/>
                      <a:chExt cx="303213" cy="303213"/>
                    </a:xfrm>
                  </p:grpSpPr>
                  <p:grpSp>
                    <p:nvGrpSpPr>
                      <p:cNvPr id="4498" name="Group 4497">
                        <a:extLst>
                          <a:ext uri="{FF2B5EF4-FFF2-40B4-BE49-F238E27FC236}">
                            <a16:creationId xmlns:a16="http://schemas.microsoft.com/office/drawing/2014/main" id="{D770ABD7-7F2B-F74D-97CC-256B52FD8920}"/>
                          </a:ext>
                        </a:extLst>
                      </p:cNvPr>
                      <p:cNvGrpSpPr/>
                      <p:nvPr/>
                    </p:nvGrpSpPr>
                    <p:grpSpPr>
                      <a:xfrm>
                        <a:off x="5354636" y="3446461"/>
                        <a:ext cx="214313" cy="214313"/>
                        <a:chOff x="5354637" y="3446463"/>
                        <a:chExt cx="214313" cy="214313"/>
                      </a:xfrm>
                    </p:grpSpPr>
                    <p:sp>
                      <p:nvSpPr>
                        <p:cNvPr id="4503" name="Arc 4502">
                          <a:extLst>
                            <a:ext uri="{FF2B5EF4-FFF2-40B4-BE49-F238E27FC236}">
                              <a16:creationId xmlns:a16="http://schemas.microsoft.com/office/drawing/2014/main" id="{E8632E6C-85F0-F685-8CF4-3EC28E487E6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504" name="Arc 4503">
                          <a:extLst>
                            <a:ext uri="{FF2B5EF4-FFF2-40B4-BE49-F238E27FC236}">
                              <a16:creationId xmlns:a16="http://schemas.microsoft.com/office/drawing/2014/main" id="{C4954970-170A-6B4F-B241-4890999CFE0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499" name="Group 4498">
                        <a:extLst>
                          <a:ext uri="{FF2B5EF4-FFF2-40B4-BE49-F238E27FC236}">
                            <a16:creationId xmlns:a16="http://schemas.microsoft.com/office/drawing/2014/main" id="{237492A8-5BB1-E80C-CA8C-E85CAC01BC69}"/>
                          </a:ext>
                        </a:extLst>
                      </p:cNvPr>
                      <p:cNvGrpSpPr/>
                      <p:nvPr/>
                    </p:nvGrpSpPr>
                    <p:grpSpPr>
                      <a:xfrm rot="7200000">
                        <a:off x="5310186" y="3402011"/>
                        <a:ext cx="303213" cy="303213"/>
                        <a:chOff x="5354637" y="3446463"/>
                        <a:chExt cx="214313" cy="214313"/>
                      </a:xfrm>
                    </p:grpSpPr>
                    <p:sp>
                      <p:nvSpPr>
                        <p:cNvPr id="4501" name="Arc 4500">
                          <a:extLst>
                            <a:ext uri="{FF2B5EF4-FFF2-40B4-BE49-F238E27FC236}">
                              <a16:creationId xmlns:a16="http://schemas.microsoft.com/office/drawing/2014/main" id="{077FD1FC-012A-80A4-81C8-FBE59E478CC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502" name="Arc 4501">
                          <a:extLst>
                            <a:ext uri="{FF2B5EF4-FFF2-40B4-BE49-F238E27FC236}">
                              <a16:creationId xmlns:a16="http://schemas.microsoft.com/office/drawing/2014/main" id="{066D0F54-505D-823D-32EB-023C6B62A78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500" name="TextBox 4499">
                        <a:extLst>
                          <a:ext uri="{FF2B5EF4-FFF2-40B4-BE49-F238E27FC236}">
                            <a16:creationId xmlns:a16="http://schemas.microsoft.com/office/drawing/2014/main" id="{CB4D83FD-DA1B-B657-89D1-99EF578C00E3}"/>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462" name="Group 4461">
                    <a:extLst>
                      <a:ext uri="{FF2B5EF4-FFF2-40B4-BE49-F238E27FC236}">
                        <a16:creationId xmlns:a16="http://schemas.microsoft.com/office/drawing/2014/main" id="{5E551806-3E22-018A-D67B-E318F23925DB}"/>
                      </a:ext>
                    </a:extLst>
                  </p:cNvPr>
                  <p:cNvGrpSpPr/>
                  <p:nvPr/>
                </p:nvGrpSpPr>
                <p:grpSpPr>
                  <a:xfrm>
                    <a:off x="5886431" y="3525040"/>
                    <a:ext cx="393192" cy="393192"/>
                    <a:chOff x="5265196" y="3932619"/>
                    <a:chExt cx="393192" cy="393192"/>
                  </a:xfrm>
                </p:grpSpPr>
                <p:grpSp>
                  <p:nvGrpSpPr>
                    <p:cNvPr id="4486" name="Group 4485">
                      <a:extLst>
                        <a:ext uri="{FF2B5EF4-FFF2-40B4-BE49-F238E27FC236}">
                          <a16:creationId xmlns:a16="http://schemas.microsoft.com/office/drawing/2014/main" id="{D9D61FF5-4A58-B46E-D428-0B988CE3687A}"/>
                        </a:ext>
                      </a:extLst>
                    </p:cNvPr>
                    <p:cNvGrpSpPr/>
                    <p:nvPr/>
                  </p:nvGrpSpPr>
                  <p:grpSpPr>
                    <a:xfrm>
                      <a:off x="5354636" y="4022061"/>
                      <a:ext cx="214313" cy="214313"/>
                      <a:chOff x="5354637" y="3446463"/>
                      <a:chExt cx="214313" cy="214313"/>
                    </a:xfrm>
                  </p:grpSpPr>
                  <p:sp>
                    <p:nvSpPr>
                      <p:cNvPr id="4494" name="Arc 4493">
                        <a:extLst>
                          <a:ext uri="{FF2B5EF4-FFF2-40B4-BE49-F238E27FC236}">
                            <a16:creationId xmlns:a16="http://schemas.microsoft.com/office/drawing/2014/main" id="{15C20CA0-D52C-5BC4-EDF5-776C37F62FE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495" name="Arc 4494">
                        <a:extLst>
                          <a:ext uri="{FF2B5EF4-FFF2-40B4-BE49-F238E27FC236}">
                            <a16:creationId xmlns:a16="http://schemas.microsoft.com/office/drawing/2014/main" id="{31C6D733-D3F0-9A93-3DE7-8E8BD4F6520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487" name="Group 4486">
                      <a:extLst>
                        <a:ext uri="{FF2B5EF4-FFF2-40B4-BE49-F238E27FC236}">
                          <a16:creationId xmlns:a16="http://schemas.microsoft.com/office/drawing/2014/main" id="{059C1F5F-D8E4-1DF1-9497-1A09357CF01C}"/>
                        </a:ext>
                      </a:extLst>
                    </p:cNvPr>
                    <p:cNvGrpSpPr/>
                    <p:nvPr/>
                  </p:nvGrpSpPr>
                  <p:grpSpPr>
                    <a:xfrm rot="14400000">
                      <a:off x="5310186" y="3977611"/>
                      <a:ext cx="303213" cy="303213"/>
                      <a:chOff x="5354637" y="3446463"/>
                      <a:chExt cx="214313" cy="214313"/>
                    </a:xfrm>
                  </p:grpSpPr>
                  <p:sp>
                    <p:nvSpPr>
                      <p:cNvPr id="4492" name="Arc 4491">
                        <a:extLst>
                          <a:ext uri="{FF2B5EF4-FFF2-40B4-BE49-F238E27FC236}">
                            <a16:creationId xmlns:a16="http://schemas.microsoft.com/office/drawing/2014/main" id="{AC85851D-9BED-B6DB-F6F8-9576C070CEB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493" name="Arc 4492">
                        <a:extLst>
                          <a:ext uri="{FF2B5EF4-FFF2-40B4-BE49-F238E27FC236}">
                            <a16:creationId xmlns:a16="http://schemas.microsoft.com/office/drawing/2014/main" id="{F46BF583-BEE3-EE0F-BBBF-0BBB363EECC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488" name="Group 4487">
                      <a:extLst>
                        <a:ext uri="{FF2B5EF4-FFF2-40B4-BE49-F238E27FC236}">
                          <a16:creationId xmlns:a16="http://schemas.microsoft.com/office/drawing/2014/main" id="{5F6124C6-C8F3-CE9D-67B1-025E6BCB926F}"/>
                        </a:ext>
                      </a:extLst>
                    </p:cNvPr>
                    <p:cNvGrpSpPr/>
                    <p:nvPr/>
                  </p:nvGrpSpPr>
                  <p:grpSpPr>
                    <a:xfrm rot="7200000">
                      <a:off x="5265196" y="3932619"/>
                      <a:ext cx="393192" cy="393192"/>
                      <a:chOff x="5354637" y="3446463"/>
                      <a:chExt cx="214313" cy="214313"/>
                    </a:xfrm>
                  </p:grpSpPr>
                  <p:sp>
                    <p:nvSpPr>
                      <p:cNvPr id="4490" name="Arc 4489">
                        <a:extLst>
                          <a:ext uri="{FF2B5EF4-FFF2-40B4-BE49-F238E27FC236}">
                            <a16:creationId xmlns:a16="http://schemas.microsoft.com/office/drawing/2014/main" id="{5A2FD99D-AC6C-1424-DEBB-637E312DE1E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491" name="Arc 4490">
                        <a:extLst>
                          <a:ext uri="{FF2B5EF4-FFF2-40B4-BE49-F238E27FC236}">
                            <a16:creationId xmlns:a16="http://schemas.microsoft.com/office/drawing/2014/main" id="{DAC55860-49E2-2B84-B9B3-5B078C2D34B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489" name="TextBox 4488">
                      <a:extLst>
                        <a:ext uri="{FF2B5EF4-FFF2-40B4-BE49-F238E27FC236}">
                          <a16:creationId xmlns:a16="http://schemas.microsoft.com/office/drawing/2014/main" id="{5739BABD-2790-B1B6-E4A2-CF7B1955557E}"/>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4463" name="Group 4462">
                    <a:extLst>
                      <a:ext uri="{FF2B5EF4-FFF2-40B4-BE49-F238E27FC236}">
                        <a16:creationId xmlns:a16="http://schemas.microsoft.com/office/drawing/2014/main" id="{1C912D4D-0417-7AD6-A2AA-D8A6D4E8768B}"/>
                      </a:ext>
                    </a:extLst>
                  </p:cNvPr>
                  <p:cNvGrpSpPr/>
                  <p:nvPr/>
                </p:nvGrpSpPr>
                <p:grpSpPr>
                  <a:xfrm>
                    <a:off x="6512463" y="3525040"/>
                    <a:ext cx="393192" cy="393192"/>
                    <a:chOff x="6389147" y="3357021"/>
                    <a:chExt cx="393192" cy="393192"/>
                  </a:xfrm>
                </p:grpSpPr>
                <p:grpSp>
                  <p:nvGrpSpPr>
                    <p:cNvPr id="4475" name="Group 4474">
                      <a:extLst>
                        <a:ext uri="{FF2B5EF4-FFF2-40B4-BE49-F238E27FC236}">
                          <a16:creationId xmlns:a16="http://schemas.microsoft.com/office/drawing/2014/main" id="{F7F6614A-5688-BD6F-7AC5-1BBE50AAC511}"/>
                        </a:ext>
                      </a:extLst>
                    </p:cNvPr>
                    <p:cNvGrpSpPr/>
                    <p:nvPr/>
                  </p:nvGrpSpPr>
                  <p:grpSpPr>
                    <a:xfrm rot="7200000" flipH="1">
                      <a:off x="6389147" y="3357021"/>
                      <a:ext cx="393192" cy="393192"/>
                      <a:chOff x="5354637" y="3446463"/>
                      <a:chExt cx="214313" cy="214313"/>
                    </a:xfrm>
                  </p:grpSpPr>
                  <p:sp>
                    <p:nvSpPr>
                      <p:cNvPr id="4484" name="Arc 4483">
                        <a:extLst>
                          <a:ext uri="{FF2B5EF4-FFF2-40B4-BE49-F238E27FC236}">
                            <a16:creationId xmlns:a16="http://schemas.microsoft.com/office/drawing/2014/main" id="{CDBA4962-6D1A-A98E-C10F-880EF32F22E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485" name="Arc 4484">
                        <a:extLst>
                          <a:ext uri="{FF2B5EF4-FFF2-40B4-BE49-F238E27FC236}">
                            <a16:creationId xmlns:a16="http://schemas.microsoft.com/office/drawing/2014/main" id="{0A799E3F-8E1E-E9AA-8BF9-CA7C5013E07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476" name="Group 4475">
                      <a:extLst>
                        <a:ext uri="{FF2B5EF4-FFF2-40B4-BE49-F238E27FC236}">
                          <a16:creationId xmlns:a16="http://schemas.microsoft.com/office/drawing/2014/main" id="{50839713-A1D1-0911-F77E-FFB81BC2834C}"/>
                        </a:ext>
                      </a:extLst>
                    </p:cNvPr>
                    <p:cNvGrpSpPr/>
                    <p:nvPr/>
                  </p:nvGrpSpPr>
                  <p:grpSpPr>
                    <a:xfrm>
                      <a:off x="6434137" y="3402011"/>
                      <a:ext cx="303213" cy="303213"/>
                      <a:chOff x="6434137" y="3402011"/>
                      <a:chExt cx="303213" cy="303213"/>
                    </a:xfrm>
                  </p:grpSpPr>
                  <p:grpSp>
                    <p:nvGrpSpPr>
                      <p:cNvPr id="4477" name="Group 4476">
                        <a:extLst>
                          <a:ext uri="{FF2B5EF4-FFF2-40B4-BE49-F238E27FC236}">
                            <a16:creationId xmlns:a16="http://schemas.microsoft.com/office/drawing/2014/main" id="{734D7046-409B-E503-828E-DBCF43DC796E}"/>
                          </a:ext>
                        </a:extLst>
                      </p:cNvPr>
                      <p:cNvGrpSpPr/>
                      <p:nvPr/>
                    </p:nvGrpSpPr>
                    <p:grpSpPr>
                      <a:xfrm flipH="1">
                        <a:off x="6478587" y="3446461"/>
                        <a:ext cx="214313" cy="214313"/>
                        <a:chOff x="5354637" y="3446463"/>
                        <a:chExt cx="214313" cy="214313"/>
                      </a:xfrm>
                    </p:grpSpPr>
                    <p:sp>
                      <p:nvSpPr>
                        <p:cNvPr id="4482" name="Arc 4481">
                          <a:extLst>
                            <a:ext uri="{FF2B5EF4-FFF2-40B4-BE49-F238E27FC236}">
                              <a16:creationId xmlns:a16="http://schemas.microsoft.com/office/drawing/2014/main" id="{2B3D31F1-21A4-6534-652B-C961F083631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483" name="Arc 4482">
                          <a:extLst>
                            <a:ext uri="{FF2B5EF4-FFF2-40B4-BE49-F238E27FC236}">
                              <a16:creationId xmlns:a16="http://schemas.microsoft.com/office/drawing/2014/main" id="{58867BFE-E265-CE1F-3986-2B6A76167D5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478" name="Group 4477">
                        <a:extLst>
                          <a:ext uri="{FF2B5EF4-FFF2-40B4-BE49-F238E27FC236}">
                            <a16:creationId xmlns:a16="http://schemas.microsoft.com/office/drawing/2014/main" id="{10F53A53-B227-A4E4-C47B-0F2AEDF30ADF}"/>
                          </a:ext>
                        </a:extLst>
                      </p:cNvPr>
                      <p:cNvGrpSpPr/>
                      <p:nvPr/>
                    </p:nvGrpSpPr>
                    <p:grpSpPr>
                      <a:xfrm rot="14400000" flipH="1">
                        <a:off x="6434137" y="3402011"/>
                        <a:ext cx="303213" cy="303213"/>
                        <a:chOff x="5354637" y="3446463"/>
                        <a:chExt cx="214313" cy="214313"/>
                      </a:xfrm>
                    </p:grpSpPr>
                    <p:sp>
                      <p:nvSpPr>
                        <p:cNvPr id="4480" name="Arc 4479">
                          <a:extLst>
                            <a:ext uri="{FF2B5EF4-FFF2-40B4-BE49-F238E27FC236}">
                              <a16:creationId xmlns:a16="http://schemas.microsoft.com/office/drawing/2014/main" id="{B0E24679-5969-77B8-79C7-C2894A8B959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481" name="Arc 4480">
                          <a:extLst>
                            <a:ext uri="{FF2B5EF4-FFF2-40B4-BE49-F238E27FC236}">
                              <a16:creationId xmlns:a16="http://schemas.microsoft.com/office/drawing/2014/main" id="{13709302-C222-1497-7FFA-7A8692AFFD1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479" name="TextBox 4478">
                        <a:extLst>
                          <a:ext uri="{FF2B5EF4-FFF2-40B4-BE49-F238E27FC236}">
                            <a16:creationId xmlns:a16="http://schemas.microsoft.com/office/drawing/2014/main" id="{59484867-8BEE-6BD7-108B-43FC3DF67358}"/>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464" name="Group 4463">
                    <a:extLst>
                      <a:ext uri="{FF2B5EF4-FFF2-40B4-BE49-F238E27FC236}">
                        <a16:creationId xmlns:a16="http://schemas.microsoft.com/office/drawing/2014/main" id="{C7B8EDD1-C1EF-3837-B35B-6D96276E5EF7}"/>
                      </a:ext>
                    </a:extLst>
                  </p:cNvPr>
                  <p:cNvGrpSpPr/>
                  <p:nvPr/>
                </p:nvGrpSpPr>
                <p:grpSpPr>
                  <a:xfrm>
                    <a:off x="6197413" y="3225768"/>
                    <a:ext cx="393192" cy="393192"/>
                    <a:chOff x="6389147" y="3932622"/>
                    <a:chExt cx="393192" cy="393192"/>
                  </a:xfrm>
                </p:grpSpPr>
                <p:grpSp>
                  <p:nvGrpSpPr>
                    <p:cNvPr id="4465" name="Group 4464">
                      <a:extLst>
                        <a:ext uri="{FF2B5EF4-FFF2-40B4-BE49-F238E27FC236}">
                          <a16:creationId xmlns:a16="http://schemas.microsoft.com/office/drawing/2014/main" id="{E0A9C10E-1F10-19EB-5893-CD70D32CA0AD}"/>
                        </a:ext>
                      </a:extLst>
                    </p:cNvPr>
                    <p:cNvGrpSpPr/>
                    <p:nvPr/>
                  </p:nvGrpSpPr>
                  <p:grpSpPr>
                    <a:xfrm flipH="1">
                      <a:off x="6478587" y="4022061"/>
                      <a:ext cx="214313" cy="214313"/>
                      <a:chOff x="5354637" y="3446463"/>
                      <a:chExt cx="214313" cy="214313"/>
                    </a:xfrm>
                  </p:grpSpPr>
                  <p:sp>
                    <p:nvSpPr>
                      <p:cNvPr id="4473" name="Arc 4472">
                        <a:extLst>
                          <a:ext uri="{FF2B5EF4-FFF2-40B4-BE49-F238E27FC236}">
                            <a16:creationId xmlns:a16="http://schemas.microsoft.com/office/drawing/2014/main" id="{E01C7547-3331-75A3-FF4E-C2F8DE43D89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474" name="Arc 4473">
                        <a:extLst>
                          <a:ext uri="{FF2B5EF4-FFF2-40B4-BE49-F238E27FC236}">
                            <a16:creationId xmlns:a16="http://schemas.microsoft.com/office/drawing/2014/main" id="{FA5909FD-FAE0-FC87-73E4-A0549DC77ED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466" name="Group 4465">
                      <a:extLst>
                        <a:ext uri="{FF2B5EF4-FFF2-40B4-BE49-F238E27FC236}">
                          <a16:creationId xmlns:a16="http://schemas.microsoft.com/office/drawing/2014/main" id="{1BB3CF34-E61A-1974-F989-C7F8FEF7CA30}"/>
                        </a:ext>
                      </a:extLst>
                    </p:cNvPr>
                    <p:cNvGrpSpPr/>
                    <p:nvPr/>
                  </p:nvGrpSpPr>
                  <p:grpSpPr>
                    <a:xfrm rot="7200000" flipH="1">
                      <a:off x="6434137" y="3977611"/>
                      <a:ext cx="303213" cy="303213"/>
                      <a:chOff x="5354637" y="3446463"/>
                      <a:chExt cx="214313" cy="214313"/>
                    </a:xfrm>
                  </p:grpSpPr>
                  <p:sp>
                    <p:nvSpPr>
                      <p:cNvPr id="4471" name="Arc 4470">
                        <a:extLst>
                          <a:ext uri="{FF2B5EF4-FFF2-40B4-BE49-F238E27FC236}">
                            <a16:creationId xmlns:a16="http://schemas.microsoft.com/office/drawing/2014/main" id="{CBD05D7A-A9D6-1294-1639-7A4A5CDB8F0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472" name="Arc 4471">
                        <a:extLst>
                          <a:ext uri="{FF2B5EF4-FFF2-40B4-BE49-F238E27FC236}">
                            <a16:creationId xmlns:a16="http://schemas.microsoft.com/office/drawing/2014/main" id="{581B83C2-8944-1F1B-6CF0-BFF08CDBEAF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467" name="Group 4466">
                      <a:extLst>
                        <a:ext uri="{FF2B5EF4-FFF2-40B4-BE49-F238E27FC236}">
                          <a16:creationId xmlns:a16="http://schemas.microsoft.com/office/drawing/2014/main" id="{AE9A4867-84AC-8EE7-6DFF-48250FB790A7}"/>
                        </a:ext>
                      </a:extLst>
                    </p:cNvPr>
                    <p:cNvGrpSpPr/>
                    <p:nvPr/>
                  </p:nvGrpSpPr>
                  <p:grpSpPr>
                    <a:xfrm rot="14400000" flipH="1">
                      <a:off x="6389147" y="3932622"/>
                      <a:ext cx="393192" cy="393192"/>
                      <a:chOff x="5354637" y="3446463"/>
                      <a:chExt cx="214313" cy="214313"/>
                    </a:xfrm>
                  </p:grpSpPr>
                  <p:sp>
                    <p:nvSpPr>
                      <p:cNvPr id="4469" name="Arc 4468">
                        <a:extLst>
                          <a:ext uri="{FF2B5EF4-FFF2-40B4-BE49-F238E27FC236}">
                            <a16:creationId xmlns:a16="http://schemas.microsoft.com/office/drawing/2014/main" id="{725FB7DC-8AE4-CFC2-324B-28DBB3DB456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470" name="Arc 4469">
                        <a:extLst>
                          <a:ext uri="{FF2B5EF4-FFF2-40B4-BE49-F238E27FC236}">
                            <a16:creationId xmlns:a16="http://schemas.microsoft.com/office/drawing/2014/main" id="{F0D00944-42D9-7D21-8C46-8FB93C2C589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468" name="TextBox 4467">
                      <a:extLst>
                        <a:ext uri="{FF2B5EF4-FFF2-40B4-BE49-F238E27FC236}">
                          <a16:creationId xmlns:a16="http://schemas.microsoft.com/office/drawing/2014/main" id="{7A8E5A57-5AED-4910-311E-6E9E45F08FA9}"/>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414" name="Group 4413">
                  <a:extLst>
                    <a:ext uri="{FF2B5EF4-FFF2-40B4-BE49-F238E27FC236}">
                      <a16:creationId xmlns:a16="http://schemas.microsoft.com/office/drawing/2014/main" id="{A341AE0C-22A4-70EC-64E3-E6B39AE23204}"/>
                    </a:ext>
                  </a:extLst>
                </p:cNvPr>
                <p:cNvGrpSpPr/>
                <p:nvPr/>
              </p:nvGrpSpPr>
              <p:grpSpPr>
                <a:xfrm>
                  <a:off x="6069086" y="3246228"/>
                  <a:ext cx="1019224" cy="991639"/>
                  <a:chOff x="5886431" y="3225768"/>
                  <a:chExt cx="1019224" cy="991639"/>
                </a:xfrm>
              </p:grpSpPr>
              <p:grpSp>
                <p:nvGrpSpPr>
                  <p:cNvPr id="4415" name="Group 4414">
                    <a:extLst>
                      <a:ext uri="{FF2B5EF4-FFF2-40B4-BE49-F238E27FC236}">
                        <a16:creationId xmlns:a16="http://schemas.microsoft.com/office/drawing/2014/main" id="{37EF6FF2-54FF-F2F3-870B-BFFF9AF8A98A}"/>
                      </a:ext>
                    </a:extLst>
                  </p:cNvPr>
                  <p:cNvGrpSpPr/>
                  <p:nvPr/>
                </p:nvGrpSpPr>
                <p:grpSpPr>
                  <a:xfrm>
                    <a:off x="6197413" y="3824215"/>
                    <a:ext cx="393192" cy="393192"/>
                    <a:chOff x="5265196" y="3357021"/>
                    <a:chExt cx="393192" cy="393192"/>
                  </a:xfrm>
                </p:grpSpPr>
                <p:grpSp>
                  <p:nvGrpSpPr>
                    <p:cNvPr id="4450" name="Group 4449">
                      <a:extLst>
                        <a:ext uri="{FF2B5EF4-FFF2-40B4-BE49-F238E27FC236}">
                          <a16:creationId xmlns:a16="http://schemas.microsoft.com/office/drawing/2014/main" id="{DE09142F-2D04-D554-2BDE-40D6E6DC4AD5}"/>
                        </a:ext>
                      </a:extLst>
                    </p:cNvPr>
                    <p:cNvGrpSpPr/>
                    <p:nvPr/>
                  </p:nvGrpSpPr>
                  <p:grpSpPr>
                    <a:xfrm rot="14400000">
                      <a:off x="5265196" y="3357021"/>
                      <a:ext cx="393192" cy="393192"/>
                      <a:chOff x="5354637" y="3446463"/>
                      <a:chExt cx="214313" cy="214313"/>
                    </a:xfrm>
                  </p:grpSpPr>
                  <p:sp>
                    <p:nvSpPr>
                      <p:cNvPr id="4459" name="Arc 4458">
                        <a:extLst>
                          <a:ext uri="{FF2B5EF4-FFF2-40B4-BE49-F238E27FC236}">
                            <a16:creationId xmlns:a16="http://schemas.microsoft.com/office/drawing/2014/main" id="{C753B684-3256-A659-0C78-AB2BF634688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460" name="Arc 4459">
                        <a:extLst>
                          <a:ext uri="{FF2B5EF4-FFF2-40B4-BE49-F238E27FC236}">
                            <a16:creationId xmlns:a16="http://schemas.microsoft.com/office/drawing/2014/main" id="{06A6DB5F-3E9E-73E7-D1C8-A980FB00D74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451" name="Group 4450">
                      <a:extLst>
                        <a:ext uri="{FF2B5EF4-FFF2-40B4-BE49-F238E27FC236}">
                          <a16:creationId xmlns:a16="http://schemas.microsoft.com/office/drawing/2014/main" id="{C407E48E-A4F7-8E5E-E669-0720FB1762A1}"/>
                        </a:ext>
                      </a:extLst>
                    </p:cNvPr>
                    <p:cNvGrpSpPr/>
                    <p:nvPr/>
                  </p:nvGrpSpPr>
                  <p:grpSpPr>
                    <a:xfrm>
                      <a:off x="5310186" y="3402011"/>
                      <a:ext cx="303213" cy="303213"/>
                      <a:chOff x="5310186" y="3402011"/>
                      <a:chExt cx="303213" cy="303213"/>
                    </a:xfrm>
                  </p:grpSpPr>
                  <p:grpSp>
                    <p:nvGrpSpPr>
                      <p:cNvPr id="4452" name="Group 4451">
                        <a:extLst>
                          <a:ext uri="{FF2B5EF4-FFF2-40B4-BE49-F238E27FC236}">
                            <a16:creationId xmlns:a16="http://schemas.microsoft.com/office/drawing/2014/main" id="{4F7458BB-B9FD-149F-8551-1D10B691A002}"/>
                          </a:ext>
                        </a:extLst>
                      </p:cNvPr>
                      <p:cNvGrpSpPr/>
                      <p:nvPr/>
                    </p:nvGrpSpPr>
                    <p:grpSpPr>
                      <a:xfrm>
                        <a:off x="5354636" y="3446461"/>
                        <a:ext cx="214313" cy="214313"/>
                        <a:chOff x="5354637" y="3446463"/>
                        <a:chExt cx="214313" cy="214313"/>
                      </a:xfrm>
                    </p:grpSpPr>
                    <p:sp>
                      <p:nvSpPr>
                        <p:cNvPr id="4457" name="Arc 4456">
                          <a:extLst>
                            <a:ext uri="{FF2B5EF4-FFF2-40B4-BE49-F238E27FC236}">
                              <a16:creationId xmlns:a16="http://schemas.microsoft.com/office/drawing/2014/main" id="{A1939E67-7395-DC01-7BAF-7B0670C0511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458" name="Arc 4457">
                          <a:extLst>
                            <a:ext uri="{FF2B5EF4-FFF2-40B4-BE49-F238E27FC236}">
                              <a16:creationId xmlns:a16="http://schemas.microsoft.com/office/drawing/2014/main" id="{F03BDD93-7683-78D6-E9CF-63B9AABA340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453" name="Group 4452">
                        <a:extLst>
                          <a:ext uri="{FF2B5EF4-FFF2-40B4-BE49-F238E27FC236}">
                            <a16:creationId xmlns:a16="http://schemas.microsoft.com/office/drawing/2014/main" id="{5B7CD2C4-BCC6-B77C-0B56-DB25FFF2C7B8}"/>
                          </a:ext>
                        </a:extLst>
                      </p:cNvPr>
                      <p:cNvGrpSpPr/>
                      <p:nvPr/>
                    </p:nvGrpSpPr>
                    <p:grpSpPr>
                      <a:xfrm rot="7200000">
                        <a:off x="5310186" y="3402011"/>
                        <a:ext cx="303213" cy="303213"/>
                        <a:chOff x="5354637" y="3446463"/>
                        <a:chExt cx="214313" cy="214313"/>
                      </a:xfrm>
                    </p:grpSpPr>
                    <p:sp>
                      <p:nvSpPr>
                        <p:cNvPr id="4455" name="Arc 4454">
                          <a:extLst>
                            <a:ext uri="{FF2B5EF4-FFF2-40B4-BE49-F238E27FC236}">
                              <a16:creationId xmlns:a16="http://schemas.microsoft.com/office/drawing/2014/main" id="{93E39F73-8CB1-E03A-D239-F952E11FFD3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456" name="Arc 4455">
                          <a:extLst>
                            <a:ext uri="{FF2B5EF4-FFF2-40B4-BE49-F238E27FC236}">
                              <a16:creationId xmlns:a16="http://schemas.microsoft.com/office/drawing/2014/main" id="{42CDC222-2181-68EF-DA7E-DC912E2E580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454" name="TextBox 4453">
                        <a:extLst>
                          <a:ext uri="{FF2B5EF4-FFF2-40B4-BE49-F238E27FC236}">
                            <a16:creationId xmlns:a16="http://schemas.microsoft.com/office/drawing/2014/main" id="{AD06AA67-2636-2FA9-EDD3-FDA8694539DA}"/>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416" name="Group 4415">
                    <a:extLst>
                      <a:ext uri="{FF2B5EF4-FFF2-40B4-BE49-F238E27FC236}">
                        <a16:creationId xmlns:a16="http://schemas.microsoft.com/office/drawing/2014/main" id="{A293019A-7D53-4636-2B28-0E7E43922E7F}"/>
                      </a:ext>
                    </a:extLst>
                  </p:cNvPr>
                  <p:cNvGrpSpPr/>
                  <p:nvPr/>
                </p:nvGrpSpPr>
                <p:grpSpPr>
                  <a:xfrm>
                    <a:off x="5886431" y="3525040"/>
                    <a:ext cx="393192" cy="393192"/>
                    <a:chOff x="5265196" y="3932619"/>
                    <a:chExt cx="393192" cy="393192"/>
                  </a:xfrm>
                </p:grpSpPr>
                <p:grpSp>
                  <p:nvGrpSpPr>
                    <p:cNvPr id="4440" name="Group 4439">
                      <a:extLst>
                        <a:ext uri="{FF2B5EF4-FFF2-40B4-BE49-F238E27FC236}">
                          <a16:creationId xmlns:a16="http://schemas.microsoft.com/office/drawing/2014/main" id="{0132AFCA-7352-C4D3-5799-C318126E1D60}"/>
                        </a:ext>
                      </a:extLst>
                    </p:cNvPr>
                    <p:cNvGrpSpPr/>
                    <p:nvPr/>
                  </p:nvGrpSpPr>
                  <p:grpSpPr>
                    <a:xfrm>
                      <a:off x="5354636" y="4022061"/>
                      <a:ext cx="214313" cy="214313"/>
                      <a:chOff x="5354637" y="3446463"/>
                      <a:chExt cx="214313" cy="214313"/>
                    </a:xfrm>
                  </p:grpSpPr>
                  <p:sp>
                    <p:nvSpPr>
                      <p:cNvPr id="4448" name="Arc 4447">
                        <a:extLst>
                          <a:ext uri="{FF2B5EF4-FFF2-40B4-BE49-F238E27FC236}">
                            <a16:creationId xmlns:a16="http://schemas.microsoft.com/office/drawing/2014/main" id="{BA555FB2-A17E-4A06-BD85-95E802698A8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449" name="Arc 4448">
                        <a:extLst>
                          <a:ext uri="{FF2B5EF4-FFF2-40B4-BE49-F238E27FC236}">
                            <a16:creationId xmlns:a16="http://schemas.microsoft.com/office/drawing/2014/main" id="{8541DB0E-9861-D9F7-916A-578980E4164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441" name="Group 4440">
                      <a:extLst>
                        <a:ext uri="{FF2B5EF4-FFF2-40B4-BE49-F238E27FC236}">
                          <a16:creationId xmlns:a16="http://schemas.microsoft.com/office/drawing/2014/main" id="{AB4376E5-9587-963F-4403-D7A0088866CF}"/>
                        </a:ext>
                      </a:extLst>
                    </p:cNvPr>
                    <p:cNvGrpSpPr/>
                    <p:nvPr/>
                  </p:nvGrpSpPr>
                  <p:grpSpPr>
                    <a:xfrm rot="14400000">
                      <a:off x="5310186" y="3977611"/>
                      <a:ext cx="303213" cy="303213"/>
                      <a:chOff x="5354637" y="3446463"/>
                      <a:chExt cx="214313" cy="214313"/>
                    </a:xfrm>
                  </p:grpSpPr>
                  <p:sp>
                    <p:nvSpPr>
                      <p:cNvPr id="4446" name="Arc 4445">
                        <a:extLst>
                          <a:ext uri="{FF2B5EF4-FFF2-40B4-BE49-F238E27FC236}">
                            <a16:creationId xmlns:a16="http://schemas.microsoft.com/office/drawing/2014/main" id="{4486485F-98B2-3223-ADA5-38B5D701D50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447" name="Arc 4446">
                        <a:extLst>
                          <a:ext uri="{FF2B5EF4-FFF2-40B4-BE49-F238E27FC236}">
                            <a16:creationId xmlns:a16="http://schemas.microsoft.com/office/drawing/2014/main" id="{E586B756-9206-7B79-D699-15AC44CFEA0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442" name="Group 4441">
                      <a:extLst>
                        <a:ext uri="{FF2B5EF4-FFF2-40B4-BE49-F238E27FC236}">
                          <a16:creationId xmlns:a16="http://schemas.microsoft.com/office/drawing/2014/main" id="{584F1F8D-19B3-A617-1B3B-AE02AE28FC2C}"/>
                        </a:ext>
                      </a:extLst>
                    </p:cNvPr>
                    <p:cNvGrpSpPr/>
                    <p:nvPr/>
                  </p:nvGrpSpPr>
                  <p:grpSpPr>
                    <a:xfrm rot="7200000">
                      <a:off x="5265196" y="3932619"/>
                      <a:ext cx="393192" cy="393192"/>
                      <a:chOff x="5354637" y="3446463"/>
                      <a:chExt cx="214313" cy="214313"/>
                    </a:xfrm>
                  </p:grpSpPr>
                  <p:sp>
                    <p:nvSpPr>
                      <p:cNvPr id="4444" name="Arc 4443">
                        <a:extLst>
                          <a:ext uri="{FF2B5EF4-FFF2-40B4-BE49-F238E27FC236}">
                            <a16:creationId xmlns:a16="http://schemas.microsoft.com/office/drawing/2014/main" id="{0DE5EF8F-1AAF-E37D-500F-D6F1BC53884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445" name="Arc 4444">
                        <a:extLst>
                          <a:ext uri="{FF2B5EF4-FFF2-40B4-BE49-F238E27FC236}">
                            <a16:creationId xmlns:a16="http://schemas.microsoft.com/office/drawing/2014/main" id="{7D3D2B66-DA21-E56D-1FA6-8D8AEC09662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443" name="TextBox 4442">
                      <a:extLst>
                        <a:ext uri="{FF2B5EF4-FFF2-40B4-BE49-F238E27FC236}">
                          <a16:creationId xmlns:a16="http://schemas.microsoft.com/office/drawing/2014/main" id="{FC8B1BB0-C8A6-BFD7-30F5-624DC5BF9BE4}"/>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4417" name="Group 4416">
                    <a:extLst>
                      <a:ext uri="{FF2B5EF4-FFF2-40B4-BE49-F238E27FC236}">
                        <a16:creationId xmlns:a16="http://schemas.microsoft.com/office/drawing/2014/main" id="{B768EF03-6B8E-E305-36AC-ADF53FDFDE71}"/>
                      </a:ext>
                    </a:extLst>
                  </p:cNvPr>
                  <p:cNvGrpSpPr/>
                  <p:nvPr/>
                </p:nvGrpSpPr>
                <p:grpSpPr>
                  <a:xfrm>
                    <a:off x="6512463" y="3525040"/>
                    <a:ext cx="393192" cy="393192"/>
                    <a:chOff x="6389147" y="3357021"/>
                    <a:chExt cx="393192" cy="393192"/>
                  </a:xfrm>
                </p:grpSpPr>
                <p:grpSp>
                  <p:nvGrpSpPr>
                    <p:cNvPr id="4429" name="Group 4428">
                      <a:extLst>
                        <a:ext uri="{FF2B5EF4-FFF2-40B4-BE49-F238E27FC236}">
                          <a16:creationId xmlns:a16="http://schemas.microsoft.com/office/drawing/2014/main" id="{B3A1800B-E0C0-EB1B-28CB-DB619EFEA048}"/>
                        </a:ext>
                      </a:extLst>
                    </p:cNvPr>
                    <p:cNvGrpSpPr/>
                    <p:nvPr/>
                  </p:nvGrpSpPr>
                  <p:grpSpPr>
                    <a:xfrm rot="7200000" flipH="1">
                      <a:off x="6389147" y="3357021"/>
                      <a:ext cx="393192" cy="393192"/>
                      <a:chOff x="5354637" y="3446463"/>
                      <a:chExt cx="214313" cy="214313"/>
                    </a:xfrm>
                  </p:grpSpPr>
                  <p:sp>
                    <p:nvSpPr>
                      <p:cNvPr id="4438" name="Arc 4437">
                        <a:extLst>
                          <a:ext uri="{FF2B5EF4-FFF2-40B4-BE49-F238E27FC236}">
                            <a16:creationId xmlns:a16="http://schemas.microsoft.com/office/drawing/2014/main" id="{B21047EC-A0AD-4080-2DCA-76A2D819411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439" name="Arc 4438">
                        <a:extLst>
                          <a:ext uri="{FF2B5EF4-FFF2-40B4-BE49-F238E27FC236}">
                            <a16:creationId xmlns:a16="http://schemas.microsoft.com/office/drawing/2014/main" id="{1A1B3D4F-0BC3-B33D-1995-BE32F7E2A99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430" name="Group 4429">
                      <a:extLst>
                        <a:ext uri="{FF2B5EF4-FFF2-40B4-BE49-F238E27FC236}">
                          <a16:creationId xmlns:a16="http://schemas.microsoft.com/office/drawing/2014/main" id="{29ED1032-AB5B-339F-E6C4-4F0D880CAAF1}"/>
                        </a:ext>
                      </a:extLst>
                    </p:cNvPr>
                    <p:cNvGrpSpPr/>
                    <p:nvPr/>
                  </p:nvGrpSpPr>
                  <p:grpSpPr>
                    <a:xfrm>
                      <a:off x="6434137" y="3402011"/>
                      <a:ext cx="303213" cy="303213"/>
                      <a:chOff x="6434137" y="3402011"/>
                      <a:chExt cx="303213" cy="303213"/>
                    </a:xfrm>
                  </p:grpSpPr>
                  <p:grpSp>
                    <p:nvGrpSpPr>
                      <p:cNvPr id="4431" name="Group 4430">
                        <a:extLst>
                          <a:ext uri="{FF2B5EF4-FFF2-40B4-BE49-F238E27FC236}">
                            <a16:creationId xmlns:a16="http://schemas.microsoft.com/office/drawing/2014/main" id="{49679892-4B08-9C38-6D0A-40038A251688}"/>
                          </a:ext>
                        </a:extLst>
                      </p:cNvPr>
                      <p:cNvGrpSpPr/>
                      <p:nvPr/>
                    </p:nvGrpSpPr>
                    <p:grpSpPr>
                      <a:xfrm flipH="1">
                        <a:off x="6478587" y="3446461"/>
                        <a:ext cx="214313" cy="214313"/>
                        <a:chOff x="5354637" y="3446463"/>
                        <a:chExt cx="214313" cy="214313"/>
                      </a:xfrm>
                    </p:grpSpPr>
                    <p:sp>
                      <p:nvSpPr>
                        <p:cNvPr id="4436" name="Arc 4435">
                          <a:extLst>
                            <a:ext uri="{FF2B5EF4-FFF2-40B4-BE49-F238E27FC236}">
                              <a16:creationId xmlns:a16="http://schemas.microsoft.com/office/drawing/2014/main" id="{4F547F08-3214-BA10-1591-00045BFB3FD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437" name="Arc 4436">
                          <a:extLst>
                            <a:ext uri="{FF2B5EF4-FFF2-40B4-BE49-F238E27FC236}">
                              <a16:creationId xmlns:a16="http://schemas.microsoft.com/office/drawing/2014/main" id="{69B68BBD-842B-5B38-CC3C-0907D4614DA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432" name="Group 4431">
                        <a:extLst>
                          <a:ext uri="{FF2B5EF4-FFF2-40B4-BE49-F238E27FC236}">
                            <a16:creationId xmlns:a16="http://schemas.microsoft.com/office/drawing/2014/main" id="{E15867AD-2DAD-D272-08FC-83354993E34D}"/>
                          </a:ext>
                        </a:extLst>
                      </p:cNvPr>
                      <p:cNvGrpSpPr/>
                      <p:nvPr/>
                    </p:nvGrpSpPr>
                    <p:grpSpPr>
                      <a:xfrm rot="14400000" flipH="1">
                        <a:off x="6434137" y="3402011"/>
                        <a:ext cx="303213" cy="303213"/>
                        <a:chOff x="5354637" y="3446463"/>
                        <a:chExt cx="214313" cy="214313"/>
                      </a:xfrm>
                    </p:grpSpPr>
                    <p:sp>
                      <p:nvSpPr>
                        <p:cNvPr id="4434" name="Arc 4433">
                          <a:extLst>
                            <a:ext uri="{FF2B5EF4-FFF2-40B4-BE49-F238E27FC236}">
                              <a16:creationId xmlns:a16="http://schemas.microsoft.com/office/drawing/2014/main" id="{A02E029B-94C8-39A2-5210-B634BEA4B06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435" name="Arc 4434">
                          <a:extLst>
                            <a:ext uri="{FF2B5EF4-FFF2-40B4-BE49-F238E27FC236}">
                              <a16:creationId xmlns:a16="http://schemas.microsoft.com/office/drawing/2014/main" id="{1B16C40E-88EF-1934-D106-A90C25DD47F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433" name="TextBox 4432">
                        <a:extLst>
                          <a:ext uri="{FF2B5EF4-FFF2-40B4-BE49-F238E27FC236}">
                            <a16:creationId xmlns:a16="http://schemas.microsoft.com/office/drawing/2014/main" id="{CA767E09-7287-5235-CA79-08B2835BDFA7}"/>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418" name="Group 4417">
                    <a:extLst>
                      <a:ext uri="{FF2B5EF4-FFF2-40B4-BE49-F238E27FC236}">
                        <a16:creationId xmlns:a16="http://schemas.microsoft.com/office/drawing/2014/main" id="{26334987-3549-F06F-AE2B-D4D51F3BE8A2}"/>
                      </a:ext>
                    </a:extLst>
                  </p:cNvPr>
                  <p:cNvGrpSpPr/>
                  <p:nvPr/>
                </p:nvGrpSpPr>
                <p:grpSpPr>
                  <a:xfrm>
                    <a:off x="6197413" y="3225768"/>
                    <a:ext cx="393192" cy="393192"/>
                    <a:chOff x="6389147" y="3932622"/>
                    <a:chExt cx="393192" cy="393192"/>
                  </a:xfrm>
                </p:grpSpPr>
                <p:grpSp>
                  <p:nvGrpSpPr>
                    <p:cNvPr id="4419" name="Group 4418">
                      <a:extLst>
                        <a:ext uri="{FF2B5EF4-FFF2-40B4-BE49-F238E27FC236}">
                          <a16:creationId xmlns:a16="http://schemas.microsoft.com/office/drawing/2014/main" id="{D55D64F7-8F01-690F-6AD5-9CF8E9C4A5B5}"/>
                        </a:ext>
                      </a:extLst>
                    </p:cNvPr>
                    <p:cNvGrpSpPr/>
                    <p:nvPr/>
                  </p:nvGrpSpPr>
                  <p:grpSpPr>
                    <a:xfrm flipH="1">
                      <a:off x="6478587" y="4022061"/>
                      <a:ext cx="214313" cy="214313"/>
                      <a:chOff x="5354637" y="3446463"/>
                      <a:chExt cx="214313" cy="214313"/>
                    </a:xfrm>
                  </p:grpSpPr>
                  <p:sp>
                    <p:nvSpPr>
                      <p:cNvPr id="4427" name="Arc 4426">
                        <a:extLst>
                          <a:ext uri="{FF2B5EF4-FFF2-40B4-BE49-F238E27FC236}">
                            <a16:creationId xmlns:a16="http://schemas.microsoft.com/office/drawing/2014/main" id="{6F42BD00-BDA8-5B16-574A-1B9E397C2A6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428" name="Arc 4427">
                        <a:extLst>
                          <a:ext uri="{FF2B5EF4-FFF2-40B4-BE49-F238E27FC236}">
                            <a16:creationId xmlns:a16="http://schemas.microsoft.com/office/drawing/2014/main" id="{697C48FD-C6AD-64C9-3EE1-4D52BEE8B7D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420" name="Group 4419">
                      <a:extLst>
                        <a:ext uri="{FF2B5EF4-FFF2-40B4-BE49-F238E27FC236}">
                          <a16:creationId xmlns:a16="http://schemas.microsoft.com/office/drawing/2014/main" id="{E5C65A46-275A-33B7-368C-CCDF48E4BC40}"/>
                        </a:ext>
                      </a:extLst>
                    </p:cNvPr>
                    <p:cNvGrpSpPr/>
                    <p:nvPr/>
                  </p:nvGrpSpPr>
                  <p:grpSpPr>
                    <a:xfrm rot="7200000" flipH="1">
                      <a:off x="6434137" y="3977611"/>
                      <a:ext cx="303213" cy="303213"/>
                      <a:chOff x="5354637" y="3446463"/>
                      <a:chExt cx="214313" cy="214313"/>
                    </a:xfrm>
                  </p:grpSpPr>
                  <p:sp>
                    <p:nvSpPr>
                      <p:cNvPr id="4425" name="Arc 4424">
                        <a:extLst>
                          <a:ext uri="{FF2B5EF4-FFF2-40B4-BE49-F238E27FC236}">
                            <a16:creationId xmlns:a16="http://schemas.microsoft.com/office/drawing/2014/main" id="{632FB9A6-A76B-8BA8-689B-8129D9C0E25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426" name="Arc 4425">
                        <a:extLst>
                          <a:ext uri="{FF2B5EF4-FFF2-40B4-BE49-F238E27FC236}">
                            <a16:creationId xmlns:a16="http://schemas.microsoft.com/office/drawing/2014/main" id="{E2423A6B-E10A-52CE-FF00-E039A8F4E75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421" name="Group 4420">
                      <a:extLst>
                        <a:ext uri="{FF2B5EF4-FFF2-40B4-BE49-F238E27FC236}">
                          <a16:creationId xmlns:a16="http://schemas.microsoft.com/office/drawing/2014/main" id="{21FEED80-2BC3-8507-A8E5-10CF42CA3F9F}"/>
                        </a:ext>
                      </a:extLst>
                    </p:cNvPr>
                    <p:cNvGrpSpPr/>
                    <p:nvPr/>
                  </p:nvGrpSpPr>
                  <p:grpSpPr>
                    <a:xfrm rot="14400000" flipH="1">
                      <a:off x="6389147" y="3932622"/>
                      <a:ext cx="393192" cy="393192"/>
                      <a:chOff x="5354637" y="3446463"/>
                      <a:chExt cx="214313" cy="214313"/>
                    </a:xfrm>
                  </p:grpSpPr>
                  <p:sp>
                    <p:nvSpPr>
                      <p:cNvPr id="4423" name="Arc 4422">
                        <a:extLst>
                          <a:ext uri="{FF2B5EF4-FFF2-40B4-BE49-F238E27FC236}">
                            <a16:creationId xmlns:a16="http://schemas.microsoft.com/office/drawing/2014/main" id="{CC9C319B-AA73-E0BA-D7E6-9F1294C7BA4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424" name="Arc 4423">
                        <a:extLst>
                          <a:ext uri="{FF2B5EF4-FFF2-40B4-BE49-F238E27FC236}">
                            <a16:creationId xmlns:a16="http://schemas.microsoft.com/office/drawing/2014/main" id="{03BC7B3C-46AD-15A0-4BD1-08A8606A232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422" name="TextBox 4421">
                      <a:extLst>
                        <a:ext uri="{FF2B5EF4-FFF2-40B4-BE49-F238E27FC236}">
                          <a16:creationId xmlns:a16="http://schemas.microsoft.com/office/drawing/2014/main" id="{9B120AD4-3CAE-53CA-68F4-5FFE4E3F5C05}"/>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3074" name="Group 3073">
              <a:extLst>
                <a:ext uri="{FF2B5EF4-FFF2-40B4-BE49-F238E27FC236}">
                  <a16:creationId xmlns:a16="http://schemas.microsoft.com/office/drawing/2014/main" id="{A274F902-09A2-0AD6-6C23-FB013149C9CA}"/>
                </a:ext>
              </a:extLst>
            </p:cNvPr>
            <p:cNvGrpSpPr/>
            <p:nvPr/>
          </p:nvGrpSpPr>
          <p:grpSpPr>
            <a:xfrm>
              <a:off x="-599392" y="-493844"/>
              <a:ext cx="2263438" cy="2198360"/>
              <a:chOff x="5445106" y="2039507"/>
              <a:chExt cx="2263438" cy="2198360"/>
            </a:xfrm>
          </p:grpSpPr>
          <p:grpSp>
            <p:nvGrpSpPr>
              <p:cNvPr id="4221" name="Group 4220">
                <a:extLst>
                  <a:ext uri="{FF2B5EF4-FFF2-40B4-BE49-F238E27FC236}">
                    <a16:creationId xmlns:a16="http://schemas.microsoft.com/office/drawing/2014/main" id="{3A1DE11C-40DF-3C2A-A02B-E1F88C1DD9EE}"/>
                  </a:ext>
                </a:extLst>
              </p:cNvPr>
              <p:cNvGrpSpPr/>
              <p:nvPr/>
            </p:nvGrpSpPr>
            <p:grpSpPr>
              <a:xfrm>
                <a:off x="5445106" y="2644743"/>
                <a:ext cx="1643204" cy="1593124"/>
                <a:chOff x="5445106" y="2644743"/>
                <a:chExt cx="1643204" cy="1593124"/>
              </a:xfrm>
            </p:grpSpPr>
            <p:grpSp>
              <p:nvGrpSpPr>
                <p:cNvPr id="4317" name="Group 4316">
                  <a:extLst>
                    <a:ext uri="{FF2B5EF4-FFF2-40B4-BE49-F238E27FC236}">
                      <a16:creationId xmlns:a16="http://schemas.microsoft.com/office/drawing/2014/main" id="{9EAE00D5-2511-15D4-AA2D-B893F4C25978}"/>
                    </a:ext>
                  </a:extLst>
                </p:cNvPr>
                <p:cNvGrpSpPr/>
                <p:nvPr/>
              </p:nvGrpSpPr>
              <p:grpSpPr>
                <a:xfrm>
                  <a:off x="5445106" y="2644743"/>
                  <a:ext cx="1019224" cy="991639"/>
                  <a:chOff x="5886431" y="3225768"/>
                  <a:chExt cx="1019224" cy="991639"/>
                </a:xfrm>
              </p:grpSpPr>
              <p:grpSp>
                <p:nvGrpSpPr>
                  <p:cNvPr id="4365" name="Group 4364">
                    <a:extLst>
                      <a:ext uri="{FF2B5EF4-FFF2-40B4-BE49-F238E27FC236}">
                        <a16:creationId xmlns:a16="http://schemas.microsoft.com/office/drawing/2014/main" id="{50258374-86F6-98F2-F318-D6D2DA66BD16}"/>
                      </a:ext>
                    </a:extLst>
                  </p:cNvPr>
                  <p:cNvGrpSpPr/>
                  <p:nvPr/>
                </p:nvGrpSpPr>
                <p:grpSpPr>
                  <a:xfrm>
                    <a:off x="6197413" y="3824215"/>
                    <a:ext cx="393192" cy="393192"/>
                    <a:chOff x="5265196" y="3357021"/>
                    <a:chExt cx="393192" cy="393192"/>
                  </a:xfrm>
                </p:grpSpPr>
                <p:grpSp>
                  <p:nvGrpSpPr>
                    <p:cNvPr id="4400" name="Group 4399">
                      <a:extLst>
                        <a:ext uri="{FF2B5EF4-FFF2-40B4-BE49-F238E27FC236}">
                          <a16:creationId xmlns:a16="http://schemas.microsoft.com/office/drawing/2014/main" id="{9F59D603-0E4F-9CB2-5F0C-C0605285B490}"/>
                        </a:ext>
                      </a:extLst>
                    </p:cNvPr>
                    <p:cNvGrpSpPr/>
                    <p:nvPr/>
                  </p:nvGrpSpPr>
                  <p:grpSpPr>
                    <a:xfrm rot="14400000">
                      <a:off x="5265196" y="3357021"/>
                      <a:ext cx="393192" cy="393192"/>
                      <a:chOff x="5354637" y="3446463"/>
                      <a:chExt cx="214313" cy="214313"/>
                    </a:xfrm>
                  </p:grpSpPr>
                  <p:sp>
                    <p:nvSpPr>
                      <p:cNvPr id="4409" name="Arc 4408">
                        <a:extLst>
                          <a:ext uri="{FF2B5EF4-FFF2-40B4-BE49-F238E27FC236}">
                            <a16:creationId xmlns:a16="http://schemas.microsoft.com/office/drawing/2014/main" id="{8EC25672-8A47-7142-36C1-D7DB15BDCAD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410" name="Arc 4409">
                        <a:extLst>
                          <a:ext uri="{FF2B5EF4-FFF2-40B4-BE49-F238E27FC236}">
                            <a16:creationId xmlns:a16="http://schemas.microsoft.com/office/drawing/2014/main" id="{86D4514E-3679-C2DA-EF83-5F8632BB53B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401" name="Group 4400">
                      <a:extLst>
                        <a:ext uri="{FF2B5EF4-FFF2-40B4-BE49-F238E27FC236}">
                          <a16:creationId xmlns:a16="http://schemas.microsoft.com/office/drawing/2014/main" id="{859AF7EC-BA8C-D5C1-85F1-30A089AC5BEF}"/>
                        </a:ext>
                      </a:extLst>
                    </p:cNvPr>
                    <p:cNvGrpSpPr/>
                    <p:nvPr/>
                  </p:nvGrpSpPr>
                  <p:grpSpPr>
                    <a:xfrm>
                      <a:off x="5310186" y="3402011"/>
                      <a:ext cx="303213" cy="303213"/>
                      <a:chOff x="5310186" y="3402011"/>
                      <a:chExt cx="303213" cy="303213"/>
                    </a:xfrm>
                  </p:grpSpPr>
                  <p:grpSp>
                    <p:nvGrpSpPr>
                      <p:cNvPr id="4402" name="Group 4401">
                        <a:extLst>
                          <a:ext uri="{FF2B5EF4-FFF2-40B4-BE49-F238E27FC236}">
                            <a16:creationId xmlns:a16="http://schemas.microsoft.com/office/drawing/2014/main" id="{52EF94CB-3DAC-DFC4-F0DF-37A36D373347}"/>
                          </a:ext>
                        </a:extLst>
                      </p:cNvPr>
                      <p:cNvGrpSpPr/>
                      <p:nvPr/>
                    </p:nvGrpSpPr>
                    <p:grpSpPr>
                      <a:xfrm>
                        <a:off x="5354636" y="3446461"/>
                        <a:ext cx="214313" cy="214313"/>
                        <a:chOff x="5354637" y="3446463"/>
                        <a:chExt cx="214313" cy="214313"/>
                      </a:xfrm>
                    </p:grpSpPr>
                    <p:sp>
                      <p:nvSpPr>
                        <p:cNvPr id="4407" name="Arc 4406">
                          <a:extLst>
                            <a:ext uri="{FF2B5EF4-FFF2-40B4-BE49-F238E27FC236}">
                              <a16:creationId xmlns:a16="http://schemas.microsoft.com/office/drawing/2014/main" id="{EC3029E7-E098-E124-DDCD-FBBC152793D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408" name="Arc 4407">
                          <a:extLst>
                            <a:ext uri="{FF2B5EF4-FFF2-40B4-BE49-F238E27FC236}">
                              <a16:creationId xmlns:a16="http://schemas.microsoft.com/office/drawing/2014/main" id="{C6840618-CFFA-EBFE-F3DF-4FEA023183A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403" name="Group 4402">
                        <a:extLst>
                          <a:ext uri="{FF2B5EF4-FFF2-40B4-BE49-F238E27FC236}">
                            <a16:creationId xmlns:a16="http://schemas.microsoft.com/office/drawing/2014/main" id="{2DDC629D-3806-D80B-BAB5-C02C123312C2}"/>
                          </a:ext>
                        </a:extLst>
                      </p:cNvPr>
                      <p:cNvGrpSpPr/>
                      <p:nvPr/>
                    </p:nvGrpSpPr>
                    <p:grpSpPr>
                      <a:xfrm rot="7200000">
                        <a:off x="5310186" y="3402011"/>
                        <a:ext cx="303213" cy="303213"/>
                        <a:chOff x="5354637" y="3446463"/>
                        <a:chExt cx="214313" cy="214313"/>
                      </a:xfrm>
                    </p:grpSpPr>
                    <p:sp>
                      <p:nvSpPr>
                        <p:cNvPr id="4405" name="Arc 4404">
                          <a:extLst>
                            <a:ext uri="{FF2B5EF4-FFF2-40B4-BE49-F238E27FC236}">
                              <a16:creationId xmlns:a16="http://schemas.microsoft.com/office/drawing/2014/main" id="{644A60A6-236B-2E88-45C8-24C4BA81135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406" name="Arc 4405">
                          <a:extLst>
                            <a:ext uri="{FF2B5EF4-FFF2-40B4-BE49-F238E27FC236}">
                              <a16:creationId xmlns:a16="http://schemas.microsoft.com/office/drawing/2014/main" id="{55D77132-3682-2405-5BDA-747B2C73A00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404" name="TextBox 4403">
                        <a:extLst>
                          <a:ext uri="{FF2B5EF4-FFF2-40B4-BE49-F238E27FC236}">
                            <a16:creationId xmlns:a16="http://schemas.microsoft.com/office/drawing/2014/main" id="{4CEB01DE-D142-36B6-5D1E-5D154403BE86}"/>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366" name="Group 4365">
                    <a:extLst>
                      <a:ext uri="{FF2B5EF4-FFF2-40B4-BE49-F238E27FC236}">
                        <a16:creationId xmlns:a16="http://schemas.microsoft.com/office/drawing/2014/main" id="{177DC62C-C6AD-0C7E-E56C-72E5CE957F82}"/>
                      </a:ext>
                    </a:extLst>
                  </p:cNvPr>
                  <p:cNvGrpSpPr/>
                  <p:nvPr/>
                </p:nvGrpSpPr>
                <p:grpSpPr>
                  <a:xfrm>
                    <a:off x="5886431" y="3525040"/>
                    <a:ext cx="393192" cy="393192"/>
                    <a:chOff x="5265196" y="3932619"/>
                    <a:chExt cx="393192" cy="393192"/>
                  </a:xfrm>
                </p:grpSpPr>
                <p:grpSp>
                  <p:nvGrpSpPr>
                    <p:cNvPr id="4390" name="Group 4389">
                      <a:extLst>
                        <a:ext uri="{FF2B5EF4-FFF2-40B4-BE49-F238E27FC236}">
                          <a16:creationId xmlns:a16="http://schemas.microsoft.com/office/drawing/2014/main" id="{01349D1A-4571-FF89-DEF9-2A4045697402}"/>
                        </a:ext>
                      </a:extLst>
                    </p:cNvPr>
                    <p:cNvGrpSpPr/>
                    <p:nvPr/>
                  </p:nvGrpSpPr>
                  <p:grpSpPr>
                    <a:xfrm>
                      <a:off x="5354636" y="4022061"/>
                      <a:ext cx="214313" cy="214313"/>
                      <a:chOff x="5354637" y="3446463"/>
                      <a:chExt cx="214313" cy="214313"/>
                    </a:xfrm>
                  </p:grpSpPr>
                  <p:sp>
                    <p:nvSpPr>
                      <p:cNvPr id="4398" name="Arc 4397">
                        <a:extLst>
                          <a:ext uri="{FF2B5EF4-FFF2-40B4-BE49-F238E27FC236}">
                            <a16:creationId xmlns:a16="http://schemas.microsoft.com/office/drawing/2014/main" id="{E0F79A90-408C-0B92-F79C-B94C6B51B4B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99" name="Arc 4398">
                        <a:extLst>
                          <a:ext uri="{FF2B5EF4-FFF2-40B4-BE49-F238E27FC236}">
                            <a16:creationId xmlns:a16="http://schemas.microsoft.com/office/drawing/2014/main" id="{5554898A-429F-3D00-FBE4-1AAF5D7CA26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391" name="Group 4390">
                      <a:extLst>
                        <a:ext uri="{FF2B5EF4-FFF2-40B4-BE49-F238E27FC236}">
                          <a16:creationId xmlns:a16="http://schemas.microsoft.com/office/drawing/2014/main" id="{49C14660-5A41-30CE-611A-FC40AEF49EAA}"/>
                        </a:ext>
                      </a:extLst>
                    </p:cNvPr>
                    <p:cNvGrpSpPr/>
                    <p:nvPr/>
                  </p:nvGrpSpPr>
                  <p:grpSpPr>
                    <a:xfrm rot="14400000">
                      <a:off x="5310186" y="3977611"/>
                      <a:ext cx="303213" cy="303213"/>
                      <a:chOff x="5354637" y="3446463"/>
                      <a:chExt cx="214313" cy="214313"/>
                    </a:xfrm>
                  </p:grpSpPr>
                  <p:sp>
                    <p:nvSpPr>
                      <p:cNvPr id="4396" name="Arc 4395">
                        <a:extLst>
                          <a:ext uri="{FF2B5EF4-FFF2-40B4-BE49-F238E27FC236}">
                            <a16:creationId xmlns:a16="http://schemas.microsoft.com/office/drawing/2014/main" id="{BFDF8B27-7BAA-D60A-2AAF-E196512A21E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97" name="Arc 4396">
                        <a:extLst>
                          <a:ext uri="{FF2B5EF4-FFF2-40B4-BE49-F238E27FC236}">
                            <a16:creationId xmlns:a16="http://schemas.microsoft.com/office/drawing/2014/main" id="{D5FB81A3-2C3C-22D2-B3A4-ECC506A2118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392" name="Group 4391">
                      <a:extLst>
                        <a:ext uri="{FF2B5EF4-FFF2-40B4-BE49-F238E27FC236}">
                          <a16:creationId xmlns:a16="http://schemas.microsoft.com/office/drawing/2014/main" id="{D17C9634-83EA-2470-E235-85237EA5F63A}"/>
                        </a:ext>
                      </a:extLst>
                    </p:cNvPr>
                    <p:cNvGrpSpPr/>
                    <p:nvPr/>
                  </p:nvGrpSpPr>
                  <p:grpSpPr>
                    <a:xfrm rot="7200000">
                      <a:off x="5265196" y="3932619"/>
                      <a:ext cx="393192" cy="393192"/>
                      <a:chOff x="5354637" y="3446463"/>
                      <a:chExt cx="214313" cy="214313"/>
                    </a:xfrm>
                  </p:grpSpPr>
                  <p:sp>
                    <p:nvSpPr>
                      <p:cNvPr id="4394" name="Arc 4393">
                        <a:extLst>
                          <a:ext uri="{FF2B5EF4-FFF2-40B4-BE49-F238E27FC236}">
                            <a16:creationId xmlns:a16="http://schemas.microsoft.com/office/drawing/2014/main" id="{F6158204-C507-1E92-E3F1-9E8B2A60E7A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95" name="Arc 4394">
                        <a:extLst>
                          <a:ext uri="{FF2B5EF4-FFF2-40B4-BE49-F238E27FC236}">
                            <a16:creationId xmlns:a16="http://schemas.microsoft.com/office/drawing/2014/main" id="{66993B28-0C17-DF7B-7913-98B258282D7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393" name="TextBox 4392">
                      <a:extLst>
                        <a:ext uri="{FF2B5EF4-FFF2-40B4-BE49-F238E27FC236}">
                          <a16:creationId xmlns:a16="http://schemas.microsoft.com/office/drawing/2014/main" id="{47403191-B536-63F9-D62C-F2D1D4A2A462}"/>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4367" name="Group 4366">
                    <a:extLst>
                      <a:ext uri="{FF2B5EF4-FFF2-40B4-BE49-F238E27FC236}">
                        <a16:creationId xmlns:a16="http://schemas.microsoft.com/office/drawing/2014/main" id="{F41552E8-EA84-E8AE-B3B0-D2C13D3F1106}"/>
                      </a:ext>
                    </a:extLst>
                  </p:cNvPr>
                  <p:cNvGrpSpPr/>
                  <p:nvPr/>
                </p:nvGrpSpPr>
                <p:grpSpPr>
                  <a:xfrm>
                    <a:off x="6512463" y="3525040"/>
                    <a:ext cx="393192" cy="393192"/>
                    <a:chOff x="6389147" y="3357021"/>
                    <a:chExt cx="393192" cy="393192"/>
                  </a:xfrm>
                </p:grpSpPr>
                <p:grpSp>
                  <p:nvGrpSpPr>
                    <p:cNvPr id="4379" name="Group 4378">
                      <a:extLst>
                        <a:ext uri="{FF2B5EF4-FFF2-40B4-BE49-F238E27FC236}">
                          <a16:creationId xmlns:a16="http://schemas.microsoft.com/office/drawing/2014/main" id="{A54B8F4E-41AA-BC05-EC86-C8C393D3C1F0}"/>
                        </a:ext>
                      </a:extLst>
                    </p:cNvPr>
                    <p:cNvGrpSpPr/>
                    <p:nvPr/>
                  </p:nvGrpSpPr>
                  <p:grpSpPr>
                    <a:xfrm rot="7200000" flipH="1">
                      <a:off x="6389147" y="3357021"/>
                      <a:ext cx="393192" cy="393192"/>
                      <a:chOff x="5354637" y="3446463"/>
                      <a:chExt cx="214313" cy="214313"/>
                    </a:xfrm>
                  </p:grpSpPr>
                  <p:sp>
                    <p:nvSpPr>
                      <p:cNvPr id="4388" name="Arc 4387">
                        <a:extLst>
                          <a:ext uri="{FF2B5EF4-FFF2-40B4-BE49-F238E27FC236}">
                            <a16:creationId xmlns:a16="http://schemas.microsoft.com/office/drawing/2014/main" id="{F79C8F02-21ED-D9C2-6E81-419FA71168B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89" name="Arc 4388">
                        <a:extLst>
                          <a:ext uri="{FF2B5EF4-FFF2-40B4-BE49-F238E27FC236}">
                            <a16:creationId xmlns:a16="http://schemas.microsoft.com/office/drawing/2014/main" id="{A2B8C2E1-2F31-41C5-AABB-43255B8FC1F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380" name="Group 4379">
                      <a:extLst>
                        <a:ext uri="{FF2B5EF4-FFF2-40B4-BE49-F238E27FC236}">
                          <a16:creationId xmlns:a16="http://schemas.microsoft.com/office/drawing/2014/main" id="{5FF611CA-A36D-13B3-B3B6-17783FB5B1BD}"/>
                        </a:ext>
                      </a:extLst>
                    </p:cNvPr>
                    <p:cNvGrpSpPr/>
                    <p:nvPr/>
                  </p:nvGrpSpPr>
                  <p:grpSpPr>
                    <a:xfrm>
                      <a:off x="6434137" y="3402011"/>
                      <a:ext cx="303213" cy="303213"/>
                      <a:chOff x="6434137" y="3402011"/>
                      <a:chExt cx="303213" cy="303213"/>
                    </a:xfrm>
                  </p:grpSpPr>
                  <p:grpSp>
                    <p:nvGrpSpPr>
                      <p:cNvPr id="4381" name="Group 4380">
                        <a:extLst>
                          <a:ext uri="{FF2B5EF4-FFF2-40B4-BE49-F238E27FC236}">
                            <a16:creationId xmlns:a16="http://schemas.microsoft.com/office/drawing/2014/main" id="{6FAD112F-12FF-2C24-6F29-0F96A411A046}"/>
                          </a:ext>
                        </a:extLst>
                      </p:cNvPr>
                      <p:cNvGrpSpPr/>
                      <p:nvPr/>
                    </p:nvGrpSpPr>
                    <p:grpSpPr>
                      <a:xfrm flipH="1">
                        <a:off x="6478587" y="3446461"/>
                        <a:ext cx="214313" cy="214313"/>
                        <a:chOff x="5354637" y="3446463"/>
                        <a:chExt cx="214313" cy="214313"/>
                      </a:xfrm>
                    </p:grpSpPr>
                    <p:sp>
                      <p:nvSpPr>
                        <p:cNvPr id="4386" name="Arc 4385">
                          <a:extLst>
                            <a:ext uri="{FF2B5EF4-FFF2-40B4-BE49-F238E27FC236}">
                              <a16:creationId xmlns:a16="http://schemas.microsoft.com/office/drawing/2014/main" id="{1438003A-9A73-2445-3B69-BD54C5A9920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87" name="Arc 4386">
                          <a:extLst>
                            <a:ext uri="{FF2B5EF4-FFF2-40B4-BE49-F238E27FC236}">
                              <a16:creationId xmlns:a16="http://schemas.microsoft.com/office/drawing/2014/main" id="{EEDF965E-5E02-45D2-CB19-F408467664A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382" name="Group 4381">
                        <a:extLst>
                          <a:ext uri="{FF2B5EF4-FFF2-40B4-BE49-F238E27FC236}">
                            <a16:creationId xmlns:a16="http://schemas.microsoft.com/office/drawing/2014/main" id="{640C91B4-CFD2-4A54-E89F-4F68E0595666}"/>
                          </a:ext>
                        </a:extLst>
                      </p:cNvPr>
                      <p:cNvGrpSpPr/>
                      <p:nvPr/>
                    </p:nvGrpSpPr>
                    <p:grpSpPr>
                      <a:xfrm rot="14400000" flipH="1">
                        <a:off x="6434137" y="3402011"/>
                        <a:ext cx="303213" cy="303213"/>
                        <a:chOff x="5354637" y="3446463"/>
                        <a:chExt cx="214313" cy="214313"/>
                      </a:xfrm>
                    </p:grpSpPr>
                    <p:sp>
                      <p:nvSpPr>
                        <p:cNvPr id="4384" name="Arc 4383">
                          <a:extLst>
                            <a:ext uri="{FF2B5EF4-FFF2-40B4-BE49-F238E27FC236}">
                              <a16:creationId xmlns:a16="http://schemas.microsoft.com/office/drawing/2014/main" id="{9F84DAD0-D27C-183C-248B-8CA128C91FD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85" name="Arc 4384">
                          <a:extLst>
                            <a:ext uri="{FF2B5EF4-FFF2-40B4-BE49-F238E27FC236}">
                              <a16:creationId xmlns:a16="http://schemas.microsoft.com/office/drawing/2014/main" id="{A308C4F0-2BBC-D51B-4BE0-2B2BD56C6E0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383" name="TextBox 4382">
                        <a:extLst>
                          <a:ext uri="{FF2B5EF4-FFF2-40B4-BE49-F238E27FC236}">
                            <a16:creationId xmlns:a16="http://schemas.microsoft.com/office/drawing/2014/main" id="{CB9668F6-C37B-775D-384F-3B99284B1491}"/>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368" name="Group 4367">
                    <a:extLst>
                      <a:ext uri="{FF2B5EF4-FFF2-40B4-BE49-F238E27FC236}">
                        <a16:creationId xmlns:a16="http://schemas.microsoft.com/office/drawing/2014/main" id="{3021FE15-372D-3B05-9CB5-87662226BEAA}"/>
                      </a:ext>
                    </a:extLst>
                  </p:cNvPr>
                  <p:cNvGrpSpPr/>
                  <p:nvPr/>
                </p:nvGrpSpPr>
                <p:grpSpPr>
                  <a:xfrm>
                    <a:off x="6197413" y="3225768"/>
                    <a:ext cx="393192" cy="393192"/>
                    <a:chOff x="6389147" y="3932622"/>
                    <a:chExt cx="393192" cy="393192"/>
                  </a:xfrm>
                </p:grpSpPr>
                <p:grpSp>
                  <p:nvGrpSpPr>
                    <p:cNvPr id="4369" name="Group 4368">
                      <a:extLst>
                        <a:ext uri="{FF2B5EF4-FFF2-40B4-BE49-F238E27FC236}">
                          <a16:creationId xmlns:a16="http://schemas.microsoft.com/office/drawing/2014/main" id="{7C9121EC-47C6-A5C5-170A-1368FAB794CD}"/>
                        </a:ext>
                      </a:extLst>
                    </p:cNvPr>
                    <p:cNvGrpSpPr/>
                    <p:nvPr/>
                  </p:nvGrpSpPr>
                  <p:grpSpPr>
                    <a:xfrm flipH="1">
                      <a:off x="6478587" y="4022061"/>
                      <a:ext cx="214313" cy="214313"/>
                      <a:chOff x="5354637" y="3446463"/>
                      <a:chExt cx="214313" cy="214313"/>
                    </a:xfrm>
                  </p:grpSpPr>
                  <p:sp>
                    <p:nvSpPr>
                      <p:cNvPr id="4377" name="Arc 4376">
                        <a:extLst>
                          <a:ext uri="{FF2B5EF4-FFF2-40B4-BE49-F238E27FC236}">
                            <a16:creationId xmlns:a16="http://schemas.microsoft.com/office/drawing/2014/main" id="{B74B1A82-EA21-355D-41F4-BAF2749F931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78" name="Arc 4377">
                        <a:extLst>
                          <a:ext uri="{FF2B5EF4-FFF2-40B4-BE49-F238E27FC236}">
                            <a16:creationId xmlns:a16="http://schemas.microsoft.com/office/drawing/2014/main" id="{8CBE0F90-4759-D4FE-AD65-6B78F084A42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370" name="Group 4369">
                      <a:extLst>
                        <a:ext uri="{FF2B5EF4-FFF2-40B4-BE49-F238E27FC236}">
                          <a16:creationId xmlns:a16="http://schemas.microsoft.com/office/drawing/2014/main" id="{52635510-4ADF-07B3-1F8E-C7CE1AA3CDB6}"/>
                        </a:ext>
                      </a:extLst>
                    </p:cNvPr>
                    <p:cNvGrpSpPr/>
                    <p:nvPr/>
                  </p:nvGrpSpPr>
                  <p:grpSpPr>
                    <a:xfrm rot="7200000" flipH="1">
                      <a:off x="6434137" y="3977611"/>
                      <a:ext cx="303213" cy="303213"/>
                      <a:chOff x="5354637" y="3446463"/>
                      <a:chExt cx="214313" cy="214313"/>
                    </a:xfrm>
                  </p:grpSpPr>
                  <p:sp>
                    <p:nvSpPr>
                      <p:cNvPr id="4375" name="Arc 4374">
                        <a:extLst>
                          <a:ext uri="{FF2B5EF4-FFF2-40B4-BE49-F238E27FC236}">
                            <a16:creationId xmlns:a16="http://schemas.microsoft.com/office/drawing/2014/main" id="{67F752D0-FD80-9085-0CF9-BCE55305484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76" name="Arc 4375">
                        <a:extLst>
                          <a:ext uri="{FF2B5EF4-FFF2-40B4-BE49-F238E27FC236}">
                            <a16:creationId xmlns:a16="http://schemas.microsoft.com/office/drawing/2014/main" id="{89F99CE4-B80D-7542-DC2F-361199B1D67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371" name="Group 4370">
                      <a:extLst>
                        <a:ext uri="{FF2B5EF4-FFF2-40B4-BE49-F238E27FC236}">
                          <a16:creationId xmlns:a16="http://schemas.microsoft.com/office/drawing/2014/main" id="{45B2E948-2AA5-8F54-1CD5-73A9189C9AF7}"/>
                        </a:ext>
                      </a:extLst>
                    </p:cNvPr>
                    <p:cNvGrpSpPr/>
                    <p:nvPr/>
                  </p:nvGrpSpPr>
                  <p:grpSpPr>
                    <a:xfrm rot="14400000" flipH="1">
                      <a:off x="6389147" y="3932622"/>
                      <a:ext cx="393192" cy="393192"/>
                      <a:chOff x="5354637" y="3446463"/>
                      <a:chExt cx="214313" cy="214313"/>
                    </a:xfrm>
                  </p:grpSpPr>
                  <p:sp>
                    <p:nvSpPr>
                      <p:cNvPr id="4373" name="Arc 4372">
                        <a:extLst>
                          <a:ext uri="{FF2B5EF4-FFF2-40B4-BE49-F238E27FC236}">
                            <a16:creationId xmlns:a16="http://schemas.microsoft.com/office/drawing/2014/main" id="{59B0492E-A658-3687-9B0B-FE130FCE3D9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74" name="Arc 4373">
                        <a:extLst>
                          <a:ext uri="{FF2B5EF4-FFF2-40B4-BE49-F238E27FC236}">
                            <a16:creationId xmlns:a16="http://schemas.microsoft.com/office/drawing/2014/main" id="{68791BB3-F9A5-1342-D01F-EDD9EFA0008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372" name="TextBox 4371">
                      <a:extLst>
                        <a:ext uri="{FF2B5EF4-FFF2-40B4-BE49-F238E27FC236}">
                          <a16:creationId xmlns:a16="http://schemas.microsoft.com/office/drawing/2014/main" id="{60858ADD-4C47-45FC-61B4-2803CC48D87F}"/>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318" name="Group 4317">
                  <a:extLst>
                    <a:ext uri="{FF2B5EF4-FFF2-40B4-BE49-F238E27FC236}">
                      <a16:creationId xmlns:a16="http://schemas.microsoft.com/office/drawing/2014/main" id="{324D8612-59A8-F025-22C8-AD67D91344CD}"/>
                    </a:ext>
                  </a:extLst>
                </p:cNvPr>
                <p:cNvGrpSpPr/>
                <p:nvPr/>
              </p:nvGrpSpPr>
              <p:grpSpPr>
                <a:xfrm>
                  <a:off x="6069086" y="3246228"/>
                  <a:ext cx="1019224" cy="991639"/>
                  <a:chOff x="5886431" y="3225768"/>
                  <a:chExt cx="1019224" cy="991639"/>
                </a:xfrm>
              </p:grpSpPr>
              <p:grpSp>
                <p:nvGrpSpPr>
                  <p:cNvPr id="4319" name="Group 4318">
                    <a:extLst>
                      <a:ext uri="{FF2B5EF4-FFF2-40B4-BE49-F238E27FC236}">
                        <a16:creationId xmlns:a16="http://schemas.microsoft.com/office/drawing/2014/main" id="{607E7A15-69C1-0B93-7B36-F50534EFD4BA}"/>
                      </a:ext>
                    </a:extLst>
                  </p:cNvPr>
                  <p:cNvGrpSpPr/>
                  <p:nvPr/>
                </p:nvGrpSpPr>
                <p:grpSpPr>
                  <a:xfrm>
                    <a:off x="6197413" y="3824215"/>
                    <a:ext cx="393192" cy="393192"/>
                    <a:chOff x="5265196" y="3357021"/>
                    <a:chExt cx="393192" cy="393192"/>
                  </a:xfrm>
                </p:grpSpPr>
                <p:grpSp>
                  <p:nvGrpSpPr>
                    <p:cNvPr id="4354" name="Group 4353">
                      <a:extLst>
                        <a:ext uri="{FF2B5EF4-FFF2-40B4-BE49-F238E27FC236}">
                          <a16:creationId xmlns:a16="http://schemas.microsoft.com/office/drawing/2014/main" id="{9D8E2D21-1C71-9BD8-934C-1BA67F59262B}"/>
                        </a:ext>
                      </a:extLst>
                    </p:cNvPr>
                    <p:cNvGrpSpPr/>
                    <p:nvPr/>
                  </p:nvGrpSpPr>
                  <p:grpSpPr>
                    <a:xfrm rot="14400000">
                      <a:off x="5265196" y="3357021"/>
                      <a:ext cx="393192" cy="393192"/>
                      <a:chOff x="5354637" y="3446463"/>
                      <a:chExt cx="214313" cy="214313"/>
                    </a:xfrm>
                  </p:grpSpPr>
                  <p:sp>
                    <p:nvSpPr>
                      <p:cNvPr id="4363" name="Arc 4362">
                        <a:extLst>
                          <a:ext uri="{FF2B5EF4-FFF2-40B4-BE49-F238E27FC236}">
                            <a16:creationId xmlns:a16="http://schemas.microsoft.com/office/drawing/2014/main" id="{F2CAE5C9-3E36-9670-4FA6-0E2701299B9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64" name="Arc 4363">
                        <a:extLst>
                          <a:ext uri="{FF2B5EF4-FFF2-40B4-BE49-F238E27FC236}">
                            <a16:creationId xmlns:a16="http://schemas.microsoft.com/office/drawing/2014/main" id="{369298BD-04BC-0911-2890-8838C5C237E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355" name="Group 4354">
                      <a:extLst>
                        <a:ext uri="{FF2B5EF4-FFF2-40B4-BE49-F238E27FC236}">
                          <a16:creationId xmlns:a16="http://schemas.microsoft.com/office/drawing/2014/main" id="{24E730BF-8716-AF30-327E-40276355F052}"/>
                        </a:ext>
                      </a:extLst>
                    </p:cNvPr>
                    <p:cNvGrpSpPr/>
                    <p:nvPr/>
                  </p:nvGrpSpPr>
                  <p:grpSpPr>
                    <a:xfrm>
                      <a:off x="5310186" y="3402011"/>
                      <a:ext cx="303213" cy="303213"/>
                      <a:chOff x="5310186" y="3402011"/>
                      <a:chExt cx="303213" cy="303213"/>
                    </a:xfrm>
                  </p:grpSpPr>
                  <p:grpSp>
                    <p:nvGrpSpPr>
                      <p:cNvPr id="4356" name="Group 4355">
                        <a:extLst>
                          <a:ext uri="{FF2B5EF4-FFF2-40B4-BE49-F238E27FC236}">
                            <a16:creationId xmlns:a16="http://schemas.microsoft.com/office/drawing/2014/main" id="{3FDF76A6-DEC5-785A-5C81-78559DA06CD9}"/>
                          </a:ext>
                        </a:extLst>
                      </p:cNvPr>
                      <p:cNvGrpSpPr/>
                      <p:nvPr/>
                    </p:nvGrpSpPr>
                    <p:grpSpPr>
                      <a:xfrm>
                        <a:off x="5354636" y="3446461"/>
                        <a:ext cx="214313" cy="214313"/>
                        <a:chOff x="5354637" y="3446463"/>
                        <a:chExt cx="214313" cy="214313"/>
                      </a:xfrm>
                    </p:grpSpPr>
                    <p:sp>
                      <p:nvSpPr>
                        <p:cNvPr id="4361" name="Arc 4360">
                          <a:extLst>
                            <a:ext uri="{FF2B5EF4-FFF2-40B4-BE49-F238E27FC236}">
                              <a16:creationId xmlns:a16="http://schemas.microsoft.com/office/drawing/2014/main" id="{B5757E6C-24BC-337E-9EF9-178E11C027A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62" name="Arc 4361">
                          <a:extLst>
                            <a:ext uri="{FF2B5EF4-FFF2-40B4-BE49-F238E27FC236}">
                              <a16:creationId xmlns:a16="http://schemas.microsoft.com/office/drawing/2014/main" id="{13FBA31E-6645-E7F3-66D3-8D7001581DF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357" name="Group 4356">
                        <a:extLst>
                          <a:ext uri="{FF2B5EF4-FFF2-40B4-BE49-F238E27FC236}">
                            <a16:creationId xmlns:a16="http://schemas.microsoft.com/office/drawing/2014/main" id="{51A84281-5014-D825-A92E-B0D7867F86BE}"/>
                          </a:ext>
                        </a:extLst>
                      </p:cNvPr>
                      <p:cNvGrpSpPr/>
                      <p:nvPr/>
                    </p:nvGrpSpPr>
                    <p:grpSpPr>
                      <a:xfrm rot="7200000">
                        <a:off x="5310186" y="3402011"/>
                        <a:ext cx="303213" cy="303213"/>
                        <a:chOff x="5354637" y="3446463"/>
                        <a:chExt cx="214313" cy="214313"/>
                      </a:xfrm>
                    </p:grpSpPr>
                    <p:sp>
                      <p:nvSpPr>
                        <p:cNvPr id="4359" name="Arc 4358">
                          <a:extLst>
                            <a:ext uri="{FF2B5EF4-FFF2-40B4-BE49-F238E27FC236}">
                              <a16:creationId xmlns:a16="http://schemas.microsoft.com/office/drawing/2014/main" id="{F046D218-CD85-9269-59D2-2B44BB7C20A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60" name="Arc 4359">
                          <a:extLst>
                            <a:ext uri="{FF2B5EF4-FFF2-40B4-BE49-F238E27FC236}">
                              <a16:creationId xmlns:a16="http://schemas.microsoft.com/office/drawing/2014/main" id="{EC9DD6D4-A630-4906-77F8-DA43210358C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358" name="TextBox 4357">
                        <a:extLst>
                          <a:ext uri="{FF2B5EF4-FFF2-40B4-BE49-F238E27FC236}">
                            <a16:creationId xmlns:a16="http://schemas.microsoft.com/office/drawing/2014/main" id="{74E050B2-627B-1EF9-0D83-75D12B941581}"/>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320" name="Group 4319">
                    <a:extLst>
                      <a:ext uri="{FF2B5EF4-FFF2-40B4-BE49-F238E27FC236}">
                        <a16:creationId xmlns:a16="http://schemas.microsoft.com/office/drawing/2014/main" id="{68BA5451-C62C-2AE0-AE2E-37B994C71741}"/>
                      </a:ext>
                    </a:extLst>
                  </p:cNvPr>
                  <p:cNvGrpSpPr/>
                  <p:nvPr/>
                </p:nvGrpSpPr>
                <p:grpSpPr>
                  <a:xfrm>
                    <a:off x="5886431" y="3525040"/>
                    <a:ext cx="393192" cy="393192"/>
                    <a:chOff x="5265196" y="3932619"/>
                    <a:chExt cx="393192" cy="393192"/>
                  </a:xfrm>
                </p:grpSpPr>
                <p:grpSp>
                  <p:nvGrpSpPr>
                    <p:cNvPr id="4344" name="Group 4343">
                      <a:extLst>
                        <a:ext uri="{FF2B5EF4-FFF2-40B4-BE49-F238E27FC236}">
                          <a16:creationId xmlns:a16="http://schemas.microsoft.com/office/drawing/2014/main" id="{173D9308-5447-1FB1-09D1-07270970025B}"/>
                        </a:ext>
                      </a:extLst>
                    </p:cNvPr>
                    <p:cNvGrpSpPr/>
                    <p:nvPr/>
                  </p:nvGrpSpPr>
                  <p:grpSpPr>
                    <a:xfrm>
                      <a:off x="5354636" y="4022061"/>
                      <a:ext cx="214313" cy="214313"/>
                      <a:chOff x="5354637" y="3446463"/>
                      <a:chExt cx="214313" cy="214313"/>
                    </a:xfrm>
                  </p:grpSpPr>
                  <p:sp>
                    <p:nvSpPr>
                      <p:cNvPr id="4352" name="Arc 4351">
                        <a:extLst>
                          <a:ext uri="{FF2B5EF4-FFF2-40B4-BE49-F238E27FC236}">
                            <a16:creationId xmlns:a16="http://schemas.microsoft.com/office/drawing/2014/main" id="{1B64465C-3246-696F-639C-555B2CC0194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53" name="Arc 4352">
                        <a:extLst>
                          <a:ext uri="{FF2B5EF4-FFF2-40B4-BE49-F238E27FC236}">
                            <a16:creationId xmlns:a16="http://schemas.microsoft.com/office/drawing/2014/main" id="{FE509FFB-B454-33BA-F60A-F723BC37941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345" name="Group 4344">
                      <a:extLst>
                        <a:ext uri="{FF2B5EF4-FFF2-40B4-BE49-F238E27FC236}">
                          <a16:creationId xmlns:a16="http://schemas.microsoft.com/office/drawing/2014/main" id="{C7D6C3B8-BC4B-8B5A-DD6B-7BB5CA48BF44}"/>
                        </a:ext>
                      </a:extLst>
                    </p:cNvPr>
                    <p:cNvGrpSpPr/>
                    <p:nvPr/>
                  </p:nvGrpSpPr>
                  <p:grpSpPr>
                    <a:xfrm rot="14400000">
                      <a:off x="5310186" y="3977611"/>
                      <a:ext cx="303213" cy="303213"/>
                      <a:chOff x="5354637" y="3446463"/>
                      <a:chExt cx="214313" cy="214313"/>
                    </a:xfrm>
                  </p:grpSpPr>
                  <p:sp>
                    <p:nvSpPr>
                      <p:cNvPr id="4350" name="Arc 4349">
                        <a:extLst>
                          <a:ext uri="{FF2B5EF4-FFF2-40B4-BE49-F238E27FC236}">
                            <a16:creationId xmlns:a16="http://schemas.microsoft.com/office/drawing/2014/main" id="{605F74F7-FCE5-9425-DC92-6E30CEC845D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51" name="Arc 4350">
                        <a:extLst>
                          <a:ext uri="{FF2B5EF4-FFF2-40B4-BE49-F238E27FC236}">
                            <a16:creationId xmlns:a16="http://schemas.microsoft.com/office/drawing/2014/main" id="{9957E7E7-0E7E-1026-421F-757B12E03E2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346" name="Group 4345">
                      <a:extLst>
                        <a:ext uri="{FF2B5EF4-FFF2-40B4-BE49-F238E27FC236}">
                          <a16:creationId xmlns:a16="http://schemas.microsoft.com/office/drawing/2014/main" id="{129A2F00-DB05-5020-108C-7289C35B246C}"/>
                        </a:ext>
                      </a:extLst>
                    </p:cNvPr>
                    <p:cNvGrpSpPr/>
                    <p:nvPr/>
                  </p:nvGrpSpPr>
                  <p:grpSpPr>
                    <a:xfrm rot="7200000">
                      <a:off x="5265196" y="3932619"/>
                      <a:ext cx="393192" cy="393192"/>
                      <a:chOff x="5354637" y="3446463"/>
                      <a:chExt cx="214313" cy="214313"/>
                    </a:xfrm>
                  </p:grpSpPr>
                  <p:sp>
                    <p:nvSpPr>
                      <p:cNvPr id="4348" name="Arc 4347">
                        <a:extLst>
                          <a:ext uri="{FF2B5EF4-FFF2-40B4-BE49-F238E27FC236}">
                            <a16:creationId xmlns:a16="http://schemas.microsoft.com/office/drawing/2014/main" id="{30E123B1-3C05-CC64-2460-F67A5378E5D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49" name="Arc 4348">
                        <a:extLst>
                          <a:ext uri="{FF2B5EF4-FFF2-40B4-BE49-F238E27FC236}">
                            <a16:creationId xmlns:a16="http://schemas.microsoft.com/office/drawing/2014/main" id="{8211E903-88C0-989D-25D4-68178685E49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347" name="TextBox 4346">
                      <a:extLst>
                        <a:ext uri="{FF2B5EF4-FFF2-40B4-BE49-F238E27FC236}">
                          <a16:creationId xmlns:a16="http://schemas.microsoft.com/office/drawing/2014/main" id="{6FFEBD40-96DC-4A41-18F8-057BB1DC46A1}"/>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4321" name="Group 4320">
                    <a:extLst>
                      <a:ext uri="{FF2B5EF4-FFF2-40B4-BE49-F238E27FC236}">
                        <a16:creationId xmlns:a16="http://schemas.microsoft.com/office/drawing/2014/main" id="{5F9488BB-89E8-2820-9BDD-016D1B75B28E}"/>
                      </a:ext>
                    </a:extLst>
                  </p:cNvPr>
                  <p:cNvGrpSpPr/>
                  <p:nvPr/>
                </p:nvGrpSpPr>
                <p:grpSpPr>
                  <a:xfrm>
                    <a:off x="6512463" y="3525040"/>
                    <a:ext cx="393192" cy="393192"/>
                    <a:chOff x="6389147" y="3357021"/>
                    <a:chExt cx="393192" cy="393192"/>
                  </a:xfrm>
                </p:grpSpPr>
                <p:grpSp>
                  <p:nvGrpSpPr>
                    <p:cNvPr id="4333" name="Group 4332">
                      <a:extLst>
                        <a:ext uri="{FF2B5EF4-FFF2-40B4-BE49-F238E27FC236}">
                          <a16:creationId xmlns:a16="http://schemas.microsoft.com/office/drawing/2014/main" id="{6117986D-C9CC-2A41-738C-05DFAA9168FD}"/>
                        </a:ext>
                      </a:extLst>
                    </p:cNvPr>
                    <p:cNvGrpSpPr/>
                    <p:nvPr/>
                  </p:nvGrpSpPr>
                  <p:grpSpPr>
                    <a:xfrm rot="7200000" flipH="1">
                      <a:off x="6389147" y="3357021"/>
                      <a:ext cx="393192" cy="393192"/>
                      <a:chOff x="5354637" y="3446463"/>
                      <a:chExt cx="214313" cy="214313"/>
                    </a:xfrm>
                  </p:grpSpPr>
                  <p:sp>
                    <p:nvSpPr>
                      <p:cNvPr id="4342" name="Arc 4341">
                        <a:extLst>
                          <a:ext uri="{FF2B5EF4-FFF2-40B4-BE49-F238E27FC236}">
                            <a16:creationId xmlns:a16="http://schemas.microsoft.com/office/drawing/2014/main" id="{95F1D202-C652-805D-86B0-26FF157411B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43" name="Arc 4342">
                        <a:extLst>
                          <a:ext uri="{FF2B5EF4-FFF2-40B4-BE49-F238E27FC236}">
                            <a16:creationId xmlns:a16="http://schemas.microsoft.com/office/drawing/2014/main" id="{EC85A50F-53E2-E599-B151-2661C2FE987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334" name="Group 4333">
                      <a:extLst>
                        <a:ext uri="{FF2B5EF4-FFF2-40B4-BE49-F238E27FC236}">
                          <a16:creationId xmlns:a16="http://schemas.microsoft.com/office/drawing/2014/main" id="{D1FB2F00-CBCF-1D78-BDDE-B172DFB37A4C}"/>
                        </a:ext>
                      </a:extLst>
                    </p:cNvPr>
                    <p:cNvGrpSpPr/>
                    <p:nvPr/>
                  </p:nvGrpSpPr>
                  <p:grpSpPr>
                    <a:xfrm>
                      <a:off x="6434137" y="3402011"/>
                      <a:ext cx="303213" cy="303213"/>
                      <a:chOff x="6434137" y="3402011"/>
                      <a:chExt cx="303213" cy="303213"/>
                    </a:xfrm>
                  </p:grpSpPr>
                  <p:grpSp>
                    <p:nvGrpSpPr>
                      <p:cNvPr id="4335" name="Group 4334">
                        <a:extLst>
                          <a:ext uri="{FF2B5EF4-FFF2-40B4-BE49-F238E27FC236}">
                            <a16:creationId xmlns:a16="http://schemas.microsoft.com/office/drawing/2014/main" id="{5F622ECD-116C-9632-C034-6C07FA1C0542}"/>
                          </a:ext>
                        </a:extLst>
                      </p:cNvPr>
                      <p:cNvGrpSpPr/>
                      <p:nvPr/>
                    </p:nvGrpSpPr>
                    <p:grpSpPr>
                      <a:xfrm flipH="1">
                        <a:off x="6478587" y="3446461"/>
                        <a:ext cx="214313" cy="214313"/>
                        <a:chOff x="5354637" y="3446463"/>
                        <a:chExt cx="214313" cy="214313"/>
                      </a:xfrm>
                    </p:grpSpPr>
                    <p:sp>
                      <p:nvSpPr>
                        <p:cNvPr id="4340" name="Arc 4339">
                          <a:extLst>
                            <a:ext uri="{FF2B5EF4-FFF2-40B4-BE49-F238E27FC236}">
                              <a16:creationId xmlns:a16="http://schemas.microsoft.com/office/drawing/2014/main" id="{DC4876D1-FB0B-9738-8418-F1A141BB334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41" name="Arc 4340">
                          <a:extLst>
                            <a:ext uri="{FF2B5EF4-FFF2-40B4-BE49-F238E27FC236}">
                              <a16:creationId xmlns:a16="http://schemas.microsoft.com/office/drawing/2014/main" id="{3172E57D-E2E2-BB91-4164-3CD1F7F0C7C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336" name="Group 4335">
                        <a:extLst>
                          <a:ext uri="{FF2B5EF4-FFF2-40B4-BE49-F238E27FC236}">
                            <a16:creationId xmlns:a16="http://schemas.microsoft.com/office/drawing/2014/main" id="{100BD395-BBE7-2E2C-7C8B-43D5C917D5A4}"/>
                          </a:ext>
                        </a:extLst>
                      </p:cNvPr>
                      <p:cNvGrpSpPr/>
                      <p:nvPr/>
                    </p:nvGrpSpPr>
                    <p:grpSpPr>
                      <a:xfrm rot="14400000" flipH="1">
                        <a:off x="6434137" y="3402011"/>
                        <a:ext cx="303213" cy="303213"/>
                        <a:chOff x="5354637" y="3446463"/>
                        <a:chExt cx="214313" cy="214313"/>
                      </a:xfrm>
                    </p:grpSpPr>
                    <p:sp>
                      <p:nvSpPr>
                        <p:cNvPr id="4338" name="Arc 4337">
                          <a:extLst>
                            <a:ext uri="{FF2B5EF4-FFF2-40B4-BE49-F238E27FC236}">
                              <a16:creationId xmlns:a16="http://schemas.microsoft.com/office/drawing/2014/main" id="{4C15EA8A-3FFB-8128-B825-DB282F3AE47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39" name="Arc 4338">
                          <a:extLst>
                            <a:ext uri="{FF2B5EF4-FFF2-40B4-BE49-F238E27FC236}">
                              <a16:creationId xmlns:a16="http://schemas.microsoft.com/office/drawing/2014/main" id="{83F4F76B-D5A7-6C0F-D762-5EACDD0A319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337" name="TextBox 4336">
                        <a:extLst>
                          <a:ext uri="{FF2B5EF4-FFF2-40B4-BE49-F238E27FC236}">
                            <a16:creationId xmlns:a16="http://schemas.microsoft.com/office/drawing/2014/main" id="{DAC4FE2D-80EE-DED2-FECC-A6E56C72FAB1}"/>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322" name="Group 4321">
                    <a:extLst>
                      <a:ext uri="{FF2B5EF4-FFF2-40B4-BE49-F238E27FC236}">
                        <a16:creationId xmlns:a16="http://schemas.microsoft.com/office/drawing/2014/main" id="{5C59FA9A-8FB6-5C25-4A0E-24ABE5D0A1E3}"/>
                      </a:ext>
                    </a:extLst>
                  </p:cNvPr>
                  <p:cNvGrpSpPr/>
                  <p:nvPr/>
                </p:nvGrpSpPr>
                <p:grpSpPr>
                  <a:xfrm>
                    <a:off x="6197413" y="3225768"/>
                    <a:ext cx="393192" cy="393192"/>
                    <a:chOff x="6389147" y="3932622"/>
                    <a:chExt cx="393192" cy="393192"/>
                  </a:xfrm>
                </p:grpSpPr>
                <p:grpSp>
                  <p:nvGrpSpPr>
                    <p:cNvPr id="4323" name="Group 4322">
                      <a:extLst>
                        <a:ext uri="{FF2B5EF4-FFF2-40B4-BE49-F238E27FC236}">
                          <a16:creationId xmlns:a16="http://schemas.microsoft.com/office/drawing/2014/main" id="{5E9E6EEF-66DB-67D4-931C-BADFB40BB866}"/>
                        </a:ext>
                      </a:extLst>
                    </p:cNvPr>
                    <p:cNvGrpSpPr/>
                    <p:nvPr/>
                  </p:nvGrpSpPr>
                  <p:grpSpPr>
                    <a:xfrm flipH="1">
                      <a:off x="6478587" y="4022061"/>
                      <a:ext cx="214313" cy="214313"/>
                      <a:chOff x="5354637" y="3446463"/>
                      <a:chExt cx="214313" cy="214313"/>
                    </a:xfrm>
                  </p:grpSpPr>
                  <p:sp>
                    <p:nvSpPr>
                      <p:cNvPr id="4331" name="Arc 4330">
                        <a:extLst>
                          <a:ext uri="{FF2B5EF4-FFF2-40B4-BE49-F238E27FC236}">
                            <a16:creationId xmlns:a16="http://schemas.microsoft.com/office/drawing/2014/main" id="{F4733C2B-DEEC-6C43-ADE8-1B74227878D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32" name="Arc 4331">
                        <a:extLst>
                          <a:ext uri="{FF2B5EF4-FFF2-40B4-BE49-F238E27FC236}">
                            <a16:creationId xmlns:a16="http://schemas.microsoft.com/office/drawing/2014/main" id="{805FD08B-C28C-DBE0-B06D-2ECFAD6EE50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324" name="Group 4323">
                      <a:extLst>
                        <a:ext uri="{FF2B5EF4-FFF2-40B4-BE49-F238E27FC236}">
                          <a16:creationId xmlns:a16="http://schemas.microsoft.com/office/drawing/2014/main" id="{A14B8187-C0A7-5658-1FFA-82C6468F1262}"/>
                        </a:ext>
                      </a:extLst>
                    </p:cNvPr>
                    <p:cNvGrpSpPr/>
                    <p:nvPr/>
                  </p:nvGrpSpPr>
                  <p:grpSpPr>
                    <a:xfrm rot="7200000" flipH="1">
                      <a:off x="6434137" y="3977611"/>
                      <a:ext cx="303213" cy="303213"/>
                      <a:chOff x="5354637" y="3446463"/>
                      <a:chExt cx="214313" cy="214313"/>
                    </a:xfrm>
                  </p:grpSpPr>
                  <p:sp>
                    <p:nvSpPr>
                      <p:cNvPr id="4329" name="Arc 4328">
                        <a:extLst>
                          <a:ext uri="{FF2B5EF4-FFF2-40B4-BE49-F238E27FC236}">
                            <a16:creationId xmlns:a16="http://schemas.microsoft.com/office/drawing/2014/main" id="{B5171387-2E8A-90FC-619D-EDDA95A197F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30" name="Arc 4329">
                        <a:extLst>
                          <a:ext uri="{FF2B5EF4-FFF2-40B4-BE49-F238E27FC236}">
                            <a16:creationId xmlns:a16="http://schemas.microsoft.com/office/drawing/2014/main" id="{71D5063A-AD8B-0CD2-0DF0-DD12DD5E4B0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325" name="Group 4324">
                      <a:extLst>
                        <a:ext uri="{FF2B5EF4-FFF2-40B4-BE49-F238E27FC236}">
                          <a16:creationId xmlns:a16="http://schemas.microsoft.com/office/drawing/2014/main" id="{3E75F883-EE34-D398-846D-F394CB9BA356}"/>
                        </a:ext>
                      </a:extLst>
                    </p:cNvPr>
                    <p:cNvGrpSpPr/>
                    <p:nvPr/>
                  </p:nvGrpSpPr>
                  <p:grpSpPr>
                    <a:xfrm rot="14400000" flipH="1">
                      <a:off x="6389147" y="3932622"/>
                      <a:ext cx="393192" cy="393192"/>
                      <a:chOff x="5354637" y="3446463"/>
                      <a:chExt cx="214313" cy="214313"/>
                    </a:xfrm>
                  </p:grpSpPr>
                  <p:sp>
                    <p:nvSpPr>
                      <p:cNvPr id="4327" name="Arc 4326">
                        <a:extLst>
                          <a:ext uri="{FF2B5EF4-FFF2-40B4-BE49-F238E27FC236}">
                            <a16:creationId xmlns:a16="http://schemas.microsoft.com/office/drawing/2014/main" id="{93C5566E-129D-48BF-5379-720E6D31FC4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28" name="Arc 4327">
                        <a:extLst>
                          <a:ext uri="{FF2B5EF4-FFF2-40B4-BE49-F238E27FC236}">
                            <a16:creationId xmlns:a16="http://schemas.microsoft.com/office/drawing/2014/main" id="{1196A6DE-FE7A-E547-5849-01801FD7841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326" name="TextBox 4325">
                      <a:extLst>
                        <a:ext uri="{FF2B5EF4-FFF2-40B4-BE49-F238E27FC236}">
                          <a16:creationId xmlns:a16="http://schemas.microsoft.com/office/drawing/2014/main" id="{A26294E8-5975-EBEF-20BB-2AF4AA7180BC}"/>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4222" name="Group 4221">
                <a:extLst>
                  <a:ext uri="{FF2B5EF4-FFF2-40B4-BE49-F238E27FC236}">
                    <a16:creationId xmlns:a16="http://schemas.microsoft.com/office/drawing/2014/main" id="{66590CD3-A273-FD1E-698F-9FE7672B3B57}"/>
                  </a:ext>
                </a:extLst>
              </p:cNvPr>
              <p:cNvGrpSpPr/>
              <p:nvPr/>
            </p:nvGrpSpPr>
            <p:grpSpPr>
              <a:xfrm>
                <a:off x="6065340" y="2039507"/>
                <a:ext cx="1643204" cy="1593124"/>
                <a:chOff x="5445106" y="2644743"/>
                <a:chExt cx="1643204" cy="1593124"/>
              </a:xfrm>
            </p:grpSpPr>
            <p:grpSp>
              <p:nvGrpSpPr>
                <p:cNvPr id="4223" name="Group 4222">
                  <a:extLst>
                    <a:ext uri="{FF2B5EF4-FFF2-40B4-BE49-F238E27FC236}">
                      <a16:creationId xmlns:a16="http://schemas.microsoft.com/office/drawing/2014/main" id="{A78FB94F-874C-6ADC-4ED7-4640C98E0092}"/>
                    </a:ext>
                  </a:extLst>
                </p:cNvPr>
                <p:cNvGrpSpPr/>
                <p:nvPr/>
              </p:nvGrpSpPr>
              <p:grpSpPr>
                <a:xfrm>
                  <a:off x="5445106" y="2644743"/>
                  <a:ext cx="1019224" cy="991639"/>
                  <a:chOff x="5886431" y="3225768"/>
                  <a:chExt cx="1019224" cy="991639"/>
                </a:xfrm>
              </p:grpSpPr>
              <p:grpSp>
                <p:nvGrpSpPr>
                  <p:cNvPr id="4271" name="Group 4270">
                    <a:extLst>
                      <a:ext uri="{FF2B5EF4-FFF2-40B4-BE49-F238E27FC236}">
                        <a16:creationId xmlns:a16="http://schemas.microsoft.com/office/drawing/2014/main" id="{490271B3-4D7F-87C2-C285-A631537F318E}"/>
                      </a:ext>
                    </a:extLst>
                  </p:cNvPr>
                  <p:cNvGrpSpPr/>
                  <p:nvPr/>
                </p:nvGrpSpPr>
                <p:grpSpPr>
                  <a:xfrm>
                    <a:off x="6197413" y="3824215"/>
                    <a:ext cx="393192" cy="393192"/>
                    <a:chOff x="5265196" y="3357021"/>
                    <a:chExt cx="393192" cy="393192"/>
                  </a:xfrm>
                </p:grpSpPr>
                <p:grpSp>
                  <p:nvGrpSpPr>
                    <p:cNvPr id="4306" name="Group 4305">
                      <a:extLst>
                        <a:ext uri="{FF2B5EF4-FFF2-40B4-BE49-F238E27FC236}">
                          <a16:creationId xmlns:a16="http://schemas.microsoft.com/office/drawing/2014/main" id="{90A07D1E-67A3-317E-3EDC-BF80A2B587AB}"/>
                        </a:ext>
                      </a:extLst>
                    </p:cNvPr>
                    <p:cNvGrpSpPr/>
                    <p:nvPr/>
                  </p:nvGrpSpPr>
                  <p:grpSpPr>
                    <a:xfrm rot="14400000">
                      <a:off x="5265196" y="3357021"/>
                      <a:ext cx="393192" cy="393192"/>
                      <a:chOff x="5354637" y="3446463"/>
                      <a:chExt cx="214313" cy="214313"/>
                    </a:xfrm>
                  </p:grpSpPr>
                  <p:sp>
                    <p:nvSpPr>
                      <p:cNvPr id="4315" name="Arc 4314">
                        <a:extLst>
                          <a:ext uri="{FF2B5EF4-FFF2-40B4-BE49-F238E27FC236}">
                            <a16:creationId xmlns:a16="http://schemas.microsoft.com/office/drawing/2014/main" id="{F4CC3043-FB3F-EC95-86A4-C271D355CFF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16" name="Arc 4315">
                        <a:extLst>
                          <a:ext uri="{FF2B5EF4-FFF2-40B4-BE49-F238E27FC236}">
                            <a16:creationId xmlns:a16="http://schemas.microsoft.com/office/drawing/2014/main" id="{69951D8F-BCC8-4B1E-BBEB-7B0CF12EC13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307" name="Group 4306">
                      <a:extLst>
                        <a:ext uri="{FF2B5EF4-FFF2-40B4-BE49-F238E27FC236}">
                          <a16:creationId xmlns:a16="http://schemas.microsoft.com/office/drawing/2014/main" id="{ACF0D2A2-323B-5F7D-A718-4D9900A17E11}"/>
                        </a:ext>
                      </a:extLst>
                    </p:cNvPr>
                    <p:cNvGrpSpPr/>
                    <p:nvPr/>
                  </p:nvGrpSpPr>
                  <p:grpSpPr>
                    <a:xfrm>
                      <a:off x="5310186" y="3402011"/>
                      <a:ext cx="303213" cy="303213"/>
                      <a:chOff x="5310186" y="3402011"/>
                      <a:chExt cx="303213" cy="303213"/>
                    </a:xfrm>
                  </p:grpSpPr>
                  <p:grpSp>
                    <p:nvGrpSpPr>
                      <p:cNvPr id="4308" name="Group 4307">
                        <a:extLst>
                          <a:ext uri="{FF2B5EF4-FFF2-40B4-BE49-F238E27FC236}">
                            <a16:creationId xmlns:a16="http://schemas.microsoft.com/office/drawing/2014/main" id="{FAB5276C-7CD7-4143-A751-16FF58E5958C}"/>
                          </a:ext>
                        </a:extLst>
                      </p:cNvPr>
                      <p:cNvGrpSpPr/>
                      <p:nvPr/>
                    </p:nvGrpSpPr>
                    <p:grpSpPr>
                      <a:xfrm>
                        <a:off x="5354636" y="3446461"/>
                        <a:ext cx="214313" cy="214313"/>
                        <a:chOff x="5354637" y="3446463"/>
                        <a:chExt cx="214313" cy="214313"/>
                      </a:xfrm>
                    </p:grpSpPr>
                    <p:sp>
                      <p:nvSpPr>
                        <p:cNvPr id="4313" name="Arc 4312">
                          <a:extLst>
                            <a:ext uri="{FF2B5EF4-FFF2-40B4-BE49-F238E27FC236}">
                              <a16:creationId xmlns:a16="http://schemas.microsoft.com/office/drawing/2014/main" id="{22D13B87-C5AD-D798-960B-6ED56E3DB77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14" name="Arc 4313">
                          <a:extLst>
                            <a:ext uri="{FF2B5EF4-FFF2-40B4-BE49-F238E27FC236}">
                              <a16:creationId xmlns:a16="http://schemas.microsoft.com/office/drawing/2014/main" id="{07541D8B-B81A-9B20-3D80-0A440682A7D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309" name="Group 4308">
                        <a:extLst>
                          <a:ext uri="{FF2B5EF4-FFF2-40B4-BE49-F238E27FC236}">
                            <a16:creationId xmlns:a16="http://schemas.microsoft.com/office/drawing/2014/main" id="{D1F65C28-824C-8D81-26E7-2CB9D7631137}"/>
                          </a:ext>
                        </a:extLst>
                      </p:cNvPr>
                      <p:cNvGrpSpPr/>
                      <p:nvPr/>
                    </p:nvGrpSpPr>
                    <p:grpSpPr>
                      <a:xfrm rot="7200000">
                        <a:off x="5310186" y="3402011"/>
                        <a:ext cx="303213" cy="303213"/>
                        <a:chOff x="5354637" y="3446463"/>
                        <a:chExt cx="214313" cy="214313"/>
                      </a:xfrm>
                    </p:grpSpPr>
                    <p:sp>
                      <p:nvSpPr>
                        <p:cNvPr id="4311" name="Arc 4310">
                          <a:extLst>
                            <a:ext uri="{FF2B5EF4-FFF2-40B4-BE49-F238E27FC236}">
                              <a16:creationId xmlns:a16="http://schemas.microsoft.com/office/drawing/2014/main" id="{F4D84CAA-29D0-DDFE-B30F-573B3D3456B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12" name="Arc 4311">
                          <a:extLst>
                            <a:ext uri="{FF2B5EF4-FFF2-40B4-BE49-F238E27FC236}">
                              <a16:creationId xmlns:a16="http://schemas.microsoft.com/office/drawing/2014/main" id="{AB116FFF-CA36-BC67-30E4-1CA92AB2DF7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310" name="TextBox 4309">
                        <a:extLst>
                          <a:ext uri="{FF2B5EF4-FFF2-40B4-BE49-F238E27FC236}">
                            <a16:creationId xmlns:a16="http://schemas.microsoft.com/office/drawing/2014/main" id="{6B062D09-B3EA-9C2E-BEBC-D463AFD62160}"/>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272" name="Group 4271">
                    <a:extLst>
                      <a:ext uri="{FF2B5EF4-FFF2-40B4-BE49-F238E27FC236}">
                        <a16:creationId xmlns:a16="http://schemas.microsoft.com/office/drawing/2014/main" id="{192BEF90-F340-8449-83C4-35072384152B}"/>
                      </a:ext>
                    </a:extLst>
                  </p:cNvPr>
                  <p:cNvGrpSpPr/>
                  <p:nvPr/>
                </p:nvGrpSpPr>
                <p:grpSpPr>
                  <a:xfrm>
                    <a:off x="5886431" y="3525040"/>
                    <a:ext cx="393192" cy="393192"/>
                    <a:chOff x="5265196" y="3932619"/>
                    <a:chExt cx="393192" cy="393192"/>
                  </a:xfrm>
                </p:grpSpPr>
                <p:grpSp>
                  <p:nvGrpSpPr>
                    <p:cNvPr id="4296" name="Group 4295">
                      <a:extLst>
                        <a:ext uri="{FF2B5EF4-FFF2-40B4-BE49-F238E27FC236}">
                          <a16:creationId xmlns:a16="http://schemas.microsoft.com/office/drawing/2014/main" id="{4100DE8C-AF6D-9925-474A-7822E0B33212}"/>
                        </a:ext>
                      </a:extLst>
                    </p:cNvPr>
                    <p:cNvGrpSpPr/>
                    <p:nvPr/>
                  </p:nvGrpSpPr>
                  <p:grpSpPr>
                    <a:xfrm>
                      <a:off x="5354636" y="4022061"/>
                      <a:ext cx="214313" cy="214313"/>
                      <a:chOff x="5354637" y="3446463"/>
                      <a:chExt cx="214313" cy="214313"/>
                    </a:xfrm>
                  </p:grpSpPr>
                  <p:sp>
                    <p:nvSpPr>
                      <p:cNvPr id="4304" name="Arc 4303">
                        <a:extLst>
                          <a:ext uri="{FF2B5EF4-FFF2-40B4-BE49-F238E27FC236}">
                            <a16:creationId xmlns:a16="http://schemas.microsoft.com/office/drawing/2014/main" id="{FFFD6868-891F-84E2-B706-1FB0049ABB8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05" name="Arc 4304">
                        <a:extLst>
                          <a:ext uri="{FF2B5EF4-FFF2-40B4-BE49-F238E27FC236}">
                            <a16:creationId xmlns:a16="http://schemas.microsoft.com/office/drawing/2014/main" id="{D0DFAE1D-CE12-BC1D-B037-01F4A68D2D1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297" name="Group 4296">
                      <a:extLst>
                        <a:ext uri="{FF2B5EF4-FFF2-40B4-BE49-F238E27FC236}">
                          <a16:creationId xmlns:a16="http://schemas.microsoft.com/office/drawing/2014/main" id="{68DFFFEF-CFB6-31B3-8C18-70313B20E569}"/>
                        </a:ext>
                      </a:extLst>
                    </p:cNvPr>
                    <p:cNvGrpSpPr/>
                    <p:nvPr/>
                  </p:nvGrpSpPr>
                  <p:grpSpPr>
                    <a:xfrm rot="14400000">
                      <a:off x="5310186" y="3977611"/>
                      <a:ext cx="303213" cy="303213"/>
                      <a:chOff x="5354637" y="3446463"/>
                      <a:chExt cx="214313" cy="214313"/>
                    </a:xfrm>
                  </p:grpSpPr>
                  <p:sp>
                    <p:nvSpPr>
                      <p:cNvPr id="4302" name="Arc 4301">
                        <a:extLst>
                          <a:ext uri="{FF2B5EF4-FFF2-40B4-BE49-F238E27FC236}">
                            <a16:creationId xmlns:a16="http://schemas.microsoft.com/office/drawing/2014/main" id="{BB53C746-C455-95B7-B6CD-9CBB0ADF827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03" name="Arc 4302">
                        <a:extLst>
                          <a:ext uri="{FF2B5EF4-FFF2-40B4-BE49-F238E27FC236}">
                            <a16:creationId xmlns:a16="http://schemas.microsoft.com/office/drawing/2014/main" id="{E5A719AA-288B-3511-D468-D6309EE3EAA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298" name="Group 4297">
                      <a:extLst>
                        <a:ext uri="{FF2B5EF4-FFF2-40B4-BE49-F238E27FC236}">
                          <a16:creationId xmlns:a16="http://schemas.microsoft.com/office/drawing/2014/main" id="{AFCA53D0-31E1-0CDC-451E-B179BC0EE2CC}"/>
                        </a:ext>
                      </a:extLst>
                    </p:cNvPr>
                    <p:cNvGrpSpPr/>
                    <p:nvPr/>
                  </p:nvGrpSpPr>
                  <p:grpSpPr>
                    <a:xfrm rot="7200000">
                      <a:off x="5265196" y="3932619"/>
                      <a:ext cx="393192" cy="393192"/>
                      <a:chOff x="5354637" y="3446463"/>
                      <a:chExt cx="214313" cy="214313"/>
                    </a:xfrm>
                  </p:grpSpPr>
                  <p:sp>
                    <p:nvSpPr>
                      <p:cNvPr id="4300" name="Arc 4299">
                        <a:extLst>
                          <a:ext uri="{FF2B5EF4-FFF2-40B4-BE49-F238E27FC236}">
                            <a16:creationId xmlns:a16="http://schemas.microsoft.com/office/drawing/2014/main" id="{1A6A16E7-66E6-C267-1022-0115A80D4CE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01" name="Arc 4300">
                        <a:extLst>
                          <a:ext uri="{FF2B5EF4-FFF2-40B4-BE49-F238E27FC236}">
                            <a16:creationId xmlns:a16="http://schemas.microsoft.com/office/drawing/2014/main" id="{1BC61EC0-08C6-8D76-9177-F6739633791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299" name="TextBox 4298">
                      <a:extLst>
                        <a:ext uri="{FF2B5EF4-FFF2-40B4-BE49-F238E27FC236}">
                          <a16:creationId xmlns:a16="http://schemas.microsoft.com/office/drawing/2014/main" id="{73134446-9844-5116-4F03-9206FC51F526}"/>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4273" name="Group 4272">
                    <a:extLst>
                      <a:ext uri="{FF2B5EF4-FFF2-40B4-BE49-F238E27FC236}">
                        <a16:creationId xmlns:a16="http://schemas.microsoft.com/office/drawing/2014/main" id="{04FE3A7B-D629-FDA5-1FAD-7BE36C3E8B97}"/>
                      </a:ext>
                    </a:extLst>
                  </p:cNvPr>
                  <p:cNvGrpSpPr/>
                  <p:nvPr/>
                </p:nvGrpSpPr>
                <p:grpSpPr>
                  <a:xfrm>
                    <a:off x="6512463" y="3525040"/>
                    <a:ext cx="393192" cy="393192"/>
                    <a:chOff x="6389147" y="3357021"/>
                    <a:chExt cx="393192" cy="393192"/>
                  </a:xfrm>
                </p:grpSpPr>
                <p:grpSp>
                  <p:nvGrpSpPr>
                    <p:cNvPr id="4285" name="Group 4284">
                      <a:extLst>
                        <a:ext uri="{FF2B5EF4-FFF2-40B4-BE49-F238E27FC236}">
                          <a16:creationId xmlns:a16="http://schemas.microsoft.com/office/drawing/2014/main" id="{ABBF9A44-F848-521E-48AB-3814CD18A6E3}"/>
                        </a:ext>
                      </a:extLst>
                    </p:cNvPr>
                    <p:cNvGrpSpPr/>
                    <p:nvPr/>
                  </p:nvGrpSpPr>
                  <p:grpSpPr>
                    <a:xfrm rot="7200000" flipH="1">
                      <a:off x="6389147" y="3357021"/>
                      <a:ext cx="393192" cy="393192"/>
                      <a:chOff x="5354637" y="3446463"/>
                      <a:chExt cx="214313" cy="214313"/>
                    </a:xfrm>
                  </p:grpSpPr>
                  <p:sp>
                    <p:nvSpPr>
                      <p:cNvPr id="4294" name="Arc 4293">
                        <a:extLst>
                          <a:ext uri="{FF2B5EF4-FFF2-40B4-BE49-F238E27FC236}">
                            <a16:creationId xmlns:a16="http://schemas.microsoft.com/office/drawing/2014/main" id="{B497ADC3-7D30-AD30-51D4-3FDC983C0DC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95" name="Arc 4294">
                        <a:extLst>
                          <a:ext uri="{FF2B5EF4-FFF2-40B4-BE49-F238E27FC236}">
                            <a16:creationId xmlns:a16="http://schemas.microsoft.com/office/drawing/2014/main" id="{6129543D-D1BE-2ECA-DE76-0EFB484672A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286" name="Group 4285">
                      <a:extLst>
                        <a:ext uri="{FF2B5EF4-FFF2-40B4-BE49-F238E27FC236}">
                          <a16:creationId xmlns:a16="http://schemas.microsoft.com/office/drawing/2014/main" id="{B89EE5BC-A5CF-88CE-956B-41F1399AC24D}"/>
                        </a:ext>
                      </a:extLst>
                    </p:cNvPr>
                    <p:cNvGrpSpPr/>
                    <p:nvPr/>
                  </p:nvGrpSpPr>
                  <p:grpSpPr>
                    <a:xfrm>
                      <a:off x="6434137" y="3402011"/>
                      <a:ext cx="303213" cy="303213"/>
                      <a:chOff x="6434137" y="3402011"/>
                      <a:chExt cx="303213" cy="303213"/>
                    </a:xfrm>
                  </p:grpSpPr>
                  <p:grpSp>
                    <p:nvGrpSpPr>
                      <p:cNvPr id="4287" name="Group 4286">
                        <a:extLst>
                          <a:ext uri="{FF2B5EF4-FFF2-40B4-BE49-F238E27FC236}">
                            <a16:creationId xmlns:a16="http://schemas.microsoft.com/office/drawing/2014/main" id="{13ED15E8-A4CF-3834-5F81-A57B3A560802}"/>
                          </a:ext>
                        </a:extLst>
                      </p:cNvPr>
                      <p:cNvGrpSpPr/>
                      <p:nvPr/>
                    </p:nvGrpSpPr>
                    <p:grpSpPr>
                      <a:xfrm flipH="1">
                        <a:off x="6478587" y="3446461"/>
                        <a:ext cx="214313" cy="214313"/>
                        <a:chOff x="5354637" y="3446463"/>
                        <a:chExt cx="214313" cy="214313"/>
                      </a:xfrm>
                    </p:grpSpPr>
                    <p:sp>
                      <p:nvSpPr>
                        <p:cNvPr id="4292" name="Arc 4291">
                          <a:extLst>
                            <a:ext uri="{FF2B5EF4-FFF2-40B4-BE49-F238E27FC236}">
                              <a16:creationId xmlns:a16="http://schemas.microsoft.com/office/drawing/2014/main" id="{1DB4FEFA-BE86-DE31-3CD8-32EE5C6CE35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93" name="Arc 4292">
                          <a:extLst>
                            <a:ext uri="{FF2B5EF4-FFF2-40B4-BE49-F238E27FC236}">
                              <a16:creationId xmlns:a16="http://schemas.microsoft.com/office/drawing/2014/main" id="{23F93FB0-1934-B1B3-B466-C9ADF8F5801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288" name="Group 4287">
                        <a:extLst>
                          <a:ext uri="{FF2B5EF4-FFF2-40B4-BE49-F238E27FC236}">
                            <a16:creationId xmlns:a16="http://schemas.microsoft.com/office/drawing/2014/main" id="{2C1F347C-2A74-5C15-2C04-DACC61334283}"/>
                          </a:ext>
                        </a:extLst>
                      </p:cNvPr>
                      <p:cNvGrpSpPr/>
                      <p:nvPr/>
                    </p:nvGrpSpPr>
                    <p:grpSpPr>
                      <a:xfrm rot="14400000" flipH="1">
                        <a:off x="6434137" y="3402011"/>
                        <a:ext cx="303213" cy="303213"/>
                        <a:chOff x="5354637" y="3446463"/>
                        <a:chExt cx="214313" cy="214313"/>
                      </a:xfrm>
                    </p:grpSpPr>
                    <p:sp>
                      <p:nvSpPr>
                        <p:cNvPr id="4290" name="Arc 4289">
                          <a:extLst>
                            <a:ext uri="{FF2B5EF4-FFF2-40B4-BE49-F238E27FC236}">
                              <a16:creationId xmlns:a16="http://schemas.microsoft.com/office/drawing/2014/main" id="{0B257879-BB03-D429-A884-A007C964424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91" name="Arc 4290">
                          <a:extLst>
                            <a:ext uri="{FF2B5EF4-FFF2-40B4-BE49-F238E27FC236}">
                              <a16:creationId xmlns:a16="http://schemas.microsoft.com/office/drawing/2014/main" id="{8685B5AF-09F6-1F56-8412-7ABA10E694D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289" name="TextBox 4288">
                        <a:extLst>
                          <a:ext uri="{FF2B5EF4-FFF2-40B4-BE49-F238E27FC236}">
                            <a16:creationId xmlns:a16="http://schemas.microsoft.com/office/drawing/2014/main" id="{E955574F-1AAC-5E17-6770-03D88E7A2A6E}"/>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274" name="Group 4273">
                    <a:extLst>
                      <a:ext uri="{FF2B5EF4-FFF2-40B4-BE49-F238E27FC236}">
                        <a16:creationId xmlns:a16="http://schemas.microsoft.com/office/drawing/2014/main" id="{B36A22BC-0F46-6969-089B-AA7BECEBAE4B}"/>
                      </a:ext>
                    </a:extLst>
                  </p:cNvPr>
                  <p:cNvGrpSpPr/>
                  <p:nvPr/>
                </p:nvGrpSpPr>
                <p:grpSpPr>
                  <a:xfrm>
                    <a:off x="6197413" y="3225768"/>
                    <a:ext cx="393192" cy="393192"/>
                    <a:chOff x="6389147" y="3932622"/>
                    <a:chExt cx="393192" cy="393192"/>
                  </a:xfrm>
                </p:grpSpPr>
                <p:grpSp>
                  <p:nvGrpSpPr>
                    <p:cNvPr id="4275" name="Group 4274">
                      <a:extLst>
                        <a:ext uri="{FF2B5EF4-FFF2-40B4-BE49-F238E27FC236}">
                          <a16:creationId xmlns:a16="http://schemas.microsoft.com/office/drawing/2014/main" id="{B071145F-93A1-AB85-8DB3-56FD6976B699}"/>
                        </a:ext>
                      </a:extLst>
                    </p:cNvPr>
                    <p:cNvGrpSpPr/>
                    <p:nvPr/>
                  </p:nvGrpSpPr>
                  <p:grpSpPr>
                    <a:xfrm flipH="1">
                      <a:off x="6478587" y="4022061"/>
                      <a:ext cx="214313" cy="214313"/>
                      <a:chOff x="5354637" y="3446463"/>
                      <a:chExt cx="214313" cy="214313"/>
                    </a:xfrm>
                  </p:grpSpPr>
                  <p:sp>
                    <p:nvSpPr>
                      <p:cNvPr id="4283" name="Arc 4282">
                        <a:extLst>
                          <a:ext uri="{FF2B5EF4-FFF2-40B4-BE49-F238E27FC236}">
                            <a16:creationId xmlns:a16="http://schemas.microsoft.com/office/drawing/2014/main" id="{801836EF-3052-6F70-A3B2-AAD74270FF8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84" name="Arc 4283">
                        <a:extLst>
                          <a:ext uri="{FF2B5EF4-FFF2-40B4-BE49-F238E27FC236}">
                            <a16:creationId xmlns:a16="http://schemas.microsoft.com/office/drawing/2014/main" id="{1C460C37-D286-3323-2989-D5399DA76E4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276" name="Group 4275">
                      <a:extLst>
                        <a:ext uri="{FF2B5EF4-FFF2-40B4-BE49-F238E27FC236}">
                          <a16:creationId xmlns:a16="http://schemas.microsoft.com/office/drawing/2014/main" id="{62297207-FB81-282A-92B3-7DF5AF47BA3D}"/>
                        </a:ext>
                      </a:extLst>
                    </p:cNvPr>
                    <p:cNvGrpSpPr/>
                    <p:nvPr/>
                  </p:nvGrpSpPr>
                  <p:grpSpPr>
                    <a:xfrm rot="7200000" flipH="1">
                      <a:off x="6434137" y="3977611"/>
                      <a:ext cx="303213" cy="303213"/>
                      <a:chOff x="5354637" y="3446463"/>
                      <a:chExt cx="214313" cy="214313"/>
                    </a:xfrm>
                  </p:grpSpPr>
                  <p:sp>
                    <p:nvSpPr>
                      <p:cNvPr id="4281" name="Arc 4280">
                        <a:extLst>
                          <a:ext uri="{FF2B5EF4-FFF2-40B4-BE49-F238E27FC236}">
                            <a16:creationId xmlns:a16="http://schemas.microsoft.com/office/drawing/2014/main" id="{2961D394-F6C3-8196-FA81-438231CEDD0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82" name="Arc 4281">
                        <a:extLst>
                          <a:ext uri="{FF2B5EF4-FFF2-40B4-BE49-F238E27FC236}">
                            <a16:creationId xmlns:a16="http://schemas.microsoft.com/office/drawing/2014/main" id="{0E3B3301-8E10-5AEC-0BBA-1709D2A53D8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277" name="Group 4276">
                      <a:extLst>
                        <a:ext uri="{FF2B5EF4-FFF2-40B4-BE49-F238E27FC236}">
                          <a16:creationId xmlns:a16="http://schemas.microsoft.com/office/drawing/2014/main" id="{CDDF9FF8-7C77-59B3-F742-4AB5E6FBFCB2}"/>
                        </a:ext>
                      </a:extLst>
                    </p:cNvPr>
                    <p:cNvGrpSpPr/>
                    <p:nvPr/>
                  </p:nvGrpSpPr>
                  <p:grpSpPr>
                    <a:xfrm rot="14400000" flipH="1">
                      <a:off x="6389147" y="3932622"/>
                      <a:ext cx="393192" cy="393192"/>
                      <a:chOff x="5354637" y="3446463"/>
                      <a:chExt cx="214313" cy="214313"/>
                    </a:xfrm>
                  </p:grpSpPr>
                  <p:sp>
                    <p:nvSpPr>
                      <p:cNvPr id="4279" name="Arc 4278">
                        <a:extLst>
                          <a:ext uri="{FF2B5EF4-FFF2-40B4-BE49-F238E27FC236}">
                            <a16:creationId xmlns:a16="http://schemas.microsoft.com/office/drawing/2014/main" id="{83718FE4-D147-0073-56EC-F7EA2869F50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80" name="Arc 4279">
                        <a:extLst>
                          <a:ext uri="{FF2B5EF4-FFF2-40B4-BE49-F238E27FC236}">
                            <a16:creationId xmlns:a16="http://schemas.microsoft.com/office/drawing/2014/main" id="{5269703B-54CC-BA20-A233-3FFF9571C86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278" name="TextBox 4277">
                      <a:extLst>
                        <a:ext uri="{FF2B5EF4-FFF2-40B4-BE49-F238E27FC236}">
                          <a16:creationId xmlns:a16="http://schemas.microsoft.com/office/drawing/2014/main" id="{847EBB3F-8EC3-5E65-256A-FAF56CE27E11}"/>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224" name="Group 4223">
                  <a:extLst>
                    <a:ext uri="{FF2B5EF4-FFF2-40B4-BE49-F238E27FC236}">
                      <a16:creationId xmlns:a16="http://schemas.microsoft.com/office/drawing/2014/main" id="{E9FD56CD-908E-52F1-52F3-15060832720B}"/>
                    </a:ext>
                  </a:extLst>
                </p:cNvPr>
                <p:cNvGrpSpPr/>
                <p:nvPr/>
              </p:nvGrpSpPr>
              <p:grpSpPr>
                <a:xfrm>
                  <a:off x="6069086" y="3246228"/>
                  <a:ext cx="1019224" cy="991639"/>
                  <a:chOff x="5886431" y="3225768"/>
                  <a:chExt cx="1019224" cy="991639"/>
                </a:xfrm>
              </p:grpSpPr>
              <p:grpSp>
                <p:nvGrpSpPr>
                  <p:cNvPr id="4225" name="Group 4224">
                    <a:extLst>
                      <a:ext uri="{FF2B5EF4-FFF2-40B4-BE49-F238E27FC236}">
                        <a16:creationId xmlns:a16="http://schemas.microsoft.com/office/drawing/2014/main" id="{C435A20C-96FA-9AE6-6A37-4BEDD29BB716}"/>
                      </a:ext>
                    </a:extLst>
                  </p:cNvPr>
                  <p:cNvGrpSpPr/>
                  <p:nvPr/>
                </p:nvGrpSpPr>
                <p:grpSpPr>
                  <a:xfrm>
                    <a:off x="6197413" y="3824215"/>
                    <a:ext cx="393192" cy="393192"/>
                    <a:chOff x="5265196" y="3357021"/>
                    <a:chExt cx="393192" cy="393192"/>
                  </a:xfrm>
                </p:grpSpPr>
                <p:grpSp>
                  <p:nvGrpSpPr>
                    <p:cNvPr id="4260" name="Group 4259">
                      <a:extLst>
                        <a:ext uri="{FF2B5EF4-FFF2-40B4-BE49-F238E27FC236}">
                          <a16:creationId xmlns:a16="http://schemas.microsoft.com/office/drawing/2014/main" id="{D9B4EA69-B5F7-237E-99DE-5D3ABF77E794}"/>
                        </a:ext>
                      </a:extLst>
                    </p:cNvPr>
                    <p:cNvGrpSpPr/>
                    <p:nvPr/>
                  </p:nvGrpSpPr>
                  <p:grpSpPr>
                    <a:xfrm rot="14400000">
                      <a:off x="5265196" y="3357021"/>
                      <a:ext cx="393192" cy="393192"/>
                      <a:chOff x="5354637" y="3446463"/>
                      <a:chExt cx="214313" cy="214313"/>
                    </a:xfrm>
                  </p:grpSpPr>
                  <p:sp>
                    <p:nvSpPr>
                      <p:cNvPr id="4269" name="Arc 4268">
                        <a:extLst>
                          <a:ext uri="{FF2B5EF4-FFF2-40B4-BE49-F238E27FC236}">
                            <a16:creationId xmlns:a16="http://schemas.microsoft.com/office/drawing/2014/main" id="{AA336B76-B582-303E-BE31-DC3426B175F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70" name="Arc 4269">
                        <a:extLst>
                          <a:ext uri="{FF2B5EF4-FFF2-40B4-BE49-F238E27FC236}">
                            <a16:creationId xmlns:a16="http://schemas.microsoft.com/office/drawing/2014/main" id="{1547A12B-5A5A-B419-92AF-29E20106D0B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261" name="Group 4260">
                      <a:extLst>
                        <a:ext uri="{FF2B5EF4-FFF2-40B4-BE49-F238E27FC236}">
                          <a16:creationId xmlns:a16="http://schemas.microsoft.com/office/drawing/2014/main" id="{24B9EEC6-BDCE-0E5E-F314-60C46CF7C10B}"/>
                        </a:ext>
                      </a:extLst>
                    </p:cNvPr>
                    <p:cNvGrpSpPr/>
                    <p:nvPr/>
                  </p:nvGrpSpPr>
                  <p:grpSpPr>
                    <a:xfrm>
                      <a:off x="5310186" y="3402011"/>
                      <a:ext cx="303213" cy="303213"/>
                      <a:chOff x="5310186" y="3402011"/>
                      <a:chExt cx="303213" cy="303213"/>
                    </a:xfrm>
                  </p:grpSpPr>
                  <p:grpSp>
                    <p:nvGrpSpPr>
                      <p:cNvPr id="4262" name="Group 4261">
                        <a:extLst>
                          <a:ext uri="{FF2B5EF4-FFF2-40B4-BE49-F238E27FC236}">
                            <a16:creationId xmlns:a16="http://schemas.microsoft.com/office/drawing/2014/main" id="{660C64C7-2A72-4877-BD8A-69D24D95CE97}"/>
                          </a:ext>
                        </a:extLst>
                      </p:cNvPr>
                      <p:cNvGrpSpPr/>
                      <p:nvPr/>
                    </p:nvGrpSpPr>
                    <p:grpSpPr>
                      <a:xfrm>
                        <a:off x="5354636" y="3446461"/>
                        <a:ext cx="214313" cy="214313"/>
                        <a:chOff x="5354637" y="3446463"/>
                        <a:chExt cx="214313" cy="214313"/>
                      </a:xfrm>
                    </p:grpSpPr>
                    <p:sp>
                      <p:nvSpPr>
                        <p:cNvPr id="4267" name="Arc 4266">
                          <a:extLst>
                            <a:ext uri="{FF2B5EF4-FFF2-40B4-BE49-F238E27FC236}">
                              <a16:creationId xmlns:a16="http://schemas.microsoft.com/office/drawing/2014/main" id="{BDB534C4-C44F-A5CF-0A5A-3A8E65E5478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68" name="Arc 4267">
                          <a:extLst>
                            <a:ext uri="{FF2B5EF4-FFF2-40B4-BE49-F238E27FC236}">
                              <a16:creationId xmlns:a16="http://schemas.microsoft.com/office/drawing/2014/main" id="{6ACBE6AB-672B-F5E7-8299-8D4C861F04C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263" name="Group 4262">
                        <a:extLst>
                          <a:ext uri="{FF2B5EF4-FFF2-40B4-BE49-F238E27FC236}">
                            <a16:creationId xmlns:a16="http://schemas.microsoft.com/office/drawing/2014/main" id="{DE97BB72-CAC6-BCF3-0AEB-45CE807BE4BE}"/>
                          </a:ext>
                        </a:extLst>
                      </p:cNvPr>
                      <p:cNvGrpSpPr/>
                      <p:nvPr/>
                    </p:nvGrpSpPr>
                    <p:grpSpPr>
                      <a:xfrm rot="7200000">
                        <a:off x="5310186" y="3402011"/>
                        <a:ext cx="303213" cy="303213"/>
                        <a:chOff x="5354637" y="3446463"/>
                        <a:chExt cx="214313" cy="214313"/>
                      </a:xfrm>
                    </p:grpSpPr>
                    <p:sp>
                      <p:nvSpPr>
                        <p:cNvPr id="4265" name="Arc 4264">
                          <a:extLst>
                            <a:ext uri="{FF2B5EF4-FFF2-40B4-BE49-F238E27FC236}">
                              <a16:creationId xmlns:a16="http://schemas.microsoft.com/office/drawing/2014/main" id="{1B70E580-A3E3-4C9A-2C76-2FDAFEC49A3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66" name="Arc 4265">
                          <a:extLst>
                            <a:ext uri="{FF2B5EF4-FFF2-40B4-BE49-F238E27FC236}">
                              <a16:creationId xmlns:a16="http://schemas.microsoft.com/office/drawing/2014/main" id="{26EBD749-7CAF-3AEF-9DF4-D1EDD60678A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264" name="TextBox 4263">
                        <a:extLst>
                          <a:ext uri="{FF2B5EF4-FFF2-40B4-BE49-F238E27FC236}">
                            <a16:creationId xmlns:a16="http://schemas.microsoft.com/office/drawing/2014/main" id="{06E301D3-BD5E-5C95-2816-7EAC90942EF1}"/>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226" name="Group 4225">
                    <a:extLst>
                      <a:ext uri="{FF2B5EF4-FFF2-40B4-BE49-F238E27FC236}">
                        <a16:creationId xmlns:a16="http://schemas.microsoft.com/office/drawing/2014/main" id="{4785202E-1CBA-C60B-9597-56A908D1F848}"/>
                      </a:ext>
                    </a:extLst>
                  </p:cNvPr>
                  <p:cNvGrpSpPr/>
                  <p:nvPr/>
                </p:nvGrpSpPr>
                <p:grpSpPr>
                  <a:xfrm>
                    <a:off x="5886431" y="3525040"/>
                    <a:ext cx="393192" cy="393192"/>
                    <a:chOff x="5265196" y="3932619"/>
                    <a:chExt cx="393192" cy="393192"/>
                  </a:xfrm>
                </p:grpSpPr>
                <p:grpSp>
                  <p:nvGrpSpPr>
                    <p:cNvPr id="4250" name="Group 4249">
                      <a:extLst>
                        <a:ext uri="{FF2B5EF4-FFF2-40B4-BE49-F238E27FC236}">
                          <a16:creationId xmlns:a16="http://schemas.microsoft.com/office/drawing/2014/main" id="{791D994E-085C-52BC-D044-1432707E2B4F}"/>
                        </a:ext>
                      </a:extLst>
                    </p:cNvPr>
                    <p:cNvGrpSpPr/>
                    <p:nvPr/>
                  </p:nvGrpSpPr>
                  <p:grpSpPr>
                    <a:xfrm>
                      <a:off x="5354636" y="4022061"/>
                      <a:ext cx="214313" cy="214313"/>
                      <a:chOff x="5354637" y="3446463"/>
                      <a:chExt cx="214313" cy="214313"/>
                    </a:xfrm>
                  </p:grpSpPr>
                  <p:sp>
                    <p:nvSpPr>
                      <p:cNvPr id="4258" name="Arc 4257">
                        <a:extLst>
                          <a:ext uri="{FF2B5EF4-FFF2-40B4-BE49-F238E27FC236}">
                            <a16:creationId xmlns:a16="http://schemas.microsoft.com/office/drawing/2014/main" id="{AFC32803-8347-9240-F2A0-7ABF03BCFC2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59" name="Arc 4258">
                        <a:extLst>
                          <a:ext uri="{FF2B5EF4-FFF2-40B4-BE49-F238E27FC236}">
                            <a16:creationId xmlns:a16="http://schemas.microsoft.com/office/drawing/2014/main" id="{0A45EFED-BF82-1AAA-A731-AE0BC6AB4ED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251" name="Group 4250">
                      <a:extLst>
                        <a:ext uri="{FF2B5EF4-FFF2-40B4-BE49-F238E27FC236}">
                          <a16:creationId xmlns:a16="http://schemas.microsoft.com/office/drawing/2014/main" id="{84FDAC42-33C9-4D0B-871E-394B037F8002}"/>
                        </a:ext>
                      </a:extLst>
                    </p:cNvPr>
                    <p:cNvGrpSpPr/>
                    <p:nvPr/>
                  </p:nvGrpSpPr>
                  <p:grpSpPr>
                    <a:xfrm rot="14400000">
                      <a:off x="5310186" y="3977611"/>
                      <a:ext cx="303213" cy="303213"/>
                      <a:chOff x="5354637" y="3446463"/>
                      <a:chExt cx="214313" cy="214313"/>
                    </a:xfrm>
                  </p:grpSpPr>
                  <p:sp>
                    <p:nvSpPr>
                      <p:cNvPr id="4256" name="Arc 4255">
                        <a:extLst>
                          <a:ext uri="{FF2B5EF4-FFF2-40B4-BE49-F238E27FC236}">
                            <a16:creationId xmlns:a16="http://schemas.microsoft.com/office/drawing/2014/main" id="{364C1DB3-70C3-B912-A74F-1CCC0019FC7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57" name="Arc 4256">
                        <a:extLst>
                          <a:ext uri="{FF2B5EF4-FFF2-40B4-BE49-F238E27FC236}">
                            <a16:creationId xmlns:a16="http://schemas.microsoft.com/office/drawing/2014/main" id="{4DF54D9C-F64A-61B2-BC16-2DD257F38A9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252" name="Group 4251">
                      <a:extLst>
                        <a:ext uri="{FF2B5EF4-FFF2-40B4-BE49-F238E27FC236}">
                          <a16:creationId xmlns:a16="http://schemas.microsoft.com/office/drawing/2014/main" id="{CF1D27AE-41A5-3C2C-A579-89F702F78EE5}"/>
                        </a:ext>
                      </a:extLst>
                    </p:cNvPr>
                    <p:cNvGrpSpPr/>
                    <p:nvPr/>
                  </p:nvGrpSpPr>
                  <p:grpSpPr>
                    <a:xfrm rot="7200000">
                      <a:off x="5265196" y="3932619"/>
                      <a:ext cx="393192" cy="393192"/>
                      <a:chOff x="5354637" y="3446463"/>
                      <a:chExt cx="214313" cy="214313"/>
                    </a:xfrm>
                  </p:grpSpPr>
                  <p:sp>
                    <p:nvSpPr>
                      <p:cNvPr id="4254" name="Arc 4253">
                        <a:extLst>
                          <a:ext uri="{FF2B5EF4-FFF2-40B4-BE49-F238E27FC236}">
                            <a16:creationId xmlns:a16="http://schemas.microsoft.com/office/drawing/2014/main" id="{CF0275B4-4B50-03E8-9588-2B5CA2ED223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55" name="Arc 4254">
                        <a:extLst>
                          <a:ext uri="{FF2B5EF4-FFF2-40B4-BE49-F238E27FC236}">
                            <a16:creationId xmlns:a16="http://schemas.microsoft.com/office/drawing/2014/main" id="{374B20E2-E9DC-A4C8-B2B4-8B8203C48FF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253" name="TextBox 4252">
                      <a:extLst>
                        <a:ext uri="{FF2B5EF4-FFF2-40B4-BE49-F238E27FC236}">
                          <a16:creationId xmlns:a16="http://schemas.microsoft.com/office/drawing/2014/main" id="{EC5D55A4-F51F-48D5-5C9E-04D18F84A8FE}"/>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4227" name="Group 4226">
                    <a:extLst>
                      <a:ext uri="{FF2B5EF4-FFF2-40B4-BE49-F238E27FC236}">
                        <a16:creationId xmlns:a16="http://schemas.microsoft.com/office/drawing/2014/main" id="{CB54D4AC-E609-E0DF-44D5-8618A2EDD5F6}"/>
                      </a:ext>
                    </a:extLst>
                  </p:cNvPr>
                  <p:cNvGrpSpPr/>
                  <p:nvPr/>
                </p:nvGrpSpPr>
                <p:grpSpPr>
                  <a:xfrm>
                    <a:off x="6512463" y="3525040"/>
                    <a:ext cx="393192" cy="393192"/>
                    <a:chOff x="6389147" y="3357021"/>
                    <a:chExt cx="393192" cy="393192"/>
                  </a:xfrm>
                </p:grpSpPr>
                <p:grpSp>
                  <p:nvGrpSpPr>
                    <p:cNvPr id="4239" name="Group 4238">
                      <a:extLst>
                        <a:ext uri="{FF2B5EF4-FFF2-40B4-BE49-F238E27FC236}">
                          <a16:creationId xmlns:a16="http://schemas.microsoft.com/office/drawing/2014/main" id="{5DDBECA7-3599-B9BE-BF72-F6F72C80A94C}"/>
                        </a:ext>
                      </a:extLst>
                    </p:cNvPr>
                    <p:cNvGrpSpPr/>
                    <p:nvPr/>
                  </p:nvGrpSpPr>
                  <p:grpSpPr>
                    <a:xfrm rot="7200000" flipH="1">
                      <a:off x="6389147" y="3357021"/>
                      <a:ext cx="393192" cy="393192"/>
                      <a:chOff x="5354637" y="3446463"/>
                      <a:chExt cx="214313" cy="214313"/>
                    </a:xfrm>
                  </p:grpSpPr>
                  <p:sp>
                    <p:nvSpPr>
                      <p:cNvPr id="4248" name="Arc 4247">
                        <a:extLst>
                          <a:ext uri="{FF2B5EF4-FFF2-40B4-BE49-F238E27FC236}">
                            <a16:creationId xmlns:a16="http://schemas.microsoft.com/office/drawing/2014/main" id="{DCC92E7C-0E65-AA73-1548-935821D14CC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49" name="Arc 4248">
                        <a:extLst>
                          <a:ext uri="{FF2B5EF4-FFF2-40B4-BE49-F238E27FC236}">
                            <a16:creationId xmlns:a16="http://schemas.microsoft.com/office/drawing/2014/main" id="{E61223F8-3537-AD58-F3DB-CC421B2AD34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240" name="Group 4239">
                      <a:extLst>
                        <a:ext uri="{FF2B5EF4-FFF2-40B4-BE49-F238E27FC236}">
                          <a16:creationId xmlns:a16="http://schemas.microsoft.com/office/drawing/2014/main" id="{16B7D84B-7F49-572F-41C3-F50C962E9673}"/>
                        </a:ext>
                      </a:extLst>
                    </p:cNvPr>
                    <p:cNvGrpSpPr/>
                    <p:nvPr/>
                  </p:nvGrpSpPr>
                  <p:grpSpPr>
                    <a:xfrm>
                      <a:off x="6434137" y="3402011"/>
                      <a:ext cx="303213" cy="303213"/>
                      <a:chOff x="6434137" y="3402011"/>
                      <a:chExt cx="303213" cy="303213"/>
                    </a:xfrm>
                  </p:grpSpPr>
                  <p:grpSp>
                    <p:nvGrpSpPr>
                      <p:cNvPr id="4241" name="Group 4240">
                        <a:extLst>
                          <a:ext uri="{FF2B5EF4-FFF2-40B4-BE49-F238E27FC236}">
                            <a16:creationId xmlns:a16="http://schemas.microsoft.com/office/drawing/2014/main" id="{722770D8-5879-5CEC-1F89-89AF275853DF}"/>
                          </a:ext>
                        </a:extLst>
                      </p:cNvPr>
                      <p:cNvGrpSpPr/>
                      <p:nvPr/>
                    </p:nvGrpSpPr>
                    <p:grpSpPr>
                      <a:xfrm flipH="1">
                        <a:off x="6478587" y="3446461"/>
                        <a:ext cx="214313" cy="214313"/>
                        <a:chOff x="5354637" y="3446463"/>
                        <a:chExt cx="214313" cy="214313"/>
                      </a:xfrm>
                    </p:grpSpPr>
                    <p:sp>
                      <p:nvSpPr>
                        <p:cNvPr id="4246" name="Arc 4245">
                          <a:extLst>
                            <a:ext uri="{FF2B5EF4-FFF2-40B4-BE49-F238E27FC236}">
                              <a16:creationId xmlns:a16="http://schemas.microsoft.com/office/drawing/2014/main" id="{6DECB45B-9870-9073-DC32-1A4A1130EB8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47" name="Arc 4246">
                          <a:extLst>
                            <a:ext uri="{FF2B5EF4-FFF2-40B4-BE49-F238E27FC236}">
                              <a16:creationId xmlns:a16="http://schemas.microsoft.com/office/drawing/2014/main" id="{57EBB89C-AAC5-AF83-47A7-A0035BB1372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242" name="Group 4241">
                        <a:extLst>
                          <a:ext uri="{FF2B5EF4-FFF2-40B4-BE49-F238E27FC236}">
                            <a16:creationId xmlns:a16="http://schemas.microsoft.com/office/drawing/2014/main" id="{8C68A69D-F69D-F15C-80B5-A2DC63FEB331}"/>
                          </a:ext>
                        </a:extLst>
                      </p:cNvPr>
                      <p:cNvGrpSpPr/>
                      <p:nvPr/>
                    </p:nvGrpSpPr>
                    <p:grpSpPr>
                      <a:xfrm rot="14400000" flipH="1">
                        <a:off x="6434137" y="3402011"/>
                        <a:ext cx="303213" cy="303213"/>
                        <a:chOff x="5354637" y="3446463"/>
                        <a:chExt cx="214313" cy="214313"/>
                      </a:xfrm>
                    </p:grpSpPr>
                    <p:sp>
                      <p:nvSpPr>
                        <p:cNvPr id="4244" name="Arc 4243">
                          <a:extLst>
                            <a:ext uri="{FF2B5EF4-FFF2-40B4-BE49-F238E27FC236}">
                              <a16:creationId xmlns:a16="http://schemas.microsoft.com/office/drawing/2014/main" id="{2034E96F-E457-5411-9086-CEFD0EB1E95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45" name="Arc 4244">
                          <a:extLst>
                            <a:ext uri="{FF2B5EF4-FFF2-40B4-BE49-F238E27FC236}">
                              <a16:creationId xmlns:a16="http://schemas.microsoft.com/office/drawing/2014/main" id="{BDFA63AE-4BAB-B86E-A617-C7B672C09BF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243" name="TextBox 4242">
                        <a:extLst>
                          <a:ext uri="{FF2B5EF4-FFF2-40B4-BE49-F238E27FC236}">
                            <a16:creationId xmlns:a16="http://schemas.microsoft.com/office/drawing/2014/main" id="{D5E1D62D-AE83-4B36-E4DC-3846E2C39797}"/>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228" name="Group 4227">
                    <a:extLst>
                      <a:ext uri="{FF2B5EF4-FFF2-40B4-BE49-F238E27FC236}">
                        <a16:creationId xmlns:a16="http://schemas.microsoft.com/office/drawing/2014/main" id="{08BBE419-750E-1B38-20E7-EE3BAD7CBD5F}"/>
                      </a:ext>
                    </a:extLst>
                  </p:cNvPr>
                  <p:cNvGrpSpPr/>
                  <p:nvPr/>
                </p:nvGrpSpPr>
                <p:grpSpPr>
                  <a:xfrm>
                    <a:off x="6197413" y="3225768"/>
                    <a:ext cx="393192" cy="393192"/>
                    <a:chOff x="6389147" y="3932622"/>
                    <a:chExt cx="393192" cy="393192"/>
                  </a:xfrm>
                </p:grpSpPr>
                <p:grpSp>
                  <p:nvGrpSpPr>
                    <p:cNvPr id="4229" name="Group 4228">
                      <a:extLst>
                        <a:ext uri="{FF2B5EF4-FFF2-40B4-BE49-F238E27FC236}">
                          <a16:creationId xmlns:a16="http://schemas.microsoft.com/office/drawing/2014/main" id="{15B915C5-3D24-2572-9051-EAA00155F635}"/>
                        </a:ext>
                      </a:extLst>
                    </p:cNvPr>
                    <p:cNvGrpSpPr/>
                    <p:nvPr/>
                  </p:nvGrpSpPr>
                  <p:grpSpPr>
                    <a:xfrm flipH="1">
                      <a:off x="6478587" y="4022061"/>
                      <a:ext cx="214313" cy="214313"/>
                      <a:chOff x="5354637" y="3446463"/>
                      <a:chExt cx="214313" cy="214313"/>
                    </a:xfrm>
                  </p:grpSpPr>
                  <p:sp>
                    <p:nvSpPr>
                      <p:cNvPr id="4237" name="Arc 4236">
                        <a:extLst>
                          <a:ext uri="{FF2B5EF4-FFF2-40B4-BE49-F238E27FC236}">
                            <a16:creationId xmlns:a16="http://schemas.microsoft.com/office/drawing/2014/main" id="{6149FDB4-BC10-578E-2B43-4D771A4C166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38" name="Arc 4237">
                        <a:extLst>
                          <a:ext uri="{FF2B5EF4-FFF2-40B4-BE49-F238E27FC236}">
                            <a16:creationId xmlns:a16="http://schemas.microsoft.com/office/drawing/2014/main" id="{C7EBD11A-31CE-06FA-1CA1-D3C88E384F1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230" name="Group 4229">
                      <a:extLst>
                        <a:ext uri="{FF2B5EF4-FFF2-40B4-BE49-F238E27FC236}">
                          <a16:creationId xmlns:a16="http://schemas.microsoft.com/office/drawing/2014/main" id="{298D29DF-AD79-A39A-9CE6-0322E983A2C1}"/>
                        </a:ext>
                      </a:extLst>
                    </p:cNvPr>
                    <p:cNvGrpSpPr/>
                    <p:nvPr/>
                  </p:nvGrpSpPr>
                  <p:grpSpPr>
                    <a:xfrm rot="7200000" flipH="1">
                      <a:off x="6434137" y="3977611"/>
                      <a:ext cx="303213" cy="303213"/>
                      <a:chOff x="5354637" y="3446463"/>
                      <a:chExt cx="214313" cy="214313"/>
                    </a:xfrm>
                  </p:grpSpPr>
                  <p:sp>
                    <p:nvSpPr>
                      <p:cNvPr id="4235" name="Arc 4234">
                        <a:extLst>
                          <a:ext uri="{FF2B5EF4-FFF2-40B4-BE49-F238E27FC236}">
                            <a16:creationId xmlns:a16="http://schemas.microsoft.com/office/drawing/2014/main" id="{D5A7FF8C-14E2-C6A3-6573-FA2A866DF99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36" name="Arc 4235">
                        <a:extLst>
                          <a:ext uri="{FF2B5EF4-FFF2-40B4-BE49-F238E27FC236}">
                            <a16:creationId xmlns:a16="http://schemas.microsoft.com/office/drawing/2014/main" id="{69039D14-B129-9F58-B567-F7AF18F3A4A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231" name="Group 4230">
                      <a:extLst>
                        <a:ext uri="{FF2B5EF4-FFF2-40B4-BE49-F238E27FC236}">
                          <a16:creationId xmlns:a16="http://schemas.microsoft.com/office/drawing/2014/main" id="{43069ED1-9ABC-F069-B2D8-8C31E308A769}"/>
                        </a:ext>
                      </a:extLst>
                    </p:cNvPr>
                    <p:cNvGrpSpPr/>
                    <p:nvPr/>
                  </p:nvGrpSpPr>
                  <p:grpSpPr>
                    <a:xfrm rot="14400000" flipH="1">
                      <a:off x="6389147" y="3932622"/>
                      <a:ext cx="393192" cy="393192"/>
                      <a:chOff x="5354637" y="3446463"/>
                      <a:chExt cx="214313" cy="214313"/>
                    </a:xfrm>
                  </p:grpSpPr>
                  <p:sp>
                    <p:nvSpPr>
                      <p:cNvPr id="4233" name="Arc 4232">
                        <a:extLst>
                          <a:ext uri="{FF2B5EF4-FFF2-40B4-BE49-F238E27FC236}">
                            <a16:creationId xmlns:a16="http://schemas.microsoft.com/office/drawing/2014/main" id="{45D3B09A-6E9F-2C41-2C4B-BBADB3CBD10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34" name="Arc 4233">
                        <a:extLst>
                          <a:ext uri="{FF2B5EF4-FFF2-40B4-BE49-F238E27FC236}">
                            <a16:creationId xmlns:a16="http://schemas.microsoft.com/office/drawing/2014/main" id="{F51E3EF2-F0D2-62A6-AC4F-8DA165FB166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232" name="TextBox 4231">
                      <a:extLst>
                        <a:ext uri="{FF2B5EF4-FFF2-40B4-BE49-F238E27FC236}">
                          <a16:creationId xmlns:a16="http://schemas.microsoft.com/office/drawing/2014/main" id="{21C7C8BC-F21F-C48B-4FE3-41B7B84EBC7D}"/>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3075" name="Group 3074">
              <a:extLst>
                <a:ext uri="{FF2B5EF4-FFF2-40B4-BE49-F238E27FC236}">
                  <a16:creationId xmlns:a16="http://schemas.microsoft.com/office/drawing/2014/main" id="{35D8BEBC-838C-92C8-5FC5-FEDEA3A4E310}"/>
                </a:ext>
              </a:extLst>
            </p:cNvPr>
            <p:cNvGrpSpPr/>
            <p:nvPr/>
          </p:nvGrpSpPr>
          <p:grpSpPr>
            <a:xfrm>
              <a:off x="5257729" y="-658620"/>
              <a:ext cx="2263438" cy="2198360"/>
              <a:chOff x="5445106" y="2039507"/>
              <a:chExt cx="2263438" cy="2198360"/>
            </a:xfrm>
          </p:grpSpPr>
          <p:grpSp>
            <p:nvGrpSpPr>
              <p:cNvPr id="4031" name="Group 4030">
                <a:extLst>
                  <a:ext uri="{FF2B5EF4-FFF2-40B4-BE49-F238E27FC236}">
                    <a16:creationId xmlns:a16="http://schemas.microsoft.com/office/drawing/2014/main" id="{E5433B01-B274-B0D0-37F3-96F74E037C42}"/>
                  </a:ext>
                </a:extLst>
              </p:cNvPr>
              <p:cNvGrpSpPr/>
              <p:nvPr/>
            </p:nvGrpSpPr>
            <p:grpSpPr>
              <a:xfrm>
                <a:off x="5445106" y="2644743"/>
                <a:ext cx="1643204" cy="1593124"/>
                <a:chOff x="5445106" y="2644743"/>
                <a:chExt cx="1643204" cy="1593124"/>
              </a:xfrm>
            </p:grpSpPr>
            <p:grpSp>
              <p:nvGrpSpPr>
                <p:cNvPr id="4127" name="Group 4126">
                  <a:extLst>
                    <a:ext uri="{FF2B5EF4-FFF2-40B4-BE49-F238E27FC236}">
                      <a16:creationId xmlns:a16="http://schemas.microsoft.com/office/drawing/2014/main" id="{182F8756-2A12-CB31-70CD-04F534FF47B7}"/>
                    </a:ext>
                  </a:extLst>
                </p:cNvPr>
                <p:cNvGrpSpPr/>
                <p:nvPr/>
              </p:nvGrpSpPr>
              <p:grpSpPr>
                <a:xfrm>
                  <a:off x="5445106" y="2644743"/>
                  <a:ext cx="1019224" cy="991639"/>
                  <a:chOff x="5886431" y="3225768"/>
                  <a:chExt cx="1019224" cy="991639"/>
                </a:xfrm>
              </p:grpSpPr>
              <p:grpSp>
                <p:nvGrpSpPr>
                  <p:cNvPr id="4175" name="Group 4174">
                    <a:extLst>
                      <a:ext uri="{FF2B5EF4-FFF2-40B4-BE49-F238E27FC236}">
                        <a16:creationId xmlns:a16="http://schemas.microsoft.com/office/drawing/2014/main" id="{FEE3E003-AF3F-3E62-E5F2-CA02DAF8588B}"/>
                      </a:ext>
                    </a:extLst>
                  </p:cNvPr>
                  <p:cNvGrpSpPr/>
                  <p:nvPr/>
                </p:nvGrpSpPr>
                <p:grpSpPr>
                  <a:xfrm>
                    <a:off x="6197413" y="3824215"/>
                    <a:ext cx="393192" cy="393192"/>
                    <a:chOff x="5265196" y="3357021"/>
                    <a:chExt cx="393192" cy="393192"/>
                  </a:xfrm>
                </p:grpSpPr>
                <p:grpSp>
                  <p:nvGrpSpPr>
                    <p:cNvPr id="4210" name="Group 4209">
                      <a:extLst>
                        <a:ext uri="{FF2B5EF4-FFF2-40B4-BE49-F238E27FC236}">
                          <a16:creationId xmlns:a16="http://schemas.microsoft.com/office/drawing/2014/main" id="{2ACC501E-B6AE-0DD8-9CA8-9B5D209B03B5}"/>
                        </a:ext>
                      </a:extLst>
                    </p:cNvPr>
                    <p:cNvGrpSpPr/>
                    <p:nvPr/>
                  </p:nvGrpSpPr>
                  <p:grpSpPr>
                    <a:xfrm rot="14400000">
                      <a:off x="5265196" y="3357021"/>
                      <a:ext cx="393192" cy="393192"/>
                      <a:chOff x="5354637" y="3446463"/>
                      <a:chExt cx="214313" cy="214313"/>
                    </a:xfrm>
                  </p:grpSpPr>
                  <p:sp>
                    <p:nvSpPr>
                      <p:cNvPr id="4219" name="Arc 4218">
                        <a:extLst>
                          <a:ext uri="{FF2B5EF4-FFF2-40B4-BE49-F238E27FC236}">
                            <a16:creationId xmlns:a16="http://schemas.microsoft.com/office/drawing/2014/main" id="{11C79135-14A1-A179-A522-480B04C8479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20" name="Arc 4219">
                        <a:extLst>
                          <a:ext uri="{FF2B5EF4-FFF2-40B4-BE49-F238E27FC236}">
                            <a16:creationId xmlns:a16="http://schemas.microsoft.com/office/drawing/2014/main" id="{FAF8D5D9-177A-A9F7-A408-8E1590BA3C5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211" name="Group 4210">
                      <a:extLst>
                        <a:ext uri="{FF2B5EF4-FFF2-40B4-BE49-F238E27FC236}">
                          <a16:creationId xmlns:a16="http://schemas.microsoft.com/office/drawing/2014/main" id="{D1AB84A1-5CCB-2D25-6EC2-0B73FF9C56DF}"/>
                        </a:ext>
                      </a:extLst>
                    </p:cNvPr>
                    <p:cNvGrpSpPr/>
                    <p:nvPr/>
                  </p:nvGrpSpPr>
                  <p:grpSpPr>
                    <a:xfrm>
                      <a:off x="5310186" y="3402011"/>
                      <a:ext cx="303213" cy="303213"/>
                      <a:chOff x="5310186" y="3402011"/>
                      <a:chExt cx="303213" cy="303213"/>
                    </a:xfrm>
                  </p:grpSpPr>
                  <p:grpSp>
                    <p:nvGrpSpPr>
                      <p:cNvPr id="4212" name="Group 4211">
                        <a:extLst>
                          <a:ext uri="{FF2B5EF4-FFF2-40B4-BE49-F238E27FC236}">
                            <a16:creationId xmlns:a16="http://schemas.microsoft.com/office/drawing/2014/main" id="{72C1BB9F-9780-8A4F-C388-8758E75494A0}"/>
                          </a:ext>
                        </a:extLst>
                      </p:cNvPr>
                      <p:cNvGrpSpPr/>
                      <p:nvPr/>
                    </p:nvGrpSpPr>
                    <p:grpSpPr>
                      <a:xfrm>
                        <a:off x="5354636" y="3446461"/>
                        <a:ext cx="214313" cy="214313"/>
                        <a:chOff x="5354637" y="3446463"/>
                        <a:chExt cx="214313" cy="214313"/>
                      </a:xfrm>
                    </p:grpSpPr>
                    <p:sp>
                      <p:nvSpPr>
                        <p:cNvPr id="4217" name="Arc 4216">
                          <a:extLst>
                            <a:ext uri="{FF2B5EF4-FFF2-40B4-BE49-F238E27FC236}">
                              <a16:creationId xmlns:a16="http://schemas.microsoft.com/office/drawing/2014/main" id="{99A1CB3A-20D6-2A61-AD31-51DF0DED1CB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18" name="Arc 4217">
                          <a:extLst>
                            <a:ext uri="{FF2B5EF4-FFF2-40B4-BE49-F238E27FC236}">
                              <a16:creationId xmlns:a16="http://schemas.microsoft.com/office/drawing/2014/main" id="{AF38A4D3-FEED-8806-CFD0-8BC0D623017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213" name="Group 4212">
                        <a:extLst>
                          <a:ext uri="{FF2B5EF4-FFF2-40B4-BE49-F238E27FC236}">
                            <a16:creationId xmlns:a16="http://schemas.microsoft.com/office/drawing/2014/main" id="{AB051981-CA15-65AF-EF34-1A14B45E37C5}"/>
                          </a:ext>
                        </a:extLst>
                      </p:cNvPr>
                      <p:cNvGrpSpPr/>
                      <p:nvPr/>
                    </p:nvGrpSpPr>
                    <p:grpSpPr>
                      <a:xfrm rot="7200000">
                        <a:off x="5310186" y="3402011"/>
                        <a:ext cx="303213" cy="303213"/>
                        <a:chOff x="5354637" y="3446463"/>
                        <a:chExt cx="214313" cy="214313"/>
                      </a:xfrm>
                    </p:grpSpPr>
                    <p:sp>
                      <p:nvSpPr>
                        <p:cNvPr id="4215" name="Arc 4214">
                          <a:extLst>
                            <a:ext uri="{FF2B5EF4-FFF2-40B4-BE49-F238E27FC236}">
                              <a16:creationId xmlns:a16="http://schemas.microsoft.com/office/drawing/2014/main" id="{BE8CEC89-DF41-5C0C-7B9A-CE3D75883CA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16" name="Arc 4215">
                          <a:extLst>
                            <a:ext uri="{FF2B5EF4-FFF2-40B4-BE49-F238E27FC236}">
                              <a16:creationId xmlns:a16="http://schemas.microsoft.com/office/drawing/2014/main" id="{EC87C26C-BFDE-6BA4-4195-8BFB4C37304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214" name="TextBox 4213">
                        <a:extLst>
                          <a:ext uri="{FF2B5EF4-FFF2-40B4-BE49-F238E27FC236}">
                            <a16:creationId xmlns:a16="http://schemas.microsoft.com/office/drawing/2014/main" id="{4A253EEF-082E-0BD5-7A5D-6281A841BA52}"/>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176" name="Group 4175">
                    <a:extLst>
                      <a:ext uri="{FF2B5EF4-FFF2-40B4-BE49-F238E27FC236}">
                        <a16:creationId xmlns:a16="http://schemas.microsoft.com/office/drawing/2014/main" id="{6EC03961-87EB-4551-77B2-EA76CBF99DF4}"/>
                      </a:ext>
                    </a:extLst>
                  </p:cNvPr>
                  <p:cNvGrpSpPr/>
                  <p:nvPr/>
                </p:nvGrpSpPr>
                <p:grpSpPr>
                  <a:xfrm>
                    <a:off x="5886431" y="3525040"/>
                    <a:ext cx="393192" cy="393192"/>
                    <a:chOff x="5265196" y="3932619"/>
                    <a:chExt cx="393192" cy="393192"/>
                  </a:xfrm>
                </p:grpSpPr>
                <p:grpSp>
                  <p:nvGrpSpPr>
                    <p:cNvPr id="4200" name="Group 4199">
                      <a:extLst>
                        <a:ext uri="{FF2B5EF4-FFF2-40B4-BE49-F238E27FC236}">
                          <a16:creationId xmlns:a16="http://schemas.microsoft.com/office/drawing/2014/main" id="{8779F7B8-A45F-E00F-0077-19917A4E9183}"/>
                        </a:ext>
                      </a:extLst>
                    </p:cNvPr>
                    <p:cNvGrpSpPr/>
                    <p:nvPr/>
                  </p:nvGrpSpPr>
                  <p:grpSpPr>
                    <a:xfrm>
                      <a:off x="5354636" y="4022061"/>
                      <a:ext cx="214313" cy="214313"/>
                      <a:chOff x="5354637" y="3446463"/>
                      <a:chExt cx="214313" cy="214313"/>
                    </a:xfrm>
                  </p:grpSpPr>
                  <p:sp>
                    <p:nvSpPr>
                      <p:cNvPr id="4208" name="Arc 4207">
                        <a:extLst>
                          <a:ext uri="{FF2B5EF4-FFF2-40B4-BE49-F238E27FC236}">
                            <a16:creationId xmlns:a16="http://schemas.microsoft.com/office/drawing/2014/main" id="{5B32141D-79F0-23CF-A081-0D6A5EA8F18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09" name="Arc 4208">
                        <a:extLst>
                          <a:ext uri="{FF2B5EF4-FFF2-40B4-BE49-F238E27FC236}">
                            <a16:creationId xmlns:a16="http://schemas.microsoft.com/office/drawing/2014/main" id="{4086DF4E-03D3-B1EE-5A1F-77F588EBC60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201" name="Group 4200">
                      <a:extLst>
                        <a:ext uri="{FF2B5EF4-FFF2-40B4-BE49-F238E27FC236}">
                          <a16:creationId xmlns:a16="http://schemas.microsoft.com/office/drawing/2014/main" id="{AAB13F4F-6657-8191-4D6B-CC548041F31E}"/>
                        </a:ext>
                      </a:extLst>
                    </p:cNvPr>
                    <p:cNvGrpSpPr/>
                    <p:nvPr/>
                  </p:nvGrpSpPr>
                  <p:grpSpPr>
                    <a:xfrm rot="14400000">
                      <a:off x="5310186" y="3977611"/>
                      <a:ext cx="303213" cy="303213"/>
                      <a:chOff x="5354637" y="3446463"/>
                      <a:chExt cx="214313" cy="214313"/>
                    </a:xfrm>
                  </p:grpSpPr>
                  <p:sp>
                    <p:nvSpPr>
                      <p:cNvPr id="4206" name="Arc 4205">
                        <a:extLst>
                          <a:ext uri="{FF2B5EF4-FFF2-40B4-BE49-F238E27FC236}">
                            <a16:creationId xmlns:a16="http://schemas.microsoft.com/office/drawing/2014/main" id="{18FEE650-18D8-C480-A246-95A058E93C1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07" name="Arc 4206">
                        <a:extLst>
                          <a:ext uri="{FF2B5EF4-FFF2-40B4-BE49-F238E27FC236}">
                            <a16:creationId xmlns:a16="http://schemas.microsoft.com/office/drawing/2014/main" id="{4587611E-8129-DA34-9A60-9F6DADEE5D0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202" name="Group 4201">
                      <a:extLst>
                        <a:ext uri="{FF2B5EF4-FFF2-40B4-BE49-F238E27FC236}">
                          <a16:creationId xmlns:a16="http://schemas.microsoft.com/office/drawing/2014/main" id="{1A2B67A1-3A76-FD02-2B0A-C699DDB129E4}"/>
                        </a:ext>
                      </a:extLst>
                    </p:cNvPr>
                    <p:cNvGrpSpPr/>
                    <p:nvPr/>
                  </p:nvGrpSpPr>
                  <p:grpSpPr>
                    <a:xfrm rot="7200000">
                      <a:off x="5265196" y="3932619"/>
                      <a:ext cx="393192" cy="393192"/>
                      <a:chOff x="5354637" y="3446463"/>
                      <a:chExt cx="214313" cy="214313"/>
                    </a:xfrm>
                  </p:grpSpPr>
                  <p:sp>
                    <p:nvSpPr>
                      <p:cNvPr id="4204" name="Arc 4203">
                        <a:extLst>
                          <a:ext uri="{FF2B5EF4-FFF2-40B4-BE49-F238E27FC236}">
                            <a16:creationId xmlns:a16="http://schemas.microsoft.com/office/drawing/2014/main" id="{96B9164F-80B2-CCD1-6A9A-1BFF6C171DA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05" name="Arc 4204">
                        <a:extLst>
                          <a:ext uri="{FF2B5EF4-FFF2-40B4-BE49-F238E27FC236}">
                            <a16:creationId xmlns:a16="http://schemas.microsoft.com/office/drawing/2014/main" id="{F67A9EAC-5EA9-CCE7-A0FB-DC347A91257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203" name="TextBox 4202">
                      <a:extLst>
                        <a:ext uri="{FF2B5EF4-FFF2-40B4-BE49-F238E27FC236}">
                          <a16:creationId xmlns:a16="http://schemas.microsoft.com/office/drawing/2014/main" id="{FB65E0ED-F58E-AE7D-AC1C-32C1376842F5}"/>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4177" name="Group 4176">
                    <a:extLst>
                      <a:ext uri="{FF2B5EF4-FFF2-40B4-BE49-F238E27FC236}">
                        <a16:creationId xmlns:a16="http://schemas.microsoft.com/office/drawing/2014/main" id="{A3CA0AAA-1377-DCFB-1878-2CC548B7602C}"/>
                      </a:ext>
                    </a:extLst>
                  </p:cNvPr>
                  <p:cNvGrpSpPr/>
                  <p:nvPr/>
                </p:nvGrpSpPr>
                <p:grpSpPr>
                  <a:xfrm>
                    <a:off x="6512463" y="3525040"/>
                    <a:ext cx="393192" cy="393192"/>
                    <a:chOff x="6389147" y="3357021"/>
                    <a:chExt cx="393192" cy="393192"/>
                  </a:xfrm>
                </p:grpSpPr>
                <p:grpSp>
                  <p:nvGrpSpPr>
                    <p:cNvPr id="4189" name="Group 4188">
                      <a:extLst>
                        <a:ext uri="{FF2B5EF4-FFF2-40B4-BE49-F238E27FC236}">
                          <a16:creationId xmlns:a16="http://schemas.microsoft.com/office/drawing/2014/main" id="{DBB510B5-D915-B844-9C76-492BE5D55B36}"/>
                        </a:ext>
                      </a:extLst>
                    </p:cNvPr>
                    <p:cNvGrpSpPr/>
                    <p:nvPr/>
                  </p:nvGrpSpPr>
                  <p:grpSpPr>
                    <a:xfrm rot="7200000" flipH="1">
                      <a:off x="6389147" y="3357021"/>
                      <a:ext cx="393192" cy="393192"/>
                      <a:chOff x="5354637" y="3446463"/>
                      <a:chExt cx="214313" cy="214313"/>
                    </a:xfrm>
                  </p:grpSpPr>
                  <p:sp>
                    <p:nvSpPr>
                      <p:cNvPr id="4198" name="Arc 4197">
                        <a:extLst>
                          <a:ext uri="{FF2B5EF4-FFF2-40B4-BE49-F238E27FC236}">
                            <a16:creationId xmlns:a16="http://schemas.microsoft.com/office/drawing/2014/main" id="{E5B246A2-7927-BC31-06EF-5AD57DF926E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99" name="Arc 4198">
                        <a:extLst>
                          <a:ext uri="{FF2B5EF4-FFF2-40B4-BE49-F238E27FC236}">
                            <a16:creationId xmlns:a16="http://schemas.microsoft.com/office/drawing/2014/main" id="{2401ADE7-5F18-76B4-4FB0-7FF5316EE36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190" name="Group 4189">
                      <a:extLst>
                        <a:ext uri="{FF2B5EF4-FFF2-40B4-BE49-F238E27FC236}">
                          <a16:creationId xmlns:a16="http://schemas.microsoft.com/office/drawing/2014/main" id="{E7BFAEC8-3F86-B1AD-8F42-8D137D5DD7C6}"/>
                        </a:ext>
                      </a:extLst>
                    </p:cNvPr>
                    <p:cNvGrpSpPr/>
                    <p:nvPr/>
                  </p:nvGrpSpPr>
                  <p:grpSpPr>
                    <a:xfrm>
                      <a:off x="6434137" y="3402011"/>
                      <a:ext cx="303213" cy="303213"/>
                      <a:chOff x="6434137" y="3402011"/>
                      <a:chExt cx="303213" cy="303213"/>
                    </a:xfrm>
                  </p:grpSpPr>
                  <p:grpSp>
                    <p:nvGrpSpPr>
                      <p:cNvPr id="4191" name="Group 4190">
                        <a:extLst>
                          <a:ext uri="{FF2B5EF4-FFF2-40B4-BE49-F238E27FC236}">
                            <a16:creationId xmlns:a16="http://schemas.microsoft.com/office/drawing/2014/main" id="{B54891A1-DAEA-0AE2-5902-0BED231700B0}"/>
                          </a:ext>
                        </a:extLst>
                      </p:cNvPr>
                      <p:cNvGrpSpPr/>
                      <p:nvPr/>
                    </p:nvGrpSpPr>
                    <p:grpSpPr>
                      <a:xfrm flipH="1">
                        <a:off x="6478587" y="3446461"/>
                        <a:ext cx="214313" cy="214313"/>
                        <a:chOff x="5354637" y="3446463"/>
                        <a:chExt cx="214313" cy="214313"/>
                      </a:xfrm>
                    </p:grpSpPr>
                    <p:sp>
                      <p:nvSpPr>
                        <p:cNvPr id="4196" name="Arc 4195">
                          <a:extLst>
                            <a:ext uri="{FF2B5EF4-FFF2-40B4-BE49-F238E27FC236}">
                              <a16:creationId xmlns:a16="http://schemas.microsoft.com/office/drawing/2014/main" id="{A2E60362-0EF8-13F0-464A-405663DD690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97" name="Arc 4196">
                          <a:extLst>
                            <a:ext uri="{FF2B5EF4-FFF2-40B4-BE49-F238E27FC236}">
                              <a16:creationId xmlns:a16="http://schemas.microsoft.com/office/drawing/2014/main" id="{440F677C-D8A1-E6FE-8252-5D38F05CEAD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192" name="Group 4191">
                        <a:extLst>
                          <a:ext uri="{FF2B5EF4-FFF2-40B4-BE49-F238E27FC236}">
                            <a16:creationId xmlns:a16="http://schemas.microsoft.com/office/drawing/2014/main" id="{02B54482-3938-5B2B-2551-C1E769D7366A}"/>
                          </a:ext>
                        </a:extLst>
                      </p:cNvPr>
                      <p:cNvGrpSpPr/>
                      <p:nvPr/>
                    </p:nvGrpSpPr>
                    <p:grpSpPr>
                      <a:xfrm rot="14400000" flipH="1">
                        <a:off x="6434137" y="3402011"/>
                        <a:ext cx="303213" cy="303213"/>
                        <a:chOff x="5354637" y="3446463"/>
                        <a:chExt cx="214313" cy="214313"/>
                      </a:xfrm>
                    </p:grpSpPr>
                    <p:sp>
                      <p:nvSpPr>
                        <p:cNvPr id="4194" name="Arc 4193">
                          <a:extLst>
                            <a:ext uri="{FF2B5EF4-FFF2-40B4-BE49-F238E27FC236}">
                              <a16:creationId xmlns:a16="http://schemas.microsoft.com/office/drawing/2014/main" id="{04257CAA-1418-74BD-33D1-05FE69BDFAC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95" name="Arc 4194">
                          <a:extLst>
                            <a:ext uri="{FF2B5EF4-FFF2-40B4-BE49-F238E27FC236}">
                              <a16:creationId xmlns:a16="http://schemas.microsoft.com/office/drawing/2014/main" id="{0EA39BDB-AD76-6871-4892-110E60B4BE2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193" name="TextBox 4192">
                        <a:extLst>
                          <a:ext uri="{FF2B5EF4-FFF2-40B4-BE49-F238E27FC236}">
                            <a16:creationId xmlns:a16="http://schemas.microsoft.com/office/drawing/2014/main" id="{1941AB4B-2B8E-E1B0-BCC4-D359BE0D7247}"/>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178" name="Group 4177">
                    <a:extLst>
                      <a:ext uri="{FF2B5EF4-FFF2-40B4-BE49-F238E27FC236}">
                        <a16:creationId xmlns:a16="http://schemas.microsoft.com/office/drawing/2014/main" id="{867BD28C-65B3-764F-1820-FE58A7FB6FDA}"/>
                      </a:ext>
                    </a:extLst>
                  </p:cNvPr>
                  <p:cNvGrpSpPr/>
                  <p:nvPr/>
                </p:nvGrpSpPr>
                <p:grpSpPr>
                  <a:xfrm>
                    <a:off x="6197413" y="3225768"/>
                    <a:ext cx="393192" cy="393192"/>
                    <a:chOff x="6389147" y="3932622"/>
                    <a:chExt cx="393192" cy="393192"/>
                  </a:xfrm>
                </p:grpSpPr>
                <p:grpSp>
                  <p:nvGrpSpPr>
                    <p:cNvPr id="4179" name="Group 4178">
                      <a:extLst>
                        <a:ext uri="{FF2B5EF4-FFF2-40B4-BE49-F238E27FC236}">
                          <a16:creationId xmlns:a16="http://schemas.microsoft.com/office/drawing/2014/main" id="{092B26C7-E30B-2F9E-A2CF-338563D10491}"/>
                        </a:ext>
                      </a:extLst>
                    </p:cNvPr>
                    <p:cNvGrpSpPr/>
                    <p:nvPr/>
                  </p:nvGrpSpPr>
                  <p:grpSpPr>
                    <a:xfrm flipH="1">
                      <a:off x="6478587" y="4022061"/>
                      <a:ext cx="214313" cy="214313"/>
                      <a:chOff x="5354637" y="3446463"/>
                      <a:chExt cx="214313" cy="214313"/>
                    </a:xfrm>
                  </p:grpSpPr>
                  <p:sp>
                    <p:nvSpPr>
                      <p:cNvPr id="4187" name="Arc 4186">
                        <a:extLst>
                          <a:ext uri="{FF2B5EF4-FFF2-40B4-BE49-F238E27FC236}">
                            <a16:creationId xmlns:a16="http://schemas.microsoft.com/office/drawing/2014/main" id="{A8C3C345-57C6-8D63-C143-C217785E4BC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88" name="Arc 4187">
                        <a:extLst>
                          <a:ext uri="{FF2B5EF4-FFF2-40B4-BE49-F238E27FC236}">
                            <a16:creationId xmlns:a16="http://schemas.microsoft.com/office/drawing/2014/main" id="{8837DCC4-F7ED-3D67-49AD-4F3DDA1E13E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180" name="Group 4179">
                      <a:extLst>
                        <a:ext uri="{FF2B5EF4-FFF2-40B4-BE49-F238E27FC236}">
                          <a16:creationId xmlns:a16="http://schemas.microsoft.com/office/drawing/2014/main" id="{9BD030F3-BA44-8D7D-904D-4AC212C6C43D}"/>
                        </a:ext>
                      </a:extLst>
                    </p:cNvPr>
                    <p:cNvGrpSpPr/>
                    <p:nvPr/>
                  </p:nvGrpSpPr>
                  <p:grpSpPr>
                    <a:xfrm rot="7200000" flipH="1">
                      <a:off x="6434137" y="3977611"/>
                      <a:ext cx="303213" cy="303213"/>
                      <a:chOff x="5354637" y="3446463"/>
                      <a:chExt cx="214313" cy="214313"/>
                    </a:xfrm>
                  </p:grpSpPr>
                  <p:sp>
                    <p:nvSpPr>
                      <p:cNvPr id="4185" name="Arc 4184">
                        <a:extLst>
                          <a:ext uri="{FF2B5EF4-FFF2-40B4-BE49-F238E27FC236}">
                            <a16:creationId xmlns:a16="http://schemas.microsoft.com/office/drawing/2014/main" id="{272E1292-F496-09BE-C350-7871087A942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86" name="Arc 4185">
                        <a:extLst>
                          <a:ext uri="{FF2B5EF4-FFF2-40B4-BE49-F238E27FC236}">
                            <a16:creationId xmlns:a16="http://schemas.microsoft.com/office/drawing/2014/main" id="{0A1D73C7-31BB-4872-A517-A3887A35DCC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181" name="Group 4180">
                      <a:extLst>
                        <a:ext uri="{FF2B5EF4-FFF2-40B4-BE49-F238E27FC236}">
                          <a16:creationId xmlns:a16="http://schemas.microsoft.com/office/drawing/2014/main" id="{EE42B6EA-9736-CB7F-2ECD-C52F13B99FF9}"/>
                        </a:ext>
                      </a:extLst>
                    </p:cNvPr>
                    <p:cNvGrpSpPr/>
                    <p:nvPr/>
                  </p:nvGrpSpPr>
                  <p:grpSpPr>
                    <a:xfrm rot="14400000" flipH="1">
                      <a:off x="6389147" y="3932622"/>
                      <a:ext cx="393192" cy="393192"/>
                      <a:chOff x="5354637" y="3446463"/>
                      <a:chExt cx="214313" cy="214313"/>
                    </a:xfrm>
                  </p:grpSpPr>
                  <p:sp>
                    <p:nvSpPr>
                      <p:cNvPr id="4183" name="Arc 4182">
                        <a:extLst>
                          <a:ext uri="{FF2B5EF4-FFF2-40B4-BE49-F238E27FC236}">
                            <a16:creationId xmlns:a16="http://schemas.microsoft.com/office/drawing/2014/main" id="{F6666206-953A-0FAC-C448-B360561E172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84" name="Arc 4183">
                        <a:extLst>
                          <a:ext uri="{FF2B5EF4-FFF2-40B4-BE49-F238E27FC236}">
                            <a16:creationId xmlns:a16="http://schemas.microsoft.com/office/drawing/2014/main" id="{9802934A-455B-B0F0-3D88-AF2829236EC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182" name="TextBox 4181">
                      <a:extLst>
                        <a:ext uri="{FF2B5EF4-FFF2-40B4-BE49-F238E27FC236}">
                          <a16:creationId xmlns:a16="http://schemas.microsoft.com/office/drawing/2014/main" id="{F12494A3-2204-8F51-CD73-589089C07E39}"/>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128" name="Group 4127">
                  <a:extLst>
                    <a:ext uri="{FF2B5EF4-FFF2-40B4-BE49-F238E27FC236}">
                      <a16:creationId xmlns:a16="http://schemas.microsoft.com/office/drawing/2014/main" id="{2D7A3FE9-60D6-F7F2-BF41-98E5DD53C89F}"/>
                    </a:ext>
                  </a:extLst>
                </p:cNvPr>
                <p:cNvGrpSpPr/>
                <p:nvPr/>
              </p:nvGrpSpPr>
              <p:grpSpPr>
                <a:xfrm>
                  <a:off x="6069086" y="3246228"/>
                  <a:ext cx="1019224" cy="991639"/>
                  <a:chOff x="5886431" y="3225768"/>
                  <a:chExt cx="1019224" cy="991639"/>
                </a:xfrm>
              </p:grpSpPr>
              <p:grpSp>
                <p:nvGrpSpPr>
                  <p:cNvPr id="4129" name="Group 4128">
                    <a:extLst>
                      <a:ext uri="{FF2B5EF4-FFF2-40B4-BE49-F238E27FC236}">
                        <a16:creationId xmlns:a16="http://schemas.microsoft.com/office/drawing/2014/main" id="{3C992BF7-F26F-A896-7E72-BDAB234E8C48}"/>
                      </a:ext>
                    </a:extLst>
                  </p:cNvPr>
                  <p:cNvGrpSpPr/>
                  <p:nvPr/>
                </p:nvGrpSpPr>
                <p:grpSpPr>
                  <a:xfrm>
                    <a:off x="6197413" y="3824215"/>
                    <a:ext cx="393192" cy="393192"/>
                    <a:chOff x="5265196" y="3357021"/>
                    <a:chExt cx="393192" cy="393192"/>
                  </a:xfrm>
                </p:grpSpPr>
                <p:grpSp>
                  <p:nvGrpSpPr>
                    <p:cNvPr id="4164" name="Group 4163">
                      <a:extLst>
                        <a:ext uri="{FF2B5EF4-FFF2-40B4-BE49-F238E27FC236}">
                          <a16:creationId xmlns:a16="http://schemas.microsoft.com/office/drawing/2014/main" id="{A99D69E0-D33A-80D9-F6C1-DECB70C7D71A}"/>
                        </a:ext>
                      </a:extLst>
                    </p:cNvPr>
                    <p:cNvGrpSpPr/>
                    <p:nvPr/>
                  </p:nvGrpSpPr>
                  <p:grpSpPr>
                    <a:xfrm rot="14400000">
                      <a:off x="5265196" y="3357021"/>
                      <a:ext cx="393192" cy="393192"/>
                      <a:chOff x="5354637" y="3446463"/>
                      <a:chExt cx="214313" cy="214313"/>
                    </a:xfrm>
                  </p:grpSpPr>
                  <p:sp>
                    <p:nvSpPr>
                      <p:cNvPr id="4173" name="Arc 4172">
                        <a:extLst>
                          <a:ext uri="{FF2B5EF4-FFF2-40B4-BE49-F238E27FC236}">
                            <a16:creationId xmlns:a16="http://schemas.microsoft.com/office/drawing/2014/main" id="{C717861B-D14F-3C3D-91B5-D3D60335D19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74" name="Arc 4173">
                        <a:extLst>
                          <a:ext uri="{FF2B5EF4-FFF2-40B4-BE49-F238E27FC236}">
                            <a16:creationId xmlns:a16="http://schemas.microsoft.com/office/drawing/2014/main" id="{2A9BE41A-8DA5-0DE1-6B99-E99E4B0536A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165" name="Group 4164">
                      <a:extLst>
                        <a:ext uri="{FF2B5EF4-FFF2-40B4-BE49-F238E27FC236}">
                          <a16:creationId xmlns:a16="http://schemas.microsoft.com/office/drawing/2014/main" id="{404FEEB3-D719-5C9F-A0E5-9161CEAF8D29}"/>
                        </a:ext>
                      </a:extLst>
                    </p:cNvPr>
                    <p:cNvGrpSpPr/>
                    <p:nvPr/>
                  </p:nvGrpSpPr>
                  <p:grpSpPr>
                    <a:xfrm>
                      <a:off x="5310186" y="3402011"/>
                      <a:ext cx="303213" cy="303213"/>
                      <a:chOff x="5310186" y="3402011"/>
                      <a:chExt cx="303213" cy="303213"/>
                    </a:xfrm>
                  </p:grpSpPr>
                  <p:grpSp>
                    <p:nvGrpSpPr>
                      <p:cNvPr id="4166" name="Group 4165">
                        <a:extLst>
                          <a:ext uri="{FF2B5EF4-FFF2-40B4-BE49-F238E27FC236}">
                            <a16:creationId xmlns:a16="http://schemas.microsoft.com/office/drawing/2014/main" id="{754ED057-739D-BCC4-2275-0F1E6B4E13BC}"/>
                          </a:ext>
                        </a:extLst>
                      </p:cNvPr>
                      <p:cNvGrpSpPr/>
                      <p:nvPr/>
                    </p:nvGrpSpPr>
                    <p:grpSpPr>
                      <a:xfrm>
                        <a:off x="5354636" y="3446461"/>
                        <a:ext cx="214313" cy="214313"/>
                        <a:chOff x="5354637" y="3446463"/>
                        <a:chExt cx="214313" cy="214313"/>
                      </a:xfrm>
                    </p:grpSpPr>
                    <p:sp>
                      <p:nvSpPr>
                        <p:cNvPr id="4171" name="Arc 4170">
                          <a:extLst>
                            <a:ext uri="{FF2B5EF4-FFF2-40B4-BE49-F238E27FC236}">
                              <a16:creationId xmlns:a16="http://schemas.microsoft.com/office/drawing/2014/main" id="{32448669-DE06-CBDA-FCE5-C26201D3AF8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72" name="Arc 4171">
                          <a:extLst>
                            <a:ext uri="{FF2B5EF4-FFF2-40B4-BE49-F238E27FC236}">
                              <a16:creationId xmlns:a16="http://schemas.microsoft.com/office/drawing/2014/main" id="{7CBC729A-A26C-00E6-BA69-16AB27B00E3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167" name="Group 4166">
                        <a:extLst>
                          <a:ext uri="{FF2B5EF4-FFF2-40B4-BE49-F238E27FC236}">
                            <a16:creationId xmlns:a16="http://schemas.microsoft.com/office/drawing/2014/main" id="{FE2DABFF-98E0-B878-DFF6-0B30DAD7CC8B}"/>
                          </a:ext>
                        </a:extLst>
                      </p:cNvPr>
                      <p:cNvGrpSpPr/>
                      <p:nvPr/>
                    </p:nvGrpSpPr>
                    <p:grpSpPr>
                      <a:xfrm rot="7200000">
                        <a:off x="5310186" y="3402011"/>
                        <a:ext cx="303213" cy="303213"/>
                        <a:chOff x="5354637" y="3446463"/>
                        <a:chExt cx="214313" cy="214313"/>
                      </a:xfrm>
                    </p:grpSpPr>
                    <p:sp>
                      <p:nvSpPr>
                        <p:cNvPr id="4169" name="Arc 4168">
                          <a:extLst>
                            <a:ext uri="{FF2B5EF4-FFF2-40B4-BE49-F238E27FC236}">
                              <a16:creationId xmlns:a16="http://schemas.microsoft.com/office/drawing/2014/main" id="{7C4713DC-A20D-5374-A7E1-79BAC15BA31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70" name="Arc 4169">
                          <a:extLst>
                            <a:ext uri="{FF2B5EF4-FFF2-40B4-BE49-F238E27FC236}">
                              <a16:creationId xmlns:a16="http://schemas.microsoft.com/office/drawing/2014/main" id="{667DAE2B-CDFC-8A9D-CB4D-29054006429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168" name="TextBox 4167">
                        <a:extLst>
                          <a:ext uri="{FF2B5EF4-FFF2-40B4-BE49-F238E27FC236}">
                            <a16:creationId xmlns:a16="http://schemas.microsoft.com/office/drawing/2014/main" id="{8F292ED2-6CB9-3719-87B3-AB4407DC85E8}"/>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130" name="Group 4129">
                    <a:extLst>
                      <a:ext uri="{FF2B5EF4-FFF2-40B4-BE49-F238E27FC236}">
                        <a16:creationId xmlns:a16="http://schemas.microsoft.com/office/drawing/2014/main" id="{E95EDF15-8107-566E-9758-D39FAB94140F}"/>
                      </a:ext>
                    </a:extLst>
                  </p:cNvPr>
                  <p:cNvGrpSpPr/>
                  <p:nvPr/>
                </p:nvGrpSpPr>
                <p:grpSpPr>
                  <a:xfrm>
                    <a:off x="5886431" y="3525040"/>
                    <a:ext cx="393192" cy="393192"/>
                    <a:chOff x="5265196" y="3932619"/>
                    <a:chExt cx="393192" cy="393192"/>
                  </a:xfrm>
                </p:grpSpPr>
                <p:grpSp>
                  <p:nvGrpSpPr>
                    <p:cNvPr id="4154" name="Group 4153">
                      <a:extLst>
                        <a:ext uri="{FF2B5EF4-FFF2-40B4-BE49-F238E27FC236}">
                          <a16:creationId xmlns:a16="http://schemas.microsoft.com/office/drawing/2014/main" id="{211676F3-72DC-40F3-A778-40238450E746}"/>
                        </a:ext>
                      </a:extLst>
                    </p:cNvPr>
                    <p:cNvGrpSpPr/>
                    <p:nvPr/>
                  </p:nvGrpSpPr>
                  <p:grpSpPr>
                    <a:xfrm>
                      <a:off x="5354636" y="4022061"/>
                      <a:ext cx="214313" cy="214313"/>
                      <a:chOff x="5354637" y="3446463"/>
                      <a:chExt cx="214313" cy="214313"/>
                    </a:xfrm>
                  </p:grpSpPr>
                  <p:sp>
                    <p:nvSpPr>
                      <p:cNvPr id="4162" name="Arc 4161">
                        <a:extLst>
                          <a:ext uri="{FF2B5EF4-FFF2-40B4-BE49-F238E27FC236}">
                            <a16:creationId xmlns:a16="http://schemas.microsoft.com/office/drawing/2014/main" id="{A44A81F8-DADA-E02B-B5A2-38F96FA8C9E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63" name="Arc 4162">
                        <a:extLst>
                          <a:ext uri="{FF2B5EF4-FFF2-40B4-BE49-F238E27FC236}">
                            <a16:creationId xmlns:a16="http://schemas.microsoft.com/office/drawing/2014/main" id="{AC3B41C6-60BE-4EAA-D6F1-DDAD1BAEC5A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155" name="Group 4154">
                      <a:extLst>
                        <a:ext uri="{FF2B5EF4-FFF2-40B4-BE49-F238E27FC236}">
                          <a16:creationId xmlns:a16="http://schemas.microsoft.com/office/drawing/2014/main" id="{8D11BBDF-574B-C041-0849-A4A669E73E2A}"/>
                        </a:ext>
                      </a:extLst>
                    </p:cNvPr>
                    <p:cNvGrpSpPr/>
                    <p:nvPr/>
                  </p:nvGrpSpPr>
                  <p:grpSpPr>
                    <a:xfrm rot="14400000">
                      <a:off x="5310186" y="3977611"/>
                      <a:ext cx="303213" cy="303213"/>
                      <a:chOff x="5354637" y="3446463"/>
                      <a:chExt cx="214313" cy="214313"/>
                    </a:xfrm>
                  </p:grpSpPr>
                  <p:sp>
                    <p:nvSpPr>
                      <p:cNvPr id="4160" name="Arc 4159">
                        <a:extLst>
                          <a:ext uri="{FF2B5EF4-FFF2-40B4-BE49-F238E27FC236}">
                            <a16:creationId xmlns:a16="http://schemas.microsoft.com/office/drawing/2014/main" id="{B14A715A-DBF0-6188-1A28-5D82AF42B4D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61" name="Arc 4160">
                        <a:extLst>
                          <a:ext uri="{FF2B5EF4-FFF2-40B4-BE49-F238E27FC236}">
                            <a16:creationId xmlns:a16="http://schemas.microsoft.com/office/drawing/2014/main" id="{A551A133-FC78-5542-F728-5A4AC7AE082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156" name="Group 4155">
                      <a:extLst>
                        <a:ext uri="{FF2B5EF4-FFF2-40B4-BE49-F238E27FC236}">
                          <a16:creationId xmlns:a16="http://schemas.microsoft.com/office/drawing/2014/main" id="{9D02C68C-65DA-6664-00B5-CDAEBF501283}"/>
                        </a:ext>
                      </a:extLst>
                    </p:cNvPr>
                    <p:cNvGrpSpPr/>
                    <p:nvPr/>
                  </p:nvGrpSpPr>
                  <p:grpSpPr>
                    <a:xfrm rot="7200000">
                      <a:off x="5265196" y="3932619"/>
                      <a:ext cx="393192" cy="393192"/>
                      <a:chOff x="5354637" y="3446463"/>
                      <a:chExt cx="214313" cy="214313"/>
                    </a:xfrm>
                  </p:grpSpPr>
                  <p:sp>
                    <p:nvSpPr>
                      <p:cNvPr id="4158" name="Arc 4157">
                        <a:extLst>
                          <a:ext uri="{FF2B5EF4-FFF2-40B4-BE49-F238E27FC236}">
                            <a16:creationId xmlns:a16="http://schemas.microsoft.com/office/drawing/2014/main" id="{14538917-094E-5D42-4E93-DEE6129C1D3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59" name="Arc 4158">
                        <a:extLst>
                          <a:ext uri="{FF2B5EF4-FFF2-40B4-BE49-F238E27FC236}">
                            <a16:creationId xmlns:a16="http://schemas.microsoft.com/office/drawing/2014/main" id="{45C9E9B4-F0D9-C172-9490-3D712FB8E91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157" name="TextBox 4156">
                      <a:extLst>
                        <a:ext uri="{FF2B5EF4-FFF2-40B4-BE49-F238E27FC236}">
                          <a16:creationId xmlns:a16="http://schemas.microsoft.com/office/drawing/2014/main" id="{5FF95904-29AA-7270-CCE1-8154F18969EA}"/>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4131" name="Group 4130">
                    <a:extLst>
                      <a:ext uri="{FF2B5EF4-FFF2-40B4-BE49-F238E27FC236}">
                        <a16:creationId xmlns:a16="http://schemas.microsoft.com/office/drawing/2014/main" id="{EE2CB91F-AF72-A70F-DB06-43C8296B245F}"/>
                      </a:ext>
                    </a:extLst>
                  </p:cNvPr>
                  <p:cNvGrpSpPr/>
                  <p:nvPr/>
                </p:nvGrpSpPr>
                <p:grpSpPr>
                  <a:xfrm>
                    <a:off x="6512463" y="3525040"/>
                    <a:ext cx="393192" cy="393192"/>
                    <a:chOff x="6389147" y="3357021"/>
                    <a:chExt cx="393192" cy="393192"/>
                  </a:xfrm>
                </p:grpSpPr>
                <p:grpSp>
                  <p:nvGrpSpPr>
                    <p:cNvPr id="4143" name="Group 4142">
                      <a:extLst>
                        <a:ext uri="{FF2B5EF4-FFF2-40B4-BE49-F238E27FC236}">
                          <a16:creationId xmlns:a16="http://schemas.microsoft.com/office/drawing/2014/main" id="{DF5E012F-E527-244C-4EC8-D2D5A4858A0B}"/>
                        </a:ext>
                      </a:extLst>
                    </p:cNvPr>
                    <p:cNvGrpSpPr/>
                    <p:nvPr/>
                  </p:nvGrpSpPr>
                  <p:grpSpPr>
                    <a:xfrm rot="7200000" flipH="1">
                      <a:off x="6389147" y="3357021"/>
                      <a:ext cx="393192" cy="393192"/>
                      <a:chOff x="5354637" y="3446463"/>
                      <a:chExt cx="214313" cy="214313"/>
                    </a:xfrm>
                  </p:grpSpPr>
                  <p:sp>
                    <p:nvSpPr>
                      <p:cNvPr id="4152" name="Arc 4151">
                        <a:extLst>
                          <a:ext uri="{FF2B5EF4-FFF2-40B4-BE49-F238E27FC236}">
                            <a16:creationId xmlns:a16="http://schemas.microsoft.com/office/drawing/2014/main" id="{E4EAA337-9C12-B22C-2332-D740919B631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53" name="Arc 4152">
                        <a:extLst>
                          <a:ext uri="{FF2B5EF4-FFF2-40B4-BE49-F238E27FC236}">
                            <a16:creationId xmlns:a16="http://schemas.microsoft.com/office/drawing/2014/main" id="{372EA239-4B0F-9F8D-2C9F-9062C0D53C0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144" name="Group 4143">
                      <a:extLst>
                        <a:ext uri="{FF2B5EF4-FFF2-40B4-BE49-F238E27FC236}">
                          <a16:creationId xmlns:a16="http://schemas.microsoft.com/office/drawing/2014/main" id="{E59CB7DC-7EEB-FD4D-E252-5EF798D69C4E}"/>
                        </a:ext>
                      </a:extLst>
                    </p:cNvPr>
                    <p:cNvGrpSpPr/>
                    <p:nvPr/>
                  </p:nvGrpSpPr>
                  <p:grpSpPr>
                    <a:xfrm>
                      <a:off x="6434137" y="3402011"/>
                      <a:ext cx="303213" cy="303213"/>
                      <a:chOff x="6434137" y="3402011"/>
                      <a:chExt cx="303213" cy="303213"/>
                    </a:xfrm>
                  </p:grpSpPr>
                  <p:grpSp>
                    <p:nvGrpSpPr>
                      <p:cNvPr id="4145" name="Group 4144">
                        <a:extLst>
                          <a:ext uri="{FF2B5EF4-FFF2-40B4-BE49-F238E27FC236}">
                            <a16:creationId xmlns:a16="http://schemas.microsoft.com/office/drawing/2014/main" id="{EF2BEB88-5F3D-C347-E503-BE5FB5D7F347}"/>
                          </a:ext>
                        </a:extLst>
                      </p:cNvPr>
                      <p:cNvGrpSpPr/>
                      <p:nvPr/>
                    </p:nvGrpSpPr>
                    <p:grpSpPr>
                      <a:xfrm flipH="1">
                        <a:off x="6478587" y="3446461"/>
                        <a:ext cx="214313" cy="214313"/>
                        <a:chOff x="5354637" y="3446463"/>
                        <a:chExt cx="214313" cy="214313"/>
                      </a:xfrm>
                    </p:grpSpPr>
                    <p:sp>
                      <p:nvSpPr>
                        <p:cNvPr id="4150" name="Arc 4149">
                          <a:extLst>
                            <a:ext uri="{FF2B5EF4-FFF2-40B4-BE49-F238E27FC236}">
                              <a16:creationId xmlns:a16="http://schemas.microsoft.com/office/drawing/2014/main" id="{AD25EB9A-3FF1-A24D-5377-4EE7100FF24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51" name="Arc 4150">
                          <a:extLst>
                            <a:ext uri="{FF2B5EF4-FFF2-40B4-BE49-F238E27FC236}">
                              <a16:creationId xmlns:a16="http://schemas.microsoft.com/office/drawing/2014/main" id="{96523D22-E3E6-6AA1-E61A-246A7F62918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146" name="Group 4145">
                        <a:extLst>
                          <a:ext uri="{FF2B5EF4-FFF2-40B4-BE49-F238E27FC236}">
                            <a16:creationId xmlns:a16="http://schemas.microsoft.com/office/drawing/2014/main" id="{8117A0D2-63CD-99BA-D8DA-1C608534F301}"/>
                          </a:ext>
                        </a:extLst>
                      </p:cNvPr>
                      <p:cNvGrpSpPr/>
                      <p:nvPr/>
                    </p:nvGrpSpPr>
                    <p:grpSpPr>
                      <a:xfrm rot="14400000" flipH="1">
                        <a:off x="6434137" y="3402011"/>
                        <a:ext cx="303213" cy="303213"/>
                        <a:chOff x="5354637" y="3446463"/>
                        <a:chExt cx="214313" cy="214313"/>
                      </a:xfrm>
                    </p:grpSpPr>
                    <p:sp>
                      <p:nvSpPr>
                        <p:cNvPr id="4148" name="Arc 4147">
                          <a:extLst>
                            <a:ext uri="{FF2B5EF4-FFF2-40B4-BE49-F238E27FC236}">
                              <a16:creationId xmlns:a16="http://schemas.microsoft.com/office/drawing/2014/main" id="{A7DFE846-ACF3-D523-6A38-4CF350BC241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49" name="Arc 4148">
                          <a:extLst>
                            <a:ext uri="{FF2B5EF4-FFF2-40B4-BE49-F238E27FC236}">
                              <a16:creationId xmlns:a16="http://schemas.microsoft.com/office/drawing/2014/main" id="{943D6B61-E89C-A511-ECF4-0E09F9E6134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147" name="TextBox 4146">
                        <a:extLst>
                          <a:ext uri="{FF2B5EF4-FFF2-40B4-BE49-F238E27FC236}">
                            <a16:creationId xmlns:a16="http://schemas.microsoft.com/office/drawing/2014/main" id="{2B9A26D9-505E-A3F7-A962-5956C6F65E3A}"/>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132" name="Group 4131">
                    <a:extLst>
                      <a:ext uri="{FF2B5EF4-FFF2-40B4-BE49-F238E27FC236}">
                        <a16:creationId xmlns:a16="http://schemas.microsoft.com/office/drawing/2014/main" id="{3CD8B3F4-FDC5-D7EA-F352-37C5532A3810}"/>
                      </a:ext>
                    </a:extLst>
                  </p:cNvPr>
                  <p:cNvGrpSpPr/>
                  <p:nvPr/>
                </p:nvGrpSpPr>
                <p:grpSpPr>
                  <a:xfrm>
                    <a:off x="6197413" y="3225768"/>
                    <a:ext cx="393192" cy="393192"/>
                    <a:chOff x="6389147" y="3932622"/>
                    <a:chExt cx="393192" cy="393192"/>
                  </a:xfrm>
                </p:grpSpPr>
                <p:grpSp>
                  <p:nvGrpSpPr>
                    <p:cNvPr id="4133" name="Group 4132">
                      <a:extLst>
                        <a:ext uri="{FF2B5EF4-FFF2-40B4-BE49-F238E27FC236}">
                          <a16:creationId xmlns:a16="http://schemas.microsoft.com/office/drawing/2014/main" id="{7F9E257F-0191-9CC3-EB65-D79177F405C8}"/>
                        </a:ext>
                      </a:extLst>
                    </p:cNvPr>
                    <p:cNvGrpSpPr/>
                    <p:nvPr/>
                  </p:nvGrpSpPr>
                  <p:grpSpPr>
                    <a:xfrm flipH="1">
                      <a:off x="6478587" y="4022061"/>
                      <a:ext cx="214313" cy="214313"/>
                      <a:chOff x="5354637" y="3446463"/>
                      <a:chExt cx="214313" cy="214313"/>
                    </a:xfrm>
                  </p:grpSpPr>
                  <p:sp>
                    <p:nvSpPr>
                      <p:cNvPr id="4141" name="Arc 4140">
                        <a:extLst>
                          <a:ext uri="{FF2B5EF4-FFF2-40B4-BE49-F238E27FC236}">
                            <a16:creationId xmlns:a16="http://schemas.microsoft.com/office/drawing/2014/main" id="{44A46B54-103F-5AB0-9F7B-9290D5B3773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42" name="Arc 4141">
                        <a:extLst>
                          <a:ext uri="{FF2B5EF4-FFF2-40B4-BE49-F238E27FC236}">
                            <a16:creationId xmlns:a16="http://schemas.microsoft.com/office/drawing/2014/main" id="{90F7CB01-0C4D-8334-906B-ECC75485E40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134" name="Group 4133">
                      <a:extLst>
                        <a:ext uri="{FF2B5EF4-FFF2-40B4-BE49-F238E27FC236}">
                          <a16:creationId xmlns:a16="http://schemas.microsoft.com/office/drawing/2014/main" id="{FC0BCF9E-950D-A48B-1F9F-BA65FF39BF93}"/>
                        </a:ext>
                      </a:extLst>
                    </p:cNvPr>
                    <p:cNvGrpSpPr/>
                    <p:nvPr/>
                  </p:nvGrpSpPr>
                  <p:grpSpPr>
                    <a:xfrm rot="7200000" flipH="1">
                      <a:off x="6434137" y="3977611"/>
                      <a:ext cx="303213" cy="303213"/>
                      <a:chOff x="5354637" y="3446463"/>
                      <a:chExt cx="214313" cy="214313"/>
                    </a:xfrm>
                  </p:grpSpPr>
                  <p:sp>
                    <p:nvSpPr>
                      <p:cNvPr id="4139" name="Arc 4138">
                        <a:extLst>
                          <a:ext uri="{FF2B5EF4-FFF2-40B4-BE49-F238E27FC236}">
                            <a16:creationId xmlns:a16="http://schemas.microsoft.com/office/drawing/2014/main" id="{5F7565E7-1F88-6A17-5BA5-346CC3BA483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40" name="Arc 4139">
                        <a:extLst>
                          <a:ext uri="{FF2B5EF4-FFF2-40B4-BE49-F238E27FC236}">
                            <a16:creationId xmlns:a16="http://schemas.microsoft.com/office/drawing/2014/main" id="{3EFFBD1E-30A7-2FB2-428F-CF20C93459B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135" name="Group 4134">
                      <a:extLst>
                        <a:ext uri="{FF2B5EF4-FFF2-40B4-BE49-F238E27FC236}">
                          <a16:creationId xmlns:a16="http://schemas.microsoft.com/office/drawing/2014/main" id="{F5F72D09-8877-222E-FCA9-3A04ACE3BE46}"/>
                        </a:ext>
                      </a:extLst>
                    </p:cNvPr>
                    <p:cNvGrpSpPr/>
                    <p:nvPr/>
                  </p:nvGrpSpPr>
                  <p:grpSpPr>
                    <a:xfrm rot="14400000" flipH="1">
                      <a:off x="6389147" y="3932622"/>
                      <a:ext cx="393192" cy="393192"/>
                      <a:chOff x="5354637" y="3446463"/>
                      <a:chExt cx="214313" cy="214313"/>
                    </a:xfrm>
                  </p:grpSpPr>
                  <p:sp>
                    <p:nvSpPr>
                      <p:cNvPr id="4137" name="Arc 4136">
                        <a:extLst>
                          <a:ext uri="{FF2B5EF4-FFF2-40B4-BE49-F238E27FC236}">
                            <a16:creationId xmlns:a16="http://schemas.microsoft.com/office/drawing/2014/main" id="{652512E1-0DCD-CD5D-F990-9EE3324629C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38" name="Arc 4137">
                        <a:extLst>
                          <a:ext uri="{FF2B5EF4-FFF2-40B4-BE49-F238E27FC236}">
                            <a16:creationId xmlns:a16="http://schemas.microsoft.com/office/drawing/2014/main" id="{FC51CC84-E13E-EA99-EDCB-52CB107A4D6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136" name="TextBox 4135">
                      <a:extLst>
                        <a:ext uri="{FF2B5EF4-FFF2-40B4-BE49-F238E27FC236}">
                          <a16:creationId xmlns:a16="http://schemas.microsoft.com/office/drawing/2014/main" id="{64230AA1-2978-CEE5-B369-5ED323809F56}"/>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4032" name="Group 4031">
                <a:extLst>
                  <a:ext uri="{FF2B5EF4-FFF2-40B4-BE49-F238E27FC236}">
                    <a16:creationId xmlns:a16="http://schemas.microsoft.com/office/drawing/2014/main" id="{EDF54D60-95CC-2627-6EA5-FC21C7FD6594}"/>
                  </a:ext>
                </a:extLst>
              </p:cNvPr>
              <p:cNvGrpSpPr/>
              <p:nvPr/>
            </p:nvGrpSpPr>
            <p:grpSpPr>
              <a:xfrm>
                <a:off x="6065340" y="2039507"/>
                <a:ext cx="1643204" cy="1593124"/>
                <a:chOff x="5445106" y="2644743"/>
                <a:chExt cx="1643204" cy="1593124"/>
              </a:xfrm>
            </p:grpSpPr>
            <p:grpSp>
              <p:nvGrpSpPr>
                <p:cNvPr id="4033" name="Group 4032">
                  <a:extLst>
                    <a:ext uri="{FF2B5EF4-FFF2-40B4-BE49-F238E27FC236}">
                      <a16:creationId xmlns:a16="http://schemas.microsoft.com/office/drawing/2014/main" id="{779F1500-02CE-EF94-3A87-BD371EAB6C98}"/>
                    </a:ext>
                  </a:extLst>
                </p:cNvPr>
                <p:cNvGrpSpPr/>
                <p:nvPr/>
              </p:nvGrpSpPr>
              <p:grpSpPr>
                <a:xfrm>
                  <a:off x="5445106" y="2644743"/>
                  <a:ext cx="1019224" cy="991639"/>
                  <a:chOff x="5886431" y="3225768"/>
                  <a:chExt cx="1019224" cy="991639"/>
                </a:xfrm>
              </p:grpSpPr>
              <p:grpSp>
                <p:nvGrpSpPr>
                  <p:cNvPr id="4081" name="Group 4080">
                    <a:extLst>
                      <a:ext uri="{FF2B5EF4-FFF2-40B4-BE49-F238E27FC236}">
                        <a16:creationId xmlns:a16="http://schemas.microsoft.com/office/drawing/2014/main" id="{4CF2519A-8C00-8D30-32F8-FA2F100603C0}"/>
                      </a:ext>
                    </a:extLst>
                  </p:cNvPr>
                  <p:cNvGrpSpPr/>
                  <p:nvPr/>
                </p:nvGrpSpPr>
                <p:grpSpPr>
                  <a:xfrm>
                    <a:off x="6197413" y="3824215"/>
                    <a:ext cx="393192" cy="393192"/>
                    <a:chOff x="5265196" y="3357021"/>
                    <a:chExt cx="393192" cy="393192"/>
                  </a:xfrm>
                </p:grpSpPr>
                <p:grpSp>
                  <p:nvGrpSpPr>
                    <p:cNvPr id="4116" name="Group 4115">
                      <a:extLst>
                        <a:ext uri="{FF2B5EF4-FFF2-40B4-BE49-F238E27FC236}">
                          <a16:creationId xmlns:a16="http://schemas.microsoft.com/office/drawing/2014/main" id="{DAC8140C-37BA-DAC1-66BF-02815CE3DA23}"/>
                        </a:ext>
                      </a:extLst>
                    </p:cNvPr>
                    <p:cNvGrpSpPr/>
                    <p:nvPr/>
                  </p:nvGrpSpPr>
                  <p:grpSpPr>
                    <a:xfrm rot="14400000">
                      <a:off x="5265196" y="3357021"/>
                      <a:ext cx="393192" cy="393192"/>
                      <a:chOff x="5354637" y="3446463"/>
                      <a:chExt cx="214313" cy="214313"/>
                    </a:xfrm>
                  </p:grpSpPr>
                  <p:sp>
                    <p:nvSpPr>
                      <p:cNvPr id="4125" name="Arc 4124">
                        <a:extLst>
                          <a:ext uri="{FF2B5EF4-FFF2-40B4-BE49-F238E27FC236}">
                            <a16:creationId xmlns:a16="http://schemas.microsoft.com/office/drawing/2014/main" id="{E172E06D-4C7A-C0D2-842F-40307F48FC3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26" name="Arc 4125">
                        <a:extLst>
                          <a:ext uri="{FF2B5EF4-FFF2-40B4-BE49-F238E27FC236}">
                            <a16:creationId xmlns:a16="http://schemas.microsoft.com/office/drawing/2014/main" id="{6D4D5FA8-E226-FC6B-1A61-F05B9A74D0C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117" name="Group 4116">
                      <a:extLst>
                        <a:ext uri="{FF2B5EF4-FFF2-40B4-BE49-F238E27FC236}">
                          <a16:creationId xmlns:a16="http://schemas.microsoft.com/office/drawing/2014/main" id="{814C977B-49B8-6BFB-00A2-FC8666C80D90}"/>
                        </a:ext>
                      </a:extLst>
                    </p:cNvPr>
                    <p:cNvGrpSpPr/>
                    <p:nvPr/>
                  </p:nvGrpSpPr>
                  <p:grpSpPr>
                    <a:xfrm>
                      <a:off x="5310186" y="3402011"/>
                      <a:ext cx="303213" cy="303213"/>
                      <a:chOff x="5310186" y="3402011"/>
                      <a:chExt cx="303213" cy="303213"/>
                    </a:xfrm>
                  </p:grpSpPr>
                  <p:grpSp>
                    <p:nvGrpSpPr>
                      <p:cNvPr id="4118" name="Group 4117">
                        <a:extLst>
                          <a:ext uri="{FF2B5EF4-FFF2-40B4-BE49-F238E27FC236}">
                            <a16:creationId xmlns:a16="http://schemas.microsoft.com/office/drawing/2014/main" id="{B2D72D94-CCB4-19BE-7BE7-E78E8F7E542B}"/>
                          </a:ext>
                        </a:extLst>
                      </p:cNvPr>
                      <p:cNvGrpSpPr/>
                      <p:nvPr/>
                    </p:nvGrpSpPr>
                    <p:grpSpPr>
                      <a:xfrm>
                        <a:off x="5354636" y="3446461"/>
                        <a:ext cx="214313" cy="214313"/>
                        <a:chOff x="5354637" y="3446463"/>
                        <a:chExt cx="214313" cy="214313"/>
                      </a:xfrm>
                    </p:grpSpPr>
                    <p:sp>
                      <p:nvSpPr>
                        <p:cNvPr id="4123" name="Arc 4122">
                          <a:extLst>
                            <a:ext uri="{FF2B5EF4-FFF2-40B4-BE49-F238E27FC236}">
                              <a16:creationId xmlns:a16="http://schemas.microsoft.com/office/drawing/2014/main" id="{B34D5964-6D51-AF20-59AC-E57C813673C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24" name="Arc 4123">
                          <a:extLst>
                            <a:ext uri="{FF2B5EF4-FFF2-40B4-BE49-F238E27FC236}">
                              <a16:creationId xmlns:a16="http://schemas.microsoft.com/office/drawing/2014/main" id="{660C0935-4AFB-5AA0-DB73-5B9B4EBF36F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119" name="Group 4118">
                        <a:extLst>
                          <a:ext uri="{FF2B5EF4-FFF2-40B4-BE49-F238E27FC236}">
                            <a16:creationId xmlns:a16="http://schemas.microsoft.com/office/drawing/2014/main" id="{17470CED-E56D-7E9E-D991-D108C8EAED56}"/>
                          </a:ext>
                        </a:extLst>
                      </p:cNvPr>
                      <p:cNvGrpSpPr/>
                      <p:nvPr/>
                    </p:nvGrpSpPr>
                    <p:grpSpPr>
                      <a:xfrm rot="7200000">
                        <a:off x="5310186" y="3402011"/>
                        <a:ext cx="303213" cy="303213"/>
                        <a:chOff x="5354637" y="3446463"/>
                        <a:chExt cx="214313" cy="214313"/>
                      </a:xfrm>
                    </p:grpSpPr>
                    <p:sp>
                      <p:nvSpPr>
                        <p:cNvPr id="4121" name="Arc 4120">
                          <a:extLst>
                            <a:ext uri="{FF2B5EF4-FFF2-40B4-BE49-F238E27FC236}">
                              <a16:creationId xmlns:a16="http://schemas.microsoft.com/office/drawing/2014/main" id="{32AC6EC0-A1AD-368F-0CEF-CAB455CE8D4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22" name="Arc 4121">
                          <a:extLst>
                            <a:ext uri="{FF2B5EF4-FFF2-40B4-BE49-F238E27FC236}">
                              <a16:creationId xmlns:a16="http://schemas.microsoft.com/office/drawing/2014/main" id="{01DAC09C-0A15-3006-AFAD-73423530C78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120" name="TextBox 4119">
                        <a:extLst>
                          <a:ext uri="{FF2B5EF4-FFF2-40B4-BE49-F238E27FC236}">
                            <a16:creationId xmlns:a16="http://schemas.microsoft.com/office/drawing/2014/main" id="{FB54F5C9-8922-5144-366B-4F34E532E715}"/>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082" name="Group 4081">
                    <a:extLst>
                      <a:ext uri="{FF2B5EF4-FFF2-40B4-BE49-F238E27FC236}">
                        <a16:creationId xmlns:a16="http://schemas.microsoft.com/office/drawing/2014/main" id="{C1F9332D-5E47-908C-662C-B0FCDEE69F50}"/>
                      </a:ext>
                    </a:extLst>
                  </p:cNvPr>
                  <p:cNvGrpSpPr/>
                  <p:nvPr/>
                </p:nvGrpSpPr>
                <p:grpSpPr>
                  <a:xfrm>
                    <a:off x="5886431" y="3525040"/>
                    <a:ext cx="393192" cy="393192"/>
                    <a:chOff x="5265196" y="3932619"/>
                    <a:chExt cx="393192" cy="393192"/>
                  </a:xfrm>
                </p:grpSpPr>
                <p:grpSp>
                  <p:nvGrpSpPr>
                    <p:cNvPr id="4106" name="Group 4105">
                      <a:extLst>
                        <a:ext uri="{FF2B5EF4-FFF2-40B4-BE49-F238E27FC236}">
                          <a16:creationId xmlns:a16="http://schemas.microsoft.com/office/drawing/2014/main" id="{A49B7B3B-85AB-8377-4C73-608FA20977E2}"/>
                        </a:ext>
                      </a:extLst>
                    </p:cNvPr>
                    <p:cNvGrpSpPr/>
                    <p:nvPr/>
                  </p:nvGrpSpPr>
                  <p:grpSpPr>
                    <a:xfrm>
                      <a:off x="5354636" y="4022061"/>
                      <a:ext cx="214313" cy="214313"/>
                      <a:chOff x="5354637" y="3446463"/>
                      <a:chExt cx="214313" cy="214313"/>
                    </a:xfrm>
                  </p:grpSpPr>
                  <p:sp>
                    <p:nvSpPr>
                      <p:cNvPr id="4114" name="Arc 4113">
                        <a:extLst>
                          <a:ext uri="{FF2B5EF4-FFF2-40B4-BE49-F238E27FC236}">
                            <a16:creationId xmlns:a16="http://schemas.microsoft.com/office/drawing/2014/main" id="{844836AD-719D-EBAE-69A7-6C6AA008881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15" name="Arc 4114">
                        <a:extLst>
                          <a:ext uri="{FF2B5EF4-FFF2-40B4-BE49-F238E27FC236}">
                            <a16:creationId xmlns:a16="http://schemas.microsoft.com/office/drawing/2014/main" id="{01EE1A6F-3FFD-6E99-A2AC-4C8AE39195D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107" name="Group 4106">
                      <a:extLst>
                        <a:ext uri="{FF2B5EF4-FFF2-40B4-BE49-F238E27FC236}">
                          <a16:creationId xmlns:a16="http://schemas.microsoft.com/office/drawing/2014/main" id="{72376EE1-D5DB-229F-7D48-D4F817184AE1}"/>
                        </a:ext>
                      </a:extLst>
                    </p:cNvPr>
                    <p:cNvGrpSpPr/>
                    <p:nvPr/>
                  </p:nvGrpSpPr>
                  <p:grpSpPr>
                    <a:xfrm rot="14400000">
                      <a:off x="5310186" y="3977611"/>
                      <a:ext cx="303213" cy="303213"/>
                      <a:chOff x="5354637" y="3446463"/>
                      <a:chExt cx="214313" cy="214313"/>
                    </a:xfrm>
                  </p:grpSpPr>
                  <p:sp>
                    <p:nvSpPr>
                      <p:cNvPr id="4112" name="Arc 4111">
                        <a:extLst>
                          <a:ext uri="{FF2B5EF4-FFF2-40B4-BE49-F238E27FC236}">
                            <a16:creationId xmlns:a16="http://schemas.microsoft.com/office/drawing/2014/main" id="{59C5D5D2-6224-574E-9154-25C4D89208C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13" name="Arc 4112">
                        <a:extLst>
                          <a:ext uri="{FF2B5EF4-FFF2-40B4-BE49-F238E27FC236}">
                            <a16:creationId xmlns:a16="http://schemas.microsoft.com/office/drawing/2014/main" id="{491D3430-28F9-42C7-A634-A37D5CE9D72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108" name="Group 4107">
                      <a:extLst>
                        <a:ext uri="{FF2B5EF4-FFF2-40B4-BE49-F238E27FC236}">
                          <a16:creationId xmlns:a16="http://schemas.microsoft.com/office/drawing/2014/main" id="{CB48591C-3688-78BF-F03C-34F2016505F4}"/>
                        </a:ext>
                      </a:extLst>
                    </p:cNvPr>
                    <p:cNvGrpSpPr/>
                    <p:nvPr/>
                  </p:nvGrpSpPr>
                  <p:grpSpPr>
                    <a:xfrm rot="7200000">
                      <a:off x="5265196" y="3932619"/>
                      <a:ext cx="393192" cy="393192"/>
                      <a:chOff x="5354637" y="3446463"/>
                      <a:chExt cx="214313" cy="214313"/>
                    </a:xfrm>
                  </p:grpSpPr>
                  <p:sp>
                    <p:nvSpPr>
                      <p:cNvPr id="4110" name="Arc 4109">
                        <a:extLst>
                          <a:ext uri="{FF2B5EF4-FFF2-40B4-BE49-F238E27FC236}">
                            <a16:creationId xmlns:a16="http://schemas.microsoft.com/office/drawing/2014/main" id="{A6E355B5-56AB-8552-5EA4-F88421544E0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11" name="Arc 4110">
                        <a:extLst>
                          <a:ext uri="{FF2B5EF4-FFF2-40B4-BE49-F238E27FC236}">
                            <a16:creationId xmlns:a16="http://schemas.microsoft.com/office/drawing/2014/main" id="{FFA174B6-9983-544D-DFFF-0D505520F18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109" name="TextBox 4108">
                      <a:extLst>
                        <a:ext uri="{FF2B5EF4-FFF2-40B4-BE49-F238E27FC236}">
                          <a16:creationId xmlns:a16="http://schemas.microsoft.com/office/drawing/2014/main" id="{0F026093-BE2E-21B3-8FEF-47DF4AEAA568}"/>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4083" name="Group 4082">
                    <a:extLst>
                      <a:ext uri="{FF2B5EF4-FFF2-40B4-BE49-F238E27FC236}">
                        <a16:creationId xmlns:a16="http://schemas.microsoft.com/office/drawing/2014/main" id="{C199A4B4-E3F7-3628-FF02-08B393B513B5}"/>
                      </a:ext>
                    </a:extLst>
                  </p:cNvPr>
                  <p:cNvGrpSpPr/>
                  <p:nvPr/>
                </p:nvGrpSpPr>
                <p:grpSpPr>
                  <a:xfrm>
                    <a:off x="6512463" y="3525040"/>
                    <a:ext cx="393192" cy="393192"/>
                    <a:chOff x="6389147" y="3357021"/>
                    <a:chExt cx="393192" cy="393192"/>
                  </a:xfrm>
                </p:grpSpPr>
                <p:grpSp>
                  <p:nvGrpSpPr>
                    <p:cNvPr id="4095" name="Group 4094">
                      <a:extLst>
                        <a:ext uri="{FF2B5EF4-FFF2-40B4-BE49-F238E27FC236}">
                          <a16:creationId xmlns:a16="http://schemas.microsoft.com/office/drawing/2014/main" id="{99D47641-CC8D-5F46-FC5B-A236C0832AC9}"/>
                        </a:ext>
                      </a:extLst>
                    </p:cNvPr>
                    <p:cNvGrpSpPr/>
                    <p:nvPr/>
                  </p:nvGrpSpPr>
                  <p:grpSpPr>
                    <a:xfrm rot="7200000" flipH="1">
                      <a:off x="6389147" y="3357021"/>
                      <a:ext cx="393192" cy="393192"/>
                      <a:chOff x="5354637" y="3446463"/>
                      <a:chExt cx="214313" cy="214313"/>
                    </a:xfrm>
                  </p:grpSpPr>
                  <p:sp>
                    <p:nvSpPr>
                      <p:cNvPr id="4104" name="Arc 4103">
                        <a:extLst>
                          <a:ext uri="{FF2B5EF4-FFF2-40B4-BE49-F238E27FC236}">
                            <a16:creationId xmlns:a16="http://schemas.microsoft.com/office/drawing/2014/main" id="{2BB027BB-5AE9-3BDF-A4CF-F9360CFC194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05" name="Arc 4104">
                        <a:extLst>
                          <a:ext uri="{FF2B5EF4-FFF2-40B4-BE49-F238E27FC236}">
                            <a16:creationId xmlns:a16="http://schemas.microsoft.com/office/drawing/2014/main" id="{D58455B1-01B0-3F36-2EC5-DEB77C6224F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096" name="Group 4095">
                      <a:extLst>
                        <a:ext uri="{FF2B5EF4-FFF2-40B4-BE49-F238E27FC236}">
                          <a16:creationId xmlns:a16="http://schemas.microsoft.com/office/drawing/2014/main" id="{051AE137-0F80-CE0F-7EDF-D68BB1AF2771}"/>
                        </a:ext>
                      </a:extLst>
                    </p:cNvPr>
                    <p:cNvGrpSpPr/>
                    <p:nvPr/>
                  </p:nvGrpSpPr>
                  <p:grpSpPr>
                    <a:xfrm>
                      <a:off x="6434137" y="3402011"/>
                      <a:ext cx="303213" cy="303213"/>
                      <a:chOff x="6434137" y="3402011"/>
                      <a:chExt cx="303213" cy="303213"/>
                    </a:xfrm>
                  </p:grpSpPr>
                  <p:grpSp>
                    <p:nvGrpSpPr>
                      <p:cNvPr id="4097" name="Group 4096">
                        <a:extLst>
                          <a:ext uri="{FF2B5EF4-FFF2-40B4-BE49-F238E27FC236}">
                            <a16:creationId xmlns:a16="http://schemas.microsoft.com/office/drawing/2014/main" id="{4D47AE8F-52C2-E3CD-A1D5-71C379C55102}"/>
                          </a:ext>
                        </a:extLst>
                      </p:cNvPr>
                      <p:cNvGrpSpPr/>
                      <p:nvPr/>
                    </p:nvGrpSpPr>
                    <p:grpSpPr>
                      <a:xfrm flipH="1">
                        <a:off x="6478587" y="3446461"/>
                        <a:ext cx="214313" cy="214313"/>
                        <a:chOff x="5354637" y="3446463"/>
                        <a:chExt cx="214313" cy="214313"/>
                      </a:xfrm>
                    </p:grpSpPr>
                    <p:sp>
                      <p:nvSpPr>
                        <p:cNvPr id="4102" name="Arc 4101">
                          <a:extLst>
                            <a:ext uri="{FF2B5EF4-FFF2-40B4-BE49-F238E27FC236}">
                              <a16:creationId xmlns:a16="http://schemas.microsoft.com/office/drawing/2014/main" id="{1B98B5C9-2A7B-0C0B-0A5E-2F57C32B253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03" name="Arc 4102">
                          <a:extLst>
                            <a:ext uri="{FF2B5EF4-FFF2-40B4-BE49-F238E27FC236}">
                              <a16:creationId xmlns:a16="http://schemas.microsoft.com/office/drawing/2014/main" id="{8BEEC224-92C8-5400-D640-EBD7E5ACCF4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098" name="Group 4097">
                        <a:extLst>
                          <a:ext uri="{FF2B5EF4-FFF2-40B4-BE49-F238E27FC236}">
                            <a16:creationId xmlns:a16="http://schemas.microsoft.com/office/drawing/2014/main" id="{EB1070EF-F612-F104-3DB0-CEFF8A8FEECD}"/>
                          </a:ext>
                        </a:extLst>
                      </p:cNvPr>
                      <p:cNvGrpSpPr/>
                      <p:nvPr/>
                    </p:nvGrpSpPr>
                    <p:grpSpPr>
                      <a:xfrm rot="14400000" flipH="1">
                        <a:off x="6434137" y="3402011"/>
                        <a:ext cx="303213" cy="303213"/>
                        <a:chOff x="5354637" y="3446463"/>
                        <a:chExt cx="214313" cy="214313"/>
                      </a:xfrm>
                    </p:grpSpPr>
                    <p:sp>
                      <p:nvSpPr>
                        <p:cNvPr id="4100" name="Arc 4099">
                          <a:extLst>
                            <a:ext uri="{FF2B5EF4-FFF2-40B4-BE49-F238E27FC236}">
                              <a16:creationId xmlns:a16="http://schemas.microsoft.com/office/drawing/2014/main" id="{39C6BB92-B7B2-52AD-4C18-77800614C94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01" name="Arc 4100">
                          <a:extLst>
                            <a:ext uri="{FF2B5EF4-FFF2-40B4-BE49-F238E27FC236}">
                              <a16:creationId xmlns:a16="http://schemas.microsoft.com/office/drawing/2014/main" id="{EE4B4326-9562-3AEC-8F07-E257DCFA4B2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099" name="TextBox 4098">
                        <a:extLst>
                          <a:ext uri="{FF2B5EF4-FFF2-40B4-BE49-F238E27FC236}">
                            <a16:creationId xmlns:a16="http://schemas.microsoft.com/office/drawing/2014/main" id="{C6A183E0-B845-575E-3459-F8253C6DDEEE}"/>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084" name="Group 4083">
                    <a:extLst>
                      <a:ext uri="{FF2B5EF4-FFF2-40B4-BE49-F238E27FC236}">
                        <a16:creationId xmlns:a16="http://schemas.microsoft.com/office/drawing/2014/main" id="{0E989A9C-7120-56AA-95A6-38C644C943B4}"/>
                      </a:ext>
                    </a:extLst>
                  </p:cNvPr>
                  <p:cNvGrpSpPr/>
                  <p:nvPr/>
                </p:nvGrpSpPr>
                <p:grpSpPr>
                  <a:xfrm>
                    <a:off x="6197413" y="3225768"/>
                    <a:ext cx="393192" cy="393192"/>
                    <a:chOff x="6389147" y="3932622"/>
                    <a:chExt cx="393192" cy="393192"/>
                  </a:xfrm>
                </p:grpSpPr>
                <p:grpSp>
                  <p:nvGrpSpPr>
                    <p:cNvPr id="4085" name="Group 4084">
                      <a:extLst>
                        <a:ext uri="{FF2B5EF4-FFF2-40B4-BE49-F238E27FC236}">
                          <a16:creationId xmlns:a16="http://schemas.microsoft.com/office/drawing/2014/main" id="{F28F338F-A325-A8E0-6B14-10B3E6D57B8D}"/>
                        </a:ext>
                      </a:extLst>
                    </p:cNvPr>
                    <p:cNvGrpSpPr/>
                    <p:nvPr/>
                  </p:nvGrpSpPr>
                  <p:grpSpPr>
                    <a:xfrm flipH="1">
                      <a:off x="6478587" y="4022061"/>
                      <a:ext cx="214313" cy="214313"/>
                      <a:chOff x="5354637" y="3446463"/>
                      <a:chExt cx="214313" cy="214313"/>
                    </a:xfrm>
                  </p:grpSpPr>
                  <p:sp>
                    <p:nvSpPr>
                      <p:cNvPr id="4093" name="Arc 4092">
                        <a:extLst>
                          <a:ext uri="{FF2B5EF4-FFF2-40B4-BE49-F238E27FC236}">
                            <a16:creationId xmlns:a16="http://schemas.microsoft.com/office/drawing/2014/main" id="{27A77879-986F-4FC5-C584-8B2A44A0C18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94" name="Arc 4093">
                        <a:extLst>
                          <a:ext uri="{FF2B5EF4-FFF2-40B4-BE49-F238E27FC236}">
                            <a16:creationId xmlns:a16="http://schemas.microsoft.com/office/drawing/2014/main" id="{1B5D2649-26F1-AEB1-10A0-9741FBE74E1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086" name="Group 4085">
                      <a:extLst>
                        <a:ext uri="{FF2B5EF4-FFF2-40B4-BE49-F238E27FC236}">
                          <a16:creationId xmlns:a16="http://schemas.microsoft.com/office/drawing/2014/main" id="{89705B2A-62E1-3EF2-04B4-5290EC9FC505}"/>
                        </a:ext>
                      </a:extLst>
                    </p:cNvPr>
                    <p:cNvGrpSpPr/>
                    <p:nvPr/>
                  </p:nvGrpSpPr>
                  <p:grpSpPr>
                    <a:xfrm rot="7200000" flipH="1">
                      <a:off x="6434137" y="3977611"/>
                      <a:ext cx="303213" cy="303213"/>
                      <a:chOff x="5354637" y="3446463"/>
                      <a:chExt cx="214313" cy="214313"/>
                    </a:xfrm>
                  </p:grpSpPr>
                  <p:sp>
                    <p:nvSpPr>
                      <p:cNvPr id="4091" name="Arc 4090">
                        <a:extLst>
                          <a:ext uri="{FF2B5EF4-FFF2-40B4-BE49-F238E27FC236}">
                            <a16:creationId xmlns:a16="http://schemas.microsoft.com/office/drawing/2014/main" id="{1AF1BD7E-2696-FEFC-DCE0-31C9AA23C2F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92" name="Arc 4091">
                        <a:extLst>
                          <a:ext uri="{FF2B5EF4-FFF2-40B4-BE49-F238E27FC236}">
                            <a16:creationId xmlns:a16="http://schemas.microsoft.com/office/drawing/2014/main" id="{4C0D75DD-8BDC-F3F5-8E47-90DE285FB36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087" name="Group 4086">
                      <a:extLst>
                        <a:ext uri="{FF2B5EF4-FFF2-40B4-BE49-F238E27FC236}">
                          <a16:creationId xmlns:a16="http://schemas.microsoft.com/office/drawing/2014/main" id="{1A1699DA-A8BC-D0C4-EE5A-52C0B181FA0A}"/>
                        </a:ext>
                      </a:extLst>
                    </p:cNvPr>
                    <p:cNvGrpSpPr/>
                    <p:nvPr/>
                  </p:nvGrpSpPr>
                  <p:grpSpPr>
                    <a:xfrm rot="14400000" flipH="1">
                      <a:off x="6389147" y="3932622"/>
                      <a:ext cx="393192" cy="393192"/>
                      <a:chOff x="5354637" y="3446463"/>
                      <a:chExt cx="214313" cy="214313"/>
                    </a:xfrm>
                  </p:grpSpPr>
                  <p:sp>
                    <p:nvSpPr>
                      <p:cNvPr id="4089" name="Arc 4088">
                        <a:extLst>
                          <a:ext uri="{FF2B5EF4-FFF2-40B4-BE49-F238E27FC236}">
                            <a16:creationId xmlns:a16="http://schemas.microsoft.com/office/drawing/2014/main" id="{2E0ED0EF-0B1F-7325-D8D2-C9D4637B9AB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90" name="Arc 4089">
                        <a:extLst>
                          <a:ext uri="{FF2B5EF4-FFF2-40B4-BE49-F238E27FC236}">
                            <a16:creationId xmlns:a16="http://schemas.microsoft.com/office/drawing/2014/main" id="{AFBC2B51-5969-0053-971F-7B2AF2E1FFA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088" name="TextBox 4087">
                      <a:extLst>
                        <a:ext uri="{FF2B5EF4-FFF2-40B4-BE49-F238E27FC236}">
                          <a16:creationId xmlns:a16="http://schemas.microsoft.com/office/drawing/2014/main" id="{FDF3B3C3-AE59-2844-D1D5-14F0EC0E72F4}"/>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034" name="Group 4033">
                  <a:extLst>
                    <a:ext uri="{FF2B5EF4-FFF2-40B4-BE49-F238E27FC236}">
                      <a16:creationId xmlns:a16="http://schemas.microsoft.com/office/drawing/2014/main" id="{CB64E505-230A-954C-23F7-58BDA08A8683}"/>
                    </a:ext>
                  </a:extLst>
                </p:cNvPr>
                <p:cNvGrpSpPr/>
                <p:nvPr/>
              </p:nvGrpSpPr>
              <p:grpSpPr>
                <a:xfrm>
                  <a:off x="6069086" y="3246228"/>
                  <a:ext cx="1019224" cy="991639"/>
                  <a:chOff x="5886431" y="3225768"/>
                  <a:chExt cx="1019224" cy="991639"/>
                </a:xfrm>
              </p:grpSpPr>
              <p:grpSp>
                <p:nvGrpSpPr>
                  <p:cNvPr id="4035" name="Group 4034">
                    <a:extLst>
                      <a:ext uri="{FF2B5EF4-FFF2-40B4-BE49-F238E27FC236}">
                        <a16:creationId xmlns:a16="http://schemas.microsoft.com/office/drawing/2014/main" id="{5B20F6BC-0A15-D5CA-E630-610BB6C2593B}"/>
                      </a:ext>
                    </a:extLst>
                  </p:cNvPr>
                  <p:cNvGrpSpPr/>
                  <p:nvPr/>
                </p:nvGrpSpPr>
                <p:grpSpPr>
                  <a:xfrm>
                    <a:off x="6197413" y="3824215"/>
                    <a:ext cx="393192" cy="393192"/>
                    <a:chOff x="5265196" y="3357021"/>
                    <a:chExt cx="393192" cy="393192"/>
                  </a:xfrm>
                </p:grpSpPr>
                <p:grpSp>
                  <p:nvGrpSpPr>
                    <p:cNvPr id="4070" name="Group 4069">
                      <a:extLst>
                        <a:ext uri="{FF2B5EF4-FFF2-40B4-BE49-F238E27FC236}">
                          <a16:creationId xmlns:a16="http://schemas.microsoft.com/office/drawing/2014/main" id="{DFB32CDA-6CBF-1042-BE43-7FCCEF08A78D}"/>
                        </a:ext>
                      </a:extLst>
                    </p:cNvPr>
                    <p:cNvGrpSpPr/>
                    <p:nvPr/>
                  </p:nvGrpSpPr>
                  <p:grpSpPr>
                    <a:xfrm rot="14400000">
                      <a:off x="5265196" y="3357021"/>
                      <a:ext cx="393192" cy="393192"/>
                      <a:chOff x="5354637" y="3446463"/>
                      <a:chExt cx="214313" cy="214313"/>
                    </a:xfrm>
                  </p:grpSpPr>
                  <p:sp>
                    <p:nvSpPr>
                      <p:cNvPr id="4079" name="Arc 4078">
                        <a:extLst>
                          <a:ext uri="{FF2B5EF4-FFF2-40B4-BE49-F238E27FC236}">
                            <a16:creationId xmlns:a16="http://schemas.microsoft.com/office/drawing/2014/main" id="{D839015C-DE2D-A14D-49A0-6C71E4997ED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80" name="Arc 4079">
                        <a:extLst>
                          <a:ext uri="{FF2B5EF4-FFF2-40B4-BE49-F238E27FC236}">
                            <a16:creationId xmlns:a16="http://schemas.microsoft.com/office/drawing/2014/main" id="{720EEB8D-B8CD-F7C0-1281-D217ADF9433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071" name="Group 4070">
                      <a:extLst>
                        <a:ext uri="{FF2B5EF4-FFF2-40B4-BE49-F238E27FC236}">
                          <a16:creationId xmlns:a16="http://schemas.microsoft.com/office/drawing/2014/main" id="{08B27AB3-2E51-C412-D430-6DEAFD776C6E}"/>
                        </a:ext>
                      </a:extLst>
                    </p:cNvPr>
                    <p:cNvGrpSpPr/>
                    <p:nvPr/>
                  </p:nvGrpSpPr>
                  <p:grpSpPr>
                    <a:xfrm>
                      <a:off x="5310186" y="3402011"/>
                      <a:ext cx="303213" cy="303213"/>
                      <a:chOff x="5310186" y="3402011"/>
                      <a:chExt cx="303213" cy="303213"/>
                    </a:xfrm>
                  </p:grpSpPr>
                  <p:grpSp>
                    <p:nvGrpSpPr>
                      <p:cNvPr id="4072" name="Group 4071">
                        <a:extLst>
                          <a:ext uri="{FF2B5EF4-FFF2-40B4-BE49-F238E27FC236}">
                            <a16:creationId xmlns:a16="http://schemas.microsoft.com/office/drawing/2014/main" id="{9ED9456C-9E50-57DA-434E-961BD661FC4A}"/>
                          </a:ext>
                        </a:extLst>
                      </p:cNvPr>
                      <p:cNvGrpSpPr/>
                      <p:nvPr/>
                    </p:nvGrpSpPr>
                    <p:grpSpPr>
                      <a:xfrm>
                        <a:off x="5354636" y="3446461"/>
                        <a:ext cx="214313" cy="214313"/>
                        <a:chOff x="5354637" y="3446463"/>
                        <a:chExt cx="214313" cy="214313"/>
                      </a:xfrm>
                    </p:grpSpPr>
                    <p:sp>
                      <p:nvSpPr>
                        <p:cNvPr id="4077" name="Arc 4076">
                          <a:extLst>
                            <a:ext uri="{FF2B5EF4-FFF2-40B4-BE49-F238E27FC236}">
                              <a16:creationId xmlns:a16="http://schemas.microsoft.com/office/drawing/2014/main" id="{530DF205-2B19-010D-8D3D-E0F93A85FD3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78" name="Arc 4077">
                          <a:extLst>
                            <a:ext uri="{FF2B5EF4-FFF2-40B4-BE49-F238E27FC236}">
                              <a16:creationId xmlns:a16="http://schemas.microsoft.com/office/drawing/2014/main" id="{C1E5C715-13A1-36E7-D1C6-BE8FB9522DD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073" name="Group 4072">
                        <a:extLst>
                          <a:ext uri="{FF2B5EF4-FFF2-40B4-BE49-F238E27FC236}">
                            <a16:creationId xmlns:a16="http://schemas.microsoft.com/office/drawing/2014/main" id="{E84428D5-E87D-C0F8-CA7B-8B121DB39AB9}"/>
                          </a:ext>
                        </a:extLst>
                      </p:cNvPr>
                      <p:cNvGrpSpPr/>
                      <p:nvPr/>
                    </p:nvGrpSpPr>
                    <p:grpSpPr>
                      <a:xfrm rot="7200000">
                        <a:off x="5310186" y="3402011"/>
                        <a:ext cx="303213" cy="303213"/>
                        <a:chOff x="5354637" y="3446463"/>
                        <a:chExt cx="214313" cy="214313"/>
                      </a:xfrm>
                    </p:grpSpPr>
                    <p:sp>
                      <p:nvSpPr>
                        <p:cNvPr id="4075" name="Arc 4074">
                          <a:extLst>
                            <a:ext uri="{FF2B5EF4-FFF2-40B4-BE49-F238E27FC236}">
                              <a16:creationId xmlns:a16="http://schemas.microsoft.com/office/drawing/2014/main" id="{68C88ACE-2E4A-5941-89B6-687033559D1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76" name="Arc 4075">
                          <a:extLst>
                            <a:ext uri="{FF2B5EF4-FFF2-40B4-BE49-F238E27FC236}">
                              <a16:creationId xmlns:a16="http://schemas.microsoft.com/office/drawing/2014/main" id="{CFD29EF8-B26B-6702-875A-B6BFF75C239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074" name="TextBox 4073">
                        <a:extLst>
                          <a:ext uri="{FF2B5EF4-FFF2-40B4-BE49-F238E27FC236}">
                            <a16:creationId xmlns:a16="http://schemas.microsoft.com/office/drawing/2014/main" id="{072E382A-3004-4558-A54E-B3030A084992}"/>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036" name="Group 4035">
                    <a:extLst>
                      <a:ext uri="{FF2B5EF4-FFF2-40B4-BE49-F238E27FC236}">
                        <a16:creationId xmlns:a16="http://schemas.microsoft.com/office/drawing/2014/main" id="{C4342EDB-02D9-46E3-D2FE-A74EA08AF826}"/>
                      </a:ext>
                    </a:extLst>
                  </p:cNvPr>
                  <p:cNvGrpSpPr/>
                  <p:nvPr/>
                </p:nvGrpSpPr>
                <p:grpSpPr>
                  <a:xfrm>
                    <a:off x="5886431" y="3525040"/>
                    <a:ext cx="393192" cy="393192"/>
                    <a:chOff x="5265196" y="3932619"/>
                    <a:chExt cx="393192" cy="393192"/>
                  </a:xfrm>
                </p:grpSpPr>
                <p:grpSp>
                  <p:nvGrpSpPr>
                    <p:cNvPr id="4060" name="Group 4059">
                      <a:extLst>
                        <a:ext uri="{FF2B5EF4-FFF2-40B4-BE49-F238E27FC236}">
                          <a16:creationId xmlns:a16="http://schemas.microsoft.com/office/drawing/2014/main" id="{BCF27972-9584-0BAC-40A3-17F6EDE01817}"/>
                        </a:ext>
                      </a:extLst>
                    </p:cNvPr>
                    <p:cNvGrpSpPr/>
                    <p:nvPr/>
                  </p:nvGrpSpPr>
                  <p:grpSpPr>
                    <a:xfrm>
                      <a:off x="5354636" y="4022061"/>
                      <a:ext cx="214313" cy="214313"/>
                      <a:chOff x="5354637" y="3446463"/>
                      <a:chExt cx="214313" cy="214313"/>
                    </a:xfrm>
                  </p:grpSpPr>
                  <p:sp>
                    <p:nvSpPr>
                      <p:cNvPr id="4068" name="Arc 4067">
                        <a:extLst>
                          <a:ext uri="{FF2B5EF4-FFF2-40B4-BE49-F238E27FC236}">
                            <a16:creationId xmlns:a16="http://schemas.microsoft.com/office/drawing/2014/main" id="{3DACC169-7313-B585-D595-1D3A15F19BE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69" name="Arc 4068">
                        <a:extLst>
                          <a:ext uri="{FF2B5EF4-FFF2-40B4-BE49-F238E27FC236}">
                            <a16:creationId xmlns:a16="http://schemas.microsoft.com/office/drawing/2014/main" id="{5A15922F-1EA2-76B7-F3B3-722E01C72B9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061" name="Group 4060">
                      <a:extLst>
                        <a:ext uri="{FF2B5EF4-FFF2-40B4-BE49-F238E27FC236}">
                          <a16:creationId xmlns:a16="http://schemas.microsoft.com/office/drawing/2014/main" id="{FA3ABD56-5F06-F8BE-52CF-1DCE28070B3E}"/>
                        </a:ext>
                      </a:extLst>
                    </p:cNvPr>
                    <p:cNvGrpSpPr/>
                    <p:nvPr/>
                  </p:nvGrpSpPr>
                  <p:grpSpPr>
                    <a:xfrm rot="14400000">
                      <a:off x="5310186" y="3977611"/>
                      <a:ext cx="303213" cy="303213"/>
                      <a:chOff x="5354637" y="3446463"/>
                      <a:chExt cx="214313" cy="214313"/>
                    </a:xfrm>
                  </p:grpSpPr>
                  <p:sp>
                    <p:nvSpPr>
                      <p:cNvPr id="4066" name="Arc 4065">
                        <a:extLst>
                          <a:ext uri="{FF2B5EF4-FFF2-40B4-BE49-F238E27FC236}">
                            <a16:creationId xmlns:a16="http://schemas.microsoft.com/office/drawing/2014/main" id="{920F7A8D-EFE9-5CC5-EB5D-BE05A6814B0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67" name="Arc 4066">
                        <a:extLst>
                          <a:ext uri="{FF2B5EF4-FFF2-40B4-BE49-F238E27FC236}">
                            <a16:creationId xmlns:a16="http://schemas.microsoft.com/office/drawing/2014/main" id="{A96EE9CC-50CD-A952-2932-CEE46118637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062" name="Group 4061">
                      <a:extLst>
                        <a:ext uri="{FF2B5EF4-FFF2-40B4-BE49-F238E27FC236}">
                          <a16:creationId xmlns:a16="http://schemas.microsoft.com/office/drawing/2014/main" id="{C59BC33F-932F-181E-0425-F85FDFB51A69}"/>
                        </a:ext>
                      </a:extLst>
                    </p:cNvPr>
                    <p:cNvGrpSpPr/>
                    <p:nvPr/>
                  </p:nvGrpSpPr>
                  <p:grpSpPr>
                    <a:xfrm rot="7200000">
                      <a:off x="5265196" y="3932619"/>
                      <a:ext cx="393192" cy="393192"/>
                      <a:chOff x="5354637" y="3446463"/>
                      <a:chExt cx="214313" cy="214313"/>
                    </a:xfrm>
                  </p:grpSpPr>
                  <p:sp>
                    <p:nvSpPr>
                      <p:cNvPr id="4064" name="Arc 4063">
                        <a:extLst>
                          <a:ext uri="{FF2B5EF4-FFF2-40B4-BE49-F238E27FC236}">
                            <a16:creationId xmlns:a16="http://schemas.microsoft.com/office/drawing/2014/main" id="{89910789-CD10-A5B3-9C19-EB55691DA20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65" name="Arc 4064">
                        <a:extLst>
                          <a:ext uri="{FF2B5EF4-FFF2-40B4-BE49-F238E27FC236}">
                            <a16:creationId xmlns:a16="http://schemas.microsoft.com/office/drawing/2014/main" id="{AF0A0379-8AFA-1D17-80A9-0613AEBD3E2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063" name="TextBox 4062">
                      <a:extLst>
                        <a:ext uri="{FF2B5EF4-FFF2-40B4-BE49-F238E27FC236}">
                          <a16:creationId xmlns:a16="http://schemas.microsoft.com/office/drawing/2014/main" id="{9277509B-0503-EEDC-1E0F-58E0C22048F2}"/>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4037" name="Group 4036">
                    <a:extLst>
                      <a:ext uri="{FF2B5EF4-FFF2-40B4-BE49-F238E27FC236}">
                        <a16:creationId xmlns:a16="http://schemas.microsoft.com/office/drawing/2014/main" id="{4169DC37-673D-9E11-2185-F341156BC2E5}"/>
                      </a:ext>
                    </a:extLst>
                  </p:cNvPr>
                  <p:cNvGrpSpPr/>
                  <p:nvPr/>
                </p:nvGrpSpPr>
                <p:grpSpPr>
                  <a:xfrm>
                    <a:off x="6512463" y="3525040"/>
                    <a:ext cx="393192" cy="393192"/>
                    <a:chOff x="6389147" y="3357021"/>
                    <a:chExt cx="393192" cy="393192"/>
                  </a:xfrm>
                </p:grpSpPr>
                <p:grpSp>
                  <p:nvGrpSpPr>
                    <p:cNvPr id="4049" name="Group 4048">
                      <a:extLst>
                        <a:ext uri="{FF2B5EF4-FFF2-40B4-BE49-F238E27FC236}">
                          <a16:creationId xmlns:a16="http://schemas.microsoft.com/office/drawing/2014/main" id="{5EA5CE2B-3E2A-F88C-CB9D-A9D0F35C9462}"/>
                        </a:ext>
                      </a:extLst>
                    </p:cNvPr>
                    <p:cNvGrpSpPr/>
                    <p:nvPr/>
                  </p:nvGrpSpPr>
                  <p:grpSpPr>
                    <a:xfrm rot="7200000" flipH="1">
                      <a:off x="6389147" y="3357021"/>
                      <a:ext cx="393192" cy="393192"/>
                      <a:chOff x="5354637" y="3446463"/>
                      <a:chExt cx="214313" cy="214313"/>
                    </a:xfrm>
                  </p:grpSpPr>
                  <p:sp>
                    <p:nvSpPr>
                      <p:cNvPr id="4058" name="Arc 4057">
                        <a:extLst>
                          <a:ext uri="{FF2B5EF4-FFF2-40B4-BE49-F238E27FC236}">
                            <a16:creationId xmlns:a16="http://schemas.microsoft.com/office/drawing/2014/main" id="{AF9D907D-1216-62BA-3392-A7B3ECDC6CD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59" name="Arc 4058">
                        <a:extLst>
                          <a:ext uri="{FF2B5EF4-FFF2-40B4-BE49-F238E27FC236}">
                            <a16:creationId xmlns:a16="http://schemas.microsoft.com/office/drawing/2014/main" id="{851B1A26-A778-2374-EDA1-518609C1316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050" name="Group 4049">
                      <a:extLst>
                        <a:ext uri="{FF2B5EF4-FFF2-40B4-BE49-F238E27FC236}">
                          <a16:creationId xmlns:a16="http://schemas.microsoft.com/office/drawing/2014/main" id="{31DAC023-E722-7C57-DF35-8E20B214653B}"/>
                        </a:ext>
                      </a:extLst>
                    </p:cNvPr>
                    <p:cNvGrpSpPr/>
                    <p:nvPr/>
                  </p:nvGrpSpPr>
                  <p:grpSpPr>
                    <a:xfrm>
                      <a:off x="6434137" y="3402011"/>
                      <a:ext cx="303213" cy="303213"/>
                      <a:chOff x="6434137" y="3402011"/>
                      <a:chExt cx="303213" cy="303213"/>
                    </a:xfrm>
                  </p:grpSpPr>
                  <p:grpSp>
                    <p:nvGrpSpPr>
                      <p:cNvPr id="4051" name="Group 4050">
                        <a:extLst>
                          <a:ext uri="{FF2B5EF4-FFF2-40B4-BE49-F238E27FC236}">
                            <a16:creationId xmlns:a16="http://schemas.microsoft.com/office/drawing/2014/main" id="{0845724A-9905-8477-C030-91EC78BBA805}"/>
                          </a:ext>
                        </a:extLst>
                      </p:cNvPr>
                      <p:cNvGrpSpPr/>
                      <p:nvPr/>
                    </p:nvGrpSpPr>
                    <p:grpSpPr>
                      <a:xfrm flipH="1">
                        <a:off x="6478587" y="3446461"/>
                        <a:ext cx="214313" cy="214313"/>
                        <a:chOff x="5354637" y="3446463"/>
                        <a:chExt cx="214313" cy="214313"/>
                      </a:xfrm>
                    </p:grpSpPr>
                    <p:sp>
                      <p:nvSpPr>
                        <p:cNvPr id="4056" name="Arc 4055">
                          <a:extLst>
                            <a:ext uri="{FF2B5EF4-FFF2-40B4-BE49-F238E27FC236}">
                              <a16:creationId xmlns:a16="http://schemas.microsoft.com/office/drawing/2014/main" id="{0A7C8729-D470-2C31-3474-03D0B27ACBA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57" name="Arc 4056">
                          <a:extLst>
                            <a:ext uri="{FF2B5EF4-FFF2-40B4-BE49-F238E27FC236}">
                              <a16:creationId xmlns:a16="http://schemas.microsoft.com/office/drawing/2014/main" id="{CFBA2D5F-C27B-003E-FF23-D13AF87ECE7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052" name="Group 4051">
                        <a:extLst>
                          <a:ext uri="{FF2B5EF4-FFF2-40B4-BE49-F238E27FC236}">
                            <a16:creationId xmlns:a16="http://schemas.microsoft.com/office/drawing/2014/main" id="{8435C08F-7E92-572A-C8C4-086266C99EFE}"/>
                          </a:ext>
                        </a:extLst>
                      </p:cNvPr>
                      <p:cNvGrpSpPr/>
                      <p:nvPr/>
                    </p:nvGrpSpPr>
                    <p:grpSpPr>
                      <a:xfrm rot="14400000" flipH="1">
                        <a:off x="6434137" y="3402011"/>
                        <a:ext cx="303213" cy="303213"/>
                        <a:chOff x="5354637" y="3446463"/>
                        <a:chExt cx="214313" cy="214313"/>
                      </a:xfrm>
                    </p:grpSpPr>
                    <p:sp>
                      <p:nvSpPr>
                        <p:cNvPr id="4054" name="Arc 4053">
                          <a:extLst>
                            <a:ext uri="{FF2B5EF4-FFF2-40B4-BE49-F238E27FC236}">
                              <a16:creationId xmlns:a16="http://schemas.microsoft.com/office/drawing/2014/main" id="{6B60D185-FF96-623A-A648-900BC86FC5B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55" name="Arc 4054">
                          <a:extLst>
                            <a:ext uri="{FF2B5EF4-FFF2-40B4-BE49-F238E27FC236}">
                              <a16:creationId xmlns:a16="http://schemas.microsoft.com/office/drawing/2014/main" id="{7E5244C6-3E9B-95D2-9B68-BB853A39333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053" name="TextBox 4052">
                        <a:extLst>
                          <a:ext uri="{FF2B5EF4-FFF2-40B4-BE49-F238E27FC236}">
                            <a16:creationId xmlns:a16="http://schemas.microsoft.com/office/drawing/2014/main" id="{87E844B5-E633-F535-7D18-31EA75797B71}"/>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4038" name="Group 4037">
                    <a:extLst>
                      <a:ext uri="{FF2B5EF4-FFF2-40B4-BE49-F238E27FC236}">
                        <a16:creationId xmlns:a16="http://schemas.microsoft.com/office/drawing/2014/main" id="{164041C0-4E8E-BEE5-EEE0-1563D7F1C117}"/>
                      </a:ext>
                    </a:extLst>
                  </p:cNvPr>
                  <p:cNvGrpSpPr/>
                  <p:nvPr/>
                </p:nvGrpSpPr>
                <p:grpSpPr>
                  <a:xfrm>
                    <a:off x="6197413" y="3225768"/>
                    <a:ext cx="393192" cy="393192"/>
                    <a:chOff x="6389147" y="3932622"/>
                    <a:chExt cx="393192" cy="393192"/>
                  </a:xfrm>
                </p:grpSpPr>
                <p:grpSp>
                  <p:nvGrpSpPr>
                    <p:cNvPr id="4039" name="Group 4038">
                      <a:extLst>
                        <a:ext uri="{FF2B5EF4-FFF2-40B4-BE49-F238E27FC236}">
                          <a16:creationId xmlns:a16="http://schemas.microsoft.com/office/drawing/2014/main" id="{1C1A050B-AE44-7336-5E7E-0020096F6773}"/>
                        </a:ext>
                      </a:extLst>
                    </p:cNvPr>
                    <p:cNvGrpSpPr/>
                    <p:nvPr/>
                  </p:nvGrpSpPr>
                  <p:grpSpPr>
                    <a:xfrm flipH="1">
                      <a:off x="6478587" y="4022061"/>
                      <a:ext cx="214313" cy="214313"/>
                      <a:chOff x="5354637" y="3446463"/>
                      <a:chExt cx="214313" cy="214313"/>
                    </a:xfrm>
                  </p:grpSpPr>
                  <p:sp>
                    <p:nvSpPr>
                      <p:cNvPr id="4047" name="Arc 4046">
                        <a:extLst>
                          <a:ext uri="{FF2B5EF4-FFF2-40B4-BE49-F238E27FC236}">
                            <a16:creationId xmlns:a16="http://schemas.microsoft.com/office/drawing/2014/main" id="{E40E7E23-420F-8221-D9E8-190CFD4E32B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48" name="Arc 4047">
                        <a:extLst>
                          <a:ext uri="{FF2B5EF4-FFF2-40B4-BE49-F238E27FC236}">
                            <a16:creationId xmlns:a16="http://schemas.microsoft.com/office/drawing/2014/main" id="{58E397D2-8D2F-7B24-3BD6-549EFD6DCB7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040" name="Group 4039">
                      <a:extLst>
                        <a:ext uri="{FF2B5EF4-FFF2-40B4-BE49-F238E27FC236}">
                          <a16:creationId xmlns:a16="http://schemas.microsoft.com/office/drawing/2014/main" id="{89615067-ACE4-51B5-9ED1-781E95F47231}"/>
                        </a:ext>
                      </a:extLst>
                    </p:cNvPr>
                    <p:cNvGrpSpPr/>
                    <p:nvPr/>
                  </p:nvGrpSpPr>
                  <p:grpSpPr>
                    <a:xfrm rot="7200000" flipH="1">
                      <a:off x="6434137" y="3977611"/>
                      <a:ext cx="303213" cy="303213"/>
                      <a:chOff x="5354637" y="3446463"/>
                      <a:chExt cx="214313" cy="214313"/>
                    </a:xfrm>
                  </p:grpSpPr>
                  <p:sp>
                    <p:nvSpPr>
                      <p:cNvPr id="4045" name="Arc 4044">
                        <a:extLst>
                          <a:ext uri="{FF2B5EF4-FFF2-40B4-BE49-F238E27FC236}">
                            <a16:creationId xmlns:a16="http://schemas.microsoft.com/office/drawing/2014/main" id="{B739C2A0-641A-65DB-908A-A2E0F5CA08D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46" name="Arc 4045">
                        <a:extLst>
                          <a:ext uri="{FF2B5EF4-FFF2-40B4-BE49-F238E27FC236}">
                            <a16:creationId xmlns:a16="http://schemas.microsoft.com/office/drawing/2014/main" id="{932F6DD2-9A9B-C601-146D-9F56996CA2D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041" name="Group 4040">
                      <a:extLst>
                        <a:ext uri="{FF2B5EF4-FFF2-40B4-BE49-F238E27FC236}">
                          <a16:creationId xmlns:a16="http://schemas.microsoft.com/office/drawing/2014/main" id="{4813DF0F-28CE-E1E7-BC57-DC5AD4EDCBC2}"/>
                        </a:ext>
                      </a:extLst>
                    </p:cNvPr>
                    <p:cNvGrpSpPr/>
                    <p:nvPr/>
                  </p:nvGrpSpPr>
                  <p:grpSpPr>
                    <a:xfrm rot="14400000" flipH="1">
                      <a:off x="6389147" y="3932622"/>
                      <a:ext cx="393192" cy="393192"/>
                      <a:chOff x="5354637" y="3446463"/>
                      <a:chExt cx="214313" cy="214313"/>
                    </a:xfrm>
                  </p:grpSpPr>
                  <p:sp>
                    <p:nvSpPr>
                      <p:cNvPr id="4043" name="Arc 4042">
                        <a:extLst>
                          <a:ext uri="{FF2B5EF4-FFF2-40B4-BE49-F238E27FC236}">
                            <a16:creationId xmlns:a16="http://schemas.microsoft.com/office/drawing/2014/main" id="{F40EDD14-F4F6-A80E-D39B-7E50AB507FF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44" name="Arc 4043">
                        <a:extLst>
                          <a:ext uri="{FF2B5EF4-FFF2-40B4-BE49-F238E27FC236}">
                            <a16:creationId xmlns:a16="http://schemas.microsoft.com/office/drawing/2014/main" id="{EA4C7CC7-2D8C-DB43-E78A-664FF49E99A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042" name="TextBox 4041">
                      <a:extLst>
                        <a:ext uri="{FF2B5EF4-FFF2-40B4-BE49-F238E27FC236}">
                          <a16:creationId xmlns:a16="http://schemas.microsoft.com/office/drawing/2014/main" id="{2D84A2DD-8B23-4123-F0C5-12DC5B965813}"/>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3076" name="Group 3075">
              <a:extLst>
                <a:ext uri="{FF2B5EF4-FFF2-40B4-BE49-F238E27FC236}">
                  <a16:creationId xmlns:a16="http://schemas.microsoft.com/office/drawing/2014/main" id="{3661809E-0E75-8FA9-4C0B-66FC987060E4}"/>
                </a:ext>
              </a:extLst>
            </p:cNvPr>
            <p:cNvGrpSpPr/>
            <p:nvPr/>
          </p:nvGrpSpPr>
          <p:grpSpPr>
            <a:xfrm>
              <a:off x="3814867" y="-515566"/>
              <a:ext cx="2263438" cy="2198360"/>
              <a:chOff x="5445106" y="2039507"/>
              <a:chExt cx="2263438" cy="2198360"/>
            </a:xfrm>
          </p:grpSpPr>
          <p:grpSp>
            <p:nvGrpSpPr>
              <p:cNvPr id="3841" name="Group 3840">
                <a:extLst>
                  <a:ext uri="{FF2B5EF4-FFF2-40B4-BE49-F238E27FC236}">
                    <a16:creationId xmlns:a16="http://schemas.microsoft.com/office/drawing/2014/main" id="{9E6DA8F0-C471-DAD8-6057-D9E8C96259B4}"/>
                  </a:ext>
                </a:extLst>
              </p:cNvPr>
              <p:cNvGrpSpPr/>
              <p:nvPr/>
            </p:nvGrpSpPr>
            <p:grpSpPr>
              <a:xfrm>
                <a:off x="5445106" y="2644743"/>
                <a:ext cx="1643204" cy="1593124"/>
                <a:chOff x="5445106" y="2644743"/>
                <a:chExt cx="1643204" cy="1593124"/>
              </a:xfrm>
            </p:grpSpPr>
            <p:grpSp>
              <p:nvGrpSpPr>
                <p:cNvPr id="3937" name="Group 3936">
                  <a:extLst>
                    <a:ext uri="{FF2B5EF4-FFF2-40B4-BE49-F238E27FC236}">
                      <a16:creationId xmlns:a16="http://schemas.microsoft.com/office/drawing/2014/main" id="{8F3602D5-7B85-9C07-DB89-9A27A89CFE58}"/>
                    </a:ext>
                  </a:extLst>
                </p:cNvPr>
                <p:cNvGrpSpPr/>
                <p:nvPr/>
              </p:nvGrpSpPr>
              <p:grpSpPr>
                <a:xfrm>
                  <a:off x="5445106" y="2644743"/>
                  <a:ext cx="1019224" cy="991639"/>
                  <a:chOff x="5886431" y="3225768"/>
                  <a:chExt cx="1019224" cy="991639"/>
                </a:xfrm>
              </p:grpSpPr>
              <p:grpSp>
                <p:nvGrpSpPr>
                  <p:cNvPr id="3985" name="Group 3984">
                    <a:extLst>
                      <a:ext uri="{FF2B5EF4-FFF2-40B4-BE49-F238E27FC236}">
                        <a16:creationId xmlns:a16="http://schemas.microsoft.com/office/drawing/2014/main" id="{9411982D-CB13-EF6C-AE6E-550832E43B62}"/>
                      </a:ext>
                    </a:extLst>
                  </p:cNvPr>
                  <p:cNvGrpSpPr/>
                  <p:nvPr/>
                </p:nvGrpSpPr>
                <p:grpSpPr>
                  <a:xfrm>
                    <a:off x="6197413" y="3824215"/>
                    <a:ext cx="393192" cy="393192"/>
                    <a:chOff x="5265196" y="3357021"/>
                    <a:chExt cx="393192" cy="393192"/>
                  </a:xfrm>
                </p:grpSpPr>
                <p:grpSp>
                  <p:nvGrpSpPr>
                    <p:cNvPr id="4020" name="Group 4019">
                      <a:extLst>
                        <a:ext uri="{FF2B5EF4-FFF2-40B4-BE49-F238E27FC236}">
                          <a16:creationId xmlns:a16="http://schemas.microsoft.com/office/drawing/2014/main" id="{8C949469-3D37-D91F-DF7D-240AE4B9A21B}"/>
                        </a:ext>
                      </a:extLst>
                    </p:cNvPr>
                    <p:cNvGrpSpPr/>
                    <p:nvPr/>
                  </p:nvGrpSpPr>
                  <p:grpSpPr>
                    <a:xfrm rot="14400000">
                      <a:off x="5265196" y="3357021"/>
                      <a:ext cx="393192" cy="393192"/>
                      <a:chOff x="5354637" y="3446463"/>
                      <a:chExt cx="214313" cy="214313"/>
                    </a:xfrm>
                  </p:grpSpPr>
                  <p:sp>
                    <p:nvSpPr>
                      <p:cNvPr id="4029" name="Arc 4028">
                        <a:extLst>
                          <a:ext uri="{FF2B5EF4-FFF2-40B4-BE49-F238E27FC236}">
                            <a16:creationId xmlns:a16="http://schemas.microsoft.com/office/drawing/2014/main" id="{8721B56D-7F67-FE22-F7E8-13A33352C62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30" name="Arc 4029">
                        <a:extLst>
                          <a:ext uri="{FF2B5EF4-FFF2-40B4-BE49-F238E27FC236}">
                            <a16:creationId xmlns:a16="http://schemas.microsoft.com/office/drawing/2014/main" id="{7471A933-A591-22D3-2B68-C11A4ECFB3F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021" name="Group 4020">
                      <a:extLst>
                        <a:ext uri="{FF2B5EF4-FFF2-40B4-BE49-F238E27FC236}">
                          <a16:creationId xmlns:a16="http://schemas.microsoft.com/office/drawing/2014/main" id="{14E4B132-6DED-F29B-FB32-2AF18CCA3014}"/>
                        </a:ext>
                      </a:extLst>
                    </p:cNvPr>
                    <p:cNvGrpSpPr/>
                    <p:nvPr/>
                  </p:nvGrpSpPr>
                  <p:grpSpPr>
                    <a:xfrm>
                      <a:off x="5310186" y="3402011"/>
                      <a:ext cx="303213" cy="303213"/>
                      <a:chOff x="5310186" y="3402011"/>
                      <a:chExt cx="303213" cy="303213"/>
                    </a:xfrm>
                  </p:grpSpPr>
                  <p:grpSp>
                    <p:nvGrpSpPr>
                      <p:cNvPr id="4022" name="Group 4021">
                        <a:extLst>
                          <a:ext uri="{FF2B5EF4-FFF2-40B4-BE49-F238E27FC236}">
                            <a16:creationId xmlns:a16="http://schemas.microsoft.com/office/drawing/2014/main" id="{2019D55C-81E7-77B3-A62A-DDE228D66A46}"/>
                          </a:ext>
                        </a:extLst>
                      </p:cNvPr>
                      <p:cNvGrpSpPr/>
                      <p:nvPr/>
                    </p:nvGrpSpPr>
                    <p:grpSpPr>
                      <a:xfrm>
                        <a:off x="5354636" y="3446461"/>
                        <a:ext cx="214313" cy="214313"/>
                        <a:chOff x="5354637" y="3446463"/>
                        <a:chExt cx="214313" cy="214313"/>
                      </a:xfrm>
                    </p:grpSpPr>
                    <p:sp>
                      <p:nvSpPr>
                        <p:cNvPr id="4027" name="Arc 4026">
                          <a:extLst>
                            <a:ext uri="{FF2B5EF4-FFF2-40B4-BE49-F238E27FC236}">
                              <a16:creationId xmlns:a16="http://schemas.microsoft.com/office/drawing/2014/main" id="{342876CE-0AB4-4C97-5B4B-FC16B3F982A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28" name="Arc 4027">
                          <a:extLst>
                            <a:ext uri="{FF2B5EF4-FFF2-40B4-BE49-F238E27FC236}">
                              <a16:creationId xmlns:a16="http://schemas.microsoft.com/office/drawing/2014/main" id="{5099AB3C-22AD-6C64-CD31-1050ABBEAF0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023" name="Group 4022">
                        <a:extLst>
                          <a:ext uri="{FF2B5EF4-FFF2-40B4-BE49-F238E27FC236}">
                            <a16:creationId xmlns:a16="http://schemas.microsoft.com/office/drawing/2014/main" id="{9849F9C4-B87B-B97E-2BA3-3FFCA2AE6862}"/>
                          </a:ext>
                        </a:extLst>
                      </p:cNvPr>
                      <p:cNvGrpSpPr/>
                      <p:nvPr/>
                    </p:nvGrpSpPr>
                    <p:grpSpPr>
                      <a:xfrm rot="7200000">
                        <a:off x="5310186" y="3402011"/>
                        <a:ext cx="303213" cy="303213"/>
                        <a:chOff x="5354637" y="3446463"/>
                        <a:chExt cx="214313" cy="214313"/>
                      </a:xfrm>
                    </p:grpSpPr>
                    <p:sp>
                      <p:nvSpPr>
                        <p:cNvPr id="4025" name="Arc 4024">
                          <a:extLst>
                            <a:ext uri="{FF2B5EF4-FFF2-40B4-BE49-F238E27FC236}">
                              <a16:creationId xmlns:a16="http://schemas.microsoft.com/office/drawing/2014/main" id="{2ECC5A91-C240-823D-06D6-FCA948AB0DE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26" name="Arc 4025">
                          <a:extLst>
                            <a:ext uri="{FF2B5EF4-FFF2-40B4-BE49-F238E27FC236}">
                              <a16:creationId xmlns:a16="http://schemas.microsoft.com/office/drawing/2014/main" id="{300AE103-8A2B-6B73-9797-9685CFA5002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024" name="TextBox 4023">
                        <a:extLst>
                          <a:ext uri="{FF2B5EF4-FFF2-40B4-BE49-F238E27FC236}">
                            <a16:creationId xmlns:a16="http://schemas.microsoft.com/office/drawing/2014/main" id="{5D151445-1CB6-2F71-F3C7-BF7933DEAA0B}"/>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986" name="Group 3985">
                    <a:extLst>
                      <a:ext uri="{FF2B5EF4-FFF2-40B4-BE49-F238E27FC236}">
                        <a16:creationId xmlns:a16="http://schemas.microsoft.com/office/drawing/2014/main" id="{793FAAD2-B3A6-7721-2D03-50C2C115AB30}"/>
                      </a:ext>
                    </a:extLst>
                  </p:cNvPr>
                  <p:cNvGrpSpPr/>
                  <p:nvPr/>
                </p:nvGrpSpPr>
                <p:grpSpPr>
                  <a:xfrm>
                    <a:off x="5886431" y="3525040"/>
                    <a:ext cx="393192" cy="393192"/>
                    <a:chOff x="5265196" y="3932619"/>
                    <a:chExt cx="393192" cy="393192"/>
                  </a:xfrm>
                </p:grpSpPr>
                <p:grpSp>
                  <p:nvGrpSpPr>
                    <p:cNvPr id="4010" name="Group 4009">
                      <a:extLst>
                        <a:ext uri="{FF2B5EF4-FFF2-40B4-BE49-F238E27FC236}">
                          <a16:creationId xmlns:a16="http://schemas.microsoft.com/office/drawing/2014/main" id="{45C4A83E-FE7D-4B63-74BD-6F9459BF426C}"/>
                        </a:ext>
                      </a:extLst>
                    </p:cNvPr>
                    <p:cNvGrpSpPr/>
                    <p:nvPr/>
                  </p:nvGrpSpPr>
                  <p:grpSpPr>
                    <a:xfrm>
                      <a:off x="5354636" y="4022061"/>
                      <a:ext cx="214313" cy="214313"/>
                      <a:chOff x="5354637" y="3446463"/>
                      <a:chExt cx="214313" cy="214313"/>
                    </a:xfrm>
                  </p:grpSpPr>
                  <p:sp>
                    <p:nvSpPr>
                      <p:cNvPr id="4018" name="Arc 4017">
                        <a:extLst>
                          <a:ext uri="{FF2B5EF4-FFF2-40B4-BE49-F238E27FC236}">
                            <a16:creationId xmlns:a16="http://schemas.microsoft.com/office/drawing/2014/main" id="{A516C74A-8E99-8AB1-73EA-74B7138E73B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19" name="Arc 4018">
                        <a:extLst>
                          <a:ext uri="{FF2B5EF4-FFF2-40B4-BE49-F238E27FC236}">
                            <a16:creationId xmlns:a16="http://schemas.microsoft.com/office/drawing/2014/main" id="{D9ECE2A1-DD6A-835B-6068-B2740758EC8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011" name="Group 4010">
                      <a:extLst>
                        <a:ext uri="{FF2B5EF4-FFF2-40B4-BE49-F238E27FC236}">
                          <a16:creationId xmlns:a16="http://schemas.microsoft.com/office/drawing/2014/main" id="{32553C0E-C2C2-E49C-EA79-A609BDB9D7B1}"/>
                        </a:ext>
                      </a:extLst>
                    </p:cNvPr>
                    <p:cNvGrpSpPr/>
                    <p:nvPr/>
                  </p:nvGrpSpPr>
                  <p:grpSpPr>
                    <a:xfrm rot="14400000">
                      <a:off x="5310186" y="3977611"/>
                      <a:ext cx="303213" cy="303213"/>
                      <a:chOff x="5354637" y="3446463"/>
                      <a:chExt cx="214313" cy="214313"/>
                    </a:xfrm>
                  </p:grpSpPr>
                  <p:sp>
                    <p:nvSpPr>
                      <p:cNvPr id="4016" name="Arc 4015">
                        <a:extLst>
                          <a:ext uri="{FF2B5EF4-FFF2-40B4-BE49-F238E27FC236}">
                            <a16:creationId xmlns:a16="http://schemas.microsoft.com/office/drawing/2014/main" id="{8EC91F60-F876-AF45-358E-402E1BB5AC9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17" name="Arc 4016">
                        <a:extLst>
                          <a:ext uri="{FF2B5EF4-FFF2-40B4-BE49-F238E27FC236}">
                            <a16:creationId xmlns:a16="http://schemas.microsoft.com/office/drawing/2014/main" id="{AE7644E4-97F1-46E2-F6B7-2017328176F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012" name="Group 4011">
                      <a:extLst>
                        <a:ext uri="{FF2B5EF4-FFF2-40B4-BE49-F238E27FC236}">
                          <a16:creationId xmlns:a16="http://schemas.microsoft.com/office/drawing/2014/main" id="{421E4DF8-902C-48AD-C0A6-FC60047D218C}"/>
                        </a:ext>
                      </a:extLst>
                    </p:cNvPr>
                    <p:cNvGrpSpPr/>
                    <p:nvPr/>
                  </p:nvGrpSpPr>
                  <p:grpSpPr>
                    <a:xfrm rot="7200000">
                      <a:off x="5265196" y="3932619"/>
                      <a:ext cx="393192" cy="393192"/>
                      <a:chOff x="5354637" y="3446463"/>
                      <a:chExt cx="214313" cy="214313"/>
                    </a:xfrm>
                  </p:grpSpPr>
                  <p:sp>
                    <p:nvSpPr>
                      <p:cNvPr id="4014" name="Arc 4013">
                        <a:extLst>
                          <a:ext uri="{FF2B5EF4-FFF2-40B4-BE49-F238E27FC236}">
                            <a16:creationId xmlns:a16="http://schemas.microsoft.com/office/drawing/2014/main" id="{C4B39E5E-1FAA-A4D9-C682-ABE83602A08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15" name="Arc 4014">
                        <a:extLst>
                          <a:ext uri="{FF2B5EF4-FFF2-40B4-BE49-F238E27FC236}">
                            <a16:creationId xmlns:a16="http://schemas.microsoft.com/office/drawing/2014/main" id="{291C6008-620C-6A16-F69C-4C5503F3668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013" name="TextBox 4012">
                      <a:extLst>
                        <a:ext uri="{FF2B5EF4-FFF2-40B4-BE49-F238E27FC236}">
                          <a16:creationId xmlns:a16="http://schemas.microsoft.com/office/drawing/2014/main" id="{28C1A4A4-694B-068B-9D22-110585328B16}"/>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3987" name="Group 3986">
                    <a:extLst>
                      <a:ext uri="{FF2B5EF4-FFF2-40B4-BE49-F238E27FC236}">
                        <a16:creationId xmlns:a16="http://schemas.microsoft.com/office/drawing/2014/main" id="{8FC5E09E-96F6-46CB-1FED-88F404C98578}"/>
                      </a:ext>
                    </a:extLst>
                  </p:cNvPr>
                  <p:cNvGrpSpPr/>
                  <p:nvPr/>
                </p:nvGrpSpPr>
                <p:grpSpPr>
                  <a:xfrm>
                    <a:off x="6512463" y="3525040"/>
                    <a:ext cx="393192" cy="393192"/>
                    <a:chOff x="6389147" y="3357021"/>
                    <a:chExt cx="393192" cy="393192"/>
                  </a:xfrm>
                </p:grpSpPr>
                <p:grpSp>
                  <p:nvGrpSpPr>
                    <p:cNvPr id="3999" name="Group 3998">
                      <a:extLst>
                        <a:ext uri="{FF2B5EF4-FFF2-40B4-BE49-F238E27FC236}">
                          <a16:creationId xmlns:a16="http://schemas.microsoft.com/office/drawing/2014/main" id="{C0C8FE19-DAAE-4813-BCFE-87C43B2A7623}"/>
                        </a:ext>
                      </a:extLst>
                    </p:cNvPr>
                    <p:cNvGrpSpPr/>
                    <p:nvPr/>
                  </p:nvGrpSpPr>
                  <p:grpSpPr>
                    <a:xfrm rot="7200000" flipH="1">
                      <a:off x="6389147" y="3357021"/>
                      <a:ext cx="393192" cy="393192"/>
                      <a:chOff x="5354637" y="3446463"/>
                      <a:chExt cx="214313" cy="214313"/>
                    </a:xfrm>
                  </p:grpSpPr>
                  <p:sp>
                    <p:nvSpPr>
                      <p:cNvPr id="4008" name="Arc 4007">
                        <a:extLst>
                          <a:ext uri="{FF2B5EF4-FFF2-40B4-BE49-F238E27FC236}">
                            <a16:creationId xmlns:a16="http://schemas.microsoft.com/office/drawing/2014/main" id="{6CE4B5A9-FE20-0A5E-D697-6442F686CCA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09" name="Arc 4008">
                        <a:extLst>
                          <a:ext uri="{FF2B5EF4-FFF2-40B4-BE49-F238E27FC236}">
                            <a16:creationId xmlns:a16="http://schemas.microsoft.com/office/drawing/2014/main" id="{A858AC4B-5ECF-9355-5203-012CF0A3694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000" name="Group 3999">
                      <a:extLst>
                        <a:ext uri="{FF2B5EF4-FFF2-40B4-BE49-F238E27FC236}">
                          <a16:creationId xmlns:a16="http://schemas.microsoft.com/office/drawing/2014/main" id="{F807017C-5AC3-5B89-7898-DFCE0E831A68}"/>
                        </a:ext>
                      </a:extLst>
                    </p:cNvPr>
                    <p:cNvGrpSpPr/>
                    <p:nvPr/>
                  </p:nvGrpSpPr>
                  <p:grpSpPr>
                    <a:xfrm>
                      <a:off x="6434137" y="3402011"/>
                      <a:ext cx="303213" cy="303213"/>
                      <a:chOff x="6434137" y="3402011"/>
                      <a:chExt cx="303213" cy="303213"/>
                    </a:xfrm>
                  </p:grpSpPr>
                  <p:grpSp>
                    <p:nvGrpSpPr>
                      <p:cNvPr id="4001" name="Group 4000">
                        <a:extLst>
                          <a:ext uri="{FF2B5EF4-FFF2-40B4-BE49-F238E27FC236}">
                            <a16:creationId xmlns:a16="http://schemas.microsoft.com/office/drawing/2014/main" id="{9F997625-007E-2506-F53D-E54E6234AD73}"/>
                          </a:ext>
                        </a:extLst>
                      </p:cNvPr>
                      <p:cNvGrpSpPr/>
                      <p:nvPr/>
                    </p:nvGrpSpPr>
                    <p:grpSpPr>
                      <a:xfrm flipH="1">
                        <a:off x="6478587" y="3446461"/>
                        <a:ext cx="214313" cy="214313"/>
                        <a:chOff x="5354637" y="3446463"/>
                        <a:chExt cx="214313" cy="214313"/>
                      </a:xfrm>
                    </p:grpSpPr>
                    <p:sp>
                      <p:nvSpPr>
                        <p:cNvPr id="4006" name="Arc 4005">
                          <a:extLst>
                            <a:ext uri="{FF2B5EF4-FFF2-40B4-BE49-F238E27FC236}">
                              <a16:creationId xmlns:a16="http://schemas.microsoft.com/office/drawing/2014/main" id="{71129B0F-C013-37E9-95B6-EAB1F1A0B8C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07" name="Arc 4006">
                          <a:extLst>
                            <a:ext uri="{FF2B5EF4-FFF2-40B4-BE49-F238E27FC236}">
                              <a16:creationId xmlns:a16="http://schemas.microsoft.com/office/drawing/2014/main" id="{AAF49FA4-2230-60FB-7D88-FE9481102CE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4002" name="Group 4001">
                        <a:extLst>
                          <a:ext uri="{FF2B5EF4-FFF2-40B4-BE49-F238E27FC236}">
                            <a16:creationId xmlns:a16="http://schemas.microsoft.com/office/drawing/2014/main" id="{126DFF72-1E5F-C09E-79AC-C3FDD705E46B}"/>
                          </a:ext>
                        </a:extLst>
                      </p:cNvPr>
                      <p:cNvGrpSpPr/>
                      <p:nvPr/>
                    </p:nvGrpSpPr>
                    <p:grpSpPr>
                      <a:xfrm rot="14400000" flipH="1">
                        <a:off x="6434137" y="3402011"/>
                        <a:ext cx="303213" cy="303213"/>
                        <a:chOff x="5354637" y="3446463"/>
                        <a:chExt cx="214313" cy="214313"/>
                      </a:xfrm>
                    </p:grpSpPr>
                    <p:sp>
                      <p:nvSpPr>
                        <p:cNvPr id="4004" name="Arc 4003">
                          <a:extLst>
                            <a:ext uri="{FF2B5EF4-FFF2-40B4-BE49-F238E27FC236}">
                              <a16:creationId xmlns:a16="http://schemas.microsoft.com/office/drawing/2014/main" id="{8A946DF4-2593-518D-7110-13940B9D189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05" name="Arc 4004">
                          <a:extLst>
                            <a:ext uri="{FF2B5EF4-FFF2-40B4-BE49-F238E27FC236}">
                              <a16:creationId xmlns:a16="http://schemas.microsoft.com/office/drawing/2014/main" id="{DDBD5944-1343-B156-1ECE-5466E77D703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4003" name="TextBox 4002">
                        <a:extLst>
                          <a:ext uri="{FF2B5EF4-FFF2-40B4-BE49-F238E27FC236}">
                            <a16:creationId xmlns:a16="http://schemas.microsoft.com/office/drawing/2014/main" id="{4FF9921C-FB54-736E-4D88-1917254C35F0}"/>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988" name="Group 3987">
                    <a:extLst>
                      <a:ext uri="{FF2B5EF4-FFF2-40B4-BE49-F238E27FC236}">
                        <a16:creationId xmlns:a16="http://schemas.microsoft.com/office/drawing/2014/main" id="{DDE47781-92B4-CAD3-3D6C-47F5C6FC4EAC}"/>
                      </a:ext>
                    </a:extLst>
                  </p:cNvPr>
                  <p:cNvGrpSpPr/>
                  <p:nvPr/>
                </p:nvGrpSpPr>
                <p:grpSpPr>
                  <a:xfrm>
                    <a:off x="6197413" y="3225768"/>
                    <a:ext cx="393192" cy="393192"/>
                    <a:chOff x="6389147" y="3932622"/>
                    <a:chExt cx="393192" cy="393192"/>
                  </a:xfrm>
                </p:grpSpPr>
                <p:grpSp>
                  <p:nvGrpSpPr>
                    <p:cNvPr id="3989" name="Group 3988">
                      <a:extLst>
                        <a:ext uri="{FF2B5EF4-FFF2-40B4-BE49-F238E27FC236}">
                          <a16:creationId xmlns:a16="http://schemas.microsoft.com/office/drawing/2014/main" id="{92B5FAD8-B225-5BE6-35A4-A58997E0FA88}"/>
                        </a:ext>
                      </a:extLst>
                    </p:cNvPr>
                    <p:cNvGrpSpPr/>
                    <p:nvPr/>
                  </p:nvGrpSpPr>
                  <p:grpSpPr>
                    <a:xfrm flipH="1">
                      <a:off x="6478587" y="4022061"/>
                      <a:ext cx="214313" cy="214313"/>
                      <a:chOff x="5354637" y="3446463"/>
                      <a:chExt cx="214313" cy="214313"/>
                    </a:xfrm>
                  </p:grpSpPr>
                  <p:sp>
                    <p:nvSpPr>
                      <p:cNvPr id="3997" name="Arc 3996">
                        <a:extLst>
                          <a:ext uri="{FF2B5EF4-FFF2-40B4-BE49-F238E27FC236}">
                            <a16:creationId xmlns:a16="http://schemas.microsoft.com/office/drawing/2014/main" id="{D156C3BC-6474-2DA7-055E-73E5C6E2E77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98" name="Arc 3997">
                        <a:extLst>
                          <a:ext uri="{FF2B5EF4-FFF2-40B4-BE49-F238E27FC236}">
                            <a16:creationId xmlns:a16="http://schemas.microsoft.com/office/drawing/2014/main" id="{E1D3F704-83CF-903C-6A90-6463505A5B6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990" name="Group 3989">
                      <a:extLst>
                        <a:ext uri="{FF2B5EF4-FFF2-40B4-BE49-F238E27FC236}">
                          <a16:creationId xmlns:a16="http://schemas.microsoft.com/office/drawing/2014/main" id="{39DA54D7-74F2-5532-DC21-FC5315BCE62B}"/>
                        </a:ext>
                      </a:extLst>
                    </p:cNvPr>
                    <p:cNvGrpSpPr/>
                    <p:nvPr/>
                  </p:nvGrpSpPr>
                  <p:grpSpPr>
                    <a:xfrm rot="7200000" flipH="1">
                      <a:off x="6434137" y="3977611"/>
                      <a:ext cx="303213" cy="303213"/>
                      <a:chOff x="5354637" y="3446463"/>
                      <a:chExt cx="214313" cy="214313"/>
                    </a:xfrm>
                  </p:grpSpPr>
                  <p:sp>
                    <p:nvSpPr>
                      <p:cNvPr id="3995" name="Arc 3994">
                        <a:extLst>
                          <a:ext uri="{FF2B5EF4-FFF2-40B4-BE49-F238E27FC236}">
                            <a16:creationId xmlns:a16="http://schemas.microsoft.com/office/drawing/2014/main" id="{468147D7-BC8F-4FE2-7CC0-412DBD0CFF9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96" name="Arc 3995">
                        <a:extLst>
                          <a:ext uri="{FF2B5EF4-FFF2-40B4-BE49-F238E27FC236}">
                            <a16:creationId xmlns:a16="http://schemas.microsoft.com/office/drawing/2014/main" id="{0FD434EB-6E4C-AE0C-FA1F-C4C4753158C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991" name="Group 3990">
                      <a:extLst>
                        <a:ext uri="{FF2B5EF4-FFF2-40B4-BE49-F238E27FC236}">
                          <a16:creationId xmlns:a16="http://schemas.microsoft.com/office/drawing/2014/main" id="{BC449BDD-0900-01EF-F757-0A2AC1182255}"/>
                        </a:ext>
                      </a:extLst>
                    </p:cNvPr>
                    <p:cNvGrpSpPr/>
                    <p:nvPr/>
                  </p:nvGrpSpPr>
                  <p:grpSpPr>
                    <a:xfrm rot="14400000" flipH="1">
                      <a:off x="6389147" y="3932622"/>
                      <a:ext cx="393192" cy="393192"/>
                      <a:chOff x="5354637" y="3446463"/>
                      <a:chExt cx="214313" cy="214313"/>
                    </a:xfrm>
                  </p:grpSpPr>
                  <p:sp>
                    <p:nvSpPr>
                      <p:cNvPr id="3993" name="Arc 3992">
                        <a:extLst>
                          <a:ext uri="{FF2B5EF4-FFF2-40B4-BE49-F238E27FC236}">
                            <a16:creationId xmlns:a16="http://schemas.microsoft.com/office/drawing/2014/main" id="{D1C88D18-6FB5-96C3-5EC0-B7DEBD573B3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94" name="Arc 3993">
                        <a:extLst>
                          <a:ext uri="{FF2B5EF4-FFF2-40B4-BE49-F238E27FC236}">
                            <a16:creationId xmlns:a16="http://schemas.microsoft.com/office/drawing/2014/main" id="{48EC91BA-264B-21BB-63B6-DDC7060C386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992" name="TextBox 3991">
                      <a:extLst>
                        <a:ext uri="{FF2B5EF4-FFF2-40B4-BE49-F238E27FC236}">
                          <a16:creationId xmlns:a16="http://schemas.microsoft.com/office/drawing/2014/main" id="{77DEBC72-EBA4-CCDF-F2B5-51FEEBF79A1D}"/>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938" name="Group 3937">
                  <a:extLst>
                    <a:ext uri="{FF2B5EF4-FFF2-40B4-BE49-F238E27FC236}">
                      <a16:creationId xmlns:a16="http://schemas.microsoft.com/office/drawing/2014/main" id="{52F4BBFB-0EB2-5B18-070E-0DA4712248E6}"/>
                    </a:ext>
                  </a:extLst>
                </p:cNvPr>
                <p:cNvGrpSpPr/>
                <p:nvPr/>
              </p:nvGrpSpPr>
              <p:grpSpPr>
                <a:xfrm>
                  <a:off x="6069086" y="3246228"/>
                  <a:ext cx="1019224" cy="991639"/>
                  <a:chOff x="5886431" y="3225768"/>
                  <a:chExt cx="1019224" cy="991639"/>
                </a:xfrm>
              </p:grpSpPr>
              <p:grpSp>
                <p:nvGrpSpPr>
                  <p:cNvPr id="3939" name="Group 3938">
                    <a:extLst>
                      <a:ext uri="{FF2B5EF4-FFF2-40B4-BE49-F238E27FC236}">
                        <a16:creationId xmlns:a16="http://schemas.microsoft.com/office/drawing/2014/main" id="{F6DD61B7-63C7-BC39-9D05-38B6BD6B231F}"/>
                      </a:ext>
                    </a:extLst>
                  </p:cNvPr>
                  <p:cNvGrpSpPr/>
                  <p:nvPr/>
                </p:nvGrpSpPr>
                <p:grpSpPr>
                  <a:xfrm>
                    <a:off x="6197413" y="3824215"/>
                    <a:ext cx="393192" cy="393192"/>
                    <a:chOff x="5265196" y="3357021"/>
                    <a:chExt cx="393192" cy="393192"/>
                  </a:xfrm>
                </p:grpSpPr>
                <p:grpSp>
                  <p:nvGrpSpPr>
                    <p:cNvPr id="3974" name="Group 3973">
                      <a:extLst>
                        <a:ext uri="{FF2B5EF4-FFF2-40B4-BE49-F238E27FC236}">
                          <a16:creationId xmlns:a16="http://schemas.microsoft.com/office/drawing/2014/main" id="{1B7C4E1E-2034-9FC0-0EBA-88B9365617CC}"/>
                        </a:ext>
                      </a:extLst>
                    </p:cNvPr>
                    <p:cNvGrpSpPr/>
                    <p:nvPr/>
                  </p:nvGrpSpPr>
                  <p:grpSpPr>
                    <a:xfrm rot="14400000">
                      <a:off x="5265196" y="3357021"/>
                      <a:ext cx="393192" cy="393192"/>
                      <a:chOff x="5354637" y="3446463"/>
                      <a:chExt cx="214313" cy="214313"/>
                    </a:xfrm>
                  </p:grpSpPr>
                  <p:sp>
                    <p:nvSpPr>
                      <p:cNvPr id="3983" name="Arc 3982">
                        <a:extLst>
                          <a:ext uri="{FF2B5EF4-FFF2-40B4-BE49-F238E27FC236}">
                            <a16:creationId xmlns:a16="http://schemas.microsoft.com/office/drawing/2014/main" id="{5F09FB9B-8A49-25CC-8232-3EEBD57C4F1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84" name="Arc 3983">
                        <a:extLst>
                          <a:ext uri="{FF2B5EF4-FFF2-40B4-BE49-F238E27FC236}">
                            <a16:creationId xmlns:a16="http://schemas.microsoft.com/office/drawing/2014/main" id="{BB3F8E68-747E-2228-60CC-D9766576C42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975" name="Group 3974">
                      <a:extLst>
                        <a:ext uri="{FF2B5EF4-FFF2-40B4-BE49-F238E27FC236}">
                          <a16:creationId xmlns:a16="http://schemas.microsoft.com/office/drawing/2014/main" id="{E833284B-74A3-0828-48D9-59137F4C75F2}"/>
                        </a:ext>
                      </a:extLst>
                    </p:cNvPr>
                    <p:cNvGrpSpPr/>
                    <p:nvPr/>
                  </p:nvGrpSpPr>
                  <p:grpSpPr>
                    <a:xfrm>
                      <a:off x="5310186" y="3402011"/>
                      <a:ext cx="303213" cy="303213"/>
                      <a:chOff x="5310186" y="3402011"/>
                      <a:chExt cx="303213" cy="303213"/>
                    </a:xfrm>
                  </p:grpSpPr>
                  <p:grpSp>
                    <p:nvGrpSpPr>
                      <p:cNvPr id="3976" name="Group 3975">
                        <a:extLst>
                          <a:ext uri="{FF2B5EF4-FFF2-40B4-BE49-F238E27FC236}">
                            <a16:creationId xmlns:a16="http://schemas.microsoft.com/office/drawing/2014/main" id="{CE2CD79E-9A70-EB2A-8880-76DB67D07204}"/>
                          </a:ext>
                        </a:extLst>
                      </p:cNvPr>
                      <p:cNvGrpSpPr/>
                      <p:nvPr/>
                    </p:nvGrpSpPr>
                    <p:grpSpPr>
                      <a:xfrm>
                        <a:off x="5354636" y="3446461"/>
                        <a:ext cx="214313" cy="214313"/>
                        <a:chOff x="5354637" y="3446463"/>
                        <a:chExt cx="214313" cy="214313"/>
                      </a:xfrm>
                    </p:grpSpPr>
                    <p:sp>
                      <p:nvSpPr>
                        <p:cNvPr id="3981" name="Arc 3980">
                          <a:extLst>
                            <a:ext uri="{FF2B5EF4-FFF2-40B4-BE49-F238E27FC236}">
                              <a16:creationId xmlns:a16="http://schemas.microsoft.com/office/drawing/2014/main" id="{809BDC8E-3477-723E-B4E0-92EA2BC41B9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82" name="Arc 3981">
                          <a:extLst>
                            <a:ext uri="{FF2B5EF4-FFF2-40B4-BE49-F238E27FC236}">
                              <a16:creationId xmlns:a16="http://schemas.microsoft.com/office/drawing/2014/main" id="{69EF2530-9A3C-31ED-E008-636059C5BA2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977" name="Group 3976">
                        <a:extLst>
                          <a:ext uri="{FF2B5EF4-FFF2-40B4-BE49-F238E27FC236}">
                            <a16:creationId xmlns:a16="http://schemas.microsoft.com/office/drawing/2014/main" id="{128B103C-2D88-52E9-7505-CB3A4453E2E5}"/>
                          </a:ext>
                        </a:extLst>
                      </p:cNvPr>
                      <p:cNvGrpSpPr/>
                      <p:nvPr/>
                    </p:nvGrpSpPr>
                    <p:grpSpPr>
                      <a:xfrm rot="7200000">
                        <a:off x="5310186" y="3402011"/>
                        <a:ext cx="303213" cy="303213"/>
                        <a:chOff x="5354637" y="3446463"/>
                        <a:chExt cx="214313" cy="214313"/>
                      </a:xfrm>
                    </p:grpSpPr>
                    <p:sp>
                      <p:nvSpPr>
                        <p:cNvPr id="3979" name="Arc 3978">
                          <a:extLst>
                            <a:ext uri="{FF2B5EF4-FFF2-40B4-BE49-F238E27FC236}">
                              <a16:creationId xmlns:a16="http://schemas.microsoft.com/office/drawing/2014/main" id="{91383A35-44C9-1655-538B-61227D96920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80" name="Arc 3979">
                          <a:extLst>
                            <a:ext uri="{FF2B5EF4-FFF2-40B4-BE49-F238E27FC236}">
                              <a16:creationId xmlns:a16="http://schemas.microsoft.com/office/drawing/2014/main" id="{92457C5B-5EFE-7EDD-C1A3-B0E13D23462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978" name="TextBox 3977">
                        <a:extLst>
                          <a:ext uri="{FF2B5EF4-FFF2-40B4-BE49-F238E27FC236}">
                            <a16:creationId xmlns:a16="http://schemas.microsoft.com/office/drawing/2014/main" id="{166D7F58-FED2-2ADE-FD04-38887A2E5065}"/>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940" name="Group 3939">
                    <a:extLst>
                      <a:ext uri="{FF2B5EF4-FFF2-40B4-BE49-F238E27FC236}">
                        <a16:creationId xmlns:a16="http://schemas.microsoft.com/office/drawing/2014/main" id="{C55308BA-7D3B-EFB9-3816-0C4648B87798}"/>
                      </a:ext>
                    </a:extLst>
                  </p:cNvPr>
                  <p:cNvGrpSpPr/>
                  <p:nvPr/>
                </p:nvGrpSpPr>
                <p:grpSpPr>
                  <a:xfrm>
                    <a:off x="5886431" y="3525040"/>
                    <a:ext cx="393192" cy="393192"/>
                    <a:chOff x="5265196" y="3932619"/>
                    <a:chExt cx="393192" cy="393192"/>
                  </a:xfrm>
                </p:grpSpPr>
                <p:grpSp>
                  <p:nvGrpSpPr>
                    <p:cNvPr id="3964" name="Group 3963">
                      <a:extLst>
                        <a:ext uri="{FF2B5EF4-FFF2-40B4-BE49-F238E27FC236}">
                          <a16:creationId xmlns:a16="http://schemas.microsoft.com/office/drawing/2014/main" id="{BF5472EA-B1D0-BA0A-2C95-A17A4C58FA2D}"/>
                        </a:ext>
                      </a:extLst>
                    </p:cNvPr>
                    <p:cNvGrpSpPr/>
                    <p:nvPr/>
                  </p:nvGrpSpPr>
                  <p:grpSpPr>
                    <a:xfrm>
                      <a:off x="5354636" y="4022061"/>
                      <a:ext cx="214313" cy="214313"/>
                      <a:chOff x="5354637" y="3446463"/>
                      <a:chExt cx="214313" cy="214313"/>
                    </a:xfrm>
                  </p:grpSpPr>
                  <p:sp>
                    <p:nvSpPr>
                      <p:cNvPr id="3972" name="Arc 3971">
                        <a:extLst>
                          <a:ext uri="{FF2B5EF4-FFF2-40B4-BE49-F238E27FC236}">
                            <a16:creationId xmlns:a16="http://schemas.microsoft.com/office/drawing/2014/main" id="{1F0D87E2-CF17-CA5E-4952-CE8DF3ACED1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73" name="Arc 3972">
                        <a:extLst>
                          <a:ext uri="{FF2B5EF4-FFF2-40B4-BE49-F238E27FC236}">
                            <a16:creationId xmlns:a16="http://schemas.microsoft.com/office/drawing/2014/main" id="{DB89AA2D-442E-CD36-7AA6-AFD4D2A7221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965" name="Group 3964">
                      <a:extLst>
                        <a:ext uri="{FF2B5EF4-FFF2-40B4-BE49-F238E27FC236}">
                          <a16:creationId xmlns:a16="http://schemas.microsoft.com/office/drawing/2014/main" id="{7F46E16F-9AFF-054F-D5F1-1031C18228CD}"/>
                        </a:ext>
                      </a:extLst>
                    </p:cNvPr>
                    <p:cNvGrpSpPr/>
                    <p:nvPr/>
                  </p:nvGrpSpPr>
                  <p:grpSpPr>
                    <a:xfrm rot="14400000">
                      <a:off x="5310186" y="3977611"/>
                      <a:ext cx="303213" cy="303213"/>
                      <a:chOff x="5354637" y="3446463"/>
                      <a:chExt cx="214313" cy="214313"/>
                    </a:xfrm>
                  </p:grpSpPr>
                  <p:sp>
                    <p:nvSpPr>
                      <p:cNvPr id="3970" name="Arc 3969">
                        <a:extLst>
                          <a:ext uri="{FF2B5EF4-FFF2-40B4-BE49-F238E27FC236}">
                            <a16:creationId xmlns:a16="http://schemas.microsoft.com/office/drawing/2014/main" id="{1F20F514-2105-6511-0D10-9AAA6649930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71" name="Arc 3970">
                        <a:extLst>
                          <a:ext uri="{FF2B5EF4-FFF2-40B4-BE49-F238E27FC236}">
                            <a16:creationId xmlns:a16="http://schemas.microsoft.com/office/drawing/2014/main" id="{B3D113BB-1DFC-F5D0-1A6D-06F2D1400D8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966" name="Group 3965">
                      <a:extLst>
                        <a:ext uri="{FF2B5EF4-FFF2-40B4-BE49-F238E27FC236}">
                          <a16:creationId xmlns:a16="http://schemas.microsoft.com/office/drawing/2014/main" id="{42847965-DAA2-DC48-8FA8-7510E8B40889}"/>
                        </a:ext>
                      </a:extLst>
                    </p:cNvPr>
                    <p:cNvGrpSpPr/>
                    <p:nvPr/>
                  </p:nvGrpSpPr>
                  <p:grpSpPr>
                    <a:xfrm rot="7200000">
                      <a:off x="5265196" y="3932619"/>
                      <a:ext cx="393192" cy="393192"/>
                      <a:chOff x="5354637" y="3446463"/>
                      <a:chExt cx="214313" cy="214313"/>
                    </a:xfrm>
                  </p:grpSpPr>
                  <p:sp>
                    <p:nvSpPr>
                      <p:cNvPr id="3968" name="Arc 3967">
                        <a:extLst>
                          <a:ext uri="{FF2B5EF4-FFF2-40B4-BE49-F238E27FC236}">
                            <a16:creationId xmlns:a16="http://schemas.microsoft.com/office/drawing/2014/main" id="{ACE37605-4E67-E229-53D6-B48B84A592F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69" name="Arc 3968">
                        <a:extLst>
                          <a:ext uri="{FF2B5EF4-FFF2-40B4-BE49-F238E27FC236}">
                            <a16:creationId xmlns:a16="http://schemas.microsoft.com/office/drawing/2014/main" id="{128C232C-1B3F-C0A8-D07D-5EA328A8798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967" name="TextBox 3966">
                      <a:extLst>
                        <a:ext uri="{FF2B5EF4-FFF2-40B4-BE49-F238E27FC236}">
                          <a16:creationId xmlns:a16="http://schemas.microsoft.com/office/drawing/2014/main" id="{55BE7C00-4B3E-6D3D-6448-12799BD35709}"/>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3941" name="Group 3940">
                    <a:extLst>
                      <a:ext uri="{FF2B5EF4-FFF2-40B4-BE49-F238E27FC236}">
                        <a16:creationId xmlns:a16="http://schemas.microsoft.com/office/drawing/2014/main" id="{F992282C-D119-E9BE-AD22-EC25D7B44F35}"/>
                      </a:ext>
                    </a:extLst>
                  </p:cNvPr>
                  <p:cNvGrpSpPr/>
                  <p:nvPr/>
                </p:nvGrpSpPr>
                <p:grpSpPr>
                  <a:xfrm>
                    <a:off x="6512463" y="3525040"/>
                    <a:ext cx="393192" cy="393192"/>
                    <a:chOff x="6389147" y="3357021"/>
                    <a:chExt cx="393192" cy="393192"/>
                  </a:xfrm>
                </p:grpSpPr>
                <p:grpSp>
                  <p:nvGrpSpPr>
                    <p:cNvPr id="3953" name="Group 3952">
                      <a:extLst>
                        <a:ext uri="{FF2B5EF4-FFF2-40B4-BE49-F238E27FC236}">
                          <a16:creationId xmlns:a16="http://schemas.microsoft.com/office/drawing/2014/main" id="{BFD3427C-0861-D4D5-696E-924A17F2E423}"/>
                        </a:ext>
                      </a:extLst>
                    </p:cNvPr>
                    <p:cNvGrpSpPr/>
                    <p:nvPr/>
                  </p:nvGrpSpPr>
                  <p:grpSpPr>
                    <a:xfrm rot="7200000" flipH="1">
                      <a:off x="6389147" y="3357021"/>
                      <a:ext cx="393192" cy="393192"/>
                      <a:chOff x="5354637" y="3446463"/>
                      <a:chExt cx="214313" cy="214313"/>
                    </a:xfrm>
                  </p:grpSpPr>
                  <p:sp>
                    <p:nvSpPr>
                      <p:cNvPr id="3962" name="Arc 3961">
                        <a:extLst>
                          <a:ext uri="{FF2B5EF4-FFF2-40B4-BE49-F238E27FC236}">
                            <a16:creationId xmlns:a16="http://schemas.microsoft.com/office/drawing/2014/main" id="{3BDC8D52-ED09-0F45-0680-CE383A75C3D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63" name="Arc 3962">
                        <a:extLst>
                          <a:ext uri="{FF2B5EF4-FFF2-40B4-BE49-F238E27FC236}">
                            <a16:creationId xmlns:a16="http://schemas.microsoft.com/office/drawing/2014/main" id="{BBF81A2D-5B75-BD7C-4C18-52435F690DA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954" name="Group 3953">
                      <a:extLst>
                        <a:ext uri="{FF2B5EF4-FFF2-40B4-BE49-F238E27FC236}">
                          <a16:creationId xmlns:a16="http://schemas.microsoft.com/office/drawing/2014/main" id="{91295B5B-F91B-272A-0999-0339BC1EF3E5}"/>
                        </a:ext>
                      </a:extLst>
                    </p:cNvPr>
                    <p:cNvGrpSpPr/>
                    <p:nvPr/>
                  </p:nvGrpSpPr>
                  <p:grpSpPr>
                    <a:xfrm>
                      <a:off x="6434137" y="3402011"/>
                      <a:ext cx="303213" cy="303213"/>
                      <a:chOff x="6434137" y="3402011"/>
                      <a:chExt cx="303213" cy="303213"/>
                    </a:xfrm>
                  </p:grpSpPr>
                  <p:grpSp>
                    <p:nvGrpSpPr>
                      <p:cNvPr id="3955" name="Group 3954">
                        <a:extLst>
                          <a:ext uri="{FF2B5EF4-FFF2-40B4-BE49-F238E27FC236}">
                            <a16:creationId xmlns:a16="http://schemas.microsoft.com/office/drawing/2014/main" id="{D6EF8E94-560B-703A-8444-679F3E0D0314}"/>
                          </a:ext>
                        </a:extLst>
                      </p:cNvPr>
                      <p:cNvGrpSpPr/>
                      <p:nvPr/>
                    </p:nvGrpSpPr>
                    <p:grpSpPr>
                      <a:xfrm flipH="1">
                        <a:off x="6478587" y="3446461"/>
                        <a:ext cx="214313" cy="214313"/>
                        <a:chOff x="5354637" y="3446463"/>
                        <a:chExt cx="214313" cy="214313"/>
                      </a:xfrm>
                    </p:grpSpPr>
                    <p:sp>
                      <p:nvSpPr>
                        <p:cNvPr id="3960" name="Arc 3959">
                          <a:extLst>
                            <a:ext uri="{FF2B5EF4-FFF2-40B4-BE49-F238E27FC236}">
                              <a16:creationId xmlns:a16="http://schemas.microsoft.com/office/drawing/2014/main" id="{5BA60D55-5D26-B75B-354D-AA7531A5A6B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61" name="Arc 3960">
                          <a:extLst>
                            <a:ext uri="{FF2B5EF4-FFF2-40B4-BE49-F238E27FC236}">
                              <a16:creationId xmlns:a16="http://schemas.microsoft.com/office/drawing/2014/main" id="{F0E10289-37E7-9691-BE38-66B7C0D3C37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956" name="Group 3955">
                        <a:extLst>
                          <a:ext uri="{FF2B5EF4-FFF2-40B4-BE49-F238E27FC236}">
                            <a16:creationId xmlns:a16="http://schemas.microsoft.com/office/drawing/2014/main" id="{16AB150D-3EA6-D818-5DC2-C17F035FECD0}"/>
                          </a:ext>
                        </a:extLst>
                      </p:cNvPr>
                      <p:cNvGrpSpPr/>
                      <p:nvPr/>
                    </p:nvGrpSpPr>
                    <p:grpSpPr>
                      <a:xfrm rot="14400000" flipH="1">
                        <a:off x="6434137" y="3402011"/>
                        <a:ext cx="303213" cy="303213"/>
                        <a:chOff x="5354637" y="3446463"/>
                        <a:chExt cx="214313" cy="214313"/>
                      </a:xfrm>
                    </p:grpSpPr>
                    <p:sp>
                      <p:nvSpPr>
                        <p:cNvPr id="3958" name="Arc 3957">
                          <a:extLst>
                            <a:ext uri="{FF2B5EF4-FFF2-40B4-BE49-F238E27FC236}">
                              <a16:creationId xmlns:a16="http://schemas.microsoft.com/office/drawing/2014/main" id="{3402CE28-434F-FD1C-5377-37BC1C43F47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59" name="Arc 3958">
                          <a:extLst>
                            <a:ext uri="{FF2B5EF4-FFF2-40B4-BE49-F238E27FC236}">
                              <a16:creationId xmlns:a16="http://schemas.microsoft.com/office/drawing/2014/main" id="{1DA8D5F9-8094-E6A3-91E9-1EF7B18D892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957" name="TextBox 3956">
                        <a:extLst>
                          <a:ext uri="{FF2B5EF4-FFF2-40B4-BE49-F238E27FC236}">
                            <a16:creationId xmlns:a16="http://schemas.microsoft.com/office/drawing/2014/main" id="{0564BC03-098D-73CB-A33F-DD1F1EDFE0F3}"/>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942" name="Group 3941">
                    <a:extLst>
                      <a:ext uri="{FF2B5EF4-FFF2-40B4-BE49-F238E27FC236}">
                        <a16:creationId xmlns:a16="http://schemas.microsoft.com/office/drawing/2014/main" id="{74FC371D-F25D-17AF-907D-D52E827E094E}"/>
                      </a:ext>
                    </a:extLst>
                  </p:cNvPr>
                  <p:cNvGrpSpPr/>
                  <p:nvPr/>
                </p:nvGrpSpPr>
                <p:grpSpPr>
                  <a:xfrm>
                    <a:off x="6197413" y="3225768"/>
                    <a:ext cx="393192" cy="393192"/>
                    <a:chOff x="6389147" y="3932622"/>
                    <a:chExt cx="393192" cy="393192"/>
                  </a:xfrm>
                </p:grpSpPr>
                <p:grpSp>
                  <p:nvGrpSpPr>
                    <p:cNvPr id="3943" name="Group 3942">
                      <a:extLst>
                        <a:ext uri="{FF2B5EF4-FFF2-40B4-BE49-F238E27FC236}">
                          <a16:creationId xmlns:a16="http://schemas.microsoft.com/office/drawing/2014/main" id="{E05855C8-1968-3A9E-68B1-8FEF64CAF924}"/>
                        </a:ext>
                      </a:extLst>
                    </p:cNvPr>
                    <p:cNvGrpSpPr/>
                    <p:nvPr/>
                  </p:nvGrpSpPr>
                  <p:grpSpPr>
                    <a:xfrm flipH="1">
                      <a:off x="6478587" y="4022061"/>
                      <a:ext cx="214313" cy="214313"/>
                      <a:chOff x="5354637" y="3446463"/>
                      <a:chExt cx="214313" cy="214313"/>
                    </a:xfrm>
                  </p:grpSpPr>
                  <p:sp>
                    <p:nvSpPr>
                      <p:cNvPr id="3951" name="Arc 3950">
                        <a:extLst>
                          <a:ext uri="{FF2B5EF4-FFF2-40B4-BE49-F238E27FC236}">
                            <a16:creationId xmlns:a16="http://schemas.microsoft.com/office/drawing/2014/main" id="{2655299F-C1D6-3550-981D-298A1F61212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52" name="Arc 3951">
                        <a:extLst>
                          <a:ext uri="{FF2B5EF4-FFF2-40B4-BE49-F238E27FC236}">
                            <a16:creationId xmlns:a16="http://schemas.microsoft.com/office/drawing/2014/main" id="{AAE6FC86-4D5E-62D7-1714-264E8421E3A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944" name="Group 3943">
                      <a:extLst>
                        <a:ext uri="{FF2B5EF4-FFF2-40B4-BE49-F238E27FC236}">
                          <a16:creationId xmlns:a16="http://schemas.microsoft.com/office/drawing/2014/main" id="{FF9A68FB-B37E-1FE8-D94C-F22416E68738}"/>
                        </a:ext>
                      </a:extLst>
                    </p:cNvPr>
                    <p:cNvGrpSpPr/>
                    <p:nvPr/>
                  </p:nvGrpSpPr>
                  <p:grpSpPr>
                    <a:xfrm rot="7200000" flipH="1">
                      <a:off x="6434137" y="3977611"/>
                      <a:ext cx="303213" cy="303213"/>
                      <a:chOff x="5354637" y="3446463"/>
                      <a:chExt cx="214313" cy="214313"/>
                    </a:xfrm>
                  </p:grpSpPr>
                  <p:sp>
                    <p:nvSpPr>
                      <p:cNvPr id="3949" name="Arc 3948">
                        <a:extLst>
                          <a:ext uri="{FF2B5EF4-FFF2-40B4-BE49-F238E27FC236}">
                            <a16:creationId xmlns:a16="http://schemas.microsoft.com/office/drawing/2014/main" id="{22FF7356-2098-AE73-A973-6E7B13D4BD5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50" name="Arc 3949">
                        <a:extLst>
                          <a:ext uri="{FF2B5EF4-FFF2-40B4-BE49-F238E27FC236}">
                            <a16:creationId xmlns:a16="http://schemas.microsoft.com/office/drawing/2014/main" id="{62E43267-98E5-8A66-BCA4-210DE21B3A7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945" name="Group 3944">
                      <a:extLst>
                        <a:ext uri="{FF2B5EF4-FFF2-40B4-BE49-F238E27FC236}">
                          <a16:creationId xmlns:a16="http://schemas.microsoft.com/office/drawing/2014/main" id="{0909915A-3CC9-7F20-46DF-C7A4AA46360B}"/>
                        </a:ext>
                      </a:extLst>
                    </p:cNvPr>
                    <p:cNvGrpSpPr/>
                    <p:nvPr/>
                  </p:nvGrpSpPr>
                  <p:grpSpPr>
                    <a:xfrm rot="14400000" flipH="1">
                      <a:off x="6389147" y="3932622"/>
                      <a:ext cx="393192" cy="393192"/>
                      <a:chOff x="5354637" y="3446463"/>
                      <a:chExt cx="214313" cy="214313"/>
                    </a:xfrm>
                  </p:grpSpPr>
                  <p:sp>
                    <p:nvSpPr>
                      <p:cNvPr id="3947" name="Arc 3946">
                        <a:extLst>
                          <a:ext uri="{FF2B5EF4-FFF2-40B4-BE49-F238E27FC236}">
                            <a16:creationId xmlns:a16="http://schemas.microsoft.com/office/drawing/2014/main" id="{D60F7941-B9E5-A6ED-7001-BA3CB5F4573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48" name="Arc 3947">
                        <a:extLst>
                          <a:ext uri="{FF2B5EF4-FFF2-40B4-BE49-F238E27FC236}">
                            <a16:creationId xmlns:a16="http://schemas.microsoft.com/office/drawing/2014/main" id="{8599BD31-8B21-BECD-B981-F47F99ED867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946" name="TextBox 3945">
                      <a:extLst>
                        <a:ext uri="{FF2B5EF4-FFF2-40B4-BE49-F238E27FC236}">
                          <a16:creationId xmlns:a16="http://schemas.microsoft.com/office/drawing/2014/main" id="{18BE34C7-F26B-1BC6-A8D3-8025A13C1EEA}"/>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3842" name="Group 3841">
                <a:extLst>
                  <a:ext uri="{FF2B5EF4-FFF2-40B4-BE49-F238E27FC236}">
                    <a16:creationId xmlns:a16="http://schemas.microsoft.com/office/drawing/2014/main" id="{073274D7-CA8F-8BBE-C919-AEE3E3E7AA7B}"/>
                  </a:ext>
                </a:extLst>
              </p:cNvPr>
              <p:cNvGrpSpPr/>
              <p:nvPr/>
            </p:nvGrpSpPr>
            <p:grpSpPr>
              <a:xfrm>
                <a:off x="6065340" y="2039507"/>
                <a:ext cx="1643204" cy="1593124"/>
                <a:chOff x="5445106" y="2644743"/>
                <a:chExt cx="1643204" cy="1593124"/>
              </a:xfrm>
            </p:grpSpPr>
            <p:grpSp>
              <p:nvGrpSpPr>
                <p:cNvPr id="3843" name="Group 3842">
                  <a:extLst>
                    <a:ext uri="{FF2B5EF4-FFF2-40B4-BE49-F238E27FC236}">
                      <a16:creationId xmlns:a16="http://schemas.microsoft.com/office/drawing/2014/main" id="{1021EDBB-249D-1CB8-3197-08BF4910A4C5}"/>
                    </a:ext>
                  </a:extLst>
                </p:cNvPr>
                <p:cNvGrpSpPr/>
                <p:nvPr/>
              </p:nvGrpSpPr>
              <p:grpSpPr>
                <a:xfrm>
                  <a:off x="5445106" y="2644743"/>
                  <a:ext cx="1019224" cy="991639"/>
                  <a:chOff x="5886431" y="3225768"/>
                  <a:chExt cx="1019224" cy="991639"/>
                </a:xfrm>
              </p:grpSpPr>
              <p:grpSp>
                <p:nvGrpSpPr>
                  <p:cNvPr id="3891" name="Group 3890">
                    <a:extLst>
                      <a:ext uri="{FF2B5EF4-FFF2-40B4-BE49-F238E27FC236}">
                        <a16:creationId xmlns:a16="http://schemas.microsoft.com/office/drawing/2014/main" id="{7D03E9EE-458D-6F5B-AE75-A637D74593F4}"/>
                      </a:ext>
                    </a:extLst>
                  </p:cNvPr>
                  <p:cNvGrpSpPr/>
                  <p:nvPr/>
                </p:nvGrpSpPr>
                <p:grpSpPr>
                  <a:xfrm>
                    <a:off x="6197413" y="3824215"/>
                    <a:ext cx="393192" cy="393192"/>
                    <a:chOff x="5265196" y="3357021"/>
                    <a:chExt cx="393192" cy="393192"/>
                  </a:xfrm>
                </p:grpSpPr>
                <p:grpSp>
                  <p:nvGrpSpPr>
                    <p:cNvPr id="3926" name="Group 3925">
                      <a:extLst>
                        <a:ext uri="{FF2B5EF4-FFF2-40B4-BE49-F238E27FC236}">
                          <a16:creationId xmlns:a16="http://schemas.microsoft.com/office/drawing/2014/main" id="{BF869D8F-B31A-035B-7638-2AA5DA8DC176}"/>
                        </a:ext>
                      </a:extLst>
                    </p:cNvPr>
                    <p:cNvGrpSpPr/>
                    <p:nvPr/>
                  </p:nvGrpSpPr>
                  <p:grpSpPr>
                    <a:xfrm rot="14400000">
                      <a:off x="5265196" y="3357021"/>
                      <a:ext cx="393192" cy="393192"/>
                      <a:chOff x="5354637" y="3446463"/>
                      <a:chExt cx="214313" cy="214313"/>
                    </a:xfrm>
                  </p:grpSpPr>
                  <p:sp>
                    <p:nvSpPr>
                      <p:cNvPr id="3935" name="Arc 3934">
                        <a:extLst>
                          <a:ext uri="{FF2B5EF4-FFF2-40B4-BE49-F238E27FC236}">
                            <a16:creationId xmlns:a16="http://schemas.microsoft.com/office/drawing/2014/main" id="{29330605-C89F-7351-BDAC-C2AC777577A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36" name="Arc 3935">
                        <a:extLst>
                          <a:ext uri="{FF2B5EF4-FFF2-40B4-BE49-F238E27FC236}">
                            <a16:creationId xmlns:a16="http://schemas.microsoft.com/office/drawing/2014/main" id="{D71FEC83-D768-DB25-A9C2-1C73EF03201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927" name="Group 3926">
                      <a:extLst>
                        <a:ext uri="{FF2B5EF4-FFF2-40B4-BE49-F238E27FC236}">
                          <a16:creationId xmlns:a16="http://schemas.microsoft.com/office/drawing/2014/main" id="{C031EA72-18BE-C452-31DD-109DA9C02A3C}"/>
                        </a:ext>
                      </a:extLst>
                    </p:cNvPr>
                    <p:cNvGrpSpPr/>
                    <p:nvPr/>
                  </p:nvGrpSpPr>
                  <p:grpSpPr>
                    <a:xfrm>
                      <a:off x="5310186" y="3402011"/>
                      <a:ext cx="303213" cy="303213"/>
                      <a:chOff x="5310186" y="3402011"/>
                      <a:chExt cx="303213" cy="303213"/>
                    </a:xfrm>
                  </p:grpSpPr>
                  <p:grpSp>
                    <p:nvGrpSpPr>
                      <p:cNvPr id="3928" name="Group 3927">
                        <a:extLst>
                          <a:ext uri="{FF2B5EF4-FFF2-40B4-BE49-F238E27FC236}">
                            <a16:creationId xmlns:a16="http://schemas.microsoft.com/office/drawing/2014/main" id="{DF32A855-E7E4-AB70-1BCC-F8C998A43898}"/>
                          </a:ext>
                        </a:extLst>
                      </p:cNvPr>
                      <p:cNvGrpSpPr/>
                      <p:nvPr/>
                    </p:nvGrpSpPr>
                    <p:grpSpPr>
                      <a:xfrm>
                        <a:off x="5354636" y="3446461"/>
                        <a:ext cx="214313" cy="214313"/>
                        <a:chOff x="5354637" y="3446463"/>
                        <a:chExt cx="214313" cy="214313"/>
                      </a:xfrm>
                    </p:grpSpPr>
                    <p:sp>
                      <p:nvSpPr>
                        <p:cNvPr id="3933" name="Arc 3932">
                          <a:extLst>
                            <a:ext uri="{FF2B5EF4-FFF2-40B4-BE49-F238E27FC236}">
                              <a16:creationId xmlns:a16="http://schemas.microsoft.com/office/drawing/2014/main" id="{C58B1FFE-B317-A15A-B01E-ED936DDDCC6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34" name="Arc 3933">
                          <a:extLst>
                            <a:ext uri="{FF2B5EF4-FFF2-40B4-BE49-F238E27FC236}">
                              <a16:creationId xmlns:a16="http://schemas.microsoft.com/office/drawing/2014/main" id="{73CA39C8-EE97-DFCE-A7B2-BFD3E576ACA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929" name="Group 3928">
                        <a:extLst>
                          <a:ext uri="{FF2B5EF4-FFF2-40B4-BE49-F238E27FC236}">
                            <a16:creationId xmlns:a16="http://schemas.microsoft.com/office/drawing/2014/main" id="{3577684A-F4F9-8780-B03B-2BC03B68575F}"/>
                          </a:ext>
                        </a:extLst>
                      </p:cNvPr>
                      <p:cNvGrpSpPr/>
                      <p:nvPr/>
                    </p:nvGrpSpPr>
                    <p:grpSpPr>
                      <a:xfrm rot="7200000">
                        <a:off x="5310186" y="3402011"/>
                        <a:ext cx="303213" cy="303213"/>
                        <a:chOff x="5354637" y="3446463"/>
                        <a:chExt cx="214313" cy="214313"/>
                      </a:xfrm>
                    </p:grpSpPr>
                    <p:sp>
                      <p:nvSpPr>
                        <p:cNvPr id="3931" name="Arc 3930">
                          <a:extLst>
                            <a:ext uri="{FF2B5EF4-FFF2-40B4-BE49-F238E27FC236}">
                              <a16:creationId xmlns:a16="http://schemas.microsoft.com/office/drawing/2014/main" id="{1E12E28C-999B-2CA9-B56D-4567B599BC5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32" name="Arc 3931">
                          <a:extLst>
                            <a:ext uri="{FF2B5EF4-FFF2-40B4-BE49-F238E27FC236}">
                              <a16:creationId xmlns:a16="http://schemas.microsoft.com/office/drawing/2014/main" id="{378B5965-BD07-E0A3-C3CF-033DC2DC99B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930" name="TextBox 3929">
                        <a:extLst>
                          <a:ext uri="{FF2B5EF4-FFF2-40B4-BE49-F238E27FC236}">
                            <a16:creationId xmlns:a16="http://schemas.microsoft.com/office/drawing/2014/main" id="{3EC7E7E6-96A6-EB37-E95D-A59A5D5782A5}"/>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892" name="Group 3891">
                    <a:extLst>
                      <a:ext uri="{FF2B5EF4-FFF2-40B4-BE49-F238E27FC236}">
                        <a16:creationId xmlns:a16="http://schemas.microsoft.com/office/drawing/2014/main" id="{E612BBFF-B5DA-1CAA-404E-33C72C22435B}"/>
                      </a:ext>
                    </a:extLst>
                  </p:cNvPr>
                  <p:cNvGrpSpPr/>
                  <p:nvPr/>
                </p:nvGrpSpPr>
                <p:grpSpPr>
                  <a:xfrm>
                    <a:off x="5886431" y="3525040"/>
                    <a:ext cx="393192" cy="393192"/>
                    <a:chOff x="5265196" y="3932619"/>
                    <a:chExt cx="393192" cy="393192"/>
                  </a:xfrm>
                </p:grpSpPr>
                <p:grpSp>
                  <p:nvGrpSpPr>
                    <p:cNvPr id="3916" name="Group 3915">
                      <a:extLst>
                        <a:ext uri="{FF2B5EF4-FFF2-40B4-BE49-F238E27FC236}">
                          <a16:creationId xmlns:a16="http://schemas.microsoft.com/office/drawing/2014/main" id="{0D079E6C-A366-AEA5-CFA8-6A89D16A02C0}"/>
                        </a:ext>
                      </a:extLst>
                    </p:cNvPr>
                    <p:cNvGrpSpPr/>
                    <p:nvPr/>
                  </p:nvGrpSpPr>
                  <p:grpSpPr>
                    <a:xfrm>
                      <a:off x="5354636" y="4022061"/>
                      <a:ext cx="214313" cy="214313"/>
                      <a:chOff x="5354637" y="3446463"/>
                      <a:chExt cx="214313" cy="214313"/>
                    </a:xfrm>
                  </p:grpSpPr>
                  <p:sp>
                    <p:nvSpPr>
                      <p:cNvPr id="3924" name="Arc 3923">
                        <a:extLst>
                          <a:ext uri="{FF2B5EF4-FFF2-40B4-BE49-F238E27FC236}">
                            <a16:creationId xmlns:a16="http://schemas.microsoft.com/office/drawing/2014/main" id="{2D88B780-249D-9A75-9636-443E6495B57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25" name="Arc 3924">
                        <a:extLst>
                          <a:ext uri="{FF2B5EF4-FFF2-40B4-BE49-F238E27FC236}">
                            <a16:creationId xmlns:a16="http://schemas.microsoft.com/office/drawing/2014/main" id="{D9A86F3C-F1EF-335F-FCF4-E5A521DFB50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917" name="Group 3916">
                      <a:extLst>
                        <a:ext uri="{FF2B5EF4-FFF2-40B4-BE49-F238E27FC236}">
                          <a16:creationId xmlns:a16="http://schemas.microsoft.com/office/drawing/2014/main" id="{A71D2875-A6A5-5C8C-127E-75F4FEE929D1}"/>
                        </a:ext>
                      </a:extLst>
                    </p:cNvPr>
                    <p:cNvGrpSpPr/>
                    <p:nvPr/>
                  </p:nvGrpSpPr>
                  <p:grpSpPr>
                    <a:xfrm rot="14400000">
                      <a:off x="5310186" y="3977611"/>
                      <a:ext cx="303213" cy="303213"/>
                      <a:chOff x="5354637" y="3446463"/>
                      <a:chExt cx="214313" cy="214313"/>
                    </a:xfrm>
                  </p:grpSpPr>
                  <p:sp>
                    <p:nvSpPr>
                      <p:cNvPr id="3922" name="Arc 3921">
                        <a:extLst>
                          <a:ext uri="{FF2B5EF4-FFF2-40B4-BE49-F238E27FC236}">
                            <a16:creationId xmlns:a16="http://schemas.microsoft.com/office/drawing/2014/main" id="{FCDA5933-6BFD-C2DF-F157-1460CBCE2F4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23" name="Arc 3922">
                        <a:extLst>
                          <a:ext uri="{FF2B5EF4-FFF2-40B4-BE49-F238E27FC236}">
                            <a16:creationId xmlns:a16="http://schemas.microsoft.com/office/drawing/2014/main" id="{12CC39C8-E340-D4DF-6A5D-B61CFA0F6F8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918" name="Group 3917">
                      <a:extLst>
                        <a:ext uri="{FF2B5EF4-FFF2-40B4-BE49-F238E27FC236}">
                          <a16:creationId xmlns:a16="http://schemas.microsoft.com/office/drawing/2014/main" id="{6C328297-382C-4AAD-812A-7322AB9BA8CC}"/>
                        </a:ext>
                      </a:extLst>
                    </p:cNvPr>
                    <p:cNvGrpSpPr/>
                    <p:nvPr/>
                  </p:nvGrpSpPr>
                  <p:grpSpPr>
                    <a:xfrm rot="7200000">
                      <a:off x="5265196" y="3932619"/>
                      <a:ext cx="393192" cy="393192"/>
                      <a:chOff x="5354637" y="3446463"/>
                      <a:chExt cx="214313" cy="214313"/>
                    </a:xfrm>
                  </p:grpSpPr>
                  <p:sp>
                    <p:nvSpPr>
                      <p:cNvPr id="3920" name="Arc 3919">
                        <a:extLst>
                          <a:ext uri="{FF2B5EF4-FFF2-40B4-BE49-F238E27FC236}">
                            <a16:creationId xmlns:a16="http://schemas.microsoft.com/office/drawing/2014/main" id="{995DFA73-652E-8E4A-B4AD-54EEDB63F8D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21" name="Arc 3920">
                        <a:extLst>
                          <a:ext uri="{FF2B5EF4-FFF2-40B4-BE49-F238E27FC236}">
                            <a16:creationId xmlns:a16="http://schemas.microsoft.com/office/drawing/2014/main" id="{953B27EE-4958-CAA5-5C71-F3CAA41FB28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919" name="TextBox 3918">
                      <a:extLst>
                        <a:ext uri="{FF2B5EF4-FFF2-40B4-BE49-F238E27FC236}">
                          <a16:creationId xmlns:a16="http://schemas.microsoft.com/office/drawing/2014/main" id="{ECF0D184-229E-CB59-E590-CEFBB2C452F6}"/>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3893" name="Group 3892">
                    <a:extLst>
                      <a:ext uri="{FF2B5EF4-FFF2-40B4-BE49-F238E27FC236}">
                        <a16:creationId xmlns:a16="http://schemas.microsoft.com/office/drawing/2014/main" id="{1F023E38-D555-F9D5-F3DB-0C8FD3C8FEB5}"/>
                      </a:ext>
                    </a:extLst>
                  </p:cNvPr>
                  <p:cNvGrpSpPr/>
                  <p:nvPr/>
                </p:nvGrpSpPr>
                <p:grpSpPr>
                  <a:xfrm>
                    <a:off x="6512463" y="3525040"/>
                    <a:ext cx="393192" cy="393192"/>
                    <a:chOff x="6389147" y="3357021"/>
                    <a:chExt cx="393192" cy="393192"/>
                  </a:xfrm>
                </p:grpSpPr>
                <p:grpSp>
                  <p:nvGrpSpPr>
                    <p:cNvPr id="3905" name="Group 3904">
                      <a:extLst>
                        <a:ext uri="{FF2B5EF4-FFF2-40B4-BE49-F238E27FC236}">
                          <a16:creationId xmlns:a16="http://schemas.microsoft.com/office/drawing/2014/main" id="{418F5198-FB28-AB36-48D4-EE658908EEE9}"/>
                        </a:ext>
                      </a:extLst>
                    </p:cNvPr>
                    <p:cNvGrpSpPr/>
                    <p:nvPr/>
                  </p:nvGrpSpPr>
                  <p:grpSpPr>
                    <a:xfrm rot="7200000" flipH="1">
                      <a:off x="6389147" y="3357021"/>
                      <a:ext cx="393192" cy="393192"/>
                      <a:chOff x="5354637" y="3446463"/>
                      <a:chExt cx="214313" cy="214313"/>
                    </a:xfrm>
                  </p:grpSpPr>
                  <p:sp>
                    <p:nvSpPr>
                      <p:cNvPr id="3914" name="Arc 3913">
                        <a:extLst>
                          <a:ext uri="{FF2B5EF4-FFF2-40B4-BE49-F238E27FC236}">
                            <a16:creationId xmlns:a16="http://schemas.microsoft.com/office/drawing/2014/main" id="{326016D1-8651-83AB-FCB6-4E44C44D0CF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15" name="Arc 3914">
                        <a:extLst>
                          <a:ext uri="{FF2B5EF4-FFF2-40B4-BE49-F238E27FC236}">
                            <a16:creationId xmlns:a16="http://schemas.microsoft.com/office/drawing/2014/main" id="{81C09707-96C2-E395-5E2B-2864D3D63AF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906" name="Group 3905">
                      <a:extLst>
                        <a:ext uri="{FF2B5EF4-FFF2-40B4-BE49-F238E27FC236}">
                          <a16:creationId xmlns:a16="http://schemas.microsoft.com/office/drawing/2014/main" id="{6621C69A-D446-FA4C-639C-A6755E669998}"/>
                        </a:ext>
                      </a:extLst>
                    </p:cNvPr>
                    <p:cNvGrpSpPr/>
                    <p:nvPr/>
                  </p:nvGrpSpPr>
                  <p:grpSpPr>
                    <a:xfrm>
                      <a:off x="6434137" y="3402011"/>
                      <a:ext cx="303213" cy="303213"/>
                      <a:chOff x="6434137" y="3402011"/>
                      <a:chExt cx="303213" cy="303213"/>
                    </a:xfrm>
                  </p:grpSpPr>
                  <p:grpSp>
                    <p:nvGrpSpPr>
                      <p:cNvPr id="3907" name="Group 3906">
                        <a:extLst>
                          <a:ext uri="{FF2B5EF4-FFF2-40B4-BE49-F238E27FC236}">
                            <a16:creationId xmlns:a16="http://schemas.microsoft.com/office/drawing/2014/main" id="{D0902952-83DD-F809-8CA8-46FF2D7D7BEA}"/>
                          </a:ext>
                        </a:extLst>
                      </p:cNvPr>
                      <p:cNvGrpSpPr/>
                      <p:nvPr/>
                    </p:nvGrpSpPr>
                    <p:grpSpPr>
                      <a:xfrm flipH="1">
                        <a:off x="6478587" y="3446461"/>
                        <a:ext cx="214313" cy="214313"/>
                        <a:chOff x="5354637" y="3446463"/>
                        <a:chExt cx="214313" cy="214313"/>
                      </a:xfrm>
                    </p:grpSpPr>
                    <p:sp>
                      <p:nvSpPr>
                        <p:cNvPr id="3912" name="Arc 3911">
                          <a:extLst>
                            <a:ext uri="{FF2B5EF4-FFF2-40B4-BE49-F238E27FC236}">
                              <a16:creationId xmlns:a16="http://schemas.microsoft.com/office/drawing/2014/main" id="{C472372C-E77C-0844-9065-7AA0E7786FC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13" name="Arc 3912">
                          <a:extLst>
                            <a:ext uri="{FF2B5EF4-FFF2-40B4-BE49-F238E27FC236}">
                              <a16:creationId xmlns:a16="http://schemas.microsoft.com/office/drawing/2014/main" id="{C94D8D33-B221-DA2C-349E-76E9A57B05A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908" name="Group 3907">
                        <a:extLst>
                          <a:ext uri="{FF2B5EF4-FFF2-40B4-BE49-F238E27FC236}">
                            <a16:creationId xmlns:a16="http://schemas.microsoft.com/office/drawing/2014/main" id="{B1B71901-9806-F31E-AD6D-B05DB9C5AA01}"/>
                          </a:ext>
                        </a:extLst>
                      </p:cNvPr>
                      <p:cNvGrpSpPr/>
                      <p:nvPr/>
                    </p:nvGrpSpPr>
                    <p:grpSpPr>
                      <a:xfrm rot="14400000" flipH="1">
                        <a:off x="6434137" y="3402011"/>
                        <a:ext cx="303213" cy="303213"/>
                        <a:chOff x="5354637" y="3446463"/>
                        <a:chExt cx="214313" cy="214313"/>
                      </a:xfrm>
                    </p:grpSpPr>
                    <p:sp>
                      <p:nvSpPr>
                        <p:cNvPr id="3910" name="Arc 3909">
                          <a:extLst>
                            <a:ext uri="{FF2B5EF4-FFF2-40B4-BE49-F238E27FC236}">
                              <a16:creationId xmlns:a16="http://schemas.microsoft.com/office/drawing/2014/main" id="{78C58826-208C-DFA6-C08F-5119D5A992E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11" name="Arc 3910">
                          <a:extLst>
                            <a:ext uri="{FF2B5EF4-FFF2-40B4-BE49-F238E27FC236}">
                              <a16:creationId xmlns:a16="http://schemas.microsoft.com/office/drawing/2014/main" id="{AFA05D67-D9C4-DC9B-BEBE-815E4133D1D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909" name="TextBox 3908">
                        <a:extLst>
                          <a:ext uri="{FF2B5EF4-FFF2-40B4-BE49-F238E27FC236}">
                            <a16:creationId xmlns:a16="http://schemas.microsoft.com/office/drawing/2014/main" id="{C9DD7719-A225-224C-3691-EA43CB57827E}"/>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894" name="Group 3893">
                    <a:extLst>
                      <a:ext uri="{FF2B5EF4-FFF2-40B4-BE49-F238E27FC236}">
                        <a16:creationId xmlns:a16="http://schemas.microsoft.com/office/drawing/2014/main" id="{D9027CE0-8D30-A0D8-3A43-FE3B117D7088}"/>
                      </a:ext>
                    </a:extLst>
                  </p:cNvPr>
                  <p:cNvGrpSpPr/>
                  <p:nvPr/>
                </p:nvGrpSpPr>
                <p:grpSpPr>
                  <a:xfrm>
                    <a:off x="6197413" y="3225768"/>
                    <a:ext cx="393192" cy="393192"/>
                    <a:chOff x="6389147" y="3932622"/>
                    <a:chExt cx="393192" cy="393192"/>
                  </a:xfrm>
                </p:grpSpPr>
                <p:grpSp>
                  <p:nvGrpSpPr>
                    <p:cNvPr id="3895" name="Group 3894">
                      <a:extLst>
                        <a:ext uri="{FF2B5EF4-FFF2-40B4-BE49-F238E27FC236}">
                          <a16:creationId xmlns:a16="http://schemas.microsoft.com/office/drawing/2014/main" id="{5525F75B-FB16-2E1A-3B5E-458A71AAFA88}"/>
                        </a:ext>
                      </a:extLst>
                    </p:cNvPr>
                    <p:cNvGrpSpPr/>
                    <p:nvPr/>
                  </p:nvGrpSpPr>
                  <p:grpSpPr>
                    <a:xfrm flipH="1">
                      <a:off x="6478587" y="4022061"/>
                      <a:ext cx="214313" cy="214313"/>
                      <a:chOff x="5354637" y="3446463"/>
                      <a:chExt cx="214313" cy="214313"/>
                    </a:xfrm>
                  </p:grpSpPr>
                  <p:sp>
                    <p:nvSpPr>
                      <p:cNvPr id="3903" name="Arc 3902">
                        <a:extLst>
                          <a:ext uri="{FF2B5EF4-FFF2-40B4-BE49-F238E27FC236}">
                            <a16:creationId xmlns:a16="http://schemas.microsoft.com/office/drawing/2014/main" id="{8217B29B-2381-0C39-5A01-53BC6FCC82D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04" name="Arc 3903">
                        <a:extLst>
                          <a:ext uri="{FF2B5EF4-FFF2-40B4-BE49-F238E27FC236}">
                            <a16:creationId xmlns:a16="http://schemas.microsoft.com/office/drawing/2014/main" id="{94ED348D-3A89-FDAE-52E8-149A29EC406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896" name="Group 3895">
                      <a:extLst>
                        <a:ext uri="{FF2B5EF4-FFF2-40B4-BE49-F238E27FC236}">
                          <a16:creationId xmlns:a16="http://schemas.microsoft.com/office/drawing/2014/main" id="{55078075-F3FF-B674-7A2E-BF16ABD09F3D}"/>
                        </a:ext>
                      </a:extLst>
                    </p:cNvPr>
                    <p:cNvGrpSpPr/>
                    <p:nvPr/>
                  </p:nvGrpSpPr>
                  <p:grpSpPr>
                    <a:xfrm rot="7200000" flipH="1">
                      <a:off x="6434137" y="3977611"/>
                      <a:ext cx="303213" cy="303213"/>
                      <a:chOff x="5354637" y="3446463"/>
                      <a:chExt cx="214313" cy="214313"/>
                    </a:xfrm>
                  </p:grpSpPr>
                  <p:sp>
                    <p:nvSpPr>
                      <p:cNvPr id="3901" name="Arc 3900">
                        <a:extLst>
                          <a:ext uri="{FF2B5EF4-FFF2-40B4-BE49-F238E27FC236}">
                            <a16:creationId xmlns:a16="http://schemas.microsoft.com/office/drawing/2014/main" id="{FBD98C6A-45BF-F60E-9F02-C2CD86ACFAE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02" name="Arc 3901">
                        <a:extLst>
                          <a:ext uri="{FF2B5EF4-FFF2-40B4-BE49-F238E27FC236}">
                            <a16:creationId xmlns:a16="http://schemas.microsoft.com/office/drawing/2014/main" id="{7796F157-1BDD-EC14-B6C7-B38C7426840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897" name="Group 3896">
                      <a:extLst>
                        <a:ext uri="{FF2B5EF4-FFF2-40B4-BE49-F238E27FC236}">
                          <a16:creationId xmlns:a16="http://schemas.microsoft.com/office/drawing/2014/main" id="{10FFD873-33B5-47BF-4E9F-D18633646163}"/>
                        </a:ext>
                      </a:extLst>
                    </p:cNvPr>
                    <p:cNvGrpSpPr/>
                    <p:nvPr/>
                  </p:nvGrpSpPr>
                  <p:grpSpPr>
                    <a:xfrm rot="14400000" flipH="1">
                      <a:off x="6389147" y="3932622"/>
                      <a:ext cx="393192" cy="393192"/>
                      <a:chOff x="5354637" y="3446463"/>
                      <a:chExt cx="214313" cy="214313"/>
                    </a:xfrm>
                  </p:grpSpPr>
                  <p:sp>
                    <p:nvSpPr>
                      <p:cNvPr id="3899" name="Arc 3898">
                        <a:extLst>
                          <a:ext uri="{FF2B5EF4-FFF2-40B4-BE49-F238E27FC236}">
                            <a16:creationId xmlns:a16="http://schemas.microsoft.com/office/drawing/2014/main" id="{15B73C60-D5E9-05EF-B0AE-4CF3013709F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00" name="Arc 3899">
                        <a:extLst>
                          <a:ext uri="{FF2B5EF4-FFF2-40B4-BE49-F238E27FC236}">
                            <a16:creationId xmlns:a16="http://schemas.microsoft.com/office/drawing/2014/main" id="{A11F9F42-6C22-72BD-5A46-D0EA84B85F7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898" name="TextBox 3897">
                      <a:extLst>
                        <a:ext uri="{FF2B5EF4-FFF2-40B4-BE49-F238E27FC236}">
                          <a16:creationId xmlns:a16="http://schemas.microsoft.com/office/drawing/2014/main" id="{C85D2F26-9353-1D56-765A-944E3C19B95D}"/>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844" name="Group 3843">
                  <a:extLst>
                    <a:ext uri="{FF2B5EF4-FFF2-40B4-BE49-F238E27FC236}">
                      <a16:creationId xmlns:a16="http://schemas.microsoft.com/office/drawing/2014/main" id="{8158A956-D79F-BCA8-34E1-10C2D574CED1}"/>
                    </a:ext>
                  </a:extLst>
                </p:cNvPr>
                <p:cNvGrpSpPr/>
                <p:nvPr/>
              </p:nvGrpSpPr>
              <p:grpSpPr>
                <a:xfrm>
                  <a:off x="6069086" y="3246228"/>
                  <a:ext cx="1019224" cy="991639"/>
                  <a:chOff x="5886431" y="3225768"/>
                  <a:chExt cx="1019224" cy="991639"/>
                </a:xfrm>
              </p:grpSpPr>
              <p:grpSp>
                <p:nvGrpSpPr>
                  <p:cNvPr id="3845" name="Group 3844">
                    <a:extLst>
                      <a:ext uri="{FF2B5EF4-FFF2-40B4-BE49-F238E27FC236}">
                        <a16:creationId xmlns:a16="http://schemas.microsoft.com/office/drawing/2014/main" id="{635103BC-1174-F4F5-F79E-EA5A311BAB06}"/>
                      </a:ext>
                    </a:extLst>
                  </p:cNvPr>
                  <p:cNvGrpSpPr/>
                  <p:nvPr/>
                </p:nvGrpSpPr>
                <p:grpSpPr>
                  <a:xfrm>
                    <a:off x="6197413" y="3824215"/>
                    <a:ext cx="393192" cy="393192"/>
                    <a:chOff x="5265196" y="3357021"/>
                    <a:chExt cx="393192" cy="393192"/>
                  </a:xfrm>
                </p:grpSpPr>
                <p:grpSp>
                  <p:nvGrpSpPr>
                    <p:cNvPr id="3880" name="Group 3879">
                      <a:extLst>
                        <a:ext uri="{FF2B5EF4-FFF2-40B4-BE49-F238E27FC236}">
                          <a16:creationId xmlns:a16="http://schemas.microsoft.com/office/drawing/2014/main" id="{EF795109-4030-8662-5187-F94A89C44443}"/>
                        </a:ext>
                      </a:extLst>
                    </p:cNvPr>
                    <p:cNvGrpSpPr/>
                    <p:nvPr/>
                  </p:nvGrpSpPr>
                  <p:grpSpPr>
                    <a:xfrm rot="14400000">
                      <a:off x="5265196" y="3357021"/>
                      <a:ext cx="393192" cy="393192"/>
                      <a:chOff x="5354637" y="3446463"/>
                      <a:chExt cx="214313" cy="214313"/>
                    </a:xfrm>
                  </p:grpSpPr>
                  <p:sp>
                    <p:nvSpPr>
                      <p:cNvPr id="3889" name="Arc 3888">
                        <a:extLst>
                          <a:ext uri="{FF2B5EF4-FFF2-40B4-BE49-F238E27FC236}">
                            <a16:creationId xmlns:a16="http://schemas.microsoft.com/office/drawing/2014/main" id="{6F9D30AB-1AD7-E493-7B90-8DDB45A0A82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90" name="Arc 3889">
                        <a:extLst>
                          <a:ext uri="{FF2B5EF4-FFF2-40B4-BE49-F238E27FC236}">
                            <a16:creationId xmlns:a16="http://schemas.microsoft.com/office/drawing/2014/main" id="{A2926B77-8128-AC33-4864-AAB0CCAFFCA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881" name="Group 3880">
                      <a:extLst>
                        <a:ext uri="{FF2B5EF4-FFF2-40B4-BE49-F238E27FC236}">
                          <a16:creationId xmlns:a16="http://schemas.microsoft.com/office/drawing/2014/main" id="{C97AC855-3B4E-93A4-B226-0FB3DAED6530}"/>
                        </a:ext>
                      </a:extLst>
                    </p:cNvPr>
                    <p:cNvGrpSpPr/>
                    <p:nvPr/>
                  </p:nvGrpSpPr>
                  <p:grpSpPr>
                    <a:xfrm>
                      <a:off x="5310186" y="3402011"/>
                      <a:ext cx="303213" cy="303213"/>
                      <a:chOff x="5310186" y="3402011"/>
                      <a:chExt cx="303213" cy="303213"/>
                    </a:xfrm>
                  </p:grpSpPr>
                  <p:grpSp>
                    <p:nvGrpSpPr>
                      <p:cNvPr id="3882" name="Group 3881">
                        <a:extLst>
                          <a:ext uri="{FF2B5EF4-FFF2-40B4-BE49-F238E27FC236}">
                            <a16:creationId xmlns:a16="http://schemas.microsoft.com/office/drawing/2014/main" id="{7693EC2A-0B8E-1F5D-449E-F2F78F7E0AED}"/>
                          </a:ext>
                        </a:extLst>
                      </p:cNvPr>
                      <p:cNvGrpSpPr/>
                      <p:nvPr/>
                    </p:nvGrpSpPr>
                    <p:grpSpPr>
                      <a:xfrm>
                        <a:off x="5354636" y="3446461"/>
                        <a:ext cx="214313" cy="214313"/>
                        <a:chOff x="5354637" y="3446463"/>
                        <a:chExt cx="214313" cy="214313"/>
                      </a:xfrm>
                    </p:grpSpPr>
                    <p:sp>
                      <p:nvSpPr>
                        <p:cNvPr id="3887" name="Arc 3886">
                          <a:extLst>
                            <a:ext uri="{FF2B5EF4-FFF2-40B4-BE49-F238E27FC236}">
                              <a16:creationId xmlns:a16="http://schemas.microsoft.com/office/drawing/2014/main" id="{0C237AF1-E129-0194-616C-F51BECFC929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88" name="Arc 3887">
                          <a:extLst>
                            <a:ext uri="{FF2B5EF4-FFF2-40B4-BE49-F238E27FC236}">
                              <a16:creationId xmlns:a16="http://schemas.microsoft.com/office/drawing/2014/main" id="{6EE44E5F-28C7-1358-5882-B0DE8B6516A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883" name="Group 3882">
                        <a:extLst>
                          <a:ext uri="{FF2B5EF4-FFF2-40B4-BE49-F238E27FC236}">
                            <a16:creationId xmlns:a16="http://schemas.microsoft.com/office/drawing/2014/main" id="{D1C22C62-E385-67F5-E286-90C57324F425}"/>
                          </a:ext>
                        </a:extLst>
                      </p:cNvPr>
                      <p:cNvGrpSpPr/>
                      <p:nvPr/>
                    </p:nvGrpSpPr>
                    <p:grpSpPr>
                      <a:xfrm rot="7200000">
                        <a:off x="5310186" y="3402011"/>
                        <a:ext cx="303213" cy="303213"/>
                        <a:chOff x="5354637" y="3446463"/>
                        <a:chExt cx="214313" cy="214313"/>
                      </a:xfrm>
                    </p:grpSpPr>
                    <p:sp>
                      <p:nvSpPr>
                        <p:cNvPr id="3885" name="Arc 3884">
                          <a:extLst>
                            <a:ext uri="{FF2B5EF4-FFF2-40B4-BE49-F238E27FC236}">
                              <a16:creationId xmlns:a16="http://schemas.microsoft.com/office/drawing/2014/main" id="{322EB34D-4CA6-7032-0EBA-48AEAD6A3C2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86" name="Arc 3885">
                          <a:extLst>
                            <a:ext uri="{FF2B5EF4-FFF2-40B4-BE49-F238E27FC236}">
                              <a16:creationId xmlns:a16="http://schemas.microsoft.com/office/drawing/2014/main" id="{29C8EC00-89FC-5DB0-E5EE-E5CFE978B66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884" name="TextBox 3883">
                        <a:extLst>
                          <a:ext uri="{FF2B5EF4-FFF2-40B4-BE49-F238E27FC236}">
                            <a16:creationId xmlns:a16="http://schemas.microsoft.com/office/drawing/2014/main" id="{39BE3956-4132-F02E-DF7E-DE54CE8EAD12}"/>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846" name="Group 3845">
                    <a:extLst>
                      <a:ext uri="{FF2B5EF4-FFF2-40B4-BE49-F238E27FC236}">
                        <a16:creationId xmlns:a16="http://schemas.microsoft.com/office/drawing/2014/main" id="{E3A87DA3-6895-A681-E18E-846446CA0F0E}"/>
                      </a:ext>
                    </a:extLst>
                  </p:cNvPr>
                  <p:cNvGrpSpPr/>
                  <p:nvPr/>
                </p:nvGrpSpPr>
                <p:grpSpPr>
                  <a:xfrm>
                    <a:off x="5886431" y="3525040"/>
                    <a:ext cx="393192" cy="393192"/>
                    <a:chOff x="5265196" y="3932619"/>
                    <a:chExt cx="393192" cy="393192"/>
                  </a:xfrm>
                </p:grpSpPr>
                <p:grpSp>
                  <p:nvGrpSpPr>
                    <p:cNvPr id="3870" name="Group 3869">
                      <a:extLst>
                        <a:ext uri="{FF2B5EF4-FFF2-40B4-BE49-F238E27FC236}">
                          <a16:creationId xmlns:a16="http://schemas.microsoft.com/office/drawing/2014/main" id="{F3B51641-FE51-0465-68D5-6A7D847B3A47}"/>
                        </a:ext>
                      </a:extLst>
                    </p:cNvPr>
                    <p:cNvGrpSpPr/>
                    <p:nvPr/>
                  </p:nvGrpSpPr>
                  <p:grpSpPr>
                    <a:xfrm>
                      <a:off x="5354636" y="4022061"/>
                      <a:ext cx="214313" cy="214313"/>
                      <a:chOff x="5354637" y="3446463"/>
                      <a:chExt cx="214313" cy="214313"/>
                    </a:xfrm>
                  </p:grpSpPr>
                  <p:sp>
                    <p:nvSpPr>
                      <p:cNvPr id="3878" name="Arc 3877">
                        <a:extLst>
                          <a:ext uri="{FF2B5EF4-FFF2-40B4-BE49-F238E27FC236}">
                            <a16:creationId xmlns:a16="http://schemas.microsoft.com/office/drawing/2014/main" id="{B207C4AD-EFF1-6D09-CEFE-C5850AD855C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79" name="Arc 3878">
                        <a:extLst>
                          <a:ext uri="{FF2B5EF4-FFF2-40B4-BE49-F238E27FC236}">
                            <a16:creationId xmlns:a16="http://schemas.microsoft.com/office/drawing/2014/main" id="{12044CA3-17C5-902C-7EDC-39362EAAEB5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871" name="Group 3870">
                      <a:extLst>
                        <a:ext uri="{FF2B5EF4-FFF2-40B4-BE49-F238E27FC236}">
                          <a16:creationId xmlns:a16="http://schemas.microsoft.com/office/drawing/2014/main" id="{33707D87-541D-2284-4B5E-2E370D66A6CD}"/>
                        </a:ext>
                      </a:extLst>
                    </p:cNvPr>
                    <p:cNvGrpSpPr/>
                    <p:nvPr/>
                  </p:nvGrpSpPr>
                  <p:grpSpPr>
                    <a:xfrm rot="14400000">
                      <a:off x="5310186" y="3977611"/>
                      <a:ext cx="303213" cy="303213"/>
                      <a:chOff x="5354637" y="3446463"/>
                      <a:chExt cx="214313" cy="214313"/>
                    </a:xfrm>
                  </p:grpSpPr>
                  <p:sp>
                    <p:nvSpPr>
                      <p:cNvPr id="3876" name="Arc 3875">
                        <a:extLst>
                          <a:ext uri="{FF2B5EF4-FFF2-40B4-BE49-F238E27FC236}">
                            <a16:creationId xmlns:a16="http://schemas.microsoft.com/office/drawing/2014/main" id="{2EA5D051-7E7C-966C-40A6-315166E7EBA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77" name="Arc 3876">
                        <a:extLst>
                          <a:ext uri="{FF2B5EF4-FFF2-40B4-BE49-F238E27FC236}">
                            <a16:creationId xmlns:a16="http://schemas.microsoft.com/office/drawing/2014/main" id="{6DC73D38-C44B-68E3-8FF0-DBA5663949A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872" name="Group 3871">
                      <a:extLst>
                        <a:ext uri="{FF2B5EF4-FFF2-40B4-BE49-F238E27FC236}">
                          <a16:creationId xmlns:a16="http://schemas.microsoft.com/office/drawing/2014/main" id="{71C25DE1-597F-740A-78B1-66B11BAF87F4}"/>
                        </a:ext>
                      </a:extLst>
                    </p:cNvPr>
                    <p:cNvGrpSpPr/>
                    <p:nvPr/>
                  </p:nvGrpSpPr>
                  <p:grpSpPr>
                    <a:xfrm rot="7200000">
                      <a:off x="5265196" y="3932619"/>
                      <a:ext cx="393192" cy="393192"/>
                      <a:chOff x="5354637" y="3446463"/>
                      <a:chExt cx="214313" cy="214313"/>
                    </a:xfrm>
                  </p:grpSpPr>
                  <p:sp>
                    <p:nvSpPr>
                      <p:cNvPr id="3874" name="Arc 3873">
                        <a:extLst>
                          <a:ext uri="{FF2B5EF4-FFF2-40B4-BE49-F238E27FC236}">
                            <a16:creationId xmlns:a16="http://schemas.microsoft.com/office/drawing/2014/main" id="{A86FF9B9-227C-68B4-019C-0DC2DDAF5BF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75" name="Arc 3874">
                        <a:extLst>
                          <a:ext uri="{FF2B5EF4-FFF2-40B4-BE49-F238E27FC236}">
                            <a16:creationId xmlns:a16="http://schemas.microsoft.com/office/drawing/2014/main" id="{781FBFE9-430A-B924-373D-7D6A693A4A0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873" name="TextBox 3872">
                      <a:extLst>
                        <a:ext uri="{FF2B5EF4-FFF2-40B4-BE49-F238E27FC236}">
                          <a16:creationId xmlns:a16="http://schemas.microsoft.com/office/drawing/2014/main" id="{AE0A2752-BE06-06CB-9705-0A1C1DF21672}"/>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3847" name="Group 3846">
                    <a:extLst>
                      <a:ext uri="{FF2B5EF4-FFF2-40B4-BE49-F238E27FC236}">
                        <a16:creationId xmlns:a16="http://schemas.microsoft.com/office/drawing/2014/main" id="{6EF41F50-DAA0-D194-AC72-36F3B2727AB5}"/>
                      </a:ext>
                    </a:extLst>
                  </p:cNvPr>
                  <p:cNvGrpSpPr/>
                  <p:nvPr/>
                </p:nvGrpSpPr>
                <p:grpSpPr>
                  <a:xfrm>
                    <a:off x="6512463" y="3525040"/>
                    <a:ext cx="393192" cy="393192"/>
                    <a:chOff x="6389147" y="3357021"/>
                    <a:chExt cx="393192" cy="393192"/>
                  </a:xfrm>
                </p:grpSpPr>
                <p:grpSp>
                  <p:nvGrpSpPr>
                    <p:cNvPr id="3859" name="Group 3858">
                      <a:extLst>
                        <a:ext uri="{FF2B5EF4-FFF2-40B4-BE49-F238E27FC236}">
                          <a16:creationId xmlns:a16="http://schemas.microsoft.com/office/drawing/2014/main" id="{A97C1E7D-4E8A-8EF1-3CD9-8FB6FF5C5078}"/>
                        </a:ext>
                      </a:extLst>
                    </p:cNvPr>
                    <p:cNvGrpSpPr/>
                    <p:nvPr/>
                  </p:nvGrpSpPr>
                  <p:grpSpPr>
                    <a:xfrm rot="7200000" flipH="1">
                      <a:off x="6389147" y="3357021"/>
                      <a:ext cx="393192" cy="393192"/>
                      <a:chOff x="5354637" y="3446463"/>
                      <a:chExt cx="214313" cy="214313"/>
                    </a:xfrm>
                  </p:grpSpPr>
                  <p:sp>
                    <p:nvSpPr>
                      <p:cNvPr id="3868" name="Arc 3867">
                        <a:extLst>
                          <a:ext uri="{FF2B5EF4-FFF2-40B4-BE49-F238E27FC236}">
                            <a16:creationId xmlns:a16="http://schemas.microsoft.com/office/drawing/2014/main" id="{412DA794-0EA3-7FF1-DB7D-886BF73D6C8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69" name="Arc 3868">
                        <a:extLst>
                          <a:ext uri="{FF2B5EF4-FFF2-40B4-BE49-F238E27FC236}">
                            <a16:creationId xmlns:a16="http://schemas.microsoft.com/office/drawing/2014/main" id="{3BD84F6D-AC24-97AE-4A73-58B865B04C2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860" name="Group 3859">
                      <a:extLst>
                        <a:ext uri="{FF2B5EF4-FFF2-40B4-BE49-F238E27FC236}">
                          <a16:creationId xmlns:a16="http://schemas.microsoft.com/office/drawing/2014/main" id="{05C41CC0-64DC-98B8-0C8D-64E34965C1A0}"/>
                        </a:ext>
                      </a:extLst>
                    </p:cNvPr>
                    <p:cNvGrpSpPr/>
                    <p:nvPr/>
                  </p:nvGrpSpPr>
                  <p:grpSpPr>
                    <a:xfrm>
                      <a:off x="6434137" y="3402011"/>
                      <a:ext cx="303213" cy="303213"/>
                      <a:chOff x="6434137" y="3402011"/>
                      <a:chExt cx="303213" cy="303213"/>
                    </a:xfrm>
                  </p:grpSpPr>
                  <p:grpSp>
                    <p:nvGrpSpPr>
                      <p:cNvPr id="3861" name="Group 3860">
                        <a:extLst>
                          <a:ext uri="{FF2B5EF4-FFF2-40B4-BE49-F238E27FC236}">
                            <a16:creationId xmlns:a16="http://schemas.microsoft.com/office/drawing/2014/main" id="{3C827388-A5E2-6272-53F7-E9C2B2CE5C2A}"/>
                          </a:ext>
                        </a:extLst>
                      </p:cNvPr>
                      <p:cNvGrpSpPr/>
                      <p:nvPr/>
                    </p:nvGrpSpPr>
                    <p:grpSpPr>
                      <a:xfrm flipH="1">
                        <a:off x="6478587" y="3446461"/>
                        <a:ext cx="214313" cy="214313"/>
                        <a:chOff x="5354637" y="3446463"/>
                        <a:chExt cx="214313" cy="214313"/>
                      </a:xfrm>
                    </p:grpSpPr>
                    <p:sp>
                      <p:nvSpPr>
                        <p:cNvPr id="3866" name="Arc 3865">
                          <a:extLst>
                            <a:ext uri="{FF2B5EF4-FFF2-40B4-BE49-F238E27FC236}">
                              <a16:creationId xmlns:a16="http://schemas.microsoft.com/office/drawing/2014/main" id="{BECB19EC-A630-12CD-25C9-8D4B34A739B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67" name="Arc 3866">
                          <a:extLst>
                            <a:ext uri="{FF2B5EF4-FFF2-40B4-BE49-F238E27FC236}">
                              <a16:creationId xmlns:a16="http://schemas.microsoft.com/office/drawing/2014/main" id="{6EB2EC3D-1370-8C5C-2174-35D0390F48A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862" name="Group 3861">
                        <a:extLst>
                          <a:ext uri="{FF2B5EF4-FFF2-40B4-BE49-F238E27FC236}">
                            <a16:creationId xmlns:a16="http://schemas.microsoft.com/office/drawing/2014/main" id="{CBAE9B4B-78FD-119F-D850-E12BD56C546C}"/>
                          </a:ext>
                        </a:extLst>
                      </p:cNvPr>
                      <p:cNvGrpSpPr/>
                      <p:nvPr/>
                    </p:nvGrpSpPr>
                    <p:grpSpPr>
                      <a:xfrm rot="14400000" flipH="1">
                        <a:off x="6434137" y="3402011"/>
                        <a:ext cx="303213" cy="303213"/>
                        <a:chOff x="5354637" y="3446463"/>
                        <a:chExt cx="214313" cy="214313"/>
                      </a:xfrm>
                    </p:grpSpPr>
                    <p:sp>
                      <p:nvSpPr>
                        <p:cNvPr id="3864" name="Arc 3863">
                          <a:extLst>
                            <a:ext uri="{FF2B5EF4-FFF2-40B4-BE49-F238E27FC236}">
                              <a16:creationId xmlns:a16="http://schemas.microsoft.com/office/drawing/2014/main" id="{C12A9548-E892-AD8A-A6A0-F8F381E8D0D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65" name="Arc 3864">
                          <a:extLst>
                            <a:ext uri="{FF2B5EF4-FFF2-40B4-BE49-F238E27FC236}">
                              <a16:creationId xmlns:a16="http://schemas.microsoft.com/office/drawing/2014/main" id="{4C776245-93BB-08AE-8D60-D5A5524FED5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863" name="TextBox 3862">
                        <a:extLst>
                          <a:ext uri="{FF2B5EF4-FFF2-40B4-BE49-F238E27FC236}">
                            <a16:creationId xmlns:a16="http://schemas.microsoft.com/office/drawing/2014/main" id="{1E668016-AFDC-795F-D122-5D6757F2A10C}"/>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848" name="Group 3847">
                    <a:extLst>
                      <a:ext uri="{FF2B5EF4-FFF2-40B4-BE49-F238E27FC236}">
                        <a16:creationId xmlns:a16="http://schemas.microsoft.com/office/drawing/2014/main" id="{8FA329EF-666F-A073-DB96-CAC7AEBC5177}"/>
                      </a:ext>
                    </a:extLst>
                  </p:cNvPr>
                  <p:cNvGrpSpPr/>
                  <p:nvPr/>
                </p:nvGrpSpPr>
                <p:grpSpPr>
                  <a:xfrm>
                    <a:off x="6197413" y="3225768"/>
                    <a:ext cx="393192" cy="393192"/>
                    <a:chOff x="6389147" y="3932622"/>
                    <a:chExt cx="393192" cy="393192"/>
                  </a:xfrm>
                </p:grpSpPr>
                <p:grpSp>
                  <p:nvGrpSpPr>
                    <p:cNvPr id="3849" name="Group 3848">
                      <a:extLst>
                        <a:ext uri="{FF2B5EF4-FFF2-40B4-BE49-F238E27FC236}">
                          <a16:creationId xmlns:a16="http://schemas.microsoft.com/office/drawing/2014/main" id="{ADCEDAB7-AE15-D5F4-680B-A42997DF1DA6}"/>
                        </a:ext>
                      </a:extLst>
                    </p:cNvPr>
                    <p:cNvGrpSpPr/>
                    <p:nvPr/>
                  </p:nvGrpSpPr>
                  <p:grpSpPr>
                    <a:xfrm flipH="1">
                      <a:off x="6478587" y="4022061"/>
                      <a:ext cx="214313" cy="214313"/>
                      <a:chOff x="5354637" y="3446463"/>
                      <a:chExt cx="214313" cy="214313"/>
                    </a:xfrm>
                  </p:grpSpPr>
                  <p:sp>
                    <p:nvSpPr>
                      <p:cNvPr id="3857" name="Arc 3856">
                        <a:extLst>
                          <a:ext uri="{FF2B5EF4-FFF2-40B4-BE49-F238E27FC236}">
                            <a16:creationId xmlns:a16="http://schemas.microsoft.com/office/drawing/2014/main" id="{D2863C88-11F1-2178-D1B8-FBF2E15E81C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58" name="Arc 3857">
                        <a:extLst>
                          <a:ext uri="{FF2B5EF4-FFF2-40B4-BE49-F238E27FC236}">
                            <a16:creationId xmlns:a16="http://schemas.microsoft.com/office/drawing/2014/main" id="{28549C85-32D2-1D2C-8B3C-18AB5627893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850" name="Group 3849">
                      <a:extLst>
                        <a:ext uri="{FF2B5EF4-FFF2-40B4-BE49-F238E27FC236}">
                          <a16:creationId xmlns:a16="http://schemas.microsoft.com/office/drawing/2014/main" id="{2341D397-1AA3-FCAB-B4F0-ECBF9FD3540C}"/>
                        </a:ext>
                      </a:extLst>
                    </p:cNvPr>
                    <p:cNvGrpSpPr/>
                    <p:nvPr/>
                  </p:nvGrpSpPr>
                  <p:grpSpPr>
                    <a:xfrm rot="7200000" flipH="1">
                      <a:off x="6434137" y="3977611"/>
                      <a:ext cx="303213" cy="303213"/>
                      <a:chOff x="5354637" y="3446463"/>
                      <a:chExt cx="214313" cy="214313"/>
                    </a:xfrm>
                  </p:grpSpPr>
                  <p:sp>
                    <p:nvSpPr>
                      <p:cNvPr id="3855" name="Arc 3854">
                        <a:extLst>
                          <a:ext uri="{FF2B5EF4-FFF2-40B4-BE49-F238E27FC236}">
                            <a16:creationId xmlns:a16="http://schemas.microsoft.com/office/drawing/2014/main" id="{B7452E0F-4C73-BB2F-031E-5ADA3BF45BE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56" name="Arc 3855">
                        <a:extLst>
                          <a:ext uri="{FF2B5EF4-FFF2-40B4-BE49-F238E27FC236}">
                            <a16:creationId xmlns:a16="http://schemas.microsoft.com/office/drawing/2014/main" id="{24587928-FCFA-890C-0FCE-1C1F84145FF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851" name="Group 3850">
                      <a:extLst>
                        <a:ext uri="{FF2B5EF4-FFF2-40B4-BE49-F238E27FC236}">
                          <a16:creationId xmlns:a16="http://schemas.microsoft.com/office/drawing/2014/main" id="{96048358-BA4F-8E81-27DF-DB0DB345C1A3}"/>
                        </a:ext>
                      </a:extLst>
                    </p:cNvPr>
                    <p:cNvGrpSpPr/>
                    <p:nvPr/>
                  </p:nvGrpSpPr>
                  <p:grpSpPr>
                    <a:xfrm rot="14400000" flipH="1">
                      <a:off x="6389147" y="3932622"/>
                      <a:ext cx="393192" cy="393192"/>
                      <a:chOff x="5354637" y="3446463"/>
                      <a:chExt cx="214313" cy="214313"/>
                    </a:xfrm>
                  </p:grpSpPr>
                  <p:sp>
                    <p:nvSpPr>
                      <p:cNvPr id="3853" name="Arc 3852">
                        <a:extLst>
                          <a:ext uri="{FF2B5EF4-FFF2-40B4-BE49-F238E27FC236}">
                            <a16:creationId xmlns:a16="http://schemas.microsoft.com/office/drawing/2014/main" id="{61387008-7172-AC6C-930C-0F9BC81C1DC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54" name="Arc 3853">
                        <a:extLst>
                          <a:ext uri="{FF2B5EF4-FFF2-40B4-BE49-F238E27FC236}">
                            <a16:creationId xmlns:a16="http://schemas.microsoft.com/office/drawing/2014/main" id="{F1B6B8A7-B5DE-E710-854A-84682060761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852" name="TextBox 3851">
                      <a:extLst>
                        <a:ext uri="{FF2B5EF4-FFF2-40B4-BE49-F238E27FC236}">
                          <a16:creationId xmlns:a16="http://schemas.microsoft.com/office/drawing/2014/main" id="{C6DE450B-628B-93A9-6120-9F423DD97B49}"/>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3077" name="Group 3076">
              <a:extLst>
                <a:ext uri="{FF2B5EF4-FFF2-40B4-BE49-F238E27FC236}">
                  <a16:creationId xmlns:a16="http://schemas.microsoft.com/office/drawing/2014/main" id="{694CFD35-3B5D-E9B7-D99B-21739F239FA0}"/>
                </a:ext>
              </a:extLst>
            </p:cNvPr>
            <p:cNvGrpSpPr/>
            <p:nvPr/>
          </p:nvGrpSpPr>
          <p:grpSpPr>
            <a:xfrm>
              <a:off x="3119327" y="697943"/>
              <a:ext cx="2263438" cy="2198360"/>
              <a:chOff x="5445106" y="2039507"/>
              <a:chExt cx="2263438" cy="2198360"/>
            </a:xfrm>
          </p:grpSpPr>
          <p:grpSp>
            <p:nvGrpSpPr>
              <p:cNvPr id="3651" name="Group 3650">
                <a:extLst>
                  <a:ext uri="{FF2B5EF4-FFF2-40B4-BE49-F238E27FC236}">
                    <a16:creationId xmlns:a16="http://schemas.microsoft.com/office/drawing/2014/main" id="{574DC718-0E28-BFF9-1F21-EDD38FBE2051}"/>
                  </a:ext>
                </a:extLst>
              </p:cNvPr>
              <p:cNvGrpSpPr/>
              <p:nvPr/>
            </p:nvGrpSpPr>
            <p:grpSpPr>
              <a:xfrm>
                <a:off x="5445106" y="2644743"/>
                <a:ext cx="1643204" cy="1593124"/>
                <a:chOff x="5445106" y="2644743"/>
                <a:chExt cx="1643204" cy="1593124"/>
              </a:xfrm>
            </p:grpSpPr>
            <p:grpSp>
              <p:nvGrpSpPr>
                <p:cNvPr id="3747" name="Group 3746">
                  <a:extLst>
                    <a:ext uri="{FF2B5EF4-FFF2-40B4-BE49-F238E27FC236}">
                      <a16:creationId xmlns:a16="http://schemas.microsoft.com/office/drawing/2014/main" id="{BC9371C3-78B0-1610-189A-7511A659C10C}"/>
                    </a:ext>
                  </a:extLst>
                </p:cNvPr>
                <p:cNvGrpSpPr/>
                <p:nvPr/>
              </p:nvGrpSpPr>
              <p:grpSpPr>
                <a:xfrm>
                  <a:off x="5445106" y="2644743"/>
                  <a:ext cx="1019224" cy="991639"/>
                  <a:chOff x="5886431" y="3225768"/>
                  <a:chExt cx="1019224" cy="991639"/>
                </a:xfrm>
              </p:grpSpPr>
              <p:grpSp>
                <p:nvGrpSpPr>
                  <p:cNvPr id="3795" name="Group 3794">
                    <a:extLst>
                      <a:ext uri="{FF2B5EF4-FFF2-40B4-BE49-F238E27FC236}">
                        <a16:creationId xmlns:a16="http://schemas.microsoft.com/office/drawing/2014/main" id="{151B0D24-34E6-29B8-7B7C-CE19117FC9FE}"/>
                      </a:ext>
                    </a:extLst>
                  </p:cNvPr>
                  <p:cNvGrpSpPr/>
                  <p:nvPr/>
                </p:nvGrpSpPr>
                <p:grpSpPr>
                  <a:xfrm>
                    <a:off x="6197413" y="3824215"/>
                    <a:ext cx="393192" cy="393192"/>
                    <a:chOff x="5265196" y="3357021"/>
                    <a:chExt cx="393192" cy="393192"/>
                  </a:xfrm>
                </p:grpSpPr>
                <p:grpSp>
                  <p:nvGrpSpPr>
                    <p:cNvPr id="3830" name="Group 3829">
                      <a:extLst>
                        <a:ext uri="{FF2B5EF4-FFF2-40B4-BE49-F238E27FC236}">
                          <a16:creationId xmlns:a16="http://schemas.microsoft.com/office/drawing/2014/main" id="{2AC447C0-F6F4-96E9-7CCC-19E1DBEC5FA0}"/>
                        </a:ext>
                      </a:extLst>
                    </p:cNvPr>
                    <p:cNvGrpSpPr/>
                    <p:nvPr/>
                  </p:nvGrpSpPr>
                  <p:grpSpPr>
                    <a:xfrm rot="14400000">
                      <a:off x="5265196" y="3357021"/>
                      <a:ext cx="393192" cy="393192"/>
                      <a:chOff x="5354637" y="3446463"/>
                      <a:chExt cx="214313" cy="214313"/>
                    </a:xfrm>
                  </p:grpSpPr>
                  <p:sp>
                    <p:nvSpPr>
                      <p:cNvPr id="3839" name="Arc 3838">
                        <a:extLst>
                          <a:ext uri="{FF2B5EF4-FFF2-40B4-BE49-F238E27FC236}">
                            <a16:creationId xmlns:a16="http://schemas.microsoft.com/office/drawing/2014/main" id="{47AC116D-9F7B-C62B-F549-F007A413277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40" name="Arc 3839">
                        <a:extLst>
                          <a:ext uri="{FF2B5EF4-FFF2-40B4-BE49-F238E27FC236}">
                            <a16:creationId xmlns:a16="http://schemas.microsoft.com/office/drawing/2014/main" id="{25676678-7DC2-7F6F-4E14-A3E7B621E69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831" name="Group 3830">
                      <a:extLst>
                        <a:ext uri="{FF2B5EF4-FFF2-40B4-BE49-F238E27FC236}">
                          <a16:creationId xmlns:a16="http://schemas.microsoft.com/office/drawing/2014/main" id="{BB252BD7-BD76-3DF9-97CE-E7E6D1B08249}"/>
                        </a:ext>
                      </a:extLst>
                    </p:cNvPr>
                    <p:cNvGrpSpPr/>
                    <p:nvPr/>
                  </p:nvGrpSpPr>
                  <p:grpSpPr>
                    <a:xfrm>
                      <a:off x="5310186" y="3402011"/>
                      <a:ext cx="303213" cy="303213"/>
                      <a:chOff x="5310186" y="3402011"/>
                      <a:chExt cx="303213" cy="303213"/>
                    </a:xfrm>
                  </p:grpSpPr>
                  <p:grpSp>
                    <p:nvGrpSpPr>
                      <p:cNvPr id="3832" name="Group 3831">
                        <a:extLst>
                          <a:ext uri="{FF2B5EF4-FFF2-40B4-BE49-F238E27FC236}">
                            <a16:creationId xmlns:a16="http://schemas.microsoft.com/office/drawing/2014/main" id="{AC77E9B0-CE89-4426-9663-74A8BB273114}"/>
                          </a:ext>
                        </a:extLst>
                      </p:cNvPr>
                      <p:cNvGrpSpPr/>
                      <p:nvPr/>
                    </p:nvGrpSpPr>
                    <p:grpSpPr>
                      <a:xfrm>
                        <a:off x="5354636" y="3446461"/>
                        <a:ext cx="214313" cy="214313"/>
                        <a:chOff x="5354637" y="3446463"/>
                        <a:chExt cx="214313" cy="214313"/>
                      </a:xfrm>
                    </p:grpSpPr>
                    <p:sp>
                      <p:nvSpPr>
                        <p:cNvPr id="3837" name="Arc 3836">
                          <a:extLst>
                            <a:ext uri="{FF2B5EF4-FFF2-40B4-BE49-F238E27FC236}">
                              <a16:creationId xmlns:a16="http://schemas.microsoft.com/office/drawing/2014/main" id="{BDA36CB3-5EAF-5894-3E50-1B96B2F6B81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38" name="Arc 3837">
                          <a:extLst>
                            <a:ext uri="{FF2B5EF4-FFF2-40B4-BE49-F238E27FC236}">
                              <a16:creationId xmlns:a16="http://schemas.microsoft.com/office/drawing/2014/main" id="{ECA16D49-A1C3-99CC-3DA3-8FF7B4E4671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833" name="Group 3832">
                        <a:extLst>
                          <a:ext uri="{FF2B5EF4-FFF2-40B4-BE49-F238E27FC236}">
                            <a16:creationId xmlns:a16="http://schemas.microsoft.com/office/drawing/2014/main" id="{531FF65F-A07B-F524-1D99-0E0B0DDDD5E3}"/>
                          </a:ext>
                        </a:extLst>
                      </p:cNvPr>
                      <p:cNvGrpSpPr/>
                      <p:nvPr/>
                    </p:nvGrpSpPr>
                    <p:grpSpPr>
                      <a:xfrm rot="7200000">
                        <a:off x="5310186" y="3402011"/>
                        <a:ext cx="303213" cy="303213"/>
                        <a:chOff x="5354637" y="3446463"/>
                        <a:chExt cx="214313" cy="214313"/>
                      </a:xfrm>
                    </p:grpSpPr>
                    <p:sp>
                      <p:nvSpPr>
                        <p:cNvPr id="3835" name="Arc 3834">
                          <a:extLst>
                            <a:ext uri="{FF2B5EF4-FFF2-40B4-BE49-F238E27FC236}">
                              <a16:creationId xmlns:a16="http://schemas.microsoft.com/office/drawing/2014/main" id="{5521DE24-7748-B5E0-A02E-3C984E7BC12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36" name="Arc 3835">
                          <a:extLst>
                            <a:ext uri="{FF2B5EF4-FFF2-40B4-BE49-F238E27FC236}">
                              <a16:creationId xmlns:a16="http://schemas.microsoft.com/office/drawing/2014/main" id="{C50427AB-76A9-CABD-0343-146F066C9A6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834" name="TextBox 3833">
                        <a:extLst>
                          <a:ext uri="{FF2B5EF4-FFF2-40B4-BE49-F238E27FC236}">
                            <a16:creationId xmlns:a16="http://schemas.microsoft.com/office/drawing/2014/main" id="{A070572A-CD7E-FD20-ECF2-D953ED4CCBD7}"/>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796" name="Group 3795">
                    <a:extLst>
                      <a:ext uri="{FF2B5EF4-FFF2-40B4-BE49-F238E27FC236}">
                        <a16:creationId xmlns:a16="http://schemas.microsoft.com/office/drawing/2014/main" id="{3BA8BA0C-8514-B2AF-BA56-B2C6250ED5A6}"/>
                      </a:ext>
                    </a:extLst>
                  </p:cNvPr>
                  <p:cNvGrpSpPr/>
                  <p:nvPr/>
                </p:nvGrpSpPr>
                <p:grpSpPr>
                  <a:xfrm>
                    <a:off x="5886431" y="3525040"/>
                    <a:ext cx="393192" cy="393192"/>
                    <a:chOff x="5265196" y="3932619"/>
                    <a:chExt cx="393192" cy="393192"/>
                  </a:xfrm>
                </p:grpSpPr>
                <p:grpSp>
                  <p:nvGrpSpPr>
                    <p:cNvPr id="3820" name="Group 3819">
                      <a:extLst>
                        <a:ext uri="{FF2B5EF4-FFF2-40B4-BE49-F238E27FC236}">
                          <a16:creationId xmlns:a16="http://schemas.microsoft.com/office/drawing/2014/main" id="{82910C55-1241-ED15-321D-4D415ACA8384}"/>
                        </a:ext>
                      </a:extLst>
                    </p:cNvPr>
                    <p:cNvGrpSpPr/>
                    <p:nvPr/>
                  </p:nvGrpSpPr>
                  <p:grpSpPr>
                    <a:xfrm>
                      <a:off x="5354636" y="4022061"/>
                      <a:ext cx="214313" cy="214313"/>
                      <a:chOff x="5354637" y="3446463"/>
                      <a:chExt cx="214313" cy="214313"/>
                    </a:xfrm>
                  </p:grpSpPr>
                  <p:sp>
                    <p:nvSpPr>
                      <p:cNvPr id="3828" name="Arc 3827">
                        <a:extLst>
                          <a:ext uri="{FF2B5EF4-FFF2-40B4-BE49-F238E27FC236}">
                            <a16:creationId xmlns:a16="http://schemas.microsoft.com/office/drawing/2014/main" id="{A3C1A8E1-D3F8-1E13-62E7-2D1016E6AD3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29" name="Arc 3828">
                        <a:extLst>
                          <a:ext uri="{FF2B5EF4-FFF2-40B4-BE49-F238E27FC236}">
                            <a16:creationId xmlns:a16="http://schemas.microsoft.com/office/drawing/2014/main" id="{D81A375A-4667-85CA-924E-5834D3128F2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821" name="Group 3820">
                      <a:extLst>
                        <a:ext uri="{FF2B5EF4-FFF2-40B4-BE49-F238E27FC236}">
                          <a16:creationId xmlns:a16="http://schemas.microsoft.com/office/drawing/2014/main" id="{9BED6F6A-CF4E-A451-F144-BDC8DF05C082}"/>
                        </a:ext>
                      </a:extLst>
                    </p:cNvPr>
                    <p:cNvGrpSpPr/>
                    <p:nvPr/>
                  </p:nvGrpSpPr>
                  <p:grpSpPr>
                    <a:xfrm rot="14400000">
                      <a:off x="5310186" y="3977611"/>
                      <a:ext cx="303213" cy="303213"/>
                      <a:chOff x="5354637" y="3446463"/>
                      <a:chExt cx="214313" cy="214313"/>
                    </a:xfrm>
                  </p:grpSpPr>
                  <p:sp>
                    <p:nvSpPr>
                      <p:cNvPr id="3826" name="Arc 3825">
                        <a:extLst>
                          <a:ext uri="{FF2B5EF4-FFF2-40B4-BE49-F238E27FC236}">
                            <a16:creationId xmlns:a16="http://schemas.microsoft.com/office/drawing/2014/main" id="{2D926DB9-417E-3F00-A9CE-F74FE6E01C8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27" name="Arc 3826">
                        <a:extLst>
                          <a:ext uri="{FF2B5EF4-FFF2-40B4-BE49-F238E27FC236}">
                            <a16:creationId xmlns:a16="http://schemas.microsoft.com/office/drawing/2014/main" id="{D5F33DD4-5B54-5A2D-BE7E-B593F05FD2D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822" name="Group 3821">
                      <a:extLst>
                        <a:ext uri="{FF2B5EF4-FFF2-40B4-BE49-F238E27FC236}">
                          <a16:creationId xmlns:a16="http://schemas.microsoft.com/office/drawing/2014/main" id="{A8B365DF-4E0C-2E42-DD16-098A8D41E3B3}"/>
                        </a:ext>
                      </a:extLst>
                    </p:cNvPr>
                    <p:cNvGrpSpPr/>
                    <p:nvPr/>
                  </p:nvGrpSpPr>
                  <p:grpSpPr>
                    <a:xfrm rot="7200000">
                      <a:off x="5265196" y="3932619"/>
                      <a:ext cx="393192" cy="393192"/>
                      <a:chOff x="5354637" y="3446463"/>
                      <a:chExt cx="214313" cy="214313"/>
                    </a:xfrm>
                  </p:grpSpPr>
                  <p:sp>
                    <p:nvSpPr>
                      <p:cNvPr id="3824" name="Arc 3823">
                        <a:extLst>
                          <a:ext uri="{FF2B5EF4-FFF2-40B4-BE49-F238E27FC236}">
                            <a16:creationId xmlns:a16="http://schemas.microsoft.com/office/drawing/2014/main" id="{EF59972B-3F3B-E15D-325C-E26418678A5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25" name="Arc 3824">
                        <a:extLst>
                          <a:ext uri="{FF2B5EF4-FFF2-40B4-BE49-F238E27FC236}">
                            <a16:creationId xmlns:a16="http://schemas.microsoft.com/office/drawing/2014/main" id="{BBFC5EB0-4A58-1860-8071-878C131CFB9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823" name="TextBox 3822">
                      <a:extLst>
                        <a:ext uri="{FF2B5EF4-FFF2-40B4-BE49-F238E27FC236}">
                          <a16:creationId xmlns:a16="http://schemas.microsoft.com/office/drawing/2014/main" id="{DD120272-94C3-CCD3-CDD1-36D7B5B01D98}"/>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3797" name="Group 3796">
                    <a:extLst>
                      <a:ext uri="{FF2B5EF4-FFF2-40B4-BE49-F238E27FC236}">
                        <a16:creationId xmlns:a16="http://schemas.microsoft.com/office/drawing/2014/main" id="{7512571A-6ACB-83BC-0A9D-886A721F96A1}"/>
                      </a:ext>
                    </a:extLst>
                  </p:cNvPr>
                  <p:cNvGrpSpPr/>
                  <p:nvPr/>
                </p:nvGrpSpPr>
                <p:grpSpPr>
                  <a:xfrm>
                    <a:off x="6512463" y="3525040"/>
                    <a:ext cx="393192" cy="393192"/>
                    <a:chOff x="6389147" y="3357021"/>
                    <a:chExt cx="393192" cy="393192"/>
                  </a:xfrm>
                </p:grpSpPr>
                <p:grpSp>
                  <p:nvGrpSpPr>
                    <p:cNvPr id="3809" name="Group 3808">
                      <a:extLst>
                        <a:ext uri="{FF2B5EF4-FFF2-40B4-BE49-F238E27FC236}">
                          <a16:creationId xmlns:a16="http://schemas.microsoft.com/office/drawing/2014/main" id="{960F9476-05E9-97C4-6136-1F0EDFB73ECC}"/>
                        </a:ext>
                      </a:extLst>
                    </p:cNvPr>
                    <p:cNvGrpSpPr/>
                    <p:nvPr/>
                  </p:nvGrpSpPr>
                  <p:grpSpPr>
                    <a:xfrm rot="7200000" flipH="1">
                      <a:off x="6389147" y="3357021"/>
                      <a:ext cx="393192" cy="393192"/>
                      <a:chOff x="5354637" y="3446463"/>
                      <a:chExt cx="214313" cy="214313"/>
                    </a:xfrm>
                  </p:grpSpPr>
                  <p:sp>
                    <p:nvSpPr>
                      <p:cNvPr id="3818" name="Arc 3817">
                        <a:extLst>
                          <a:ext uri="{FF2B5EF4-FFF2-40B4-BE49-F238E27FC236}">
                            <a16:creationId xmlns:a16="http://schemas.microsoft.com/office/drawing/2014/main" id="{CA4029CD-1531-B636-CEA1-F8B11385A38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19" name="Arc 3818">
                        <a:extLst>
                          <a:ext uri="{FF2B5EF4-FFF2-40B4-BE49-F238E27FC236}">
                            <a16:creationId xmlns:a16="http://schemas.microsoft.com/office/drawing/2014/main" id="{9674FF57-9092-F089-85E8-46CE97E3B1C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810" name="Group 3809">
                      <a:extLst>
                        <a:ext uri="{FF2B5EF4-FFF2-40B4-BE49-F238E27FC236}">
                          <a16:creationId xmlns:a16="http://schemas.microsoft.com/office/drawing/2014/main" id="{8053E3A2-7C87-A40A-2B13-0CD741C0719A}"/>
                        </a:ext>
                      </a:extLst>
                    </p:cNvPr>
                    <p:cNvGrpSpPr/>
                    <p:nvPr/>
                  </p:nvGrpSpPr>
                  <p:grpSpPr>
                    <a:xfrm>
                      <a:off x="6434137" y="3402011"/>
                      <a:ext cx="303213" cy="303213"/>
                      <a:chOff x="6434137" y="3402011"/>
                      <a:chExt cx="303213" cy="303213"/>
                    </a:xfrm>
                  </p:grpSpPr>
                  <p:grpSp>
                    <p:nvGrpSpPr>
                      <p:cNvPr id="3811" name="Group 3810">
                        <a:extLst>
                          <a:ext uri="{FF2B5EF4-FFF2-40B4-BE49-F238E27FC236}">
                            <a16:creationId xmlns:a16="http://schemas.microsoft.com/office/drawing/2014/main" id="{C6A62FFF-908E-7CFB-EBD2-2B6102E4275D}"/>
                          </a:ext>
                        </a:extLst>
                      </p:cNvPr>
                      <p:cNvGrpSpPr/>
                      <p:nvPr/>
                    </p:nvGrpSpPr>
                    <p:grpSpPr>
                      <a:xfrm flipH="1">
                        <a:off x="6478587" y="3446461"/>
                        <a:ext cx="214313" cy="214313"/>
                        <a:chOff x="5354637" y="3446463"/>
                        <a:chExt cx="214313" cy="214313"/>
                      </a:xfrm>
                    </p:grpSpPr>
                    <p:sp>
                      <p:nvSpPr>
                        <p:cNvPr id="3816" name="Arc 3815">
                          <a:extLst>
                            <a:ext uri="{FF2B5EF4-FFF2-40B4-BE49-F238E27FC236}">
                              <a16:creationId xmlns:a16="http://schemas.microsoft.com/office/drawing/2014/main" id="{71C9D6BF-213C-50A5-4F2F-70E7993C2E8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17" name="Arc 3816">
                          <a:extLst>
                            <a:ext uri="{FF2B5EF4-FFF2-40B4-BE49-F238E27FC236}">
                              <a16:creationId xmlns:a16="http://schemas.microsoft.com/office/drawing/2014/main" id="{B1C9E67A-242D-A096-E9C7-E51DADE71B8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812" name="Group 3811">
                        <a:extLst>
                          <a:ext uri="{FF2B5EF4-FFF2-40B4-BE49-F238E27FC236}">
                            <a16:creationId xmlns:a16="http://schemas.microsoft.com/office/drawing/2014/main" id="{859DCCFD-771C-1E4D-90D8-F5F4C0A9CA7D}"/>
                          </a:ext>
                        </a:extLst>
                      </p:cNvPr>
                      <p:cNvGrpSpPr/>
                      <p:nvPr/>
                    </p:nvGrpSpPr>
                    <p:grpSpPr>
                      <a:xfrm rot="14400000" flipH="1">
                        <a:off x="6434137" y="3402011"/>
                        <a:ext cx="303213" cy="303213"/>
                        <a:chOff x="5354637" y="3446463"/>
                        <a:chExt cx="214313" cy="214313"/>
                      </a:xfrm>
                    </p:grpSpPr>
                    <p:sp>
                      <p:nvSpPr>
                        <p:cNvPr id="3814" name="Arc 3813">
                          <a:extLst>
                            <a:ext uri="{FF2B5EF4-FFF2-40B4-BE49-F238E27FC236}">
                              <a16:creationId xmlns:a16="http://schemas.microsoft.com/office/drawing/2014/main" id="{BF435F19-B908-34DE-1B6D-A18DFADF8F1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15" name="Arc 3814">
                          <a:extLst>
                            <a:ext uri="{FF2B5EF4-FFF2-40B4-BE49-F238E27FC236}">
                              <a16:creationId xmlns:a16="http://schemas.microsoft.com/office/drawing/2014/main" id="{E2E2BA41-879B-6831-6943-A77E03B945E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813" name="TextBox 3812">
                        <a:extLst>
                          <a:ext uri="{FF2B5EF4-FFF2-40B4-BE49-F238E27FC236}">
                            <a16:creationId xmlns:a16="http://schemas.microsoft.com/office/drawing/2014/main" id="{1BA6912B-B307-6778-7324-61A1768C517C}"/>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798" name="Group 3797">
                    <a:extLst>
                      <a:ext uri="{FF2B5EF4-FFF2-40B4-BE49-F238E27FC236}">
                        <a16:creationId xmlns:a16="http://schemas.microsoft.com/office/drawing/2014/main" id="{C566FD73-684B-5FCC-E905-1F6CCF206553}"/>
                      </a:ext>
                    </a:extLst>
                  </p:cNvPr>
                  <p:cNvGrpSpPr/>
                  <p:nvPr/>
                </p:nvGrpSpPr>
                <p:grpSpPr>
                  <a:xfrm>
                    <a:off x="6197413" y="3225768"/>
                    <a:ext cx="393192" cy="393192"/>
                    <a:chOff x="6389147" y="3932622"/>
                    <a:chExt cx="393192" cy="393192"/>
                  </a:xfrm>
                </p:grpSpPr>
                <p:grpSp>
                  <p:nvGrpSpPr>
                    <p:cNvPr id="3799" name="Group 3798">
                      <a:extLst>
                        <a:ext uri="{FF2B5EF4-FFF2-40B4-BE49-F238E27FC236}">
                          <a16:creationId xmlns:a16="http://schemas.microsoft.com/office/drawing/2014/main" id="{67043F54-2136-B2F1-6211-3731775E44E4}"/>
                        </a:ext>
                      </a:extLst>
                    </p:cNvPr>
                    <p:cNvGrpSpPr/>
                    <p:nvPr/>
                  </p:nvGrpSpPr>
                  <p:grpSpPr>
                    <a:xfrm flipH="1">
                      <a:off x="6478587" y="4022061"/>
                      <a:ext cx="214313" cy="214313"/>
                      <a:chOff x="5354637" y="3446463"/>
                      <a:chExt cx="214313" cy="214313"/>
                    </a:xfrm>
                  </p:grpSpPr>
                  <p:sp>
                    <p:nvSpPr>
                      <p:cNvPr id="3807" name="Arc 3806">
                        <a:extLst>
                          <a:ext uri="{FF2B5EF4-FFF2-40B4-BE49-F238E27FC236}">
                            <a16:creationId xmlns:a16="http://schemas.microsoft.com/office/drawing/2014/main" id="{FD128BC3-D1C8-C468-248A-E1996B37D58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08" name="Arc 3807">
                        <a:extLst>
                          <a:ext uri="{FF2B5EF4-FFF2-40B4-BE49-F238E27FC236}">
                            <a16:creationId xmlns:a16="http://schemas.microsoft.com/office/drawing/2014/main" id="{0F32C113-036A-389F-2DCF-002F487DD31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800" name="Group 3799">
                      <a:extLst>
                        <a:ext uri="{FF2B5EF4-FFF2-40B4-BE49-F238E27FC236}">
                          <a16:creationId xmlns:a16="http://schemas.microsoft.com/office/drawing/2014/main" id="{CF4C7F7A-2804-EDF6-35E3-AC67C4A9DA40}"/>
                        </a:ext>
                      </a:extLst>
                    </p:cNvPr>
                    <p:cNvGrpSpPr/>
                    <p:nvPr/>
                  </p:nvGrpSpPr>
                  <p:grpSpPr>
                    <a:xfrm rot="7200000" flipH="1">
                      <a:off x="6434137" y="3977611"/>
                      <a:ext cx="303213" cy="303213"/>
                      <a:chOff x="5354637" y="3446463"/>
                      <a:chExt cx="214313" cy="214313"/>
                    </a:xfrm>
                  </p:grpSpPr>
                  <p:sp>
                    <p:nvSpPr>
                      <p:cNvPr id="3805" name="Arc 3804">
                        <a:extLst>
                          <a:ext uri="{FF2B5EF4-FFF2-40B4-BE49-F238E27FC236}">
                            <a16:creationId xmlns:a16="http://schemas.microsoft.com/office/drawing/2014/main" id="{BA34641B-69ED-7EF0-83CD-55F7FF607AE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06" name="Arc 3805">
                        <a:extLst>
                          <a:ext uri="{FF2B5EF4-FFF2-40B4-BE49-F238E27FC236}">
                            <a16:creationId xmlns:a16="http://schemas.microsoft.com/office/drawing/2014/main" id="{D1C921F8-FDB0-EF97-88B1-899C38FEF93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801" name="Group 3800">
                      <a:extLst>
                        <a:ext uri="{FF2B5EF4-FFF2-40B4-BE49-F238E27FC236}">
                          <a16:creationId xmlns:a16="http://schemas.microsoft.com/office/drawing/2014/main" id="{6888AAA2-B32D-7157-699A-1C36B4C10852}"/>
                        </a:ext>
                      </a:extLst>
                    </p:cNvPr>
                    <p:cNvGrpSpPr/>
                    <p:nvPr/>
                  </p:nvGrpSpPr>
                  <p:grpSpPr>
                    <a:xfrm rot="14400000" flipH="1">
                      <a:off x="6389147" y="3932622"/>
                      <a:ext cx="393192" cy="393192"/>
                      <a:chOff x="5354637" y="3446463"/>
                      <a:chExt cx="214313" cy="214313"/>
                    </a:xfrm>
                  </p:grpSpPr>
                  <p:sp>
                    <p:nvSpPr>
                      <p:cNvPr id="3803" name="Arc 3802">
                        <a:extLst>
                          <a:ext uri="{FF2B5EF4-FFF2-40B4-BE49-F238E27FC236}">
                            <a16:creationId xmlns:a16="http://schemas.microsoft.com/office/drawing/2014/main" id="{16F757A9-9E6C-E861-6DDD-E747F3CE90D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04" name="Arc 3803">
                        <a:extLst>
                          <a:ext uri="{FF2B5EF4-FFF2-40B4-BE49-F238E27FC236}">
                            <a16:creationId xmlns:a16="http://schemas.microsoft.com/office/drawing/2014/main" id="{233EAB41-8A55-5FE0-06F5-DF227FF62E4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802" name="TextBox 3801">
                      <a:extLst>
                        <a:ext uri="{FF2B5EF4-FFF2-40B4-BE49-F238E27FC236}">
                          <a16:creationId xmlns:a16="http://schemas.microsoft.com/office/drawing/2014/main" id="{7B5F22ED-093E-7B5A-8A4D-AA8C70D4DC6A}"/>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748" name="Group 3747">
                  <a:extLst>
                    <a:ext uri="{FF2B5EF4-FFF2-40B4-BE49-F238E27FC236}">
                      <a16:creationId xmlns:a16="http://schemas.microsoft.com/office/drawing/2014/main" id="{FC296FF6-2DF5-F0FB-E6CC-2683FC2DAF38}"/>
                    </a:ext>
                  </a:extLst>
                </p:cNvPr>
                <p:cNvGrpSpPr/>
                <p:nvPr/>
              </p:nvGrpSpPr>
              <p:grpSpPr>
                <a:xfrm>
                  <a:off x="6069086" y="3246228"/>
                  <a:ext cx="1019224" cy="991639"/>
                  <a:chOff x="5886431" y="3225768"/>
                  <a:chExt cx="1019224" cy="991639"/>
                </a:xfrm>
              </p:grpSpPr>
              <p:grpSp>
                <p:nvGrpSpPr>
                  <p:cNvPr id="3749" name="Group 3748">
                    <a:extLst>
                      <a:ext uri="{FF2B5EF4-FFF2-40B4-BE49-F238E27FC236}">
                        <a16:creationId xmlns:a16="http://schemas.microsoft.com/office/drawing/2014/main" id="{710532E1-8A7B-132E-6246-BB3B3338E9A7}"/>
                      </a:ext>
                    </a:extLst>
                  </p:cNvPr>
                  <p:cNvGrpSpPr/>
                  <p:nvPr/>
                </p:nvGrpSpPr>
                <p:grpSpPr>
                  <a:xfrm>
                    <a:off x="6197413" y="3824215"/>
                    <a:ext cx="393192" cy="393192"/>
                    <a:chOff x="5265196" y="3357021"/>
                    <a:chExt cx="393192" cy="393192"/>
                  </a:xfrm>
                </p:grpSpPr>
                <p:grpSp>
                  <p:nvGrpSpPr>
                    <p:cNvPr id="3784" name="Group 3783">
                      <a:extLst>
                        <a:ext uri="{FF2B5EF4-FFF2-40B4-BE49-F238E27FC236}">
                          <a16:creationId xmlns:a16="http://schemas.microsoft.com/office/drawing/2014/main" id="{9A66F149-FE44-8B2C-05E0-582410FB4333}"/>
                        </a:ext>
                      </a:extLst>
                    </p:cNvPr>
                    <p:cNvGrpSpPr/>
                    <p:nvPr/>
                  </p:nvGrpSpPr>
                  <p:grpSpPr>
                    <a:xfrm rot="14400000">
                      <a:off x="5265196" y="3357021"/>
                      <a:ext cx="393192" cy="393192"/>
                      <a:chOff x="5354637" y="3446463"/>
                      <a:chExt cx="214313" cy="214313"/>
                    </a:xfrm>
                  </p:grpSpPr>
                  <p:sp>
                    <p:nvSpPr>
                      <p:cNvPr id="3793" name="Arc 3792">
                        <a:extLst>
                          <a:ext uri="{FF2B5EF4-FFF2-40B4-BE49-F238E27FC236}">
                            <a16:creationId xmlns:a16="http://schemas.microsoft.com/office/drawing/2014/main" id="{38683129-A2AE-9DA9-3F5E-45126790442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94" name="Arc 3793">
                        <a:extLst>
                          <a:ext uri="{FF2B5EF4-FFF2-40B4-BE49-F238E27FC236}">
                            <a16:creationId xmlns:a16="http://schemas.microsoft.com/office/drawing/2014/main" id="{1F977A7E-E11C-3957-DFD5-D9296F7749E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785" name="Group 3784">
                      <a:extLst>
                        <a:ext uri="{FF2B5EF4-FFF2-40B4-BE49-F238E27FC236}">
                          <a16:creationId xmlns:a16="http://schemas.microsoft.com/office/drawing/2014/main" id="{8A8BED21-7F67-850E-05A6-28B276D99CDE}"/>
                        </a:ext>
                      </a:extLst>
                    </p:cNvPr>
                    <p:cNvGrpSpPr/>
                    <p:nvPr/>
                  </p:nvGrpSpPr>
                  <p:grpSpPr>
                    <a:xfrm>
                      <a:off x="5310186" y="3402011"/>
                      <a:ext cx="303213" cy="303213"/>
                      <a:chOff x="5310186" y="3402011"/>
                      <a:chExt cx="303213" cy="303213"/>
                    </a:xfrm>
                  </p:grpSpPr>
                  <p:grpSp>
                    <p:nvGrpSpPr>
                      <p:cNvPr id="3786" name="Group 3785">
                        <a:extLst>
                          <a:ext uri="{FF2B5EF4-FFF2-40B4-BE49-F238E27FC236}">
                            <a16:creationId xmlns:a16="http://schemas.microsoft.com/office/drawing/2014/main" id="{42F47401-D0C2-B793-2B33-A63415F2830C}"/>
                          </a:ext>
                        </a:extLst>
                      </p:cNvPr>
                      <p:cNvGrpSpPr/>
                      <p:nvPr/>
                    </p:nvGrpSpPr>
                    <p:grpSpPr>
                      <a:xfrm>
                        <a:off x="5354636" y="3446461"/>
                        <a:ext cx="214313" cy="214313"/>
                        <a:chOff x="5354637" y="3446463"/>
                        <a:chExt cx="214313" cy="214313"/>
                      </a:xfrm>
                    </p:grpSpPr>
                    <p:sp>
                      <p:nvSpPr>
                        <p:cNvPr id="3791" name="Arc 3790">
                          <a:extLst>
                            <a:ext uri="{FF2B5EF4-FFF2-40B4-BE49-F238E27FC236}">
                              <a16:creationId xmlns:a16="http://schemas.microsoft.com/office/drawing/2014/main" id="{B74BFC5B-EB85-F06C-A06F-E0655F8CE68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92" name="Arc 3791">
                          <a:extLst>
                            <a:ext uri="{FF2B5EF4-FFF2-40B4-BE49-F238E27FC236}">
                              <a16:creationId xmlns:a16="http://schemas.microsoft.com/office/drawing/2014/main" id="{E2E50AE8-A247-2EBE-D6E9-B8E6D8CDD50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787" name="Group 3786">
                        <a:extLst>
                          <a:ext uri="{FF2B5EF4-FFF2-40B4-BE49-F238E27FC236}">
                            <a16:creationId xmlns:a16="http://schemas.microsoft.com/office/drawing/2014/main" id="{1DBE1F98-E53F-3C4A-4110-E09D086EFE80}"/>
                          </a:ext>
                        </a:extLst>
                      </p:cNvPr>
                      <p:cNvGrpSpPr/>
                      <p:nvPr/>
                    </p:nvGrpSpPr>
                    <p:grpSpPr>
                      <a:xfrm rot="7200000">
                        <a:off x="5310186" y="3402011"/>
                        <a:ext cx="303213" cy="303213"/>
                        <a:chOff x="5354637" y="3446463"/>
                        <a:chExt cx="214313" cy="214313"/>
                      </a:xfrm>
                    </p:grpSpPr>
                    <p:sp>
                      <p:nvSpPr>
                        <p:cNvPr id="3789" name="Arc 3788">
                          <a:extLst>
                            <a:ext uri="{FF2B5EF4-FFF2-40B4-BE49-F238E27FC236}">
                              <a16:creationId xmlns:a16="http://schemas.microsoft.com/office/drawing/2014/main" id="{CD54C80B-0D51-2512-8FD1-4E34A531A98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90" name="Arc 3789">
                          <a:extLst>
                            <a:ext uri="{FF2B5EF4-FFF2-40B4-BE49-F238E27FC236}">
                              <a16:creationId xmlns:a16="http://schemas.microsoft.com/office/drawing/2014/main" id="{98CA7962-69A7-7B04-3939-6145D457628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788" name="TextBox 3787">
                        <a:extLst>
                          <a:ext uri="{FF2B5EF4-FFF2-40B4-BE49-F238E27FC236}">
                            <a16:creationId xmlns:a16="http://schemas.microsoft.com/office/drawing/2014/main" id="{D12244F3-84EB-9C49-7C9B-637EC1894C3B}"/>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750" name="Group 3749">
                    <a:extLst>
                      <a:ext uri="{FF2B5EF4-FFF2-40B4-BE49-F238E27FC236}">
                        <a16:creationId xmlns:a16="http://schemas.microsoft.com/office/drawing/2014/main" id="{B942ABE1-E271-3F89-29A5-8B81E3E155DE}"/>
                      </a:ext>
                    </a:extLst>
                  </p:cNvPr>
                  <p:cNvGrpSpPr/>
                  <p:nvPr/>
                </p:nvGrpSpPr>
                <p:grpSpPr>
                  <a:xfrm>
                    <a:off x="5886431" y="3525040"/>
                    <a:ext cx="393192" cy="393192"/>
                    <a:chOff x="5265196" y="3932619"/>
                    <a:chExt cx="393192" cy="393192"/>
                  </a:xfrm>
                </p:grpSpPr>
                <p:grpSp>
                  <p:nvGrpSpPr>
                    <p:cNvPr id="3774" name="Group 3773">
                      <a:extLst>
                        <a:ext uri="{FF2B5EF4-FFF2-40B4-BE49-F238E27FC236}">
                          <a16:creationId xmlns:a16="http://schemas.microsoft.com/office/drawing/2014/main" id="{F4E65459-E7D3-684E-6A15-BDAB7F5CF8B4}"/>
                        </a:ext>
                      </a:extLst>
                    </p:cNvPr>
                    <p:cNvGrpSpPr/>
                    <p:nvPr/>
                  </p:nvGrpSpPr>
                  <p:grpSpPr>
                    <a:xfrm>
                      <a:off x="5354636" y="4022061"/>
                      <a:ext cx="214313" cy="214313"/>
                      <a:chOff x="5354637" y="3446463"/>
                      <a:chExt cx="214313" cy="214313"/>
                    </a:xfrm>
                  </p:grpSpPr>
                  <p:sp>
                    <p:nvSpPr>
                      <p:cNvPr id="3782" name="Arc 3781">
                        <a:extLst>
                          <a:ext uri="{FF2B5EF4-FFF2-40B4-BE49-F238E27FC236}">
                            <a16:creationId xmlns:a16="http://schemas.microsoft.com/office/drawing/2014/main" id="{D3647357-CAFC-EE74-4B1A-7E9F212D866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83" name="Arc 3782">
                        <a:extLst>
                          <a:ext uri="{FF2B5EF4-FFF2-40B4-BE49-F238E27FC236}">
                            <a16:creationId xmlns:a16="http://schemas.microsoft.com/office/drawing/2014/main" id="{88C7D0B4-A0F0-90F4-F314-DA7E8F63C77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775" name="Group 3774">
                      <a:extLst>
                        <a:ext uri="{FF2B5EF4-FFF2-40B4-BE49-F238E27FC236}">
                          <a16:creationId xmlns:a16="http://schemas.microsoft.com/office/drawing/2014/main" id="{066F8548-8587-E0C0-A2A9-D2FF6AA7E0F8}"/>
                        </a:ext>
                      </a:extLst>
                    </p:cNvPr>
                    <p:cNvGrpSpPr/>
                    <p:nvPr/>
                  </p:nvGrpSpPr>
                  <p:grpSpPr>
                    <a:xfrm rot="14400000">
                      <a:off x="5310186" y="3977611"/>
                      <a:ext cx="303213" cy="303213"/>
                      <a:chOff x="5354637" y="3446463"/>
                      <a:chExt cx="214313" cy="214313"/>
                    </a:xfrm>
                  </p:grpSpPr>
                  <p:sp>
                    <p:nvSpPr>
                      <p:cNvPr id="3780" name="Arc 3779">
                        <a:extLst>
                          <a:ext uri="{FF2B5EF4-FFF2-40B4-BE49-F238E27FC236}">
                            <a16:creationId xmlns:a16="http://schemas.microsoft.com/office/drawing/2014/main" id="{60218FDA-0A49-88DA-FFD8-FBB6A39C440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81" name="Arc 3780">
                        <a:extLst>
                          <a:ext uri="{FF2B5EF4-FFF2-40B4-BE49-F238E27FC236}">
                            <a16:creationId xmlns:a16="http://schemas.microsoft.com/office/drawing/2014/main" id="{FAFD7D05-E99E-8FB2-16A0-B26137FC222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776" name="Group 3775">
                      <a:extLst>
                        <a:ext uri="{FF2B5EF4-FFF2-40B4-BE49-F238E27FC236}">
                          <a16:creationId xmlns:a16="http://schemas.microsoft.com/office/drawing/2014/main" id="{22401694-30A0-4753-CB57-A4471BC21D17}"/>
                        </a:ext>
                      </a:extLst>
                    </p:cNvPr>
                    <p:cNvGrpSpPr/>
                    <p:nvPr/>
                  </p:nvGrpSpPr>
                  <p:grpSpPr>
                    <a:xfrm rot="7200000">
                      <a:off x="5265196" y="3932619"/>
                      <a:ext cx="393192" cy="393192"/>
                      <a:chOff x="5354637" y="3446463"/>
                      <a:chExt cx="214313" cy="214313"/>
                    </a:xfrm>
                  </p:grpSpPr>
                  <p:sp>
                    <p:nvSpPr>
                      <p:cNvPr id="3778" name="Arc 3777">
                        <a:extLst>
                          <a:ext uri="{FF2B5EF4-FFF2-40B4-BE49-F238E27FC236}">
                            <a16:creationId xmlns:a16="http://schemas.microsoft.com/office/drawing/2014/main" id="{C17338E5-8ACE-9B97-0F7D-FF94F9CA72F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79" name="Arc 3778">
                        <a:extLst>
                          <a:ext uri="{FF2B5EF4-FFF2-40B4-BE49-F238E27FC236}">
                            <a16:creationId xmlns:a16="http://schemas.microsoft.com/office/drawing/2014/main" id="{455C7177-A099-1412-E4AE-A182F00AB4C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777" name="TextBox 3776">
                      <a:extLst>
                        <a:ext uri="{FF2B5EF4-FFF2-40B4-BE49-F238E27FC236}">
                          <a16:creationId xmlns:a16="http://schemas.microsoft.com/office/drawing/2014/main" id="{EBBB39A1-B451-4271-A01B-2BC2E9C46704}"/>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3751" name="Group 3750">
                    <a:extLst>
                      <a:ext uri="{FF2B5EF4-FFF2-40B4-BE49-F238E27FC236}">
                        <a16:creationId xmlns:a16="http://schemas.microsoft.com/office/drawing/2014/main" id="{4BD18422-D4F0-BBD8-B842-2C0CAD36BE64}"/>
                      </a:ext>
                    </a:extLst>
                  </p:cNvPr>
                  <p:cNvGrpSpPr/>
                  <p:nvPr/>
                </p:nvGrpSpPr>
                <p:grpSpPr>
                  <a:xfrm>
                    <a:off x="6512463" y="3525040"/>
                    <a:ext cx="393192" cy="393192"/>
                    <a:chOff x="6389147" y="3357021"/>
                    <a:chExt cx="393192" cy="393192"/>
                  </a:xfrm>
                </p:grpSpPr>
                <p:grpSp>
                  <p:nvGrpSpPr>
                    <p:cNvPr id="3763" name="Group 3762">
                      <a:extLst>
                        <a:ext uri="{FF2B5EF4-FFF2-40B4-BE49-F238E27FC236}">
                          <a16:creationId xmlns:a16="http://schemas.microsoft.com/office/drawing/2014/main" id="{B8242914-99A2-CBDB-2134-5B33C6D54B04}"/>
                        </a:ext>
                      </a:extLst>
                    </p:cNvPr>
                    <p:cNvGrpSpPr/>
                    <p:nvPr/>
                  </p:nvGrpSpPr>
                  <p:grpSpPr>
                    <a:xfrm rot="7200000" flipH="1">
                      <a:off x="6389147" y="3357021"/>
                      <a:ext cx="393192" cy="393192"/>
                      <a:chOff x="5354637" y="3446463"/>
                      <a:chExt cx="214313" cy="214313"/>
                    </a:xfrm>
                  </p:grpSpPr>
                  <p:sp>
                    <p:nvSpPr>
                      <p:cNvPr id="3772" name="Arc 3771">
                        <a:extLst>
                          <a:ext uri="{FF2B5EF4-FFF2-40B4-BE49-F238E27FC236}">
                            <a16:creationId xmlns:a16="http://schemas.microsoft.com/office/drawing/2014/main" id="{038CBE04-F2F6-0908-B542-1130118D042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73" name="Arc 3772">
                        <a:extLst>
                          <a:ext uri="{FF2B5EF4-FFF2-40B4-BE49-F238E27FC236}">
                            <a16:creationId xmlns:a16="http://schemas.microsoft.com/office/drawing/2014/main" id="{125F7FBD-6532-0025-1203-FD93EFA41B1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764" name="Group 3763">
                      <a:extLst>
                        <a:ext uri="{FF2B5EF4-FFF2-40B4-BE49-F238E27FC236}">
                          <a16:creationId xmlns:a16="http://schemas.microsoft.com/office/drawing/2014/main" id="{6B5FD9AC-2E02-97CB-568B-4B91F7DC87D1}"/>
                        </a:ext>
                      </a:extLst>
                    </p:cNvPr>
                    <p:cNvGrpSpPr/>
                    <p:nvPr/>
                  </p:nvGrpSpPr>
                  <p:grpSpPr>
                    <a:xfrm>
                      <a:off x="6434137" y="3402011"/>
                      <a:ext cx="303213" cy="303213"/>
                      <a:chOff x="6434137" y="3402011"/>
                      <a:chExt cx="303213" cy="303213"/>
                    </a:xfrm>
                  </p:grpSpPr>
                  <p:grpSp>
                    <p:nvGrpSpPr>
                      <p:cNvPr id="3765" name="Group 3764">
                        <a:extLst>
                          <a:ext uri="{FF2B5EF4-FFF2-40B4-BE49-F238E27FC236}">
                            <a16:creationId xmlns:a16="http://schemas.microsoft.com/office/drawing/2014/main" id="{B09A375F-9F1C-90F6-524D-095523B469FC}"/>
                          </a:ext>
                        </a:extLst>
                      </p:cNvPr>
                      <p:cNvGrpSpPr/>
                      <p:nvPr/>
                    </p:nvGrpSpPr>
                    <p:grpSpPr>
                      <a:xfrm flipH="1">
                        <a:off x="6478587" y="3446461"/>
                        <a:ext cx="214313" cy="214313"/>
                        <a:chOff x="5354637" y="3446463"/>
                        <a:chExt cx="214313" cy="214313"/>
                      </a:xfrm>
                    </p:grpSpPr>
                    <p:sp>
                      <p:nvSpPr>
                        <p:cNvPr id="3770" name="Arc 3769">
                          <a:extLst>
                            <a:ext uri="{FF2B5EF4-FFF2-40B4-BE49-F238E27FC236}">
                              <a16:creationId xmlns:a16="http://schemas.microsoft.com/office/drawing/2014/main" id="{14A47FE6-DCAC-9976-C2D9-D3311967945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71" name="Arc 3770">
                          <a:extLst>
                            <a:ext uri="{FF2B5EF4-FFF2-40B4-BE49-F238E27FC236}">
                              <a16:creationId xmlns:a16="http://schemas.microsoft.com/office/drawing/2014/main" id="{6C68E545-89E8-1CE5-9D38-0C5EDCEA1E9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766" name="Group 3765">
                        <a:extLst>
                          <a:ext uri="{FF2B5EF4-FFF2-40B4-BE49-F238E27FC236}">
                            <a16:creationId xmlns:a16="http://schemas.microsoft.com/office/drawing/2014/main" id="{B8DDA2D4-6C9A-A5AF-D18D-A24FBEC1EC57}"/>
                          </a:ext>
                        </a:extLst>
                      </p:cNvPr>
                      <p:cNvGrpSpPr/>
                      <p:nvPr/>
                    </p:nvGrpSpPr>
                    <p:grpSpPr>
                      <a:xfrm rot="14400000" flipH="1">
                        <a:off x="6434137" y="3402011"/>
                        <a:ext cx="303213" cy="303213"/>
                        <a:chOff x="5354637" y="3446463"/>
                        <a:chExt cx="214313" cy="214313"/>
                      </a:xfrm>
                    </p:grpSpPr>
                    <p:sp>
                      <p:nvSpPr>
                        <p:cNvPr id="3768" name="Arc 3767">
                          <a:extLst>
                            <a:ext uri="{FF2B5EF4-FFF2-40B4-BE49-F238E27FC236}">
                              <a16:creationId xmlns:a16="http://schemas.microsoft.com/office/drawing/2014/main" id="{61F5E179-B7EE-76DD-9D2E-E698BD77F51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69" name="Arc 3768">
                          <a:extLst>
                            <a:ext uri="{FF2B5EF4-FFF2-40B4-BE49-F238E27FC236}">
                              <a16:creationId xmlns:a16="http://schemas.microsoft.com/office/drawing/2014/main" id="{65849C67-7030-F029-C66A-34CD7C104E4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767" name="TextBox 3766">
                        <a:extLst>
                          <a:ext uri="{FF2B5EF4-FFF2-40B4-BE49-F238E27FC236}">
                            <a16:creationId xmlns:a16="http://schemas.microsoft.com/office/drawing/2014/main" id="{769BF6D4-BC37-9F26-F5B8-C3B4B28CE412}"/>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752" name="Group 3751">
                    <a:extLst>
                      <a:ext uri="{FF2B5EF4-FFF2-40B4-BE49-F238E27FC236}">
                        <a16:creationId xmlns:a16="http://schemas.microsoft.com/office/drawing/2014/main" id="{F01D489D-8E93-8519-966E-4F1B3932DF16}"/>
                      </a:ext>
                    </a:extLst>
                  </p:cNvPr>
                  <p:cNvGrpSpPr/>
                  <p:nvPr/>
                </p:nvGrpSpPr>
                <p:grpSpPr>
                  <a:xfrm>
                    <a:off x="6197413" y="3225768"/>
                    <a:ext cx="393192" cy="393192"/>
                    <a:chOff x="6389147" y="3932622"/>
                    <a:chExt cx="393192" cy="393192"/>
                  </a:xfrm>
                </p:grpSpPr>
                <p:grpSp>
                  <p:nvGrpSpPr>
                    <p:cNvPr id="3753" name="Group 3752">
                      <a:extLst>
                        <a:ext uri="{FF2B5EF4-FFF2-40B4-BE49-F238E27FC236}">
                          <a16:creationId xmlns:a16="http://schemas.microsoft.com/office/drawing/2014/main" id="{DF821CA9-838B-36F7-2D88-30A6D0976EDA}"/>
                        </a:ext>
                      </a:extLst>
                    </p:cNvPr>
                    <p:cNvGrpSpPr/>
                    <p:nvPr/>
                  </p:nvGrpSpPr>
                  <p:grpSpPr>
                    <a:xfrm flipH="1">
                      <a:off x="6478587" y="4022061"/>
                      <a:ext cx="214313" cy="214313"/>
                      <a:chOff x="5354637" y="3446463"/>
                      <a:chExt cx="214313" cy="214313"/>
                    </a:xfrm>
                  </p:grpSpPr>
                  <p:sp>
                    <p:nvSpPr>
                      <p:cNvPr id="3761" name="Arc 3760">
                        <a:extLst>
                          <a:ext uri="{FF2B5EF4-FFF2-40B4-BE49-F238E27FC236}">
                            <a16:creationId xmlns:a16="http://schemas.microsoft.com/office/drawing/2014/main" id="{3D94AA80-A8FA-E99F-41C2-6C987DD82EB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62" name="Arc 3761">
                        <a:extLst>
                          <a:ext uri="{FF2B5EF4-FFF2-40B4-BE49-F238E27FC236}">
                            <a16:creationId xmlns:a16="http://schemas.microsoft.com/office/drawing/2014/main" id="{4FCD7EE6-5A3D-C1E9-5EA1-992386BE321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754" name="Group 3753">
                      <a:extLst>
                        <a:ext uri="{FF2B5EF4-FFF2-40B4-BE49-F238E27FC236}">
                          <a16:creationId xmlns:a16="http://schemas.microsoft.com/office/drawing/2014/main" id="{BA6BE95E-A3BB-3BAA-EDED-7968954C4CBC}"/>
                        </a:ext>
                      </a:extLst>
                    </p:cNvPr>
                    <p:cNvGrpSpPr/>
                    <p:nvPr/>
                  </p:nvGrpSpPr>
                  <p:grpSpPr>
                    <a:xfrm rot="7200000" flipH="1">
                      <a:off x="6434137" y="3977611"/>
                      <a:ext cx="303213" cy="303213"/>
                      <a:chOff x="5354637" y="3446463"/>
                      <a:chExt cx="214313" cy="214313"/>
                    </a:xfrm>
                  </p:grpSpPr>
                  <p:sp>
                    <p:nvSpPr>
                      <p:cNvPr id="3759" name="Arc 3758">
                        <a:extLst>
                          <a:ext uri="{FF2B5EF4-FFF2-40B4-BE49-F238E27FC236}">
                            <a16:creationId xmlns:a16="http://schemas.microsoft.com/office/drawing/2014/main" id="{B364FACC-ED04-387B-F9D3-C40C0F9131C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60" name="Arc 3759">
                        <a:extLst>
                          <a:ext uri="{FF2B5EF4-FFF2-40B4-BE49-F238E27FC236}">
                            <a16:creationId xmlns:a16="http://schemas.microsoft.com/office/drawing/2014/main" id="{C8ED6864-E631-FFF1-EDBA-2068F98AFA5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755" name="Group 3754">
                      <a:extLst>
                        <a:ext uri="{FF2B5EF4-FFF2-40B4-BE49-F238E27FC236}">
                          <a16:creationId xmlns:a16="http://schemas.microsoft.com/office/drawing/2014/main" id="{720D1AF4-66BC-742B-5ADF-85F68E269D8D}"/>
                        </a:ext>
                      </a:extLst>
                    </p:cNvPr>
                    <p:cNvGrpSpPr/>
                    <p:nvPr/>
                  </p:nvGrpSpPr>
                  <p:grpSpPr>
                    <a:xfrm rot="14400000" flipH="1">
                      <a:off x="6389147" y="3932622"/>
                      <a:ext cx="393192" cy="393192"/>
                      <a:chOff x="5354637" y="3446463"/>
                      <a:chExt cx="214313" cy="214313"/>
                    </a:xfrm>
                  </p:grpSpPr>
                  <p:sp>
                    <p:nvSpPr>
                      <p:cNvPr id="3757" name="Arc 3756">
                        <a:extLst>
                          <a:ext uri="{FF2B5EF4-FFF2-40B4-BE49-F238E27FC236}">
                            <a16:creationId xmlns:a16="http://schemas.microsoft.com/office/drawing/2014/main" id="{702DF8F8-F62B-4271-CB4D-6C38A4FA2BB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58" name="Arc 3757">
                        <a:extLst>
                          <a:ext uri="{FF2B5EF4-FFF2-40B4-BE49-F238E27FC236}">
                            <a16:creationId xmlns:a16="http://schemas.microsoft.com/office/drawing/2014/main" id="{C62C64A5-1990-6C4B-627C-5D358245025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756" name="TextBox 3755">
                      <a:extLst>
                        <a:ext uri="{FF2B5EF4-FFF2-40B4-BE49-F238E27FC236}">
                          <a16:creationId xmlns:a16="http://schemas.microsoft.com/office/drawing/2014/main" id="{D2EB3388-ED18-6BC3-785B-D6A635FA39EB}"/>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3652" name="Group 3651">
                <a:extLst>
                  <a:ext uri="{FF2B5EF4-FFF2-40B4-BE49-F238E27FC236}">
                    <a16:creationId xmlns:a16="http://schemas.microsoft.com/office/drawing/2014/main" id="{4AEE4EAE-7408-836F-4D6B-34B9E60F65EA}"/>
                  </a:ext>
                </a:extLst>
              </p:cNvPr>
              <p:cNvGrpSpPr/>
              <p:nvPr/>
            </p:nvGrpSpPr>
            <p:grpSpPr>
              <a:xfrm>
                <a:off x="6065340" y="2039507"/>
                <a:ext cx="1643204" cy="1593124"/>
                <a:chOff x="5445106" y="2644743"/>
                <a:chExt cx="1643204" cy="1593124"/>
              </a:xfrm>
            </p:grpSpPr>
            <p:grpSp>
              <p:nvGrpSpPr>
                <p:cNvPr id="3653" name="Group 3652">
                  <a:extLst>
                    <a:ext uri="{FF2B5EF4-FFF2-40B4-BE49-F238E27FC236}">
                      <a16:creationId xmlns:a16="http://schemas.microsoft.com/office/drawing/2014/main" id="{1C0D259D-965A-88F5-3ACD-0BD33779CC37}"/>
                    </a:ext>
                  </a:extLst>
                </p:cNvPr>
                <p:cNvGrpSpPr/>
                <p:nvPr/>
              </p:nvGrpSpPr>
              <p:grpSpPr>
                <a:xfrm>
                  <a:off x="5445106" y="2644743"/>
                  <a:ext cx="1019224" cy="991639"/>
                  <a:chOff x="5886431" y="3225768"/>
                  <a:chExt cx="1019224" cy="991639"/>
                </a:xfrm>
              </p:grpSpPr>
              <p:grpSp>
                <p:nvGrpSpPr>
                  <p:cNvPr id="3701" name="Group 3700">
                    <a:extLst>
                      <a:ext uri="{FF2B5EF4-FFF2-40B4-BE49-F238E27FC236}">
                        <a16:creationId xmlns:a16="http://schemas.microsoft.com/office/drawing/2014/main" id="{AB518A4D-9F3D-0D65-29A5-984601FCF708}"/>
                      </a:ext>
                    </a:extLst>
                  </p:cNvPr>
                  <p:cNvGrpSpPr/>
                  <p:nvPr/>
                </p:nvGrpSpPr>
                <p:grpSpPr>
                  <a:xfrm>
                    <a:off x="6197413" y="3824215"/>
                    <a:ext cx="393192" cy="393192"/>
                    <a:chOff x="5265196" y="3357021"/>
                    <a:chExt cx="393192" cy="393192"/>
                  </a:xfrm>
                </p:grpSpPr>
                <p:grpSp>
                  <p:nvGrpSpPr>
                    <p:cNvPr id="3736" name="Group 3735">
                      <a:extLst>
                        <a:ext uri="{FF2B5EF4-FFF2-40B4-BE49-F238E27FC236}">
                          <a16:creationId xmlns:a16="http://schemas.microsoft.com/office/drawing/2014/main" id="{C0DC994B-ED23-262B-3477-3688BE4BC448}"/>
                        </a:ext>
                      </a:extLst>
                    </p:cNvPr>
                    <p:cNvGrpSpPr/>
                    <p:nvPr/>
                  </p:nvGrpSpPr>
                  <p:grpSpPr>
                    <a:xfrm rot="14400000">
                      <a:off x="5265196" y="3357021"/>
                      <a:ext cx="393192" cy="393192"/>
                      <a:chOff x="5354637" y="3446463"/>
                      <a:chExt cx="214313" cy="214313"/>
                    </a:xfrm>
                  </p:grpSpPr>
                  <p:sp>
                    <p:nvSpPr>
                      <p:cNvPr id="3745" name="Arc 3744">
                        <a:extLst>
                          <a:ext uri="{FF2B5EF4-FFF2-40B4-BE49-F238E27FC236}">
                            <a16:creationId xmlns:a16="http://schemas.microsoft.com/office/drawing/2014/main" id="{7F7C31C3-F645-68D9-DB30-5A3097D3AE0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46" name="Arc 3745">
                        <a:extLst>
                          <a:ext uri="{FF2B5EF4-FFF2-40B4-BE49-F238E27FC236}">
                            <a16:creationId xmlns:a16="http://schemas.microsoft.com/office/drawing/2014/main" id="{CD8964A4-FA7E-7D69-5EB9-ED7892A4450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737" name="Group 3736">
                      <a:extLst>
                        <a:ext uri="{FF2B5EF4-FFF2-40B4-BE49-F238E27FC236}">
                          <a16:creationId xmlns:a16="http://schemas.microsoft.com/office/drawing/2014/main" id="{FA2944BE-8F13-6A30-9C46-98AA84E71B3F}"/>
                        </a:ext>
                      </a:extLst>
                    </p:cNvPr>
                    <p:cNvGrpSpPr/>
                    <p:nvPr/>
                  </p:nvGrpSpPr>
                  <p:grpSpPr>
                    <a:xfrm>
                      <a:off x="5310186" y="3402011"/>
                      <a:ext cx="303213" cy="303213"/>
                      <a:chOff x="5310186" y="3402011"/>
                      <a:chExt cx="303213" cy="303213"/>
                    </a:xfrm>
                  </p:grpSpPr>
                  <p:grpSp>
                    <p:nvGrpSpPr>
                      <p:cNvPr id="3738" name="Group 3737">
                        <a:extLst>
                          <a:ext uri="{FF2B5EF4-FFF2-40B4-BE49-F238E27FC236}">
                            <a16:creationId xmlns:a16="http://schemas.microsoft.com/office/drawing/2014/main" id="{D6A75CEB-196A-FDCD-7E84-E79E56977DF3}"/>
                          </a:ext>
                        </a:extLst>
                      </p:cNvPr>
                      <p:cNvGrpSpPr/>
                      <p:nvPr/>
                    </p:nvGrpSpPr>
                    <p:grpSpPr>
                      <a:xfrm>
                        <a:off x="5354636" y="3446461"/>
                        <a:ext cx="214313" cy="214313"/>
                        <a:chOff x="5354637" y="3446463"/>
                        <a:chExt cx="214313" cy="214313"/>
                      </a:xfrm>
                    </p:grpSpPr>
                    <p:sp>
                      <p:nvSpPr>
                        <p:cNvPr id="3743" name="Arc 3742">
                          <a:extLst>
                            <a:ext uri="{FF2B5EF4-FFF2-40B4-BE49-F238E27FC236}">
                              <a16:creationId xmlns:a16="http://schemas.microsoft.com/office/drawing/2014/main" id="{460DF73C-ACE7-AFDD-16C1-98799D7AA99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44" name="Arc 3743">
                          <a:extLst>
                            <a:ext uri="{FF2B5EF4-FFF2-40B4-BE49-F238E27FC236}">
                              <a16:creationId xmlns:a16="http://schemas.microsoft.com/office/drawing/2014/main" id="{DFA5FB28-4F0F-913E-1CAE-AF9F7D26AA1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739" name="Group 3738">
                        <a:extLst>
                          <a:ext uri="{FF2B5EF4-FFF2-40B4-BE49-F238E27FC236}">
                            <a16:creationId xmlns:a16="http://schemas.microsoft.com/office/drawing/2014/main" id="{910A192D-BED5-81F3-A4F7-5182B64E52A8}"/>
                          </a:ext>
                        </a:extLst>
                      </p:cNvPr>
                      <p:cNvGrpSpPr/>
                      <p:nvPr/>
                    </p:nvGrpSpPr>
                    <p:grpSpPr>
                      <a:xfrm rot="7200000">
                        <a:off x="5310186" y="3402011"/>
                        <a:ext cx="303213" cy="303213"/>
                        <a:chOff x="5354637" y="3446463"/>
                        <a:chExt cx="214313" cy="214313"/>
                      </a:xfrm>
                    </p:grpSpPr>
                    <p:sp>
                      <p:nvSpPr>
                        <p:cNvPr id="3741" name="Arc 3740">
                          <a:extLst>
                            <a:ext uri="{FF2B5EF4-FFF2-40B4-BE49-F238E27FC236}">
                              <a16:creationId xmlns:a16="http://schemas.microsoft.com/office/drawing/2014/main" id="{07E0C0A6-5C25-E980-C9DB-E52D09D12A5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42" name="Arc 3741">
                          <a:extLst>
                            <a:ext uri="{FF2B5EF4-FFF2-40B4-BE49-F238E27FC236}">
                              <a16:creationId xmlns:a16="http://schemas.microsoft.com/office/drawing/2014/main" id="{C69985C8-C5B5-E17E-DA74-523C9ABEB5F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740" name="TextBox 3739">
                        <a:extLst>
                          <a:ext uri="{FF2B5EF4-FFF2-40B4-BE49-F238E27FC236}">
                            <a16:creationId xmlns:a16="http://schemas.microsoft.com/office/drawing/2014/main" id="{80966ACC-2E66-FF31-1069-128E1FF2817D}"/>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702" name="Group 3701">
                    <a:extLst>
                      <a:ext uri="{FF2B5EF4-FFF2-40B4-BE49-F238E27FC236}">
                        <a16:creationId xmlns:a16="http://schemas.microsoft.com/office/drawing/2014/main" id="{48E69464-E83F-6A7B-2F36-B7EBA005D4E1}"/>
                      </a:ext>
                    </a:extLst>
                  </p:cNvPr>
                  <p:cNvGrpSpPr/>
                  <p:nvPr/>
                </p:nvGrpSpPr>
                <p:grpSpPr>
                  <a:xfrm>
                    <a:off x="5886431" y="3525040"/>
                    <a:ext cx="393192" cy="393192"/>
                    <a:chOff x="5265196" y="3932619"/>
                    <a:chExt cx="393192" cy="393192"/>
                  </a:xfrm>
                </p:grpSpPr>
                <p:grpSp>
                  <p:nvGrpSpPr>
                    <p:cNvPr id="3726" name="Group 3725">
                      <a:extLst>
                        <a:ext uri="{FF2B5EF4-FFF2-40B4-BE49-F238E27FC236}">
                          <a16:creationId xmlns:a16="http://schemas.microsoft.com/office/drawing/2014/main" id="{51B74C85-A8D4-CEAA-CF44-FD2EFF95A0DF}"/>
                        </a:ext>
                      </a:extLst>
                    </p:cNvPr>
                    <p:cNvGrpSpPr/>
                    <p:nvPr/>
                  </p:nvGrpSpPr>
                  <p:grpSpPr>
                    <a:xfrm>
                      <a:off x="5354636" y="4022061"/>
                      <a:ext cx="214313" cy="214313"/>
                      <a:chOff x="5354637" y="3446463"/>
                      <a:chExt cx="214313" cy="214313"/>
                    </a:xfrm>
                  </p:grpSpPr>
                  <p:sp>
                    <p:nvSpPr>
                      <p:cNvPr id="3734" name="Arc 3733">
                        <a:extLst>
                          <a:ext uri="{FF2B5EF4-FFF2-40B4-BE49-F238E27FC236}">
                            <a16:creationId xmlns:a16="http://schemas.microsoft.com/office/drawing/2014/main" id="{44069091-98DB-237C-C56F-75D719621C9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35" name="Arc 3734">
                        <a:extLst>
                          <a:ext uri="{FF2B5EF4-FFF2-40B4-BE49-F238E27FC236}">
                            <a16:creationId xmlns:a16="http://schemas.microsoft.com/office/drawing/2014/main" id="{84692379-8568-AAE8-F193-872283BE82C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727" name="Group 3726">
                      <a:extLst>
                        <a:ext uri="{FF2B5EF4-FFF2-40B4-BE49-F238E27FC236}">
                          <a16:creationId xmlns:a16="http://schemas.microsoft.com/office/drawing/2014/main" id="{D0C651E2-D810-29B8-67FD-0026DA605D32}"/>
                        </a:ext>
                      </a:extLst>
                    </p:cNvPr>
                    <p:cNvGrpSpPr/>
                    <p:nvPr/>
                  </p:nvGrpSpPr>
                  <p:grpSpPr>
                    <a:xfrm rot="14400000">
                      <a:off x="5310186" y="3977611"/>
                      <a:ext cx="303213" cy="303213"/>
                      <a:chOff x="5354637" y="3446463"/>
                      <a:chExt cx="214313" cy="214313"/>
                    </a:xfrm>
                  </p:grpSpPr>
                  <p:sp>
                    <p:nvSpPr>
                      <p:cNvPr id="3732" name="Arc 3731">
                        <a:extLst>
                          <a:ext uri="{FF2B5EF4-FFF2-40B4-BE49-F238E27FC236}">
                            <a16:creationId xmlns:a16="http://schemas.microsoft.com/office/drawing/2014/main" id="{44026ABD-6AE1-914A-CE4B-F17F21F360F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33" name="Arc 3732">
                        <a:extLst>
                          <a:ext uri="{FF2B5EF4-FFF2-40B4-BE49-F238E27FC236}">
                            <a16:creationId xmlns:a16="http://schemas.microsoft.com/office/drawing/2014/main" id="{02FEB16D-0B9F-4D18-30D8-82D1B49A19F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728" name="Group 3727">
                      <a:extLst>
                        <a:ext uri="{FF2B5EF4-FFF2-40B4-BE49-F238E27FC236}">
                          <a16:creationId xmlns:a16="http://schemas.microsoft.com/office/drawing/2014/main" id="{1C44F80B-AFB3-F5EF-0F0F-7B4D413C4D9E}"/>
                        </a:ext>
                      </a:extLst>
                    </p:cNvPr>
                    <p:cNvGrpSpPr/>
                    <p:nvPr/>
                  </p:nvGrpSpPr>
                  <p:grpSpPr>
                    <a:xfrm rot="7200000">
                      <a:off x="5265196" y="3932619"/>
                      <a:ext cx="393192" cy="393192"/>
                      <a:chOff x="5354637" y="3446463"/>
                      <a:chExt cx="214313" cy="214313"/>
                    </a:xfrm>
                  </p:grpSpPr>
                  <p:sp>
                    <p:nvSpPr>
                      <p:cNvPr id="3730" name="Arc 3729">
                        <a:extLst>
                          <a:ext uri="{FF2B5EF4-FFF2-40B4-BE49-F238E27FC236}">
                            <a16:creationId xmlns:a16="http://schemas.microsoft.com/office/drawing/2014/main" id="{7C9C2360-7F49-2E4F-B999-E638174BBDB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31" name="Arc 3730">
                        <a:extLst>
                          <a:ext uri="{FF2B5EF4-FFF2-40B4-BE49-F238E27FC236}">
                            <a16:creationId xmlns:a16="http://schemas.microsoft.com/office/drawing/2014/main" id="{B6B3AFFC-7024-586C-B548-1EE2CD3C0A9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729" name="TextBox 3728">
                      <a:extLst>
                        <a:ext uri="{FF2B5EF4-FFF2-40B4-BE49-F238E27FC236}">
                          <a16:creationId xmlns:a16="http://schemas.microsoft.com/office/drawing/2014/main" id="{6665EC13-6995-E6C4-B782-1E39C5C511C8}"/>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3703" name="Group 3702">
                    <a:extLst>
                      <a:ext uri="{FF2B5EF4-FFF2-40B4-BE49-F238E27FC236}">
                        <a16:creationId xmlns:a16="http://schemas.microsoft.com/office/drawing/2014/main" id="{08BDD344-24EA-8E87-10EC-D03FAB754F8F}"/>
                      </a:ext>
                    </a:extLst>
                  </p:cNvPr>
                  <p:cNvGrpSpPr/>
                  <p:nvPr/>
                </p:nvGrpSpPr>
                <p:grpSpPr>
                  <a:xfrm>
                    <a:off x="6512463" y="3525040"/>
                    <a:ext cx="393192" cy="393192"/>
                    <a:chOff x="6389147" y="3357021"/>
                    <a:chExt cx="393192" cy="393192"/>
                  </a:xfrm>
                </p:grpSpPr>
                <p:grpSp>
                  <p:nvGrpSpPr>
                    <p:cNvPr id="3715" name="Group 3714">
                      <a:extLst>
                        <a:ext uri="{FF2B5EF4-FFF2-40B4-BE49-F238E27FC236}">
                          <a16:creationId xmlns:a16="http://schemas.microsoft.com/office/drawing/2014/main" id="{F848729C-CCD2-A586-5EAB-13B6330C661A}"/>
                        </a:ext>
                      </a:extLst>
                    </p:cNvPr>
                    <p:cNvGrpSpPr/>
                    <p:nvPr/>
                  </p:nvGrpSpPr>
                  <p:grpSpPr>
                    <a:xfrm rot="7200000" flipH="1">
                      <a:off x="6389147" y="3357021"/>
                      <a:ext cx="393192" cy="393192"/>
                      <a:chOff x="5354637" y="3446463"/>
                      <a:chExt cx="214313" cy="214313"/>
                    </a:xfrm>
                  </p:grpSpPr>
                  <p:sp>
                    <p:nvSpPr>
                      <p:cNvPr id="3724" name="Arc 3723">
                        <a:extLst>
                          <a:ext uri="{FF2B5EF4-FFF2-40B4-BE49-F238E27FC236}">
                            <a16:creationId xmlns:a16="http://schemas.microsoft.com/office/drawing/2014/main" id="{FA7EDFA1-2569-C0DF-52F4-280D0E760DE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25" name="Arc 3724">
                        <a:extLst>
                          <a:ext uri="{FF2B5EF4-FFF2-40B4-BE49-F238E27FC236}">
                            <a16:creationId xmlns:a16="http://schemas.microsoft.com/office/drawing/2014/main" id="{76BC965B-CC07-D241-F6AD-B23A5761667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716" name="Group 3715">
                      <a:extLst>
                        <a:ext uri="{FF2B5EF4-FFF2-40B4-BE49-F238E27FC236}">
                          <a16:creationId xmlns:a16="http://schemas.microsoft.com/office/drawing/2014/main" id="{1B9573F6-5B1D-7BD3-82BD-E79D32D2540B}"/>
                        </a:ext>
                      </a:extLst>
                    </p:cNvPr>
                    <p:cNvGrpSpPr/>
                    <p:nvPr/>
                  </p:nvGrpSpPr>
                  <p:grpSpPr>
                    <a:xfrm>
                      <a:off x="6434137" y="3402011"/>
                      <a:ext cx="303213" cy="303213"/>
                      <a:chOff x="6434137" y="3402011"/>
                      <a:chExt cx="303213" cy="303213"/>
                    </a:xfrm>
                  </p:grpSpPr>
                  <p:grpSp>
                    <p:nvGrpSpPr>
                      <p:cNvPr id="3717" name="Group 3716">
                        <a:extLst>
                          <a:ext uri="{FF2B5EF4-FFF2-40B4-BE49-F238E27FC236}">
                            <a16:creationId xmlns:a16="http://schemas.microsoft.com/office/drawing/2014/main" id="{D10ABF3B-F5BF-A7E4-B7D8-C1FE472BF0CF}"/>
                          </a:ext>
                        </a:extLst>
                      </p:cNvPr>
                      <p:cNvGrpSpPr/>
                      <p:nvPr/>
                    </p:nvGrpSpPr>
                    <p:grpSpPr>
                      <a:xfrm flipH="1">
                        <a:off x="6478587" y="3446461"/>
                        <a:ext cx="214313" cy="214313"/>
                        <a:chOff x="5354637" y="3446463"/>
                        <a:chExt cx="214313" cy="214313"/>
                      </a:xfrm>
                    </p:grpSpPr>
                    <p:sp>
                      <p:nvSpPr>
                        <p:cNvPr id="3722" name="Arc 3721">
                          <a:extLst>
                            <a:ext uri="{FF2B5EF4-FFF2-40B4-BE49-F238E27FC236}">
                              <a16:creationId xmlns:a16="http://schemas.microsoft.com/office/drawing/2014/main" id="{6B4C4B4D-6E84-5F2D-440A-310B5DE3B27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23" name="Arc 3722">
                          <a:extLst>
                            <a:ext uri="{FF2B5EF4-FFF2-40B4-BE49-F238E27FC236}">
                              <a16:creationId xmlns:a16="http://schemas.microsoft.com/office/drawing/2014/main" id="{CFB879C3-5452-54FC-B909-8D3DFF8A341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718" name="Group 3717">
                        <a:extLst>
                          <a:ext uri="{FF2B5EF4-FFF2-40B4-BE49-F238E27FC236}">
                            <a16:creationId xmlns:a16="http://schemas.microsoft.com/office/drawing/2014/main" id="{0C9E3EA5-522D-58BE-5F91-61C6C2064969}"/>
                          </a:ext>
                        </a:extLst>
                      </p:cNvPr>
                      <p:cNvGrpSpPr/>
                      <p:nvPr/>
                    </p:nvGrpSpPr>
                    <p:grpSpPr>
                      <a:xfrm rot="14400000" flipH="1">
                        <a:off x="6434137" y="3402011"/>
                        <a:ext cx="303213" cy="303213"/>
                        <a:chOff x="5354637" y="3446463"/>
                        <a:chExt cx="214313" cy="214313"/>
                      </a:xfrm>
                    </p:grpSpPr>
                    <p:sp>
                      <p:nvSpPr>
                        <p:cNvPr id="3720" name="Arc 3719">
                          <a:extLst>
                            <a:ext uri="{FF2B5EF4-FFF2-40B4-BE49-F238E27FC236}">
                              <a16:creationId xmlns:a16="http://schemas.microsoft.com/office/drawing/2014/main" id="{0256C303-DAB7-2837-3587-D8E4C93D570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21" name="Arc 3720">
                          <a:extLst>
                            <a:ext uri="{FF2B5EF4-FFF2-40B4-BE49-F238E27FC236}">
                              <a16:creationId xmlns:a16="http://schemas.microsoft.com/office/drawing/2014/main" id="{174EE0E7-C19F-3C34-671A-2846DBB443F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719" name="TextBox 3718">
                        <a:extLst>
                          <a:ext uri="{FF2B5EF4-FFF2-40B4-BE49-F238E27FC236}">
                            <a16:creationId xmlns:a16="http://schemas.microsoft.com/office/drawing/2014/main" id="{FC937730-BA7A-A6D0-4F78-5D5F5C91EF6D}"/>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704" name="Group 3703">
                    <a:extLst>
                      <a:ext uri="{FF2B5EF4-FFF2-40B4-BE49-F238E27FC236}">
                        <a16:creationId xmlns:a16="http://schemas.microsoft.com/office/drawing/2014/main" id="{EF1999A9-E477-AF21-E9A1-02957F842570}"/>
                      </a:ext>
                    </a:extLst>
                  </p:cNvPr>
                  <p:cNvGrpSpPr/>
                  <p:nvPr/>
                </p:nvGrpSpPr>
                <p:grpSpPr>
                  <a:xfrm>
                    <a:off x="6197413" y="3225768"/>
                    <a:ext cx="393192" cy="393192"/>
                    <a:chOff x="6389147" y="3932622"/>
                    <a:chExt cx="393192" cy="393192"/>
                  </a:xfrm>
                </p:grpSpPr>
                <p:grpSp>
                  <p:nvGrpSpPr>
                    <p:cNvPr id="3705" name="Group 3704">
                      <a:extLst>
                        <a:ext uri="{FF2B5EF4-FFF2-40B4-BE49-F238E27FC236}">
                          <a16:creationId xmlns:a16="http://schemas.microsoft.com/office/drawing/2014/main" id="{E06C21A4-4CF7-F46A-F897-176C3FF31A1E}"/>
                        </a:ext>
                      </a:extLst>
                    </p:cNvPr>
                    <p:cNvGrpSpPr/>
                    <p:nvPr/>
                  </p:nvGrpSpPr>
                  <p:grpSpPr>
                    <a:xfrm flipH="1">
                      <a:off x="6478587" y="4022061"/>
                      <a:ext cx="214313" cy="214313"/>
                      <a:chOff x="5354637" y="3446463"/>
                      <a:chExt cx="214313" cy="214313"/>
                    </a:xfrm>
                  </p:grpSpPr>
                  <p:sp>
                    <p:nvSpPr>
                      <p:cNvPr id="3713" name="Arc 3712">
                        <a:extLst>
                          <a:ext uri="{FF2B5EF4-FFF2-40B4-BE49-F238E27FC236}">
                            <a16:creationId xmlns:a16="http://schemas.microsoft.com/office/drawing/2014/main" id="{CFA71CE5-8388-588F-F640-BFA5A8FBC51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14" name="Arc 3713">
                        <a:extLst>
                          <a:ext uri="{FF2B5EF4-FFF2-40B4-BE49-F238E27FC236}">
                            <a16:creationId xmlns:a16="http://schemas.microsoft.com/office/drawing/2014/main" id="{2B621F07-8FD2-ECAC-706F-82436631E64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706" name="Group 3705">
                      <a:extLst>
                        <a:ext uri="{FF2B5EF4-FFF2-40B4-BE49-F238E27FC236}">
                          <a16:creationId xmlns:a16="http://schemas.microsoft.com/office/drawing/2014/main" id="{3DC378C4-2999-95BE-6730-DDABD17D8E69}"/>
                        </a:ext>
                      </a:extLst>
                    </p:cNvPr>
                    <p:cNvGrpSpPr/>
                    <p:nvPr/>
                  </p:nvGrpSpPr>
                  <p:grpSpPr>
                    <a:xfrm rot="7200000" flipH="1">
                      <a:off x="6434137" y="3977611"/>
                      <a:ext cx="303213" cy="303213"/>
                      <a:chOff x="5354637" y="3446463"/>
                      <a:chExt cx="214313" cy="214313"/>
                    </a:xfrm>
                  </p:grpSpPr>
                  <p:sp>
                    <p:nvSpPr>
                      <p:cNvPr id="3711" name="Arc 3710">
                        <a:extLst>
                          <a:ext uri="{FF2B5EF4-FFF2-40B4-BE49-F238E27FC236}">
                            <a16:creationId xmlns:a16="http://schemas.microsoft.com/office/drawing/2014/main" id="{D879C5AA-C6F5-317C-04B8-87959CEFD2F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12" name="Arc 3711">
                        <a:extLst>
                          <a:ext uri="{FF2B5EF4-FFF2-40B4-BE49-F238E27FC236}">
                            <a16:creationId xmlns:a16="http://schemas.microsoft.com/office/drawing/2014/main" id="{599031F8-92F9-B81F-679D-4FDF0AE3FD2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707" name="Group 3706">
                      <a:extLst>
                        <a:ext uri="{FF2B5EF4-FFF2-40B4-BE49-F238E27FC236}">
                          <a16:creationId xmlns:a16="http://schemas.microsoft.com/office/drawing/2014/main" id="{185A0718-DAC3-F737-76A5-0B024B939BB1}"/>
                        </a:ext>
                      </a:extLst>
                    </p:cNvPr>
                    <p:cNvGrpSpPr/>
                    <p:nvPr/>
                  </p:nvGrpSpPr>
                  <p:grpSpPr>
                    <a:xfrm rot="14400000" flipH="1">
                      <a:off x="6389147" y="3932622"/>
                      <a:ext cx="393192" cy="393192"/>
                      <a:chOff x="5354637" y="3446463"/>
                      <a:chExt cx="214313" cy="214313"/>
                    </a:xfrm>
                  </p:grpSpPr>
                  <p:sp>
                    <p:nvSpPr>
                      <p:cNvPr id="3709" name="Arc 3708">
                        <a:extLst>
                          <a:ext uri="{FF2B5EF4-FFF2-40B4-BE49-F238E27FC236}">
                            <a16:creationId xmlns:a16="http://schemas.microsoft.com/office/drawing/2014/main" id="{2DA8E0E6-0665-08C1-F23F-644A56D10D6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10" name="Arc 3709">
                        <a:extLst>
                          <a:ext uri="{FF2B5EF4-FFF2-40B4-BE49-F238E27FC236}">
                            <a16:creationId xmlns:a16="http://schemas.microsoft.com/office/drawing/2014/main" id="{52C206F7-0757-0172-8F25-8C278158F8C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708" name="TextBox 3707">
                      <a:extLst>
                        <a:ext uri="{FF2B5EF4-FFF2-40B4-BE49-F238E27FC236}">
                          <a16:creationId xmlns:a16="http://schemas.microsoft.com/office/drawing/2014/main" id="{B4480D15-C4B8-668D-4989-9BA12548A574}"/>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654" name="Group 3653">
                  <a:extLst>
                    <a:ext uri="{FF2B5EF4-FFF2-40B4-BE49-F238E27FC236}">
                      <a16:creationId xmlns:a16="http://schemas.microsoft.com/office/drawing/2014/main" id="{268F334B-4A83-D25A-5F38-F47CB0B12B22}"/>
                    </a:ext>
                  </a:extLst>
                </p:cNvPr>
                <p:cNvGrpSpPr/>
                <p:nvPr/>
              </p:nvGrpSpPr>
              <p:grpSpPr>
                <a:xfrm>
                  <a:off x="6069086" y="3246228"/>
                  <a:ext cx="1019224" cy="991639"/>
                  <a:chOff x="5886431" y="3225768"/>
                  <a:chExt cx="1019224" cy="991639"/>
                </a:xfrm>
              </p:grpSpPr>
              <p:grpSp>
                <p:nvGrpSpPr>
                  <p:cNvPr id="3655" name="Group 3654">
                    <a:extLst>
                      <a:ext uri="{FF2B5EF4-FFF2-40B4-BE49-F238E27FC236}">
                        <a16:creationId xmlns:a16="http://schemas.microsoft.com/office/drawing/2014/main" id="{8195B171-F825-6C6C-4518-08EDB3F3630F}"/>
                      </a:ext>
                    </a:extLst>
                  </p:cNvPr>
                  <p:cNvGrpSpPr/>
                  <p:nvPr/>
                </p:nvGrpSpPr>
                <p:grpSpPr>
                  <a:xfrm>
                    <a:off x="6197413" y="3824215"/>
                    <a:ext cx="393192" cy="393192"/>
                    <a:chOff x="5265196" y="3357021"/>
                    <a:chExt cx="393192" cy="393192"/>
                  </a:xfrm>
                </p:grpSpPr>
                <p:grpSp>
                  <p:nvGrpSpPr>
                    <p:cNvPr id="3690" name="Group 3689">
                      <a:extLst>
                        <a:ext uri="{FF2B5EF4-FFF2-40B4-BE49-F238E27FC236}">
                          <a16:creationId xmlns:a16="http://schemas.microsoft.com/office/drawing/2014/main" id="{6A4C02CB-D5F5-FF63-E7BE-D4F3F5B72022}"/>
                        </a:ext>
                      </a:extLst>
                    </p:cNvPr>
                    <p:cNvGrpSpPr/>
                    <p:nvPr/>
                  </p:nvGrpSpPr>
                  <p:grpSpPr>
                    <a:xfrm rot="14400000">
                      <a:off x="5265196" y="3357021"/>
                      <a:ext cx="393192" cy="393192"/>
                      <a:chOff x="5354637" y="3446463"/>
                      <a:chExt cx="214313" cy="214313"/>
                    </a:xfrm>
                  </p:grpSpPr>
                  <p:sp>
                    <p:nvSpPr>
                      <p:cNvPr id="3699" name="Arc 3698">
                        <a:extLst>
                          <a:ext uri="{FF2B5EF4-FFF2-40B4-BE49-F238E27FC236}">
                            <a16:creationId xmlns:a16="http://schemas.microsoft.com/office/drawing/2014/main" id="{2B4B79FB-079D-E607-80C1-130FAFD40D9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00" name="Arc 3699">
                        <a:extLst>
                          <a:ext uri="{FF2B5EF4-FFF2-40B4-BE49-F238E27FC236}">
                            <a16:creationId xmlns:a16="http://schemas.microsoft.com/office/drawing/2014/main" id="{1F970ECB-FD2E-0723-C2C4-D8B7239042A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691" name="Group 3690">
                      <a:extLst>
                        <a:ext uri="{FF2B5EF4-FFF2-40B4-BE49-F238E27FC236}">
                          <a16:creationId xmlns:a16="http://schemas.microsoft.com/office/drawing/2014/main" id="{4B6D9BAC-D177-67C2-4B0A-133F9BE47C69}"/>
                        </a:ext>
                      </a:extLst>
                    </p:cNvPr>
                    <p:cNvGrpSpPr/>
                    <p:nvPr/>
                  </p:nvGrpSpPr>
                  <p:grpSpPr>
                    <a:xfrm>
                      <a:off x="5310186" y="3402011"/>
                      <a:ext cx="303213" cy="303213"/>
                      <a:chOff x="5310186" y="3402011"/>
                      <a:chExt cx="303213" cy="303213"/>
                    </a:xfrm>
                  </p:grpSpPr>
                  <p:grpSp>
                    <p:nvGrpSpPr>
                      <p:cNvPr id="3692" name="Group 3691">
                        <a:extLst>
                          <a:ext uri="{FF2B5EF4-FFF2-40B4-BE49-F238E27FC236}">
                            <a16:creationId xmlns:a16="http://schemas.microsoft.com/office/drawing/2014/main" id="{A42677BF-523A-13AC-FCFD-1B00E7AF9AF9}"/>
                          </a:ext>
                        </a:extLst>
                      </p:cNvPr>
                      <p:cNvGrpSpPr/>
                      <p:nvPr/>
                    </p:nvGrpSpPr>
                    <p:grpSpPr>
                      <a:xfrm>
                        <a:off x="5354636" y="3446461"/>
                        <a:ext cx="214313" cy="214313"/>
                        <a:chOff x="5354637" y="3446463"/>
                        <a:chExt cx="214313" cy="214313"/>
                      </a:xfrm>
                    </p:grpSpPr>
                    <p:sp>
                      <p:nvSpPr>
                        <p:cNvPr id="3697" name="Arc 3696">
                          <a:extLst>
                            <a:ext uri="{FF2B5EF4-FFF2-40B4-BE49-F238E27FC236}">
                              <a16:creationId xmlns:a16="http://schemas.microsoft.com/office/drawing/2014/main" id="{ACEBD158-0D0D-D6CA-5F4D-4AA4FBA9E39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98" name="Arc 3697">
                          <a:extLst>
                            <a:ext uri="{FF2B5EF4-FFF2-40B4-BE49-F238E27FC236}">
                              <a16:creationId xmlns:a16="http://schemas.microsoft.com/office/drawing/2014/main" id="{B4B565DF-FBFE-F7DF-F6D7-129327E173B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693" name="Group 3692">
                        <a:extLst>
                          <a:ext uri="{FF2B5EF4-FFF2-40B4-BE49-F238E27FC236}">
                            <a16:creationId xmlns:a16="http://schemas.microsoft.com/office/drawing/2014/main" id="{D7F732BE-247F-7862-04FD-7C650D39DA14}"/>
                          </a:ext>
                        </a:extLst>
                      </p:cNvPr>
                      <p:cNvGrpSpPr/>
                      <p:nvPr/>
                    </p:nvGrpSpPr>
                    <p:grpSpPr>
                      <a:xfrm rot="7200000">
                        <a:off x="5310186" y="3402011"/>
                        <a:ext cx="303213" cy="303213"/>
                        <a:chOff x="5354637" y="3446463"/>
                        <a:chExt cx="214313" cy="214313"/>
                      </a:xfrm>
                    </p:grpSpPr>
                    <p:sp>
                      <p:nvSpPr>
                        <p:cNvPr id="3695" name="Arc 3694">
                          <a:extLst>
                            <a:ext uri="{FF2B5EF4-FFF2-40B4-BE49-F238E27FC236}">
                              <a16:creationId xmlns:a16="http://schemas.microsoft.com/office/drawing/2014/main" id="{11B48143-168D-E0CC-3312-A91C9E2FEB9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96" name="Arc 3695">
                          <a:extLst>
                            <a:ext uri="{FF2B5EF4-FFF2-40B4-BE49-F238E27FC236}">
                              <a16:creationId xmlns:a16="http://schemas.microsoft.com/office/drawing/2014/main" id="{17B271BE-D30A-889C-7CC7-2D57625B525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694" name="TextBox 3693">
                        <a:extLst>
                          <a:ext uri="{FF2B5EF4-FFF2-40B4-BE49-F238E27FC236}">
                            <a16:creationId xmlns:a16="http://schemas.microsoft.com/office/drawing/2014/main" id="{41C313B8-EB58-F281-F7DE-B547EDCB8506}"/>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656" name="Group 3655">
                    <a:extLst>
                      <a:ext uri="{FF2B5EF4-FFF2-40B4-BE49-F238E27FC236}">
                        <a16:creationId xmlns:a16="http://schemas.microsoft.com/office/drawing/2014/main" id="{75BABB60-7870-158A-61BC-F1BD628FDC45}"/>
                      </a:ext>
                    </a:extLst>
                  </p:cNvPr>
                  <p:cNvGrpSpPr/>
                  <p:nvPr/>
                </p:nvGrpSpPr>
                <p:grpSpPr>
                  <a:xfrm>
                    <a:off x="5886431" y="3525040"/>
                    <a:ext cx="393192" cy="393192"/>
                    <a:chOff x="5265196" y="3932619"/>
                    <a:chExt cx="393192" cy="393192"/>
                  </a:xfrm>
                </p:grpSpPr>
                <p:grpSp>
                  <p:nvGrpSpPr>
                    <p:cNvPr id="3680" name="Group 3679">
                      <a:extLst>
                        <a:ext uri="{FF2B5EF4-FFF2-40B4-BE49-F238E27FC236}">
                          <a16:creationId xmlns:a16="http://schemas.microsoft.com/office/drawing/2014/main" id="{A5796570-D08E-AAA5-354D-6B8C14E72858}"/>
                        </a:ext>
                      </a:extLst>
                    </p:cNvPr>
                    <p:cNvGrpSpPr/>
                    <p:nvPr/>
                  </p:nvGrpSpPr>
                  <p:grpSpPr>
                    <a:xfrm>
                      <a:off x="5354636" y="4022061"/>
                      <a:ext cx="214313" cy="214313"/>
                      <a:chOff x="5354637" y="3446463"/>
                      <a:chExt cx="214313" cy="214313"/>
                    </a:xfrm>
                  </p:grpSpPr>
                  <p:sp>
                    <p:nvSpPr>
                      <p:cNvPr id="3688" name="Arc 3687">
                        <a:extLst>
                          <a:ext uri="{FF2B5EF4-FFF2-40B4-BE49-F238E27FC236}">
                            <a16:creationId xmlns:a16="http://schemas.microsoft.com/office/drawing/2014/main" id="{A1DFA692-D804-A343-D9A9-CD6058B1658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89" name="Arc 3688">
                        <a:extLst>
                          <a:ext uri="{FF2B5EF4-FFF2-40B4-BE49-F238E27FC236}">
                            <a16:creationId xmlns:a16="http://schemas.microsoft.com/office/drawing/2014/main" id="{384F478D-FDBC-539B-16B7-81B287811D5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681" name="Group 3680">
                      <a:extLst>
                        <a:ext uri="{FF2B5EF4-FFF2-40B4-BE49-F238E27FC236}">
                          <a16:creationId xmlns:a16="http://schemas.microsoft.com/office/drawing/2014/main" id="{A7E9511C-3055-06AA-1A76-FDE0E37F3340}"/>
                        </a:ext>
                      </a:extLst>
                    </p:cNvPr>
                    <p:cNvGrpSpPr/>
                    <p:nvPr/>
                  </p:nvGrpSpPr>
                  <p:grpSpPr>
                    <a:xfrm rot="14400000">
                      <a:off x="5310186" y="3977611"/>
                      <a:ext cx="303213" cy="303213"/>
                      <a:chOff x="5354637" y="3446463"/>
                      <a:chExt cx="214313" cy="214313"/>
                    </a:xfrm>
                  </p:grpSpPr>
                  <p:sp>
                    <p:nvSpPr>
                      <p:cNvPr id="3686" name="Arc 3685">
                        <a:extLst>
                          <a:ext uri="{FF2B5EF4-FFF2-40B4-BE49-F238E27FC236}">
                            <a16:creationId xmlns:a16="http://schemas.microsoft.com/office/drawing/2014/main" id="{32FF56E0-D633-B33A-00F0-F4082AE6CF3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87" name="Arc 3686">
                        <a:extLst>
                          <a:ext uri="{FF2B5EF4-FFF2-40B4-BE49-F238E27FC236}">
                            <a16:creationId xmlns:a16="http://schemas.microsoft.com/office/drawing/2014/main" id="{07B293AD-9F86-D600-AB22-18F9AD99E3B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682" name="Group 3681">
                      <a:extLst>
                        <a:ext uri="{FF2B5EF4-FFF2-40B4-BE49-F238E27FC236}">
                          <a16:creationId xmlns:a16="http://schemas.microsoft.com/office/drawing/2014/main" id="{4C72C927-FF6A-C8A3-452D-E61A27384348}"/>
                        </a:ext>
                      </a:extLst>
                    </p:cNvPr>
                    <p:cNvGrpSpPr/>
                    <p:nvPr/>
                  </p:nvGrpSpPr>
                  <p:grpSpPr>
                    <a:xfrm rot="7200000">
                      <a:off x="5265196" y="3932619"/>
                      <a:ext cx="393192" cy="393192"/>
                      <a:chOff x="5354637" y="3446463"/>
                      <a:chExt cx="214313" cy="214313"/>
                    </a:xfrm>
                  </p:grpSpPr>
                  <p:sp>
                    <p:nvSpPr>
                      <p:cNvPr id="3684" name="Arc 3683">
                        <a:extLst>
                          <a:ext uri="{FF2B5EF4-FFF2-40B4-BE49-F238E27FC236}">
                            <a16:creationId xmlns:a16="http://schemas.microsoft.com/office/drawing/2014/main" id="{BCC6ABBD-6B55-8FAF-B4D1-711FBA9FF75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85" name="Arc 3684">
                        <a:extLst>
                          <a:ext uri="{FF2B5EF4-FFF2-40B4-BE49-F238E27FC236}">
                            <a16:creationId xmlns:a16="http://schemas.microsoft.com/office/drawing/2014/main" id="{7540F327-D91D-2E5A-90D4-EB40F4A43F4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683" name="TextBox 3682">
                      <a:extLst>
                        <a:ext uri="{FF2B5EF4-FFF2-40B4-BE49-F238E27FC236}">
                          <a16:creationId xmlns:a16="http://schemas.microsoft.com/office/drawing/2014/main" id="{7C358CC6-69AC-EA1A-20DC-0CB0E02C45C9}"/>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3657" name="Group 3656">
                    <a:extLst>
                      <a:ext uri="{FF2B5EF4-FFF2-40B4-BE49-F238E27FC236}">
                        <a16:creationId xmlns:a16="http://schemas.microsoft.com/office/drawing/2014/main" id="{9F0CF523-BF22-24F8-EA10-101C5744084A}"/>
                      </a:ext>
                    </a:extLst>
                  </p:cNvPr>
                  <p:cNvGrpSpPr/>
                  <p:nvPr/>
                </p:nvGrpSpPr>
                <p:grpSpPr>
                  <a:xfrm>
                    <a:off x="6512463" y="3525040"/>
                    <a:ext cx="393192" cy="393192"/>
                    <a:chOff x="6389147" y="3357021"/>
                    <a:chExt cx="393192" cy="393192"/>
                  </a:xfrm>
                </p:grpSpPr>
                <p:grpSp>
                  <p:nvGrpSpPr>
                    <p:cNvPr id="3669" name="Group 3668">
                      <a:extLst>
                        <a:ext uri="{FF2B5EF4-FFF2-40B4-BE49-F238E27FC236}">
                          <a16:creationId xmlns:a16="http://schemas.microsoft.com/office/drawing/2014/main" id="{C0F32D27-2A41-155E-519F-41143C07CD08}"/>
                        </a:ext>
                      </a:extLst>
                    </p:cNvPr>
                    <p:cNvGrpSpPr/>
                    <p:nvPr/>
                  </p:nvGrpSpPr>
                  <p:grpSpPr>
                    <a:xfrm rot="7200000" flipH="1">
                      <a:off x="6389147" y="3357021"/>
                      <a:ext cx="393192" cy="393192"/>
                      <a:chOff x="5354637" y="3446463"/>
                      <a:chExt cx="214313" cy="214313"/>
                    </a:xfrm>
                  </p:grpSpPr>
                  <p:sp>
                    <p:nvSpPr>
                      <p:cNvPr id="3678" name="Arc 3677">
                        <a:extLst>
                          <a:ext uri="{FF2B5EF4-FFF2-40B4-BE49-F238E27FC236}">
                            <a16:creationId xmlns:a16="http://schemas.microsoft.com/office/drawing/2014/main" id="{77E40702-14FE-60A7-BFB6-4B1C7EA7B5E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79" name="Arc 3678">
                        <a:extLst>
                          <a:ext uri="{FF2B5EF4-FFF2-40B4-BE49-F238E27FC236}">
                            <a16:creationId xmlns:a16="http://schemas.microsoft.com/office/drawing/2014/main" id="{E0520AAF-A9FE-D9AE-5157-70D81EC3986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670" name="Group 3669">
                      <a:extLst>
                        <a:ext uri="{FF2B5EF4-FFF2-40B4-BE49-F238E27FC236}">
                          <a16:creationId xmlns:a16="http://schemas.microsoft.com/office/drawing/2014/main" id="{00E997D7-6153-210C-8D88-C3C3847EFCBA}"/>
                        </a:ext>
                      </a:extLst>
                    </p:cNvPr>
                    <p:cNvGrpSpPr/>
                    <p:nvPr/>
                  </p:nvGrpSpPr>
                  <p:grpSpPr>
                    <a:xfrm>
                      <a:off x="6434137" y="3402011"/>
                      <a:ext cx="303213" cy="303213"/>
                      <a:chOff x="6434137" y="3402011"/>
                      <a:chExt cx="303213" cy="303213"/>
                    </a:xfrm>
                  </p:grpSpPr>
                  <p:grpSp>
                    <p:nvGrpSpPr>
                      <p:cNvPr id="3671" name="Group 3670">
                        <a:extLst>
                          <a:ext uri="{FF2B5EF4-FFF2-40B4-BE49-F238E27FC236}">
                            <a16:creationId xmlns:a16="http://schemas.microsoft.com/office/drawing/2014/main" id="{2AB9DD86-07A5-F8ED-684A-4AB80AC1A95B}"/>
                          </a:ext>
                        </a:extLst>
                      </p:cNvPr>
                      <p:cNvGrpSpPr/>
                      <p:nvPr/>
                    </p:nvGrpSpPr>
                    <p:grpSpPr>
                      <a:xfrm flipH="1">
                        <a:off x="6478587" y="3446461"/>
                        <a:ext cx="214313" cy="214313"/>
                        <a:chOff x="5354637" y="3446463"/>
                        <a:chExt cx="214313" cy="214313"/>
                      </a:xfrm>
                    </p:grpSpPr>
                    <p:sp>
                      <p:nvSpPr>
                        <p:cNvPr id="3676" name="Arc 3675">
                          <a:extLst>
                            <a:ext uri="{FF2B5EF4-FFF2-40B4-BE49-F238E27FC236}">
                              <a16:creationId xmlns:a16="http://schemas.microsoft.com/office/drawing/2014/main" id="{0F00B492-0EE8-4D9C-7487-926878F53ED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77" name="Arc 3676">
                          <a:extLst>
                            <a:ext uri="{FF2B5EF4-FFF2-40B4-BE49-F238E27FC236}">
                              <a16:creationId xmlns:a16="http://schemas.microsoft.com/office/drawing/2014/main" id="{E49BCF00-2EEF-5A86-FEDB-D43EC256A46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672" name="Group 3671">
                        <a:extLst>
                          <a:ext uri="{FF2B5EF4-FFF2-40B4-BE49-F238E27FC236}">
                            <a16:creationId xmlns:a16="http://schemas.microsoft.com/office/drawing/2014/main" id="{227BFC4E-71DC-343B-D5B0-E8BAC77DD9ED}"/>
                          </a:ext>
                        </a:extLst>
                      </p:cNvPr>
                      <p:cNvGrpSpPr/>
                      <p:nvPr/>
                    </p:nvGrpSpPr>
                    <p:grpSpPr>
                      <a:xfrm rot="14400000" flipH="1">
                        <a:off x="6434137" y="3402011"/>
                        <a:ext cx="303213" cy="303213"/>
                        <a:chOff x="5354637" y="3446463"/>
                        <a:chExt cx="214313" cy="214313"/>
                      </a:xfrm>
                    </p:grpSpPr>
                    <p:sp>
                      <p:nvSpPr>
                        <p:cNvPr id="3674" name="Arc 3673">
                          <a:extLst>
                            <a:ext uri="{FF2B5EF4-FFF2-40B4-BE49-F238E27FC236}">
                              <a16:creationId xmlns:a16="http://schemas.microsoft.com/office/drawing/2014/main" id="{AA0B496C-93EC-B34B-2487-A1800110477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75" name="Arc 3674">
                          <a:extLst>
                            <a:ext uri="{FF2B5EF4-FFF2-40B4-BE49-F238E27FC236}">
                              <a16:creationId xmlns:a16="http://schemas.microsoft.com/office/drawing/2014/main" id="{2D9AC477-09FC-C516-BBE7-3FF29E01CD0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673" name="TextBox 3672">
                        <a:extLst>
                          <a:ext uri="{FF2B5EF4-FFF2-40B4-BE49-F238E27FC236}">
                            <a16:creationId xmlns:a16="http://schemas.microsoft.com/office/drawing/2014/main" id="{9AEC5FF5-5B03-2FC4-BA5D-C47AC4AFFBB4}"/>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658" name="Group 3657">
                    <a:extLst>
                      <a:ext uri="{FF2B5EF4-FFF2-40B4-BE49-F238E27FC236}">
                        <a16:creationId xmlns:a16="http://schemas.microsoft.com/office/drawing/2014/main" id="{F3F0CF6D-6AED-25BB-2007-6D72897D4FA8}"/>
                      </a:ext>
                    </a:extLst>
                  </p:cNvPr>
                  <p:cNvGrpSpPr/>
                  <p:nvPr/>
                </p:nvGrpSpPr>
                <p:grpSpPr>
                  <a:xfrm>
                    <a:off x="6197413" y="3225768"/>
                    <a:ext cx="393192" cy="393192"/>
                    <a:chOff x="6389147" y="3932622"/>
                    <a:chExt cx="393192" cy="393192"/>
                  </a:xfrm>
                </p:grpSpPr>
                <p:grpSp>
                  <p:nvGrpSpPr>
                    <p:cNvPr id="3659" name="Group 3658">
                      <a:extLst>
                        <a:ext uri="{FF2B5EF4-FFF2-40B4-BE49-F238E27FC236}">
                          <a16:creationId xmlns:a16="http://schemas.microsoft.com/office/drawing/2014/main" id="{F2B771DF-567B-5767-77B5-9240B207651B}"/>
                        </a:ext>
                      </a:extLst>
                    </p:cNvPr>
                    <p:cNvGrpSpPr/>
                    <p:nvPr/>
                  </p:nvGrpSpPr>
                  <p:grpSpPr>
                    <a:xfrm flipH="1">
                      <a:off x="6478587" y="4022061"/>
                      <a:ext cx="214313" cy="214313"/>
                      <a:chOff x="5354637" y="3446463"/>
                      <a:chExt cx="214313" cy="214313"/>
                    </a:xfrm>
                  </p:grpSpPr>
                  <p:sp>
                    <p:nvSpPr>
                      <p:cNvPr id="3667" name="Arc 3666">
                        <a:extLst>
                          <a:ext uri="{FF2B5EF4-FFF2-40B4-BE49-F238E27FC236}">
                            <a16:creationId xmlns:a16="http://schemas.microsoft.com/office/drawing/2014/main" id="{0D7388C6-6962-C4DA-7DB0-91BD2B67F11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68" name="Arc 3667">
                        <a:extLst>
                          <a:ext uri="{FF2B5EF4-FFF2-40B4-BE49-F238E27FC236}">
                            <a16:creationId xmlns:a16="http://schemas.microsoft.com/office/drawing/2014/main" id="{116ABE4C-BAC1-366D-E244-E2C5F98357C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660" name="Group 3659">
                      <a:extLst>
                        <a:ext uri="{FF2B5EF4-FFF2-40B4-BE49-F238E27FC236}">
                          <a16:creationId xmlns:a16="http://schemas.microsoft.com/office/drawing/2014/main" id="{2A75F112-87FE-3951-229C-80ECBE9DF5D5}"/>
                        </a:ext>
                      </a:extLst>
                    </p:cNvPr>
                    <p:cNvGrpSpPr/>
                    <p:nvPr/>
                  </p:nvGrpSpPr>
                  <p:grpSpPr>
                    <a:xfrm rot="7200000" flipH="1">
                      <a:off x="6434137" y="3977611"/>
                      <a:ext cx="303213" cy="303213"/>
                      <a:chOff x="5354637" y="3446463"/>
                      <a:chExt cx="214313" cy="214313"/>
                    </a:xfrm>
                  </p:grpSpPr>
                  <p:sp>
                    <p:nvSpPr>
                      <p:cNvPr id="3665" name="Arc 3664">
                        <a:extLst>
                          <a:ext uri="{FF2B5EF4-FFF2-40B4-BE49-F238E27FC236}">
                            <a16:creationId xmlns:a16="http://schemas.microsoft.com/office/drawing/2014/main" id="{F3515F29-E08C-4907-7389-11246D47876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66" name="Arc 3665">
                        <a:extLst>
                          <a:ext uri="{FF2B5EF4-FFF2-40B4-BE49-F238E27FC236}">
                            <a16:creationId xmlns:a16="http://schemas.microsoft.com/office/drawing/2014/main" id="{9E7D9E59-BF63-B8AE-A644-15F96840B6B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661" name="Group 3660">
                      <a:extLst>
                        <a:ext uri="{FF2B5EF4-FFF2-40B4-BE49-F238E27FC236}">
                          <a16:creationId xmlns:a16="http://schemas.microsoft.com/office/drawing/2014/main" id="{B6009271-E6E7-D498-F881-6E5F98B9900F}"/>
                        </a:ext>
                      </a:extLst>
                    </p:cNvPr>
                    <p:cNvGrpSpPr/>
                    <p:nvPr/>
                  </p:nvGrpSpPr>
                  <p:grpSpPr>
                    <a:xfrm rot="14400000" flipH="1">
                      <a:off x="6389147" y="3932622"/>
                      <a:ext cx="393192" cy="393192"/>
                      <a:chOff x="5354637" y="3446463"/>
                      <a:chExt cx="214313" cy="214313"/>
                    </a:xfrm>
                  </p:grpSpPr>
                  <p:sp>
                    <p:nvSpPr>
                      <p:cNvPr id="3663" name="Arc 3662">
                        <a:extLst>
                          <a:ext uri="{FF2B5EF4-FFF2-40B4-BE49-F238E27FC236}">
                            <a16:creationId xmlns:a16="http://schemas.microsoft.com/office/drawing/2014/main" id="{33B999B9-8218-9A83-C346-D66254853FD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64" name="Arc 3663">
                        <a:extLst>
                          <a:ext uri="{FF2B5EF4-FFF2-40B4-BE49-F238E27FC236}">
                            <a16:creationId xmlns:a16="http://schemas.microsoft.com/office/drawing/2014/main" id="{52514ED4-238E-8C71-4B39-CE5CC0C9620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662" name="TextBox 3661">
                      <a:extLst>
                        <a:ext uri="{FF2B5EF4-FFF2-40B4-BE49-F238E27FC236}">
                          <a16:creationId xmlns:a16="http://schemas.microsoft.com/office/drawing/2014/main" id="{4976CF02-4158-AE0F-22CE-2AA044BF7B93}"/>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3078" name="Group 3077">
              <a:extLst>
                <a:ext uri="{FF2B5EF4-FFF2-40B4-BE49-F238E27FC236}">
                  <a16:creationId xmlns:a16="http://schemas.microsoft.com/office/drawing/2014/main" id="{4931DFBA-8A8F-AEE9-EAA4-853F14D37C78}"/>
                </a:ext>
              </a:extLst>
            </p:cNvPr>
            <p:cNvGrpSpPr/>
            <p:nvPr/>
          </p:nvGrpSpPr>
          <p:grpSpPr>
            <a:xfrm>
              <a:off x="-111183" y="663612"/>
              <a:ext cx="2263438" cy="2198360"/>
              <a:chOff x="5445106" y="2039507"/>
              <a:chExt cx="2263438" cy="2198360"/>
            </a:xfrm>
          </p:grpSpPr>
          <p:grpSp>
            <p:nvGrpSpPr>
              <p:cNvPr id="3461" name="Group 3460">
                <a:extLst>
                  <a:ext uri="{FF2B5EF4-FFF2-40B4-BE49-F238E27FC236}">
                    <a16:creationId xmlns:a16="http://schemas.microsoft.com/office/drawing/2014/main" id="{FB1A756E-DE2E-13EF-4718-E49D9C83E151}"/>
                  </a:ext>
                </a:extLst>
              </p:cNvPr>
              <p:cNvGrpSpPr/>
              <p:nvPr/>
            </p:nvGrpSpPr>
            <p:grpSpPr>
              <a:xfrm>
                <a:off x="5445106" y="2644743"/>
                <a:ext cx="1643204" cy="1593124"/>
                <a:chOff x="5445106" y="2644743"/>
                <a:chExt cx="1643204" cy="1593124"/>
              </a:xfrm>
            </p:grpSpPr>
            <p:grpSp>
              <p:nvGrpSpPr>
                <p:cNvPr id="3557" name="Group 3556">
                  <a:extLst>
                    <a:ext uri="{FF2B5EF4-FFF2-40B4-BE49-F238E27FC236}">
                      <a16:creationId xmlns:a16="http://schemas.microsoft.com/office/drawing/2014/main" id="{9A1965DB-067D-D64C-18CE-D806E0A1CB60}"/>
                    </a:ext>
                  </a:extLst>
                </p:cNvPr>
                <p:cNvGrpSpPr/>
                <p:nvPr/>
              </p:nvGrpSpPr>
              <p:grpSpPr>
                <a:xfrm>
                  <a:off x="5445106" y="2644743"/>
                  <a:ext cx="1019224" cy="991639"/>
                  <a:chOff x="5886431" y="3225768"/>
                  <a:chExt cx="1019224" cy="991639"/>
                </a:xfrm>
              </p:grpSpPr>
              <p:grpSp>
                <p:nvGrpSpPr>
                  <p:cNvPr id="3605" name="Group 3604">
                    <a:extLst>
                      <a:ext uri="{FF2B5EF4-FFF2-40B4-BE49-F238E27FC236}">
                        <a16:creationId xmlns:a16="http://schemas.microsoft.com/office/drawing/2014/main" id="{035CCC52-D3A2-25B2-7699-8D3DDE96E6A8}"/>
                      </a:ext>
                    </a:extLst>
                  </p:cNvPr>
                  <p:cNvGrpSpPr/>
                  <p:nvPr/>
                </p:nvGrpSpPr>
                <p:grpSpPr>
                  <a:xfrm>
                    <a:off x="6197413" y="3824215"/>
                    <a:ext cx="393192" cy="393192"/>
                    <a:chOff x="5265196" y="3357021"/>
                    <a:chExt cx="393192" cy="393192"/>
                  </a:xfrm>
                </p:grpSpPr>
                <p:grpSp>
                  <p:nvGrpSpPr>
                    <p:cNvPr id="3640" name="Group 3639">
                      <a:extLst>
                        <a:ext uri="{FF2B5EF4-FFF2-40B4-BE49-F238E27FC236}">
                          <a16:creationId xmlns:a16="http://schemas.microsoft.com/office/drawing/2014/main" id="{DFB8762F-7143-9C1E-9D1B-63F7FBDC7634}"/>
                        </a:ext>
                      </a:extLst>
                    </p:cNvPr>
                    <p:cNvGrpSpPr/>
                    <p:nvPr/>
                  </p:nvGrpSpPr>
                  <p:grpSpPr>
                    <a:xfrm rot="14400000">
                      <a:off x="5265196" y="3357021"/>
                      <a:ext cx="393192" cy="393192"/>
                      <a:chOff x="5354637" y="3446463"/>
                      <a:chExt cx="214313" cy="214313"/>
                    </a:xfrm>
                  </p:grpSpPr>
                  <p:sp>
                    <p:nvSpPr>
                      <p:cNvPr id="3649" name="Arc 3648">
                        <a:extLst>
                          <a:ext uri="{FF2B5EF4-FFF2-40B4-BE49-F238E27FC236}">
                            <a16:creationId xmlns:a16="http://schemas.microsoft.com/office/drawing/2014/main" id="{87B89386-6841-75BF-CD51-FBF3042431F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50" name="Arc 3649">
                        <a:extLst>
                          <a:ext uri="{FF2B5EF4-FFF2-40B4-BE49-F238E27FC236}">
                            <a16:creationId xmlns:a16="http://schemas.microsoft.com/office/drawing/2014/main" id="{28DBB2F6-A6DC-B256-E568-9B29CDBDB85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641" name="Group 3640">
                      <a:extLst>
                        <a:ext uri="{FF2B5EF4-FFF2-40B4-BE49-F238E27FC236}">
                          <a16:creationId xmlns:a16="http://schemas.microsoft.com/office/drawing/2014/main" id="{822635CE-1FE5-630C-B209-DF563D76BA62}"/>
                        </a:ext>
                      </a:extLst>
                    </p:cNvPr>
                    <p:cNvGrpSpPr/>
                    <p:nvPr/>
                  </p:nvGrpSpPr>
                  <p:grpSpPr>
                    <a:xfrm>
                      <a:off x="5310186" y="3402011"/>
                      <a:ext cx="303213" cy="303213"/>
                      <a:chOff x="5310186" y="3402011"/>
                      <a:chExt cx="303213" cy="303213"/>
                    </a:xfrm>
                  </p:grpSpPr>
                  <p:grpSp>
                    <p:nvGrpSpPr>
                      <p:cNvPr id="3642" name="Group 3641">
                        <a:extLst>
                          <a:ext uri="{FF2B5EF4-FFF2-40B4-BE49-F238E27FC236}">
                            <a16:creationId xmlns:a16="http://schemas.microsoft.com/office/drawing/2014/main" id="{E4F13BD1-3E86-CA31-FF21-AF234C96D69A}"/>
                          </a:ext>
                        </a:extLst>
                      </p:cNvPr>
                      <p:cNvGrpSpPr/>
                      <p:nvPr/>
                    </p:nvGrpSpPr>
                    <p:grpSpPr>
                      <a:xfrm>
                        <a:off x="5354636" y="3446461"/>
                        <a:ext cx="214313" cy="214313"/>
                        <a:chOff x="5354637" y="3446463"/>
                        <a:chExt cx="214313" cy="214313"/>
                      </a:xfrm>
                    </p:grpSpPr>
                    <p:sp>
                      <p:nvSpPr>
                        <p:cNvPr id="3647" name="Arc 3646">
                          <a:extLst>
                            <a:ext uri="{FF2B5EF4-FFF2-40B4-BE49-F238E27FC236}">
                              <a16:creationId xmlns:a16="http://schemas.microsoft.com/office/drawing/2014/main" id="{5249E225-517E-7921-FCCC-D54CE05E07D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48" name="Arc 3647">
                          <a:extLst>
                            <a:ext uri="{FF2B5EF4-FFF2-40B4-BE49-F238E27FC236}">
                              <a16:creationId xmlns:a16="http://schemas.microsoft.com/office/drawing/2014/main" id="{EADFBFAD-28C8-486A-73FE-6C95F822210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643" name="Group 3642">
                        <a:extLst>
                          <a:ext uri="{FF2B5EF4-FFF2-40B4-BE49-F238E27FC236}">
                            <a16:creationId xmlns:a16="http://schemas.microsoft.com/office/drawing/2014/main" id="{4E709384-562D-6CCD-5A2F-AA3F7D25D193}"/>
                          </a:ext>
                        </a:extLst>
                      </p:cNvPr>
                      <p:cNvGrpSpPr/>
                      <p:nvPr/>
                    </p:nvGrpSpPr>
                    <p:grpSpPr>
                      <a:xfrm rot="7200000">
                        <a:off x="5310186" y="3402011"/>
                        <a:ext cx="303213" cy="303213"/>
                        <a:chOff x="5354637" y="3446463"/>
                        <a:chExt cx="214313" cy="214313"/>
                      </a:xfrm>
                    </p:grpSpPr>
                    <p:sp>
                      <p:nvSpPr>
                        <p:cNvPr id="3645" name="Arc 3644">
                          <a:extLst>
                            <a:ext uri="{FF2B5EF4-FFF2-40B4-BE49-F238E27FC236}">
                              <a16:creationId xmlns:a16="http://schemas.microsoft.com/office/drawing/2014/main" id="{ADFE32DA-89A3-50CE-F261-09CA4B16CC3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46" name="Arc 3645">
                          <a:extLst>
                            <a:ext uri="{FF2B5EF4-FFF2-40B4-BE49-F238E27FC236}">
                              <a16:creationId xmlns:a16="http://schemas.microsoft.com/office/drawing/2014/main" id="{73E1E012-7B37-4AD8-8FFF-47E85C5E064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644" name="TextBox 3643">
                        <a:extLst>
                          <a:ext uri="{FF2B5EF4-FFF2-40B4-BE49-F238E27FC236}">
                            <a16:creationId xmlns:a16="http://schemas.microsoft.com/office/drawing/2014/main" id="{206D582A-ABBF-B4A6-F4B8-46FC720C9BC5}"/>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606" name="Group 3605">
                    <a:extLst>
                      <a:ext uri="{FF2B5EF4-FFF2-40B4-BE49-F238E27FC236}">
                        <a16:creationId xmlns:a16="http://schemas.microsoft.com/office/drawing/2014/main" id="{A3A4904B-E85F-2A09-410D-4F3A431B4E97}"/>
                      </a:ext>
                    </a:extLst>
                  </p:cNvPr>
                  <p:cNvGrpSpPr/>
                  <p:nvPr/>
                </p:nvGrpSpPr>
                <p:grpSpPr>
                  <a:xfrm>
                    <a:off x="5886431" y="3525040"/>
                    <a:ext cx="393192" cy="393192"/>
                    <a:chOff x="5265196" y="3932619"/>
                    <a:chExt cx="393192" cy="393192"/>
                  </a:xfrm>
                </p:grpSpPr>
                <p:grpSp>
                  <p:nvGrpSpPr>
                    <p:cNvPr id="3630" name="Group 3629">
                      <a:extLst>
                        <a:ext uri="{FF2B5EF4-FFF2-40B4-BE49-F238E27FC236}">
                          <a16:creationId xmlns:a16="http://schemas.microsoft.com/office/drawing/2014/main" id="{7A56181B-A246-FEC5-F712-E0BCBE510D7B}"/>
                        </a:ext>
                      </a:extLst>
                    </p:cNvPr>
                    <p:cNvGrpSpPr/>
                    <p:nvPr/>
                  </p:nvGrpSpPr>
                  <p:grpSpPr>
                    <a:xfrm>
                      <a:off x="5354636" y="4022061"/>
                      <a:ext cx="214313" cy="214313"/>
                      <a:chOff x="5354637" y="3446463"/>
                      <a:chExt cx="214313" cy="214313"/>
                    </a:xfrm>
                  </p:grpSpPr>
                  <p:sp>
                    <p:nvSpPr>
                      <p:cNvPr id="3638" name="Arc 3637">
                        <a:extLst>
                          <a:ext uri="{FF2B5EF4-FFF2-40B4-BE49-F238E27FC236}">
                            <a16:creationId xmlns:a16="http://schemas.microsoft.com/office/drawing/2014/main" id="{88F7519F-A2C1-A79C-CE4D-AFD68EF657F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39" name="Arc 3638">
                        <a:extLst>
                          <a:ext uri="{FF2B5EF4-FFF2-40B4-BE49-F238E27FC236}">
                            <a16:creationId xmlns:a16="http://schemas.microsoft.com/office/drawing/2014/main" id="{7448A83A-3044-E8FE-2545-A50A65D7DED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631" name="Group 3630">
                      <a:extLst>
                        <a:ext uri="{FF2B5EF4-FFF2-40B4-BE49-F238E27FC236}">
                          <a16:creationId xmlns:a16="http://schemas.microsoft.com/office/drawing/2014/main" id="{333C0234-14BD-0B20-6747-85992A6C5E66}"/>
                        </a:ext>
                      </a:extLst>
                    </p:cNvPr>
                    <p:cNvGrpSpPr/>
                    <p:nvPr/>
                  </p:nvGrpSpPr>
                  <p:grpSpPr>
                    <a:xfrm rot="14400000">
                      <a:off x="5310186" y="3977611"/>
                      <a:ext cx="303213" cy="303213"/>
                      <a:chOff x="5354637" y="3446463"/>
                      <a:chExt cx="214313" cy="214313"/>
                    </a:xfrm>
                  </p:grpSpPr>
                  <p:sp>
                    <p:nvSpPr>
                      <p:cNvPr id="3636" name="Arc 3635">
                        <a:extLst>
                          <a:ext uri="{FF2B5EF4-FFF2-40B4-BE49-F238E27FC236}">
                            <a16:creationId xmlns:a16="http://schemas.microsoft.com/office/drawing/2014/main" id="{FF5E3CF4-2692-12AE-E9E1-DA5643547F8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37" name="Arc 3636">
                        <a:extLst>
                          <a:ext uri="{FF2B5EF4-FFF2-40B4-BE49-F238E27FC236}">
                            <a16:creationId xmlns:a16="http://schemas.microsoft.com/office/drawing/2014/main" id="{306DB96E-F391-7B8E-10D3-83658AC7E67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632" name="Group 3631">
                      <a:extLst>
                        <a:ext uri="{FF2B5EF4-FFF2-40B4-BE49-F238E27FC236}">
                          <a16:creationId xmlns:a16="http://schemas.microsoft.com/office/drawing/2014/main" id="{6117B29A-0CA5-2CD3-AD1C-CBD57C64DFF0}"/>
                        </a:ext>
                      </a:extLst>
                    </p:cNvPr>
                    <p:cNvGrpSpPr/>
                    <p:nvPr/>
                  </p:nvGrpSpPr>
                  <p:grpSpPr>
                    <a:xfrm rot="7200000">
                      <a:off x="5265196" y="3932619"/>
                      <a:ext cx="393192" cy="393192"/>
                      <a:chOff x="5354637" y="3446463"/>
                      <a:chExt cx="214313" cy="214313"/>
                    </a:xfrm>
                  </p:grpSpPr>
                  <p:sp>
                    <p:nvSpPr>
                      <p:cNvPr id="3634" name="Arc 3633">
                        <a:extLst>
                          <a:ext uri="{FF2B5EF4-FFF2-40B4-BE49-F238E27FC236}">
                            <a16:creationId xmlns:a16="http://schemas.microsoft.com/office/drawing/2014/main" id="{7254B17D-E7F0-5F52-ADF4-87F8FF45C73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35" name="Arc 3634">
                        <a:extLst>
                          <a:ext uri="{FF2B5EF4-FFF2-40B4-BE49-F238E27FC236}">
                            <a16:creationId xmlns:a16="http://schemas.microsoft.com/office/drawing/2014/main" id="{D956B748-CB9D-6A23-FEE3-BFB56149644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633" name="TextBox 3632">
                      <a:extLst>
                        <a:ext uri="{FF2B5EF4-FFF2-40B4-BE49-F238E27FC236}">
                          <a16:creationId xmlns:a16="http://schemas.microsoft.com/office/drawing/2014/main" id="{496AAC99-DEB4-0FF3-019B-B761DD17DF80}"/>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3607" name="Group 3606">
                    <a:extLst>
                      <a:ext uri="{FF2B5EF4-FFF2-40B4-BE49-F238E27FC236}">
                        <a16:creationId xmlns:a16="http://schemas.microsoft.com/office/drawing/2014/main" id="{9FBFB2B2-81D2-5875-B64A-BCD365E577C0}"/>
                      </a:ext>
                    </a:extLst>
                  </p:cNvPr>
                  <p:cNvGrpSpPr/>
                  <p:nvPr/>
                </p:nvGrpSpPr>
                <p:grpSpPr>
                  <a:xfrm>
                    <a:off x="6512463" y="3525040"/>
                    <a:ext cx="393192" cy="393192"/>
                    <a:chOff x="6389147" y="3357021"/>
                    <a:chExt cx="393192" cy="393192"/>
                  </a:xfrm>
                </p:grpSpPr>
                <p:grpSp>
                  <p:nvGrpSpPr>
                    <p:cNvPr id="3619" name="Group 3618">
                      <a:extLst>
                        <a:ext uri="{FF2B5EF4-FFF2-40B4-BE49-F238E27FC236}">
                          <a16:creationId xmlns:a16="http://schemas.microsoft.com/office/drawing/2014/main" id="{8839E3FE-DEEC-DE25-0978-EF9FCB89A476}"/>
                        </a:ext>
                      </a:extLst>
                    </p:cNvPr>
                    <p:cNvGrpSpPr/>
                    <p:nvPr/>
                  </p:nvGrpSpPr>
                  <p:grpSpPr>
                    <a:xfrm rot="7200000" flipH="1">
                      <a:off x="6389147" y="3357021"/>
                      <a:ext cx="393192" cy="393192"/>
                      <a:chOff x="5354637" y="3446463"/>
                      <a:chExt cx="214313" cy="214313"/>
                    </a:xfrm>
                  </p:grpSpPr>
                  <p:sp>
                    <p:nvSpPr>
                      <p:cNvPr id="3628" name="Arc 3627">
                        <a:extLst>
                          <a:ext uri="{FF2B5EF4-FFF2-40B4-BE49-F238E27FC236}">
                            <a16:creationId xmlns:a16="http://schemas.microsoft.com/office/drawing/2014/main" id="{E33A10F0-510D-C9F9-D0A5-D2A7332C15F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29" name="Arc 3628">
                        <a:extLst>
                          <a:ext uri="{FF2B5EF4-FFF2-40B4-BE49-F238E27FC236}">
                            <a16:creationId xmlns:a16="http://schemas.microsoft.com/office/drawing/2014/main" id="{17D4007B-2472-3F2A-B850-40B2AED1A71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620" name="Group 3619">
                      <a:extLst>
                        <a:ext uri="{FF2B5EF4-FFF2-40B4-BE49-F238E27FC236}">
                          <a16:creationId xmlns:a16="http://schemas.microsoft.com/office/drawing/2014/main" id="{DB0F0CBF-7A6C-A94F-5005-F639346C299B}"/>
                        </a:ext>
                      </a:extLst>
                    </p:cNvPr>
                    <p:cNvGrpSpPr/>
                    <p:nvPr/>
                  </p:nvGrpSpPr>
                  <p:grpSpPr>
                    <a:xfrm>
                      <a:off x="6434137" y="3402011"/>
                      <a:ext cx="303213" cy="303213"/>
                      <a:chOff x="6434137" y="3402011"/>
                      <a:chExt cx="303213" cy="303213"/>
                    </a:xfrm>
                  </p:grpSpPr>
                  <p:grpSp>
                    <p:nvGrpSpPr>
                      <p:cNvPr id="3621" name="Group 3620">
                        <a:extLst>
                          <a:ext uri="{FF2B5EF4-FFF2-40B4-BE49-F238E27FC236}">
                            <a16:creationId xmlns:a16="http://schemas.microsoft.com/office/drawing/2014/main" id="{6F8EC4F0-813B-EAA5-4E36-EF03C85C1373}"/>
                          </a:ext>
                        </a:extLst>
                      </p:cNvPr>
                      <p:cNvGrpSpPr/>
                      <p:nvPr/>
                    </p:nvGrpSpPr>
                    <p:grpSpPr>
                      <a:xfrm flipH="1">
                        <a:off x="6478587" y="3446461"/>
                        <a:ext cx="214313" cy="214313"/>
                        <a:chOff x="5354637" y="3446463"/>
                        <a:chExt cx="214313" cy="214313"/>
                      </a:xfrm>
                    </p:grpSpPr>
                    <p:sp>
                      <p:nvSpPr>
                        <p:cNvPr id="3626" name="Arc 3625">
                          <a:extLst>
                            <a:ext uri="{FF2B5EF4-FFF2-40B4-BE49-F238E27FC236}">
                              <a16:creationId xmlns:a16="http://schemas.microsoft.com/office/drawing/2014/main" id="{2835E95E-8001-D606-B865-33FE1C57889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27" name="Arc 3626">
                          <a:extLst>
                            <a:ext uri="{FF2B5EF4-FFF2-40B4-BE49-F238E27FC236}">
                              <a16:creationId xmlns:a16="http://schemas.microsoft.com/office/drawing/2014/main" id="{9AE8AF38-2A7A-E046-0CFB-B07ABABB11F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622" name="Group 3621">
                        <a:extLst>
                          <a:ext uri="{FF2B5EF4-FFF2-40B4-BE49-F238E27FC236}">
                            <a16:creationId xmlns:a16="http://schemas.microsoft.com/office/drawing/2014/main" id="{DE58F537-65BE-3900-CB34-815EA75CC24A}"/>
                          </a:ext>
                        </a:extLst>
                      </p:cNvPr>
                      <p:cNvGrpSpPr/>
                      <p:nvPr/>
                    </p:nvGrpSpPr>
                    <p:grpSpPr>
                      <a:xfrm rot="14400000" flipH="1">
                        <a:off x="6434137" y="3402011"/>
                        <a:ext cx="303213" cy="303213"/>
                        <a:chOff x="5354637" y="3446463"/>
                        <a:chExt cx="214313" cy="214313"/>
                      </a:xfrm>
                    </p:grpSpPr>
                    <p:sp>
                      <p:nvSpPr>
                        <p:cNvPr id="3624" name="Arc 3623">
                          <a:extLst>
                            <a:ext uri="{FF2B5EF4-FFF2-40B4-BE49-F238E27FC236}">
                              <a16:creationId xmlns:a16="http://schemas.microsoft.com/office/drawing/2014/main" id="{3759AC02-C996-F9BE-2BA5-2DD46D2CEB5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25" name="Arc 3624">
                          <a:extLst>
                            <a:ext uri="{FF2B5EF4-FFF2-40B4-BE49-F238E27FC236}">
                              <a16:creationId xmlns:a16="http://schemas.microsoft.com/office/drawing/2014/main" id="{78B94C8E-4411-050C-0F9F-06C7FB4C6B9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623" name="TextBox 3622">
                        <a:extLst>
                          <a:ext uri="{FF2B5EF4-FFF2-40B4-BE49-F238E27FC236}">
                            <a16:creationId xmlns:a16="http://schemas.microsoft.com/office/drawing/2014/main" id="{8ECC1671-B66F-4A51-2144-F20077EA6B23}"/>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608" name="Group 3607">
                    <a:extLst>
                      <a:ext uri="{FF2B5EF4-FFF2-40B4-BE49-F238E27FC236}">
                        <a16:creationId xmlns:a16="http://schemas.microsoft.com/office/drawing/2014/main" id="{C681A60E-8D2B-558E-DB4B-9130A47A19D5}"/>
                      </a:ext>
                    </a:extLst>
                  </p:cNvPr>
                  <p:cNvGrpSpPr/>
                  <p:nvPr/>
                </p:nvGrpSpPr>
                <p:grpSpPr>
                  <a:xfrm>
                    <a:off x="6197413" y="3225768"/>
                    <a:ext cx="393192" cy="393192"/>
                    <a:chOff x="6389147" y="3932622"/>
                    <a:chExt cx="393192" cy="393192"/>
                  </a:xfrm>
                </p:grpSpPr>
                <p:grpSp>
                  <p:nvGrpSpPr>
                    <p:cNvPr id="3609" name="Group 3608">
                      <a:extLst>
                        <a:ext uri="{FF2B5EF4-FFF2-40B4-BE49-F238E27FC236}">
                          <a16:creationId xmlns:a16="http://schemas.microsoft.com/office/drawing/2014/main" id="{58CECC7F-4F20-E1AC-45C1-C8356AE7DEC4}"/>
                        </a:ext>
                      </a:extLst>
                    </p:cNvPr>
                    <p:cNvGrpSpPr/>
                    <p:nvPr/>
                  </p:nvGrpSpPr>
                  <p:grpSpPr>
                    <a:xfrm flipH="1">
                      <a:off x="6478587" y="4022061"/>
                      <a:ext cx="214313" cy="214313"/>
                      <a:chOff x="5354637" y="3446463"/>
                      <a:chExt cx="214313" cy="214313"/>
                    </a:xfrm>
                  </p:grpSpPr>
                  <p:sp>
                    <p:nvSpPr>
                      <p:cNvPr id="3617" name="Arc 3616">
                        <a:extLst>
                          <a:ext uri="{FF2B5EF4-FFF2-40B4-BE49-F238E27FC236}">
                            <a16:creationId xmlns:a16="http://schemas.microsoft.com/office/drawing/2014/main" id="{2A961D84-E4FB-51B5-2841-B5E05D293FD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18" name="Arc 3617">
                        <a:extLst>
                          <a:ext uri="{FF2B5EF4-FFF2-40B4-BE49-F238E27FC236}">
                            <a16:creationId xmlns:a16="http://schemas.microsoft.com/office/drawing/2014/main" id="{005E8668-6BBD-DB9C-7D14-98643D7F480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610" name="Group 3609">
                      <a:extLst>
                        <a:ext uri="{FF2B5EF4-FFF2-40B4-BE49-F238E27FC236}">
                          <a16:creationId xmlns:a16="http://schemas.microsoft.com/office/drawing/2014/main" id="{D2C5D8E6-9D5D-252C-3A4E-45B77B34D221}"/>
                        </a:ext>
                      </a:extLst>
                    </p:cNvPr>
                    <p:cNvGrpSpPr/>
                    <p:nvPr/>
                  </p:nvGrpSpPr>
                  <p:grpSpPr>
                    <a:xfrm rot="7200000" flipH="1">
                      <a:off x="6434137" y="3977611"/>
                      <a:ext cx="303213" cy="303213"/>
                      <a:chOff x="5354637" y="3446463"/>
                      <a:chExt cx="214313" cy="214313"/>
                    </a:xfrm>
                  </p:grpSpPr>
                  <p:sp>
                    <p:nvSpPr>
                      <p:cNvPr id="3615" name="Arc 3614">
                        <a:extLst>
                          <a:ext uri="{FF2B5EF4-FFF2-40B4-BE49-F238E27FC236}">
                            <a16:creationId xmlns:a16="http://schemas.microsoft.com/office/drawing/2014/main" id="{98DE2A1F-6164-D3D2-51C2-A76EBADBDF0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16" name="Arc 3615">
                        <a:extLst>
                          <a:ext uri="{FF2B5EF4-FFF2-40B4-BE49-F238E27FC236}">
                            <a16:creationId xmlns:a16="http://schemas.microsoft.com/office/drawing/2014/main" id="{AFDECF06-BF15-2B53-24CA-4853486606A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611" name="Group 3610">
                      <a:extLst>
                        <a:ext uri="{FF2B5EF4-FFF2-40B4-BE49-F238E27FC236}">
                          <a16:creationId xmlns:a16="http://schemas.microsoft.com/office/drawing/2014/main" id="{BB5C076B-EB7A-62BC-58C1-09DEE7479F4D}"/>
                        </a:ext>
                      </a:extLst>
                    </p:cNvPr>
                    <p:cNvGrpSpPr/>
                    <p:nvPr/>
                  </p:nvGrpSpPr>
                  <p:grpSpPr>
                    <a:xfrm rot="14400000" flipH="1">
                      <a:off x="6389147" y="3932622"/>
                      <a:ext cx="393192" cy="393192"/>
                      <a:chOff x="5354637" y="3446463"/>
                      <a:chExt cx="214313" cy="214313"/>
                    </a:xfrm>
                  </p:grpSpPr>
                  <p:sp>
                    <p:nvSpPr>
                      <p:cNvPr id="3613" name="Arc 3612">
                        <a:extLst>
                          <a:ext uri="{FF2B5EF4-FFF2-40B4-BE49-F238E27FC236}">
                            <a16:creationId xmlns:a16="http://schemas.microsoft.com/office/drawing/2014/main" id="{D5A6A836-015D-B029-8AEC-544CE8650D8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14" name="Arc 3613">
                        <a:extLst>
                          <a:ext uri="{FF2B5EF4-FFF2-40B4-BE49-F238E27FC236}">
                            <a16:creationId xmlns:a16="http://schemas.microsoft.com/office/drawing/2014/main" id="{3BA08B2F-6F49-EBDF-4326-3DA8AC84324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612" name="TextBox 3611">
                      <a:extLst>
                        <a:ext uri="{FF2B5EF4-FFF2-40B4-BE49-F238E27FC236}">
                          <a16:creationId xmlns:a16="http://schemas.microsoft.com/office/drawing/2014/main" id="{8220058A-8E0F-464D-07A1-B73B37189D41}"/>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558" name="Group 3557">
                  <a:extLst>
                    <a:ext uri="{FF2B5EF4-FFF2-40B4-BE49-F238E27FC236}">
                      <a16:creationId xmlns:a16="http://schemas.microsoft.com/office/drawing/2014/main" id="{191F131F-A948-3287-85EE-E89C1671D63F}"/>
                    </a:ext>
                  </a:extLst>
                </p:cNvPr>
                <p:cNvGrpSpPr/>
                <p:nvPr/>
              </p:nvGrpSpPr>
              <p:grpSpPr>
                <a:xfrm>
                  <a:off x="6069086" y="3246228"/>
                  <a:ext cx="1019224" cy="991639"/>
                  <a:chOff x="5886431" y="3225768"/>
                  <a:chExt cx="1019224" cy="991639"/>
                </a:xfrm>
              </p:grpSpPr>
              <p:grpSp>
                <p:nvGrpSpPr>
                  <p:cNvPr id="3559" name="Group 3558">
                    <a:extLst>
                      <a:ext uri="{FF2B5EF4-FFF2-40B4-BE49-F238E27FC236}">
                        <a16:creationId xmlns:a16="http://schemas.microsoft.com/office/drawing/2014/main" id="{93E43EFB-9C2A-738E-108A-66F5106A0B5C}"/>
                      </a:ext>
                    </a:extLst>
                  </p:cNvPr>
                  <p:cNvGrpSpPr/>
                  <p:nvPr/>
                </p:nvGrpSpPr>
                <p:grpSpPr>
                  <a:xfrm>
                    <a:off x="6197413" y="3824215"/>
                    <a:ext cx="393192" cy="393192"/>
                    <a:chOff x="5265196" y="3357021"/>
                    <a:chExt cx="393192" cy="393192"/>
                  </a:xfrm>
                </p:grpSpPr>
                <p:grpSp>
                  <p:nvGrpSpPr>
                    <p:cNvPr id="3594" name="Group 3593">
                      <a:extLst>
                        <a:ext uri="{FF2B5EF4-FFF2-40B4-BE49-F238E27FC236}">
                          <a16:creationId xmlns:a16="http://schemas.microsoft.com/office/drawing/2014/main" id="{3C13A0AF-EA92-B6CA-CFD3-C5EC488D45B6}"/>
                        </a:ext>
                      </a:extLst>
                    </p:cNvPr>
                    <p:cNvGrpSpPr/>
                    <p:nvPr/>
                  </p:nvGrpSpPr>
                  <p:grpSpPr>
                    <a:xfrm rot="14400000">
                      <a:off x="5265196" y="3357021"/>
                      <a:ext cx="393192" cy="393192"/>
                      <a:chOff x="5354637" y="3446463"/>
                      <a:chExt cx="214313" cy="214313"/>
                    </a:xfrm>
                  </p:grpSpPr>
                  <p:sp>
                    <p:nvSpPr>
                      <p:cNvPr id="3603" name="Arc 3602">
                        <a:extLst>
                          <a:ext uri="{FF2B5EF4-FFF2-40B4-BE49-F238E27FC236}">
                            <a16:creationId xmlns:a16="http://schemas.microsoft.com/office/drawing/2014/main" id="{618EEA47-8597-2F3A-4EC6-614299AE9E1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04" name="Arc 3603">
                        <a:extLst>
                          <a:ext uri="{FF2B5EF4-FFF2-40B4-BE49-F238E27FC236}">
                            <a16:creationId xmlns:a16="http://schemas.microsoft.com/office/drawing/2014/main" id="{8698FA53-2F6C-9709-EBE0-6EC678C2BB1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595" name="Group 3594">
                      <a:extLst>
                        <a:ext uri="{FF2B5EF4-FFF2-40B4-BE49-F238E27FC236}">
                          <a16:creationId xmlns:a16="http://schemas.microsoft.com/office/drawing/2014/main" id="{8B8F309C-29B6-683D-108E-599594FD7BB6}"/>
                        </a:ext>
                      </a:extLst>
                    </p:cNvPr>
                    <p:cNvGrpSpPr/>
                    <p:nvPr/>
                  </p:nvGrpSpPr>
                  <p:grpSpPr>
                    <a:xfrm>
                      <a:off x="5310186" y="3402011"/>
                      <a:ext cx="303213" cy="303213"/>
                      <a:chOff x="5310186" y="3402011"/>
                      <a:chExt cx="303213" cy="303213"/>
                    </a:xfrm>
                  </p:grpSpPr>
                  <p:grpSp>
                    <p:nvGrpSpPr>
                      <p:cNvPr id="3596" name="Group 3595">
                        <a:extLst>
                          <a:ext uri="{FF2B5EF4-FFF2-40B4-BE49-F238E27FC236}">
                            <a16:creationId xmlns:a16="http://schemas.microsoft.com/office/drawing/2014/main" id="{05DA4E7D-1738-C58D-2A48-2D22EAF96A97}"/>
                          </a:ext>
                        </a:extLst>
                      </p:cNvPr>
                      <p:cNvGrpSpPr/>
                      <p:nvPr/>
                    </p:nvGrpSpPr>
                    <p:grpSpPr>
                      <a:xfrm>
                        <a:off x="5354636" y="3446461"/>
                        <a:ext cx="214313" cy="214313"/>
                        <a:chOff x="5354637" y="3446463"/>
                        <a:chExt cx="214313" cy="214313"/>
                      </a:xfrm>
                    </p:grpSpPr>
                    <p:sp>
                      <p:nvSpPr>
                        <p:cNvPr id="3601" name="Arc 3600">
                          <a:extLst>
                            <a:ext uri="{FF2B5EF4-FFF2-40B4-BE49-F238E27FC236}">
                              <a16:creationId xmlns:a16="http://schemas.microsoft.com/office/drawing/2014/main" id="{BDCD20C3-F9E1-79B1-9D85-D728436515D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02" name="Arc 3601">
                          <a:extLst>
                            <a:ext uri="{FF2B5EF4-FFF2-40B4-BE49-F238E27FC236}">
                              <a16:creationId xmlns:a16="http://schemas.microsoft.com/office/drawing/2014/main" id="{DF67E803-C6CE-F0D9-05F2-AFAC2C61007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597" name="Group 3596">
                        <a:extLst>
                          <a:ext uri="{FF2B5EF4-FFF2-40B4-BE49-F238E27FC236}">
                            <a16:creationId xmlns:a16="http://schemas.microsoft.com/office/drawing/2014/main" id="{EEF37C9B-9924-A111-2076-060EE71605C8}"/>
                          </a:ext>
                        </a:extLst>
                      </p:cNvPr>
                      <p:cNvGrpSpPr/>
                      <p:nvPr/>
                    </p:nvGrpSpPr>
                    <p:grpSpPr>
                      <a:xfrm rot="7200000">
                        <a:off x="5310186" y="3402011"/>
                        <a:ext cx="303213" cy="303213"/>
                        <a:chOff x="5354637" y="3446463"/>
                        <a:chExt cx="214313" cy="214313"/>
                      </a:xfrm>
                    </p:grpSpPr>
                    <p:sp>
                      <p:nvSpPr>
                        <p:cNvPr id="3599" name="Arc 3598">
                          <a:extLst>
                            <a:ext uri="{FF2B5EF4-FFF2-40B4-BE49-F238E27FC236}">
                              <a16:creationId xmlns:a16="http://schemas.microsoft.com/office/drawing/2014/main" id="{4904E80F-BBB7-08FE-FB70-014B7F1A2FA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00" name="Arc 3599">
                          <a:extLst>
                            <a:ext uri="{FF2B5EF4-FFF2-40B4-BE49-F238E27FC236}">
                              <a16:creationId xmlns:a16="http://schemas.microsoft.com/office/drawing/2014/main" id="{7DE811E0-F04E-53FC-6ABC-7C6E5511349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598" name="TextBox 3597">
                        <a:extLst>
                          <a:ext uri="{FF2B5EF4-FFF2-40B4-BE49-F238E27FC236}">
                            <a16:creationId xmlns:a16="http://schemas.microsoft.com/office/drawing/2014/main" id="{EF1CD08A-1014-D0F5-DBC1-A043E4322C3C}"/>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560" name="Group 3559">
                    <a:extLst>
                      <a:ext uri="{FF2B5EF4-FFF2-40B4-BE49-F238E27FC236}">
                        <a16:creationId xmlns:a16="http://schemas.microsoft.com/office/drawing/2014/main" id="{1442BAF4-34A3-373A-8B7A-A8677F8F5E36}"/>
                      </a:ext>
                    </a:extLst>
                  </p:cNvPr>
                  <p:cNvGrpSpPr/>
                  <p:nvPr/>
                </p:nvGrpSpPr>
                <p:grpSpPr>
                  <a:xfrm>
                    <a:off x="5886431" y="3525040"/>
                    <a:ext cx="393192" cy="393192"/>
                    <a:chOff x="5265196" y="3932619"/>
                    <a:chExt cx="393192" cy="393192"/>
                  </a:xfrm>
                </p:grpSpPr>
                <p:grpSp>
                  <p:nvGrpSpPr>
                    <p:cNvPr id="3584" name="Group 3583">
                      <a:extLst>
                        <a:ext uri="{FF2B5EF4-FFF2-40B4-BE49-F238E27FC236}">
                          <a16:creationId xmlns:a16="http://schemas.microsoft.com/office/drawing/2014/main" id="{55F6C8FF-4CDF-595F-0EBF-612F48182CF8}"/>
                        </a:ext>
                      </a:extLst>
                    </p:cNvPr>
                    <p:cNvGrpSpPr/>
                    <p:nvPr/>
                  </p:nvGrpSpPr>
                  <p:grpSpPr>
                    <a:xfrm>
                      <a:off x="5354636" y="4022061"/>
                      <a:ext cx="214313" cy="214313"/>
                      <a:chOff x="5354637" y="3446463"/>
                      <a:chExt cx="214313" cy="214313"/>
                    </a:xfrm>
                  </p:grpSpPr>
                  <p:sp>
                    <p:nvSpPr>
                      <p:cNvPr id="3592" name="Arc 3591">
                        <a:extLst>
                          <a:ext uri="{FF2B5EF4-FFF2-40B4-BE49-F238E27FC236}">
                            <a16:creationId xmlns:a16="http://schemas.microsoft.com/office/drawing/2014/main" id="{B5426A7A-7474-36AD-0093-E43FBA85FFC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93" name="Arc 3592">
                        <a:extLst>
                          <a:ext uri="{FF2B5EF4-FFF2-40B4-BE49-F238E27FC236}">
                            <a16:creationId xmlns:a16="http://schemas.microsoft.com/office/drawing/2014/main" id="{849ABB48-D77B-70EF-8DEE-02548CE731F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585" name="Group 3584">
                      <a:extLst>
                        <a:ext uri="{FF2B5EF4-FFF2-40B4-BE49-F238E27FC236}">
                          <a16:creationId xmlns:a16="http://schemas.microsoft.com/office/drawing/2014/main" id="{E51D85B1-1D1E-22B2-6970-A93243A93031}"/>
                        </a:ext>
                      </a:extLst>
                    </p:cNvPr>
                    <p:cNvGrpSpPr/>
                    <p:nvPr/>
                  </p:nvGrpSpPr>
                  <p:grpSpPr>
                    <a:xfrm rot="14400000">
                      <a:off x="5310186" y="3977611"/>
                      <a:ext cx="303213" cy="303213"/>
                      <a:chOff x="5354637" y="3446463"/>
                      <a:chExt cx="214313" cy="214313"/>
                    </a:xfrm>
                  </p:grpSpPr>
                  <p:sp>
                    <p:nvSpPr>
                      <p:cNvPr id="3590" name="Arc 3589">
                        <a:extLst>
                          <a:ext uri="{FF2B5EF4-FFF2-40B4-BE49-F238E27FC236}">
                            <a16:creationId xmlns:a16="http://schemas.microsoft.com/office/drawing/2014/main" id="{D5AC6359-0087-ED73-1E3D-65EF7B39E52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91" name="Arc 3590">
                        <a:extLst>
                          <a:ext uri="{FF2B5EF4-FFF2-40B4-BE49-F238E27FC236}">
                            <a16:creationId xmlns:a16="http://schemas.microsoft.com/office/drawing/2014/main" id="{0C091E88-C52D-7174-9B27-8CD1D4BC8B7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586" name="Group 3585">
                      <a:extLst>
                        <a:ext uri="{FF2B5EF4-FFF2-40B4-BE49-F238E27FC236}">
                          <a16:creationId xmlns:a16="http://schemas.microsoft.com/office/drawing/2014/main" id="{EBD9174B-2D86-8D28-916D-5E7B4C70B21A}"/>
                        </a:ext>
                      </a:extLst>
                    </p:cNvPr>
                    <p:cNvGrpSpPr/>
                    <p:nvPr/>
                  </p:nvGrpSpPr>
                  <p:grpSpPr>
                    <a:xfrm rot="7200000">
                      <a:off x="5265196" y="3932619"/>
                      <a:ext cx="393192" cy="393192"/>
                      <a:chOff x="5354637" y="3446463"/>
                      <a:chExt cx="214313" cy="214313"/>
                    </a:xfrm>
                  </p:grpSpPr>
                  <p:sp>
                    <p:nvSpPr>
                      <p:cNvPr id="3588" name="Arc 3587">
                        <a:extLst>
                          <a:ext uri="{FF2B5EF4-FFF2-40B4-BE49-F238E27FC236}">
                            <a16:creationId xmlns:a16="http://schemas.microsoft.com/office/drawing/2014/main" id="{FDB6DD21-E127-75E3-9B12-02876311C83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89" name="Arc 3588">
                        <a:extLst>
                          <a:ext uri="{FF2B5EF4-FFF2-40B4-BE49-F238E27FC236}">
                            <a16:creationId xmlns:a16="http://schemas.microsoft.com/office/drawing/2014/main" id="{AB5263B9-DFA8-E702-4094-27DF12151CE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587" name="TextBox 3586">
                      <a:extLst>
                        <a:ext uri="{FF2B5EF4-FFF2-40B4-BE49-F238E27FC236}">
                          <a16:creationId xmlns:a16="http://schemas.microsoft.com/office/drawing/2014/main" id="{9679DE9A-6CA7-96FA-0F0C-8BBEB30EEB40}"/>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3561" name="Group 3560">
                    <a:extLst>
                      <a:ext uri="{FF2B5EF4-FFF2-40B4-BE49-F238E27FC236}">
                        <a16:creationId xmlns:a16="http://schemas.microsoft.com/office/drawing/2014/main" id="{774F574F-E7CE-F69E-752F-60AB5753CC53}"/>
                      </a:ext>
                    </a:extLst>
                  </p:cNvPr>
                  <p:cNvGrpSpPr/>
                  <p:nvPr/>
                </p:nvGrpSpPr>
                <p:grpSpPr>
                  <a:xfrm>
                    <a:off x="6512463" y="3525040"/>
                    <a:ext cx="393192" cy="393192"/>
                    <a:chOff x="6389147" y="3357021"/>
                    <a:chExt cx="393192" cy="393192"/>
                  </a:xfrm>
                </p:grpSpPr>
                <p:grpSp>
                  <p:nvGrpSpPr>
                    <p:cNvPr id="3573" name="Group 3572">
                      <a:extLst>
                        <a:ext uri="{FF2B5EF4-FFF2-40B4-BE49-F238E27FC236}">
                          <a16:creationId xmlns:a16="http://schemas.microsoft.com/office/drawing/2014/main" id="{8DF0A4B3-91A3-64BF-EAC3-A3BC02A19DDB}"/>
                        </a:ext>
                      </a:extLst>
                    </p:cNvPr>
                    <p:cNvGrpSpPr/>
                    <p:nvPr/>
                  </p:nvGrpSpPr>
                  <p:grpSpPr>
                    <a:xfrm rot="7200000" flipH="1">
                      <a:off x="6389147" y="3357021"/>
                      <a:ext cx="393192" cy="393192"/>
                      <a:chOff x="5354637" y="3446463"/>
                      <a:chExt cx="214313" cy="214313"/>
                    </a:xfrm>
                  </p:grpSpPr>
                  <p:sp>
                    <p:nvSpPr>
                      <p:cNvPr id="3582" name="Arc 3581">
                        <a:extLst>
                          <a:ext uri="{FF2B5EF4-FFF2-40B4-BE49-F238E27FC236}">
                            <a16:creationId xmlns:a16="http://schemas.microsoft.com/office/drawing/2014/main" id="{417F9F07-B4C7-FBCA-8C72-C12B3235C74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83" name="Arc 3582">
                        <a:extLst>
                          <a:ext uri="{FF2B5EF4-FFF2-40B4-BE49-F238E27FC236}">
                            <a16:creationId xmlns:a16="http://schemas.microsoft.com/office/drawing/2014/main" id="{96554C38-43D4-65FE-71BB-A4632A640E2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574" name="Group 3573">
                      <a:extLst>
                        <a:ext uri="{FF2B5EF4-FFF2-40B4-BE49-F238E27FC236}">
                          <a16:creationId xmlns:a16="http://schemas.microsoft.com/office/drawing/2014/main" id="{5E3F6E50-D5D1-799C-637E-15566D8F87B4}"/>
                        </a:ext>
                      </a:extLst>
                    </p:cNvPr>
                    <p:cNvGrpSpPr/>
                    <p:nvPr/>
                  </p:nvGrpSpPr>
                  <p:grpSpPr>
                    <a:xfrm>
                      <a:off x="6434137" y="3402011"/>
                      <a:ext cx="303213" cy="303213"/>
                      <a:chOff x="6434137" y="3402011"/>
                      <a:chExt cx="303213" cy="303213"/>
                    </a:xfrm>
                  </p:grpSpPr>
                  <p:grpSp>
                    <p:nvGrpSpPr>
                      <p:cNvPr id="3575" name="Group 3574">
                        <a:extLst>
                          <a:ext uri="{FF2B5EF4-FFF2-40B4-BE49-F238E27FC236}">
                            <a16:creationId xmlns:a16="http://schemas.microsoft.com/office/drawing/2014/main" id="{23742786-A38E-BC7C-F3B2-0ACA5780E774}"/>
                          </a:ext>
                        </a:extLst>
                      </p:cNvPr>
                      <p:cNvGrpSpPr/>
                      <p:nvPr/>
                    </p:nvGrpSpPr>
                    <p:grpSpPr>
                      <a:xfrm flipH="1">
                        <a:off x="6478587" y="3446461"/>
                        <a:ext cx="214313" cy="214313"/>
                        <a:chOff x="5354637" y="3446463"/>
                        <a:chExt cx="214313" cy="214313"/>
                      </a:xfrm>
                    </p:grpSpPr>
                    <p:sp>
                      <p:nvSpPr>
                        <p:cNvPr id="3580" name="Arc 3579">
                          <a:extLst>
                            <a:ext uri="{FF2B5EF4-FFF2-40B4-BE49-F238E27FC236}">
                              <a16:creationId xmlns:a16="http://schemas.microsoft.com/office/drawing/2014/main" id="{82585F97-C008-A863-9F6C-31CF324EDAA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81" name="Arc 3580">
                          <a:extLst>
                            <a:ext uri="{FF2B5EF4-FFF2-40B4-BE49-F238E27FC236}">
                              <a16:creationId xmlns:a16="http://schemas.microsoft.com/office/drawing/2014/main" id="{F95BFAD7-AC3B-95B8-3F47-C2803C06C6B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576" name="Group 3575">
                        <a:extLst>
                          <a:ext uri="{FF2B5EF4-FFF2-40B4-BE49-F238E27FC236}">
                            <a16:creationId xmlns:a16="http://schemas.microsoft.com/office/drawing/2014/main" id="{4B9893FA-FD61-0416-72EA-5D12454E497E}"/>
                          </a:ext>
                        </a:extLst>
                      </p:cNvPr>
                      <p:cNvGrpSpPr/>
                      <p:nvPr/>
                    </p:nvGrpSpPr>
                    <p:grpSpPr>
                      <a:xfrm rot="14400000" flipH="1">
                        <a:off x="6434137" y="3402011"/>
                        <a:ext cx="303213" cy="303213"/>
                        <a:chOff x="5354637" y="3446463"/>
                        <a:chExt cx="214313" cy="214313"/>
                      </a:xfrm>
                    </p:grpSpPr>
                    <p:sp>
                      <p:nvSpPr>
                        <p:cNvPr id="3578" name="Arc 3577">
                          <a:extLst>
                            <a:ext uri="{FF2B5EF4-FFF2-40B4-BE49-F238E27FC236}">
                              <a16:creationId xmlns:a16="http://schemas.microsoft.com/office/drawing/2014/main" id="{EF1F048E-FE42-BA93-F595-5159434FE60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79" name="Arc 3578">
                          <a:extLst>
                            <a:ext uri="{FF2B5EF4-FFF2-40B4-BE49-F238E27FC236}">
                              <a16:creationId xmlns:a16="http://schemas.microsoft.com/office/drawing/2014/main" id="{E6F76CC3-9F00-FA63-E087-EF0CC0E1499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577" name="TextBox 3576">
                        <a:extLst>
                          <a:ext uri="{FF2B5EF4-FFF2-40B4-BE49-F238E27FC236}">
                            <a16:creationId xmlns:a16="http://schemas.microsoft.com/office/drawing/2014/main" id="{82E7332D-32CA-57C2-9B8E-C35A2FD0FE0D}"/>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562" name="Group 3561">
                    <a:extLst>
                      <a:ext uri="{FF2B5EF4-FFF2-40B4-BE49-F238E27FC236}">
                        <a16:creationId xmlns:a16="http://schemas.microsoft.com/office/drawing/2014/main" id="{B86209D3-7858-A749-EECF-678E5F90460F}"/>
                      </a:ext>
                    </a:extLst>
                  </p:cNvPr>
                  <p:cNvGrpSpPr/>
                  <p:nvPr/>
                </p:nvGrpSpPr>
                <p:grpSpPr>
                  <a:xfrm>
                    <a:off x="6197413" y="3225768"/>
                    <a:ext cx="393192" cy="393192"/>
                    <a:chOff x="6389147" y="3932622"/>
                    <a:chExt cx="393192" cy="393192"/>
                  </a:xfrm>
                </p:grpSpPr>
                <p:grpSp>
                  <p:nvGrpSpPr>
                    <p:cNvPr id="3563" name="Group 3562">
                      <a:extLst>
                        <a:ext uri="{FF2B5EF4-FFF2-40B4-BE49-F238E27FC236}">
                          <a16:creationId xmlns:a16="http://schemas.microsoft.com/office/drawing/2014/main" id="{9F87192E-EF05-D443-A49D-2358DE191551}"/>
                        </a:ext>
                      </a:extLst>
                    </p:cNvPr>
                    <p:cNvGrpSpPr/>
                    <p:nvPr/>
                  </p:nvGrpSpPr>
                  <p:grpSpPr>
                    <a:xfrm flipH="1">
                      <a:off x="6478587" y="4022061"/>
                      <a:ext cx="214313" cy="214313"/>
                      <a:chOff x="5354637" y="3446463"/>
                      <a:chExt cx="214313" cy="214313"/>
                    </a:xfrm>
                  </p:grpSpPr>
                  <p:sp>
                    <p:nvSpPr>
                      <p:cNvPr id="3571" name="Arc 3570">
                        <a:extLst>
                          <a:ext uri="{FF2B5EF4-FFF2-40B4-BE49-F238E27FC236}">
                            <a16:creationId xmlns:a16="http://schemas.microsoft.com/office/drawing/2014/main" id="{CA8C50C9-5050-E55D-D6AC-75689A72C15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72" name="Arc 3571">
                        <a:extLst>
                          <a:ext uri="{FF2B5EF4-FFF2-40B4-BE49-F238E27FC236}">
                            <a16:creationId xmlns:a16="http://schemas.microsoft.com/office/drawing/2014/main" id="{601EBFEF-9DD0-0C7A-D2D6-D18921A37F7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564" name="Group 3563">
                      <a:extLst>
                        <a:ext uri="{FF2B5EF4-FFF2-40B4-BE49-F238E27FC236}">
                          <a16:creationId xmlns:a16="http://schemas.microsoft.com/office/drawing/2014/main" id="{B427EB95-90B8-3924-D144-94F3B5905931}"/>
                        </a:ext>
                      </a:extLst>
                    </p:cNvPr>
                    <p:cNvGrpSpPr/>
                    <p:nvPr/>
                  </p:nvGrpSpPr>
                  <p:grpSpPr>
                    <a:xfrm rot="7200000" flipH="1">
                      <a:off x="6434137" y="3977611"/>
                      <a:ext cx="303213" cy="303213"/>
                      <a:chOff x="5354637" y="3446463"/>
                      <a:chExt cx="214313" cy="214313"/>
                    </a:xfrm>
                  </p:grpSpPr>
                  <p:sp>
                    <p:nvSpPr>
                      <p:cNvPr id="3569" name="Arc 3568">
                        <a:extLst>
                          <a:ext uri="{FF2B5EF4-FFF2-40B4-BE49-F238E27FC236}">
                            <a16:creationId xmlns:a16="http://schemas.microsoft.com/office/drawing/2014/main" id="{0324B84C-0BD9-4CA0-E989-592E0A989DF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70" name="Arc 3569">
                        <a:extLst>
                          <a:ext uri="{FF2B5EF4-FFF2-40B4-BE49-F238E27FC236}">
                            <a16:creationId xmlns:a16="http://schemas.microsoft.com/office/drawing/2014/main" id="{BA2C5979-0061-04DA-83A1-F4D463C927E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565" name="Group 3564">
                      <a:extLst>
                        <a:ext uri="{FF2B5EF4-FFF2-40B4-BE49-F238E27FC236}">
                          <a16:creationId xmlns:a16="http://schemas.microsoft.com/office/drawing/2014/main" id="{A68BB5CD-D71D-E3E8-B20E-70CFB7EFD0A8}"/>
                        </a:ext>
                      </a:extLst>
                    </p:cNvPr>
                    <p:cNvGrpSpPr/>
                    <p:nvPr/>
                  </p:nvGrpSpPr>
                  <p:grpSpPr>
                    <a:xfrm rot="14400000" flipH="1">
                      <a:off x="6389147" y="3932622"/>
                      <a:ext cx="393192" cy="393192"/>
                      <a:chOff x="5354637" y="3446463"/>
                      <a:chExt cx="214313" cy="214313"/>
                    </a:xfrm>
                  </p:grpSpPr>
                  <p:sp>
                    <p:nvSpPr>
                      <p:cNvPr id="3567" name="Arc 3566">
                        <a:extLst>
                          <a:ext uri="{FF2B5EF4-FFF2-40B4-BE49-F238E27FC236}">
                            <a16:creationId xmlns:a16="http://schemas.microsoft.com/office/drawing/2014/main" id="{59AFA42E-6307-3D5F-6E00-2B22F42B458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68" name="Arc 3567">
                        <a:extLst>
                          <a:ext uri="{FF2B5EF4-FFF2-40B4-BE49-F238E27FC236}">
                            <a16:creationId xmlns:a16="http://schemas.microsoft.com/office/drawing/2014/main" id="{C00FEB9B-CDDA-4CE9-1B67-911A75553FD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566" name="TextBox 3565">
                      <a:extLst>
                        <a:ext uri="{FF2B5EF4-FFF2-40B4-BE49-F238E27FC236}">
                          <a16:creationId xmlns:a16="http://schemas.microsoft.com/office/drawing/2014/main" id="{97B92B8D-99B7-0DDE-EDC9-C0FB334A4682}"/>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3462" name="Group 3461">
                <a:extLst>
                  <a:ext uri="{FF2B5EF4-FFF2-40B4-BE49-F238E27FC236}">
                    <a16:creationId xmlns:a16="http://schemas.microsoft.com/office/drawing/2014/main" id="{5A26767A-CA8B-32A8-6901-AE6EF7525DAC}"/>
                  </a:ext>
                </a:extLst>
              </p:cNvPr>
              <p:cNvGrpSpPr/>
              <p:nvPr/>
            </p:nvGrpSpPr>
            <p:grpSpPr>
              <a:xfrm>
                <a:off x="6065340" y="2039507"/>
                <a:ext cx="1643204" cy="1593124"/>
                <a:chOff x="5445106" y="2644743"/>
                <a:chExt cx="1643204" cy="1593124"/>
              </a:xfrm>
            </p:grpSpPr>
            <p:grpSp>
              <p:nvGrpSpPr>
                <p:cNvPr id="3463" name="Group 3462">
                  <a:extLst>
                    <a:ext uri="{FF2B5EF4-FFF2-40B4-BE49-F238E27FC236}">
                      <a16:creationId xmlns:a16="http://schemas.microsoft.com/office/drawing/2014/main" id="{59A97C19-5DD8-2656-17C2-00AD3E17B8EE}"/>
                    </a:ext>
                  </a:extLst>
                </p:cNvPr>
                <p:cNvGrpSpPr/>
                <p:nvPr/>
              </p:nvGrpSpPr>
              <p:grpSpPr>
                <a:xfrm>
                  <a:off x="5445106" y="2644743"/>
                  <a:ext cx="1019224" cy="991639"/>
                  <a:chOff x="5886431" y="3225768"/>
                  <a:chExt cx="1019224" cy="991639"/>
                </a:xfrm>
              </p:grpSpPr>
              <p:grpSp>
                <p:nvGrpSpPr>
                  <p:cNvPr id="3511" name="Group 3510">
                    <a:extLst>
                      <a:ext uri="{FF2B5EF4-FFF2-40B4-BE49-F238E27FC236}">
                        <a16:creationId xmlns:a16="http://schemas.microsoft.com/office/drawing/2014/main" id="{43C079EC-F17D-EABF-7696-C51384E486E1}"/>
                      </a:ext>
                    </a:extLst>
                  </p:cNvPr>
                  <p:cNvGrpSpPr/>
                  <p:nvPr/>
                </p:nvGrpSpPr>
                <p:grpSpPr>
                  <a:xfrm>
                    <a:off x="6197413" y="3824215"/>
                    <a:ext cx="393192" cy="393192"/>
                    <a:chOff x="5265196" y="3357021"/>
                    <a:chExt cx="393192" cy="393192"/>
                  </a:xfrm>
                </p:grpSpPr>
                <p:grpSp>
                  <p:nvGrpSpPr>
                    <p:cNvPr id="3546" name="Group 3545">
                      <a:extLst>
                        <a:ext uri="{FF2B5EF4-FFF2-40B4-BE49-F238E27FC236}">
                          <a16:creationId xmlns:a16="http://schemas.microsoft.com/office/drawing/2014/main" id="{9ED07CEE-821E-16F2-1EE3-A52A92657222}"/>
                        </a:ext>
                      </a:extLst>
                    </p:cNvPr>
                    <p:cNvGrpSpPr/>
                    <p:nvPr/>
                  </p:nvGrpSpPr>
                  <p:grpSpPr>
                    <a:xfrm rot="14400000">
                      <a:off x="5265196" y="3357021"/>
                      <a:ext cx="393192" cy="393192"/>
                      <a:chOff x="5354637" y="3446463"/>
                      <a:chExt cx="214313" cy="214313"/>
                    </a:xfrm>
                  </p:grpSpPr>
                  <p:sp>
                    <p:nvSpPr>
                      <p:cNvPr id="3555" name="Arc 3554">
                        <a:extLst>
                          <a:ext uri="{FF2B5EF4-FFF2-40B4-BE49-F238E27FC236}">
                            <a16:creationId xmlns:a16="http://schemas.microsoft.com/office/drawing/2014/main" id="{44C30807-DFA4-EA65-3647-61C9D8252D0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56" name="Arc 3555">
                        <a:extLst>
                          <a:ext uri="{FF2B5EF4-FFF2-40B4-BE49-F238E27FC236}">
                            <a16:creationId xmlns:a16="http://schemas.microsoft.com/office/drawing/2014/main" id="{EDB93A83-033D-04CB-04AA-79FC0B2C3DD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547" name="Group 3546">
                      <a:extLst>
                        <a:ext uri="{FF2B5EF4-FFF2-40B4-BE49-F238E27FC236}">
                          <a16:creationId xmlns:a16="http://schemas.microsoft.com/office/drawing/2014/main" id="{74592372-818C-C513-B6D8-6B66B9595FCD}"/>
                        </a:ext>
                      </a:extLst>
                    </p:cNvPr>
                    <p:cNvGrpSpPr/>
                    <p:nvPr/>
                  </p:nvGrpSpPr>
                  <p:grpSpPr>
                    <a:xfrm>
                      <a:off x="5310186" y="3402011"/>
                      <a:ext cx="303213" cy="303213"/>
                      <a:chOff x="5310186" y="3402011"/>
                      <a:chExt cx="303213" cy="303213"/>
                    </a:xfrm>
                  </p:grpSpPr>
                  <p:grpSp>
                    <p:nvGrpSpPr>
                      <p:cNvPr id="3548" name="Group 3547">
                        <a:extLst>
                          <a:ext uri="{FF2B5EF4-FFF2-40B4-BE49-F238E27FC236}">
                            <a16:creationId xmlns:a16="http://schemas.microsoft.com/office/drawing/2014/main" id="{E0F2EDAB-5834-6FA5-1E81-14EF0E1CB78F}"/>
                          </a:ext>
                        </a:extLst>
                      </p:cNvPr>
                      <p:cNvGrpSpPr/>
                      <p:nvPr/>
                    </p:nvGrpSpPr>
                    <p:grpSpPr>
                      <a:xfrm>
                        <a:off x="5354636" y="3446461"/>
                        <a:ext cx="214313" cy="214313"/>
                        <a:chOff x="5354637" y="3446463"/>
                        <a:chExt cx="214313" cy="214313"/>
                      </a:xfrm>
                    </p:grpSpPr>
                    <p:sp>
                      <p:nvSpPr>
                        <p:cNvPr id="3553" name="Arc 3552">
                          <a:extLst>
                            <a:ext uri="{FF2B5EF4-FFF2-40B4-BE49-F238E27FC236}">
                              <a16:creationId xmlns:a16="http://schemas.microsoft.com/office/drawing/2014/main" id="{EBAB7861-307D-A860-4946-AE7567FC65E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54" name="Arc 3553">
                          <a:extLst>
                            <a:ext uri="{FF2B5EF4-FFF2-40B4-BE49-F238E27FC236}">
                              <a16:creationId xmlns:a16="http://schemas.microsoft.com/office/drawing/2014/main" id="{865A650A-E405-D708-3F17-BAC0531F11D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549" name="Group 3548">
                        <a:extLst>
                          <a:ext uri="{FF2B5EF4-FFF2-40B4-BE49-F238E27FC236}">
                            <a16:creationId xmlns:a16="http://schemas.microsoft.com/office/drawing/2014/main" id="{541A0692-8600-242A-A3DF-4AAFA126B991}"/>
                          </a:ext>
                        </a:extLst>
                      </p:cNvPr>
                      <p:cNvGrpSpPr/>
                      <p:nvPr/>
                    </p:nvGrpSpPr>
                    <p:grpSpPr>
                      <a:xfrm rot="7200000">
                        <a:off x="5310186" y="3402011"/>
                        <a:ext cx="303213" cy="303213"/>
                        <a:chOff x="5354637" y="3446463"/>
                        <a:chExt cx="214313" cy="214313"/>
                      </a:xfrm>
                    </p:grpSpPr>
                    <p:sp>
                      <p:nvSpPr>
                        <p:cNvPr id="3551" name="Arc 3550">
                          <a:extLst>
                            <a:ext uri="{FF2B5EF4-FFF2-40B4-BE49-F238E27FC236}">
                              <a16:creationId xmlns:a16="http://schemas.microsoft.com/office/drawing/2014/main" id="{D5DF6C70-C9E7-37DD-3B31-D9477AD1880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52" name="Arc 3551">
                          <a:extLst>
                            <a:ext uri="{FF2B5EF4-FFF2-40B4-BE49-F238E27FC236}">
                              <a16:creationId xmlns:a16="http://schemas.microsoft.com/office/drawing/2014/main" id="{AC9E1C4A-551D-1159-D325-31740198EB6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550" name="TextBox 3549">
                        <a:extLst>
                          <a:ext uri="{FF2B5EF4-FFF2-40B4-BE49-F238E27FC236}">
                            <a16:creationId xmlns:a16="http://schemas.microsoft.com/office/drawing/2014/main" id="{83642393-FAE6-30D2-05DF-4E94F66B42A7}"/>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512" name="Group 3511">
                    <a:extLst>
                      <a:ext uri="{FF2B5EF4-FFF2-40B4-BE49-F238E27FC236}">
                        <a16:creationId xmlns:a16="http://schemas.microsoft.com/office/drawing/2014/main" id="{69A6A4EB-600E-816F-17AE-2CCBDD3A0CFB}"/>
                      </a:ext>
                    </a:extLst>
                  </p:cNvPr>
                  <p:cNvGrpSpPr/>
                  <p:nvPr/>
                </p:nvGrpSpPr>
                <p:grpSpPr>
                  <a:xfrm>
                    <a:off x="5886431" y="3525040"/>
                    <a:ext cx="393192" cy="393192"/>
                    <a:chOff x="5265196" y="3932619"/>
                    <a:chExt cx="393192" cy="393192"/>
                  </a:xfrm>
                </p:grpSpPr>
                <p:grpSp>
                  <p:nvGrpSpPr>
                    <p:cNvPr id="3536" name="Group 3535">
                      <a:extLst>
                        <a:ext uri="{FF2B5EF4-FFF2-40B4-BE49-F238E27FC236}">
                          <a16:creationId xmlns:a16="http://schemas.microsoft.com/office/drawing/2014/main" id="{9282E387-52C1-6BF1-3ED1-1F0EB7A77F82}"/>
                        </a:ext>
                      </a:extLst>
                    </p:cNvPr>
                    <p:cNvGrpSpPr/>
                    <p:nvPr/>
                  </p:nvGrpSpPr>
                  <p:grpSpPr>
                    <a:xfrm>
                      <a:off x="5354636" y="4022061"/>
                      <a:ext cx="214313" cy="214313"/>
                      <a:chOff x="5354637" y="3446463"/>
                      <a:chExt cx="214313" cy="214313"/>
                    </a:xfrm>
                  </p:grpSpPr>
                  <p:sp>
                    <p:nvSpPr>
                      <p:cNvPr id="3544" name="Arc 3543">
                        <a:extLst>
                          <a:ext uri="{FF2B5EF4-FFF2-40B4-BE49-F238E27FC236}">
                            <a16:creationId xmlns:a16="http://schemas.microsoft.com/office/drawing/2014/main" id="{AC82EFA6-0AF9-1AEF-9BDF-1B3862F5C59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45" name="Arc 3544">
                        <a:extLst>
                          <a:ext uri="{FF2B5EF4-FFF2-40B4-BE49-F238E27FC236}">
                            <a16:creationId xmlns:a16="http://schemas.microsoft.com/office/drawing/2014/main" id="{E1D449B7-D3FD-ECB8-1F88-7BBCCD52FDD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537" name="Group 3536">
                      <a:extLst>
                        <a:ext uri="{FF2B5EF4-FFF2-40B4-BE49-F238E27FC236}">
                          <a16:creationId xmlns:a16="http://schemas.microsoft.com/office/drawing/2014/main" id="{447A2640-23AC-6FC3-0B50-FF5171CF9570}"/>
                        </a:ext>
                      </a:extLst>
                    </p:cNvPr>
                    <p:cNvGrpSpPr/>
                    <p:nvPr/>
                  </p:nvGrpSpPr>
                  <p:grpSpPr>
                    <a:xfrm rot="14400000">
                      <a:off x="5310186" y="3977611"/>
                      <a:ext cx="303213" cy="303213"/>
                      <a:chOff x="5354637" y="3446463"/>
                      <a:chExt cx="214313" cy="214313"/>
                    </a:xfrm>
                  </p:grpSpPr>
                  <p:sp>
                    <p:nvSpPr>
                      <p:cNvPr id="3542" name="Arc 3541">
                        <a:extLst>
                          <a:ext uri="{FF2B5EF4-FFF2-40B4-BE49-F238E27FC236}">
                            <a16:creationId xmlns:a16="http://schemas.microsoft.com/office/drawing/2014/main" id="{1B02ABB1-EAD9-9D1E-3765-1F93ADF0BD2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43" name="Arc 3542">
                        <a:extLst>
                          <a:ext uri="{FF2B5EF4-FFF2-40B4-BE49-F238E27FC236}">
                            <a16:creationId xmlns:a16="http://schemas.microsoft.com/office/drawing/2014/main" id="{F739B31E-32B9-4D98-67C3-5E2FD230D2A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538" name="Group 3537">
                      <a:extLst>
                        <a:ext uri="{FF2B5EF4-FFF2-40B4-BE49-F238E27FC236}">
                          <a16:creationId xmlns:a16="http://schemas.microsoft.com/office/drawing/2014/main" id="{53F4A6C6-9C37-8F4B-4090-296FB8AA5FC2}"/>
                        </a:ext>
                      </a:extLst>
                    </p:cNvPr>
                    <p:cNvGrpSpPr/>
                    <p:nvPr/>
                  </p:nvGrpSpPr>
                  <p:grpSpPr>
                    <a:xfrm rot="7200000">
                      <a:off x="5265196" y="3932619"/>
                      <a:ext cx="393192" cy="393192"/>
                      <a:chOff x="5354637" y="3446463"/>
                      <a:chExt cx="214313" cy="214313"/>
                    </a:xfrm>
                  </p:grpSpPr>
                  <p:sp>
                    <p:nvSpPr>
                      <p:cNvPr id="3540" name="Arc 3539">
                        <a:extLst>
                          <a:ext uri="{FF2B5EF4-FFF2-40B4-BE49-F238E27FC236}">
                            <a16:creationId xmlns:a16="http://schemas.microsoft.com/office/drawing/2014/main" id="{2D03A8C8-8F73-9DB6-FE16-E7C1B007AE8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41" name="Arc 3540">
                        <a:extLst>
                          <a:ext uri="{FF2B5EF4-FFF2-40B4-BE49-F238E27FC236}">
                            <a16:creationId xmlns:a16="http://schemas.microsoft.com/office/drawing/2014/main" id="{E69B0785-2DFE-B602-703E-118E5C15410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539" name="TextBox 3538">
                      <a:extLst>
                        <a:ext uri="{FF2B5EF4-FFF2-40B4-BE49-F238E27FC236}">
                          <a16:creationId xmlns:a16="http://schemas.microsoft.com/office/drawing/2014/main" id="{E097F4B3-DDF0-93B9-965A-1BA3A9B0C23D}"/>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3513" name="Group 3512">
                    <a:extLst>
                      <a:ext uri="{FF2B5EF4-FFF2-40B4-BE49-F238E27FC236}">
                        <a16:creationId xmlns:a16="http://schemas.microsoft.com/office/drawing/2014/main" id="{3C06EE0A-3799-C3DD-9485-CEBFDE720215}"/>
                      </a:ext>
                    </a:extLst>
                  </p:cNvPr>
                  <p:cNvGrpSpPr/>
                  <p:nvPr/>
                </p:nvGrpSpPr>
                <p:grpSpPr>
                  <a:xfrm>
                    <a:off x="6512463" y="3525040"/>
                    <a:ext cx="393192" cy="393192"/>
                    <a:chOff x="6389147" y="3357021"/>
                    <a:chExt cx="393192" cy="393192"/>
                  </a:xfrm>
                </p:grpSpPr>
                <p:grpSp>
                  <p:nvGrpSpPr>
                    <p:cNvPr id="3525" name="Group 3524">
                      <a:extLst>
                        <a:ext uri="{FF2B5EF4-FFF2-40B4-BE49-F238E27FC236}">
                          <a16:creationId xmlns:a16="http://schemas.microsoft.com/office/drawing/2014/main" id="{9B793BCE-927D-1308-A28E-8CF1EC66DF3C}"/>
                        </a:ext>
                      </a:extLst>
                    </p:cNvPr>
                    <p:cNvGrpSpPr/>
                    <p:nvPr/>
                  </p:nvGrpSpPr>
                  <p:grpSpPr>
                    <a:xfrm rot="7200000" flipH="1">
                      <a:off x="6389147" y="3357021"/>
                      <a:ext cx="393192" cy="393192"/>
                      <a:chOff x="5354637" y="3446463"/>
                      <a:chExt cx="214313" cy="214313"/>
                    </a:xfrm>
                  </p:grpSpPr>
                  <p:sp>
                    <p:nvSpPr>
                      <p:cNvPr id="3534" name="Arc 3533">
                        <a:extLst>
                          <a:ext uri="{FF2B5EF4-FFF2-40B4-BE49-F238E27FC236}">
                            <a16:creationId xmlns:a16="http://schemas.microsoft.com/office/drawing/2014/main" id="{0149CEAF-7BF6-B610-86CC-8D1F94F8BBD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35" name="Arc 3534">
                        <a:extLst>
                          <a:ext uri="{FF2B5EF4-FFF2-40B4-BE49-F238E27FC236}">
                            <a16:creationId xmlns:a16="http://schemas.microsoft.com/office/drawing/2014/main" id="{2E9F6A3E-A040-FA8E-9465-279162DF2DA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526" name="Group 3525">
                      <a:extLst>
                        <a:ext uri="{FF2B5EF4-FFF2-40B4-BE49-F238E27FC236}">
                          <a16:creationId xmlns:a16="http://schemas.microsoft.com/office/drawing/2014/main" id="{2E355AB8-26AD-4A11-0ECF-5E6FEF434531}"/>
                        </a:ext>
                      </a:extLst>
                    </p:cNvPr>
                    <p:cNvGrpSpPr/>
                    <p:nvPr/>
                  </p:nvGrpSpPr>
                  <p:grpSpPr>
                    <a:xfrm>
                      <a:off x="6434137" y="3402011"/>
                      <a:ext cx="303213" cy="303213"/>
                      <a:chOff x="6434137" y="3402011"/>
                      <a:chExt cx="303213" cy="303213"/>
                    </a:xfrm>
                  </p:grpSpPr>
                  <p:grpSp>
                    <p:nvGrpSpPr>
                      <p:cNvPr id="3527" name="Group 3526">
                        <a:extLst>
                          <a:ext uri="{FF2B5EF4-FFF2-40B4-BE49-F238E27FC236}">
                            <a16:creationId xmlns:a16="http://schemas.microsoft.com/office/drawing/2014/main" id="{CC9DC13F-1A2B-50FD-ECEB-2869A8A213D1}"/>
                          </a:ext>
                        </a:extLst>
                      </p:cNvPr>
                      <p:cNvGrpSpPr/>
                      <p:nvPr/>
                    </p:nvGrpSpPr>
                    <p:grpSpPr>
                      <a:xfrm flipH="1">
                        <a:off x="6478587" y="3446461"/>
                        <a:ext cx="214313" cy="214313"/>
                        <a:chOff x="5354637" y="3446463"/>
                        <a:chExt cx="214313" cy="214313"/>
                      </a:xfrm>
                    </p:grpSpPr>
                    <p:sp>
                      <p:nvSpPr>
                        <p:cNvPr id="3532" name="Arc 3531">
                          <a:extLst>
                            <a:ext uri="{FF2B5EF4-FFF2-40B4-BE49-F238E27FC236}">
                              <a16:creationId xmlns:a16="http://schemas.microsoft.com/office/drawing/2014/main" id="{A01C3ADF-D0EB-0F6F-12E7-F0131B22C7A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33" name="Arc 3532">
                          <a:extLst>
                            <a:ext uri="{FF2B5EF4-FFF2-40B4-BE49-F238E27FC236}">
                              <a16:creationId xmlns:a16="http://schemas.microsoft.com/office/drawing/2014/main" id="{DD66C1CD-7871-DA95-6357-876099ED6FE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528" name="Group 3527">
                        <a:extLst>
                          <a:ext uri="{FF2B5EF4-FFF2-40B4-BE49-F238E27FC236}">
                            <a16:creationId xmlns:a16="http://schemas.microsoft.com/office/drawing/2014/main" id="{5BEFEAC9-597C-F42A-BADC-AC42B8A87EA8}"/>
                          </a:ext>
                        </a:extLst>
                      </p:cNvPr>
                      <p:cNvGrpSpPr/>
                      <p:nvPr/>
                    </p:nvGrpSpPr>
                    <p:grpSpPr>
                      <a:xfrm rot="14400000" flipH="1">
                        <a:off x="6434137" y="3402011"/>
                        <a:ext cx="303213" cy="303213"/>
                        <a:chOff x="5354637" y="3446463"/>
                        <a:chExt cx="214313" cy="214313"/>
                      </a:xfrm>
                    </p:grpSpPr>
                    <p:sp>
                      <p:nvSpPr>
                        <p:cNvPr id="3530" name="Arc 3529">
                          <a:extLst>
                            <a:ext uri="{FF2B5EF4-FFF2-40B4-BE49-F238E27FC236}">
                              <a16:creationId xmlns:a16="http://schemas.microsoft.com/office/drawing/2014/main" id="{D4AA3A80-B62E-67BE-4989-4E292F3AF1B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31" name="Arc 3530">
                          <a:extLst>
                            <a:ext uri="{FF2B5EF4-FFF2-40B4-BE49-F238E27FC236}">
                              <a16:creationId xmlns:a16="http://schemas.microsoft.com/office/drawing/2014/main" id="{7D635D2C-4FD5-E609-9632-824D0EC0BB0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529" name="TextBox 3528">
                        <a:extLst>
                          <a:ext uri="{FF2B5EF4-FFF2-40B4-BE49-F238E27FC236}">
                            <a16:creationId xmlns:a16="http://schemas.microsoft.com/office/drawing/2014/main" id="{41FFD866-C62E-B068-D777-FF828950A95E}"/>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514" name="Group 3513">
                    <a:extLst>
                      <a:ext uri="{FF2B5EF4-FFF2-40B4-BE49-F238E27FC236}">
                        <a16:creationId xmlns:a16="http://schemas.microsoft.com/office/drawing/2014/main" id="{576612A6-4AEE-B68F-0F08-009DD08E19A0}"/>
                      </a:ext>
                    </a:extLst>
                  </p:cNvPr>
                  <p:cNvGrpSpPr/>
                  <p:nvPr/>
                </p:nvGrpSpPr>
                <p:grpSpPr>
                  <a:xfrm>
                    <a:off x="6197413" y="3225768"/>
                    <a:ext cx="393192" cy="393192"/>
                    <a:chOff x="6389147" y="3932622"/>
                    <a:chExt cx="393192" cy="393192"/>
                  </a:xfrm>
                </p:grpSpPr>
                <p:grpSp>
                  <p:nvGrpSpPr>
                    <p:cNvPr id="3515" name="Group 3514">
                      <a:extLst>
                        <a:ext uri="{FF2B5EF4-FFF2-40B4-BE49-F238E27FC236}">
                          <a16:creationId xmlns:a16="http://schemas.microsoft.com/office/drawing/2014/main" id="{48E2CCA8-A14F-CBB9-4FD5-E85756637ED6}"/>
                        </a:ext>
                      </a:extLst>
                    </p:cNvPr>
                    <p:cNvGrpSpPr/>
                    <p:nvPr/>
                  </p:nvGrpSpPr>
                  <p:grpSpPr>
                    <a:xfrm flipH="1">
                      <a:off x="6478587" y="4022061"/>
                      <a:ext cx="214313" cy="214313"/>
                      <a:chOff x="5354637" y="3446463"/>
                      <a:chExt cx="214313" cy="214313"/>
                    </a:xfrm>
                  </p:grpSpPr>
                  <p:sp>
                    <p:nvSpPr>
                      <p:cNvPr id="3523" name="Arc 3522">
                        <a:extLst>
                          <a:ext uri="{FF2B5EF4-FFF2-40B4-BE49-F238E27FC236}">
                            <a16:creationId xmlns:a16="http://schemas.microsoft.com/office/drawing/2014/main" id="{AD11424F-DB71-DAB5-2863-D439FCA8C69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24" name="Arc 3523">
                        <a:extLst>
                          <a:ext uri="{FF2B5EF4-FFF2-40B4-BE49-F238E27FC236}">
                            <a16:creationId xmlns:a16="http://schemas.microsoft.com/office/drawing/2014/main" id="{B3260E43-C649-EDEC-6411-9F6F5418678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516" name="Group 3515">
                      <a:extLst>
                        <a:ext uri="{FF2B5EF4-FFF2-40B4-BE49-F238E27FC236}">
                          <a16:creationId xmlns:a16="http://schemas.microsoft.com/office/drawing/2014/main" id="{9072F439-6ACA-2AB8-AF28-9BDC965E53FF}"/>
                        </a:ext>
                      </a:extLst>
                    </p:cNvPr>
                    <p:cNvGrpSpPr/>
                    <p:nvPr/>
                  </p:nvGrpSpPr>
                  <p:grpSpPr>
                    <a:xfrm rot="7200000" flipH="1">
                      <a:off x="6434137" y="3977611"/>
                      <a:ext cx="303213" cy="303213"/>
                      <a:chOff x="5354637" y="3446463"/>
                      <a:chExt cx="214313" cy="214313"/>
                    </a:xfrm>
                  </p:grpSpPr>
                  <p:sp>
                    <p:nvSpPr>
                      <p:cNvPr id="3521" name="Arc 3520">
                        <a:extLst>
                          <a:ext uri="{FF2B5EF4-FFF2-40B4-BE49-F238E27FC236}">
                            <a16:creationId xmlns:a16="http://schemas.microsoft.com/office/drawing/2014/main" id="{39B3F114-44CD-CD4E-0008-BC3DA55E195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22" name="Arc 3521">
                        <a:extLst>
                          <a:ext uri="{FF2B5EF4-FFF2-40B4-BE49-F238E27FC236}">
                            <a16:creationId xmlns:a16="http://schemas.microsoft.com/office/drawing/2014/main" id="{1E470897-6B82-FE4C-75AC-074980C1FD8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517" name="Group 3516">
                      <a:extLst>
                        <a:ext uri="{FF2B5EF4-FFF2-40B4-BE49-F238E27FC236}">
                          <a16:creationId xmlns:a16="http://schemas.microsoft.com/office/drawing/2014/main" id="{11CC6176-0AE5-980F-4FD0-B2E0E3073FBA}"/>
                        </a:ext>
                      </a:extLst>
                    </p:cNvPr>
                    <p:cNvGrpSpPr/>
                    <p:nvPr/>
                  </p:nvGrpSpPr>
                  <p:grpSpPr>
                    <a:xfrm rot="14400000" flipH="1">
                      <a:off x="6389147" y="3932622"/>
                      <a:ext cx="393192" cy="393192"/>
                      <a:chOff x="5354637" y="3446463"/>
                      <a:chExt cx="214313" cy="214313"/>
                    </a:xfrm>
                  </p:grpSpPr>
                  <p:sp>
                    <p:nvSpPr>
                      <p:cNvPr id="3519" name="Arc 3518">
                        <a:extLst>
                          <a:ext uri="{FF2B5EF4-FFF2-40B4-BE49-F238E27FC236}">
                            <a16:creationId xmlns:a16="http://schemas.microsoft.com/office/drawing/2014/main" id="{2097F5B8-56D7-C9D6-860C-CED652BF550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20" name="Arc 3519">
                        <a:extLst>
                          <a:ext uri="{FF2B5EF4-FFF2-40B4-BE49-F238E27FC236}">
                            <a16:creationId xmlns:a16="http://schemas.microsoft.com/office/drawing/2014/main" id="{8DA8D5CE-BCA7-667B-0EE0-AC7BA35C852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518" name="TextBox 3517">
                      <a:extLst>
                        <a:ext uri="{FF2B5EF4-FFF2-40B4-BE49-F238E27FC236}">
                          <a16:creationId xmlns:a16="http://schemas.microsoft.com/office/drawing/2014/main" id="{8953D558-FF95-862E-1862-9A464376C2F6}"/>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464" name="Group 3463">
                  <a:extLst>
                    <a:ext uri="{FF2B5EF4-FFF2-40B4-BE49-F238E27FC236}">
                      <a16:creationId xmlns:a16="http://schemas.microsoft.com/office/drawing/2014/main" id="{07583C6A-530D-3724-9B63-7210A309C2BD}"/>
                    </a:ext>
                  </a:extLst>
                </p:cNvPr>
                <p:cNvGrpSpPr/>
                <p:nvPr/>
              </p:nvGrpSpPr>
              <p:grpSpPr>
                <a:xfrm>
                  <a:off x="6069086" y="3246228"/>
                  <a:ext cx="1019224" cy="991639"/>
                  <a:chOff x="5886431" y="3225768"/>
                  <a:chExt cx="1019224" cy="991639"/>
                </a:xfrm>
              </p:grpSpPr>
              <p:grpSp>
                <p:nvGrpSpPr>
                  <p:cNvPr id="3465" name="Group 3464">
                    <a:extLst>
                      <a:ext uri="{FF2B5EF4-FFF2-40B4-BE49-F238E27FC236}">
                        <a16:creationId xmlns:a16="http://schemas.microsoft.com/office/drawing/2014/main" id="{5957DDAA-1C56-1FF3-032A-789EA3675D3B}"/>
                      </a:ext>
                    </a:extLst>
                  </p:cNvPr>
                  <p:cNvGrpSpPr/>
                  <p:nvPr/>
                </p:nvGrpSpPr>
                <p:grpSpPr>
                  <a:xfrm>
                    <a:off x="6197413" y="3824215"/>
                    <a:ext cx="393192" cy="393192"/>
                    <a:chOff x="5265196" y="3357021"/>
                    <a:chExt cx="393192" cy="393192"/>
                  </a:xfrm>
                </p:grpSpPr>
                <p:grpSp>
                  <p:nvGrpSpPr>
                    <p:cNvPr id="3500" name="Group 3499">
                      <a:extLst>
                        <a:ext uri="{FF2B5EF4-FFF2-40B4-BE49-F238E27FC236}">
                          <a16:creationId xmlns:a16="http://schemas.microsoft.com/office/drawing/2014/main" id="{38903EFA-6AF3-A501-51A9-1B30FFE72510}"/>
                        </a:ext>
                      </a:extLst>
                    </p:cNvPr>
                    <p:cNvGrpSpPr/>
                    <p:nvPr/>
                  </p:nvGrpSpPr>
                  <p:grpSpPr>
                    <a:xfrm rot="14400000">
                      <a:off x="5265196" y="3357021"/>
                      <a:ext cx="393192" cy="393192"/>
                      <a:chOff x="5354637" y="3446463"/>
                      <a:chExt cx="214313" cy="214313"/>
                    </a:xfrm>
                  </p:grpSpPr>
                  <p:sp>
                    <p:nvSpPr>
                      <p:cNvPr id="3509" name="Arc 3508">
                        <a:extLst>
                          <a:ext uri="{FF2B5EF4-FFF2-40B4-BE49-F238E27FC236}">
                            <a16:creationId xmlns:a16="http://schemas.microsoft.com/office/drawing/2014/main" id="{2E5C4368-FD9C-C380-756E-7E64F1B5B95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10" name="Arc 3509">
                        <a:extLst>
                          <a:ext uri="{FF2B5EF4-FFF2-40B4-BE49-F238E27FC236}">
                            <a16:creationId xmlns:a16="http://schemas.microsoft.com/office/drawing/2014/main" id="{19E92AE3-C043-695E-B7AD-5B240B9DE20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501" name="Group 3500">
                      <a:extLst>
                        <a:ext uri="{FF2B5EF4-FFF2-40B4-BE49-F238E27FC236}">
                          <a16:creationId xmlns:a16="http://schemas.microsoft.com/office/drawing/2014/main" id="{0DF5E522-930D-D898-592F-D4A92F18FCE5}"/>
                        </a:ext>
                      </a:extLst>
                    </p:cNvPr>
                    <p:cNvGrpSpPr/>
                    <p:nvPr/>
                  </p:nvGrpSpPr>
                  <p:grpSpPr>
                    <a:xfrm>
                      <a:off x="5310186" y="3402011"/>
                      <a:ext cx="303213" cy="303213"/>
                      <a:chOff x="5310186" y="3402011"/>
                      <a:chExt cx="303213" cy="303213"/>
                    </a:xfrm>
                  </p:grpSpPr>
                  <p:grpSp>
                    <p:nvGrpSpPr>
                      <p:cNvPr id="3502" name="Group 3501">
                        <a:extLst>
                          <a:ext uri="{FF2B5EF4-FFF2-40B4-BE49-F238E27FC236}">
                            <a16:creationId xmlns:a16="http://schemas.microsoft.com/office/drawing/2014/main" id="{350288BC-3C05-0B7C-C4B5-F816CA92AD46}"/>
                          </a:ext>
                        </a:extLst>
                      </p:cNvPr>
                      <p:cNvGrpSpPr/>
                      <p:nvPr/>
                    </p:nvGrpSpPr>
                    <p:grpSpPr>
                      <a:xfrm>
                        <a:off x="5354636" y="3446461"/>
                        <a:ext cx="214313" cy="214313"/>
                        <a:chOff x="5354637" y="3446463"/>
                        <a:chExt cx="214313" cy="214313"/>
                      </a:xfrm>
                    </p:grpSpPr>
                    <p:sp>
                      <p:nvSpPr>
                        <p:cNvPr id="3507" name="Arc 3506">
                          <a:extLst>
                            <a:ext uri="{FF2B5EF4-FFF2-40B4-BE49-F238E27FC236}">
                              <a16:creationId xmlns:a16="http://schemas.microsoft.com/office/drawing/2014/main" id="{EEAE8422-588E-4078-106E-25231A3DF51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08" name="Arc 3507">
                          <a:extLst>
                            <a:ext uri="{FF2B5EF4-FFF2-40B4-BE49-F238E27FC236}">
                              <a16:creationId xmlns:a16="http://schemas.microsoft.com/office/drawing/2014/main" id="{B1C43836-DD87-227F-C62E-707AD90956F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503" name="Group 3502">
                        <a:extLst>
                          <a:ext uri="{FF2B5EF4-FFF2-40B4-BE49-F238E27FC236}">
                            <a16:creationId xmlns:a16="http://schemas.microsoft.com/office/drawing/2014/main" id="{BD3B427E-A5DA-CF37-A937-5F8EA980141D}"/>
                          </a:ext>
                        </a:extLst>
                      </p:cNvPr>
                      <p:cNvGrpSpPr/>
                      <p:nvPr/>
                    </p:nvGrpSpPr>
                    <p:grpSpPr>
                      <a:xfrm rot="7200000">
                        <a:off x="5310186" y="3402011"/>
                        <a:ext cx="303213" cy="303213"/>
                        <a:chOff x="5354637" y="3446463"/>
                        <a:chExt cx="214313" cy="214313"/>
                      </a:xfrm>
                    </p:grpSpPr>
                    <p:sp>
                      <p:nvSpPr>
                        <p:cNvPr id="3505" name="Arc 3504">
                          <a:extLst>
                            <a:ext uri="{FF2B5EF4-FFF2-40B4-BE49-F238E27FC236}">
                              <a16:creationId xmlns:a16="http://schemas.microsoft.com/office/drawing/2014/main" id="{E0FCBC81-6AC9-D7CB-9483-D02FC4EED47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06" name="Arc 3505">
                          <a:extLst>
                            <a:ext uri="{FF2B5EF4-FFF2-40B4-BE49-F238E27FC236}">
                              <a16:creationId xmlns:a16="http://schemas.microsoft.com/office/drawing/2014/main" id="{898E06C0-A5C0-5B19-BDB6-C802287D63D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504" name="TextBox 3503">
                        <a:extLst>
                          <a:ext uri="{FF2B5EF4-FFF2-40B4-BE49-F238E27FC236}">
                            <a16:creationId xmlns:a16="http://schemas.microsoft.com/office/drawing/2014/main" id="{24ADDADB-A43E-71C3-3951-95704D5E4A52}"/>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466" name="Group 3465">
                    <a:extLst>
                      <a:ext uri="{FF2B5EF4-FFF2-40B4-BE49-F238E27FC236}">
                        <a16:creationId xmlns:a16="http://schemas.microsoft.com/office/drawing/2014/main" id="{F20F666C-C1D4-0DE4-BC54-F4A369E7E74A}"/>
                      </a:ext>
                    </a:extLst>
                  </p:cNvPr>
                  <p:cNvGrpSpPr/>
                  <p:nvPr/>
                </p:nvGrpSpPr>
                <p:grpSpPr>
                  <a:xfrm>
                    <a:off x="5886431" y="3525040"/>
                    <a:ext cx="393192" cy="393192"/>
                    <a:chOff x="5265196" y="3932619"/>
                    <a:chExt cx="393192" cy="393192"/>
                  </a:xfrm>
                </p:grpSpPr>
                <p:grpSp>
                  <p:nvGrpSpPr>
                    <p:cNvPr id="3490" name="Group 3489">
                      <a:extLst>
                        <a:ext uri="{FF2B5EF4-FFF2-40B4-BE49-F238E27FC236}">
                          <a16:creationId xmlns:a16="http://schemas.microsoft.com/office/drawing/2014/main" id="{E079B163-05A2-DF2F-E8E6-242975681ECF}"/>
                        </a:ext>
                      </a:extLst>
                    </p:cNvPr>
                    <p:cNvGrpSpPr/>
                    <p:nvPr/>
                  </p:nvGrpSpPr>
                  <p:grpSpPr>
                    <a:xfrm>
                      <a:off x="5354636" y="4022061"/>
                      <a:ext cx="214313" cy="214313"/>
                      <a:chOff x="5354637" y="3446463"/>
                      <a:chExt cx="214313" cy="214313"/>
                    </a:xfrm>
                  </p:grpSpPr>
                  <p:sp>
                    <p:nvSpPr>
                      <p:cNvPr id="3498" name="Arc 3497">
                        <a:extLst>
                          <a:ext uri="{FF2B5EF4-FFF2-40B4-BE49-F238E27FC236}">
                            <a16:creationId xmlns:a16="http://schemas.microsoft.com/office/drawing/2014/main" id="{18919F5D-942F-5A97-79E9-2B351518A27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99" name="Arc 3498">
                        <a:extLst>
                          <a:ext uri="{FF2B5EF4-FFF2-40B4-BE49-F238E27FC236}">
                            <a16:creationId xmlns:a16="http://schemas.microsoft.com/office/drawing/2014/main" id="{F72E114A-B78F-566E-A59A-93ABAF89B67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491" name="Group 3490">
                      <a:extLst>
                        <a:ext uri="{FF2B5EF4-FFF2-40B4-BE49-F238E27FC236}">
                          <a16:creationId xmlns:a16="http://schemas.microsoft.com/office/drawing/2014/main" id="{F64BFB82-F77C-832A-D7A4-52FFD3F89605}"/>
                        </a:ext>
                      </a:extLst>
                    </p:cNvPr>
                    <p:cNvGrpSpPr/>
                    <p:nvPr/>
                  </p:nvGrpSpPr>
                  <p:grpSpPr>
                    <a:xfrm rot="14400000">
                      <a:off x="5310186" y="3977611"/>
                      <a:ext cx="303213" cy="303213"/>
                      <a:chOff x="5354637" y="3446463"/>
                      <a:chExt cx="214313" cy="214313"/>
                    </a:xfrm>
                  </p:grpSpPr>
                  <p:sp>
                    <p:nvSpPr>
                      <p:cNvPr id="3496" name="Arc 3495">
                        <a:extLst>
                          <a:ext uri="{FF2B5EF4-FFF2-40B4-BE49-F238E27FC236}">
                            <a16:creationId xmlns:a16="http://schemas.microsoft.com/office/drawing/2014/main" id="{2D428784-15C7-8F9F-CCD2-477C84FD59E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97" name="Arc 3496">
                        <a:extLst>
                          <a:ext uri="{FF2B5EF4-FFF2-40B4-BE49-F238E27FC236}">
                            <a16:creationId xmlns:a16="http://schemas.microsoft.com/office/drawing/2014/main" id="{2AB5CBF2-8F2C-EEEB-B03B-1F9EFA55DB4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492" name="Group 3491">
                      <a:extLst>
                        <a:ext uri="{FF2B5EF4-FFF2-40B4-BE49-F238E27FC236}">
                          <a16:creationId xmlns:a16="http://schemas.microsoft.com/office/drawing/2014/main" id="{C581347A-2522-7025-1D22-971488FAC8F3}"/>
                        </a:ext>
                      </a:extLst>
                    </p:cNvPr>
                    <p:cNvGrpSpPr/>
                    <p:nvPr/>
                  </p:nvGrpSpPr>
                  <p:grpSpPr>
                    <a:xfrm rot="7200000">
                      <a:off x="5265196" y="3932619"/>
                      <a:ext cx="393192" cy="393192"/>
                      <a:chOff x="5354637" y="3446463"/>
                      <a:chExt cx="214313" cy="214313"/>
                    </a:xfrm>
                  </p:grpSpPr>
                  <p:sp>
                    <p:nvSpPr>
                      <p:cNvPr id="3494" name="Arc 3493">
                        <a:extLst>
                          <a:ext uri="{FF2B5EF4-FFF2-40B4-BE49-F238E27FC236}">
                            <a16:creationId xmlns:a16="http://schemas.microsoft.com/office/drawing/2014/main" id="{C57BAC4C-0836-6CBD-553C-175EBFFBC2B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95" name="Arc 3494">
                        <a:extLst>
                          <a:ext uri="{FF2B5EF4-FFF2-40B4-BE49-F238E27FC236}">
                            <a16:creationId xmlns:a16="http://schemas.microsoft.com/office/drawing/2014/main" id="{4202BDB5-3810-C186-69C0-55F0CC70598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493" name="TextBox 3492">
                      <a:extLst>
                        <a:ext uri="{FF2B5EF4-FFF2-40B4-BE49-F238E27FC236}">
                          <a16:creationId xmlns:a16="http://schemas.microsoft.com/office/drawing/2014/main" id="{3FF0A163-73E9-0546-CA7F-FE00B75DFC2E}"/>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3467" name="Group 3466">
                    <a:extLst>
                      <a:ext uri="{FF2B5EF4-FFF2-40B4-BE49-F238E27FC236}">
                        <a16:creationId xmlns:a16="http://schemas.microsoft.com/office/drawing/2014/main" id="{F86BB375-1906-F2C1-37BF-ED889FF3215C}"/>
                      </a:ext>
                    </a:extLst>
                  </p:cNvPr>
                  <p:cNvGrpSpPr/>
                  <p:nvPr/>
                </p:nvGrpSpPr>
                <p:grpSpPr>
                  <a:xfrm>
                    <a:off x="6512463" y="3525040"/>
                    <a:ext cx="393192" cy="393192"/>
                    <a:chOff x="6389147" y="3357021"/>
                    <a:chExt cx="393192" cy="393192"/>
                  </a:xfrm>
                </p:grpSpPr>
                <p:grpSp>
                  <p:nvGrpSpPr>
                    <p:cNvPr id="3479" name="Group 3478">
                      <a:extLst>
                        <a:ext uri="{FF2B5EF4-FFF2-40B4-BE49-F238E27FC236}">
                          <a16:creationId xmlns:a16="http://schemas.microsoft.com/office/drawing/2014/main" id="{4D802278-139D-AADA-336E-DDDE80904A99}"/>
                        </a:ext>
                      </a:extLst>
                    </p:cNvPr>
                    <p:cNvGrpSpPr/>
                    <p:nvPr/>
                  </p:nvGrpSpPr>
                  <p:grpSpPr>
                    <a:xfrm rot="7200000" flipH="1">
                      <a:off x="6389147" y="3357021"/>
                      <a:ext cx="393192" cy="393192"/>
                      <a:chOff x="5354637" y="3446463"/>
                      <a:chExt cx="214313" cy="214313"/>
                    </a:xfrm>
                  </p:grpSpPr>
                  <p:sp>
                    <p:nvSpPr>
                      <p:cNvPr id="3488" name="Arc 3487">
                        <a:extLst>
                          <a:ext uri="{FF2B5EF4-FFF2-40B4-BE49-F238E27FC236}">
                            <a16:creationId xmlns:a16="http://schemas.microsoft.com/office/drawing/2014/main" id="{666E4D65-7F1E-3DD7-51CF-9034912EFE8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89" name="Arc 3488">
                        <a:extLst>
                          <a:ext uri="{FF2B5EF4-FFF2-40B4-BE49-F238E27FC236}">
                            <a16:creationId xmlns:a16="http://schemas.microsoft.com/office/drawing/2014/main" id="{EB9EF770-F823-0640-220C-1DB574B6956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480" name="Group 3479">
                      <a:extLst>
                        <a:ext uri="{FF2B5EF4-FFF2-40B4-BE49-F238E27FC236}">
                          <a16:creationId xmlns:a16="http://schemas.microsoft.com/office/drawing/2014/main" id="{3676221C-AB78-313D-2E69-4977490F8D35}"/>
                        </a:ext>
                      </a:extLst>
                    </p:cNvPr>
                    <p:cNvGrpSpPr/>
                    <p:nvPr/>
                  </p:nvGrpSpPr>
                  <p:grpSpPr>
                    <a:xfrm>
                      <a:off x="6434137" y="3402011"/>
                      <a:ext cx="303213" cy="303213"/>
                      <a:chOff x="6434137" y="3402011"/>
                      <a:chExt cx="303213" cy="303213"/>
                    </a:xfrm>
                  </p:grpSpPr>
                  <p:grpSp>
                    <p:nvGrpSpPr>
                      <p:cNvPr id="3481" name="Group 3480">
                        <a:extLst>
                          <a:ext uri="{FF2B5EF4-FFF2-40B4-BE49-F238E27FC236}">
                            <a16:creationId xmlns:a16="http://schemas.microsoft.com/office/drawing/2014/main" id="{E967ED60-CED4-7E0E-93AA-E9D5217DD14C}"/>
                          </a:ext>
                        </a:extLst>
                      </p:cNvPr>
                      <p:cNvGrpSpPr/>
                      <p:nvPr/>
                    </p:nvGrpSpPr>
                    <p:grpSpPr>
                      <a:xfrm flipH="1">
                        <a:off x="6478587" y="3446461"/>
                        <a:ext cx="214313" cy="214313"/>
                        <a:chOff x="5354637" y="3446463"/>
                        <a:chExt cx="214313" cy="214313"/>
                      </a:xfrm>
                    </p:grpSpPr>
                    <p:sp>
                      <p:nvSpPr>
                        <p:cNvPr id="3486" name="Arc 3485">
                          <a:extLst>
                            <a:ext uri="{FF2B5EF4-FFF2-40B4-BE49-F238E27FC236}">
                              <a16:creationId xmlns:a16="http://schemas.microsoft.com/office/drawing/2014/main" id="{46F0EE56-811D-0C25-CFE1-69E4005CD17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87" name="Arc 3486">
                          <a:extLst>
                            <a:ext uri="{FF2B5EF4-FFF2-40B4-BE49-F238E27FC236}">
                              <a16:creationId xmlns:a16="http://schemas.microsoft.com/office/drawing/2014/main" id="{48D95A72-0B4D-7E1E-DF61-3A59FE825E8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482" name="Group 3481">
                        <a:extLst>
                          <a:ext uri="{FF2B5EF4-FFF2-40B4-BE49-F238E27FC236}">
                            <a16:creationId xmlns:a16="http://schemas.microsoft.com/office/drawing/2014/main" id="{9BC9E895-D8BA-D451-79FA-DC2FF88386E8}"/>
                          </a:ext>
                        </a:extLst>
                      </p:cNvPr>
                      <p:cNvGrpSpPr/>
                      <p:nvPr/>
                    </p:nvGrpSpPr>
                    <p:grpSpPr>
                      <a:xfrm rot="14400000" flipH="1">
                        <a:off x="6434137" y="3402011"/>
                        <a:ext cx="303213" cy="303213"/>
                        <a:chOff x="5354637" y="3446463"/>
                        <a:chExt cx="214313" cy="214313"/>
                      </a:xfrm>
                    </p:grpSpPr>
                    <p:sp>
                      <p:nvSpPr>
                        <p:cNvPr id="3484" name="Arc 3483">
                          <a:extLst>
                            <a:ext uri="{FF2B5EF4-FFF2-40B4-BE49-F238E27FC236}">
                              <a16:creationId xmlns:a16="http://schemas.microsoft.com/office/drawing/2014/main" id="{33B64CBE-7D00-B562-E5F8-6C481EA655C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85" name="Arc 3484">
                          <a:extLst>
                            <a:ext uri="{FF2B5EF4-FFF2-40B4-BE49-F238E27FC236}">
                              <a16:creationId xmlns:a16="http://schemas.microsoft.com/office/drawing/2014/main" id="{3210DB01-1564-4705-326C-1430493D734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483" name="TextBox 3482">
                        <a:extLst>
                          <a:ext uri="{FF2B5EF4-FFF2-40B4-BE49-F238E27FC236}">
                            <a16:creationId xmlns:a16="http://schemas.microsoft.com/office/drawing/2014/main" id="{65A4D986-2571-AF6E-6420-2A46618E5A8A}"/>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468" name="Group 3467">
                    <a:extLst>
                      <a:ext uri="{FF2B5EF4-FFF2-40B4-BE49-F238E27FC236}">
                        <a16:creationId xmlns:a16="http://schemas.microsoft.com/office/drawing/2014/main" id="{0CF45474-EA62-8E47-6FD0-4E55D0013B55}"/>
                      </a:ext>
                    </a:extLst>
                  </p:cNvPr>
                  <p:cNvGrpSpPr/>
                  <p:nvPr/>
                </p:nvGrpSpPr>
                <p:grpSpPr>
                  <a:xfrm>
                    <a:off x="6197413" y="3225768"/>
                    <a:ext cx="393192" cy="393192"/>
                    <a:chOff x="6389147" y="3932622"/>
                    <a:chExt cx="393192" cy="393192"/>
                  </a:xfrm>
                </p:grpSpPr>
                <p:grpSp>
                  <p:nvGrpSpPr>
                    <p:cNvPr id="3469" name="Group 3468">
                      <a:extLst>
                        <a:ext uri="{FF2B5EF4-FFF2-40B4-BE49-F238E27FC236}">
                          <a16:creationId xmlns:a16="http://schemas.microsoft.com/office/drawing/2014/main" id="{C5507B32-9CDB-94C3-A865-5AD6078A672C}"/>
                        </a:ext>
                      </a:extLst>
                    </p:cNvPr>
                    <p:cNvGrpSpPr/>
                    <p:nvPr/>
                  </p:nvGrpSpPr>
                  <p:grpSpPr>
                    <a:xfrm flipH="1">
                      <a:off x="6478587" y="4022061"/>
                      <a:ext cx="214313" cy="214313"/>
                      <a:chOff x="5354637" y="3446463"/>
                      <a:chExt cx="214313" cy="214313"/>
                    </a:xfrm>
                  </p:grpSpPr>
                  <p:sp>
                    <p:nvSpPr>
                      <p:cNvPr id="3477" name="Arc 3476">
                        <a:extLst>
                          <a:ext uri="{FF2B5EF4-FFF2-40B4-BE49-F238E27FC236}">
                            <a16:creationId xmlns:a16="http://schemas.microsoft.com/office/drawing/2014/main" id="{15B78D0F-CAB0-47DB-83EC-B234155B990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78" name="Arc 3477">
                        <a:extLst>
                          <a:ext uri="{FF2B5EF4-FFF2-40B4-BE49-F238E27FC236}">
                            <a16:creationId xmlns:a16="http://schemas.microsoft.com/office/drawing/2014/main" id="{61871B78-4E7C-ED03-F876-A47F54CDC63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470" name="Group 3469">
                      <a:extLst>
                        <a:ext uri="{FF2B5EF4-FFF2-40B4-BE49-F238E27FC236}">
                          <a16:creationId xmlns:a16="http://schemas.microsoft.com/office/drawing/2014/main" id="{4EFFD592-048F-F740-FB46-D552764B2870}"/>
                        </a:ext>
                      </a:extLst>
                    </p:cNvPr>
                    <p:cNvGrpSpPr/>
                    <p:nvPr/>
                  </p:nvGrpSpPr>
                  <p:grpSpPr>
                    <a:xfrm rot="7200000" flipH="1">
                      <a:off x="6434137" y="3977611"/>
                      <a:ext cx="303213" cy="303213"/>
                      <a:chOff x="5354637" y="3446463"/>
                      <a:chExt cx="214313" cy="214313"/>
                    </a:xfrm>
                  </p:grpSpPr>
                  <p:sp>
                    <p:nvSpPr>
                      <p:cNvPr id="3475" name="Arc 3474">
                        <a:extLst>
                          <a:ext uri="{FF2B5EF4-FFF2-40B4-BE49-F238E27FC236}">
                            <a16:creationId xmlns:a16="http://schemas.microsoft.com/office/drawing/2014/main" id="{AA1CD7CC-1667-9337-40B2-FF47D08751B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76" name="Arc 3475">
                        <a:extLst>
                          <a:ext uri="{FF2B5EF4-FFF2-40B4-BE49-F238E27FC236}">
                            <a16:creationId xmlns:a16="http://schemas.microsoft.com/office/drawing/2014/main" id="{A12F2654-AE89-30A8-8E96-452ED75AE0A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471" name="Group 3470">
                      <a:extLst>
                        <a:ext uri="{FF2B5EF4-FFF2-40B4-BE49-F238E27FC236}">
                          <a16:creationId xmlns:a16="http://schemas.microsoft.com/office/drawing/2014/main" id="{907CE467-7167-4568-56E0-A7E0FCED96DB}"/>
                        </a:ext>
                      </a:extLst>
                    </p:cNvPr>
                    <p:cNvGrpSpPr/>
                    <p:nvPr/>
                  </p:nvGrpSpPr>
                  <p:grpSpPr>
                    <a:xfrm rot="14400000" flipH="1">
                      <a:off x="6389147" y="3932622"/>
                      <a:ext cx="393192" cy="393192"/>
                      <a:chOff x="5354637" y="3446463"/>
                      <a:chExt cx="214313" cy="214313"/>
                    </a:xfrm>
                  </p:grpSpPr>
                  <p:sp>
                    <p:nvSpPr>
                      <p:cNvPr id="3473" name="Arc 3472">
                        <a:extLst>
                          <a:ext uri="{FF2B5EF4-FFF2-40B4-BE49-F238E27FC236}">
                            <a16:creationId xmlns:a16="http://schemas.microsoft.com/office/drawing/2014/main" id="{C91321CD-128B-FBB2-B0D5-E1BC2FF334E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74" name="Arc 3473">
                        <a:extLst>
                          <a:ext uri="{FF2B5EF4-FFF2-40B4-BE49-F238E27FC236}">
                            <a16:creationId xmlns:a16="http://schemas.microsoft.com/office/drawing/2014/main" id="{BA48DA04-AF01-5B36-9FB7-FEB14C173A3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472" name="TextBox 3471">
                      <a:extLst>
                        <a:ext uri="{FF2B5EF4-FFF2-40B4-BE49-F238E27FC236}">
                          <a16:creationId xmlns:a16="http://schemas.microsoft.com/office/drawing/2014/main" id="{D79D36E9-9314-E539-3E5B-EAAD5A54BD78}"/>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3079" name="Group 3078">
              <a:extLst>
                <a:ext uri="{FF2B5EF4-FFF2-40B4-BE49-F238E27FC236}">
                  <a16:creationId xmlns:a16="http://schemas.microsoft.com/office/drawing/2014/main" id="{9447B960-AA7B-0F2E-43F3-B354FDDD1651}"/>
                </a:ext>
              </a:extLst>
            </p:cNvPr>
            <p:cNvGrpSpPr/>
            <p:nvPr/>
          </p:nvGrpSpPr>
          <p:grpSpPr>
            <a:xfrm>
              <a:off x="1677244" y="638235"/>
              <a:ext cx="2263438" cy="2198360"/>
              <a:chOff x="5445106" y="2039507"/>
              <a:chExt cx="2263438" cy="2198360"/>
            </a:xfrm>
          </p:grpSpPr>
          <p:grpSp>
            <p:nvGrpSpPr>
              <p:cNvPr id="3271" name="Group 3270">
                <a:extLst>
                  <a:ext uri="{FF2B5EF4-FFF2-40B4-BE49-F238E27FC236}">
                    <a16:creationId xmlns:a16="http://schemas.microsoft.com/office/drawing/2014/main" id="{A96361F1-DE8E-9DF6-DF07-FCCE10F59BE6}"/>
                  </a:ext>
                </a:extLst>
              </p:cNvPr>
              <p:cNvGrpSpPr/>
              <p:nvPr/>
            </p:nvGrpSpPr>
            <p:grpSpPr>
              <a:xfrm>
                <a:off x="5445106" y="2644743"/>
                <a:ext cx="1643204" cy="1593124"/>
                <a:chOff x="5445106" y="2644743"/>
                <a:chExt cx="1643204" cy="1593124"/>
              </a:xfrm>
            </p:grpSpPr>
            <p:grpSp>
              <p:nvGrpSpPr>
                <p:cNvPr id="3367" name="Group 3366">
                  <a:extLst>
                    <a:ext uri="{FF2B5EF4-FFF2-40B4-BE49-F238E27FC236}">
                      <a16:creationId xmlns:a16="http://schemas.microsoft.com/office/drawing/2014/main" id="{559EDB04-2360-2F95-937D-600FD0BBC133}"/>
                    </a:ext>
                  </a:extLst>
                </p:cNvPr>
                <p:cNvGrpSpPr/>
                <p:nvPr/>
              </p:nvGrpSpPr>
              <p:grpSpPr>
                <a:xfrm>
                  <a:off x="5445106" y="2644743"/>
                  <a:ext cx="1019224" cy="991639"/>
                  <a:chOff x="5886431" y="3225768"/>
                  <a:chExt cx="1019224" cy="991639"/>
                </a:xfrm>
              </p:grpSpPr>
              <p:grpSp>
                <p:nvGrpSpPr>
                  <p:cNvPr id="3415" name="Group 3414">
                    <a:extLst>
                      <a:ext uri="{FF2B5EF4-FFF2-40B4-BE49-F238E27FC236}">
                        <a16:creationId xmlns:a16="http://schemas.microsoft.com/office/drawing/2014/main" id="{74B1F57F-45BF-3290-1EC9-B79CD1303688}"/>
                      </a:ext>
                    </a:extLst>
                  </p:cNvPr>
                  <p:cNvGrpSpPr/>
                  <p:nvPr/>
                </p:nvGrpSpPr>
                <p:grpSpPr>
                  <a:xfrm>
                    <a:off x="6197413" y="3824215"/>
                    <a:ext cx="393192" cy="393192"/>
                    <a:chOff x="5265196" y="3357021"/>
                    <a:chExt cx="393192" cy="393192"/>
                  </a:xfrm>
                </p:grpSpPr>
                <p:grpSp>
                  <p:nvGrpSpPr>
                    <p:cNvPr id="3450" name="Group 3449">
                      <a:extLst>
                        <a:ext uri="{FF2B5EF4-FFF2-40B4-BE49-F238E27FC236}">
                          <a16:creationId xmlns:a16="http://schemas.microsoft.com/office/drawing/2014/main" id="{CED93D62-B839-8B38-8C70-3A7F156A85CF}"/>
                        </a:ext>
                      </a:extLst>
                    </p:cNvPr>
                    <p:cNvGrpSpPr/>
                    <p:nvPr/>
                  </p:nvGrpSpPr>
                  <p:grpSpPr>
                    <a:xfrm rot="14400000">
                      <a:off x="5265196" y="3357021"/>
                      <a:ext cx="393192" cy="393192"/>
                      <a:chOff x="5354637" y="3446463"/>
                      <a:chExt cx="214313" cy="214313"/>
                    </a:xfrm>
                  </p:grpSpPr>
                  <p:sp>
                    <p:nvSpPr>
                      <p:cNvPr id="3459" name="Arc 3458">
                        <a:extLst>
                          <a:ext uri="{FF2B5EF4-FFF2-40B4-BE49-F238E27FC236}">
                            <a16:creationId xmlns:a16="http://schemas.microsoft.com/office/drawing/2014/main" id="{5DC50C79-9661-3BA0-D681-976DB72B839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60" name="Arc 3459">
                        <a:extLst>
                          <a:ext uri="{FF2B5EF4-FFF2-40B4-BE49-F238E27FC236}">
                            <a16:creationId xmlns:a16="http://schemas.microsoft.com/office/drawing/2014/main" id="{2A6D5741-CC16-EB05-8C42-DBD8DE904F4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451" name="Group 3450">
                      <a:extLst>
                        <a:ext uri="{FF2B5EF4-FFF2-40B4-BE49-F238E27FC236}">
                          <a16:creationId xmlns:a16="http://schemas.microsoft.com/office/drawing/2014/main" id="{EEDF450F-A958-C558-0B57-5890D2F2F3C1}"/>
                        </a:ext>
                      </a:extLst>
                    </p:cNvPr>
                    <p:cNvGrpSpPr/>
                    <p:nvPr/>
                  </p:nvGrpSpPr>
                  <p:grpSpPr>
                    <a:xfrm>
                      <a:off x="5310186" y="3402011"/>
                      <a:ext cx="303213" cy="303213"/>
                      <a:chOff x="5310186" y="3402011"/>
                      <a:chExt cx="303213" cy="303213"/>
                    </a:xfrm>
                  </p:grpSpPr>
                  <p:grpSp>
                    <p:nvGrpSpPr>
                      <p:cNvPr id="3452" name="Group 3451">
                        <a:extLst>
                          <a:ext uri="{FF2B5EF4-FFF2-40B4-BE49-F238E27FC236}">
                            <a16:creationId xmlns:a16="http://schemas.microsoft.com/office/drawing/2014/main" id="{A30B4AEF-2F10-316C-B5E6-9C6E29A20608}"/>
                          </a:ext>
                        </a:extLst>
                      </p:cNvPr>
                      <p:cNvGrpSpPr/>
                      <p:nvPr/>
                    </p:nvGrpSpPr>
                    <p:grpSpPr>
                      <a:xfrm>
                        <a:off x="5354636" y="3446461"/>
                        <a:ext cx="214313" cy="214313"/>
                        <a:chOff x="5354637" y="3446463"/>
                        <a:chExt cx="214313" cy="214313"/>
                      </a:xfrm>
                    </p:grpSpPr>
                    <p:sp>
                      <p:nvSpPr>
                        <p:cNvPr id="3457" name="Arc 3456">
                          <a:extLst>
                            <a:ext uri="{FF2B5EF4-FFF2-40B4-BE49-F238E27FC236}">
                              <a16:creationId xmlns:a16="http://schemas.microsoft.com/office/drawing/2014/main" id="{86F5CC54-F360-7E9F-8E76-205BBEFF4B2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58" name="Arc 3457">
                          <a:extLst>
                            <a:ext uri="{FF2B5EF4-FFF2-40B4-BE49-F238E27FC236}">
                              <a16:creationId xmlns:a16="http://schemas.microsoft.com/office/drawing/2014/main" id="{2014DDCA-2D08-795A-6139-5BFB66338EC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453" name="Group 3452">
                        <a:extLst>
                          <a:ext uri="{FF2B5EF4-FFF2-40B4-BE49-F238E27FC236}">
                            <a16:creationId xmlns:a16="http://schemas.microsoft.com/office/drawing/2014/main" id="{083BF390-2405-B3E2-99E6-A6FA2FE52170}"/>
                          </a:ext>
                        </a:extLst>
                      </p:cNvPr>
                      <p:cNvGrpSpPr/>
                      <p:nvPr/>
                    </p:nvGrpSpPr>
                    <p:grpSpPr>
                      <a:xfrm rot="7200000">
                        <a:off x="5310186" y="3402011"/>
                        <a:ext cx="303213" cy="303213"/>
                        <a:chOff x="5354637" y="3446463"/>
                        <a:chExt cx="214313" cy="214313"/>
                      </a:xfrm>
                    </p:grpSpPr>
                    <p:sp>
                      <p:nvSpPr>
                        <p:cNvPr id="3455" name="Arc 3454">
                          <a:extLst>
                            <a:ext uri="{FF2B5EF4-FFF2-40B4-BE49-F238E27FC236}">
                              <a16:creationId xmlns:a16="http://schemas.microsoft.com/office/drawing/2014/main" id="{EDF2C800-E23D-944B-5C21-636ADB509CF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56" name="Arc 3455">
                          <a:extLst>
                            <a:ext uri="{FF2B5EF4-FFF2-40B4-BE49-F238E27FC236}">
                              <a16:creationId xmlns:a16="http://schemas.microsoft.com/office/drawing/2014/main" id="{E6DCBFFA-E936-0BA0-DEC6-EA49EF7E3AD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454" name="TextBox 3453">
                        <a:extLst>
                          <a:ext uri="{FF2B5EF4-FFF2-40B4-BE49-F238E27FC236}">
                            <a16:creationId xmlns:a16="http://schemas.microsoft.com/office/drawing/2014/main" id="{39B8611D-7C3B-261F-4A26-F2FDDA21FE7A}"/>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416" name="Group 3415">
                    <a:extLst>
                      <a:ext uri="{FF2B5EF4-FFF2-40B4-BE49-F238E27FC236}">
                        <a16:creationId xmlns:a16="http://schemas.microsoft.com/office/drawing/2014/main" id="{F182A2DA-BE31-183C-6FC5-1A1261BCC35F}"/>
                      </a:ext>
                    </a:extLst>
                  </p:cNvPr>
                  <p:cNvGrpSpPr/>
                  <p:nvPr/>
                </p:nvGrpSpPr>
                <p:grpSpPr>
                  <a:xfrm>
                    <a:off x="5886431" y="3525040"/>
                    <a:ext cx="393192" cy="393192"/>
                    <a:chOff x="5265196" y="3932619"/>
                    <a:chExt cx="393192" cy="393192"/>
                  </a:xfrm>
                </p:grpSpPr>
                <p:grpSp>
                  <p:nvGrpSpPr>
                    <p:cNvPr id="3440" name="Group 3439">
                      <a:extLst>
                        <a:ext uri="{FF2B5EF4-FFF2-40B4-BE49-F238E27FC236}">
                          <a16:creationId xmlns:a16="http://schemas.microsoft.com/office/drawing/2014/main" id="{2D07A6DD-9528-E464-6A21-78576018108B}"/>
                        </a:ext>
                      </a:extLst>
                    </p:cNvPr>
                    <p:cNvGrpSpPr/>
                    <p:nvPr/>
                  </p:nvGrpSpPr>
                  <p:grpSpPr>
                    <a:xfrm>
                      <a:off x="5354636" y="4022061"/>
                      <a:ext cx="214313" cy="214313"/>
                      <a:chOff x="5354637" y="3446463"/>
                      <a:chExt cx="214313" cy="214313"/>
                    </a:xfrm>
                  </p:grpSpPr>
                  <p:sp>
                    <p:nvSpPr>
                      <p:cNvPr id="3448" name="Arc 3447">
                        <a:extLst>
                          <a:ext uri="{FF2B5EF4-FFF2-40B4-BE49-F238E27FC236}">
                            <a16:creationId xmlns:a16="http://schemas.microsoft.com/office/drawing/2014/main" id="{CFF83E8E-2DED-A39C-8072-2BE61476071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49" name="Arc 3448">
                        <a:extLst>
                          <a:ext uri="{FF2B5EF4-FFF2-40B4-BE49-F238E27FC236}">
                            <a16:creationId xmlns:a16="http://schemas.microsoft.com/office/drawing/2014/main" id="{C045050D-EDF4-5170-5748-96891FFE337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441" name="Group 3440">
                      <a:extLst>
                        <a:ext uri="{FF2B5EF4-FFF2-40B4-BE49-F238E27FC236}">
                          <a16:creationId xmlns:a16="http://schemas.microsoft.com/office/drawing/2014/main" id="{7E4E3AF3-9E5B-3108-DAED-21BEE750C263}"/>
                        </a:ext>
                      </a:extLst>
                    </p:cNvPr>
                    <p:cNvGrpSpPr/>
                    <p:nvPr/>
                  </p:nvGrpSpPr>
                  <p:grpSpPr>
                    <a:xfrm rot="14400000">
                      <a:off x="5310186" y="3977611"/>
                      <a:ext cx="303213" cy="303213"/>
                      <a:chOff x="5354637" y="3446463"/>
                      <a:chExt cx="214313" cy="214313"/>
                    </a:xfrm>
                  </p:grpSpPr>
                  <p:sp>
                    <p:nvSpPr>
                      <p:cNvPr id="3446" name="Arc 3445">
                        <a:extLst>
                          <a:ext uri="{FF2B5EF4-FFF2-40B4-BE49-F238E27FC236}">
                            <a16:creationId xmlns:a16="http://schemas.microsoft.com/office/drawing/2014/main" id="{D361D091-A036-C364-6B83-780B9AA7AE2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47" name="Arc 3446">
                        <a:extLst>
                          <a:ext uri="{FF2B5EF4-FFF2-40B4-BE49-F238E27FC236}">
                            <a16:creationId xmlns:a16="http://schemas.microsoft.com/office/drawing/2014/main" id="{39C98ED6-BBDA-DE0C-82C2-D12469F3F7A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442" name="Group 3441">
                      <a:extLst>
                        <a:ext uri="{FF2B5EF4-FFF2-40B4-BE49-F238E27FC236}">
                          <a16:creationId xmlns:a16="http://schemas.microsoft.com/office/drawing/2014/main" id="{E7A23B4F-F146-2A09-1D49-A674B7C0529C}"/>
                        </a:ext>
                      </a:extLst>
                    </p:cNvPr>
                    <p:cNvGrpSpPr/>
                    <p:nvPr/>
                  </p:nvGrpSpPr>
                  <p:grpSpPr>
                    <a:xfrm rot="7200000">
                      <a:off x="5265196" y="3932619"/>
                      <a:ext cx="393192" cy="393192"/>
                      <a:chOff x="5354637" y="3446463"/>
                      <a:chExt cx="214313" cy="214313"/>
                    </a:xfrm>
                  </p:grpSpPr>
                  <p:sp>
                    <p:nvSpPr>
                      <p:cNvPr id="3444" name="Arc 3443">
                        <a:extLst>
                          <a:ext uri="{FF2B5EF4-FFF2-40B4-BE49-F238E27FC236}">
                            <a16:creationId xmlns:a16="http://schemas.microsoft.com/office/drawing/2014/main" id="{A0237EB8-1B30-B354-1BA8-9CA2EB2626D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45" name="Arc 3444">
                        <a:extLst>
                          <a:ext uri="{FF2B5EF4-FFF2-40B4-BE49-F238E27FC236}">
                            <a16:creationId xmlns:a16="http://schemas.microsoft.com/office/drawing/2014/main" id="{70A4E55F-8FD2-8A0D-1E86-6E9935A3F01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443" name="TextBox 3442">
                      <a:extLst>
                        <a:ext uri="{FF2B5EF4-FFF2-40B4-BE49-F238E27FC236}">
                          <a16:creationId xmlns:a16="http://schemas.microsoft.com/office/drawing/2014/main" id="{06C5D346-3B01-E251-B1E2-2E1018509EB3}"/>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3417" name="Group 3416">
                    <a:extLst>
                      <a:ext uri="{FF2B5EF4-FFF2-40B4-BE49-F238E27FC236}">
                        <a16:creationId xmlns:a16="http://schemas.microsoft.com/office/drawing/2014/main" id="{6152242F-CD00-6931-E7C8-82762D67B049}"/>
                      </a:ext>
                    </a:extLst>
                  </p:cNvPr>
                  <p:cNvGrpSpPr/>
                  <p:nvPr/>
                </p:nvGrpSpPr>
                <p:grpSpPr>
                  <a:xfrm>
                    <a:off x="6512463" y="3525040"/>
                    <a:ext cx="393192" cy="393192"/>
                    <a:chOff x="6389147" y="3357021"/>
                    <a:chExt cx="393192" cy="393192"/>
                  </a:xfrm>
                </p:grpSpPr>
                <p:grpSp>
                  <p:nvGrpSpPr>
                    <p:cNvPr id="3429" name="Group 3428">
                      <a:extLst>
                        <a:ext uri="{FF2B5EF4-FFF2-40B4-BE49-F238E27FC236}">
                          <a16:creationId xmlns:a16="http://schemas.microsoft.com/office/drawing/2014/main" id="{2A2EC06F-F3B7-CB75-3DDC-AAA54634773F}"/>
                        </a:ext>
                      </a:extLst>
                    </p:cNvPr>
                    <p:cNvGrpSpPr/>
                    <p:nvPr/>
                  </p:nvGrpSpPr>
                  <p:grpSpPr>
                    <a:xfrm rot="7200000" flipH="1">
                      <a:off x="6389147" y="3357021"/>
                      <a:ext cx="393192" cy="393192"/>
                      <a:chOff x="5354637" y="3446463"/>
                      <a:chExt cx="214313" cy="214313"/>
                    </a:xfrm>
                  </p:grpSpPr>
                  <p:sp>
                    <p:nvSpPr>
                      <p:cNvPr id="3438" name="Arc 3437">
                        <a:extLst>
                          <a:ext uri="{FF2B5EF4-FFF2-40B4-BE49-F238E27FC236}">
                            <a16:creationId xmlns:a16="http://schemas.microsoft.com/office/drawing/2014/main" id="{96BC1B16-90C7-67E8-B23B-DF75199023E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39" name="Arc 3438">
                        <a:extLst>
                          <a:ext uri="{FF2B5EF4-FFF2-40B4-BE49-F238E27FC236}">
                            <a16:creationId xmlns:a16="http://schemas.microsoft.com/office/drawing/2014/main" id="{65C9A65C-1029-82C3-6DED-907FCC20950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430" name="Group 3429">
                      <a:extLst>
                        <a:ext uri="{FF2B5EF4-FFF2-40B4-BE49-F238E27FC236}">
                          <a16:creationId xmlns:a16="http://schemas.microsoft.com/office/drawing/2014/main" id="{0AE8FD1F-45E8-90F8-BF49-01DD891FEB19}"/>
                        </a:ext>
                      </a:extLst>
                    </p:cNvPr>
                    <p:cNvGrpSpPr/>
                    <p:nvPr/>
                  </p:nvGrpSpPr>
                  <p:grpSpPr>
                    <a:xfrm>
                      <a:off x="6434137" y="3402011"/>
                      <a:ext cx="303213" cy="303213"/>
                      <a:chOff x="6434137" y="3402011"/>
                      <a:chExt cx="303213" cy="303213"/>
                    </a:xfrm>
                  </p:grpSpPr>
                  <p:grpSp>
                    <p:nvGrpSpPr>
                      <p:cNvPr id="3431" name="Group 3430">
                        <a:extLst>
                          <a:ext uri="{FF2B5EF4-FFF2-40B4-BE49-F238E27FC236}">
                            <a16:creationId xmlns:a16="http://schemas.microsoft.com/office/drawing/2014/main" id="{68C087A1-9DC6-B0FA-2420-EEAA1397221E}"/>
                          </a:ext>
                        </a:extLst>
                      </p:cNvPr>
                      <p:cNvGrpSpPr/>
                      <p:nvPr/>
                    </p:nvGrpSpPr>
                    <p:grpSpPr>
                      <a:xfrm flipH="1">
                        <a:off x="6478587" y="3446461"/>
                        <a:ext cx="214313" cy="214313"/>
                        <a:chOff x="5354637" y="3446463"/>
                        <a:chExt cx="214313" cy="214313"/>
                      </a:xfrm>
                    </p:grpSpPr>
                    <p:sp>
                      <p:nvSpPr>
                        <p:cNvPr id="3436" name="Arc 3435">
                          <a:extLst>
                            <a:ext uri="{FF2B5EF4-FFF2-40B4-BE49-F238E27FC236}">
                              <a16:creationId xmlns:a16="http://schemas.microsoft.com/office/drawing/2014/main" id="{5B3C51B6-5ED9-88A9-4238-DF4E0130E62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37" name="Arc 3436">
                          <a:extLst>
                            <a:ext uri="{FF2B5EF4-FFF2-40B4-BE49-F238E27FC236}">
                              <a16:creationId xmlns:a16="http://schemas.microsoft.com/office/drawing/2014/main" id="{56D1DF5B-6FEF-F36F-64BF-C1A0D9F5A86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432" name="Group 3431">
                        <a:extLst>
                          <a:ext uri="{FF2B5EF4-FFF2-40B4-BE49-F238E27FC236}">
                            <a16:creationId xmlns:a16="http://schemas.microsoft.com/office/drawing/2014/main" id="{D7C91722-823A-1EF6-1C86-5E281B1C0D07}"/>
                          </a:ext>
                        </a:extLst>
                      </p:cNvPr>
                      <p:cNvGrpSpPr/>
                      <p:nvPr/>
                    </p:nvGrpSpPr>
                    <p:grpSpPr>
                      <a:xfrm rot="14400000" flipH="1">
                        <a:off x="6434137" y="3402011"/>
                        <a:ext cx="303213" cy="303213"/>
                        <a:chOff x="5354637" y="3446463"/>
                        <a:chExt cx="214313" cy="214313"/>
                      </a:xfrm>
                    </p:grpSpPr>
                    <p:sp>
                      <p:nvSpPr>
                        <p:cNvPr id="3434" name="Arc 3433">
                          <a:extLst>
                            <a:ext uri="{FF2B5EF4-FFF2-40B4-BE49-F238E27FC236}">
                              <a16:creationId xmlns:a16="http://schemas.microsoft.com/office/drawing/2014/main" id="{93151A7D-8F87-C906-9022-E0450147EEB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35" name="Arc 3434">
                          <a:extLst>
                            <a:ext uri="{FF2B5EF4-FFF2-40B4-BE49-F238E27FC236}">
                              <a16:creationId xmlns:a16="http://schemas.microsoft.com/office/drawing/2014/main" id="{6B35CE4B-B941-CEA9-D3F8-DB00D39A93D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433" name="TextBox 3432">
                        <a:extLst>
                          <a:ext uri="{FF2B5EF4-FFF2-40B4-BE49-F238E27FC236}">
                            <a16:creationId xmlns:a16="http://schemas.microsoft.com/office/drawing/2014/main" id="{1BD5E0FC-8A5A-C794-0D13-063E901D4018}"/>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418" name="Group 3417">
                    <a:extLst>
                      <a:ext uri="{FF2B5EF4-FFF2-40B4-BE49-F238E27FC236}">
                        <a16:creationId xmlns:a16="http://schemas.microsoft.com/office/drawing/2014/main" id="{39FB7031-73D5-7216-DD60-C81AF88EBB12}"/>
                      </a:ext>
                    </a:extLst>
                  </p:cNvPr>
                  <p:cNvGrpSpPr/>
                  <p:nvPr/>
                </p:nvGrpSpPr>
                <p:grpSpPr>
                  <a:xfrm>
                    <a:off x="6197413" y="3225768"/>
                    <a:ext cx="393192" cy="393192"/>
                    <a:chOff x="6389147" y="3932622"/>
                    <a:chExt cx="393192" cy="393192"/>
                  </a:xfrm>
                </p:grpSpPr>
                <p:grpSp>
                  <p:nvGrpSpPr>
                    <p:cNvPr id="3419" name="Group 3418">
                      <a:extLst>
                        <a:ext uri="{FF2B5EF4-FFF2-40B4-BE49-F238E27FC236}">
                          <a16:creationId xmlns:a16="http://schemas.microsoft.com/office/drawing/2014/main" id="{A7E5442B-28F2-5214-A6F6-99E61EF8B3C2}"/>
                        </a:ext>
                      </a:extLst>
                    </p:cNvPr>
                    <p:cNvGrpSpPr/>
                    <p:nvPr/>
                  </p:nvGrpSpPr>
                  <p:grpSpPr>
                    <a:xfrm flipH="1">
                      <a:off x="6478587" y="4022061"/>
                      <a:ext cx="214313" cy="214313"/>
                      <a:chOff x="5354637" y="3446463"/>
                      <a:chExt cx="214313" cy="214313"/>
                    </a:xfrm>
                  </p:grpSpPr>
                  <p:sp>
                    <p:nvSpPr>
                      <p:cNvPr id="3427" name="Arc 3426">
                        <a:extLst>
                          <a:ext uri="{FF2B5EF4-FFF2-40B4-BE49-F238E27FC236}">
                            <a16:creationId xmlns:a16="http://schemas.microsoft.com/office/drawing/2014/main" id="{C87DE589-F5AA-15C6-8927-B6B71477F3C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28" name="Arc 3427">
                        <a:extLst>
                          <a:ext uri="{FF2B5EF4-FFF2-40B4-BE49-F238E27FC236}">
                            <a16:creationId xmlns:a16="http://schemas.microsoft.com/office/drawing/2014/main" id="{FAEDB9EA-41D1-4CDA-0240-1F022DFD0E7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420" name="Group 3419">
                      <a:extLst>
                        <a:ext uri="{FF2B5EF4-FFF2-40B4-BE49-F238E27FC236}">
                          <a16:creationId xmlns:a16="http://schemas.microsoft.com/office/drawing/2014/main" id="{079F0E2E-6C1C-67EA-3A65-142201B3BF9D}"/>
                        </a:ext>
                      </a:extLst>
                    </p:cNvPr>
                    <p:cNvGrpSpPr/>
                    <p:nvPr/>
                  </p:nvGrpSpPr>
                  <p:grpSpPr>
                    <a:xfrm rot="7200000" flipH="1">
                      <a:off x="6434137" y="3977611"/>
                      <a:ext cx="303213" cy="303213"/>
                      <a:chOff x="5354637" y="3446463"/>
                      <a:chExt cx="214313" cy="214313"/>
                    </a:xfrm>
                  </p:grpSpPr>
                  <p:sp>
                    <p:nvSpPr>
                      <p:cNvPr id="3425" name="Arc 3424">
                        <a:extLst>
                          <a:ext uri="{FF2B5EF4-FFF2-40B4-BE49-F238E27FC236}">
                            <a16:creationId xmlns:a16="http://schemas.microsoft.com/office/drawing/2014/main" id="{07DF5549-DC86-CDAB-1CAB-C4200109B60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26" name="Arc 3425">
                        <a:extLst>
                          <a:ext uri="{FF2B5EF4-FFF2-40B4-BE49-F238E27FC236}">
                            <a16:creationId xmlns:a16="http://schemas.microsoft.com/office/drawing/2014/main" id="{97A23386-4BDE-9E4B-9E3A-96EAE88CBA2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421" name="Group 3420">
                      <a:extLst>
                        <a:ext uri="{FF2B5EF4-FFF2-40B4-BE49-F238E27FC236}">
                          <a16:creationId xmlns:a16="http://schemas.microsoft.com/office/drawing/2014/main" id="{05E5C95A-9694-A916-F32C-E84C87752E84}"/>
                        </a:ext>
                      </a:extLst>
                    </p:cNvPr>
                    <p:cNvGrpSpPr/>
                    <p:nvPr/>
                  </p:nvGrpSpPr>
                  <p:grpSpPr>
                    <a:xfrm rot="14400000" flipH="1">
                      <a:off x="6389147" y="3932622"/>
                      <a:ext cx="393192" cy="393192"/>
                      <a:chOff x="5354637" y="3446463"/>
                      <a:chExt cx="214313" cy="214313"/>
                    </a:xfrm>
                  </p:grpSpPr>
                  <p:sp>
                    <p:nvSpPr>
                      <p:cNvPr id="3423" name="Arc 3422">
                        <a:extLst>
                          <a:ext uri="{FF2B5EF4-FFF2-40B4-BE49-F238E27FC236}">
                            <a16:creationId xmlns:a16="http://schemas.microsoft.com/office/drawing/2014/main" id="{9796CA06-B868-E254-B1BF-EF5A8B53E7E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24" name="Arc 3423">
                        <a:extLst>
                          <a:ext uri="{FF2B5EF4-FFF2-40B4-BE49-F238E27FC236}">
                            <a16:creationId xmlns:a16="http://schemas.microsoft.com/office/drawing/2014/main" id="{C4F92ED0-7725-885A-7693-D54058A8C56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422" name="TextBox 3421">
                      <a:extLst>
                        <a:ext uri="{FF2B5EF4-FFF2-40B4-BE49-F238E27FC236}">
                          <a16:creationId xmlns:a16="http://schemas.microsoft.com/office/drawing/2014/main" id="{681BA727-56C4-B4CE-DA59-993F32E6A912}"/>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368" name="Group 3367">
                  <a:extLst>
                    <a:ext uri="{FF2B5EF4-FFF2-40B4-BE49-F238E27FC236}">
                      <a16:creationId xmlns:a16="http://schemas.microsoft.com/office/drawing/2014/main" id="{13CAE435-5917-FCA9-C56C-FB372581C9F5}"/>
                    </a:ext>
                  </a:extLst>
                </p:cNvPr>
                <p:cNvGrpSpPr/>
                <p:nvPr/>
              </p:nvGrpSpPr>
              <p:grpSpPr>
                <a:xfrm>
                  <a:off x="6069086" y="3246228"/>
                  <a:ext cx="1019224" cy="991639"/>
                  <a:chOff x="5886431" y="3225768"/>
                  <a:chExt cx="1019224" cy="991639"/>
                </a:xfrm>
              </p:grpSpPr>
              <p:grpSp>
                <p:nvGrpSpPr>
                  <p:cNvPr id="3369" name="Group 3368">
                    <a:extLst>
                      <a:ext uri="{FF2B5EF4-FFF2-40B4-BE49-F238E27FC236}">
                        <a16:creationId xmlns:a16="http://schemas.microsoft.com/office/drawing/2014/main" id="{60BB2169-FE47-AA39-37B8-DFC16A0BDB27}"/>
                      </a:ext>
                    </a:extLst>
                  </p:cNvPr>
                  <p:cNvGrpSpPr/>
                  <p:nvPr/>
                </p:nvGrpSpPr>
                <p:grpSpPr>
                  <a:xfrm>
                    <a:off x="6197413" y="3824215"/>
                    <a:ext cx="393192" cy="393192"/>
                    <a:chOff x="5265196" y="3357021"/>
                    <a:chExt cx="393192" cy="393192"/>
                  </a:xfrm>
                </p:grpSpPr>
                <p:grpSp>
                  <p:nvGrpSpPr>
                    <p:cNvPr id="3404" name="Group 3403">
                      <a:extLst>
                        <a:ext uri="{FF2B5EF4-FFF2-40B4-BE49-F238E27FC236}">
                          <a16:creationId xmlns:a16="http://schemas.microsoft.com/office/drawing/2014/main" id="{946D59F0-8054-2FCC-9E37-EE3487FCC988}"/>
                        </a:ext>
                      </a:extLst>
                    </p:cNvPr>
                    <p:cNvGrpSpPr/>
                    <p:nvPr/>
                  </p:nvGrpSpPr>
                  <p:grpSpPr>
                    <a:xfrm rot="14400000">
                      <a:off x="5265196" y="3357021"/>
                      <a:ext cx="393192" cy="393192"/>
                      <a:chOff x="5354637" y="3446463"/>
                      <a:chExt cx="214313" cy="214313"/>
                    </a:xfrm>
                  </p:grpSpPr>
                  <p:sp>
                    <p:nvSpPr>
                      <p:cNvPr id="3413" name="Arc 3412">
                        <a:extLst>
                          <a:ext uri="{FF2B5EF4-FFF2-40B4-BE49-F238E27FC236}">
                            <a16:creationId xmlns:a16="http://schemas.microsoft.com/office/drawing/2014/main" id="{8987FBD6-BF96-3533-BE29-A0ECC8E1441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14" name="Arc 3413">
                        <a:extLst>
                          <a:ext uri="{FF2B5EF4-FFF2-40B4-BE49-F238E27FC236}">
                            <a16:creationId xmlns:a16="http://schemas.microsoft.com/office/drawing/2014/main" id="{C834824A-3164-9979-E685-2D9D1365F9D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405" name="Group 3404">
                      <a:extLst>
                        <a:ext uri="{FF2B5EF4-FFF2-40B4-BE49-F238E27FC236}">
                          <a16:creationId xmlns:a16="http://schemas.microsoft.com/office/drawing/2014/main" id="{EDC2BD21-A34F-5139-1D44-DFB31D2F560B}"/>
                        </a:ext>
                      </a:extLst>
                    </p:cNvPr>
                    <p:cNvGrpSpPr/>
                    <p:nvPr/>
                  </p:nvGrpSpPr>
                  <p:grpSpPr>
                    <a:xfrm>
                      <a:off x="5310186" y="3402011"/>
                      <a:ext cx="303213" cy="303213"/>
                      <a:chOff x="5310186" y="3402011"/>
                      <a:chExt cx="303213" cy="303213"/>
                    </a:xfrm>
                  </p:grpSpPr>
                  <p:grpSp>
                    <p:nvGrpSpPr>
                      <p:cNvPr id="3406" name="Group 3405">
                        <a:extLst>
                          <a:ext uri="{FF2B5EF4-FFF2-40B4-BE49-F238E27FC236}">
                            <a16:creationId xmlns:a16="http://schemas.microsoft.com/office/drawing/2014/main" id="{C17DF30A-D248-4225-6A45-D920B6B8A66A}"/>
                          </a:ext>
                        </a:extLst>
                      </p:cNvPr>
                      <p:cNvGrpSpPr/>
                      <p:nvPr/>
                    </p:nvGrpSpPr>
                    <p:grpSpPr>
                      <a:xfrm>
                        <a:off x="5354636" y="3446461"/>
                        <a:ext cx="214313" cy="214313"/>
                        <a:chOff x="5354637" y="3446463"/>
                        <a:chExt cx="214313" cy="214313"/>
                      </a:xfrm>
                    </p:grpSpPr>
                    <p:sp>
                      <p:nvSpPr>
                        <p:cNvPr id="3411" name="Arc 3410">
                          <a:extLst>
                            <a:ext uri="{FF2B5EF4-FFF2-40B4-BE49-F238E27FC236}">
                              <a16:creationId xmlns:a16="http://schemas.microsoft.com/office/drawing/2014/main" id="{356C64D1-790F-F816-3821-440F6C06890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12" name="Arc 3411">
                          <a:extLst>
                            <a:ext uri="{FF2B5EF4-FFF2-40B4-BE49-F238E27FC236}">
                              <a16:creationId xmlns:a16="http://schemas.microsoft.com/office/drawing/2014/main" id="{FB4450A7-437A-2D22-5968-4702F3FB430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407" name="Group 3406">
                        <a:extLst>
                          <a:ext uri="{FF2B5EF4-FFF2-40B4-BE49-F238E27FC236}">
                            <a16:creationId xmlns:a16="http://schemas.microsoft.com/office/drawing/2014/main" id="{24489520-37B2-E648-04BF-486AB98E68D9}"/>
                          </a:ext>
                        </a:extLst>
                      </p:cNvPr>
                      <p:cNvGrpSpPr/>
                      <p:nvPr/>
                    </p:nvGrpSpPr>
                    <p:grpSpPr>
                      <a:xfrm rot="7200000">
                        <a:off x="5310186" y="3402011"/>
                        <a:ext cx="303213" cy="303213"/>
                        <a:chOff x="5354637" y="3446463"/>
                        <a:chExt cx="214313" cy="214313"/>
                      </a:xfrm>
                    </p:grpSpPr>
                    <p:sp>
                      <p:nvSpPr>
                        <p:cNvPr id="3409" name="Arc 3408">
                          <a:extLst>
                            <a:ext uri="{FF2B5EF4-FFF2-40B4-BE49-F238E27FC236}">
                              <a16:creationId xmlns:a16="http://schemas.microsoft.com/office/drawing/2014/main" id="{1E27F108-E0E0-BB55-DB4E-ED2F8A70DC6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10" name="Arc 3409">
                          <a:extLst>
                            <a:ext uri="{FF2B5EF4-FFF2-40B4-BE49-F238E27FC236}">
                              <a16:creationId xmlns:a16="http://schemas.microsoft.com/office/drawing/2014/main" id="{ED7C8D42-86D3-0EA4-3539-08210DA7903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408" name="TextBox 3407">
                        <a:extLst>
                          <a:ext uri="{FF2B5EF4-FFF2-40B4-BE49-F238E27FC236}">
                            <a16:creationId xmlns:a16="http://schemas.microsoft.com/office/drawing/2014/main" id="{95A78A08-FBFB-2847-07EA-A5741ADC03CB}"/>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370" name="Group 3369">
                    <a:extLst>
                      <a:ext uri="{FF2B5EF4-FFF2-40B4-BE49-F238E27FC236}">
                        <a16:creationId xmlns:a16="http://schemas.microsoft.com/office/drawing/2014/main" id="{0A0EC85E-3386-DF95-ECB9-10E3C6106864}"/>
                      </a:ext>
                    </a:extLst>
                  </p:cNvPr>
                  <p:cNvGrpSpPr/>
                  <p:nvPr/>
                </p:nvGrpSpPr>
                <p:grpSpPr>
                  <a:xfrm>
                    <a:off x="5886431" y="3525040"/>
                    <a:ext cx="393192" cy="393192"/>
                    <a:chOff x="5265196" y="3932619"/>
                    <a:chExt cx="393192" cy="393192"/>
                  </a:xfrm>
                </p:grpSpPr>
                <p:grpSp>
                  <p:nvGrpSpPr>
                    <p:cNvPr id="3394" name="Group 3393">
                      <a:extLst>
                        <a:ext uri="{FF2B5EF4-FFF2-40B4-BE49-F238E27FC236}">
                          <a16:creationId xmlns:a16="http://schemas.microsoft.com/office/drawing/2014/main" id="{5C7EE8AF-9D7B-A033-90CC-EFA6F597AA11}"/>
                        </a:ext>
                      </a:extLst>
                    </p:cNvPr>
                    <p:cNvGrpSpPr/>
                    <p:nvPr/>
                  </p:nvGrpSpPr>
                  <p:grpSpPr>
                    <a:xfrm>
                      <a:off x="5354636" y="4022061"/>
                      <a:ext cx="214313" cy="214313"/>
                      <a:chOff x="5354637" y="3446463"/>
                      <a:chExt cx="214313" cy="214313"/>
                    </a:xfrm>
                  </p:grpSpPr>
                  <p:sp>
                    <p:nvSpPr>
                      <p:cNvPr id="3402" name="Arc 3401">
                        <a:extLst>
                          <a:ext uri="{FF2B5EF4-FFF2-40B4-BE49-F238E27FC236}">
                            <a16:creationId xmlns:a16="http://schemas.microsoft.com/office/drawing/2014/main" id="{6CFCB9AE-ABE5-981A-7FC1-629D5021BB7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03" name="Arc 3402">
                        <a:extLst>
                          <a:ext uri="{FF2B5EF4-FFF2-40B4-BE49-F238E27FC236}">
                            <a16:creationId xmlns:a16="http://schemas.microsoft.com/office/drawing/2014/main" id="{EAE09F46-6EC1-232B-F740-1A05895B8BA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395" name="Group 3394">
                      <a:extLst>
                        <a:ext uri="{FF2B5EF4-FFF2-40B4-BE49-F238E27FC236}">
                          <a16:creationId xmlns:a16="http://schemas.microsoft.com/office/drawing/2014/main" id="{4F37D212-1D39-C93F-58C3-BFEB733756BD}"/>
                        </a:ext>
                      </a:extLst>
                    </p:cNvPr>
                    <p:cNvGrpSpPr/>
                    <p:nvPr/>
                  </p:nvGrpSpPr>
                  <p:grpSpPr>
                    <a:xfrm rot="14400000">
                      <a:off x="5310186" y="3977611"/>
                      <a:ext cx="303213" cy="303213"/>
                      <a:chOff x="5354637" y="3446463"/>
                      <a:chExt cx="214313" cy="214313"/>
                    </a:xfrm>
                  </p:grpSpPr>
                  <p:sp>
                    <p:nvSpPr>
                      <p:cNvPr id="3400" name="Arc 3399">
                        <a:extLst>
                          <a:ext uri="{FF2B5EF4-FFF2-40B4-BE49-F238E27FC236}">
                            <a16:creationId xmlns:a16="http://schemas.microsoft.com/office/drawing/2014/main" id="{4569C68F-A685-BE50-A153-07012A39C4E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01" name="Arc 3400">
                        <a:extLst>
                          <a:ext uri="{FF2B5EF4-FFF2-40B4-BE49-F238E27FC236}">
                            <a16:creationId xmlns:a16="http://schemas.microsoft.com/office/drawing/2014/main" id="{B5385265-0875-5E2E-53C6-73040BC3BFF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396" name="Group 3395">
                      <a:extLst>
                        <a:ext uri="{FF2B5EF4-FFF2-40B4-BE49-F238E27FC236}">
                          <a16:creationId xmlns:a16="http://schemas.microsoft.com/office/drawing/2014/main" id="{E2E97073-38E1-6612-7955-EB04E2A1ABC5}"/>
                        </a:ext>
                      </a:extLst>
                    </p:cNvPr>
                    <p:cNvGrpSpPr/>
                    <p:nvPr/>
                  </p:nvGrpSpPr>
                  <p:grpSpPr>
                    <a:xfrm rot="7200000">
                      <a:off x="5265196" y="3932619"/>
                      <a:ext cx="393192" cy="393192"/>
                      <a:chOff x="5354637" y="3446463"/>
                      <a:chExt cx="214313" cy="214313"/>
                    </a:xfrm>
                  </p:grpSpPr>
                  <p:sp>
                    <p:nvSpPr>
                      <p:cNvPr id="3398" name="Arc 3397">
                        <a:extLst>
                          <a:ext uri="{FF2B5EF4-FFF2-40B4-BE49-F238E27FC236}">
                            <a16:creationId xmlns:a16="http://schemas.microsoft.com/office/drawing/2014/main" id="{5B4C8398-B97F-9F9E-137C-7598B7ED590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99" name="Arc 3398">
                        <a:extLst>
                          <a:ext uri="{FF2B5EF4-FFF2-40B4-BE49-F238E27FC236}">
                            <a16:creationId xmlns:a16="http://schemas.microsoft.com/office/drawing/2014/main" id="{674D7C54-BE70-C284-3EDD-E9031D915AB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397" name="TextBox 3396">
                      <a:extLst>
                        <a:ext uri="{FF2B5EF4-FFF2-40B4-BE49-F238E27FC236}">
                          <a16:creationId xmlns:a16="http://schemas.microsoft.com/office/drawing/2014/main" id="{233DCAD5-34A5-F75C-C06E-3F2B0ECA8756}"/>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3371" name="Group 3370">
                    <a:extLst>
                      <a:ext uri="{FF2B5EF4-FFF2-40B4-BE49-F238E27FC236}">
                        <a16:creationId xmlns:a16="http://schemas.microsoft.com/office/drawing/2014/main" id="{CE960F19-E409-6E88-52D5-78B570D1125D}"/>
                      </a:ext>
                    </a:extLst>
                  </p:cNvPr>
                  <p:cNvGrpSpPr/>
                  <p:nvPr/>
                </p:nvGrpSpPr>
                <p:grpSpPr>
                  <a:xfrm>
                    <a:off x="6512463" y="3525040"/>
                    <a:ext cx="393192" cy="393192"/>
                    <a:chOff x="6389147" y="3357021"/>
                    <a:chExt cx="393192" cy="393192"/>
                  </a:xfrm>
                </p:grpSpPr>
                <p:grpSp>
                  <p:nvGrpSpPr>
                    <p:cNvPr id="3383" name="Group 3382">
                      <a:extLst>
                        <a:ext uri="{FF2B5EF4-FFF2-40B4-BE49-F238E27FC236}">
                          <a16:creationId xmlns:a16="http://schemas.microsoft.com/office/drawing/2014/main" id="{ED57EFA2-4276-2F96-07A6-FF18FADFF749}"/>
                        </a:ext>
                      </a:extLst>
                    </p:cNvPr>
                    <p:cNvGrpSpPr/>
                    <p:nvPr/>
                  </p:nvGrpSpPr>
                  <p:grpSpPr>
                    <a:xfrm rot="7200000" flipH="1">
                      <a:off x="6389147" y="3357021"/>
                      <a:ext cx="393192" cy="393192"/>
                      <a:chOff x="5354637" y="3446463"/>
                      <a:chExt cx="214313" cy="214313"/>
                    </a:xfrm>
                  </p:grpSpPr>
                  <p:sp>
                    <p:nvSpPr>
                      <p:cNvPr id="3392" name="Arc 3391">
                        <a:extLst>
                          <a:ext uri="{FF2B5EF4-FFF2-40B4-BE49-F238E27FC236}">
                            <a16:creationId xmlns:a16="http://schemas.microsoft.com/office/drawing/2014/main" id="{13147BED-2EFD-4729-5A07-34C2E17FA91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93" name="Arc 3392">
                        <a:extLst>
                          <a:ext uri="{FF2B5EF4-FFF2-40B4-BE49-F238E27FC236}">
                            <a16:creationId xmlns:a16="http://schemas.microsoft.com/office/drawing/2014/main" id="{E68DA78E-A567-C17F-BB58-7DDF09AFBB6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384" name="Group 3383">
                      <a:extLst>
                        <a:ext uri="{FF2B5EF4-FFF2-40B4-BE49-F238E27FC236}">
                          <a16:creationId xmlns:a16="http://schemas.microsoft.com/office/drawing/2014/main" id="{74EE007A-8EAC-A002-A41D-3D953857FC13}"/>
                        </a:ext>
                      </a:extLst>
                    </p:cNvPr>
                    <p:cNvGrpSpPr/>
                    <p:nvPr/>
                  </p:nvGrpSpPr>
                  <p:grpSpPr>
                    <a:xfrm>
                      <a:off x="6434137" y="3402011"/>
                      <a:ext cx="303213" cy="303213"/>
                      <a:chOff x="6434137" y="3402011"/>
                      <a:chExt cx="303213" cy="303213"/>
                    </a:xfrm>
                  </p:grpSpPr>
                  <p:grpSp>
                    <p:nvGrpSpPr>
                      <p:cNvPr id="3385" name="Group 3384">
                        <a:extLst>
                          <a:ext uri="{FF2B5EF4-FFF2-40B4-BE49-F238E27FC236}">
                            <a16:creationId xmlns:a16="http://schemas.microsoft.com/office/drawing/2014/main" id="{DB25A053-0066-9BA0-B451-55290C2BB9A1}"/>
                          </a:ext>
                        </a:extLst>
                      </p:cNvPr>
                      <p:cNvGrpSpPr/>
                      <p:nvPr/>
                    </p:nvGrpSpPr>
                    <p:grpSpPr>
                      <a:xfrm flipH="1">
                        <a:off x="6478587" y="3446461"/>
                        <a:ext cx="214313" cy="214313"/>
                        <a:chOff x="5354637" y="3446463"/>
                        <a:chExt cx="214313" cy="214313"/>
                      </a:xfrm>
                    </p:grpSpPr>
                    <p:sp>
                      <p:nvSpPr>
                        <p:cNvPr id="3390" name="Arc 3389">
                          <a:extLst>
                            <a:ext uri="{FF2B5EF4-FFF2-40B4-BE49-F238E27FC236}">
                              <a16:creationId xmlns:a16="http://schemas.microsoft.com/office/drawing/2014/main" id="{3635C204-3ACE-D419-B533-FEB3C5F2ECD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91" name="Arc 3390">
                          <a:extLst>
                            <a:ext uri="{FF2B5EF4-FFF2-40B4-BE49-F238E27FC236}">
                              <a16:creationId xmlns:a16="http://schemas.microsoft.com/office/drawing/2014/main" id="{985FECF2-A726-8F0D-52B8-19148F04A15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386" name="Group 3385">
                        <a:extLst>
                          <a:ext uri="{FF2B5EF4-FFF2-40B4-BE49-F238E27FC236}">
                            <a16:creationId xmlns:a16="http://schemas.microsoft.com/office/drawing/2014/main" id="{34471827-8EA4-CF71-9EEC-DE42AB37941B}"/>
                          </a:ext>
                        </a:extLst>
                      </p:cNvPr>
                      <p:cNvGrpSpPr/>
                      <p:nvPr/>
                    </p:nvGrpSpPr>
                    <p:grpSpPr>
                      <a:xfrm rot="14400000" flipH="1">
                        <a:off x="6434137" y="3402011"/>
                        <a:ext cx="303213" cy="303213"/>
                        <a:chOff x="5354637" y="3446463"/>
                        <a:chExt cx="214313" cy="214313"/>
                      </a:xfrm>
                    </p:grpSpPr>
                    <p:sp>
                      <p:nvSpPr>
                        <p:cNvPr id="3388" name="Arc 3387">
                          <a:extLst>
                            <a:ext uri="{FF2B5EF4-FFF2-40B4-BE49-F238E27FC236}">
                              <a16:creationId xmlns:a16="http://schemas.microsoft.com/office/drawing/2014/main" id="{B9ECCF0D-10B3-00C6-D81F-5A1C7FAD7F9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89" name="Arc 3388">
                          <a:extLst>
                            <a:ext uri="{FF2B5EF4-FFF2-40B4-BE49-F238E27FC236}">
                              <a16:creationId xmlns:a16="http://schemas.microsoft.com/office/drawing/2014/main" id="{CE05B4C8-DD7D-ED4B-7317-4D2A920FE8B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387" name="TextBox 3386">
                        <a:extLst>
                          <a:ext uri="{FF2B5EF4-FFF2-40B4-BE49-F238E27FC236}">
                            <a16:creationId xmlns:a16="http://schemas.microsoft.com/office/drawing/2014/main" id="{86C13FF0-7C03-52E7-1B9B-A565DAFFA52A}"/>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372" name="Group 3371">
                    <a:extLst>
                      <a:ext uri="{FF2B5EF4-FFF2-40B4-BE49-F238E27FC236}">
                        <a16:creationId xmlns:a16="http://schemas.microsoft.com/office/drawing/2014/main" id="{0147F3C0-6C73-CF1B-A4A1-D3AD442D9CA7}"/>
                      </a:ext>
                    </a:extLst>
                  </p:cNvPr>
                  <p:cNvGrpSpPr/>
                  <p:nvPr/>
                </p:nvGrpSpPr>
                <p:grpSpPr>
                  <a:xfrm>
                    <a:off x="6197413" y="3225768"/>
                    <a:ext cx="393192" cy="393192"/>
                    <a:chOff x="6389147" y="3932622"/>
                    <a:chExt cx="393192" cy="393192"/>
                  </a:xfrm>
                </p:grpSpPr>
                <p:grpSp>
                  <p:nvGrpSpPr>
                    <p:cNvPr id="3373" name="Group 3372">
                      <a:extLst>
                        <a:ext uri="{FF2B5EF4-FFF2-40B4-BE49-F238E27FC236}">
                          <a16:creationId xmlns:a16="http://schemas.microsoft.com/office/drawing/2014/main" id="{4D5FD494-26C6-6848-F132-5EFBA9953B1C}"/>
                        </a:ext>
                      </a:extLst>
                    </p:cNvPr>
                    <p:cNvGrpSpPr/>
                    <p:nvPr/>
                  </p:nvGrpSpPr>
                  <p:grpSpPr>
                    <a:xfrm flipH="1">
                      <a:off x="6478587" y="4022061"/>
                      <a:ext cx="214313" cy="214313"/>
                      <a:chOff x="5354637" y="3446463"/>
                      <a:chExt cx="214313" cy="214313"/>
                    </a:xfrm>
                  </p:grpSpPr>
                  <p:sp>
                    <p:nvSpPr>
                      <p:cNvPr id="3381" name="Arc 3380">
                        <a:extLst>
                          <a:ext uri="{FF2B5EF4-FFF2-40B4-BE49-F238E27FC236}">
                            <a16:creationId xmlns:a16="http://schemas.microsoft.com/office/drawing/2014/main" id="{31B74408-E3CC-34B4-932E-F9167279CE7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82" name="Arc 3381">
                        <a:extLst>
                          <a:ext uri="{FF2B5EF4-FFF2-40B4-BE49-F238E27FC236}">
                            <a16:creationId xmlns:a16="http://schemas.microsoft.com/office/drawing/2014/main" id="{BAD96117-9640-B553-A660-14CAE68835A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374" name="Group 3373">
                      <a:extLst>
                        <a:ext uri="{FF2B5EF4-FFF2-40B4-BE49-F238E27FC236}">
                          <a16:creationId xmlns:a16="http://schemas.microsoft.com/office/drawing/2014/main" id="{4A6C7E41-7CAE-2ADA-2F74-89B1A8575D9C}"/>
                        </a:ext>
                      </a:extLst>
                    </p:cNvPr>
                    <p:cNvGrpSpPr/>
                    <p:nvPr/>
                  </p:nvGrpSpPr>
                  <p:grpSpPr>
                    <a:xfrm rot="7200000" flipH="1">
                      <a:off x="6434137" y="3977611"/>
                      <a:ext cx="303213" cy="303213"/>
                      <a:chOff x="5354637" y="3446463"/>
                      <a:chExt cx="214313" cy="214313"/>
                    </a:xfrm>
                  </p:grpSpPr>
                  <p:sp>
                    <p:nvSpPr>
                      <p:cNvPr id="3379" name="Arc 3378">
                        <a:extLst>
                          <a:ext uri="{FF2B5EF4-FFF2-40B4-BE49-F238E27FC236}">
                            <a16:creationId xmlns:a16="http://schemas.microsoft.com/office/drawing/2014/main" id="{D17653CC-6C4A-DBB2-261E-5F2DE2C9837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80" name="Arc 3379">
                        <a:extLst>
                          <a:ext uri="{FF2B5EF4-FFF2-40B4-BE49-F238E27FC236}">
                            <a16:creationId xmlns:a16="http://schemas.microsoft.com/office/drawing/2014/main" id="{93FDF4CC-1B4C-6412-FBE8-317E314234F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375" name="Group 3374">
                      <a:extLst>
                        <a:ext uri="{FF2B5EF4-FFF2-40B4-BE49-F238E27FC236}">
                          <a16:creationId xmlns:a16="http://schemas.microsoft.com/office/drawing/2014/main" id="{D76458BE-A101-3E74-6D92-C2BBC871C84F}"/>
                        </a:ext>
                      </a:extLst>
                    </p:cNvPr>
                    <p:cNvGrpSpPr/>
                    <p:nvPr/>
                  </p:nvGrpSpPr>
                  <p:grpSpPr>
                    <a:xfrm rot="14400000" flipH="1">
                      <a:off x="6389147" y="3932622"/>
                      <a:ext cx="393192" cy="393192"/>
                      <a:chOff x="5354637" y="3446463"/>
                      <a:chExt cx="214313" cy="214313"/>
                    </a:xfrm>
                  </p:grpSpPr>
                  <p:sp>
                    <p:nvSpPr>
                      <p:cNvPr id="3377" name="Arc 3376">
                        <a:extLst>
                          <a:ext uri="{FF2B5EF4-FFF2-40B4-BE49-F238E27FC236}">
                            <a16:creationId xmlns:a16="http://schemas.microsoft.com/office/drawing/2014/main" id="{8E474BBF-9869-A5AA-B7A8-C4632D620FA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78" name="Arc 3377">
                        <a:extLst>
                          <a:ext uri="{FF2B5EF4-FFF2-40B4-BE49-F238E27FC236}">
                            <a16:creationId xmlns:a16="http://schemas.microsoft.com/office/drawing/2014/main" id="{898EF67C-E066-0888-9AAC-5A9FE0D18D1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376" name="TextBox 3375">
                      <a:extLst>
                        <a:ext uri="{FF2B5EF4-FFF2-40B4-BE49-F238E27FC236}">
                          <a16:creationId xmlns:a16="http://schemas.microsoft.com/office/drawing/2014/main" id="{383A4E92-DB18-2DBD-1A24-5423B290D055}"/>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3272" name="Group 3271">
                <a:extLst>
                  <a:ext uri="{FF2B5EF4-FFF2-40B4-BE49-F238E27FC236}">
                    <a16:creationId xmlns:a16="http://schemas.microsoft.com/office/drawing/2014/main" id="{917968D2-C5D9-C186-A5B1-59396819F885}"/>
                  </a:ext>
                </a:extLst>
              </p:cNvPr>
              <p:cNvGrpSpPr/>
              <p:nvPr/>
            </p:nvGrpSpPr>
            <p:grpSpPr>
              <a:xfrm>
                <a:off x="6065340" y="2039507"/>
                <a:ext cx="1643204" cy="1593124"/>
                <a:chOff x="5445106" y="2644743"/>
                <a:chExt cx="1643204" cy="1593124"/>
              </a:xfrm>
            </p:grpSpPr>
            <p:grpSp>
              <p:nvGrpSpPr>
                <p:cNvPr id="3273" name="Group 3272">
                  <a:extLst>
                    <a:ext uri="{FF2B5EF4-FFF2-40B4-BE49-F238E27FC236}">
                      <a16:creationId xmlns:a16="http://schemas.microsoft.com/office/drawing/2014/main" id="{3BC41295-ACCF-F885-3302-CBD149BFBE8F}"/>
                    </a:ext>
                  </a:extLst>
                </p:cNvPr>
                <p:cNvGrpSpPr/>
                <p:nvPr/>
              </p:nvGrpSpPr>
              <p:grpSpPr>
                <a:xfrm>
                  <a:off x="5445106" y="2644743"/>
                  <a:ext cx="1019224" cy="991639"/>
                  <a:chOff x="5886431" y="3225768"/>
                  <a:chExt cx="1019224" cy="991639"/>
                </a:xfrm>
              </p:grpSpPr>
              <p:grpSp>
                <p:nvGrpSpPr>
                  <p:cNvPr id="3321" name="Group 3320">
                    <a:extLst>
                      <a:ext uri="{FF2B5EF4-FFF2-40B4-BE49-F238E27FC236}">
                        <a16:creationId xmlns:a16="http://schemas.microsoft.com/office/drawing/2014/main" id="{4267DB77-68F3-4D4A-5C92-E35AE48E082F}"/>
                      </a:ext>
                    </a:extLst>
                  </p:cNvPr>
                  <p:cNvGrpSpPr/>
                  <p:nvPr/>
                </p:nvGrpSpPr>
                <p:grpSpPr>
                  <a:xfrm>
                    <a:off x="6197413" y="3824215"/>
                    <a:ext cx="393192" cy="393192"/>
                    <a:chOff x="5265196" y="3357021"/>
                    <a:chExt cx="393192" cy="393192"/>
                  </a:xfrm>
                </p:grpSpPr>
                <p:grpSp>
                  <p:nvGrpSpPr>
                    <p:cNvPr id="3356" name="Group 3355">
                      <a:extLst>
                        <a:ext uri="{FF2B5EF4-FFF2-40B4-BE49-F238E27FC236}">
                          <a16:creationId xmlns:a16="http://schemas.microsoft.com/office/drawing/2014/main" id="{01B011C2-D0BF-6C14-0DA5-B8476756C3C8}"/>
                        </a:ext>
                      </a:extLst>
                    </p:cNvPr>
                    <p:cNvGrpSpPr/>
                    <p:nvPr/>
                  </p:nvGrpSpPr>
                  <p:grpSpPr>
                    <a:xfrm rot="14400000">
                      <a:off x="5265196" y="3357021"/>
                      <a:ext cx="393192" cy="393192"/>
                      <a:chOff x="5354637" y="3446463"/>
                      <a:chExt cx="214313" cy="214313"/>
                    </a:xfrm>
                  </p:grpSpPr>
                  <p:sp>
                    <p:nvSpPr>
                      <p:cNvPr id="3365" name="Arc 3364">
                        <a:extLst>
                          <a:ext uri="{FF2B5EF4-FFF2-40B4-BE49-F238E27FC236}">
                            <a16:creationId xmlns:a16="http://schemas.microsoft.com/office/drawing/2014/main" id="{A95EE62E-9F73-F1AB-FBC5-588DF604F0F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66" name="Arc 3365">
                        <a:extLst>
                          <a:ext uri="{FF2B5EF4-FFF2-40B4-BE49-F238E27FC236}">
                            <a16:creationId xmlns:a16="http://schemas.microsoft.com/office/drawing/2014/main" id="{C0C187B0-ED64-578A-0CB5-CC7BDF25958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357" name="Group 3356">
                      <a:extLst>
                        <a:ext uri="{FF2B5EF4-FFF2-40B4-BE49-F238E27FC236}">
                          <a16:creationId xmlns:a16="http://schemas.microsoft.com/office/drawing/2014/main" id="{32077890-35C7-B0F2-C141-C21B74BBF1D7}"/>
                        </a:ext>
                      </a:extLst>
                    </p:cNvPr>
                    <p:cNvGrpSpPr/>
                    <p:nvPr/>
                  </p:nvGrpSpPr>
                  <p:grpSpPr>
                    <a:xfrm>
                      <a:off x="5310186" y="3402011"/>
                      <a:ext cx="303213" cy="303213"/>
                      <a:chOff x="5310186" y="3402011"/>
                      <a:chExt cx="303213" cy="303213"/>
                    </a:xfrm>
                  </p:grpSpPr>
                  <p:grpSp>
                    <p:nvGrpSpPr>
                      <p:cNvPr id="3358" name="Group 3357">
                        <a:extLst>
                          <a:ext uri="{FF2B5EF4-FFF2-40B4-BE49-F238E27FC236}">
                            <a16:creationId xmlns:a16="http://schemas.microsoft.com/office/drawing/2014/main" id="{60D00B12-BF7A-C461-7A21-265A474F1625}"/>
                          </a:ext>
                        </a:extLst>
                      </p:cNvPr>
                      <p:cNvGrpSpPr/>
                      <p:nvPr/>
                    </p:nvGrpSpPr>
                    <p:grpSpPr>
                      <a:xfrm>
                        <a:off x="5354636" y="3446461"/>
                        <a:ext cx="214313" cy="214313"/>
                        <a:chOff x="5354637" y="3446463"/>
                        <a:chExt cx="214313" cy="214313"/>
                      </a:xfrm>
                    </p:grpSpPr>
                    <p:sp>
                      <p:nvSpPr>
                        <p:cNvPr id="3363" name="Arc 3362">
                          <a:extLst>
                            <a:ext uri="{FF2B5EF4-FFF2-40B4-BE49-F238E27FC236}">
                              <a16:creationId xmlns:a16="http://schemas.microsoft.com/office/drawing/2014/main" id="{18FF28EE-4D58-5D53-06F6-C6B202F9E0A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64" name="Arc 3363">
                          <a:extLst>
                            <a:ext uri="{FF2B5EF4-FFF2-40B4-BE49-F238E27FC236}">
                              <a16:creationId xmlns:a16="http://schemas.microsoft.com/office/drawing/2014/main" id="{EF4AAD90-5679-C0A1-DCE8-A6B10F93FD1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359" name="Group 3358">
                        <a:extLst>
                          <a:ext uri="{FF2B5EF4-FFF2-40B4-BE49-F238E27FC236}">
                            <a16:creationId xmlns:a16="http://schemas.microsoft.com/office/drawing/2014/main" id="{5E137350-4E2C-698B-5AFD-250C3A6A2C6E}"/>
                          </a:ext>
                        </a:extLst>
                      </p:cNvPr>
                      <p:cNvGrpSpPr/>
                      <p:nvPr/>
                    </p:nvGrpSpPr>
                    <p:grpSpPr>
                      <a:xfrm rot="7200000">
                        <a:off x="5310186" y="3402011"/>
                        <a:ext cx="303213" cy="303213"/>
                        <a:chOff x="5354637" y="3446463"/>
                        <a:chExt cx="214313" cy="214313"/>
                      </a:xfrm>
                    </p:grpSpPr>
                    <p:sp>
                      <p:nvSpPr>
                        <p:cNvPr id="3361" name="Arc 3360">
                          <a:extLst>
                            <a:ext uri="{FF2B5EF4-FFF2-40B4-BE49-F238E27FC236}">
                              <a16:creationId xmlns:a16="http://schemas.microsoft.com/office/drawing/2014/main" id="{98240C4F-8EC5-AF83-FC53-AF25DEC48B3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62" name="Arc 3361">
                          <a:extLst>
                            <a:ext uri="{FF2B5EF4-FFF2-40B4-BE49-F238E27FC236}">
                              <a16:creationId xmlns:a16="http://schemas.microsoft.com/office/drawing/2014/main" id="{C6F81E72-AAF6-5389-3815-3894FBE95FD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360" name="TextBox 3359">
                        <a:extLst>
                          <a:ext uri="{FF2B5EF4-FFF2-40B4-BE49-F238E27FC236}">
                            <a16:creationId xmlns:a16="http://schemas.microsoft.com/office/drawing/2014/main" id="{2EF044D6-22B7-2901-D60C-DEE0ECE84EE3}"/>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322" name="Group 3321">
                    <a:extLst>
                      <a:ext uri="{FF2B5EF4-FFF2-40B4-BE49-F238E27FC236}">
                        <a16:creationId xmlns:a16="http://schemas.microsoft.com/office/drawing/2014/main" id="{9E7D6A68-DEDC-AAD2-0F68-36385E78D561}"/>
                      </a:ext>
                    </a:extLst>
                  </p:cNvPr>
                  <p:cNvGrpSpPr/>
                  <p:nvPr/>
                </p:nvGrpSpPr>
                <p:grpSpPr>
                  <a:xfrm>
                    <a:off x="5886431" y="3525040"/>
                    <a:ext cx="393192" cy="393192"/>
                    <a:chOff x="5265196" y="3932619"/>
                    <a:chExt cx="393192" cy="393192"/>
                  </a:xfrm>
                </p:grpSpPr>
                <p:grpSp>
                  <p:nvGrpSpPr>
                    <p:cNvPr id="3346" name="Group 3345">
                      <a:extLst>
                        <a:ext uri="{FF2B5EF4-FFF2-40B4-BE49-F238E27FC236}">
                          <a16:creationId xmlns:a16="http://schemas.microsoft.com/office/drawing/2014/main" id="{819DAA0E-CD29-0CD9-38EE-5ED445762CC1}"/>
                        </a:ext>
                      </a:extLst>
                    </p:cNvPr>
                    <p:cNvGrpSpPr/>
                    <p:nvPr/>
                  </p:nvGrpSpPr>
                  <p:grpSpPr>
                    <a:xfrm>
                      <a:off x="5354636" y="4022061"/>
                      <a:ext cx="214313" cy="214313"/>
                      <a:chOff x="5354637" y="3446463"/>
                      <a:chExt cx="214313" cy="214313"/>
                    </a:xfrm>
                  </p:grpSpPr>
                  <p:sp>
                    <p:nvSpPr>
                      <p:cNvPr id="3354" name="Arc 3353">
                        <a:extLst>
                          <a:ext uri="{FF2B5EF4-FFF2-40B4-BE49-F238E27FC236}">
                            <a16:creationId xmlns:a16="http://schemas.microsoft.com/office/drawing/2014/main" id="{F6C823CB-40C3-26C6-1F19-F55CABABCB1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55" name="Arc 3354">
                        <a:extLst>
                          <a:ext uri="{FF2B5EF4-FFF2-40B4-BE49-F238E27FC236}">
                            <a16:creationId xmlns:a16="http://schemas.microsoft.com/office/drawing/2014/main" id="{EE202E5D-DC5F-786E-A6B1-611D3A285E4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347" name="Group 3346">
                      <a:extLst>
                        <a:ext uri="{FF2B5EF4-FFF2-40B4-BE49-F238E27FC236}">
                          <a16:creationId xmlns:a16="http://schemas.microsoft.com/office/drawing/2014/main" id="{B2F5A80B-E618-9AA7-185C-50547B0D58F1}"/>
                        </a:ext>
                      </a:extLst>
                    </p:cNvPr>
                    <p:cNvGrpSpPr/>
                    <p:nvPr/>
                  </p:nvGrpSpPr>
                  <p:grpSpPr>
                    <a:xfrm rot="14400000">
                      <a:off x="5310186" y="3977611"/>
                      <a:ext cx="303213" cy="303213"/>
                      <a:chOff x="5354637" y="3446463"/>
                      <a:chExt cx="214313" cy="214313"/>
                    </a:xfrm>
                  </p:grpSpPr>
                  <p:sp>
                    <p:nvSpPr>
                      <p:cNvPr id="3352" name="Arc 3351">
                        <a:extLst>
                          <a:ext uri="{FF2B5EF4-FFF2-40B4-BE49-F238E27FC236}">
                            <a16:creationId xmlns:a16="http://schemas.microsoft.com/office/drawing/2014/main" id="{B9AB6677-B710-68DD-80E6-7C46089D608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53" name="Arc 3352">
                        <a:extLst>
                          <a:ext uri="{FF2B5EF4-FFF2-40B4-BE49-F238E27FC236}">
                            <a16:creationId xmlns:a16="http://schemas.microsoft.com/office/drawing/2014/main" id="{F0FFF231-4E04-7128-2B10-016795F3FFD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348" name="Group 3347">
                      <a:extLst>
                        <a:ext uri="{FF2B5EF4-FFF2-40B4-BE49-F238E27FC236}">
                          <a16:creationId xmlns:a16="http://schemas.microsoft.com/office/drawing/2014/main" id="{698B1E0D-9533-67C3-210F-7785BF3F0B33}"/>
                        </a:ext>
                      </a:extLst>
                    </p:cNvPr>
                    <p:cNvGrpSpPr/>
                    <p:nvPr/>
                  </p:nvGrpSpPr>
                  <p:grpSpPr>
                    <a:xfrm rot="7200000">
                      <a:off x="5265196" y="3932619"/>
                      <a:ext cx="393192" cy="393192"/>
                      <a:chOff x="5354637" y="3446463"/>
                      <a:chExt cx="214313" cy="214313"/>
                    </a:xfrm>
                  </p:grpSpPr>
                  <p:sp>
                    <p:nvSpPr>
                      <p:cNvPr id="3350" name="Arc 3349">
                        <a:extLst>
                          <a:ext uri="{FF2B5EF4-FFF2-40B4-BE49-F238E27FC236}">
                            <a16:creationId xmlns:a16="http://schemas.microsoft.com/office/drawing/2014/main" id="{35174952-2EF5-A911-DC9F-43088B1B059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51" name="Arc 3350">
                        <a:extLst>
                          <a:ext uri="{FF2B5EF4-FFF2-40B4-BE49-F238E27FC236}">
                            <a16:creationId xmlns:a16="http://schemas.microsoft.com/office/drawing/2014/main" id="{2B2783D5-D68B-B8A4-B62F-142BB1EAE84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349" name="TextBox 3348">
                      <a:extLst>
                        <a:ext uri="{FF2B5EF4-FFF2-40B4-BE49-F238E27FC236}">
                          <a16:creationId xmlns:a16="http://schemas.microsoft.com/office/drawing/2014/main" id="{2C06E4D4-B208-17CE-1090-41EBA2F60759}"/>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3323" name="Group 3322">
                    <a:extLst>
                      <a:ext uri="{FF2B5EF4-FFF2-40B4-BE49-F238E27FC236}">
                        <a16:creationId xmlns:a16="http://schemas.microsoft.com/office/drawing/2014/main" id="{5E4BFC93-76B0-D4B4-75D9-6612A581C4F6}"/>
                      </a:ext>
                    </a:extLst>
                  </p:cNvPr>
                  <p:cNvGrpSpPr/>
                  <p:nvPr/>
                </p:nvGrpSpPr>
                <p:grpSpPr>
                  <a:xfrm>
                    <a:off x="6512463" y="3525040"/>
                    <a:ext cx="393192" cy="393192"/>
                    <a:chOff x="6389147" y="3357021"/>
                    <a:chExt cx="393192" cy="393192"/>
                  </a:xfrm>
                </p:grpSpPr>
                <p:grpSp>
                  <p:nvGrpSpPr>
                    <p:cNvPr id="3335" name="Group 3334">
                      <a:extLst>
                        <a:ext uri="{FF2B5EF4-FFF2-40B4-BE49-F238E27FC236}">
                          <a16:creationId xmlns:a16="http://schemas.microsoft.com/office/drawing/2014/main" id="{314F3FED-CD52-86B7-7C72-5FD29914C310}"/>
                        </a:ext>
                      </a:extLst>
                    </p:cNvPr>
                    <p:cNvGrpSpPr/>
                    <p:nvPr/>
                  </p:nvGrpSpPr>
                  <p:grpSpPr>
                    <a:xfrm rot="7200000" flipH="1">
                      <a:off x="6389147" y="3357021"/>
                      <a:ext cx="393192" cy="393192"/>
                      <a:chOff x="5354637" y="3446463"/>
                      <a:chExt cx="214313" cy="214313"/>
                    </a:xfrm>
                  </p:grpSpPr>
                  <p:sp>
                    <p:nvSpPr>
                      <p:cNvPr id="3344" name="Arc 3343">
                        <a:extLst>
                          <a:ext uri="{FF2B5EF4-FFF2-40B4-BE49-F238E27FC236}">
                            <a16:creationId xmlns:a16="http://schemas.microsoft.com/office/drawing/2014/main" id="{33D3525C-10F3-B242-ECCB-FEA744CA2EA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45" name="Arc 3344">
                        <a:extLst>
                          <a:ext uri="{FF2B5EF4-FFF2-40B4-BE49-F238E27FC236}">
                            <a16:creationId xmlns:a16="http://schemas.microsoft.com/office/drawing/2014/main" id="{BE28F80C-0811-5B9D-8463-C5235806D9B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336" name="Group 3335">
                      <a:extLst>
                        <a:ext uri="{FF2B5EF4-FFF2-40B4-BE49-F238E27FC236}">
                          <a16:creationId xmlns:a16="http://schemas.microsoft.com/office/drawing/2014/main" id="{C6EBE0D7-989B-A643-22C7-540C178C696E}"/>
                        </a:ext>
                      </a:extLst>
                    </p:cNvPr>
                    <p:cNvGrpSpPr/>
                    <p:nvPr/>
                  </p:nvGrpSpPr>
                  <p:grpSpPr>
                    <a:xfrm>
                      <a:off x="6434137" y="3402011"/>
                      <a:ext cx="303213" cy="303213"/>
                      <a:chOff x="6434137" y="3402011"/>
                      <a:chExt cx="303213" cy="303213"/>
                    </a:xfrm>
                  </p:grpSpPr>
                  <p:grpSp>
                    <p:nvGrpSpPr>
                      <p:cNvPr id="3337" name="Group 3336">
                        <a:extLst>
                          <a:ext uri="{FF2B5EF4-FFF2-40B4-BE49-F238E27FC236}">
                            <a16:creationId xmlns:a16="http://schemas.microsoft.com/office/drawing/2014/main" id="{C20205B0-0978-2772-4D13-B9B7428B13A2}"/>
                          </a:ext>
                        </a:extLst>
                      </p:cNvPr>
                      <p:cNvGrpSpPr/>
                      <p:nvPr/>
                    </p:nvGrpSpPr>
                    <p:grpSpPr>
                      <a:xfrm flipH="1">
                        <a:off x="6478587" y="3446461"/>
                        <a:ext cx="214313" cy="214313"/>
                        <a:chOff x="5354637" y="3446463"/>
                        <a:chExt cx="214313" cy="214313"/>
                      </a:xfrm>
                    </p:grpSpPr>
                    <p:sp>
                      <p:nvSpPr>
                        <p:cNvPr id="3342" name="Arc 3341">
                          <a:extLst>
                            <a:ext uri="{FF2B5EF4-FFF2-40B4-BE49-F238E27FC236}">
                              <a16:creationId xmlns:a16="http://schemas.microsoft.com/office/drawing/2014/main" id="{B1F29E9E-30D2-A739-7E3B-6FD5EF955F3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43" name="Arc 3342">
                          <a:extLst>
                            <a:ext uri="{FF2B5EF4-FFF2-40B4-BE49-F238E27FC236}">
                              <a16:creationId xmlns:a16="http://schemas.microsoft.com/office/drawing/2014/main" id="{A4DDF09A-CAED-EA83-826C-A5E872ECACA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338" name="Group 3337">
                        <a:extLst>
                          <a:ext uri="{FF2B5EF4-FFF2-40B4-BE49-F238E27FC236}">
                            <a16:creationId xmlns:a16="http://schemas.microsoft.com/office/drawing/2014/main" id="{DF9082DC-B2E5-49E4-CB68-C44D8B7B4A29}"/>
                          </a:ext>
                        </a:extLst>
                      </p:cNvPr>
                      <p:cNvGrpSpPr/>
                      <p:nvPr/>
                    </p:nvGrpSpPr>
                    <p:grpSpPr>
                      <a:xfrm rot="14400000" flipH="1">
                        <a:off x="6434137" y="3402011"/>
                        <a:ext cx="303213" cy="303213"/>
                        <a:chOff x="5354637" y="3446463"/>
                        <a:chExt cx="214313" cy="214313"/>
                      </a:xfrm>
                    </p:grpSpPr>
                    <p:sp>
                      <p:nvSpPr>
                        <p:cNvPr id="3340" name="Arc 3339">
                          <a:extLst>
                            <a:ext uri="{FF2B5EF4-FFF2-40B4-BE49-F238E27FC236}">
                              <a16:creationId xmlns:a16="http://schemas.microsoft.com/office/drawing/2014/main" id="{47D5542E-94EE-5056-AD6B-5304DF40ADD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41" name="Arc 3340">
                          <a:extLst>
                            <a:ext uri="{FF2B5EF4-FFF2-40B4-BE49-F238E27FC236}">
                              <a16:creationId xmlns:a16="http://schemas.microsoft.com/office/drawing/2014/main" id="{995BD8BA-D2D1-81BF-AB91-8A274A56B0F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339" name="TextBox 3338">
                        <a:extLst>
                          <a:ext uri="{FF2B5EF4-FFF2-40B4-BE49-F238E27FC236}">
                            <a16:creationId xmlns:a16="http://schemas.microsoft.com/office/drawing/2014/main" id="{EA81D3B2-AECC-8C82-46B9-1FCD82B0977B}"/>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324" name="Group 3323">
                    <a:extLst>
                      <a:ext uri="{FF2B5EF4-FFF2-40B4-BE49-F238E27FC236}">
                        <a16:creationId xmlns:a16="http://schemas.microsoft.com/office/drawing/2014/main" id="{B7C1B003-0582-EAD4-4165-F94FDC911D95}"/>
                      </a:ext>
                    </a:extLst>
                  </p:cNvPr>
                  <p:cNvGrpSpPr/>
                  <p:nvPr/>
                </p:nvGrpSpPr>
                <p:grpSpPr>
                  <a:xfrm>
                    <a:off x="6197413" y="3225768"/>
                    <a:ext cx="393192" cy="393192"/>
                    <a:chOff x="6389147" y="3932622"/>
                    <a:chExt cx="393192" cy="393192"/>
                  </a:xfrm>
                </p:grpSpPr>
                <p:grpSp>
                  <p:nvGrpSpPr>
                    <p:cNvPr id="3325" name="Group 3324">
                      <a:extLst>
                        <a:ext uri="{FF2B5EF4-FFF2-40B4-BE49-F238E27FC236}">
                          <a16:creationId xmlns:a16="http://schemas.microsoft.com/office/drawing/2014/main" id="{9B23F593-9848-37D2-07BE-683536B59E04}"/>
                        </a:ext>
                      </a:extLst>
                    </p:cNvPr>
                    <p:cNvGrpSpPr/>
                    <p:nvPr/>
                  </p:nvGrpSpPr>
                  <p:grpSpPr>
                    <a:xfrm flipH="1">
                      <a:off x="6478587" y="4022061"/>
                      <a:ext cx="214313" cy="214313"/>
                      <a:chOff x="5354637" y="3446463"/>
                      <a:chExt cx="214313" cy="214313"/>
                    </a:xfrm>
                  </p:grpSpPr>
                  <p:sp>
                    <p:nvSpPr>
                      <p:cNvPr id="3333" name="Arc 3332">
                        <a:extLst>
                          <a:ext uri="{FF2B5EF4-FFF2-40B4-BE49-F238E27FC236}">
                            <a16:creationId xmlns:a16="http://schemas.microsoft.com/office/drawing/2014/main" id="{C2576E9B-94C7-582C-7A18-404054AA778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34" name="Arc 3333">
                        <a:extLst>
                          <a:ext uri="{FF2B5EF4-FFF2-40B4-BE49-F238E27FC236}">
                            <a16:creationId xmlns:a16="http://schemas.microsoft.com/office/drawing/2014/main" id="{A86645A9-D57E-06FA-7EE5-2F1932808AE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326" name="Group 3325">
                      <a:extLst>
                        <a:ext uri="{FF2B5EF4-FFF2-40B4-BE49-F238E27FC236}">
                          <a16:creationId xmlns:a16="http://schemas.microsoft.com/office/drawing/2014/main" id="{4C672740-581D-8971-9B83-3F98A56ABB72}"/>
                        </a:ext>
                      </a:extLst>
                    </p:cNvPr>
                    <p:cNvGrpSpPr/>
                    <p:nvPr/>
                  </p:nvGrpSpPr>
                  <p:grpSpPr>
                    <a:xfrm rot="7200000" flipH="1">
                      <a:off x="6434137" y="3977611"/>
                      <a:ext cx="303213" cy="303213"/>
                      <a:chOff x="5354637" y="3446463"/>
                      <a:chExt cx="214313" cy="214313"/>
                    </a:xfrm>
                  </p:grpSpPr>
                  <p:sp>
                    <p:nvSpPr>
                      <p:cNvPr id="3331" name="Arc 3330">
                        <a:extLst>
                          <a:ext uri="{FF2B5EF4-FFF2-40B4-BE49-F238E27FC236}">
                            <a16:creationId xmlns:a16="http://schemas.microsoft.com/office/drawing/2014/main" id="{8F22E323-3238-3A80-D139-49EE1AE14DC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32" name="Arc 3331">
                        <a:extLst>
                          <a:ext uri="{FF2B5EF4-FFF2-40B4-BE49-F238E27FC236}">
                            <a16:creationId xmlns:a16="http://schemas.microsoft.com/office/drawing/2014/main" id="{10226269-18C6-79EF-8B9C-28B7306673E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327" name="Group 3326">
                      <a:extLst>
                        <a:ext uri="{FF2B5EF4-FFF2-40B4-BE49-F238E27FC236}">
                          <a16:creationId xmlns:a16="http://schemas.microsoft.com/office/drawing/2014/main" id="{BE08E37E-BA30-1DB9-0AF8-E60589B40688}"/>
                        </a:ext>
                      </a:extLst>
                    </p:cNvPr>
                    <p:cNvGrpSpPr/>
                    <p:nvPr/>
                  </p:nvGrpSpPr>
                  <p:grpSpPr>
                    <a:xfrm rot="14400000" flipH="1">
                      <a:off x="6389147" y="3932622"/>
                      <a:ext cx="393192" cy="393192"/>
                      <a:chOff x="5354637" y="3446463"/>
                      <a:chExt cx="214313" cy="214313"/>
                    </a:xfrm>
                  </p:grpSpPr>
                  <p:sp>
                    <p:nvSpPr>
                      <p:cNvPr id="3329" name="Arc 3328">
                        <a:extLst>
                          <a:ext uri="{FF2B5EF4-FFF2-40B4-BE49-F238E27FC236}">
                            <a16:creationId xmlns:a16="http://schemas.microsoft.com/office/drawing/2014/main" id="{AE18FE86-7D91-697C-1010-92B96870543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30" name="Arc 3329">
                        <a:extLst>
                          <a:ext uri="{FF2B5EF4-FFF2-40B4-BE49-F238E27FC236}">
                            <a16:creationId xmlns:a16="http://schemas.microsoft.com/office/drawing/2014/main" id="{270E0651-1518-4A4A-CEE7-EC9B9D08377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328" name="TextBox 3327">
                      <a:extLst>
                        <a:ext uri="{FF2B5EF4-FFF2-40B4-BE49-F238E27FC236}">
                          <a16:creationId xmlns:a16="http://schemas.microsoft.com/office/drawing/2014/main" id="{3A0BDF58-66D2-12C5-050E-EBF56E4C2B2C}"/>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274" name="Group 3273">
                  <a:extLst>
                    <a:ext uri="{FF2B5EF4-FFF2-40B4-BE49-F238E27FC236}">
                      <a16:creationId xmlns:a16="http://schemas.microsoft.com/office/drawing/2014/main" id="{E0F6784C-27E5-8A41-4156-57310E09BB4E}"/>
                    </a:ext>
                  </a:extLst>
                </p:cNvPr>
                <p:cNvGrpSpPr/>
                <p:nvPr/>
              </p:nvGrpSpPr>
              <p:grpSpPr>
                <a:xfrm>
                  <a:off x="6069086" y="3246228"/>
                  <a:ext cx="1019224" cy="991639"/>
                  <a:chOff x="5886431" y="3225768"/>
                  <a:chExt cx="1019224" cy="991639"/>
                </a:xfrm>
              </p:grpSpPr>
              <p:grpSp>
                <p:nvGrpSpPr>
                  <p:cNvPr id="3275" name="Group 3274">
                    <a:extLst>
                      <a:ext uri="{FF2B5EF4-FFF2-40B4-BE49-F238E27FC236}">
                        <a16:creationId xmlns:a16="http://schemas.microsoft.com/office/drawing/2014/main" id="{453A3313-8FC9-AD8E-41CB-522F840D67B0}"/>
                      </a:ext>
                    </a:extLst>
                  </p:cNvPr>
                  <p:cNvGrpSpPr/>
                  <p:nvPr/>
                </p:nvGrpSpPr>
                <p:grpSpPr>
                  <a:xfrm>
                    <a:off x="6197413" y="3824215"/>
                    <a:ext cx="393192" cy="393192"/>
                    <a:chOff x="5265196" y="3357021"/>
                    <a:chExt cx="393192" cy="393192"/>
                  </a:xfrm>
                </p:grpSpPr>
                <p:grpSp>
                  <p:nvGrpSpPr>
                    <p:cNvPr id="3310" name="Group 3309">
                      <a:extLst>
                        <a:ext uri="{FF2B5EF4-FFF2-40B4-BE49-F238E27FC236}">
                          <a16:creationId xmlns:a16="http://schemas.microsoft.com/office/drawing/2014/main" id="{A25379CE-F911-803C-528D-22832DD06A34}"/>
                        </a:ext>
                      </a:extLst>
                    </p:cNvPr>
                    <p:cNvGrpSpPr/>
                    <p:nvPr/>
                  </p:nvGrpSpPr>
                  <p:grpSpPr>
                    <a:xfrm rot="14400000">
                      <a:off x="5265196" y="3357021"/>
                      <a:ext cx="393192" cy="393192"/>
                      <a:chOff x="5354637" y="3446463"/>
                      <a:chExt cx="214313" cy="214313"/>
                    </a:xfrm>
                  </p:grpSpPr>
                  <p:sp>
                    <p:nvSpPr>
                      <p:cNvPr id="3319" name="Arc 3318">
                        <a:extLst>
                          <a:ext uri="{FF2B5EF4-FFF2-40B4-BE49-F238E27FC236}">
                            <a16:creationId xmlns:a16="http://schemas.microsoft.com/office/drawing/2014/main" id="{793AFDA7-8D12-6C79-AF8C-ECEB2E9DD2C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20" name="Arc 3319">
                        <a:extLst>
                          <a:ext uri="{FF2B5EF4-FFF2-40B4-BE49-F238E27FC236}">
                            <a16:creationId xmlns:a16="http://schemas.microsoft.com/office/drawing/2014/main" id="{9C26614D-676F-957F-8CB0-2F4F09B12AD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311" name="Group 3310">
                      <a:extLst>
                        <a:ext uri="{FF2B5EF4-FFF2-40B4-BE49-F238E27FC236}">
                          <a16:creationId xmlns:a16="http://schemas.microsoft.com/office/drawing/2014/main" id="{EB02E7C1-CB72-A9BA-E074-55E749B62E03}"/>
                        </a:ext>
                      </a:extLst>
                    </p:cNvPr>
                    <p:cNvGrpSpPr/>
                    <p:nvPr/>
                  </p:nvGrpSpPr>
                  <p:grpSpPr>
                    <a:xfrm>
                      <a:off x="5310186" y="3402011"/>
                      <a:ext cx="303213" cy="303213"/>
                      <a:chOff x="5310186" y="3402011"/>
                      <a:chExt cx="303213" cy="303213"/>
                    </a:xfrm>
                  </p:grpSpPr>
                  <p:grpSp>
                    <p:nvGrpSpPr>
                      <p:cNvPr id="3312" name="Group 3311">
                        <a:extLst>
                          <a:ext uri="{FF2B5EF4-FFF2-40B4-BE49-F238E27FC236}">
                            <a16:creationId xmlns:a16="http://schemas.microsoft.com/office/drawing/2014/main" id="{981F287A-47A3-4ADE-B99D-EDD9237175EF}"/>
                          </a:ext>
                        </a:extLst>
                      </p:cNvPr>
                      <p:cNvGrpSpPr/>
                      <p:nvPr/>
                    </p:nvGrpSpPr>
                    <p:grpSpPr>
                      <a:xfrm>
                        <a:off x="5354636" y="3446461"/>
                        <a:ext cx="214313" cy="214313"/>
                        <a:chOff x="5354637" y="3446463"/>
                        <a:chExt cx="214313" cy="214313"/>
                      </a:xfrm>
                    </p:grpSpPr>
                    <p:sp>
                      <p:nvSpPr>
                        <p:cNvPr id="3317" name="Arc 3316">
                          <a:extLst>
                            <a:ext uri="{FF2B5EF4-FFF2-40B4-BE49-F238E27FC236}">
                              <a16:creationId xmlns:a16="http://schemas.microsoft.com/office/drawing/2014/main" id="{2B53DDBB-1B4C-EA52-C875-0B8C3EBD7F8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18" name="Arc 3317">
                          <a:extLst>
                            <a:ext uri="{FF2B5EF4-FFF2-40B4-BE49-F238E27FC236}">
                              <a16:creationId xmlns:a16="http://schemas.microsoft.com/office/drawing/2014/main" id="{5544C5F9-2B32-AB3A-1F5F-6B8CFEC0199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313" name="Group 3312">
                        <a:extLst>
                          <a:ext uri="{FF2B5EF4-FFF2-40B4-BE49-F238E27FC236}">
                            <a16:creationId xmlns:a16="http://schemas.microsoft.com/office/drawing/2014/main" id="{6624F66B-3936-D857-8A6C-E21C1493BD8A}"/>
                          </a:ext>
                        </a:extLst>
                      </p:cNvPr>
                      <p:cNvGrpSpPr/>
                      <p:nvPr/>
                    </p:nvGrpSpPr>
                    <p:grpSpPr>
                      <a:xfrm rot="7200000">
                        <a:off x="5310186" y="3402011"/>
                        <a:ext cx="303213" cy="303213"/>
                        <a:chOff x="5354637" y="3446463"/>
                        <a:chExt cx="214313" cy="214313"/>
                      </a:xfrm>
                    </p:grpSpPr>
                    <p:sp>
                      <p:nvSpPr>
                        <p:cNvPr id="3315" name="Arc 3314">
                          <a:extLst>
                            <a:ext uri="{FF2B5EF4-FFF2-40B4-BE49-F238E27FC236}">
                              <a16:creationId xmlns:a16="http://schemas.microsoft.com/office/drawing/2014/main" id="{07B0BDFA-8EF5-FF7E-6B02-44D9634BEB3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16" name="Arc 3315">
                          <a:extLst>
                            <a:ext uri="{FF2B5EF4-FFF2-40B4-BE49-F238E27FC236}">
                              <a16:creationId xmlns:a16="http://schemas.microsoft.com/office/drawing/2014/main" id="{A24FF02F-FC70-9715-E814-2C58D4326AD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314" name="TextBox 3313">
                        <a:extLst>
                          <a:ext uri="{FF2B5EF4-FFF2-40B4-BE49-F238E27FC236}">
                            <a16:creationId xmlns:a16="http://schemas.microsoft.com/office/drawing/2014/main" id="{FD43EC2A-50F3-3460-1572-25D767074A57}"/>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276" name="Group 3275">
                    <a:extLst>
                      <a:ext uri="{FF2B5EF4-FFF2-40B4-BE49-F238E27FC236}">
                        <a16:creationId xmlns:a16="http://schemas.microsoft.com/office/drawing/2014/main" id="{B2DE0F00-72D2-05EC-C680-E33F84E5F63F}"/>
                      </a:ext>
                    </a:extLst>
                  </p:cNvPr>
                  <p:cNvGrpSpPr/>
                  <p:nvPr/>
                </p:nvGrpSpPr>
                <p:grpSpPr>
                  <a:xfrm>
                    <a:off x="5886431" y="3525040"/>
                    <a:ext cx="393192" cy="393192"/>
                    <a:chOff x="5265196" y="3932619"/>
                    <a:chExt cx="393192" cy="393192"/>
                  </a:xfrm>
                </p:grpSpPr>
                <p:grpSp>
                  <p:nvGrpSpPr>
                    <p:cNvPr id="3300" name="Group 3299">
                      <a:extLst>
                        <a:ext uri="{FF2B5EF4-FFF2-40B4-BE49-F238E27FC236}">
                          <a16:creationId xmlns:a16="http://schemas.microsoft.com/office/drawing/2014/main" id="{731F536A-402F-EC23-2CA5-E6571503769E}"/>
                        </a:ext>
                      </a:extLst>
                    </p:cNvPr>
                    <p:cNvGrpSpPr/>
                    <p:nvPr/>
                  </p:nvGrpSpPr>
                  <p:grpSpPr>
                    <a:xfrm>
                      <a:off x="5354636" y="4022061"/>
                      <a:ext cx="214313" cy="214313"/>
                      <a:chOff x="5354637" y="3446463"/>
                      <a:chExt cx="214313" cy="214313"/>
                    </a:xfrm>
                  </p:grpSpPr>
                  <p:sp>
                    <p:nvSpPr>
                      <p:cNvPr id="3308" name="Arc 3307">
                        <a:extLst>
                          <a:ext uri="{FF2B5EF4-FFF2-40B4-BE49-F238E27FC236}">
                            <a16:creationId xmlns:a16="http://schemas.microsoft.com/office/drawing/2014/main" id="{B3276703-CB04-3A8A-3588-47CC2C98BD2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09" name="Arc 3308">
                        <a:extLst>
                          <a:ext uri="{FF2B5EF4-FFF2-40B4-BE49-F238E27FC236}">
                            <a16:creationId xmlns:a16="http://schemas.microsoft.com/office/drawing/2014/main" id="{DF271EFE-FA29-2D5D-D271-AD9E5A1DBA6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301" name="Group 3300">
                      <a:extLst>
                        <a:ext uri="{FF2B5EF4-FFF2-40B4-BE49-F238E27FC236}">
                          <a16:creationId xmlns:a16="http://schemas.microsoft.com/office/drawing/2014/main" id="{8116BA97-2D5E-74A6-9F6F-796B268C980C}"/>
                        </a:ext>
                      </a:extLst>
                    </p:cNvPr>
                    <p:cNvGrpSpPr/>
                    <p:nvPr/>
                  </p:nvGrpSpPr>
                  <p:grpSpPr>
                    <a:xfrm rot="14400000">
                      <a:off x="5310186" y="3977611"/>
                      <a:ext cx="303213" cy="303213"/>
                      <a:chOff x="5354637" y="3446463"/>
                      <a:chExt cx="214313" cy="214313"/>
                    </a:xfrm>
                  </p:grpSpPr>
                  <p:sp>
                    <p:nvSpPr>
                      <p:cNvPr id="3306" name="Arc 3305">
                        <a:extLst>
                          <a:ext uri="{FF2B5EF4-FFF2-40B4-BE49-F238E27FC236}">
                            <a16:creationId xmlns:a16="http://schemas.microsoft.com/office/drawing/2014/main" id="{28FC95E2-F61D-C522-380E-4EAE3C1B187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07" name="Arc 3306">
                        <a:extLst>
                          <a:ext uri="{FF2B5EF4-FFF2-40B4-BE49-F238E27FC236}">
                            <a16:creationId xmlns:a16="http://schemas.microsoft.com/office/drawing/2014/main" id="{844F206E-EC21-A6CD-8B24-CDECBEEF919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302" name="Group 3301">
                      <a:extLst>
                        <a:ext uri="{FF2B5EF4-FFF2-40B4-BE49-F238E27FC236}">
                          <a16:creationId xmlns:a16="http://schemas.microsoft.com/office/drawing/2014/main" id="{2E19D45E-3F82-DFE0-4A5C-42AA419B1F91}"/>
                        </a:ext>
                      </a:extLst>
                    </p:cNvPr>
                    <p:cNvGrpSpPr/>
                    <p:nvPr/>
                  </p:nvGrpSpPr>
                  <p:grpSpPr>
                    <a:xfrm rot="7200000">
                      <a:off x="5265196" y="3932619"/>
                      <a:ext cx="393192" cy="393192"/>
                      <a:chOff x="5354637" y="3446463"/>
                      <a:chExt cx="214313" cy="214313"/>
                    </a:xfrm>
                  </p:grpSpPr>
                  <p:sp>
                    <p:nvSpPr>
                      <p:cNvPr id="3304" name="Arc 3303">
                        <a:extLst>
                          <a:ext uri="{FF2B5EF4-FFF2-40B4-BE49-F238E27FC236}">
                            <a16:creationId xmlns:a16="http://schemas.microsoft.com/office/drawing/2014/main" id="{40622788-B88F-3F42-07A8-0799206A303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05" name="Arc 3304">
                        <a:extLst>
                          <a:ext uri="{FF2B5EF4-FFF2-40B4-BE49-F238E27FC236}">
                            <a16:creationId xmlns:a16="http://schemas.microsoft.com/office/drawing/2014/main" id="{EB3B0712-B3EA-90DC-28BC-A526BB3582C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303" name="TextBox 3302">
                      <a:extLst>
                        <a:ext uri="{FF2B5EF4-FFF2-40B4-BE49-F238E27FC236}">
                          <a16:creationId xmlns:a16="http://schemas.microsoft.com/office/drawing/2014/main" id="{0165B201-B26A-E10E-CA48-2F3819904706}"/>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3277" name="Group 3276">
                    <a:extLst>
                      <a:ext uri="{FF2B5EF4-FFF2-40B4-BE49-F238E27FC236}">
                        <a16:creationId xmlns:a16="http://schemas.microsoft.com/office/drawing/2014/main" id="{827BF222-5D90-60FA-D6BF-07C5DA91C4DA}"/>
                      </a:ext>
                    </a:extLst>
                  </p:cNvPr>
                  <p:cNvGrpSpPr/>
                  <p:nvPr/>
                </p:nvGrpSpPr>
                <p:grpSpPr>
                  <a:xfrm>
                    <a:off x="6512463" y="3525040"/>
                    <a:ext cx="393192" cy="393192"/>
                    <a:chOff x="6389147" y="3357021"/>
                    <a:chExt cx="393192" cy="393192"/>
                  </a:xfrm>
                </p:grpSpPr>
                <p:grpSp>
                  <p:nvGrpSpPr>
                    <p:cNvPr id="3289" name="Group 3288">
                      <a:extLst>
                        <a:ext uri="{FF2B5EF4-FFF2-40B4-BE49-F238E27FC236}">
                          <a16:creationId xmlns:a16="http://schemas.microsoft.com/office/drawing/2014/main" id="{DBB10E11-624B-131F-B91F-C95B95F7B08C}"/>
                        </a:ext>
                      </a:extLst>
                    </p:cNvPr>
                    <p:cNvGrpSpPr/>
                    <p:nvPr/>
                  </p:nvGrpSpPr>
                  <p:grpSpPr>
                    <a:xfrm rot="7200000" flipH="1">
                      <a:off x="6389147" y="3357021"/>
                      <a:ext cx="393192" cy="393192"/>
                      <a:chOff x="5354637" y="3446463"/>
                      <a:chExt cx="214313" cy="214313"/>
                    </a:xfrm>
                  </p:grpSpPr>
                  <p:sp>
                    <p:nvSpPr>
                      <p:cNvPr id="3298" name="Arc 3297">
                        <a:extLst>
                          <a:ext uri="{FF2B5EF4-FFF2-40B4-BE49-F238E27FC236}">
                            <a16:creationId xmlns:a16="http://schemas.microsoft.com/office/drawing/2014/main" id="{651E586E-7529-BD2B-9293-730D6CCE10C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99" name="Arc 3298">
                        <a:extLst>
                          <a:ext uri="{FF2B5EF4-FFF2-40B4-BE49-F238E27FC236}">
                            <a16:creationId xmlns:a16="http://schemas.microsoft.com/office/drawing/2014/main" id="{FE4B4D2E-52CA-077C-DB8B-CE478357842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290" name="Group 3289">
                      <a:extLst>
                        <a:ext uri="{FF2B5EF4-FFF2-40B4-BE49-F238E27FC236}">
                          <a16:creationId xmlns:a16="http://schemas.microsoft.com/office/drawing/2014/main" id="{126B32D1-247A-16B2-0E97-C6A8482A715A}"/>
                        </a:ext>
                      </a:extLst>
                    </p:cNvPr>
                    <p:cNvGrpSpPr/>
                    <p:nvPr/>
                  </p:nvGrpSpPr>
                  <p:grpSpPr>
                    <a:xfrm>
                      <a:off x="6434137" y="3402011"/>
                      <a:ext cx="303213" cy="303213"/>
                      <a:chOff x="6434137" y="3402011"/>
                      <a:chExt cx="303213" cy="303213"/>
                    </a:xfrm>
                  </p:grpSpPr>
                  <p:grpSp>
                    <p:nvGrpSpPr>
                      <p:cNvPr id="3291" name="Group 3290">
                        <a:extLst>
                          <a:ext uri="{FF2B5EF4-FFF2-40B4-BE49-F238E27FC236}">
                            <a16:creationId xmlns:a16="http://schemas.microsoft.com/office/drawing/2014/main" id="{39D147B0-1B9D-A15B-3C1A-409EC88CFABE}"/>
                          </a:ext>
                        </a:extLst>
                      </p:cNvPr>
                      <p:cNvGrpSpPr/>
                      <p:nvPr/>
                    </p:nvGrpSpPr>
                    <p:grpSpPr>
                      <a:xfrm flipH="1">
                        <a:off x="6478587" y="3446461"/>
                        <a:ext cx="214313" cy="214313"/>
                        <a:chOff x="5354637" y="3446463"/>
                        <a:chExt cx="214313" cy="214313"/>
                      </a:xfrm>
                    </p:grpSpPr>
                    <p:sp>
                      <p:nvSpPr>
                        <p:cNvPr id="3296" name="Arc 3295">
                          <a:extLst>
                            <a:ext uri="{FF2B5EF4-FFF2-40B4-BE49-F238E27FC236}">
                              <a16:creationId xmlns:a16="http://schemas.microsoft.com/office/drawing/2014/main" id="{D0C46099-CF0A-230A-D6B5-FC6B1600A8D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97" name="Arc 3296">
                          <a:extLst>
                            <a:ext uri="{FF2B5EF4-FFF2-40B4-BE49-F238E27FC236}">
                              <a16:creationId xmlns:a16="http://schemas.microsoft.com/office/drawing/2014/main" id="{00757CB2-E967-E178-258B-F1742FFBE40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292" name="Group 3291">
                        <a:extLst>
                          <a:ext uri="{FF2B5EF4-FFF2-40B4-BE49-F238E27FC236}">
                            <a16:creationId xmlns:a16="http://schemas.microsoft.com/office/drawing/2014/main" id="{01062143-A379-9D4F-C4C6-84326A435886}"/>
                          </a:ext>
                        </a:extLst>
                      </p:cNvPr>
                      <p:cNvGrpSpPr/>
                      <p:nvPr/>
                    </p:nvGrpSpPr>
                    <p:grpSpPr>
                      <a:xfrm rot="14400000" flipH="1">
                        <a:off x="6434137" y="3402011"/>
                        <a:ext cx="303213" cy="303213"/>
                        <a:chOff x="5354637" y="3446463"/>
                        <a:chExt cx="214313" cy="214313"/>
                      </a:xfrm>
                    </p:grpSpPr>
                    <p:sp>
                      <p:nvSpPr>
                        <p:cNvPr id="3294" name="Arc 3293">
                          <a:extLst>
                            <a:ext uri="{FF2B5EF4-FFF2-40B4-BE49-F238E27FC236}">
                              <a16:creationId xmlns:a16="http://schemas.microsoft.com/office/drawing/2014/main" id="{69FE879F-EE01-8EF4-71D0-6B1D1FB2C1D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95" name="Arc 3294">
                          <a:extLst>
                            <a:ext uri="{FF2B5EF4-FFF2-40B4-BE49-F238E27FC236}">
                              <a16:creationId xmlns:a16="http://schemas.microsoft.com/office/drawing/2014/main" id="{2295CB06-ED50-1865-3E33-A1D08A97B53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293" name="TextBox 3292">
                        <a:extLst>
                          <a:ext uri="{FF2B5EF4-FFF2-40B4-BE49-F238E27FC236}">
                            <a16:creationId xmlns:a16="http://schemas.microsoft.com/office/drawing/2014/main" id="{281CA6F8-43AF-CC24-A739-6121D023BCFF}"/>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278" name="Group 3277">
                    <a:extLst>
                      <a:ext uri="{FF2B5EF4-FFF2-40B4-BE49-F238E27FC236}">
                        <a16:creationId xmlns:a16="http://schemas.microsoft.com/office/drawing/2014/main" id="{9C814AA9-0C5B-899A-2A35-5DA46AB4776C}"/>
                      </a:ext>
                    </a:extLst>
                  </p:cNvPr>
                  <p:cNvGrpSpPr/>
                  <p:nvPr/>
                </p:nvGrpSpPr>
                <p:grpSpPr>
                  <a:xfrm>
                    <a:off x="6197413" y="3225768"/>
                    <a:ext cx="393192" cy="393192"/>
                    <a:chOff x="6389147" y="3932622"/>
                    <a:chExt cx="393192" cy="393192"/>
                  </a:xfrm>
                </p:grpSpPr>
                <p:grpSp>
                  <p:nvGrpSpPr>
                    <p:cNvPr id="3279" name="Group 3278">
                      <a:extLst>
                        <a:ext uri="{FF2B5EF4-FFF2-40B4-BE49-F238E27FC236}">
                          <a16:creationId xmlns:a16="http://schemas.microsoft.com/office/drawing/2014/main" id="{166B0C1D-B7D3-9E38-2780-B36F69B78738}"/>
                        </a:ext>
                      </a:extLst>
                    </p:cNvPr>
                    <p:cNvGrpSpPr/>
                    <p:nvPr/>
                  </p:nvGrpSpPr>
                  <p:grpSpPr>
                    <a:xfrm flipH="1">
                      <a:off x="6478587" y="4022061"/>
                      <a:ext cx="214313" cy="214313"/>
                      <a:chOff x="5354637" y="3446463"/>
                      <a:chExt cx="214313" cy="214313"/>
                    </a:xfrm>
                  </p:grpSpPr>
                  <p:sp>
                    <p:nvSpPr>
                      <p:cNvPr id="3287" name="Arc 3286">
                        <a:extLst>
                          <a:ext uri="{FF2B5EF4-FFF2-40B4-BE49-F238E27FC236}">
                            <a16:creationId xmlns:a16="http://schemas.microsoft.com/office/drawing/2014/main" id="{2D3619A7-ECD4-5D6F-0383-980274FBAD0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88" name="Arc 3287">
                        <a:extLst>
                          <a:ext uri="{FF2B5EF4-FFF2-40B4-BE49-F238E27FC236}">
                            <a16:creationId xmlns:a16="http://schemas.microsoft.com/office/drawing/2014/main" id="{581F6C29-1D51-8296-98F1-D22E6E62704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280" name="Group 3279">
                      <a:extLst>
                        <a:ext uri="{FF2B5EF4-FFF2-40B4-BE49-F238E27FC236}">
                          <a16:creationId xmlns:a16="http://schemas.microsoft.com/office/drawing/2014/main" id="{30407605-1D24-096A-C54E-E7618AA709A7}"/>
                        </a:ext>
                      </a:extLst>
                    </p:cNvPr>
                    <p:cNvGrpSpPr/>
                    <p:nvPr/>
                  </p:nvGrpSpPr>
                  <p:grpSpPr>
                    <a:xfrm rot="7200000" flipH="1">
                      <a:off x="6434137" y="3977611"/>
                      <a:ext cx="303213" cy="303213"/>
                      <a:chOff x="5354637" y="3446463"/>
                      <a:chExt cx="214313" cy="214313"/>
                    </a:xfrm>
                  </p:grpSpPr>
                  <p:sp>
                    <p:nvSpPr>
                      <p:cNvPr id="3285" name="Arc 3284">
                        <a:extLst>
                          <a:ext uri="{FF2B5EF4-FFF2-40B4-BE49-F238E27FC236}">
                            <a16:creationId xmlns:a16="http://schemas.microsoft.com/office/drawing/2014/main" id="{C81A43A1-AF61-7FFF-75F3-F89E81C8C59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86" name="Arc 3285">
                        <a:extLst>
                          <a:ext uri="{FF2B5EF4-FFF2-40B4-BE49-F238E27FC236}">
                            <a16:creationId xmlns:a16="http://schemas.microsoft.com/office/drawing/2014/main" id="{041CED9C-A732-F243-384C-761B09A3805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281" name="Group 3280">
                      <a:extLst>
                        <a:ext uri="{FF2B5EF4-FFF2-40B4-BE49-F238E27FC236}">
                          <a16:creationId xmlns:a16="http://schemas.microsoft.com/office/drawing/2014/main" id="{B916CF92-DCAE-C938-FA9D-F4997A490D40}"/>
                        </a:ext>
                      </a:extLst>
                    </p:cNvPr>
                    <p:cNvGrpSpPr/>
                    <p:nvPr/>
                  </p:nvGrpSpPr>
                  <p:grpSpPr>
                    <a:xfrm rot="14400000" flipH="1">
                      <a:off x="6389147" y="3932622"/>
                      <a:ext cx="393192" cy="393192"/>
                      <a:chOff x="5354637" y="3446463"/>
                      <a:chExt cx="214313" cy="214313"/>
                    </a:xfrm>
                  </p:grpSpPr>
                  <p:sp>
                    <p:nvSpPr>
                      <p:cNvPr id="3283" name="Arc 3282">
                        <a:extLst>
                          <a:ext uri="{FF2B5EF4-FFF2-40B4-BE49-F238E27FC236}">
                            <a16:creationId xmlns:a16="http://schemas.microsoft.com/office/drawing/2014/main" id="{D98A65A4-42E8-1382-BC37-03B9474E874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84" name="Arc 3283">
                        <a:extLst>
                          <a:ext uri="{FF2B5EF4-FFF2-40B4-BE49-F238E27FC236}">
                            <a16:creationId xmlns:a16="http://schemas.microsoft.com/office/drawing/2014/main" id="{A3FF8CDA-F360-8F08-D21E-531EC550346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282" name="TextBox 3281">
                      <a:extLst>
                        <a:ext uri="{FF2B5EF4-FFF2-40B4-BE49-F238E27FC236}">
                          <a16:creationId xmlns:a16="http://schemas.microsoft.com/office/drawing/2014/main" id="{2B6CC2FC-11FC-3EFC-0850-588AEDFCFDF9}"/>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3080" name="Group 3079">
              <a:extLst>
                <a:ext uri="{FF2B5EF4-FFF2-40B4-BE49-F238E27FC236}">
                  <a16:creationId xmlns:a16="http://schemas.microsoft.com/office/drawing/2014/main" id="{86CC1A13-3C98-8F56-E395-A23A15B9BA9C}"/>
                </a:ext>
              </a:extLst>
            </p:cNvPr>
            <p:cNvGrpSpPr/>
            <p:nvPr/>
          </p:nvGrpSpPr>
          <p:grpSpPr>
            <a:xfrm>
              <a:off x="10942563" y="432400"/>
              <a:ext cx="2263438" cy="2198360"/>
              <a:chOff x="5445106" y="2039507"/>
              <a:chExt cx="2263438" cy="2198360"/>
            </a:xfrm>
          </p:grpSpPr>
          <p:grpSp>
            <p:nvGrpSpPr>
              <p:cNvPr id="3081" name="Group 3080">
                <a:extLst>
                  <a:ext uri="{FF2B5EF4-FFF2-40B4-BE49-F238E27FC236}">
                    <a16:creationId xmlns:a16="http://schemas.microsoft.com/office/drawing/2014/main" id="{86A83443-175C-1795-8170-58D2DD4FE8FD}"/>
                  </a:ext>
                </a:extLst>
              </p:cNvPr>
              <p:cNvGrpSpPr/>
              <p:nvPr/>
            </p:nvGrpSpPr>
            <p:grpSpPr>
              <a:xfrm>
                <a:off x="5445106" y="2644743"/>
                <a:ext cx="1643204" cy="1593124"/>
                <a:chOff x="5445106" y="2644743"/>
                <a:chExt cx="1643204" cy="1593124"/>
              </a:xfrm>
            </p:grpSpPr>
            <p:grpSp>
              <p:nvGrpSpPr>
                <p:cNvPr id="3177" name="Group 3176">
                  <a:extLst>
                    <a:ext uri="{FF2B5EF4-FFF2-40B4-BE49-F238E27FC236}">
                      <a16:creationId xmlns:a16="http://schemas.microsoft.com/office/drawing/2014/main" id="{A0565B98-E1FA-8B69-4F9A-9A409FFFF78E}"/>
                    </a:ext>
                  </a:extLst>
                </p:cNvPr>
                <p:cNvGrpSpPr/>
                <p:nvPr/>
              </p:nvGrpSpPr>
              <p:grpSpPr>
                <a:xfrm>
                  <a:off x="5445106" y="2644743"/>
                  <a:ext cx="1019224" cy="991639"/>
                  <a:chOff x="5886431" y="3225768"/>
                  <a:chExt cx="1019224" cy="991639"/>
                </a:xfrm>
              </p:grpSpPr>
              <p:grpSp>
                <p:nvGrpSpPr>
                  <p:cNvPr id="3225" name="Group 3224">
                    <a:extLst>
                      <a:ext uri="{FF2B5EF4-FFF2-40B4-BE49-F238E27FC236}">
                        <a16:creationId xmlns:a16="http://schemas.microsoft.com/office/drawing/2014/main" id="{25C45599-F454-0848-1963-4643DE33A50D}"/>
                      </a:ext>
                    </a:extLst>
                  </p:cNvPr>
                  <p:cNvGrpSpPr/>
                  <p:nvPr/>
                </p:nvGrpSpPr>
                <p:grpSpPr>
                  <a:xfrm>
                    <a:off x="6197413" y="3824215"/>
                    <a:ext cx="393192" cy="393192"/>
                    <a:chOff x="5265196" y="3357021"/>
                    <a:chExt cx="393192" cy="393192"/>
                  </a:xfrm>
                </p:grpSpPr>
                <p:grpSp>
                  <p:nvGrpSpPr>
                    <p:cNvPr id="3260" name="Group 3259">
                      <a:extLst>
                        <a:ext uri="{FF2B5EF4-FFF2-40B4-BE49-F238E27FC236}">
                          <a16:creationId xmlns:a16="http://schemas.microsoft.com/office/drawing/2014/main" id="{4654B13A-81C9-D812-ED45-E6168CEBE2A5}"/>
                        </a:ext>
                      </a:extLst>
                    </p:cNvPr>
                    <p:cNvGrpSpPr/>
                    <p:nvPr/>
                  </p:nvGrpSpPr>
                  <p:grpSpPr>
                    <a:xfrm rot="14400000">
                      <a:off x="5265196" y="3357021"/>
                      <a:ext cx="393192" cy="393192"/>
                      <a:chOff x="5354637" y="3446463"/>
                      <a:chExt cx="214313" cy="214313"/>
                    </a:xfrm>
                  </p:grpSpPr>
                  <p:sp>
                    <p:nvSpPr>
                      <p:cNvPr id="3269" name="Arc 3268">
                        <a:extLst>
                          <a:ext uri="{FF2B5EF4-FFF2-40B4-BE49-F238E27FC236}">
                            <a16:creationId xmlns:a16="http://schemas.microsoft.com/office/drawing/2014/main" id="{24AB5814-F57D-B5DC-8D03-511BA070493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70" name="Arc 3269">
                        <a:extLst>
                          <a:ext uri="{FF2B5EF4-FFF2-40B4-BE49-F238E27FC236}">
                            <a16:creationId xmlns:a16="http://schemas.microsoft.com/office/drawing/2014/main" id="{0E7CA2D1-CF53-1A6B-99B0-78B7BE3E1EA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261" name="Group 3260">
                      <a:extLst>
                        <a:ext uri="{FF2B5EF4-FFF2-40B4-BE49-F238E27FC236}">
                          <a16:creationId xmlns:a16="http://schemas.microsoft.com/office/drawing/2014/main" id="{99E3D4BE-1958-D5A9-0486-B6D24B32AE24}"/>
                        </a:ext>
                      </a:extLst>
                    </p:cNvPr>
                    <p:cNvGrpSpPr/>
                    <p:nvPr/>
                  </p:nvGrpSpPr>
                  <p:grpSpPr>
                    <a:xfrm>
                      <a:off x="5310186" y="3402011"/>
                      <a:ext cx="303213" cy="303213"/>
                      <a:chOff x="5310186" y="3402011"/>
                      <a:chExt cx="303213" cy="303213"/>
                    </a:xfrm>
                  </p:grpSpPr>
                  <p:grpSp>
                    <p:nvGrpSpPr>
                      <p:cNvPr id="3262" name="Group 3261">
                        <a:extLst>
                          <a:ext uri="{FF2B5EF4-FFF2-40B4-BE49-F238E27FC236}">
                            <a16:creationId xmlns:a16="http://schemas.microsoft.com/office/drawing/2014/main" id="{696FAFEF-9602-9EB2-73D8-22FEDCEED0D3}"/>
                          </a:ext>
                        </a:extLst>
                      </p:cNvPr>
                      <p:cNvGrpSpPr/>
                      <p:nvPr/>
                    </p:nvGrpSpPr>
                    <p:grpSpPr>
                      <a:xfrm>
                        <a:off x="5354636" y="3446461"/>
                        <a:ext cx="214313" cy="214313"/>
                        <a:chOff x="5354637" y="3446463"/>
                        <a:chExt cx="214313" cy="214313"/>
                      </a:xfrm>
                    </p:grpSpPr>
                    <p:sp>
                      <p:nvSpPr>
                        <p:cNvPr id="3267" name="Arc 3266">
                          <a:extLst>
                            <a:ext uri="{FF2B5EF4-FFF2-40B4-BE49-F238E27FC236}">
                              <a16:creationId xmlns:a16="http://schemas.microsoft.com/office/drawing/2014/main" id="{4ACA7A52-81C7-A9F7-B229-29450D04F9F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68" name="Arc 3267">
                          <a:extLst>
                            <a:ext uri="{FF2B5EF4-FFF2-40B4-BE49-F238E27FC236}">
                              <a16:creationId xmlns:a16="http://schemas.microsoft.com/office/drawing/2014/main" id="{4BC2E6A7-1C9C-26AB-1625-032DC5A2400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263" name="Group 3262">
                        <a:extLst>
                          <a:ext uri="{FF2B5EF4-FFF2-40B4-BE49-F238E27FC236}">
                            <a16:creationId xmlns:a16="http://schemas.microsoft.com/office/drawing/2014/main" id="{40083397-A5C6-96C0-9FDE-FEEACF2C25A3}"/>
                          </a:ext>
                        </a:extLst>
                      </p:cNvPr>
                      <p:cNvGrpSpPr/>
                      <p:nvPr/>
                    </p:nvGrpSpPr>
                    <p:grpSpPr>
                      <a:xfrm rot="7200000">
                        <a:off x="5310186" y="3402011"/>
                        <a:ext cx="303213" cy="303213"/>
                        <a:chOff x="5354637" y="3446463"/>
                        <a:chExt cx="214313" cy="214313"/>
                      </a:xfrm>
                    </p:grpSpPr>
                    <p:sp>
                      <p:nvSpPr>
                        <p:cNvPr id="3265" name="Arc 3264">
                          <a:extLst>
                            <a:ext uri="{FF2B5EF4-FFF2-40B4-BE49-F238E27FC236}">
                              <a16:creationId xmlns:a16="http://schemas.microsoft.com/office/drawing/2014/main" id="{FCAF8EEC-829E-3100-C152-3A7FA573F9D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66" name="Arc 3265">
                          <a:extLst>
                            <a:ext uri="{FF2B5EF4-FFF2-40B4-BE49-F238E27FC236}">
                              <a16:creationId xmlns:a16="http://schemas.microsoft.com/office/drawing/2014/main" id="{6A2672F8-2959-3F82-0080-B441701DDC6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264" name="TextBox 3263">
                        <a:extLst>
                          <a:ext uri="{FF2B5EF4-FFF2-40B4-BE49-F238E27FC236}">
                            <a16:creationId xmlns:a16="http://schemas.microsoft.com/office/drawing/2014/main" id="{1B171EF0-78EB-9E36-B63A-1A73F330FB38}"/>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226" name="Group 3225">
                    <a:extLst>
                      <a:ext uri="{FF2B5EF4-FFF2-40B4-BE49-F238E27FC236}">
                        <a16:creationId xmlns:a16="http://schemas.microsoft.com/office/drawing/2014/main" id="{203C40BE-17F7-A754-72FC-6DA1877AB2D0}"/>
                      </a:ext>
                    </a:extLst>
                  </p:cNvPr>
                  <p:cNvGrpSpPr/>
                  <p:nvPr/>
                </p:nvGrpSpPr>
                <p:grpSpPr>
                  <a:xfrm>
                    <a:off x="5886431" y="3525040"/>
                    <a:ext cx="393192" cy="393192"/>
                    <a:chOff x="5265196" y="3932619"/>
                    <a:chExt cx="393192" cy="393192"/>
                  </a:xfrm>
                </p:grpSpPr>
                <p:grpSp>
                  <p:nvGrpSpPr>
                    <p:cNvPr id="3250" name="Group 3249">
                      <a:extLst>
                        <a:ext uri="{FF2B5EF4-FFF2-40B4-BE49-F238E27FC236}">
                          <a16:creationId xmlns:a16="http://schemas.microsoft.com/office/drawing/2014/main" id="{578F7385-43E5-197B-CC50-C4244E0C0D76}"/>
                        </a:ext>
                      </a:extLst>
                    </p:cNvPr>
                    <p:cNvGrpSpPr/>
                    <p:nvPr/>
                  </p:nvGrpSpPr>
                  <p:grpSpPr>
                    <a:xfrm>
                      <a:off x="5354636" y="4022061"/>
                      <a:ext cx="214313" cy="214313"/>
                      <a:chOff x="5354637" y="3446463"/>
                      <a:chExt cx="214313" cy="214313"/>
                    </a:xfrm>
                  </p:grpSpPr>
                  <p:sp>
                    <p:nvSpPr>
                      <p:cNvPr id="3258" name="Arc 3257">
                        <a:extLst>
                          <a:ext uri="{FF2B5EF4-FFF2-40B4-BE49-F238E27FC236}">
                            <a16:creationId xmlns:a16="http://schemas.microsoft.com/office/drawing/2014/main" id="{A67D2BC3-D71C-0978-19BE-7FADA2A98C3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59" name="Arc 3258">
                        <a:extLst>
                          <a:ext uri="{FF2B5EF4-FFF2-40B4-BE49-F238E27FC236}">
                            <a16:creationId xmlns:a16="http://schemas.microsoft.com/office/drawing/2014/main" id="{04131F5F-1057-E803-BDF3-61A5AC39720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251" name="Group 3250">
                      <a:extLst>
                        <a:ext uri="{FF2B5EF4-FFF2-40B4-BE49-F238E27FC236}">
                          <a16:creationId xmlns:a16="http://schemas.microsoft.com/office/drawing/2014/main" id="{7F6A4E8E-4F93-19B6-8805-79618E4E2F3E}"/>
                        </a:ext>
                      </a:extLst>
                    </p:cNvPr>
                    <p:cNvGrpSpPr/>
                    <p:nvPr/>
                  </p:nvGrpSpPr>
                  <p:grpSpPr>
                    <a:xfrm rot="14400000">
                      <a:off x="5310186" y="3977611"/>
                      <a:ext cx="303213" cy="303213"/>
                      <a:chOff x="5354637" y="3446463"/>
                      <a:chExt cx="214313" cy="214313"/>
                    </a:xfrm>
                  </p:grpSpPr>
                  <p:sp>
                    <p:nvSpPr>
                      <p:cNvPr id="3256" name="Arc 3255">
                        <a:extLst>
                          <a:ext uri="{FF2B5EF4-FFF2-40B4-BE49-F238E27FC236}">
                            <a16:creationId xmlns:a16="http://schemas.microsoft.com/office/drawing/2014/main" id="{34D238FA-5C20-DE94-DB90-D19B05937D0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57" name="Arc 3256">
                        <a:extLst>
                          <a:ext uri="{FF2B5EF4-FFF2-40B4-BE49-F238E27FC236}">
                            <a16:creationId xmlns:a16="http://schemas.microsoft.com/office/drawing/2014/main" id="{D140878A-9918-6A2A-3A88-F0F256B794C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252" name="Group 3251">
                      <a:extLst>
                        <a:ext uri="{FF2B5EF4-FFF2-40B4-BE49-F238E27FC236}">
                          <a16:creationId xmlns:a16="http://schemas.microsoft.com/office/drawing/2014/main" id="{AE1A9311-0F7A-6F73-8238-EF88D33FF45F}"/>
                        </a:ext>
                      </a:extLst>
                    </p:cNvPr>
                    <p:cNvGrpSpPr/>
                    <p:nvPr/>
                  </p:nvGrpSpPr>
                  <p:grpSpPr>
                    <a:xfrm rot="7200000">
                      <a:off x="5265196" y="3932619"/>
                      <a:ext cx="393192" cy="393192"/>
                      <a:chOff x="5354637" y="3446463"/>
                      <a:chExt cx="214313" cy="214313"/>
                    </a:xfrm>
                  </p:grpSpPr>
                  <p:sp>
                    <p:nvSpPr>
                      <p:cNvPr id="3254" name="Arc 3253">
                        <a:extLst>
                          <a:ext uri="{FF2B5EF4-FFF2-40B4-BE49-F238E27FC236}">
                            <a16:creationId xmlns:a16="http://schemas.microsoft.com/office/drawing/2014/main" id="{09551F02-2325-675E-5221-CD1E00C64E9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55" name="Arc 3254">
                        <a:extLst>
                          <a:ext uri="{FF2B5EF4-FFF2-40B4-BE49-F238E27FC236}">
                            <a16:creationId xmlns:a16="http://schemas.microsoft.com/office/drawing/2014/main" id="{C63E885A-4EAE-D832-D540-6E69EFC16D6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253" name="TextBox 3252">
                      <a:extLst>
                        <a:ext uri="{FF2B5EF4-FFF2-40B4-BE49-F238E27FC236}">
                          <a16:creationId xmlns:a16="http://schemas.microsoft.com/office/drawing/2014/main" id="{9669CC97-AF5D-6329-CFDF-1614317A24DD}"/>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3227" name="Group 3226">
                    <a:extLst>
                      <a:ext uri="{FF2B5EF4-FFF2-40B4-BE49-F238E27FC236}">
                        <a16:creationId xmlns:a16="http://schemas.microsoft.com/office/drawing/2014/main" id="{B2DBD4F2-7474-ECD5-71D2-BF8A5FCCE7D5}"/>
                      </a:ext>
                    </a:extLst>
                  </p:cNvPr>
                  <p:cNvGrpSpPr/>
                  <p:nvPr/>
                </p:nvGrpSpPr>
                <p:grpSpPr>
                  <a:xfrm>
                    <a:off x="6512463" y="3525040"/>
                    <a:ext cx="393192" cy="393192"/>
                    <a:chOff x="6389147" y="3357021"/>
                    <a:chExt cx="393192" cy="393192"/>
                  </a:xfrm>
                </p:grpSpPr>
                <p:grpSp>
                  <p:nvGrpSpPr>
                    <p:cNvPr id="3239" name="Group 3238">
                      <a:extLst>
                        <a:ext uri="{FF2B5EF4-FFF2-40B4-BE49-F238E27FC236}">
                          <a16:creationId xmlns:a16="http://schemas.microsoft.com/office/drawing/2014/main" id="{FD0E6B0C-3D62-F9F4-82D3-C354CF3A326F}"/>
                        </a:ext>
                      </a:extLst>
                    </p:cNvPr>
                    <p:cNvGrpSpPr/>
                    <p:nvPr/>
                  </p:nvGrpSpPr>
                  <p:grpSpPr>
                    <a:xfrm rot="7200000" flipH="1">
                      <a:off x="6389147" y="3357021"/>
                      <a:ext cx="393192" cy="393192"/>
                      <a:chOff x="5354637" y="3446463"/>
                      <a:chExt cx="214313" cy="214313"/>
                    </a:xfrm>
                  </p:grpSpPr>
                  <p:sp>
                    <p:nvSpPr>
                      <p:cNvPr id="3248" name="Arc 3247">
                        <a:extLst>
                          <a:ext uri="{FF2B5EF4-FFF2-40B4-BE49-F238E27FC236}">
                            <a16:creationId xmlns:a16="http://schemas.microsoft.com/office/drawing/2014/main" id="{AAEBBBA2-D055-5974-88C0-9262909B018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49" name="Arc 3248">
                        <a:extLst>
                          <a:ext uri="{FF2B5EF4-FFF2-40B4-BE49-F238E27FC236}">
                            <a16:creationId xmlns:a16="http://schemas.microsoft.com/office/drawing/2014/main" id="{8C7080DA-7D5E-E89D-7E42-47ECC5C5B4A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240" name="Group 3239">
                      <a:extLst>
                        <a:ext uri="{FF2B5EF4-FFF2-40B4-BE49-F238E27FC236}">
                          <a16:creationId xmlns:a16="http://schemas.microsoft.com/office/drawing/2014/main" id="{B64BF494-9207-AE82-3C2E-8E1E1DEDD4AA}"/>
                        </a:ext>
                      </a:extLst>
                    </p:cNvPr>
                    <p:cNvGrpSpPr/>
                    <p:nvPr/>
                  </p:nvGrpSpPr>
                  <p:grpSpPr>
                    <a:xfrm>
                      <a:off x="6434137" y="3402011"/>
                      <a:ext cx="303213" cy="303213"/>
                      <a:chOff x="6434137" y="3402011"/>
                      <a:chExt cx="303213" cy="303213"/>
                    </a:xfrm>
                  </p:grpSpPr>
                  <p:grpSp>
                    <p:nvGrpSpPr>
                      <p:cNvPr id="3241" name="Group 3240">
                        <a:extLst>
                          <a:ext uri="{FF2B5EF4-FFF2-40B4-BE49-F238E27FC236}">
                            <a16:creationId xmlns:a16="http://schemas.microsoft.com/office/drawing/2014/main" id="{9529B92C-802C-29A8-372D-50F695EE1C61}"/>
                          </a:ext>
                        </a:extLst>
                      </p:cNvPr>
                      <p:cNvGrpSpPr/>
                      <p:nvPr/>
                    </p:nvGrpSpPr>
                    <p:grpSpPr>
                      <a:xfrm flipH="1">
                        <a:off x="6478587" y="3446461"/>
                        <a:ext cx="214313" cy="214313"/>
                        <a:chOff x="5354637" y="3446463"/>
                        <a:chExt cx="214313" cy="214313"/>
                      </a:xfrm>
                    </p:grpSpPr>
                    <p:sp>
                      <p:nvSpPr>
                        <p:cNvPr id="3246" name="Arc 3245">
                          <a:extLst>
                            <a:ext uri="{FF2B5EF4-FFF2-40B4-BE49-F238E27FC236}">
                              <a16:creationId xmlns:a16="http://schemas.microsoft.com/office/drawing/2014/main" id="{D47369E0-835E-C722-37B9-9EEF0E275F1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47" name="Arc 3246">
                          <a:extLst>
                            <a:ext uri="{FF2B5EF4-FFF2-40B4-BE49-F238E27FC236}">
                              <a16:creationId xmlns:a16="http://schemas.microsoft.com/office/drawing/2014/main" id="{9FAB5BBF-934B-6BD6-00A2-9524CEE9534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242" name="Group 3241">
                        <a:extLst>
                          <a:ext uri="{FF2B5EF4-FFF2-40B4-BE49-F238E27FC236}">
                            <a16:creationId xmlns:a16="http://schemas.microsoft.com/office/drawing/2014/main" id="{15FBEC66-E6F8-18DE-DFD5-25E140D64CD9}"/>
                          </a:ext>
                        </a:extLst>
                      </p:cNvPr>
                      <p:cNvGrpSpPr/>
                      <p:nvPr/>
                    </p:nvGrpSpPr>
                    <p:grpSpPr>
                      <a:xfrm rot="14400000" flipH="1">
                        <a:off x="6434137" y="3402011"/>
                        <a:ext cx="303213" cy="303213"/>
                        <a:chOff x="5354637" y="3446463"/>
                        <a:chExt cx="214313" cy="214313"/>
                      </a:xfrm>
                    </p:grpSpPr>
                    <p:sp>
                      <p:nvSpPr>
                        <p:cNvPr id="3244" name="Arc 3243">
                          <a:extLst>
                            <a:ext uri="{FF2B5EF4-FFF2-40B4-BE49-F238E27FC236}">
                              <a16:creationId xmlns:a16="http://schemas.microsoft.com/office/drawing/2014/main" id="{8BCEBF3A-212E-7763-F7CC-29F244E7F5E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45" name="Arc 3244">
                          <a:extLst>
                            <a:ext uri="{FF2B5EF4-FFF2-40B4-BE49-F238E27FC236}">
                              <a16:creationId xmlns:a16="http://schemas.microsoft.com/office/drawing/2014/main" id="{27B2698D-496C-5CF0-966C-A07E193E917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243" name="TextBox 3242">
                        <a:extLst>
                          <a:ext uri="{FF2B5EF4-FFF2-40B4-BE49-F238E27FC236}">
                            <a16:creationId xmlns:a16="http://schemas.microsoft.com/office/drawing/2014/main" id="{58F6C3D1-0F27-334B-A6B9-6809563FBF98}"/>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228" name="Group 3227">
                    <a:extLst>
                      <a:ext uri="{FF2B5EF4-FFF2-40B4-BE49-F238E27FC236}">
                        <a16:creationId xmlns:a16="http://schemas.microsoft.com/office/drawing/2014/main" id="{3FC64897-6A20-B105-6171-5E309B6D64A7}"/>
                      </a:ext>
                    </a:extLst>
                  </p:cNvPr>
                  <p:cNvGrpSpPr/>
                  <p:nvPr/>
                </p:nvGrpSpPr>
                <p:grpSpPr>
                  <a:xfrm>
                    <a:off x="6197413" y="3225768"/>
                    <a:ext cx="393192" cy="393192"/>
                    <a:chOff x="6389147" y="3932622"/>
                    <a:chExt cx="393192" cy="393192"/>
                  </a:xfrm>
                </p:grpSpPr>
                <p:grpSp>
                  <p:nvGrpSpPr>
                    <p:cNvPr id="3229" name="Group 3228">
                      <a:extLst>
                        <a:ext uri="{FF2B5EF4-FFF2-40B4-BE49-F238E27FC236}">
                          <a16:creationId xmlns:a16="http://schemas.microsoft.com/office/drawing/2014/main" id="{35BFAF1B-53E0-8596-718E-431460BFFF0E}"/>
                        </a:ext>
                      </a:extLst>
                    </p:cNvPr>
                    <p:cNvGrpSpPr/>
                    <p:nvPr/>
                  </p:nvGrpSpPr>
                  <p:grpSpPr>
                    <a:xfrm flipH="1">
                      <a:off x="6478587" y="4022061"/>
                      <a:ext cx="214313" cy="214313"/>
                      <a:chOff x="5354637" y="3446463"/>
                      <a:chExt cx="214313" cy="214313"/>
                    </a:xfrm>
                  </p:grpSpPr>
                  <p:sp>
                    <p:nvSpPr>
                      <p:cNvPr id="3237" name="Arc 3236">
                        <a:extLst>
                          <a:ext uri="{FF2B5EF4-FFF2-40B4-BE49-F238E27FC236}">
                            <a16:creationId xmlns:a16="http://schemas.microsoft.com/office/drawing/2014/main" id="{68FDCBA3-7949-9BEF-C6F1-3B42BE751B2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38" name="Arc 3237">
                        <a:extLst>
                          <a:ext uri="{FF2B5EF4-FFF2-40B4-BE49-F238E27FC236}">
                            <a16:creationId xmlns:a16="http://schemas.microsoft.com/office/drawing/2014/main" id="{4F43A24E-BB76-17BC-B5A6-78B3BF7543A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230" name="Group 3229">
                      <a:extLst>
                        <a:ext uri="{FF2B5EF4-FFF2-40B4-BE49-F238E27FC236}">
                          <a16:creationId xmlns:a16="http://schemas.microsoft.com/office/drawing/2014/main" id="{DE0D4D57-8110-E5AA-51BE-6EFA6B6D390B}"/>
                        </a:ext>
                      </a:extLst>
                    </p:cNvPr>
                    <p:cNvGrpSpPr/>
                    <p:nvPr/>
                  </p:nvGrpSpPr>
                  <p:grpSpPr>
                    <a:xfrm rot="7200000" flipH="1">
                      <a:off x="6434137" y="3977611"/>
                      <a:ext cx="303213" cy="303213"/>
                      <a:chOff x="5354637" y="3446463"/>
                      <a:chExt cx="214313" cy="214313"/>
                    </a:xfrm>
                  </p:grpSpPr>
                  <p:sp>
                    <p:nvSpPr>
                      <p:cNvPr id="3235" name="Arc 3234">
                        <a:extLst>
                          <a:ext uri="{FF2B5EF4-FFF2-40B4-BE49-F238E27FC236}">
                            <a16:creationId xmlns:a16="http://schemas.microsoft.com/office/drawing/2014/main" id="{7976887F-82A3-57F1-6FEE-7FE94F5C9D3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36" name="Arc 3235">
                        <a:extLst>
                          <a:ext uri="{FF2B5EF4-FFF2-40B4-BE49-F238E27FC236}">
                            <a16:creationId xmlns:a16="http://schemas.microsoft.com/office/drawing/2014/main" id="{4B64B952-AF3F-C31D-2F9B-0D3595366A3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231" name="Group 3230">
                      <a:extLst>
                        <a:ext uri="{FF2B5EF4-FFF2-40B4-BE49-F238E27FC236}">
                          <a16:creationId xmlns:a16="http://schemas.microsoft.com/office/drawing/2014/main" id="{7E13CCE6-D1CC-6C92-F2B3-62934A8590AF}"/>
                        </a:ext>
                      </a:extLst>
                    </p:cNvPr>
                    <p:cNvGrpSpPr/>
                    <p:nvPr/>
                  </p:nvGrpSpPr>
                  <p:grpSpPr>
                    <a:xfrm rot="14400000" flipH="1">
                      <a:off x="6389147" y="3932622"/>
                      <a:ext cx="393192" cy="393192"/>
                      <a:chOff x="5354637" y="3446463"/>
                      <a:chExt cx="214313" cy="214313"/>
                    </a:xfrm>
                  </p:grpSpPr>
                  <p:sp>
                    <p:nvSpPr>
                      <p:cNvPr id="3233" name="Arc 3232">
                        <a:extLst>
                          <a:ext uri="{FF2B5EF4-FFF2-40B4-BE49-F238E27FC236}">
                            <a16:creationId xmlns:a16="http://schemas.microsoft.com/office/drawing/2014/main" id="{7625E78D-D0DB-4518-7BCE-5A9ABE72D44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34" name="Arc 3233">
                        <a:extLst>
                          <a:ext uri="{FF2B5EF4-FFF2-40B4-BE49-F238E27FC236}">
                            <a16:creationId xmlns:a16="http://schemas.microsoft.com/office/drawing/2014/main" id="{DE011CA6-E289-A137-797F-EB43950C777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232" name="TextBox 3231">
                      <a:extLst>
                        <a:ext uri="{FF2B5EF4-FFF2-40B4-BE49-F238E27FC236}">
                          <a16:creationId xmlns:a16="http://schemas.microsoft.com/office/drawing/2014/main" id="{291D7120-6CB2-26D6-1030-C1C88FF8CC44}"/>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178" name="Group 3177">
                  <a:extLst>
                    <a:ext uri="{FF2B5EF4-FFF2-40B4-BE49-F238E27FC236}">
                      <a16:creationId xmlns:a16="http://schemas.microsoft.com/office/drawing/2014/main" id="{639A5E6C-A2B5-3B4F-6B3D-0371E2700266}"/>
                    </a:ext>
                  </a:extLst>
                </p:cNvPr>
                <p:cNvGrpSpPr/>
                <p:nvPr/>
              </p:nvGrpSpPr>
              <p:grpSpPr>
                <a:xfrm>
                  <a:off x="6069086" y="3246228"/>
                  <a:ext cx="1019224" cy="991639"/>
                  <a:chOff x="5886431" y="3225768"/>
                  <a:chExt cx="1019224" cy="991639"/>
                </a:xfrm>
              </p:grpSpPr>
              <p:grpSp>
                <p:nvGrpSpPr>
                  <p:cNvPr id="3179" name="Group 3178">
                    <a:extLst>
                      <a:ext uri="{FF2B5EF4-FFF2-40B4-BE49-F238E27FC236}">
                        <a16:creationId xmlns:a16="http://schemas.microsoft.com/office/drawing/2014/main" id="{061076AE-B640-AEA6-33EE-D19D4307688E}"/>
                      </a:ext>
                    </a:extLst>
                  </p:cNvPr>
                  <p:cNvGrpSpPr/>
                  <p:nvPr/>
                </p:nvGrpSpPr>
                <p:grpSpPr>
                  <a:xfrm>
                    <a:off x="6197413" y="3824215"/>
                    <a:ext cx="393192" cy="393192"/>
                    <a:chOff x="5265196" y="3357021"/>
                    <a:chExt cx="393192" cy="393192"/>
                  </a:xfrm>
                </p:grpSpPr>
                <p:grpSp>
                  <p:nvGrpSpPr>
                    <p:cNvPr id="3214" name="Group 3213">
                      <a:extLst>
                        <a:ext uri="{FF2B5EF4-FFF2-40B4-BE49-F238E27FC236}">
                          <a16:creationId xmlns:a16="http://schemas.microsoft.com/office/drawing/2014/main" id="{ED5C4FA1-DA7C-3A59-8632-F962681985AA}"/>
                        </a:ext>
                      </a:extLst>
                    </p:cNvPr>
                    <p:cNvGrpSpPr/>
                    <p:nvPr/>
                  </p:nvGrpSpPr>
                  <p:grpSpPr>
                    <a:xfrm rot="14400000">
                      <a:off x="5265196" y="3357021"/>
                      <a:ext cx="393192" cy="393192"/>
                      <a:chOff x="5354637" y="3446463"/>
                      <a:chExt cx="214313" cy="214313"/>
                    </a:xfrm>
                  </p:grpSpPr>
                  <p:sp>
                    <p:nvSpPr>
                      <p:cNvPr id="3223" name="Arc 3222">
                        <a:extLst>
                          <a:ext uri="{FF2B5EF4-FFF2-40B4-BE49-F238E27FC236}">
                            <a16:creationId xmlns:a16="http://schemas.microsoft.com/office/drawing/2014/main" id="{637B65CB-26E5-BE73-5DA7-42482CEF2D1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24" name="Arc 3223">
                        <a:extLst>
                          <a:ext uri="{FF2B5EF4-FFF2-40B4-BE49-F238E27FC236}">
                            <a16:creationId xmlns:a16="http://schemas.microsoft.com/office/drawing/2014/main" id="{69F0C9B5-901A-0B2E-B613-D73C069F176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215" name="Group 3214">
                      <a:extLst>
                        <a:ext uri="{FF2B5EF4-FFF2-40B4-BE49-F238E27FC236}">
                          <a16:creationId xmlns:a16="http://schemas.microsoft.com/office/drawing/2014/main" id="{2C41158A-47C9-9537-42A3-EA18FE5D7D16}"/>
                        </a:ext>
                      </a:extLst>
                    </p:cNvPr>
                    <p:cNvGrpSpPr/>
                    <p:nvPr/>
                  </p:nvGrpSpPr>
                  <p:grpSpPr>
                    <a:xfrm>
                      <a:off x="5310186" y="3402011"/>
                      <a:ext cx="303213" cy="303213"/>
                      <a:chOff x="5310186" y="3402011"/>
                      <a:chExt cx="303213" cy="303213"/>
                    </a:xfrm>
                  </p:grpSpPr>
                  <p:grpSp>
                    <p:nvGrpSpPr>
                      <p:cNvPr id="3216" name="Group 3215">
                        <a:extLst>
                          <a:ext uri="{FF2B5EF4-FFF2-40B4-BE49-F238E27FC236}">
                            <a16:creationId xmlns:a16="http://schemas.microsoft.com/office/drawing/2014/main" id="{A00398A6-8262-5E63-DBEA-15DCB7F0970B}"/>
                          </a:ext>
                        </a:extLst>
                      </p:cNvPr>
                      <p:cNvGrpSpPr/>
                      <p:nvPr/>
                    </p:nvGrpSpPr>
                    <p:grpSpPr>
                      <a:xfrm>
                        <a:off x="5354636" y="3446461"/>
                        <a:ext cx="214313" cy="214313"/>
                        <a:chOff x="5354637" y="3446463"/>
                        <a:chExt cx="214313" cy="214313"/>
                      </a:xfrm>
                    </p:grpSpPr>
                    <p:sp>
                      <p:nvSpPr>
                        <p:cNvPr id="3221" name="Arc 3220">
                          <a:extLst>
                            <a:ext uri="{FF2B5EF4-FFF2-40B4-BE49-F238E27FC236}">
                              <a16:creationId xmlns:a16="http://schemas.microsoft.com/office/drawing/2014/main" id="{64D5C1AC-5B7D-0F5D-91FC-E3DB360EFB1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22" name="Arc 3221">
                          <a:extLst>
                            <a:ext uri="{FF2B5EF4-FFF2-40B4-BE49-F238E27FC236}">
                              <a16:creationId xmlns:a16="http://schemas.microsoft.com/office/drawing/2014/main" id="{54C3CA43-46C6-1892-839C-FC829F9D3B9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217" name="Group 3216">
                        <a:extLst>
                          <a:ext uri="{FF2B5EF4-FFF2-40B4-BE49-F238E27FC236}">
                            <a16:creationId xmlns:a16="http://schemas.microsoft.com/office/drawing/2014/main" id="{869D8CBD-0569-7425-E848-2EEB9E5BB2AE}"/>
                          </a:ext>
                        </a:extLst>
                      </p:cNvPr>
                      <p:cNvGrpSpPr/>
                      <p:nvPr/>
                    </p:nvGrpSpPr>
                    <p:grpSpPr>
                      <a:xfrm rot="7200000">
                        <a:off x="5310186" y="3402011"/>
                        <a:ext cx="303213" cy="303213"/>
                        <a:chOff x="5354637" y="3446463"/>
                        <a:chExt cx="214313" cy="214313"/>
                      </a:xfrm>
                    </p:grpSpPr>
                    <p:sp>
                      <p:nvSpPr>
                        <p:cNvPr id="3219" name="Arc 3218">
                          <a:extLst>
                            <a:ext uri="{FF2B5EF4-FFF2-40B4-BE49-F238E27FC236}">
                              <a16:creationId xmlns:a16="http://schemas.microsoft.com/office/drawing/2014/main" id="{97E9E8E7-EDF5-879F-6A19-9ADE7CA89B8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20" name="Arc 3219">
                          <a:extLst>
                            <a:ext uri="{FF2B5EF4-FFF2-40B4-BE49-F238E27FC236}">
                              <a16:creationId xmlns:a16="http://schemas.microsoft.com/office/drawing/2014/main" id="{BE8E20AE-BF44-6C25-4CA2-51715C13FE6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218" name="TextBox 3217">
                        <a:extLst>
                          <a:ext uri="{FF2B5EF4-FFF2-40B4-BE49-F238E27FC236}">
                            <a16:creationId xmlns:a16="http://schemas.microsoft.com/office/drawing/2014/main" id="{7271C71A-3BE1-8D55-B001-8871DE919484}"/>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180" name="Group 3179">
                    <a:extLst>
                      <a:ext uri="{FF2B5EF4-FFF2-40B4-BE49-F238E27FC236}">
                        <a16:creationId xmlns:a16="http://schemas.microsoft.com/office/drawing/2014/main" id="{C09FC78A-0E8E-A5B2-E0EE-A5DEAB0200DE}"/>
                      </a:ext>
                    </a:extLst>
                  </p:cNvPr>
                  <p:cNvGrpSpPr/>
                  <p:nvPr/>
                </p:nvGrpSpPr>
                <p:grpSpPr>
                  <a:xfrm>
                    <a:off x="5886431" y="3525040"/>
                    <a:ext cx="393192" cy="393192"/>
                    <a:chOff x="5265196" y="3932619"/>
                    <a:chExt cx="393192" cy="393192"/>
                  </a:xfrm>
                </p:grpSpPr>
                <p:grpSp>
                  <p:nvGrpSpPr>
                    <p:cNvPr id="3204" name="Group 3203">
                      <a:extLst>
                        <a:ext uri="{FF2B5EF4-FFF2-40B4-BE49-F238E27FC236}">
                          <a16:creationId xmlns:a16="http://schemas.microsoft.com/office/drawing/2014/main" id="{1E1C74C0-5D12-D0E9-81A0-5468B8ACE10A}"/>
                        </a:ext>
                      </a:extLst>
                    </p:cNvPr>
                    <p:cNvGrpSpPr/>
                    <p:nvPr/>
                  </p:nvGrpSpPr>
                  <p:grpSpPr>
                    <a:xfrm>
                      <a:off x="5354636" y="4022061"/>
                      <a:ext cx="214313" cy="214313"/>
                      <a:chOff x="5354637" y="3446463"/>
                      <a:chExt cx="214313" cy="214313"/>
                    </a:xfrm>
                  </p:grpSpPr>
                  <p:sp>
                    <p:nvSpPr>
                      <p:cNvPr id="3212" name="Arc 3211">
                        <a:extLst>
                          <a:ext uri="{FF2B5EF4-FFF2-40B4-BE49-F238E27FC236}">
                            <a16:creationId xmlns:a16="http://schemas.microsoft.com/office/drawing/2014/main" id="{FE87AC4C-518F-0E71-5C5C-26D4B0CFFA0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13" name="Arc 3212">
                        <a:extLst>
                          <a:ext uri="{FF2B5EF4-FFF2-40B4-BE49-F238E27FC236}">
                            <a16:creationId xmlns:a16="http://schemas.microsoft.com/office/drawing/2014/main" id="{3DB2111D-82DD-C6E4-B9A4-C367B303FEA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205" name="Group 3204">
                      <a:extLst>
                        <a:ext uri="{FF2B5EF4-FFF2-40B4-BE49-F238E27FC236}">
                          <a16:creationId xmlns:a16="http://schemas.microsoft.com/office/drawing/2014/main" id="{E9099DCA-6F01-4241-F694-96045F59E823}"/>
                        </a:ext>
                      </a:extLst>
                    </p:cNvPr>
                    <p:cNvGrpSpPr/>
                    <p:nvPr/>
                  </p:nvGrpSpPr>
                  <p:grpSpPr>
                    <a:xfrm rot="14400000">
                      <a:off x="5310186" y="3977611"/>
                      <a:ext cx="303213" cy="303213"/>
                      <a:chOff x="5354637" y="3446463"/>
                      <a:chExt cx="214313" cy="214313"/>
                    </a:xfrm>
                  </p:grpSpPr>
                  <p:sp>
                    <p:nvSpPr>
                      <p:cNvPr id="3210" name="Arc 3209">
                        <a:extLst>
                          <a:ext uri="{FF2B5EF4-FFF2-40B4-BE49-F238E27FC236}">
                            <a16:creationId xmlns:a16="http://schemas.microsoft.com/office/drawing/2014/main" id="{069C15FE-13B4-4D46-0C73-5A569E0EEFF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11" name="Arc 3210">
                        <a:extLst>
                          <a:ext uri="{FF2B5EF4-FFF2-40B4-BE49-F238E27FC236}">
                            <a16:creationId xmlns:a16="http://schemas.microsoft.com/office/drawing/2014/main" id="{9B585E34-3DE8-6425-951F-61272FA66AF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206" name="Group 3205">
                      <a:extLst>
                        <a:ext uri="{FF2B5EF4-FFF2-40B4-BE49-F238E27FC236}">
                          <a16:creationId xmlns:a16="http://schemas.microsoft.com/office/drawing/2014/main" id="{10C9D06B-982B-8A79-DF17-184ACC3B9521}"/>
                        </a:ext>
                      </a:extLst>
                    </p:cNvPr>
                    <p:cNvGrpSpPr/>
                    <p:nvPr/>
                  </p:nvGrpSpPr>
                  <p:grpSpPr>
                    <a:xfrm rot="7200000">
                      <a:off x="5265196" y="3932619"/>
                      <a:ext cx="393192" cy="393192"/>
                      <a:chOff x="5354637" y="3446463"/>
                      <a:chExt cx="214313" cy="214313"/>
                    </a:xfrm>
                  </p:grpSpPr>
                  <p:sp>
                    <p:nvSpPr>
                      <p:cNvPr id="3208" name="Arc 3207">
                        <a:extLst>
                          <a:ext uri="{FF2B5EF4-FFF2-40B4-BE49-F238E27FC236}">
                            <a16:creationId xmlns:a16="http://schemas.microsoft.com/office/drawing/2014/main" id="{29DE2C3B-E9B7-164E-50E8-5B22C359EB7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09" name="Arc 3208">
                        <a:extLst>
                          <a:ext uri="{FF2B5EF4-FFF2-40B4-BE49-F238E27FC236}">
                            <a16:creationId xmlns:a16="http://schemas.microsoft.com/office/drawing/2014/main" id="{518755F5-62F0-F563-5B0D-96B0E7E1D33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207" name="TextBox 3206">
                      <a:extLst>
                        <a:ext uri="{FF2B5EF4-FFF2-40B4-BE49-F238E27FC236}">
                          <a16:creationId xmlns:a16="http://schemas.microsoft.com/office/drawing/2014/main" id="{24037854-2BB2-415C-27A5-3F196B31F879}"/>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3181" name="Group 3180">
                    <a:extLst>
                      <a:ext uri="{FF2B5EF4-FFF2-40B4-BE49-F238E27FC236}">
                        <a16:creationId xmlns:a16="http://schemas.microsoft.com/office/drawing/2014/main" id="{AF8D20C9-4DE9-7E00-EF22-B8231C471FB0}"/>
                      </a:ext>
                    </a:extLst>
                  </p:cNvPr>
                  <p:cNvGrpSpPr/>
                  <p:nvPr/>
                </p:nvGrpSpPr>
                <p:grpSpPr>
                  <a:xfrm>
                    <a:off x="6512463" y="3525040"/>
                    <a:ext cx="393192" cy="393192"/>
                    <a:chOff x="6389147" y="3357021"/>
                    <a:chExt cx="393192" cy="393192"/>
                  </a:xfrm>
                </p:grpSpPr>
                <p:grpSp>
                  <p:nvGrpSpPr>
                    <p:cNvPr id="3193" name="Group 3192">
                      <a:extLst>
                        <a:ext uri="{FF2B5EF4-FFF2-40B4-BE49-F238E27FC236}">
                          <a16:creationId xmlns:a16="http://schemas.microsoft.com/office/drawing/2014/main" id="{46EF1953-198B-0942-3953-412BF3D6D7BD}"/>
                        </a:ext>
                      </a:extLst>
                    </p:cNvPr>
                    <p:cNvGrpSpPr/>
                    <p:nvPr/>
                  </p:nvGrpSpPr>
                  <p:grpSpPr>
                    <a:xfrm rot="7200000" flipH="1">
                      <a:off x="6389147" y="3357021"/>
                      <a:ext cx="393192" cy="393192"/>
                      <a:chOff x="5354637" y="3446463"/>
                      <a:chExt cx="214313" cy="214313"/>
                    </a:xfrm>
                  </p:grpSpPr>
                  <p:sp>
                    <p:nvSpPr>
                      <p:cNvPr id="3202" name="Arc 3201">
                        <a:extLst>
                          <a:ext uri="{FF2B5EF4-FFF2-40B4-BE49-F238E27FC236}">
                            <a16:creationId xmlns:a16="http://schemas.microsoft.com/office/drawing/2014/main" id="{481127CF-67AE-AE94-7277-6FAC6970BBD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03" name="Arc 3202">
                        <a:extLst>
                          <a:ext uri="{FF2B5EF4-FFF2-40B4-BE49-F238E27FC236}">
                            <a16:creationId xmlns:a16="http://schemas.microsoft.com/office/drawing/2014/main" id="{5931042A-5AA4-60E2-65D5-BDE883A4389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194" name="Group 3193">
                      <a:extLst>
                        <a:ext uri="{FF2B5EF4-FFF2-40B4-BE49-F238E27FC236}">
                          <a16:creationId xmlns:a16="http://schemas.microsoft.com/office/drawing/2014/main" id="{536C2D6D-0E74-ECB0-254C-0096FCB9073E}"/>
                        </a:ext>
                      </a:extLst>
                    </p:cNvPr>
                    <p:cNvGrpSpPr/>
                    <p:nvPr/>
                  </p:nvGrpSpPr>
                  <p:grpSpPr>
                    <a:xfrm>
                      <a:off x="6434137" y="3402011"/>
                      <a:ext cx="303213" cy="303213"/>
                      <a:chOff x="6434137" y="3402011"/>
                      <a:chExt cx="303213" cy="303213"/>
                    </a:xfrm>
                  </p:grpSpPr>
                  <p:grpSp>
                    <p:nvGrpSpPr>
                      <p:cNvPr id="3195" name="Group 3194">
                        <a:extLst>
                          <a:ext uri="{FF2B5EF4-FFF2-40B4-BE49-F238E27FC236}">
                            <a16:creationId xmlns:a16="http://schemas.microsoft.com/office/drawing/2014/main" id="{CD532602-B12E-AE9B-966A-EA6808F5AA99}"/>
                          </a:ext>
                        </a:extLst>
                      </p:cNvPr>
                      <p:cNvGrpSpPr/>
                      <p:nvPr/>
                    </p:nvGrpSpPr>
                    <p:grpSpPr>
                      <a:xfrm flipH="1">
                        <a:off x="6478587" y="3446461"/>
                        <a:ext cx="214313" cy="214313"/>
                        <a:chOff x="5354637" y="3446463"/>
                        <a:chExt cx="214313" cy="214313"/>
                      </a:xfrm>
                    </p:grpSpPr>
                    <p:sp>
                      <p:nvSpPr>
                        <p:cNvPr id="3200" name="Arc 3199">
                          <a:extLst>
                            <a:ext uri="{FF2B5EF4-FFF2-40B4-BE49-F238E27FC236}">
                              <a16:creationId xmlns:a16="http://schemas.microsoft.com/office/drawing/2014/main" id="{0080F2E2-9E3D-F870-FF17-F4E3CFCFB7F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01" name="Arc 3200">
                          <a:extLst>
                            <a:ext uri="{FF2B5EF4-FFF2-40B4-BE49-F238E27FC236}">
                              <a16:creationId xmlns:a16="http://schemas.microsoft.com/office/drawing/2014/main" id="{55E65D88-DE4F-4F41-A8E5-44054090B92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196" name="Group 3195">
                        <a:extLst>
                          <a:ext uri="{FF2B5EF4-FFF2-40B4-BE49-F238E27FC236}">
                            <a16:creationId xmlns:a16="http://schemas.microsoft.com/office/drawing/2014/main" id="{8240D6D3-F4E7-C21A-4317-7A145CD6F54D}"/>
                          </a:ext>
                        </a:extLst>
                      </p:cNvPr>
                      <p:cNvGrpSpPr/>
                      <p:nvPr/>
                    </p:nvGrpSpPr>
                    <p:grpSpPr>
                      <a:xfrm rot="14400000" flipH="1">
                        <a:off x="6434137" y="3402011"/>
                        <a:ext cx="303213" cy="303213"/>
                        <a:chOff x="5354637" y="3446463"/>
                        <a:chExt cx="214313" cy="214313"/>
                      </a:xfrm>
                    </p:grpSpPr>
                    <p:sp>
                      <p:nvSpPr>
                        <p:cNvPr id="3198" name="Arc 3197">
                          <a:extLst>
                            <a:ext uri="{FF2B5EF4-FFF2-40B4-BE49-F238E27FC236}">
                              <a16:creationId xmlns:a16="http://schemas.microsoft.com/office/drawing/2014/main" id="{FC457112-7C9C-8F86-FD4D-E52F390525A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99" name="Arc 3198">
                          <a:extLst>
                            <a:ext uri="{FF2B5EF4-FFF2-40B4-BE49-F238E27FC236}">
                              <a16:creationId xmlns:a16="http://schemas.microsoft.com/office/drawing/2014/main" id="{F7E4D91B-23D6-4EB0-1E7D-F5107DC2B58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197" name="TextBox 3196">
                        <a:extLst>
                          <a:ext uri="{FF2B5EF4-FFF2-40B4-BE49-F238E27FC236}">
                            <a16:creationId xmlns:a16="http://schemas.microsoft.com/office/drawing/2014/main" id="{12E89522-D061-04F8-7D4A-357E11537708}"/>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182" name="Group 3181">
                    <a:extLst>
                      <a:ext uri="{FF2B5EF4-FFF2-40B4-BE49-F238E27FC236}">
                        <a16:creationId xmlns:a16="http://schemas.microsoft.com/office/drawing/2014/main" id="{0E4B49A6-6F61-8C19-55D7-CCAD722C82FC}"/>
                      </a:ext>
                    </a:extLst>
                  </p:cNvPr>
                  <p:cNvGrpSpPr/>
                  <p:nvPr/>
                </p:nvGrpSpPr>
                <p:grpSpPr>
                  <a:xfrm>
                    <a:off x="6197413" y="3225768"/>
                    <a:ext cx="393192" cy="393192"/>
                    <a:chOff x="6389147" y="3932622"/>
                    <a:chExt cx="393192" cy="393192"/>
                  </a:xfrm>
                </p:grpSpPr>
                <p:grpSp>
                  <p:nvGrpSpPr>
                    <p:cNvPr id="3183" name="Group 3182">
                      <a:extLst>
                        <a:ext uri="{FF2B5EF4-FFF2-40B4-BE49-F238E27FC236}">
                          <a16:creationId xmlns:a16="http://schemas.microsoft.com/office/drawing/2014/main" id="{5B2286C5-4822-4DA7-F450-F2D88080A813}"/>
                        </a:ext>
                      </a:extLst>
                    </p:cNvPr>
                    <p:cNvGrpSpPr/>
                    <p:nvPr/>
                  </p:nvGrpSpPr>
                  <p:grpSpPr>
                    <a:xfrm flipH="1">
                      <a:off x="6478587" y="4022061"/>
                      <a:ext cx="214313" cy="214313"/>
                      <a:chOff x="5354637" y="3446463"/>
                      <a:chExt cx="214313" cy="214313"/>
                    </a:xfrm>
                  </p:grpSpPr>
                  <p:sp>
                    <p:nvSpPr>
                      <p:cNvPr id="3191" name="Arc 3190">
                        <a:extLst>
                          <a:ext uri="{FF2B5EF4-FFF2-40B4-BE49-F238E27FC236}">
                            <a16:creationId xmlns:a16="http://schemas.microsoft.com/office/drawing/2014/main" id="{4FD66D51-AC28-6B1D-8489-624746CED4E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92" name="Arc 3191">
                        <a:extLst>
                          <a:ext uri="{FF2B5EF4-FFF2-40B4-BE49-F238E27FC236}">
                            <a16:creationId xmlns:a16="http://schemas.microsoft.com/office/drawing/2014/main" id="{E04E1D85-3943-0B49-7CA4-39FED7F897B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184" name="Group 3183">
                      <a:extLst>
                        <a:ext uri="{FF2B5EF4-FFF2-40B4-BE49-F238E27FC236}">
                          <a16:creationId xmlns:a16="http://schemas.microsoft.com/office/drawing/2014/main" id="{0282D095-3140-F3E8-115A-DA52E25CAEB5}"/>
                        </a:ext>
                      </a:extLst>
                    </p:cNvPr>
                    <p:cNvGrpSpPr/>
                    <p:nvPr/>
                  </p:nvGrpSpPr>
                  <p:grpSpPr>
                    <a:xfrm rot="7200000" flipH="1">
                      <a:off x="6434137" y="3977611"/>
                      <a:ext cx="303213" cy="303213"/>
                      <a:chOff x="5354637" y="3446463"/>
                      <a:chExt cx="214313" cy="214313"/>
                    </a:xfrm>
                  </p:grpSpPr>
                  <p:sp>
                    <p:nvSpPr>
                      <p:cNvPr id="3189" name="Arc 3188">
                        <a:extLst>
                          <a:ext uri="{FF2B5EF4-FFF2-40B4-BE49-F238E27FC236}">
                            <a16:creationId xmlns:a16="http://schemas.microsoft.com/office/drawing/2014/main" id="{54B02F00-8F02-1B01-B126-8D52675EC67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90" name="Arc 3189">
                        <a:extLst>
                          <a:ext uri="{FF2B5EF4-FFF2-40B4-BE49-F238E27FC236}">
                            <a16:creationId xmlns:a16="http://schemas.microsoft.com/office/drawing/2014/main" id="{6EFD6EE3-0A33-DE47-34B5-08D62C8A244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185" name="Group 3184">
                      <a:extLst>
                        <a:ext uri="{FF2B5EF4-FFF2-40B4-BE49-F238E27FC236}">
                          <a16:creationId xmlns:a16="http://schemas.microsoft.com/office/drawing/2014/main" id="{7D1DFC33-DA1A-FB6F-BAB2-D2E34540DC5F}"/>
                        </a:ext>
                      </a:extLst>
                    </p:cNvPr>
                    <p:cNvGrpSpPr/>
                    <p:nvPr/>
                  </p:nvGrpSpPr>
                  <p:grpSpPr>
                    <a:xfrm rot="14400000" flipH="1">
                      <a:off x="6389147" y="3932622"/>
                      <a:ext cx="393192" cy="393192"/>
                      <a:chOff x="5354637" y="3446463"/>
                      <a:chExt cx="214313" cy="214313"/>
                    </a:xfrm>
                  </p:grpSpPr>
                  <p:sp>
                    <p:nvSpPr>
                      <p:cNvPr id="3187" name="Arc 3186">
                        <a:extLst>
                          <a:ext uri="{FF2B5EF4-FFF2-40B4-BE49-F238E27FC236}">
                            <a16:creationId xmlns:a16="http://schemas.microsoft.com/office/drawing/2014/main" id="{18D93DED-8C1D-951F-C762-F89AD4402B7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88" name="Arc 3187">
                        <a:extLst>
                          <a:ext uri="{FF2B5EF4-FFF2-40B4-BE49-F238E27FC236}">
                            <a16:creationId xmlns:a16="http://schemas.microsoft.com/office/drawing/2014/main" id="{325A29A5-9A85-6CB9-5645-94CD9FD8742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186" name="TextBox 3185">
                      <a:extLst>
                        <a:ext uri="{FF2B5EF4-FFF2-40B4-BE49-F238E27FC236}">
                          <a16:creationId xmlns:a16="http://schemas.microsoft.com/office/drawing/2014/main" id="{89E99BBB-09BE-14B8-C2B3-B5BDD1B42295}"/>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3082" name="Group 3081">
                <a:extLst>
                  <a:ext uri="{FF2B5EF4-FFF2-40B4-BE49-F238E27FC236}">
                    <a16:creationId xmlns:a16="http://schemas.microsoft.com/office/drawing/2014/main" id="{26571655-817F-14EB-659B-27CF3CB228D7}"/>
                  </a:ext>
                </a:extLst>
              </p:cNvPr>
              <p:cNvGrpSpPr/>
              <p:nvPr/>
            </p:nvGrpSpPr>
            <p:grpSpPr>
              <a:xfrm>
                <a:off x="6065340" y="2039507"/>
                <a:ext cx="1643204" cy="1593124"/>
                <a:chOff x="5445106" y="2644743"/>
                <a:chExt cx="1643204" cy="1593124"/>
              </a:xfrm>
            </p:grpSpPr>
            <p:grpSp>
              <p:nvGrpSpPr>
                <p:cNvPr id="3083" name="Group 3082">
                  <a:extLst>
                    <a:ext uri="{FF2B5EF4-FFF2-40B4-BE49-F238E27FC236}">
                      <a16:creationId xmlns:a16="http://schemas.microsoft.com/office/drawing/2014/main" id="{3D381A3C-3B65-52A1-F2E7-4726E612A3CF}"/>
                    </a:ext>
                  </a:extLst>
                </p:cNvPr>
                <p:cNvGrpSpPr/>
                <p:nvPr/>
              </p:nvGrpSpPr>
              <p:grpSpPr>
                <a:xfrm>
                  <a:off x="5445106" y="2644743"/>
                  <a:ext cx="1019224" cy="991639"/>
                  <a:chOff x="5886431" y="3225768"/>
                  <a:chExt cx="1019224" cy="991639"/>
                </a:xfrm>
              </p:grpSpPr>
              <p:grpSp>
                <p:nvGrpSpPr>
                  <p:cNvPr id="3131" name="Group 3130">
                    <a:extLst>
                      <a:ext uri="{FF2B5EF4-FFF2-40B4-BE49-F238E27FC236}">
                        <a16:creationId xmlns:a16="http://schemas.microsoft.com/office/drawing/2014/main" id="{CDBEA9D0-3A07-12A0-0143-6C5111ECA2D9}"/>
                      </a:ext>
                    </a:extLst>
                  </p:cNvPr>
                  <p:cNvGrpSpPr/>
                  <p:nvPr/>
                </p:nvGrpSpPr>
                <p:grpSpPr>
                  <a:xfrm>
                    <a:off x="6197413" y="3824215"/>
                    <a:ext cx="393192" cy="393192"/>
                    <a:chOff x="5265196" y="3357021"/>
                    <a:chExt cx="393192" cy="393192"/>
                  </a:xfrm>
                </p:grpSpPr>
                <p:grpSp>
                  <p:nvGrpSpPr>
                    <p:cNvPr id="3166" name="Group 3165">
                      <a:extLst>
                        <a:ext uri="{FF2B5EF4-FFF2-40B4-BE49-F238E27FC236}">
                          <a16:creationId xmlns:a16="http://schemas.microsoft.com/office/drawing/2014/main" id="{F5C63154-1181-51D8-8235-20AA0CF577EE}"/>
                        </a:ext>
                      </a:extLst>
                    </p:cNvPr>
                    <p:cNvGrpSpPr/>
                    <p:nvPr/>
                  </p:nvGrpSpPr>
                  <p:grpSpPr>
                    <a:xfrm rot="14400000">
                      <a:off x="5265196" y="3357021"/>
                      <a:ext cx="393192" cy="393192"/>
                      <a:chOff x="5354637" y="3446463"/>
                      <a:chExt cx="214313" cy="214313"/>
                    </a:xfrm>
                  </p:grpSpPr>
                  <p:sp>
                    <p:nvSpPr>
                      <p:cNvPr id="3175" name="Arc 3174">
                        <a:extLst>
                          <a:ext uri="{FF2B5EF4-FFF2-40B4-BE49-F238E27FC236}">
                            <a16:creationId xmlns:a16="http://schemas.microsoft.com/office/drawing/2014/main" id="{F0844C5B-B65B-574B-DB56-F3AA52B0277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76" name="Arc 3175">
                        <a:extLst>
                          <a:ext uri="{FF2B5EF4-FFF2-40B4-BE49-F238E27FC236}">
                            <a16:creationId xmlns:a16="http://schemas.microsoft.com/office/drawing/2014/main" id="{F7C5F28F-9290-B29B-3453-7884366E315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167" name="Group 3166">
                      <a:extLst>
                        <a:ext uri="{FF2B5EF4-FFF2-40B4-BE49-F238E27FC236}">
                          <a16:creationId xmlns:a16="http://schemas.microsoft.com/office/drawing/2014/main" id="{C6592E90-737A-AAE6-8D2A-CBB3546F190E}"/>
                        </a:ext>
                      </a:extLst>
                    </p:cNvPr>
                    <p:cNvGrpSpPr/>
                    <p:nvPr/>
                  </p:nvGrpSpPr>
                  <p:grpSpPr>
                    <a:xfrm>
                      <a:off x="5310186" y="3402011"/>
                      <a:ext cx="303213" cy="303213"/>
                      <a:chOff x="5310186" y="3402011"/>
                      <a:chExt cx="303213" cy="303213"/>
                    </a:xfrm>
                  </p:grpSpPr>
                  <p:grpSp>
                    <p:nvGrpSpPr>
                      <p:cNvPr id="3168" name="Group 3167">
                        <a:extLst>
                          <a:ext uri="{FF2B5EF4-FFF2-40B4-BE49-F238E27FC236}">
                            <a16:creationId xmlns:a16="http://schemas.microsoft.com/office/drawing/2014/main" id="{F84E0584-2D1B-F285-EFAE-E73B1DC43FAA}"/>
                          </a:ext>
                        </a:extLst>
                      </p:cNvPr>
                      <p:cNvGrpSpPr/>
                      <p:nvPr/>
                    </p:nvGrpSpPr>
                    <p:grpSpPr>
                      <a:xfrm>
                        <a:off x="5354636" y="3446461"/>
                        <a:ext cx="214313" cy="214313"/>
                        <a:chOff x="5354637" y="3446463"/>
                        <a:chExt cx="214313" cy="214313"/>
                      </a:xfrm>
                    </p:grpSpPr>
                    <p:sp>
                      <p:nvSpPr>
                        <p:cNvPr id="3173" name="Arc 3172">
                          <a:extLst>
                            <a:ext uri="{FF2B5EF4-FFF2-40B4-BE49-F238E27FC236}">
                              <a16:creationId xmlns:a16="http://schemas.microsoft.com/office/drawing/2014/main" id="{DFEB09D8-C5D3-9898-7B63-D8FCB4D390E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74" name="Arc 3173">
                          <a:extLst>
                            <a:ext uri="{FF2B5EF4-FFF2-40B4-BE49-F238E27FC236}">
                              <a16:creationId xmlns:a16="http://schemas.microsoft.com/office/drawing/2014/main" id="{A5D4F482-A4B4-F73D-5308-2EC15B8FE22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169" name="Group 3168">
                        <a:extLst>
                          <a:ext uri="{FF2B5EF4-FFF2-40B4-BE49-F238E27FC236}">
                            <a16:creationId xmlns:a16="http://schemas.microsoft.com/office/drawing/2014/main" id="{38333CB9-E7C2-8909-EAAD-11B2BE648C10}"/>
                          </a:ext>
                        </a:extLst>
                      </p:cNvPr>
                      <p:cNvGrpSpPr/>
                      <p:nvPr/>
                    </p:nvGrpSpPr>
                    <p:grpSpPr>
                      <a:xfrm rot="7200000">
                        <a:off x="5310186" y="3402011"/>
                        <a:ext cx="303213" cy="303213"/>
                        <a:chOff x="5354637" y="3446463"/>
                        <a:chExt cx="214313" cy="214313"/>
                      </a:xfrm>
                    </p:grpSpPr>
                    <p:sp>
                      <p:nvSpPr>
                        <p:cNvPr id="3171" name="Arc 3170">
                          <a:extLst>
                            <a:ext uri="{FF2B5EF4-FFF2-40B4-BE49-F238E27FC236}">
                              <a16:creationId xmlns:a16="http://schemas.microsoft.com/office/drawing/2014/main" id="{6026BDCA-F49B-ECBE-F355-22D7C223DF4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72" name="Arc 3171">
                          <a:extLst>
                            <a:ext uri="{FF2B5EF4-FFF2-40B4-BE49-F238E27FC236}">
                              <a16:creationId xmlns:a16="http://schemas.microsoft.com/office/drawing/2014/main" id="{69E57699-EA2E-5088-044E-0104B8997D5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170" name="TextBox 3169">
                        <a:extLst>
                          <a:ext uri="{FF2B5EF4-FFF2-40B4-BE49-F238E27FC236}">
                            <a16:creationId xmlns:a16="http://schemas.microsoft.com/office/drawing/2014/main" id="{988B9619-A5BF-6225-9DD8-E24603F75425}"/>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132" name="Group 3131">
                    <a:extLst>
                      <a:ext uri="{FF2B5EF4-FFF2-40B4-BE49-F238E27FC236}">
                        <a16:creationId xmlns:a16="http://schemas.microsoft.com/office/drawing/2014/main" id="{E93E6A93-D99C-3898-8209-FDC2133C8617}"/>
                      </a:ext>
                    </a:extLst>
                  </p:cNvPr>
                  <p:cNvGrpSpPr/>
                  <p:nvPr/>
                </p:nvGrpSpPr>
                <p:grpSpPr>
                  <a:xfrm>
                    <a:off x="5886431" y="3525040"/>
                    <a:ext cx="393192" cy="393192"/>
                    <a:chOff x="5265196" y="3932619"/>
                    <a:chExt cx="393192" cy="393192"/>
                  </a:xfrm>
                </p:grpSpPr>
                <p:grpSp>
                  <p:nvGrpSpPr>
                    <p:cNvPr id="3156" name="Group 3155">
                      <a:extLst>
                        <a:ext uri="{FF2B5EF4-FFF2-40B4-BE49-F238E27FC236}">
                          <a16:creationId xmlns:a16="http://schemas.microsoft.com/office/drawing/2014/main" id="{AF914763-79C1-C3C9-E3FA-99E0E9B0E910}"/>
                        </a:ext>
                      </a:extLst>
                    </p:cNvPr>
                    <p:cNvGrpSpPr/>
                    <p:nvPr/>
                  </p:nvGrpSpPr>
                  <p:grpSpPr>
                    <a:xfrm>
                      <a:off x="5354636" y="4022061"/>
                      <a:ext cx="214313" cy="214313"/>
                      <a:chOff x="5354637" y="3446463"/>
                      <a:chExt cx="214313" cy="214313"/>
                    </a:xfrm>
                  </p:grpSpPr>
                  <p:sp>
                    <p:nvSpPr>
                      <p:cNvPr id="3164" name="Arc 3163">
                        <a:extLst>
                          <a:ext uri="{FF2B5EF4-FFF2-40B4-BE49-F238E27FC236}">
                            <a16:creationId xmlns:a16="http://schemas.microsoft.com/office/drawing/2014/main" id="{0ED02771-76D4-53D0-DCEE-E5804E54C19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65" name="Arc 3164">
                        <a:extLst>
                          <a:ext uri="{FF2B5EF4-FFF2-40B4-BE49-F238E27FC236}">
                            <a16:creationId xmlns:a16="http://schemas.microsoft.com/office/drawing/2014/main" id="{729E10FB-16E4-52AF-EF4E-FFE9B418503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157" name="Group 3156">
                      <a:extLst>
                        <a:ext uri="{FF2B5EF4-FFF2-40B4-BE49-F238E27FC236}">
                          <a16:creationId xmlns:a16="http://schemas.microsoft.com/office/drawing/2014/main" id="{CDC3904F-3104-7EB7-F9D4-B9244C7FF69A}"/>
                        </a:ext>
                      </a:extLst>
                    </p:cNvPr>
                    <p:cNvGrpSpPr/>
                    <p:nvPr/>
                  </p:nvGrpSpPr>
                  <p:grpSpPr>
                    <a:xfrm rot="14400000">
                      <a:off x="5310186" y="3977611"/>
                      <a:ext cx="303213" cy="303213"/>
                      <a:chOff x="5354637" y="3446463"/>
                      <a:chExt cx="214313" cy="214313"/>
                    </a:xfrm>
                  </p:grpSpPr>
                  <p:sp>
                    <p:nvSpPr>
                      <p:cNvPr id="3162" name="Arc 3161">
                        <a:extLst>
                          <a:ext uri="{FF2B5EF4-FFF2-40B4-BE49-F238E27FC236}">
                            <a16:creationId xmlns:a16="http://schemas.microsoft.com/office/drawing/2014/main" id="{FCEBD1A1-352F-2575-90BB-CD5671D5733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63" name="Arc 3162">
                        <a:extLst>
                          <a:ext uri="{FF2B5EF4-FFF2-40B4-BE49-F238E27FC236}">
                            <a16:creationId xmlns:a16="http://schemas.microsoft.com/office/drawing/2014/main" id="{9E742297-F2EF-46E2-1A0A-B8E91FC8A22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158" name="Group 3157">
                      <a:extLst>
                        <a:ext uri="{FF2B5EF4-FFF2-40B4-BE49-F238E27FC236}">
                          <a16:creationId xmlns:a16="http://schemas.microsoft.com/office/drawing/2014/main" id="{AD52B85B-E9D0-BD21-3A9F-5CC49E1E469F}"/>
                        </a:ext>
                      </a:extLst>
                    </p:cNvPr>
                    <p:cNvGrpSpPr/>
                    <p:nvPr/>
                  </p:nvGrpSpPr>
                  <p:grpSpPr>
                    <a:xfrm rot="7200000">
                      <a:off x="5265196" y="3932619"/>
                      <a:ext cx="393192" cy="393192"/>
                      <a:chOff x="5354637" y="3446463"/>
                      <a:chExt cx="214313" cy="214313"/>
                    </a:xfrm>
                  </p:grpSpPr>
                  <p:sp>
                    <p:nvSpPr>
                      <p:cNvPr id="3160" name="Arc 3159">
                        <a:extLst>
                          <a:ext uri="{FF2B5EF4-FFF2-40B4-BE49-F238E27FC236}">
                            <a16:creationId xmlns:a16="http://schemas.microsoft.com/office/drawing/2014/main" id="{4DC2C66D-C14E-A718-7B57-177DD1B377E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61" name="Arc 3160">
                        <a:extLst>
                          <a:ext uri="{FF2B5EF4-FFF2-40B4-BE49-F238E27FC236}">
                            <a16:creationId xmlns:a16="http://schemas.microsoft.com/office/drawing/2014/main" id="{CCE2283D-B11D-A4B1-3921-F1ADE5BC5B5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159" name="TextBox 3158">
                      <a:extLst>
                        <a:ext uri="{FF2B5EF4-FFF2-40B4-BE49-F238E27FC236}">
                          <a16:creationId xmlns:a16="http://schemas.microsoft.com/office/drawing/2014/main" id="{19DE789F-14E6-BB0F-A4E4-0CDC38D06212}"/>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3133" name="Group 3132">
                    <a:extLst>
                      <a:ext uri="{FF2B5EF4-FFF2-40B4-BE49-F238E27FC236}">
                        <a16:creationId xmlns:a16="http://schemas.microsoft.com/office/drawing/2014/main" id="{F7AB60EA-BEB7-5B34-4FC2-15D65F3D40FB}"/>
                      </a:ext>
                    </a:extLst>
                  </p:cNvPr>
                  <p:cNvGrpSpPr/>
                  <p:nvPr/>
                </p:nvGrpSpPr>
                <p:grpSpPr>
                  <a:xfrm>
                    <a:off x="6512463" y="3525040"/>
                    <a:ext cx="393192" cy="393192"/>
                    <a:chOff x="6389147" y="3357021"/>
                    <a:chExt cx="393192" cy="393192"/>
                  </a:xfrm>
                </p:grpSpPr>
                <p:grpSp>
                  <p:nvGrpSpPr>
                    <p:cNvPr id="3145" name="Group 3144">
                      <a:extLst>
                        <a:ext uri="{FF2B5EF4-FFF2-40B4-BE49-F238E27FC236}">
                          <a16:creationId xmlns:a16="http://schemas.microsoft.com/office/drawing/2014/main" id="{1EA6A62F-8799-1CD9-A77D-9625D9DC5300}"/>
                        </a:ext>
                      </a:extLst>
                    </p:cNvPr>
                    <p:cNvGrpSpPr/>
                    <p:nvPr/>
                  </p:nvGrpSpPr>
                  <p:grpSpPr>
                    <a:xfrm rot="7200000" flipH="1">
                      <a:off x="6389147" y="3357021"/>
                      <a:ext cx="393192" cy="393192"/>
                      <a:chOff x="5354637" y="3446463"/>
                      <a:chExt cx="214313" cy="214313"/>
                    </a:xfrm>
                  </p:grpSpPr>
                  <p:sp>
                    <p:nvSpPr>
                      <p:cNvPr id="3154" name="Arc 3153">
                        <a:extLst>
                          <a:ext uri="{FF2B5EF4-FFF2-40B4-BE49-F238E27FC236}">
                            <a16:creationId xmlns:a16="http://schemas.microsoft.com/office/drawing/2014/main" id="{5C6E84C7-8358-84F3-20F5-63A12A31395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55" name="Arc 3154">
                        <a:extLst>
                          <a:ext uri="{FF2B5EF4-FFF2-40B4-BE49-F238E27FC236}">
                            <a16:creationId xmlns:a16="http://schemas.microsoft.com/office/drawing/2014/main" id="{48875845-C81E-C13E-3FCB-13235AEB396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146" name="Group 3145">
                      <a:extLst>
                        <a:ext uri="{FF2B5EF4-FFF2-40B4-BE49-F238E27FC236}">
                          <a16:creationId xmlns:a16="http://schemas.microsoft.com/office/drawing/2014/main" id="{778069ED-BD05-50E3-B8DF-C701476F550B}"/>
                        </a:ext>
                      </a:extLst>
                    </p:cNvPr>
                    <p:cNvGrpSpPr/>
                    <p:nvPr/>
                  </p:nvGrpSpPr>
                  <p:grpSpPr>
                    <a:xfrm>
                      <a:off x="6434137" y="3402011"/>
                      <a:ext cx="303213" cy="303213"/>
                      <a:chOff x="6434137" y="3402011"/>
                      <a:chExt cx="303213" cy="303213"/>
                    </a:xfrm>
                  </p:grpSpPr>
                  <p:grpSp>
                    <p:nvGrpSpPr>
                      <p:cNvPr id="3147" name="Group 3146">
                        <a:extLst>
                          <a:ext uri="{FF2B5EF4-FFF2-40B4-BE49-F238E27FC236}">
                            <a16:creationId xmlns:a16="http://schemas.microsoft.com/office/drawing/2014/main" id="{0E493772-D421-0295-2EEE-1CF9CA3C7AEA}"/>
                          </a:ext>
                        </a:extLst>
                      </p:cNvPr>
                      <p:cNvGrpSpPr/>
                      <p:nvPr/>
                    </p:nvGrpSpPr>
                    <p:grpSpPr>
                      <a:xfrm flipH="1">
                        <a:off x="6478587" y="3446461"/>
                        <a:ext cx="214313" cy="214313"/>
                        <a:chOff x="5354637" y="3446463"/>
                        <a:chExt cx="214313" cy="214313"/>
                      </a:xfrm>
                    </p:grpSpPr>
                    <p:sp>
                      <p:nvSpPr>
                        <p:cNvPr id="3152" name="Arc 3151">
                          <a:extLst>
                            <a:ext uri="{FF2B5EF4-FFF2-40B4-BE49-F238E27FC236}">
                              <a16:creationId xmlns:a16="http://schemas.microsoft.com/office/drawing/2014/main" id="{96F60C1F-A754-2B58-237D-3E41F1B721A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53" name="Arc 3152">
                          <a:extLst>
                            <a:ext uri="{FF2B5EF4-FFF2-40B4-BE49-F238E27FC236}">
                              <a16:creationId xmlns:a16="http://schemas.microsoft.com/office/drawing/2014/main" id="{DB6F4C83-51C9-BEB4-165F-B8B6676A59F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148" name="Group 3147">
                        <a:extLst>
                          <a:ext uri="{FF2B5EF4-FFF2-40B4-BE49-F238E27FC236}">
                            <a16:creationId xmlns:a16="http://schemas.microsoft.com/office/drawing/2014/main" id="{41B8707A-EC04-96A5-699D-C7065ED4B04C}"/>
                          </a:ext>
                        </a:extLst>
                      </p:cNvPr>
                      <p:cNvGrpSpPr/>
                      <p:nvPr/>
                    </p:nvGrpSpPr>
                    <p:grpSpPr>
                      <a:xfrm rot="14400000" flipH="1">
                        <a:off x="6434137" y="3402011"/>
                        <a:ext cx="303213" cy="303213"/>
                        <a:chOff x="5354637" y="3446463"/>
                        <a:chExt cx="214313" cy="214313"/>
                      </a:xfrm>
                    </p:grpSpPr>
                    <p:sp>
                      <p:nvSpPr>
                        <p:cNvPr id="3150" name="Arc 3149">
                          <a:extLst>
                            <a:ext uri="{FF2B5EF4-FFF2-40B4-BE49-F238E27FC236}">
                              <a16:creationId xmlns:a16="http://schemas.microsoft.com/office/drawing/2014/main" id="{F267E8FB-BF80-4FBB-0B1C-6CD7FE79C2C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51" name="Arc 3150">
                          <a:extLst>
                            <a:ext uri="{FF2B5EF4-FFF2-40B4-BE49-F238E27FC236}">
                              <a16:creationId xmlns:a16="http://schemas.microsoft.com/office/drawing/2014/main" id="{41FA89D0-2023-4675-A84A-80AFC60959B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149" name="TextBox 3148">
                        <a:extLst>
                          <a:ext uri="{FF2B5EF4-FFF2-40B4-BE49-F238E27FC236}">
                            <a16:creationId xmlns:a16="http://schemas.microsoft.com/office/drawing/2014/main" id="{5EA64427-6AA1-EB97-E240-1D3E600415D7}"/>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134" name="Group 3133">
                    <a:extLst>
                      <a:ext uri="{FF2B5EF4-FFF2-40B4-BE49-F238E27FC236}">
                        <a16:creationId xmlns:a16="http://schemas.microsoft.com/office/drawing/2014/main" id="{88E8D3BA-6FB1-A08A-CB78-69E9FFBCFC63}"/>
                      </a:ext>
                    </a:extLst>
                  </p:cNvPr>
                  <p:cNvGrpSpPr/>
                  <p:nvPr/>
                </p:nvGrpSpPr>
                <p:grpSpPr>
                  <a:xfrm>
                    <a:off x="6197413" y="3225768"/>
                    <a:ext cx="393192" cy="393192"/>
                    <a:chOff x="6389147" y="3932622"/>
                    <a:chExt cx="393192" cy="393192"/>
                  </a:xfrm>
                </p:grpSpPr>
                <p:grpSp>
                  <p:nvGrpSpPr>
                    <p:cNvPr id="3135" name="Group 3134">
                      <a:extLst>
                        <a:ext uri="{FF2B5EF4-FFF2-40B4-BE49-F238E27FC236}">
                          <a16:creationId xmlns:a16="http://schemas.microsoft.com/office/drawing/2014/main" id="{6DB771C6-36CE-7FAD-E736-27C099F55E45}"/>
                        </a:ext>
                      </a:extLst>
                    </p:cNvPr>
                    <p:cNvGrpSpPr/>
                    <p:nvPr/>
                  </p:nvGrpSpPr>
                  <p:grpSpPr>
                    <a:xfrm flipH="1">
                      <a:off x="6478587" y="4022061"/>
                      <a:ext cx="214313" cy="214313"/>
                      <a:chOff x="5354637" y="3446463"/>
                      <a:chExt cx="214313" cy="214313"/>
                    </a:xfrm>
                  </p:grpSpPr>
                  <p:sp>
                    <p:nvSpPr>
                      <p:cNvPr id="3143" name="Arc 3142">
                        <a:extLst>
                          <a:ext uri="{FF2B5EF4-FFF2-40B4-BE49-F238E27FC236}">
                            <a16:creationId xmlns:a16="http://schemas.microsoft.com/office/drawing/2014/main" id="{BC8DC17D-73F8-82A1-8FD7-DCCD6E5B124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44" name="Arc 3143">
                        <a:extLst>
                          <a:ext uri="{FF2B5EF4-FFF2-40B4-BE49-F238E27FC236}">
                            <a16:creationId xmlns:a16="http://schemas.microsoft.com/office/drawing/2014/main" id="{B8148BE3-2B70-8E2F-CD0D-471BBAFF3B4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136" name="Group 3135">
                      <a:extLst>
                        <a:ext uri="{FF2B5EF4-FFF2-40B4-BE49-F238E27FC236}">
                          <a16:creationId xmlns:a16="http://schemas.microsoft.com/office/drawing/2014/main" id="{792CBA64-113F-615D-BC5E-F503DF3C6369}"/>
                        </a:ext>
                      </a:extLst>
                    </p:cNvPr>
                    <p:cNvGrpSpPr/>
                    <p:nvPr/>
                  </p:nvGrpSpPr>
                  <p:grpSpPr>
                    <a:xfrm rot="7200000" flipH="1">
                      <a:off x="6434137" y="3977611"/>
                      <a:ext cx="303213" cy="303213"/>
                      <a:chOff x="5354637" y="3446463"/>
                      <a:chExt cx="214313" cy="214313"/>
                    </a:xfrm>
                  </p:grpSpPr>
                  <p:sp>
                    <p:nvSpPr>
                      <p:cNvPr id="3141" name="Arc 3140">
                        <a:extLst>
                          <a:ext uri="{FF2B5EF4-FFF2-40B4-BE49-F238E27FC236}">
                            <a16:creationId xmlns:a16="http://schemas.microsoft.com/office/drawing/2014/main" id="{BB98814F-CF2E-962F-ADE5-64B526B63A6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42" name="Arc 3141">
                        <a:extLst>
                          <a:ext uri="{FF2B5EF4-FFF2-40B4-BE49-F238E27FC236}">
                            <a16:creationId xmlns:a16="http://schemas.microsoft.com/office/drawing/2014/main" id="{F7847FB3-9C0E-7D0F-88AF-72203B10F1C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137" name="Group 3136">
                      <a:extLst>
                        <a:ext uri="{FF2B5EF4-FFF2-40B4-BE49-F238E27FC236}">
                          <a16:creationId xmlns:a16="http://schemas.microsoft.com/office/drawing/2014/main" id="{6A11FDC7-8244-4230-D3DD-BC5450587CC9}"/>
                        </a:ext>
                      </a:extLst>
                    </p:cNvPr>
                    <p:cNvGrpSpPr/>
                    <p:nvPr/>
                  </p:nvGrpSpPr>
                  <p:grpSpPr>
                    <a:xfrm rot="14400000" flipH="1">
                      <a:off x="6389147" y="3932622"/>
                      <a:ext cx="393192" cy="393192"/>
                      <a:chOff x="5354637" y="3446463"/>
                      <a:chExt cx="214313" cy="214313"/>
                    </a:xfrm>
                  </p:grpSpPr>
                  <p:sp>
                    <p:nvSpPr>
                      <p:cNvPr id="3139" name="Arc 3138">
                        <a:extLst>
                          <a:ext uri="{FF2B5EF4-FFF2-40B4-BE49-F238E27FC236}">
                            <a16:creationId xmlns:a16="http://schemas.microsoft.com/office/drawing/2014/main" id="{F31EBD3F-3EC9-31CD-2A00-7FE7B8039E2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40" name="Arc 3139">
                        <a:extLst>
                          <a:ext uri="{FF2B5EF4-FFF2-40B4-BE49-F238E27FC236}">
                            <a16:creationId xmlns:a16="http://schemas.microsoft.com/office/drawing/2014/main" id="{729D8759-34D3-5D21-F708-A759286EBC9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138" name="TextBox 3137">
                      <a:extLst>
                        <a:ext uri="{FF2B5EF4-FFF2-40B4-BE49-F238E27FC236}">
                          <a16:creationId xmlns:a16="http://schemas.microsoft.com/office/drawing/2014/main" id="{CB440002-0581-E62D-3CD1-EECB374F62FF}"/>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084" name="Group 3083">
                  <a:extLst>
                    <a:ext uri="{FF2B5EF4-FFF2-40B4-BE49-F238E27FC236}">
                      <a16:creationId xmlns:a16="http://schemas.microsoft.com/office/drawing/2014/main" id="{4DB6ECA9-544B-7CF2-F295-6479FF2F0628}"/>
                    </a:ext>
                  </a:extLst>
                </p:cNvPr>
                <p:cNvGrpSpPr/>
                <p:nvPr/>
              </p:nvGrpSpPr>
              <p:grpSpPr>
                <a:xfrm>
                  <a:off x="6069086" y="3246228"/>
                  <a:ext cx="1019224" cy="991639"/>
                  <a:chOff x="5886431" y="3225768"/>
                  <a:chExt cx="1019224" cy="991639"/>
                </a:xfrm>
              </p:grpSpPr>
              <p:grpSp>
                <p:nvGrpSpPr>
                  <p:cNvPr id="3085" name="Group 3084">
                    <a:extLst>
                      <a:ext uri="{FF2B5EF4-FFF2-40B4-BE49-F238E27FC236}">
                        <a16:creationId xmlns:a16="http://schemas.microsoft.com/office/drawing/2014/main" id="{386DB375-1136-5F68-7F36-2BABBE4B6730}"/>
                      </a:ext>
                    </a:extLst>
                  </p:cNvPr>
                  <p:cNvGrpSpPr/>
                  <p:nvPr/>
                </p:nvGrpSpPr>
                <p:grpSpPr>
                  <a:xfrm>
                    <a:off x="6197413" y="3824215"/>
                    <a:ext cx="393192" cy="393192"/>
                    <a:chOff x="5265196" y="3357021"/>
                    <a:chExt cx="393192" cy="393192"/>
                  </a:xfrm>
                </p:grpSpPr>
                <p:grpSp>
                  <p:nvGrpSpPr>
                    <p:cNvPr id="3120" name="Group 3119">
                      <a:extLst>
                        <a:ext uri="{FF2B5EF4-FFF2-40B4-BE49-F238E27FC236}">
                          <a16:creationId xmlns:a16="http://schemas.microsoft.com/office/drawing/2014/main" id="{BCB2B18E-0F4F-9213-9CC6-A140782F8440}"/>
                        </a:ext>
                      </a:extLst>
                    </p:cNvPr>
                    <p:cNvGrpSpPr/>
                    <p:nvPr/>
                  </p:nvGrpSpPr>
                  <p:grpSpPr>
                    <a:xfrm rot="14400000">
                      <a:off x="5265196" y="3357021"/>
                      <a:ext cx="393192" cy="393192"/>
                      <a:chOff x="5354637" y="3446463"/>
                      <a:chExt cx="214313" cy="214313"/>
                    </a:xfrm>
                  </p:grpSpPr>
                  <p:sp>
                    <p:nvSpPr>
                      <p:cNvPr id="3129" name="Arc 3128">
                        <a:extLst>
                          <a:ext uri="{FF2B5EF4-FFF2-40B4-BE49-F238E27FC236}">
                            <a16:creationId xmlns:a16="http://schemas.microsoft.com/office/drawing/2014/main" id="{CDF8C909-663A-732F-6F7D-A6AC9809362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30" name="Arc 3129">
                        <a:extLst>
                          <a:ext uri="{FF2B5EF4-FFF2-40B4-BE49-F238E27FC236}">
                            <a16:creationId xmlns:a16="http://schemas.microsoft.com/office/drawing/2014/main" id="{3D379AE4-DC75-8F0D-985B-247005AB269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121" name="Group 3120">
                      <a:extLst>
                        <a:ext uri="{FF2B5EF4-FFF2-40B4-BE49-F238E27FC236}">
                          <a16:creationId xmlns:a16="http://schemas.microsoft.com/office/drawing/2014/main" id="{75EA9A23-F79D-5120-0AE4-04D86154DFE9}"/>
                        </a:ext>
                      </a:extLst>
                    </p:cNvPr>
                    <p:cNvGrpSpPr/>
                    <p:nvPr/>
                  </p:nvGrpSpPr>
                  <p:grpSpPr>
                    <a:xfrm>
                      <a:off x="5310186" y="3402011"/>
                      <a:ext cx="303213" cy="303213"/>
                      <a:chOff x="5310186" y="3402011"/>
                      <a:chExt cx="303213" cy="303213"/>
                    </a:xfrm>
                  </p:grpSpPr>
                  <p:grpSp>
                    <p:nvGrpSpPr>
                      <p:cNvPr id="3122" name="Group 3121">
                        <a:extLst>
                          <a:ext uri="{FF2B5EF4-FFF2-40B4-BE49-F238E27FC236}">
                            <a16:creationId xmlns:a16="http://schemas.microsoft.com/office/drawing/2014/main" id="{5D42E317-4FAA-22FB-A096-F06626EF3BE0}"/>
                          </a:ext>
                        </a:extLst>
                      </p:cNvPr>
                      <p:cNvGrpSpPr/>
                      <p:nvPr/>
                    </p:nvGrpSpPr>
                    <p:grpSpPr>
                      <a:xfrm>
                        <a:off x="5354636" y="3446461"/>
                        <a:ext cx="214313" cy="214313"/>
                        <a:chOff x="5354637" y="3446463"/>
                        <a:chExt cx="214313" cy="214313"/>
                      </a:xfrm>
                    </p:grpSpPr>
                    <p:sp>
                      <p:nvSpPr>
                        <p:cNvPr id="3127" name="Arc 3126">
                          <a:extLst>
                            <a:ext uri="{FF2B5EF4-FFF2-40B4-BE49-F238E27FC236}">
                              <a16:creationId xmlns:a16="http://schemas.microsoft.com/office/drawing/2014/main" id="{3F0AFAD8-1752-DA07-0E6F-20910849058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28" name="Arc 3127">
                          <a:extLst>
                            <a:ext uri="{FF2B5EF4-FFF2-40B4-BE49-F238E27FC236}">
                              <a16:creationId xmlns:a16="http://schemas.microsoft.com/office/drawing/2014/main" id="{5469E31D-E77A-ACCF-3886-A330E0019F7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123" name="Group 3122">
                        <a:extLst>
                          <a:ext uri="{FF2B5EF4-FFF2-40B4-BE49-F238E27FC236}">
                            <a16:creationId xmlns:a16="http://schemas.microsoft.com/office/drawing/2014/main" id="{1AEF88C0-74F3-BC64-6858-21DD1BC82706}"/>
                          </a:ext>
                        </a:extLst>
                      </p:cNvPr>
                      <p:cNvGrpSpPr/>
                      <p:nvPr/>
                    </p:nvGrpSpPr>
                    <p:grpSpPr>
                      <a:xfrm rot="7200000">
                        <a:off x="5310186" y="3402011"/>
                        <a:ext cx="303213" cy="303213"/>
                        <a:chOff x="5354637" y="3446463"/>
                        <a:chExt cx="214313" cy="214313"/>
                      </a:xfrm>
                    </p:grpSpPr>
                    <p:sp>
                      <p:nvSpPr>
                        <p:cNvPr id="3125" name="Arc 3124">
                          <a:extLst>
                            <a:ext uri="{FF2B5EF4-FFF2-40B4-BE49-F238E27FC236}">
                              <a16:creationId xmlns:a16="http://schemas.microsoft.com/office/drawing/2014/main" id="{2246DE0A-EB08-62F5-CE37-A6E3EA90BE6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26" name="Arc 3125">
                          <a:extLst>
                            <a:ext uri="{FF2B5EF4-FFF2-40B4-BE49-F238E27FC236}">
                              <a16:creationId xmlns:a16="http://schemas.microsoft.com/office/drawing/2014/main" id="{6C7CC17A-0DFC-B919-492D-995FAB7CB98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124" name="TextBox 3123">
                        <a:extLst>
                          <a:ext uri="{FF2B5EF4-FFF2-40B4-BE49-F238E27FC236}">
                            <a16:creationId xmlns:a16="http://schemas.microsoft.com/office/drawing/2014/main" id="{A010868C-D9C2-DF8C-3926-779E1854A552}"/>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086" name="Group 3085">
                    <a:extLst>
                      <a:ext uri="{FF2B5EF4-FFF2-40B4-BE49-F238E27FC236}">
                        <a16:creationId xmlns:a16="http://schemas.microsoft.com/office/drawing/2014/main" id="{81BF591A-55B0-DFA6-6C43-65DF0FE9A0FF}"/>
                      </a:ext>
                    </a:extLst>
                  </p:cNvPr>
                  <p:cNvGrpSpPr/>
                  <p:nvPr/>
                </p:nvGrpSpPr>
                <p:grpSpPr>
                  <a:xfrm>
                    <a:off x="5886431" y="3525040"/>
                    <a:ext cx="393192" cy="393192"/>
                    <a:chOff x="5265196" y="3932619"/>
                    <a:chExt cx="393192" cy="393192"/>
                  </a:xfrm>
                </p:grpSpPr>
                <p:grpSp>
                  <p:nvGrpSpPr>
                    <p:cNvPr id="3110" name="Group 3109">
                      <a:extLst>
                        <a:ext uri="{FF2B5EF4-FFF2-40B4-BE49-F238E27FC236}">
                          <a16:creationId xmlns:a16="http://schemas.microsoft.com/office/drawing/2014/main" id="{D904A268-5513-4A12-946C-628013DAF2F3}"/>
                        </a:ext>
                      </a:extLst>
                    </p:cNvPr>
                    <p:cNvGrpSpPr/>
                    <p:nvPr/>
                  </p:nvGrpSpPr>
                  <p:grpSpPr>
                    <a:xfrm>
                      <a:off x="5354636" y="4022061"/>
                      <a:ext cx="214313" cy="214313"/>
                      <a:chOff x="5354637" y="3446463"/>
                      <a:chExt cx="214313" cy="214313"/>
                    </a:xfrm>
                  </p:grpSpPr>
                  <p:sp>
                    <p:nvSpPr>
                      <p:cNvPr id="3118" name="Arc 3117">
                        <a:extLst>
                          <a:ext uri="{FF2B5EF4-FFF2-40B4-BE49-F238E27FC236}">
                            <a16:creationId xmlns:a16="http://schemas.microsoft.com/office/drawing/2014/main" id="{FBB7F0BC-309A-F571-163F-35463EB8D58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19" name="Arc 3118">
                        <a:extLst>
                          <a:ext uri="{FF2B5EF4-FFF2-40B4-BE49-F238E27FC236}">
                            <a16:creationId xmlns:a16="http://schemas.microsoft.com/office/drawing/2014/main" id="{CE006BE9-7052-4D98-A299-78D1E5392AE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111" name="Group 3110">
                      <a:extLst>
                        <a:ext uri="{FF2B5EF4-FFF2-40B4-BE49-F238E27FC236}">
                          <a16:creationId xmlns:a16="http://schemas.microsoft.com/office/drawing/2014/main" id="{406CC8BF-BC51-A805-09AC-385B77FF75E4}"/>
                        </a:ext>
                      </a:extLst>
                    </p:cNvPr>
                    <p:cNvGrpSpPr/>
                    <p:nvPr/>
                  </p:nvGrpSpPr>
                  <p:grpSpPr>
                    <a:xfrm rot="14400000">
                      <a:off x="5310186" y="3977611"/>
                      <a:ext cx="303213" cy="303213"/>
                      <a:chOff x="5354637" y="3446463"/>
                      <a:chExt cx="214313" cy="214313"/>
                    </a:xfrm>
                  </p:grpSpPr>
                  <p:sp>
                    <p:nvSpPr>
                      <p:cNvPr id="3116" name="Arc 3115">
                        <a:extLst>
                          <a:ext uri="{FF2B5EF4-FFF2-40B4-BE49-F238E27FC236}">
                            <a16:creationId xmlns:a16="http://schemas.microsoft.com/office/drawing/2014/main" id="{BCA5F8EC-B29F-0492-771A-349ADB6E329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17" name="Arc 3116">
                        <a:extLst>
                          <a:ext uri="{FF2B5EF4-FFF2-40B4-BE49-F238E27FC236}">
                            <a16:creationId xmlns:a16="http://schemas.microsoft.com/office/drawing/2014/main" id="{E899126C-AA49-6BFC-E3E6-E92AB0487CA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112" name="Group 3111">
                      <a:extLst>
                        <a:ext uri="{FF2B5EF4-FFF2-40B4-BE49-F238E27FC236}">
                          <a16:creationId xmlns:a16="http://schemas.microsoft.com/office/drawing/2014/main" id="{0A31547D-4332-D402-18E9-CD38749A7CC3}"/>
                        </a:ext>
                      </a:extLst>
                    </p:cNvPr>
                    <p:cNvGrpSpPr/>
                    <p:nvPr/>
                  </p:nvGrpSpPr>
                  <p:grpSpPr>
                    <a:xfrm rot="7200000">
                      <a:off x="5265196" y="3932619"/>
                      <a:ext cx="393192" cy="393192"/>
                      <a:chOff x="5354637" y="3446463"/>
                      <a:chExt cx="214313" cy="214313"/>
                    </a:xfrm>
                  </p:grpSpPr>
                  <p:sp>
                    <p:nvSpPr>
                      <p:cNvPr id="3114" name="Arc 3113">
                        <a:extLst>
                          <a:ext uri="{FF2B5EF4-FFF2-40B4-BE49-F238E27FC236}">
                            <a16:creationId xmlns:a16="http://schemas.microsoft.com/office/drawing/2014/main" id="{F9BB5081-A8B7-A2AA-3A3E-76DCFCD9052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15" name="Arc 3114">
                        <a:extLst>
                          <a:ext uri="{FF2B5EF4-FFF2-40B4-BE49-F238E27FC236}">
                            <a16:creationId xmlns:a16="http://schemas.microsoft.com/office/drawing/2014/main" id="{5024898D-D60E-66C4-FA86-69F6C9ED87F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113" name="TextBox 3112">
                      <a:extLst>
                        <a:ext uri="{FF2B5EF4-FFF2-40B4-BE49-F238E27FC236}">
                          <a16:creationId xmlns:a16="http://schemas.microsoft.com/office/drawing/2014/main" id="{F6C24E22-119D-20C8-C9DE-F81850EB04FA}"/>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3087" name="Group 3086">
                    <a:extLst>
                      <a:ext uri="{FF2B5EF4-FFF2-40B4-BE49-F238E27FC236}">
                        <a16:creationId xmlns:a16="http://schemas.microsoft.com/office/drawing/2014/main" id="{4DC8F27F-E33D-E19D-31F7-0B9A9D513BCD}"/>
                      </a:ext>
                    </a:extLst>
                  </p:cNvPr>
                  <p:cNvGrpSpPr/>
                  <p:nvPr/>
                </p:nvGrpSpPr>
                <p:grpSpPr>
                  <a:xfrm>
                    <a:off x="6512463" y="3525040"/>
                    <a:ext cx="393192" cy="393192"/>
                    <a:chOff x="6389147" y="3357021"/>
                    <a:chExt cx="393192" cy="393192"/>
                  </a:xfrm>
                </p:grpSpPr>
                <p:grpSp>
                  <p:nvGrpSpPr>
                    <p:cNvPr id="3099" name="Group 3098">
                      <a:extLst>
                        <a:ext uri="{FF2B5EF4-FFF2-40B4-BE49-F238E27FC236}">
                          <a16:creationId xmlns:a16="http://schemas.microsoft.com/office/drawing/2014/main" id="{E680FFF4-0AFB-6F77-8085-62B0996027E7}"/>
                        </a:ext>
                      </a:extLst>
                    </p:cNvPr>
                    <p:cNvGrpSpPr/>
                    <p:nvPr/>
                  </p:nvGrpSpPr>
                  <p:grpSpPr>
                    <a:xfrm rot="7200000" flipH="1">
                      <a:off x="6389147" y="3357021"/>
                      <a:ext cx="393192" cy="393192"/>
                      <a:chOff x="5354637" y="3446463"/>
                      <a:chExt cx="214313" cy="214313"/>
                    </a:xfrm>
                  </p:grpSpPr>
                  <p:sp>
                    <p:nvSpPr>
                      <p:cNvPr id="3108" name="Arc 3107">
                        <a:extLst>
                          <a:ext uri="{FF2B5EF4-FFF2-40B4-BE49-F238E27FC236}">
                            <a16:creationId xmlns:a16="http://schemas.microsoft.com/office/drawing/2014/main" id="{4CD6BCE6-65FB-540E-93AC-2CD332E084A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09" name="Arc 3108">
                        <a:extLst>
                          <a:ext uri="{FF2B5EF4-FFF2-40B4-BE49-F238E27FC236}">
                            <a16:creationId xmlns:a16="http://schemas.microsoft.com/office/drawing/2014/main" id="{CB2BAB40-9DB5-A093-9D6E-733D181DAFD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100" name="Group 3099">
                      <a:extLst>
                        <a:ext uri="{FF2B5EF4-FFF2-40B4-BE49-F238E27FC236}">
                          <a16:creationId xmlns:a16="http://schemas.microsoft.com/office/drawing/2014/main" id="{8AB31D2D-23A6-7609-1462-1FCACE826378}"/>
                        </a:ext>
                      </a:extLst>
                    </p:cNvPr>
                    <p:cNvGrpSpPr/>
                    <p:nvPr/>
                  </p:nvGrpSpPr>
                  <p:grpSpPr>
                    <a:xfrm>
                      <a:off x="6434137" y="3402011"/>
                      <a:ext cx="303213" cy="303213"/>
                      <a:chOff x="6434137" y="3402011"/>
                      <a:chExt cx="303213" cy="303213"/>
                    </a:xfrm>
                  </p:grpSpPr>
                  <p:grpSp>
                    <p:nvGrpSpPr>
                      <p:cNvPr id="3101" name="Group 3100">
                        <a:extLst>
                          <a:ext uri="{FF2B5EF4-FFF2-40B4-BE49-F238E27FC236}">
                            <a16:creationId xmlns:a16="http://schemas.microsoft.com/office/drawing/2014/main" id="{4B29FDDE-0B95-C4D2-AB92-8113D5F06670}"/>
                          </a:ext>
                        </a:extLst>
                      </p:cNvPr>
                      <p:cNvGrpSpPr/>
                      <p:nvPr/>
                    </p:nvGrpSpPr>
                    <p:grpSpPr>
                      <a:xfrm flipH="1">
                        <a:off x="6478587" y="3446461"/>
                        <a:ext cx="214313" cy="214313"/>
                        <a:chOff x="5354637" y="3446463"/>
                        <a:chExt cx="214313" cy="214313"/>
                      </a:xfrm>
                    </p:grpSpPr>
                    <p:sp>
                      <p:nvSpPr>
                        <p:cNvPr id="3106" name="Arc 3105">
                          <a:extLst>
                            <a:ext uri="{FF2B5EF4-FFF2-40B4-BE49-F238E27FC236}">
                              <a16:creationId xmlns:a16="http://schemas.microsoft.com/office/drawing/2014/main" id="{2CB049E4-D7A6-DF82-BC37-90BA5C66582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07" name="Arc 3106">
                          <a:extLst>
                            <a:ext uri="{FF2B5EF4-FFF2-40B4-BE49-F238E27FC236}">
                              <a16:creationId xmlns:a16="http://schemas.microsoft.com/office/drawing/2014/main" id="{A9609208-7289-05CA-BB39-72D2797305F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102" name="Group 3101">
                        <a:extLst>
                          <a:ext uri="{FF2B5EF4-FFF2-40B4-BE49-F238E27FC236}">
                            <a16:creationId xmlns:a16="http://schemas.microsoft.com/office/drawing/2014/main" id="{27EE4730-6C9E-59A0-DB1B-6A7956CDBAD0}"/>
                          </a:ext>
                        </a:extLst>
                      </p:cNvPr>
                      <p:cNvGrpSpPr/>
                      <p:nvPr/>
                    </p:nvGrpSpPr>
                    <p:grpSpPr>
                      <a:xfrm rot="14400000" flipH="1">
                        <a:off x="6434137" y="3402011"/>
                        <a:ext cx="303213" cy="303213"/>
                        <a:chOff x="5354637" y="3446463"/>
                        <a:chExt cx="214313" cy="214313"/>
                      </a:xfrm>
                    </p:grpSpPr>
                    <p:sp>
                      <p:nvSpPr>
                        <p:cNvPr id="3104" name="Arc 3103">
                          <a:extLst>
                            <a:ext uri="{FF2B5EF4-FFF2-40B4-BE49-F238E27FC236}">
                              <a16:creationId xmlns:a16="http://schemas.microsoft.com/office/drawing/2014/main" id="{372A4E8D-54DA-82CF-6378-9DF41BA2C2F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05" name="Arc 3104">
                          <a:extLst>
                            <a:ext uri="{FF2B5EF4-FFF2-40B4-BE49-F238E27FC236}">
                              <a16:creationId xmlns:a16="http://schemas.microsoft.com/office/drawing/2014/main" id="{EE410C3B-4973-7CCD-D4F5-0656D399AA6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103" name="TextBox 3102">
                        <a:extLst>
                          <a:ext uri="{FF2B5EF4-FFF2-40B4-BE49-F238E27FC236}">
                            <a16:creationId xmlns:a16="http://schemas.microsoft.com/office/drawing/2014/main" id="{EEB75677-F5C7-3C61-7A8A-6A12773D0BB5}"/>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3088" name="Group 3087">
                    <a:extLst>
                      <a:ext uri="{FF2B5EF4-FFF2-40B4-BE49-F238E27FC236}">
                        <a16:creationId xmlns:a16="http://schemas.microsoft.com/office/drawing/2014/main" id="{477EC7E3-2814-9D1C-2E21-7C64DF1630AA}"/>
                      </a:ext>
                    </a:extLst>
                  </p:cNvPr>
                  <p:cNvGrpSpPr/>
                  <p:nvPr/>
                </p:nvGrpSpPr>
                <p:grpSpPr>
                  <a:xfrm>
                    <a:off x="6197413" y="3225768"/>
                    <a:ext cx="393192" cy="393192"/>
                    <a:chOff x="6389147" y="3932622"/>
                    <a:chExt cx="393192" cy="393192"/>
                  </a:xfrm>
                </p:grpSpPr>
                <p:grpSp>
                  <p:nvGrpSpPr>
                    <p:cNvPr id="3089" name="Group 3088">
                      <a:extLst>
                        <a:ext uri="{FF2B5EF4-FFF2-40B4-BE49-F238E27FC236}">
                          <a16:creationId xmlns:a16="http://schemas.microsoft.com/office/drawing/2014/main" id="{65E28F8B-336C-DF29-18A0-C51933BEB715}"/>
                        </a:ext>
                      </a:extLst>
                    </p:cNvPr>
                    <p:cNvGrpSpPr/>
                    <p:nvPr/>
                  </p:nvGrpSpPr>
                  <p:grpSpPr>
                    <a:xfrm flipH="1">
                      <a:off x="6478587" y="4022061"/>
                      <a:ext cx="214313" cy="214313"/>
                      <a:chOff x="5354637" y="3446463"/>
                      <a:chExt cx="214313" cy="214313"/>
                    </a:xfrm>
                  </p:grpSpPr>
                  <p:sp>
                    <p:nvSpPr>
                      <p:cNvPr id="3097" name="Arc 3096">
                        <a:extLst>
                          <a:ext uri="{FF2B5EF4-FFF2-40B4-BE49-F238E27FC236}">
                            <a16:creationId xmlns:a16="http://schemas.microsoft.com/office/drawing/2014/main" id="{2B17210B-4D64-8A97-1855-1F3685E54D1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98" name="Arc 3097">
                        <a:extLst>
                          <a:ext uri="{FF2B5EF4-FFF2-40B4-BE49-F238E27FC236}">
                            <a16:creationId xmlns:a16="http://schemas.microsoft.com/office/drawing/2014/main" id="{AEB8A5AE-9560-2A1A-03F6-B53FBF823CB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090" name="Group 3089">
                      <a:extLst>
                        <a:ext uri="{FF2B5EF4-FFF2-40B4-BE49-F238E27FC236}">
                          <a16:creationId xmlns:a16="http://schemas.microsoft.com/office/drawing/2014/main" id="{5C2F2E70-873B-DF7A-8C67-59B26270930D}"/>
                        </a:ext>
                      </a:extLst>
                    </p:cNvPr>
                    <p:cNvGrpSpPr/>
                    <p:nvPr/>
                  </p:nvGrpSpPr>
                  <p:grpSpPr>
                    <a:xfrm rot="7200000" flipH="1">
                      <a:off x="6434137" y="3977611"/>
                      <a:ext cx="303213" cy="303213"/>
                      <a:chOff x="5354637" y="3446463"/>
                      <a:chExt cx="214313" cy="214313"/>
                    </a:xfrm>
                  </p:grpSpPr>
                  <p:sp>
                    <p:nvSpPr>
                      <p:cNvPr id="3095" name="Arc 3094">
                        <a:extLst>
                          <a:ext uri="{FF2B5EF4-FFF2-40B4-BE49-F238E27FC236}">
                            <a16:creationId xmlns:a16="http://schemas.microsoft.com/office/drawing/2014/main" id="{25412A33-7616-F08E-12EA-0282B204098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96" name="Arc 3095">
                        <a:extLst>
                          <a:ext uri="{FF2B5EF4-FFF2-40B4-BE49-F238E27FC236}">
                            <a16:creationId xmlns:a16="http://schemas.microsoft.com/office/drawing/2014/main" id="{D34FA335-E624-7B24-BC08-2414110B02F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3091" name="Group 3090">
                      <a:extLst>
                        <a:ext uri="{FF2B5EF4-FFF2-40B4-BE49-F238E27FC236}">
                          <a16:creationId xmlns:a16="http://schemas.microsoft.com/office/drawing/2014/main" id="{93A2DCB9-3A46-5C23-8C81-4155AB22CEA6}"/>
                        </a:ext>
                      </a:extLst>
                    </p:cNvPr>
                    <p:cNvGrpSpPr/>
                    <p:nvPr/>
                  </p:nvGrpSpPr>
                  <p:grpSpPr>
                    <a:xfrm rot="14400000" flipH="1">
                      <a:off x="6389147" y="3932622"/>
                      <a:ext cx="393192" cy="393192"/>
                      <a:chOff x="5354637" y="3446463"/>
                      <a:chExt cx="214313" cy="214313"/>
                    </a:xfrm>
                  </p:grpSpPr>
                  <p:sp>
                    <p:nvSpPr>
                      <p:cNvPr id="3093" name="Arc 3092">
                        <a:extLst>
                          <a:ext uri="{FF2B5EF4-FFF2-40B4-BE49-F238E27FC236}">
                            <a16:creationId xmlns:a16="http://schemas.microsoft.com/office/drawing/2014/main" id="{EEEA4373-BA4A-C76A-C915-1BA621152D5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94" name="Arc 3093">
                        <a:extLst>
                          <a:ext uri="{FF2B5EF4-FFF2-40B4-BE49-F238E27FC236}">
                            <a16:creationId xmlns:a16="http://schemas.microsoft.com/office/drawing/2014/main" id="{6B9DC24D-B623-CBED-8535-28BBC5C3167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3092" name="TextBox 3091">
                      <a:extLst>
                        <a:ext uri="{FF2B5EF4-FFF2-40B4-BE49-F238E27FC236}">
                          <a16:creationId xmlns:a16="http://schemas.microsoft.com/office/drawing/2014/main" id="{BB15F7A9-394A-44F0-8F02-E1B5EA7E6523}"/>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grpSp>
        <p:nvGrpSpPr>
          <p:cNvPr id="6121" name="Group 6120">
            <a:extLst>
              <a:ext uri="{FF2B5EF4-FFF2-40B4-BE49-F238E27FC236}">
                <a16:creationId xmlns:a16="http://schemas.microsoft.com/office/drawing/2014/main" id="{7147CF27-F774-D6D7-95E8-8507F575A52B}"/>
              </a:ext>
            </a:extLst>
          </p:cNvPr>
          <p:cNvGrpSpPr/>
          <p:nvPr/>
        </p:nvGrpSpPr>
        <p:grpSpPr>
          <a:xfrm flipV="1">
            <a:off x="4859179" y="4985550"/>
            <a:ext cx="8726965" cy="2416401"/>
            <a:chOff x="-599392" y="-878204"/>
            <a:chExt cx="13805393" cy="3822563"/>
          </a:xfrm>
        </p:grpSpPr>
        <p:grpSp>
          <p:nvGrpSpPr>
            <p:cNvPr id="6122" name="Group 6121">
              <a:extLst>
                <a:ext uri="{FF2B5EF4-FFF2-40B4-BE49-F238E27FC236}">
                  <a16:creationId xmlns:a16="http://schemas.microsoft.com/office/drawing/2014/main" id="{74E25FD3-CC56-E13E-EF29-DF214EEDED48}"/>
                </a:ext>
              </a:extLst>
            </p:cNvPr>
            <p:cNvGrpSpPr/>
            <p:nvPr/>
          </p:nvGrpSpPr>
          <p:grpSpPr>
            <a:xfrm>
              <a:off x="6811099" y="-681609"/>
              <a:ext cx="2263438" cy="2198360"/>
              <a:chOff x="5445106" y="2039507"/>
              <a:chExt cx="2263438" cy="2198360"/>
            </a:xfrm>
          </p:grpSpPr>
          <p:grpSp>
            <p:nvGrpSpPr>
              <p:cNvPr id="8988" name="Group 8987">
                <a:extLst>
                  <a:ext uri="{FF2B5EF4-FFF2-40B4-BE49-F238E27FC236}">
                    <a16:creationId xmlns:a16="http://schemas.microsoft.com/office/drawing/2014/main" id="{D65CCE29-A3AB-D78E-131A-83D02D4DCC93}"/>
                  </a:ext>
                </a:extLst>
              </p:cNvPr>
              <p:cNvGrpSpPr/>
              <p:nvPr/>
            </p:nvGrpSpPr>
            <p:grpSpPr>
              <a:xfrm>
                <a:off x="5445106" y="2644743"/>
                <a:ext cx="1643204" cy="1593124"/>
                <a:chOff x="5445106" y="2644743"/>
                <a:chExt cx="1643204" cy="1593124"/>
              </a:xfrm>
            </p:grpSpPr>
            <p:grpSp>
              <p:nvGrpSpPr>
                <p:cNvPr id="9084" name="Group 9083">
                  <a:extLst>
                    <a:ext uri="{FF2B5EF4-FFF2-40B4-BE49-F238E27FC236}">
                      <a16:creationId xmlns:a16="http://schemas.microsoft.com/office/drawing/2014/main" id="{F143E45F-EBA3-3B8A-DB2C-ECDA7BCC46E5}"/>
                    </a:ext>
                  </a:extLst>
                </p:cNvPr>
                <p:cNvGrpSpPr/>
                <p:nvPr/>
              </p:nvGrpSpPr>
              <p:grpSpPr>
                <a:xfrm>
                  <a:off x="5445106" y="2644743"/>
                  <a:ext cx="1019224" cy="991639"/>
                  <a:chOff x="5886431" y="3225768"/>
                  <a:chExt cx="1019224" cy="991639"/>
                </a:xfrm>
              </p:grpSpPr>
              <p:grpSp>
                <p:nvGrpSpPr>
                  <p:cNvPr id="9132" name="Group 9131">
                    <a:extLst>
                      <a:ext uri="{FF2B5EF4-FFF2-40B4-BE49-F238E27FC236}">
                        <a16:creationId xmlns:a16="http://schemas.microsoft.com/office/drawing/2014/main" id="{EBD1DFBE-D307-42A5-D852-17ED877373CD}"/>
                      </a:ext>
                    </a:extLst>
                  </p:cNvPr>
                  <p:cNvGrpSpPr/>
                  <p:nvPr/>
                </p:nvGrpSpPr>
                <p:grpSpPr>
                  <a:xfrm>
                    <a:off x="6197413" y="3824215"/>
                    <a:ext cx="393192" cy="393192"/>
                    <a:chOff x="5265196" y="3357021"/>
                    <a:chExt cx="393192" cy="393192"/>
                  </a:xfrm>
                </p:grpSpPr>
                <p:grpSp>
                  <p:nvGrpSpPr>
                    <p:cNvPr id="9167" name="Group 9166">
                      <a:extLst>
                        <a:ext uri="{FF2B5EF4-FFF2-40B4-BE49-F238E27FC236}">
                          <a16:creationId xmlns:a16="http://schemas.microsoft.com/office/drawing/2014/main" id="{FDD7A041-E0A1-79EA-D083-AFD7C41A0789}"/>
                        </a:ext>
                      </a:extLst>
                    </p:cNvPr>
                    <p:cNvGrpSpPr/>
                    <p:nvPr/>
                  </p:nvGrpSpPr>
                  <p:grpSpPr>
                    <a:xfrm rot="14400000">
                      <a:off x="5265196" y="3357021"/>
                      <a:ext cx="393192" cy="393192"/>
                      <a:chOff x="5354637" y="3446463"/>
                      <a:chExt cx="214313" cy="214313"/>
                    </a:xfrm>
                  </p:grpSpPr>
                  <p:sp>
                    <p:nvSpPr>
                      <p:cNvPr id="9176" name="Arc 9175">
                        <a:extLst>
                          <a:ext uri="{FF2B5EF4-FFF2-40B4-BE49-F238E27FC236}">
                            <a16:creationId xmlns:a16="http://schemas.microsoft.com/office/drawing/2014/main" id="{5A93AE65-38A3-0031-2639-BAEB0561E18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177" name="Arc 9176">
                        <a:extLst>
                          <a:ext uri="{FF2B5EF4-FFF2-40B4-BE49-F238E27FC236}">
                            <a16:creationId xmlns:a16="http://schemas.microsoft.com/office/drawing/2014/main" id="{A8B22659-2341-E9C9-766B-FC71AE9BE05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168" name="Group 9167">
                      <a:extLst>
                        <a:ext uri="{FF2B5EF4-FFF2-40B4-BE49-F238E27FC236}">
                          <a16:creationId xmlns:a16="http://schemas.microsoft.com/office/drawing/2014/main" id="{FF88F034-1848-0A8A-E7A2-750C85C77A9C}"/>
                        </a:ext>
                      </a:extLst>
                    </p:cNvPr>
                    <p:cNvGrpSpPr/>
                    <p:nvPr/>
                  </p:nvGrpSpPr>
                  <p:grpSpPr>
                    <a:xfrm>
                      <a:off x="5310186" y="3402011"/>
                      <a:ext cx="303213" cy="303213"/>
                      <a:chOff x="5310186" y="3402011"/>
                      <a:chExt cx="303213" cy="303213"/>
                    </a:xfrm>
                  </p:grpSpPr>
                  <p:grpSp>
                    <p:nvGrpSpPr>
                      <p:cNvPr id="9169" name="Group 9168">
                        <a:extLst>
                          <a:ext uri="{FF2B5EF4-FFF2-40B4-BE49-F238E27FC236}">
                            <a16:creationId xmlns:a16="http://schemas.microsoft.com/office/drawing/2014/main" id="{0B8ADB60-E907-CC19-D7FE-EE9311746CB7}"/>
                          </a:ext>
                        </a:extLst>
                      </p:cNvPr>
                      <p:cNvGrpSpPr/>
                      <p:nvPr/>
                    </p:nvGrpSpPr>
                    <p:grpSpPr>
                      <a:xfrm>
                        <a:off x="5354636" y="3446461"/>
                        <a:ext cx="214313" cy="214313"/>
                        <a:chOff x="5354637" y="3446463"/>
                        <a:chExt cx="214313" cy="214313"/>
                      </a:xfrm>
                    </p:grpSpPr>
                    <p:sp>
                      <p:nvSpPr>
                        <p:cNvPr id="9174" name="Arc 9173">
                          <a:extLst>
                            <a:ext uri="{FF2B5EF4-FFF2-40B4-BE49-F238E27FC236}">
                              <a16:creationId xmlns:a16="http://schemas.microsoft.com/office/drawing/2014/main" id="{3F6092C4-7837-65C9-1B0A-4BB078F2A77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175" name="Arc 9174">
                          <a:extLst>
                            <a:ext uri="{FF2B5EF4-FFF2-40B4-BE49-F238E27FC236}">
                              <a16:creationId xmlns:a16="http://schemas.microsoft.com/office/drawing/2014/main" id="{DD634B60-D98B-9FDF-1F2C-50FCDB0F18F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170" name="Group 9169">
                        <a:extLst>
                          <a:ext uri="{FF2B5EF4-FFF2-40B4-BE49-F238E27FC236}">
                            <a16:creationId xmlns:a16="http://schemas.microsoft.com/office/drawing/2014/main" id="{DC2594AD-5D75-411A-93AE-F5B09F5AF398}"/>
                          </a:ext>
                        </a:extLst>
                      </p:cNvPr>
                      <p:cNvGrpSpPr/>
                      <p:nvPr/>
                    </p:nvGrpSpPr>
                    <p:grpSpPr>
                      <a:xfrm rot="7200000">
                        <a:off x="5310186" y="3402011"/>
                        <a:ext cx="303213" cy="303213"/>
                        <a:chOff x="5354637" y="3446463"/>
                        <a:chExt cx="214313" cy="214313"/>
                      </a:xfrm>
                    </p:grpSpPr>
                    <p:sp>
                      <p:nvSpPr>
                        <p:cNvPr id="9172" name="Arc 9171">
                          <a:extLst>
                            <a:ext uri="{FF2B5EF4-FFF2-40B4-BE49-F238E27FC236}">
                              <a16:creationId xmlns:a16="http://schemas.microsoft.com/office/drawing/2014/main" id="{E1DD5765-6574-6550-7802-877C5663D3F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173" name="Arc 9172">
                          <a:extLst>
                            <a:ext uri="{FF2B5EF4-FFF2-40B4-BE49-F238E27FC236}">
                              <a16:creationId xmlns:a16="http://schemas.microsoft.com/office/drawing/2014/main" id="{11C17F8F-6C69-6ED7-E445-F33907876A8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171" name="TextBox 9170">
                        <a:extLst>
                          <a:ext uri="{FF2B5EF4-FFF2-40B4-BE49-F238E27FC236}">
                            <a16:creationId xmlns:a16="http://schemas.microsoft.com/office/drawing/2014/main" id="{2353E0E6-149D-C313-5268-967D82343D00}"/>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133" name="Group 9132">
                    <a:extLst>
                      <a:ext uri="{FF2B5EF4-FFF2-40B4-BE49-F238E27FC236}">
                        <a16:creationId xmlns:a16="http://schemas.microsoft.com/office/drawing/2014/main" id="{28F1E519-20AE-B3DD-9344-028C9E370673}"/>
                      </a:ext>
                    </a:extLst>
                  </p:cNvPr>
                  <p:cNvGrpSpPr/>
                  <p:nvPr/>
                </p:nvGrpSpPr>
                <p:grpSpPr>
                  <a:xfrm>
                    <a:off x="5886431" y="3525040"/>
                    <a:ext cx="393192" cy="393192"/>
                    <a:chOff x="5265196" y="3932619"/>
                    <a:chExt cx="393192" cy="393192"/>
                  </a:xfrm>
                </p:grpSpPr>
                <p:grpSp>
                  <p:nvGrpSpPr>
                    <p:cNvPr id="9157" name="Group 9156">
                      <a:extLst>
                        <a:ext uri="{FF2B5EF4-FFF2-40B4-BE49-F238E27FC236}">
                          <a16:creationId xmlns:a16="http://schemas.microsoft.com/office/drawing/2014/main" id="{F9A1C893-1494-F054-292C-3277AF82FA38}"/>
                        </a:ext>
                      </a:extLst>
                    </p:cNvPr>
                    <p:cNvGrpSpPr/>
                    <p:nvPr/>
                  </p:nvGrpSpPr>
                  <p:grpSpPr>
                    <a:xfrm>
                      <a:off x="5354636" y="4022061"/>
                      <a:ext cx="214313" cy="214313"/>
                      <a:chOff x="5354637" y="3446463"/>
                      <a:chExt cx="214313" cy="214313"/>
                    </a:xfrm>
                  </p:grpSpPr>
                  <p:sp>
                    <p:nvSpPr>
                      <p:cNvPr id="9165" name="Arc 9164">
                        <a:extLst>
                          <a:ext uri="{FF2B5EF4-FFF2-40B4-BE49-F238E27FC236}">
                            <a16:creationId xmlns:a16="http://schemas.microsoft.com/office/drawing/2014/main" id="{59B305B8-A368-990A-FCDE-8049DA72615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166" name="Arc 9165">
                        <a:extLst>
                          <a:ext uri="{FF2B5EF4-FFF2-40B4-BE49-F238E27FC236}">
                            <a16:creationId xmlns:a16="http://schemas.microsoft.com/office/drawing/2014/main" id="{02D042C3-57D9-FD4E-B328-47222C5FEF1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158" name="Group 9157">
                      <a:extLst>
                        <a:ext uri="{FF2B5EF4-FFF2-40B4-BE49-F238E27FC236}">
                          <a16:creationId xmlns:a16="http://schemas.microsoft.com/office/drawing/2014/main" id="{7B1DE4D0-D94A-2CFD-C6D9-CBBFE908190B}"/>
                        </a:ext>
                      </a:extLst>
                    </p:cNvPr>
                    <p:cNvGrpSpPr/>
                    <p:nvPr/>
                  </p:nvGrpSpPr>
                  <p:grpSpPr>
                    <a:xfrm rot="14400000">
                      <a:off x="5310186" y="3977611"/>
                      <a:ext cx="303213" cy="303213"/>
                      <a:chOff x="5354637" y="3446463"/>
                      <a:chExt cx="214313" cy="214313"/>
                    </a:xfrm>
                  </p:grpSpPr>
                  <p:sp>
                    <p:nvSpPr>
                      <p:cNvPr id="9163" name="Arc 9162">
                        <a:extLst>
                          <a:ext uri="{FF2B5EF4-FFF2-40B4-BE49-F238E27FC236}">
                            <a16:creationId xmlns:a16="http://schemas.microsoft.com/office/drawing/2014/main" id="{58DABE11-25B2-A20C-1455-4D36C17F4CA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164" name="Arc 9163">
                        <a:extLst>
                          <a:ext uri="{FF2B5EF4-FFF2-40B4-BE49-F238E27FC236}">
                            <a16:creationId xmlns:a16="http://schemas.microsoft.com/office/drawing/2014/main" id="{C3734F5B-B5F7-71D5-5076-5347B2A4922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159" name="Group 9158">
                      <a:extLst>
                        <a:ext uri="{FF2B5EF4-FFF2-40B4-BE49-F238E27FC236}">
                          <a16:creationId xmlns:a16="http://schemas.microsoft.com/office/drawing/2014/main" id="{9B1FB3C4-4228-4D68-1A3E-8150692D2AE3}"/>
                        </a:ext>
                      </a:extLst>
                    </p:cNvPr>
                    <p:cNvGrpSpPr/>
                    <p:nvPr/>
                  </p:nvGrpSpPr>
                  <p:grpSpPr>
                    <a:xfrm rot="7200000">
                      <a:off x="5265196" y="3932619"/>
                      <a:ext cx="393192" cy="393192"/>
                      <a:chOff x="5354637" y="3446463"/>
                      <a:chExt cx="214313" cy="214313"/>
                    </a:xfrm>
                  </p:grpSpPr>
                  <p:sp>
                    <p:nvSpPr>
                      <p:cNvPr id="9161" name="Arc 9160">
                        <a:extLst>
                          <a:ext uri="{FF2B5EF4-FFF2-40B4-BE49-F238E27FC236}">
                            <a16:creationId xmlns:a16="http://schemas.microsoft.com/office/drawing/2014/main" id="{13C907C1-4502-C64E-C394-817D8DFE028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162" name="Arc 9161">
                        <a:extLst>
                          <a:ext uri="{FF2B5EF4-FFF2-40B4-BE49-F238E27FC236}">
                            <a16:creationId xmlns:a16="http://schemas.microsoft.com/office/drawing/2014/main" id="{F74F9F19-CAF4-A614-3340-086B33CA7F9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160" name="TextBox 9159">
                      <a:extLst>
                        <a:ext uri="{FF2B5EF4-FFF2-40B4-BE49-F238E27FC236}">
                          <a16:creationId xmlns:a16="http://schemas.microsoft.com/office/drawing/2014/main" id="{F5135D84-2E19-818B-EFB2-EC21C09CFE65}"/>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9134" name="Group 9133">
                    <a:extLst>
                      <a:ext uri="{FF2B5EF4-FFF2-40B4-BE49-F238E27FC236}">
                        <a16:creationId xmlns:a16="http://schemas.microsoft.com/office/drawing/2014/main" id="{79235B16-D266-2986-1843-E800BB23A412}"/>
                      </a:ext>
                    </a:extLst>
                  </p:cNvPr>
                  <p:cNvGrpSpPr/>
                  <p:nvPr/>
                </p:nvGrpSpPr>
                <p:grpSpPr>
                  <a:xfrm>
                    <a:off x="6512463" y="3525040"/>
                    <a:ext cx="393192" cy="393192"/>
                    <a:chOff x="6389147" y="3357021"/>
                    <a:chExt cx="393192" cy="393192"/>
                  </a:xfrm>
                </p:grpSpPr>
                <p:grpSp>
                  <p:nvGrpSpPr>
                    <p:cNvPr id="9146" name="Group 9145">
                      <a:extLst>
                        <a:ext uri="{FF2B5EF4-FFF2-40B4-BE49-F238E27FC236}">
                          <a16:creationId xmlns:a16="http://schemas.microsoft.com/office/drawing/2014/main" id="{AE78716C-CEC8-6484-F07C-DC716C12F2B6}"/>
                        </a:ext>
                      </a:extLst>
                    </p:cNvPr>
                    <p:cNvGrpSpPr/>
                    <p:nvPr/>
                  </p:nvGrpSpPr>
                  <p:grpSpPr>
                    <a:xfrm rot="7200000" flipH="1">
                      <a:off x="6389147" y="3357021"/>
                      <a:ext cx="393192" cy="393192"/>
                      <a:chOff x="5354637" y="3446463"/>
                      <a:chExt cx="214313" cy="214313"/>
                    </a:xfrm>
                  </p:grpSpPr>
                  <p:sp>
                    <p:nvSpPr>
                      <p:cNvPr id="9155" name="Arc 9154">
                        <a:extLst>
                          <a:ext uri="{FF2B5EF4-FFF2-40B4-BE49-F238E27FC236}">
                            <a16:creationId xmlns:a16="http://schemas.microsoft.com/office/drawing/2014/main" id="{C4549703-CCF0-B388-FCB4-9271FE99AC0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156" name="Arc 9155">
                        <a:extLst>
                          <a:ext uri="{FF2B5EF4-FFF2-40B4-BE49-F238E27FC236}">
                            <a16:creationId xmlns:a16="http://schemas.microsoft.com/office/drawing/2014/main" id="{647825C6-2B62-38D2-020E-09396D96F84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147" name="Group 9146">
                      <a:extLst>
                        <a:ext uri="{FF2B5EF4-FFF2-40B4-BE49-F238E27FC236}">
                          <a16:creationId xmlns:a16="http://schemas.microsoft.com/office/drawing/2014/main" id="{E0A4562B-58F1-8DB2-D41D-927A8E8FB997}"/>
                        </a:ext>
                      </a:extLst>
                    </p:cNvPr>
                    <p:cNvGrpSpPr/>
                    <p:nvPr/>
                  </p:nvGrpSpPr>
                  <p:grpSpPr>
                    <a:xfrm>
                      <a:off x="6434137" y="3402011"/>
                      <a:ext cx="303213" cy="303213"/>
                      <a:chOff x="6434137" y="3402011"/>
                      <a:chExt cx="303213" cy="303213"/>
                    </a:xfrm>
                  </p:grpSpPr>
                  <p:grpSp>
                    <p:nvGrpSpPr>
                      <p:cNvPr id="9148" name="Group 9147">
                        <a:extLst>
                          <a:ext uri="{FF2B5EF4-FFF2-40B4-BE49-F238E27FC236}">
                            <a16:creationId xmlns:a16="http://schemas.microsoft.com/office/drawing/2014/main" id="{ED076495-01A7-D687-4812-A46AA6D80F12}"/>
                          </a:ext>
                        </a:extLst>
                      </p:cNvPr>
                      <p:cNvGrpSpPr/>
                      <p:nvPr/>
                    </p:nvGrpSpPr>
                    <p:grpSpPr>
                      <a:xfrm flipH="1">
                        <a:off x="6478587" y="3446461"/>
                        <a:ext cx="214313" cy="214313"/>
                        <a:chOff x="5354637" y="3446463"/>
                        <a:chExt cx="214313" cy="214313"/>
                      </a:xfrm>
                    </p:grpSpPr>
                    <p:sp>
                      <p:nvSpPr>
                        <p:cNvPr id="9153" name="Arc 9152">
                          <a:extLst>
                            <a:ext uri="{FF2B5EF4-FFF2-40B4-BE49-F238E27FC236}">
                              <a16:creationId xmlns:a16="http://schemas.microsoft.com/office/drawing/2014/main" id="{7C3D41B6-212E-2D81-9122-29CD91A580F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154" name="Arc 9153">
                          <a:extLst>
                            <a:ext uri="{FF2B5EF4-FFF2-40B4-BE49-F238E27FC236}">
                              <a16:creationId xmlns:a16="http://schemas.microsoft.com/office/drawing/2014/main" id="{E544B0A3-D037-A120-C3FC-A54BBB606E3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149" name="Group 9148">
                        <a:extLst>
                          <a:ext uri="{FF2B5EF4-FFF2-40B4-BE49-F238E27FC236}">
                            <a16:creationId xmlns:a16="http://schemas.microsoft.com/office/drawing/2014/main" id="{125121C2-E660-FA17-88F9-E502E473587C}"/>
                          </a:ext>
                        </a:extLst>
                      </p:cNvPr>
                      <p:cNvGrpSpPr/>
                      <p:nvPr/>
                    </p:nvGrpSpPr>
                    <p:grpSpPr>
                      <a:xfrm rot="14400000" flipH="1">
                        <a:off x="6434137" y="3402011"/>
                        <a:ext cx="303213" cy="303213"/>
                        <a:chOff x="5354637" y="3446463"/>
                        <a:chExt cx="214313" cy="214313"/>
                      </a:xfrm>
                    </p:grpSpPr>
                    <p:sp>
                      <p:nvSpPr>
                        <p:cNvPr id="9151" name="Arc 9150">
                          <a:extLst>
                            <a:ext uri="{FF2B5EF4-FFF2-40B4-BE49-F238E27FC236}">
                              <a16:creationId xmlns:a16="http://schemas.microsoft.com/office/drawing/2014/main" id="{8F27820E-DCDB-330F-E74E-F3309C21870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152" name="Arc 9151">
                          <a:extLst>
                            <a:ext uri="{FF2B5EF4-FFF2-40B4-BE49-F238E27FC236}">
                              <a16:creationId xmlns:a16="http://schemas.microsoft.com/office/drawing/2014/main" id="{1B4AB43C-3702-8CE2-103E-003F2A7CA12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150" name="TextBox 9149">
                        <a:extLst>
                          <a:ext uri="{FF2B5EF4-FFF2-40B4-BE49-F238E27FC236}">
                            <a16:creationId xmlns:a16="http://schemas.microsoft.com/office/drawing/2014/main" id="{84C03AC3-CDF9-8577-1EA0-288795E25B3C}"/>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135" name="Group 9134">
                    <a:extLst>
                      <a:ext uri="{FF2B5EF4-FFF2-40B4-BE49-F238E27FC236}">
                        <a16:creationId xmlns:a16="http://schemas.microsoft.com/office/drawing/2014/main" id="{E5301448-23C1-C6AF-62CD-96720F05E786}"/>
                      </a:ext>
                    </a:extLst>
                  </p:cNvPr>
                  <p:cNvGrpSpPr/>
                  <p:nvPr/>
                </p:nvGrpSpPr>
                <p:grpSpPr>
                  <a:xfrm>
                    <a:off x="6197413" y="3225768"/>
                    <a:ext cx="393192" cy="393192"/>
                    <a:chOff x="6389147" y="3932622"/>
                    <a:chExt cx="393192" cy="393192"/>
                  </a:xfrm>
                </p:grpSpPr>
                <p:grpSp>
                  <p:nvGrpSpPr>
                    <p:cNvPr id="9136" name="Group 9135">
                      <a:extLst>
                        <a:ext uri="{FF2B5EF4-FFF2-40B4-BE49-F238E27FC236}">
                          <a16:creationId xmlns:a16="http://schemas.microsoft.com/office/drawing/2014/main" id="{726FFC15-254C-C718-8665-8BF0F7308098}"/>
                        </a:ext>
                      </a:extLst>
                    </p:cNvPr>
                    <p:cNvGrpSpPr/>
                    <p:nvPr/>
                  </p:nvGrpSpPr>
                  <p:grpSpPr>
                    <a:xfrm flipH="1">
                      <a:off x="6478587" y="4022061"/>
                      <a:ext cx="214313" cy="214313"/>
                      <a:chOff x="5354637" y="3446463"/>
                      <a:chExt cx="214313" cy="214313"/>
                    </a:xfrm>
                  </p:grpSpPr>
                  <p:sp>
                    <p:nvSpPr>
                      <p:cNvPr id="9144" name="Arc 9143">
                        <a:extLst>
                          <a:ext uri="{FF2B5EF4-FFF2-40B4-BE49-F238E27FC236}">
                            <a16:creationId xmlns:a16="http://schemas.microsoft.com/office/drawing/2014/main" id="{48547632-31FB-2373-5306-0E3D52A6DEC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145" name="Arc 9144">
                        <a:extLst>
                          <a:ext uri="{FF2B5EF4-FFF2-40B4-BE49-F238E27FC236}">
                            <a16:creationId xmlns:a16="http://schemas.microsoft.com/office/drawing/2014/main" id="{604B2E5C-0059-A7CF-93F8-A5E3E07C992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137" name="Group 9136">
                      <a:extLst>
                        <a:ext uri="{FF2B5EF4-FFF2-40B4-BE49-F238E27FC236}">
                          <a16:creationId xmlns:a16="http://schemas.microsoft.com/office/drawing/2014/main" id="{7FD26312-F463-4B96-7A2B-013407250894}"/>
                        </a:ext>
                      </a:extLst>
                    </p:cNvPr>
                    <p:cNvGrpSpPr/>
                    <p:nvPr/>
                  </p:nvGrpSpPr>
                  <p:grpSpPr>
                    <a:xfrm rot="7200000" flipH="1">
                      <a:off x="6434137" y="3977611"/>
                      <a:ext cx="303213" cy="303213"/>
                      <a:chOff x="5354637" y="3446463"/>
                      <a:chExt cx="214313" cy="214313"/>
                    </a:xfrm>
                  </p:grpSpPr>
                  <p:sp>
                    <p:nvSpPr>
                      <p:cNvPr id="9142" name="Arc 9141">
                        <a:extLst>
                          <a:ext uri="{FF2B5EF4-FFF2-40B4-BE49-F238E27FC236}">
                            <a16:creationId xmlns:a16="http://schemas.microsoft.com/office/drawing/2014/main" id="{79BFB922-B861-6F82-B661-45F08BCF5DA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143" name="Arc 9142">
                        <a:extLst>
                          <a:ext uri="{FF2B5EF4-FFF2-40B4-BE49-F238E27FC236}">
                            <a16:creationId xmlns:a16="http://schemas.microsoft.com/office/drawing/2014/main" id="{F4B32F65-7757-BE3E-A4D5-23CA46D63EA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138" name="Group 9137">
                      <a:extLst>
                        <a:ext uri="{FF2B5EF4-FFF2-40B4-BE49-F238E27FC236}">
                          <a16:creationId xmlns:a16="http://schemas.microsoft.com/office/drawing/2014/main" id="{04E0B459-EDBB-206E-8BBC-D3673A818F89}"/>
                        </a:ext>
                      </a:extLst>
                    </p:cNvPr>
                    <p:cNvGrpSpPr/>
                    <p:nvPr/>
                  </p:nvGrpSpPr>
                  <p:grpSpPr>
                    <a:xfrm rot="14400000" flipH="1">
                      <a:off x="6389147" y="3932622"/>
                      <a:ext cx="393192" cy="393192"/>
                      <a:chOff x="5354637" y="3446463"/>
                      <a:chExt cx="214313" cy="214313"/>
                    </a:xfrm>
                  </p:grpSpPr>
                  <p:sp>
                    <p:nvSpPr>
                      <p:cNvPr id="9140" name="Arc 9139">
                        <a:extLst>
                          <a:ext uri="{FF2B5EF4-FFF2-40B4-BE49-F238E27FC236}">
                            <a16:creationId xmlns:a16="http://schemas.microsoft.com/office/drawing/2014/main" id="{448DEB61-A1F0-58D9-D2C6-D8F728506FF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141" name="Arc 9140">
                        <a:extLst>
                          <a:ext uri="{FF2B5EF4-FFF2-40B4-BE49-F238E27FC236}">
                            <a16:creationId xmlns:a16="http://schemas.microsoft.com/office/drawing/2014/main" id="{C5BDAA97-333A-E639-A6AE-B017EC983BC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139" name="TextBox 9138">
                      <a:extLst>
                        <a:ext uri="{FF2B5EF4-FFF2-40B4-BE49-F238E27FC236}">
                          <a16:creationId xmlns:a16="http://schemas.microsoft.com/office/drawing/2014/main" id="{C3A69090-D937-17B8-C4F6-6D75E3092535}"/>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085" name="Group 9084">
                  <a:extLst>
                    <a:ext uri="{FF2B5EF4-FFF2-40B4-BE49-F238E27FC236}">
                      <a16:creationId xmlns:a16="http://schemas.microsoft.com/office/drawing/2014/main" id="{84279135-2BEF-F21C-858C-3F62B50FF6F9}"/>
                    </a:ext>
                  </a:extLst>
                </p:cNvPr>
                <p:cNvGrpSpPr/>
                <p:nvPr/>
              </p:nvGrpSpPr>
              <p:grpSpPr>
                <a:xfrm>
                  <a:off x="6069086" y="3246228"/>
                  <a:ext cx="1019224" cy="991639"/>
                  <a:chOff x="5886431" y="3225768"/>
                  <a:chExt cx="1019224" cy="991639"/>
                </a:xfrm>
              </p:grpSpPr>
              <p:grpSp>
                <p:nvGrpSpPr>
                  <p:cNvPr id="9086" name="Group 9085">
                    <a:extLst>
                      <a:ext uri="{FF2B5EF4-FFF2-40B4-BE49-F238E27FC236}">
                        <a16:creationId xmlns:a16="http://schemas.microsoft.com/office/drawing/2014/main" id="{5C09DE41-0AE9-5401-1FAE-FCC0B9A1F479}"/>
                      </a:ext>
                    </a:extLst>
                  </p:cNvPr>
                  <p:cNvGrpSpPr/>
                  <p:nvPr/>
                </p:nvGrpSpPr>
                <p:grpSpPr>
                  <a:xfrm>
                    <a:off x="6197413" y="3824215"/>
                    <a:ext cx="393192" cy="393192"/>
                    <a:chOff x="5265196" y="3357021"/>
                    <a:chExt cx="393192" cy="393192"/>
                  </a:xfrm>
                </p:grpSpPr>
                <p:grpSp>
                  <p:nvGrpSpPr>
                    <p:cNvPr id="9121" name="Group 9120">
                      <a:extLst>
                        <a:ext uri="{FF2B5EF4-FFF2-40B4-BE49-F238E27FC236}">
                          <a16:creationId xmlns:a16="http://schemas.microsoft.com/office/drawing/2014/main" id="{0EBF0312-05A3-85B0-C1C6-CEEED72AB06F}"/>
                        </a:ext>
                      </a:extLst>
                    </p:cNvPr>
                    <p:cNvGrpSpPr/>
                    <p:nvPr/>
                  </p:nvGrpSpPr>
                  <p:grpSpPr>
                    <a:xfrm rot="14400000">
                      <a:off x="5265196" y="3357021"/>
                      <a:ext cx="393192" cy="393192"/>
                      <a:chOff x="5354637" y="3446463"/>
                      <a:chExt cx="214313" cy="214313"/>
                    </a:xfrm>
                  </p:grpSpPr>
                  <p:sp>
                    <p:nvSpPr>
                      <p:cNvPr id="9130" name="Arc 9129">
                        <a:extLst>
                          <a:ext uri="{FF2B5EF4-FFF2-40B4-BE49-F238E27FC236}">
                            <a16:creationId xmlns:a16="http://schemas.microsoft.com/office/drawing/2014/main" id="{955E1324-C87D-9E98-D9B2-3FAE1A63483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131" name="Arc 9130">
                        <a:extLst>
                          <a:ext uri="{FF2B5EF4-FFF2-40B4-BE49-F238E27FC236}">
                            <a16:creationId xmlns:a16="http://schemas.microsoft.com/office/drawing/2014/main" id="{34A38701-5CD9-A547-82E7-5E666D1743E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122" name="Group 9121">
                      <a:extLst>
                        <a:ext uri="{FF2B5EF4-FFF2-40B4-BE49-F238E27FC236}">
                          <a16:creationId xmlns:a16="http://schemas.microsoft.com/office/drawing/2014/main" id="{2F7847A0-2FE4-A53C-1AFE-B0302A8B52EA}"/>
                        </a:ext>
                      </a:extLst>
                    </p:cNvPr>
                    <p:cNvGrpSpPr/>
                    <p:nvPr/>
                  </p:nvGrpSpPr>
                  <p:grpSpPr>
                    <a:xfrm>
                      <a:off x="5310186" y="3402011"/>
                      <a:ext cx="303213" cy="303213"/>
                      <a:chOff x="5310186" y="3402011"/>
                      <a:chExt cx="303213" cy="303213"/>
                    </a:xfrm>
                  </p:grpSpPr>
                  <p:grpSp>
                    <p:nvGrpSpPr>
                      <p:cNvPr id="9123" name="Group 9122">
                        <a:extLst>
                          <a:ext uri="{FF2B5EF4-FFF2-40B4-BE49-F238E27FC236}">
                            <a16:creationId xmlns:a16="http://schemas.microsoft.com/office/drawing/2014/main" id="{4EC860B3-BE32-91FC-57FD-A200A07E5342}"/>
                          </a:ext>
                        </a:extLst>
                      </p:cNvPr>
                      <p:cNvGrpSpPr/>
                      <p:nvPr/>
                    </p:nvGrpSpPr>
                    <p:grpSpPr>
                      <a:xfrm>
                        <a:off x="5354636" y="3446461"/>
                        <a:ext cx="214313" cy="214313"/>
                        <a:chOff x="5354637" y="3446463"/>
                        <a:chExt cx="214313" cy="214313"/>
                      </a:xfrm>
                    </p:grpSpPr>
                    <p:sp>
                      <p:nvSpPr>
                        <p:cNvPr id="9128" name="Arc 9127">
                          <a:extLst>
                            <a:ext uri="{FF2B5EF4-FFF2-40B4-BE49-F238E27FC236}">
                              <a16:creationId xmlns:a16="http://schemas.microsoft.com/office/drawing/2014/main" id="{9677F555-25E2-8143-EA3A-C848EAFBB99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129" name="Arc 9128">
                          <a:extLst>
                            <a:ext uri="{FF2B5EF4-FFF2-40B4-BE49-F238E27FC236}">
                              <a16:creationId xmlns:a16="http://schemas.microsoft.com/office/drawing/2014/main" id="{D6686A82-0067-F63C-112D-6850AB25AE9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124" name="Group 9123">
                        <a:extLst>
                          <a:ext uri="{FF2B5EF4-FFF2-40B4-BE49-F238E27FC236}">
                            <a16:creationId xmlns:a16="http://schemas.microsoft.com/office/drawing/2014/main" id="{1B448C2B-D6F9-FB2C-00A8-D77A44B1EA10}"/>
                          </a:ext>
                        </a:extLst>
                      </p:cNvPr>
                      <p:cNvGrpSpPr/>
                      <p:nvPr/>
                    </p:nvGrpSpPr>
                    <p:grpSpPr>
                      <a:xfrm rot="7200000">
                        <a:off x="5310186" y="3402011"/>
                        <a:ext cx="303213" cy="303213"/>
                        <a:chOff x="5354637" y="3446463"/>
                        <a:chExt cx="214313" cy="214313"/>
                      </a:xfrm>
                    </p:grpSpPr>
                    <p:sp>
                      <p:nvSpPr>
                        <p:cNvPr id="9126" name="Arc 9125">
                          <a:extLst>
                            <a:ext uri="{FF2B5EF4-FFF2-40B4-BE49-F238E27FC236}">
                              <a16:creationId xmlns:a16="http://schemas.microsoft.com/office/drawing/2014/main" id="{B96D42FC-8A8F-0334-E087-2975205303F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127" name="Arc 9126">
                          <a:extLst>
                            <a:ext uri="{FF2B5EF4-FFF2-40B4-BE49-F238E27FC236}">
                              <a16:creationId xmlns:a16="http://schemas.microsoft.com/office/drawing/2014/main" id="{3D5F2423-C7FA-18DA-54E2-2AFEEBCE0DC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125" name="TextBox 9124">
                        <a:extLst>
                          <a:ext uri="{FF2B5EF4-FFF2-40B4-BE49-F238E27FC236}">
                            <a16:creationId xmlns:a16="http://schemas.microsoft.com/office/drawing/2014/main" id="{C6100FCB-9120-D719-24BE-A7CFA257C42D}"/>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087" name="Group 9086">
                    <a:extLst>
                      <a:ext uri="{FF2B5EF4-FFF2-40B4-BE49-F238E27FC236}">
                        <a16:creationId xmlns:a16="http://schemas.microsoft.com/office/drawing/2014/main" id="{442DA993-A287-34F9-4A75-86A24DF82FA8}"/>
                      </a:ext>
                    </a:extLst>
                  </p:cNvPr>
                  <p:cNvGrpSpPr/>
                  <p:nvPr/>
                </p:nvGrpSpPr>
                <p:grpSpPr>
                  <a:xfrm>
                    <a:off x="5886431" y="3525040"/>
                    <a:ext cx="393192" cy="393192"/>
                    <a:chOff x="5265196" y="3932619"/>
                    <a:chExt cx="393192" cy="393192"/>
                  </a:xfrm>
                </p:grpSpPr>
                <p:grpSp>
                  <p:nvGrpSpPr>
                    <p:cNvPr id="9111" name="Group 9110">
                      <a:extLst>
                        <a:ext uri="{FF2B5EF4-FFF2-40B4-BE49-F238E27FC236}">
                          <a16:creationId xmlns:a16="http://schemas.microsoft.com/office/drawing/2014/main" id="{043318BE-8224-118F-0B6D-A58BB28C0441}"/>
                        </a:ext>
                      </a:extLst>
                    </p:cNvPr>
                    <p:cNvGrpSpPr/>
                    <p:nvPr/>
                  </p:nvGrpSpPr>
                  <p:grpSpPr>
                    <a:xfrm>
                      <a:off x="5354636" y="4022061"/>
                      <a:ext cx="214313" cy="214313"/>
                      <a:chOff x="5354637" y="3446463"/>
                      <a:chExt cx="214313" cy="214313"/>
                    </a:xfrm>
                  </p:grpSpPr>
                  <p:sp>
                    <p:nvSpPr>
                      <p:cNvPr id="9119" name="Arc 9118">
                        <a:extLst>
                          <a:ext uri="{FF2B5EF4-FFF2-40B4-BE49-F238E27FC236}">
                            <a16:creationId xmlns:a16="http://schemas.microsoft.com/office/drawing/2014/main" id="{F315807C-4BEC-B646-2B1A-A7FC71A96F6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120" name="Arc 9119">
                        <a:extLst>
                          <a:ext uri="{FF2B5EF4-FFF2-40B4-BE49-F238E27FC236}">
                            <a16:creationId xmlns:a16="http://schemas.microsoft.com/office/drawing/2014/main" id="{A4FDE649-97B6-EDD7-4135-9E6CC8EEF37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112" name="Group 9111">
                      <a:extLst>
                        <a:ext uri="{FF2B5EF4-FFF2-40B4-BE49-F238E27FC236}">
                          <a16:creationId xmlns:a16="http://schemas.microsoft.com/office/drawing/2014/main" id="{0C27ABA9-BBCC-4B69-E2F0-54E1DCF25E67}"/>
                        </a:ext>
                      </a:extLst>
                    </p:cNvPr>
                    <p:cNvGrpSpPr/>
                    <p:nvPr/>
                  </p:nvGrpSpPr>
                  <p:grpSpPr>
                    <a:xfrm rot="14400000">
                      <a:off x="5310186" y="3977611"/>
                      <a:ext cx="303213" cy="303213"/>
                      <a:chOff x="5354637" y="3446463"/>
                      <a:chExt cx="214313" cy="214313"/>
                    </a:xfrm>
                  </p:grpSpPr>
                  <p:sp>
                    <p:nvSpPr>
                      <p:cNvPr id="9117" name="Arc 9116">
                        <a:extLst>
                          <a:ext uri="{FF2B5EF4-FFF2-40B4-BE49-F238E27FC236}">
                            <a16:creationId xmlns:a16="http://schemas.microsoft.com/office/drawing/2014/main" id="{82F17155-4995-0CED-F251-E05AC2FFE2A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118" name="Arc 9117">
                        <a:extLst>
                          <a:ext uri="{FF2B5EF4-FFF2-40B4-BE49-F238E27FC236}">
                            <a16:creationId xmlns:a16="http://schemas.microsoft.com/office/drawing/2014/main" id="{2A42FFF5-6AA0-987B-9DB5-DA4F04EED07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113" name="Group 9112">
                      <a:extLst>
                        <a:ext uri="{FF2B5EF4-FFF2-40B4-BE49-F238E27FC236}">
                          <a16:creationId xmlns:a16="http://schemas.microsoft.com/office/drawing/2014/main" id="{5461C7A4-602F-B96C-8304-8CBA20706742}"/>
                        </a:ext>
                      </a:extLst>
                    </p:cNvPr>
                    <p:cNvGrpSpPr/>
                    <p:nvPr/>
                  </p:nvGrpSpPr>
                  <p:grpSpPr>
                    <a:xfrm rot="7200000">
                      <a:off x="5265196" y="3932619"/>
                      <a:ext cx="393192" cy="393192"/>
                      <a:chOff x="5354637" y="3446463"/>
                      <a:chExt cx="214313" cy="214313"/>
                    </a:xfrm>
                  </p:grpSpPr>
                  <p:sp>
                    <p:nvSpPr>
                      <p:cNvPr id="9115" name="Arc 9114">
                        <a:extLst>
                          <a:ext uri="{FF2B5EF4-FFF2-40B4-BE49-F238E27FC236}">
                            <a16:creationId xmlns:a16="http://schemas.microsoft.com/office/drawing/2014/main" id="{67773388-B61E-7C9A-2D99-B1B39999EDF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116" name="Arc 9115">
                        <a:extLst>
                          <a:ext uri="{FF2B5EF4-FFF2-40B4-BE49-F238E27FC236}">
                            <a16:creationId xmlns:a16="http://schemas.microsoft.com/office/drawing/2014/main" id="{40EC1662-B29D-7FD6-C6DF-85E55F417E5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114" name="TextBox 9113">
                      <a:extLst>
                        <a:ext uri="{FF2B5EF4-FFF2-40B4-BE49-F238E27FC236}">
                          <a16:creationId xmlns:a16="http://schemas.microsoft.com/office/drawing/2014/main" id="{821DB682-A941-527C-67F7-2F1E30045D95}"/>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9088" name="Group 9087">
                    <a:extLst>
                      <a:ext uri="{FF2B5EF4-FFF2-40B4-BE49-F238E27FC236}">
                        <a16:creationId xmlns:a16="http://schemas.microsoft.com/office/drawing/2014/main" id="{EB8C4C23-E5C2-0E91-3015-ABC5064C8DCF}"/>
                      </a:ext>
                    </a:extLst>
                  </p:cNvPr>
                  <p:cNvGrpSpPr/>
                  <p:nvPr/>
                </p:nvGrpSpPr>
                <p:grpSpPr>
                  <a:xfrm>
                    <a:off x="6512463" y="3525040"/>
                    <a:ext cx="393192" cy="393192"/>
                    <a:chOff x="6389147" y="3357021"/>
                    <a:chExt cx="393192" cy="393192"/>
                  </a:xfrm>
                </p:grpSpPr>
                <p:grpSp>
                  <p:nvGrpSpPr>
                    <p:cNvPr id="9100" name="Group 9099">
                      <a:extLst>
                        <a:ext uri="{FF2B5EF4-FFF2-40B4-BE49-F238E27FC236}">
                          <a16:creationId xmlns:a16="http://schemas.microsoft.com/office/drawing/2014/main" id="{9D834777-23B0-AFF0-CCDD-DF296FCF9E9A}"/>
                        </a:ext>
                      </a:extLst>
                    </p:cNvPr>
                    <p:cNvGrpSpPr/>
                    <p:nvPr/>
                  </p:nvGrpSpPr>
                  <p:grpSpPr>
                    <a:xfrm rot="7200000" flipH="1">
                      <a:off x="6389147" y="3357021"/>
                      <a:ext cx="393192" cy="393192"/>
                      <a:chOff x="5354637" y="3446463"/>
                      <a:chExt cx="214313" cy="214313"/>
                    </a:xfrm>
                  </p:grpSpPr>
                  <p:sp>
                    <p:nvSpPr>
                      <p:cNvPr id="9109" name="Arc 9108">
                        <a:extLst>
                          <a:ext uri="{FF2B5EF4-FFF2-40B4-BE49-F238E27FC236}">
                            <a16:creationId xmlns:a16="http://schemas.microsoft.com/office/drawing/2014/main" id="{FA2188D8-0A32-703E-CBBB-A9B97816AE9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110" name="Arc 9109">
                        <a:extLst>
                          <a:ext uri="{FF2B5EF4-FFF2-40B4-BE49-F238E27FC236}">
                            <a16:creationId xmlns:a16="http://schemas.microsoft.com/office/drawing/2014/main" id="{E589CAFC-D97C-9CF6-B49C-BFB743496E7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101" name="Group 9100">
                      <a:extLst>
                        <a:ext uri="{FF2B5EF4-FFF2-40B4-BE49-F238E27FC236}">
                          <a16:creationId xmlns:a16="http://schemas.microsoft.com/office/drawing/2014/main" id="{A1FEC288-4E38-1A7D-F8D3-345C7583D663}"/>
                        </a:ext>
                      </a:extLst>
                    </p:cNvPr>
                    <p:cNvGrpSpPr/>
                    <p:nvPr/>
                  </p:nvGrpSpPr>
                  <p:grpSpPr>
                    <a:xfrm>
                      <a:off x="6434137" y="3402011"/>
                      <a:ext cx="303213" cy="303213"/>
                      <a:chOff x="6434137" y="3402011"/>
                      <a:chExt cx="303213" cy="303213"/>
                    </a:xfrm>
                  </p:grpSpPr>
                  <p:grpSp>
                    <p:nvGrpSpPr>
                      <p:cNvPr id="9102" name="Group 9101">
                        <a:extLst>
                          <a:ext uri="{FF2B5EF4-FFF2-40B4-BE49-F238E27FC236}">
                            <a16:creationId xmlns:a16="http://schemas.microsoft.com/office/drawing/2014/main" id="{8EF56904-997A-66C8-0273-62397E6D2CCB}"/>
                          </a:ext>
                        </a:extLst>
                      </p:cNvPr>
                      <p:cNvGrpSpPr/>
                      <p:nvPr/>
                    </p:nvGrpSpPr>
                    <p:grpSpPr>
                      <a:xfrm flipH="1">
                        <a:off x="6478587" y="3446461"/>
                        <a:ext cx="214313" cy="214313"/>
                        <a:chOff x="5354637" y="3446463"/>
                        <a:chExt cx="214313" cy="214313"/>
                      </a:xfrm>
                    </p:grpSpPr>
                    <p:sp>
                      <p:nvSpPr>
                        <p:cNvPr id="9107" name="Arc 9106">
                          <a:extLst>
                            <a:ext uri="{FF2B5EF4-FFF2-40B4-BE49-F238E27FC236}">
                              <a16:creationId xmlns:a16="http://schemas.microsoft.com/office/drawing/2014/main" id="{39F8D638-BD08-95A0-A331-2616D094B35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108" name="Arc 9107">
                          <a:extLst>
                            <a:ext uri="{FF2B5EF4-FFF2-40B4-BE49-F238E27FC236}">
                              <a16:creationId xmlns:a16="http://schemas.microsoft.com/office/drawing/2014/main" id="{E690C283-9833-9E84-86D6-311CD441BD5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103" name="Group 9102">
                        <a:extLst>
                          <a:ext uri="{FF2B5EF4-FFF2-40B4-BE49-F238E27FC236}">
                            <a16:creationId xmlns:a16="http://schemas.microsoft.com/office/drawing/2014/main" id="{BB150232-370A-5BA2-4D2C-BC8E6D3B0036}"/>
                          </a:ext>
                        </a:extLst>
                      </p:cNvPr>
                      <p:cNvGrpSpPr/>
                      <p:nvPr/>
                    </p:nvGrpSpPr>
                    <p:grpSpPr>
                      <a:xfrm rot="14400000" flipH="1">
                        <a:off x="6434137" y="3402011"/>
                        <a:ext cx="303213" cy="303213"/>
                        <a:chOff x="5354637" y="3446463"/>
                        <a:chExt cx="214313" cy="214313"/>
                      </a:xfrm>
                    </p:grpSpPr>
                    <p:sp>
                      <p:nvSpPr>
                        <p:cNvPr id="9105" name="Arc 9104">
                          <a:extLst>
                            <a:ext uri="{FF2B5EF4-FFF2-40B4-BE49-F238E27FC236}">
                              <a16:creationId xmlns:a16="http://schemas.microsoft.com/office/drawing/2014/main" id="{4CD29941-6184-E21C-CD4A-6E09F5A0FFE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106" name="Arc 9105">
                          <a:extLst>
                            <a:ext uri="{FF2B5EF4-FFF2-40B4-BE49-F238E27FC236}">
                              <a16:creationId xmlns:a16="http://schemas.microsoft.com/office/drawing/2014/main" id="{1EBAF98B-905B-7332-9A10-D2938D5ACA2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104" name="TextBox 9103">
                        <a:extLst>
                          <a:ext uri="{FF2B5EF4-FFF2-40B4-BE49-F238E27FC236}">
                            <a16:creationId xmlns:a16="http://schemas.microsoft.com/office/drawing/2014/main" id="{019DCC65-8478-F9EE-BDDE-30CC3B26EF0A}"/>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089" name="Group 9088">
                    <a:extLst>
                      <a:ext uri="{FF2B5EF4-FFF2-40B4-BE49-F238E27FC236}">
                        <a16:creationId xmlns:a16="http://schemas.microsoft.com/office/drawing/2014/main" id="{32CFEEBD-1AC2-7C84-AAC0-E1A48E61C5AD}"/>
                      </a:ext>
                    </a:extLst>
                  </p:cNvPr>
                  <p:cNvGrpSpPr/>
                  <p:nvPr/>
                </p:nvGrpSpPr>
                <p:grpSpPr>
                  <a:xfrm>
                    <a:off x="6197413" y="3225768"/>
                    <a:ext cx="393192" cy="393192"/>
                    <a:chOff x="6389147" y="3932622"/>
                    <a:chExt cx="393192" cy="393192"/>
                  </a:xfrm>
                </p:grpSpPr>
                <p:grpSp>
                  <p:nvGrpSpPr>
                    <p:cNvPr id="9090" name="Group 9089">
                      <a:extLst>
                        <a:ext uri="{FF2B5EF4-FFF2-40B4-BE49-F238E27FC236}">
                          <a16:creationId xmlns:a16="http://schemas.microsoft.com/office/drawing/2014/main" id="{904853ED-1200-3929-8E70-A0B74D8DC449}"/>
                        </a:ext>
                      </a:extLst>
                    </p:cNvPr>
                    <p:cNvGrpSpPr/>
                    <p:nvPr/>
                  </p:nvGrpSpPr>
                  <p:grpSpPr>
                    <a:xfrm flipH="1">
                      <a:off x="6478587" y="4022061"/>
                      <a:ext cx="214313" cy="214313"/>
                      <a:chOff x="5354637" y="3446463"/>
                      <a:chExt cx="214313" cy="214313"/>
                    </a:xfrm>
                  </p:grpSpPr>
                  <p:sp>
                    <p:nvSpPr>
                      <p:cNvPr id="9098" name="Arc 9097">
                        <a:extLst>
                          <a:ext uri="{FF2B5EF4-FFF2-40B4-BE49-F238E27FC236}">
                            <a16:creationId xmlns:a16="http://schemas.microsoft.com/office/drawing/2014/main" id="{FF19EF4C-FCFC-A7E9-3FA0-491FCF2081D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099" name="Arc 9098">
                        <a:extLst>
                          <a:ext uri="{FF2B5EF4-FFF2-40B4-BE49-F238E27FC236}">
                            <a16:creationId xmlns:a16="http://schemas.microsoft.com/office/drawing/2014/main" id="{D8D8955B-520E-C4B1-4C93-CA9D2F43FAD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091" name="Group 9090">
                      <a:extLst>
                        <a:ext uri="{FF2B5EF4-FFF2-40B4-BE49-F238E27FC236}">
                          <a16:creationId xmlns:a16="http://schemas.microsoft.com/office/drawing/2014/main" id="{CD99DB55-21CB-AAD7-8FF3-87B850D007C6}"/>
                        </a:ext>
                      </a:extLst>
                    </p:cNvPr>
                    <p:cNvGrpSpPr/>
                    <p:nvPr/>
                  </p:nvGrpSpPr>
                  <p:grpSpPr>
                    <a:xfrm rot="7200000" flipH="1">
                      <a:off x="6434137" y="3977611"/>
                      <a:ext cx="303213" cy="303213"/>
                      <a:chOff x="5354637" y="3446463"/>
                      <a:chExt cx="214313" cy="214313"/>
                    </a:xfrm>
                  </p:grpSpPr>
                  <p:sp>
                    <p:nvSpPr>
                      <p:cNvPr id="9096" name="Arc 9095">
                        <a:extLst>
                          <a:ext uri="{FF2B5EF4-FFF2-40B4-BE49-F238E27FC236}">
                            <a16:creationId xmlns:a16="http://schemas.microsoft.com/office/drawing/2014/main" id="{DB54766B-F184-6FA7-F899-18B57A13394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097" name="Arc 9096">
                        <a:extLst>
                          <a:ext uri="{FF2B5EF4-FFF2-40B4-BE49-F238E27FC236}">
                            <a16:creationId xmlns:a16="http://schemas.microsoft.com/office/drawing/2014/main" id="{95EA0C97-E2FA-FFAA-F90A-2822EC6A431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092" name="Group 9091">
                      <a:extLst>
                        <a:ext uri="{FF2B5EF4-FFF2-40B4-BE49-F238E27FC236}">
                          <a16:creationId xmlns:a16="http://schemas.microsoft.com/office/drawing/2014/main" id="{DD4995CD-A838-A659-878C-9C991DE3D02A}"/>
                        </a:ext>
                      </a:extLst>
                    </p:cNvPr>
                    <p:cNvGrpSpPr/>
                    <p:nvPr/>
                  </p:nvGrpSpPr>
                  <p:grpSpPr>
                    <a:xfrm rot="14400000" flipH="1">
                      <a:off x="6389147" y="3932622"/>
                      <a:ext cx="393192" cy="393192"/>
                      <a:chOff x="5354637" y="3446463"/>
                      <a:chExt cx="214313" cy="214313"/>
                    </a:xfrm>
                  </p:grpSpPr>
                  <p:sp>
                    <p:nvSpPr>
                      <p:cNvPr id="9094" name="Arc 9093">
                        <a:extLst>
                          <a:ext uri="{FF2B5EF4-FFF2-40B4-BE49-F238E27FC236}">
                            <a16:creationId xmlns:a16="http://schemas.microsoft.com/office/drawing/2014/main" id="{D9EF56D9-CA00-CE34-7314-06864DDFB74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095" name="Arc 9094">
                        <a:extLst>
                          <a:ext uri="{FF2B5EF4-FFF2-40B4-BE49-F238E27FC236}">
                            <a16:creationId xmlns:a16="http://schemas.microsoft.com/office/drawing/2014/main" id="{BC006543-F15A-9877-8A4F-A205D08A5C6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093" name="TextBox 9092">
                      <a:extLst>
                        <a:ext uri="{FF2B5EF4-FFF2-40B4-BE49-F238E27FC236}">
                          <a16:creationId xmlns:a16="http://schemas.microsoft.com/office/drawing/2014/main" id="{623EFDF4-8F26-7BAC-CAE0-880B21A5D4F1}"/>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8989" name="Group 8988">
                <a:extLst>
                  <a:ext uri="{FF2B5EF4-FFF2-40B4-BE49-F238E27FC236}">
                    <a16:creationId xmlns:a16="http://schemas.microsoft.com/office/drawing/2014/main" id="{15A7BA69-4FE6-FACA-B06F-3CF661C09E2C}"/>
                  </a:ext>
                </a:extLst>
              </p:cNvPr>
              <p:cNvGrpSpPr/>
              <p:nvPr/>
            </p:nvGrpSpPr>
            <p:grpSpPr>
              <a:xfrm>
                <a:off x="6065340" y="2039507"/>
                <a:ext cx="1643204" cy="1593124"/>
                <a:chOff x="5445106" y="2644743"/>
                <a:chExt cx="1643204" cy="1593124"/>
              </a:xfrm>
            </p:grpSpPr>
            <p:grpSp>
              <p:nvGrpSpPr>
                <p:cNvPr id="8990" name="Group 8989">
                  <a:extLst>
                    <a:ext uri="{FF2B5EF4-FFF2-40B4-BE49-F238E27FC236}">
                      <a16:creationId xmlns:a16="http://schemas.microsoft.com/office/drawing/2014/main" id="{26D02D3A-DD87-1B4F-D61F-078541EA7BC1}"/>
                    </a:ext>
                  </a:extLst>
                </p:cNvPr>
                <p:cNvGrpSpPr/>
                <p:nvPr/>
              </p:nvGrpSpPr>
              <p:grpSpPr>
                <a:xfrm>
                  <a:off x="5445106" y="2644743"/>
                  <a:ext cx="1019224" cy="991639"/>
                  <a:chOff x="5886431" y="3225768"/>
                  <a:chExt cx="1019224" cy="991639"/>
                </a:xfrm>
              </p:grpSpPr>
              <p:grpSp>
                <p:nvGrpSpPr>
                  <p:cNvPr id="9038" name="Group 9037">
                    <a:extLst>
                      <a:ext uri="{FF2B5EF4-FFF2-40B4-BE49-F238E27FC236}">
                        <a16:creationId xmlns:a16="http://schemas.microsoft.com/office/drawing/2014/main" id="{80B86224-1600-13AB-43E9-ED6FB7FDCB8F}"/>
                      </a:ext>
                    </a:extLst>
                  </p:cNvPr>
                  <p:cNvGrpSpPr/>
                  <p:nvPr/>
                </p:nvGrpSpPr>
                <p:grpSpPr>
                  <a:xfrm>
                    <a:off x="6197413" y="3824215"/>
                    <a:ext cx="393192" cy="393192"/>
                    <a:chOff x="5265196" y="3357021"/>
                    <a:chExt cx="393192" cy="393192"/>
                  </a:xfrm>
                </p:grpSpPr>
                <p:grpSp>
                  <p:nvGrpSpPr>
                    <p:cNvPr id="9073" name="Group 9072">
                      <a:extLst>
                        <a:ext uri="{FF2B5EF4-FFF2-40B4-BE49-F238E27FC236}">
                          <a16:creationId xmlns:a16="http://schemas.microsoft.com/office/drawing/2014/main" id="{3D095FDD-350F-F01D-E792-6263DAAEF8DC}"/>
                        </a:ext>
                      </a:extLst>
                    </p:cNvPr>
                    <p:cNvGrpSpPr/>
                    <p:nvPr/>
                  </p:nvGrpSpPr>
                  <p:grpSpPr>
                    <a:xfrm rot="14400000">
                      <a:off x="5265196" y="3357021"/>
                      <a:ext cx="393192" cy="393192"/>
                      <a:chOff x="5354637" y="3446463"/>
                      <a:chExt cx="214313" cy="214313"/>
                    </a:xfrm>
                  </p:grpSpPr>
                  <p:sp>
                    <p:nvSpPr>
                      <p:cNvPr id="9082" name="Arc 9081">
                        <a:extLst>
                          <a:ext uri="{FF2B5EF4-FFF2-40B4-BE49-F238E27FC236}">
                            <a16:creationId xmlns:a16="http://schemas.microsoft.com/office/drawing/2014/main" id="{CAE98C4A-27BB-932B-5714-DF314C9F3B3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083" name="Arc 9082">
                        <a:extLst>
                          <a:ext uri="{FF2B5EF4-FFF2-40B4-BE49-F238E27FC236}">
                            <a16:creationId xmlns:a16="http://schemas.microsoft.com/office/drawing/2014/main" id="{D711ED58-BF10-4CCF-FCBE-C5820EEFABF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074" name="Group 9073">
                      <a:extLst>
                        <a:ext uri="{FF2B5EF4-FFF2-40B4-BE49-F238E27FC236}">
                          <a16:creationId xmlns:a16="http://schemas.microsoft.com/office/drawing/2014/main" id="{30DB0B48-176C-69E1-C478-3EF93FA4157E}"/>
                        </a:ext>
                      </a:extLst>
                    </p:cNvPr>
                    <p:cNvGrpSpPr/>
                    <p:nvPr/>
                  </p:nvGrpSpPr>
                  <p:grpSpPr>
                    <a:xfrm>
                      <a:off x="5310186" y="3402011"/>
                      <a:ext cx="303213" cy="303213"/>
                      <a:chOff x="5310186" y="3402011"/>
                      <a:chExt cx="303213" cy="303213"/>
                    </a:xfrm>
                  </p:grpSpPr>
                  <p:grpSp>
                    <p:nvGrpSpPr>
                      <p:cNvPr id="9075" name="Group 9074">
                        <a:extLst>
                          <a:ext uri="{FF2B5EF4-FFF2-40B4-BE49-F238E27FC236}">
                            <a16:creationId xmlns:a16="http://schemas.microsoft.com/office/drawing/2014/main" id="{E6CD748B-7BCC-2B2A-00F7-0027AB99446D}"/>
                          </a:ext>
                        </a:extLst>
                      </p:cNvPr>
                      <p:cNvGrpSpPr/>
                      <p:nvPr/>
                    </p:nvGrpSpPr>
                    <p:grpSpPr>
                      <a:xfrm>
                        <a:off x="5354636" y="3446461"/>
                        <a:ext cx="214313" cy="214313"/>
                        <a:chOff x="5354637" y="3446463"/>
                        <a:chExt cx="214313" cy="214313"/>
                      </a:xfrm>
                    </p:grpSpPr>
                    <p:sp>
                      <p:nvSpPr>
                        <p:cNvPr id="9080" name="Arc 9079">
                          <a:extLst>
                            <a:ext uri="{FF2B5EF4-FFF2-40B4-BE49-F238E27FC236}">
                              <a16:creationId xmlns:a16="http://schemas.microsoft.com/office/drawing/2014/main" id="{BC9DA463-BC47-6E68-2EC4-93574902AB4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081" name="Arc 9080">
                          <a:extLst>
                            <a:ext uri="{FF2B5EF4-FFF2-40B4-BE49-F238E27FC236}">
                              <a16:creationId xmlns:a16="http://schemas.microsoft.com/office/drawing/2014/main" id="{E63BBBCF-C257-B619-2FB1-166D06F5E7A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076" name="Group 9075">
                        <a:extLst>
                          <a:ext uri="{FF2B5EF4-FFF2-40B4-BE49-F238E27FC236}">
                            <a16:creationId xmlns:a16="http://schemas.microsoft.com/office/drawing/2014/main" id="{3D901AC3-7266-F699-C9D3-F4660CF273EF}"/>
                          </a:ext>
                        </a:extLst>
                      </p:cNvPr>
                      <p:cNvGrpSpPr/>
                      <p:nvPr/>
                    </p:nvGrpSpPr>
                    <p:grpSpPr>
                      <a:xfrm rot="7200000">
                        <a:off x="5310186" y="3402011"/>
                        <a:ext cx="303213" cy="303213"/>
                        <a:chOff x="5354637" y="3446463"/>
                        <a:chExt cx="214313" cy="214313"/>
                      </a:xfrm>
                    </p:grpSpPr>
                    <p:sp>
                      <p:nvSpPr>
                        <p:cNvPr id="9078" name="Arc 9077">
                          <a:extLst>
                            <a:ext uri="{FF2B5EF4-FFF2-40B4-BE49-F238E27FC236}">
                              <a16:creationId xmlns:a16="http://schemas.microsoft.com/office/drawing/2014/main" id="{56822A80-955E-842D-AF46-8D16B64FE94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079" name="Arc 9078">
                          <a:extLst>
                            <a:ext uri="{FF2B5EF4-FFF2-40B4-BE49-F238E27FC236}">
                              <a16:creationId xmlns:a16="http://schemas.microsoft.com/office/drawing/2014/main" id="{FBC0B103-53F5-07FC-B4B7-976AAAFEDE6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077" name="TextBox 9076">
                        <a:extLst>
                          <a:ext uri="{FF2B5EF4-FFF2-40B4-BE49-F238E27FC236}">
                            <a16:creationId xmlns:a16="http://schemas.microsoft.com/office/drawing/2014/main" id="{29EC38F0-C31F-3F74-218F-0DA0619FFF7E}"/>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039" name="Group 9038">
                    <a:extLst>
                      <a:ext uri="{FF2B5EF4-FFF2-40B4-BE49-F238E27FC236}">
                        <a16:creationId xmlns:a16="http://schemas.microsoft.com/office/drawing/2014/main" id="{30CD4A93-3541-7578-C469-C08044387BCB}"/>
                      </a:ext>
                    </a:extLst>
                  </p:cNvPr>
                  <p:cNvGrpSpPr/>
                  <p:nvPr/>
                </p:nvGrpSpPr>
                <p:grpSpPr>
                  <a:xfrm>
                    <a:off x="5886431" y="3525040"/>
                    <a:ext cx="393192" cy="393192"/>
                    <a:chOff x="5265196" y="3932619"/>
                    <a:chExt cx="393192" cy="393192"/>
                  </a:xfrm>
                </p:grpSpPr>
                <p:grpSp>
                  <p:nvGrpSpPr>
                    <p:cNvPr id="9063" name="Group 9062">
                      <a:extLst>
                        <a:ext uri="{FF2B5EF4-FFF2-40B4-BE49-F238E27FC236}">
                          <a16:creationId xmlns:a16="http://schemas.microsoft.com/office/drawing/2014/main" id="{2E9C516E-3388-AF99-F1BA-96213806FA97}"/>
                        </a:ext>
                      </a:extLst>
                    </p:cNvPr>
                    <p:cNvGrpSpPr/>
                    <p:nvPr/>
                  </p:nvGrpSpPr>
                  <p:grpSpPr>
                    <a:xfrm>
                      <a:off x="5354636" y="4022061"/>
                      <a:ext cx="214313" cy="214313"/>
                      <a:chOff x="5354637" y="3446463"/>
                      <a:chExt cx="214313" cy="214313"/>
                    </a:xfrm>
                  </p:grpSpPr>
                  <p:sp>
                    <p:nvSpPr>
                      <p:cNvPr id="9071" name="Arc 9070">
                        <a:extLst>
                          <a:ext uri="{FF2B5EF4-FFF2-40B4-BE49-F238E27FC236}">
                            <a16:creationId xmlns:a16="http://schemas.microsoft.com/office/drawing/2014/main" id="{C8F7E0D0-84F2-6E42-F35D-EB7328F3FC2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072" name="Arc 9071">
                        <a:extLst>
                          <a:ext uri="{FF2B5EF4-FFF2-40B4-BE49-F238E27FC236}">
                            <a16:creationId xmlns:a16="http://schemas.microsoft.com/office/drawing/2014/main" id="{725C717C-D655-52EC-A823-B50A7C449F9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064" name="Group 9063">
                      <a:extLst>
                        <a:ext uri="{FF2B5EF4-FFF2-40B4-BE49-F238E27FC236}">
                          <a16:creationId xmlns:a16="http://schemas.microsoft.com/office/drawing/2014/main" id="{DB58A9C1-2A5A-2C30-A856-65B0C7B6BF59}"/>
                        </a:ext>
                      </a:extLst>
                    </p:cNvPr>
                    <p:cNvGrpSpPr/>
                    <p:nvPr/>
                  </p:nvGrpSpPr>
                  <p:grpSpPr>
                    <a:xfrm rot="14400000">
                      <a:off x="5310186" y="3977611"/>
                      <a:ext cx="303213" cy="303213"/>
                      <a:chOff x="5354637" y="3446463"/>
                      <a:chExt cx="214313" cy="214313"/>
                    </a:xfrm>
                  </p:grpSpPr>
                  <p:sp>
                    <p:nvSpPr>
                      <p:cNvPr id="9069" name="Arc 9068">
                        <a:extLst>
                          <a:ext uri="{FF2B5EF4-FFF2-40B4-BE49-F238E27FC236}">
                            <a16:creationId xmlns:a16="http://schemas.microsoft.com/office/drawing/2014/main" id="{64FCB6A0-794E-6501-A64D-BB678568775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070" name="Arc 9069">
                        <a:extLst>
                          <a:ext uri="{FF2B5EF4-FFF2-40B4-BE49-F238E27FC236}">
                            <a16:creationId xmlns:a16="http://schemas.microsoft.com/office/drawing/2014/main" id="{B9B31059-7855-E558-6C99-F7A9FA0D25C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065" name="Group 9064">
                      <a:extLst>
                        <a:ext uri="{FF2B5EF4-FFF2-40B4-BE49-F238E27FC236}">
                          <a16:creationId xmlns:a16="http://schemas.microsoft.com/office/drawing/2014/main" id="{9845DBCE-C389-60BB-389D-0522FCBF83B5}"/>
                        </a:ext>
                      </a:extLst>
                    </p:cNvPr>
                    <p:cNvGrpSpPr/>
                    <p:nvPr/>
                  </p:nvGrpSpPr>
                  <p:grpSpPr>
                    <a:xfrm rot="7200000">
                      <a:off x="5265196" y="3932619"/>
                      <a:ext cx="393192" cy="393192"/>
                      <a:chOff x="5354637" y="3446463"/>
                      <a:chExt cx="214313" cy="214313"/>
                    </a:xfrm>
                  </p:grpSpPr>
                  <p:sp>
                    <p:nvSpPr>
                      <p:cNvPr id="9067" name="Arc 9066">
                        <a:extLst>
                          <a:ext uri="{FF2B5EF4-FFF2-40B4-BE49-F238E27FC236}">
                            <a16:creationId xmlns:a16="http://schemas.microsoft.com/office/drawing/2014/main" id="{49BFE60C-6341-D18B-DE3B-0EDD26D460B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068" name="Arc 9067">
                        <a:extLst>
                          <a:ext uri="{FF2B5EF4-FFF2-40B4-BE49-F238E27FC236}">
                            <a16:creationId xmlns:a16="http://schemas.microsoft.com/office/drawing/2014/main" id="{F3ECB582-478E-E4EC-3469-E6DB766E88D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066" name="TextBox 9065">
                      <a:extLst>
                        <a:ext uri="{FF2B5EF4-FFF2-40B4-BE49-F238E27FC236}">
                          <a16:creationId xmlns:a16="http://schemas.microsoft.com/office/drawing/2014/main" id="{0A4020C9-C60D-B5E5-E347-827C1AAE84DC}"/>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9040" name="Group 9039">
                    <a:extLst>
                      <a:ext uri="{FF2B5EF4-FFF2-40B4-BE49-F238E27FC236}">
                        <a16:creationId xmlns:a16="http://schemas.microsoft.com/office/drawing/2014/main" id="{CAC9FE19-51D2-4596-DB01-7D50631DDCD9}"/>
                      </a:ext>
                    </a:extLst>
                  </p:cNvPr>
                  <p:cNvGrpSpPr/>
                  <p:nvPr/>
                </p:nvGrpSpPr>
                <p:grpSpPr>
                  <a:xfrm>
                    <a:off x="6512463" y="3525040"/>
                    <a:ext cx="393192" cy="393192"/>
                    <a:chOff x="6389147" y="3357021"/>
                    <a:chExt cx="393192" cy="393192"/>
                  </a:xfrm>
                </p:grpSpPr>
                <p:grpSp>
                  <p:nvGrpSpPr>
                    <p:cNvPr id="9052" name="Group 9051">
                      <a:extLst>
                        <a:ext uri="{FF2B5EF4-FFF2-40B4-BE49-F238E27FC236}">
                          <a16:creationId xmlns:a16="http://schemas.microsoft.com/office/drawing/2014/main" id="{3BE90019-7FB0-82F0-BFEA-09E3B3BBB287}"/>
                        </a:ext>
                      </a:extLst>
                    </p:cNvPr>
                    <p:cNvGrpSpPr/>
                    <p:nvPr/>
                  </p:nvGrpSpPr>
                  <p:grpSpPr>
                    <a:xfrm rot="7200000" flipH="1">
                      <a:off x="6389147" y="3357021"/>
                      <a:ext cx="393192" cy="393192"/>
                      <a:chOff x="5354637" y="3446463"/>
                      <a:chExt cx="214313" cy="214313"/>
                    </a:xfrm>
                  </p:grpSpPr>
                  <p:sp>
                    <p:nvSpPr>
                      <p:cNvPr id="9061" name="Arc 9060">
                        <a:extLst>
                          <a:ext uri="{FF2B5EF4-FFF2-40B4-BE49-F238E27FC236}">
                            <a16:creationId xmlns:a16="http://schemas.microsoft.com/office/drawing/2014/main" id="{B882E371-8897-0360-7308-D0CD5530162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062" name="Arc 9061">
                        <a:extLst>
                          <a:ext uri="{FF2B5EF4-FFF2-40B4-BE49-F238E27FC236}">
                            <a16:creationId xmlns:a16="http://schemas.microsoft.com/office/drawing/2014/main" id="{B3B50955-F42C-1C29-6C1B-31A738FAE3D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053" name="Group 9052">
                      <a:extLst>
                        <a:ext uri="{FF2B5EF4-FFF2-40B4-BE49-F238E27FC236}">
                          <a16:creationId xmlns:a16="http://schemas.microsoft.com/office/drawing/2014/main" id="{8ABBD34D-C5B4-D8D5-0595-D55E72F4FBBF}"/>
                        </a:ext>
                      </a:extLst>
                    </p:cNvPr>
                    <p:cNvGrpSpPr/>
                    <p:nvPr/>
                  </p:nvGrpSpPr>
                  <p:grpSpPr>
                    <a:xfrm>
                      <a:off x="6434137" y="3402011"/>
                      <a:ext cx="303213" cy="303213"/>
                      <a:chOff x="6434137" y="3402011"/>
                      <a:chExt cx="303213" cy="303213"/>
                    </a:xfrm>
                  </p:grpSpPr>
                  <p:grpSp>
                    <p:nvGrpSpPr>
                      <p:cNvPr id="9054" name="Group 9053">
                        <a:extLst>
                          <a:ext uri="{FF2B5EF4-FFF2-40B4-BE49-F238E27FC236}">
                            <a16:creationId xmlns:a16="http://schemas.microsoft.com/office/drawing/2014/main" id="{462C3B8C-17F8-F5CB-F85C-1C1C1B46F695}"/>
                          </a:ext>
                        </a:extLst>
                      </p:cNvPr>
                      <p:cNvGrpSpPr/>
                      <p:nvPr/>
                    </p:nvGrpSpPr>
                    <p:grpSpPr>
                      <a:xfrm flipH="1">
                        <a:off x="6478587" y="3446461"/>
                        <a:ext cx="214313" cy="214313"/>
                        <a:chOff x="5354637" y="3446463"/>
                        <a:chExt cx="214313" cy="214313"/>
                      </a:xfrm>
                    </p:grpSpPr>
                    <p:sp>
                      <p:nvSpPr>
                        <p:cNvPr id="9059" name="Arc 9058">
                          <a:extLst>
                            <a:ext uri="{FF2B5EF4-FFF2-40B4-BE49-F238E27FC236}">
                              <a16:creationId xmlns:a16="http://schemas.microsoft.com/office/drawing/2014/main" id="{3D33E4C6-D205-A87E-FE2C-09AE16F8535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060" name="Arc 9059">
                          <a:extLst>
                            <a:ext uri="{FF2B5EF4-FFF2-40B4-BE49-F238E27FC236}">
                              <a16:creationId xmlns:a16="http://schemas.microsoft.com/office/drawing/2014/main" id="{CD5D622E-9CF2-D347-1A51-DCA997B3341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055" name="Group 9054">
                        <a:extLst>
                          <a:ext uri="{FF2B5EF4-FFF2-40B4-BE49-F238E27FC236}">
                            <a16:creationId xmlns:a16="http://schemas.microsoft.com/office/drawing/2014/main" id="{60F5C16F-B1F5-7391-DE3B-49B7983702AA}"/>
                          </a:ext>
                        </a:extLst>
                      </p:cNvPr>
                      <p:cNvGrpSpPr/>
                      <p:nvPr/>
                    </p:nvGrpSpPr>
                    <p:grpSpPr>
                      <a:xfrm rot="14400000" flipH="1">
                        <a:off x="6434137" y="3402011"/>
                        <a:ext cx="303213" cy="303213"/>
                        <a:chOff x="5354637" y="3446463"/>
                        <a:chExt cx="214313" cy="214313"/>
                      </a:xfrm>
                    </p:grpSpPr>
                    <p:sp>
                      <p:nvSpPr>
                        <p:cNvPr id="9057" name="Arc 9056">
                          <a:extLst>
                            <a:ext uri="{FF2B5EF4-FFF2-40B4-BE49-F238E27FC236}">
                              <a16:creationId xmlns:a16="http://schemas.microsoft.com/office/drawing/2014/main" id="{523EA593-893B-D915-4C04-94F81C830B1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058" name="Arc 9057">
                          <a:extLst>
                            <a:ext uri="{FF2B5EF4-FFF2-40B4-BE49-F238E27FC236}">
                              <a16:creationId xmlns:a16="http://schemas.microsoft.com/office/drawing/2014/main" id="{FC975DDF-435F-558A-2A65-410825726E6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056" name="TextBox 9055">
                        <a:extLst>
                          <a:ext uri="{FF2B5EF4-FFF2-40B4-BE49-F238E27FC236}">
                            <a16:creationId xmlns:a16="http://schemas.microsoft.com/office/drawing/2014/main" id="{1B2EECB9-0104-A4BD-093D-F27E267211B4}"/>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041" name="Group 9040">
                    <a:extLst>
                      <a:ext uri="{FF2B5EF4-FFF2-40B4-BE49-F238E27FC236}">
                        <a16:creationId xmlns:a16="http://schemas.microsoft.com/office/drawing/2014/main" id="{F1A8695E-032D-5700-EAC2-F66CA127271E}"/>
                      </a:ext>
                    </a:extLst>
                  </p:cNvPr>
                  <p:cNvGrpSpPr/>
                  <p:nvPr/>
                </p:nvGrpSpPr>
                <p:grpSpPr>
                  <a:xfrm>
                    <a:off x="6197413" y="3225768"/>
                    <a:ext cx="393192" cy="393192"/>
                    <a:chOff x="6389147" y="3932622"/>
                    <a:chExt cx="393192" cy="393192"/>
                  </a:xfrm>
                </p:grpSpPr>
                <p:grpSp>
                  <p:nvGrpSpPr>
                    <p:cNvPr id="9042" name="Group 9041">
                      <a:extLst>
                        <a:ext uri="{FF2B5EF4-FFF2-40B4-BE49-F238E27FC236}">
                          <a16:creationId xmlns:a16="http://schemas.microsoft.com/office/drawing/2014/main" id="{ACB659B9-1E21-5BE5-C5D9-C0422FE437CA}"/>
                        </a:ext>
                      </a:extLst>
                    </p:cNvPr>
                    <p:cNvGrpSpPr/>
                    <p:nvPr/>
                  </p:nvGrpSpPr>
                  <p:grpSpPr>
                    <a:xfrm flipH="1">
                      <a:off x="6478587" y="4022061"/>
                      <a:ext cx="214313" cy="214313"/>
                      <a:chOff x="5354637" y="3446463"/>
                      <a:chExt cx="214313" cy="214313"/>
                    </a:xfrm>
                  </p:grpSpPr>
                  <p:sp>
                    <p:nvSpPr>
                      <p:cNvPr id="9050" name="Arc 9049">
                        <a:extLst>
                          <a:ext uri="{FF2B5EF4-FFF2-40B4-BE49-F238E27FC236}">
                            <a16:creationId xmlns:a16="http://schemas.microsoft.com/office/drawing/2014/main" id="{52F6ECE8-F5E8-B5E9-A2E8-60052DE0F99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051" name="Arc 9050">
                        <a:extLst>
                          <a:ext uri="{FF2B5EF4-FFF2-40B4-BE49-F238E27FC236}">
                            <a16:creationId xmlns:a16="http://schemas.microsoft.com/office/drawing/2014/main" id="{4D110605-4BD4-6F1B-FE5D-50D3F467434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043" name="Group 9042">
                      <a:extLst>
                        <a:ext uri="{FF2B5EF4-FFF2-40B4-BE49-F238E27FC236}">
                          <a16:creationId xmlns:a16="http://schemas.microsoft.com/office/drawing/2014/main" id="{770BF049-1C13-12F0-B519-AD5EB4196CB3}"/>
                        </a:ext>
                      </a:extLst>
                    </p:cNvPr>
                    <p:cNvGrpSpPr/>
                    <p:nvPr/>
                  </p:nvGrpSpPr>
                  <p:grpSpPr>
                    <a:xfrm rot="7200000" flipH="1">
                      <a:off x="6434137" y="3977611"/>
                      <a:ext cx="303213" cy="303213"/>
                      <a:chOff x="5354637" y="3446463"/>
                      <a:chExt cx="214313" cy="214313"/>
                    </a:xfrm>
                  </p:grpSpPr>
                  <p:sp>
                    <p:nvSpPr>
                      <p:cNvPr id="9048" name="Arc 9047">
                        <a:extLst>
                          <a:ext uri="{FF2B5EF4-FFF2-40B4-BE49-F238E27FC236}">
                            <a16:creationId xmlns:a16="http://schemas.microsoft.com/office/drawing/2014/main" id="{7A059254-5662-0AE6-EE87-4E3E4192817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049" name="Arc 9048">
                        <a:extLst>
                          <a:ext uri="{FF2B5EF4-FFF2-40B4-BE49-F238E27FC236}">
                            <a16:creationId xmlns:a16="http://schemas.microsoft.com/office/drawing/2014/main" id="{36BDB3CD-8E97-7704-8B93-6FE942C24E9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044" name="Group 9043">
                      <a:extLst>
                        <a:ext uri="{FF2B5EF4-FFF2-40B4-BE49-F238E27FC236}">
                          <a16:creationId xmlns:a16="http://schemas.microsoft.com/office/drawing/2014/main" id="{7EFD4367-E5A5-22A7-B1E2-CEE50DC035B1}"/>
                        </a:ext>
                      </a:extLst>
                    </p:cNvPr>
                    <p:cNvGrpSpPr/>
                    <p:nvPr/>
                  </p:nvGrpSpPr>
                  <p:grpSpPr>
                    <a:xfrm rot="14400000" flipH="1">
                      <a:off x="6389147" y="3932622"/>
                      <a:ext cx="393192" cy="393192"/>
                      <a:chOff x="5354637" y="3446463"/>
                      <a:chExt cx="214313" cy="214313"/>
                    </a:xfrm>
                  </p:grpSpPr>
                  <p:sp>
                    <p:nvSpPr>
                      <p:cNvPr id="9046" name="Arc 9045">
                        <a:extLst>
                          <a:ext uri="{FF2B5EF4-FFF2-40B4-BE49-F238E27FC236}">
                            <a16:creationId xmlns:a16="http://schemas.microsoft.com/office/drawing/2014/main" id="{CBDF742A-83BF-F023-A77C-6CABBBE4EEA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047" name="Arc 9046">
                        <a:extLst>
                          <a:ext uri="{FF2B5EF4-FFF2-40B4-BE49-F238E27FC236}">
                            <a16:creationId xmlns:a16="http://schemas.microsoft.com/office/drawing/2014/main" id="{018D8C56-FF16-6551-E0E9-84C237377E0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045" name="TextBox 9044">
                      <a:extLst>
                        <a:ext uri="{FF2B5EF4-FFF2-40B4-BE49-F238E27FC236}">
                          <a16:creationId xmlns:a16="http://schemas.microsoft.com/office/drawing/2014/main" id="{9A50A2B0-781A-68DB-BF27-AE1C0280FFCC}"/>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991" name="Group 8990">
                  <a:extLst>
                    <a:ext uri="{FF2B5EF4-FFF2-40B4-BE49-F238E27FC236}">
                      <a16:creationId xmlns:a16="http://schemas.microsoft.com/office/drawing/2014/main" id="{F90F9750-0F3D-E794-E8C1-F271706763BC}"/>
                    </a:ext>
                  </a:extLst>
                </p:cNvPr>
                <p:cNvGrpSpPr/>
                <p:nvPr/>
              </p:nvGrpSpPr>
              <p:grpSpPr>
                <a:xfrm>
                  <a:off x="6069086" y="3246228"/>
                  <a:ext cx="1019224" cy="991639"/>
                  <a:chOff x="5886431" y="3225768"/>
                  <a:chExt cx="1019224" cy="991639"/>
                </a:xfrm>
              </p:grpSpPr>
              <p:grpSp>
                <p:nvGrpSpPr>
                  <p:cNvPr id="8992" name="Group 8991">
                    <a:extLst>
                      <a:ext uri="{FF2B5EF4-FFF2-40B4-BE49-F238E27FC236}">
                        <a16:creationId xmlns:a16="http://schemas.microsoft.com/office/drawing/2014/main" id="{C68F9F4E-D677-0AA9-F10D-C4B94A639C26}"/>
                      </a:ext>
                    </a:extLst>
                  </p:cNvPr>
                  <p:cNvGrpSpPr/>
                  <p:nvPr/>
                </p:nvGrpSpPr>
                <p:grpSpPr>
                  <a:xfrm>
                    <a:off x="6197413" y="3824215"/>
                    <a:ext cx="393192" cy="393192"/>
                    <a:chOff x="5265196" y="3357021"/>
                    <a:chExt cx="393192" cy="393192"/>
                  </a:xfrm>
                </p:grpSpPr>
                <p:grpSp>
                  <p:nvGrpSpPr>
                    <p:cNvPr id="9027" name="Group 9026">
                      <a:extLst>
                        <a:ext uri="{FF2B5EF4-FFF2-40B4-BE49-F238E27FC236}">
                          <a16:creationId xmlns:a16="http://schemas.microsoft.com/office/drawing/2014/main" id="{ACC2AA3B-7FA7-4292-B05D-E2C6A58E9560}"/>
                        </a:ext>
                      </a:extLst>
                    </p:cNvPr>
                    <p:cNvGrpSpPr/>
                    <p:nvPr/>
                  </p:nvGrpSpPr>
                  <p:grpSpPr>
                    <a:xfrm rot="14400000">
                      <a:off x="5265196" y="3357021"/>
                      <a:ext cx="393192" cy="393192"/>
                      <a:chOff x="5354637" y="3446463"/>
                      <a:chExt cx="214313" cy="214313"/>
                    </a:xfrm>
                  </p:grpSpPr>
                  <p:sp>
                    <p:nvSpPr>
                      <p:cNvPr id="9036" name="Arc 9035">
                        <a:extLst>
                          <a:ext uri="{FF2B5EF4-FFF2-40B4-BE49-F238E27FC236}">
                            <a16:creationId xmlns:a16="http://schemas.microsoft.com/office/drawing/2014/main" id="{96137C71-5E34-BF01-18F8-2DFC7DEC6C7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037" name="Arc 9036">
                        <a:extLst>
                          <a:ext uri="{FF2B5EF4-FFF2-40B4-BE49-F238E27FC236}">
                            <a16:creationId xmlns:a16="http://schemas.microsoft.com/office/drawing/2014/main" id="{217A3153-3C97-2C62-5461-F09B974C0DE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028" name="Group 9027">
                      <a:extLst>
                        <a:ext uri="{FF2B5EF4-FFF2-40B4-BE49-F238E27FC236}">
                          <a16:creationId xmlns:a16="http://schemas.microsoft.com/office/drawing/2014/main" id="{22A14C0C-0B5C-B9CE-6B54-8496613BA226}"/>
                        </a:ext>
                      </a:extLst>
                    </p:cNvPr>
                    <p:cNvGrpSpPr/>
                    <p:nvPr/>
                  </p:nvGrpSpPr>
                  <p:grpSpPr>
                    <a:xfrm>
                      <a:off x="5310186" y="3402011"/>
                      <a:ext cx="303213" cy="303213"/>
                      <a:chOff x="5310186" y="3402011"/>
                      <a:chExt cx="303213" cy="303213"/>
                    </a:xfrm>
                  </p:grpSpPr>
                  <p:grpSp>
                    <p:nvGrpSpPr>
                      <p:cNvPr id="9029" name="Group 9028">
                        <a:extLst>
                          <a:ext uri="{FF2B5EF4-FFF2-40B4-BE49-F238E27FC236}">
                            <a16:creationId xmlns:a16="http://schemas.microsoft.com/office/drawing/2014/main" id="{D7D93C79-2685-33A7-FC5C-F6FF4002292E}"/>
                          </a:ext>
                        </a:extLst>
                      </p:cNvPr>
                      <p:cNvGrpSpPr/>
                      <p:nvPr/>
                    </p:nvGrpSpPr>
                    <p:grpSpPr>
                      <a:xfrm>
                        <a:off x="5354636" y="3446461"/>
                        <a:ext cx="214313" cy="214313"/>
                        <a:chOff x="5354637" y="3446463"/>
                        <a:chExt cx="214313" cy="214313"/>
                      </a:xfrm>
                    </p:grpSpPr>
                    <p:sp>
                      <p:nvSpPr>
                        <p:cNvPr id="9034" name="Arc 9033">
                          <a:extLst>
                            <a:ext uri="{FF2B5EF4-FFF2-40B4-BE49-F238E27FC236}">
                              <a16:creationId xmlns:a16="http://schemas.microsoft.com/office/drawing/2014/main" id="{A3B5962C-68B2-D311-517D-BEAE6678AE6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035" name="Arc 9034">
                          <a:extLst>
                            <a:ext uri="{FF2B5EF4-FFF2-40B4-BE49-F238E27FC236}">
                              <a16:creationId xmlns:a16="http://schemas.microsoft.com/office/drawing/2014/main" id="{45B68E0C-5D93-CC79-194E-D978DD56891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030" name="Group 9029">
                        <a:extLst>
                          <a:ext uri="{FF2B5EF4-FFF2-40B4-BE49-F238E27FC236}">
                            <a16:creationId xmlns:a16="http://schemas.microsoft.com/office/drawing/2014/main" id="{AA1FC541-B80F-99E2-7D11-FDABD309BC78}"/>
                          </a:ext>
                        </a:extLst>
                      </p:cNvPr>
                      <p:cNvGrpSpPr/>
                      <p:nvPr/>
                    </p:nvGrpSpPr>
                    <p:grpSpPr>
                      <a:xfrm rot="7200000">
                        <a:off x="5310186" y="3402011"/>
                        <a:ext cx="303213" cy="303213"/>
                        <a:chOff x="5354637" y="3446463"/>
                        <a:chExt cx="214313" cy="214313"/>
                      </a:xfrm>
                    </p:grpSpPr>
                    <p:sp>
                      <p:nvSpPr>
                        <p:cNvPr id="9032" name="Arc 9031">
                          <a:extLst>
                            <a:ext uri="{FF2B5EF4-FFF2-40B4-BE49-F238E27FC236}">
                              <a16:creationId xmlns:a16="http://schemas.microsoft.com/office/drawing/2014/main" id="{6F532766-33F4-4F7E-3EC1-C63D0E33F20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033" name="Arc 9032">
                          <a:extLst>
                            <a:ext uri="{FF2B5EF4-FFF2-40B4-BE49-F238E27FC236}">
                              <a16:creationId xmlns:a16="http://schemas.microsoft.com/office/drawing/2014/main" id="{E9095F4A-0899-7F5E-C582-0C7FF9F72D7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031" name="TextBox 9030">
                        <a:extLst>
                          <a:ext uri="{FF2B5EF4-FFF2-40B4-BE49-F238E27FC236}">
                            <a16:creationId xmlns:a16="http://schemas.microsoft.com/office/drawing/2014/main" id="{DA7E7AA0-563C-ECBE-C843-348BC2B7CAC1}"/>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993" name="Group 8992">
                    <a:extLst>
                      <a:ext uri="{FF2B5EF4-FFF2-40B4-BE49-F238E27FC236}">
                        <a16:creationId xmlns:a16="http://schemas.microsoft.com/office/drawing/2014/main" id="{8A6EC277-49CB-3660-187D-12C4E45BE5A3}"/>
                      </a:ext>
                    </a:extLst>
                  </p:cNvPr>
                  <p:cNvGrpSpPr/>
                  <p:nvPr/>
                </p:nvGrpSpPr>
                <p:grpSpPr>
                  <a:xfrm>
                    <a:off x="5886431" y="3525040"/>
                    <a:ext cx="393192" cy="393192"/>
                    <a:chOff x="5265196" y="3932619"/>
                    <a:chExt cx="393192" cy="393192"/>
                  </a:xfrm>
                </p:grpSpPr>
                <p:grpSp>
                  <p:nvGrpSpPr>
                    <p:cNvPr id="9017" name="Group 9016">
                      <a:extLst>
                        <a:ext uri="{FF2B5EF4-FFF2-40B4-BE49-F238E27FC236}">
                          <a16:creationId xmlns:a16="http://schemas.microsoft.com/office/drawing/2014/main" id="{F24F907F-9121-5CDB-540E-50AD13805DE3}"/>
                        </a:ext>
                      </a:extLst>
                    </p:cNvPr>
                    <p:cNvGrpSpPr/>
                    <p:nvPr/>
                  </p:nvGrpSpPr>
                  <p:grpSpPr>
                    <a:xfrm>
                      <a:off x="5354636" y="4022061"/>
                      <a:ext cx="214313" cy="214313"/>
                      <a:chOff x="5354637" y="3446463"/>
                      <a:chExt cx="214313" cy="214313"/>
                    </a:xfrm>
                  </p:grpSpPr>
                  <p:sp>
                    <p:nvSpPr>
                      <p:cNvPr id="9025" name="Arc 9024">
                        <a:extLst>
                          <a:ext uri="{FF2B5EF4-FFF2-40B4-BE49-F238E27FC236}">
                            <a16:creationId xmlns:a16="http://schemas.microsoft.com/office/drawing/2014/main" id="{09A7E7A1-7D42-510C-1702-4B94BAF8553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026" name="Arc 9025">
                        <a:extLst>
                          <a:ext uri="{FF2B5EF4-FFF2-40B4-BE49-F238E27FC236}">
                            <a16:creationId xmlns:a16="http://schemas.microsoft.com/office/drawing/2014/main" id="{DBAD659D-C927-FBCD-93FE-40BA15BA836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018" name="Group 9017">
                      <a:extLst>
                        <a:ext uri="{FF2B5EF4-FFF2-40B4-BE49-F238E27FC236}">
                          <a16:creationId xmlns:a16="http://schemas.microsoft.com/office/drawing/2014/main" id="{4D41838F-7F16-3C85-F1D2-2B1AC0BD07EB}"/>
                        </a:ext>
                      </a:extLst>
                    </p:cNvPr>
                    <p:cNvGrpSpPr/>
                    <p:nvPr/>
                  </p:nvGrpSpPr>
                  <p:grpSpPr>
                    <a:xfrm rot="14400000">
                      <a:off x="5310186" y="3977611"/>
                      <a:ext cx="303213" cy="303213"/>
                      <a:chOff x="5354637" y="3446463"/>
                      <a:chExt cx="214313" cy="214313"/>
                    </a:xfrm>
                  </p:grpSpPr>
                  <p:sp>
                    <p:nvSpPr>
                      <p:cNvPr id="9023" name="Arc 9022">
                        <a:extLst>
                          <a:ext uri="{FF2B5EF4-FFF2-40B4-BE49-F238E27FC236}">
                            <a16:creationId xmlns:a16="http://schemas.microsoft.com/office/drawing/2014/main" id="{BA23E2A9-4DE2-55C3-B2E3-1C52F34E585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024" name="Arc 9023">
                        <a:extLst>
                          <a:ext uri="{FF2B5EF4-FFF2-40B4-BE49-F238E27FC236}">
                            <a16:creationId xmlns:a16="http://schemas.microsoft.com/office/drawing/2014/main" id="{DCC799E8-332E-4E2C-106F-2D84FF3B4BC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019" name="Group 9018">
                      <a:extLst>
                        <a:ext uri="{FF2B5EF4-FFF2-40B4-BE49-F238E27FC236}">
                          <a16:creationId xmlns:a16="http://schemas.microsoft.com/office/drawing/2014/main" id="{C6AD07CB-5B02-F180-6B7F-F637A5CBF677}"/>
                        </a:ext>
                      </a:extLst>
                    </p:cNvPr>
                    <p:cNvGrpSpPr/>
                    <p:nvPr/>
                  </p:nvGrpSpPr>
                  <p:grpSpPr>
                    <a:xfrm rot="7200000">
                      <a:off x="5265196" y="3932619"/>
                      <a:ext cx="393192" cy="393192"/>
                      <a:chOff x="5354637" y="3446463"/>
                      <a:chExt cx="214313" cy="214313"/>
                    </a:xfrm>
                  </p:grpSpPr>
                  <p:sp>
                    <p:nvSpPr>
                      <p:cNvPr id="9021" name="Arc 9020">
                        <a:extLst>
                          <a:ext uri="{FF2B5EF4-FFF2-40B4-BE49-F238E27FC236}">
                            <a16:creationId xmlns:a16="http://schemas.microsoft.com/office/drawing/2014/main" id="{DBFFB846-FC1F-127E-907F-3D88CD3E2A4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022" name="Arc 9021">
                        <a:extLst>
                          <a:ext uri="{FF2B5EF4-FFF2-40B4-BE49-F238E27FC236}">
                            <a16:creationId xmlns:a16="http://schemas.microsoft.com/office/drawing/2014/main" id="{F5D7AF20-47F6-6FC7-8E36-84E4DC646E8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020" name="TextBox 9019">
                      <a:extLst>
                        <a:ext uri="{FF2B5EF4-FFF2-40B4-BE49-F238E27FC236}">
                          <a16:creationId xmlns:a16="http://schemas.microsoft.com/office/drawing/2014/main" id="{07B767C7-6888-DF5B-2684-4289EF8B40A7}"/>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8994" name="Group 8993">
                    <a:extLst>
                      <a:ext uri="{FF2B5EF4-FFF2-40B4-BE49-F238E27FC236}">
                        <a16:creationId xmlns:a16="http://schemas.microsoft.com/office/drawing/2014/main" id="{65BB348B-556D-D001-F540-3C1BE1BF670A}"/>
                      </a:ext>
                    </a:extLst>
                  </p:cNvPr>
                  <p:cNvGrpSpPr/>
                  <p:nvPr/>
                </p:nvGrpSpPr>
                <p:grpSpPr>
                  <a:xfrm>
                    <a:off x="6512463" y="3525040"/>
                    <a:ext cx="393192" cy="393192"/>
                    <a:chOff x="6389147" y="3357021"/>
                    <a:chExt cx="393192" cy="393192"/>
                  </a:xfrm>
                </p:grpSpPr>
                <p:grpSp>
                  <p:nvGrpSpPr>
                    <p:cNvPr id="9006" name="Group 9005">
                      <a:extLst>
                        <a:ext uri="{FF2B5EF4-FFF2-40B4-BE49-F238E27FC236}">
                          <a16:creationId xmlns:a16="http://schemas.microsoft.com/office/drawing/2014/main" id="{96560C1C-41E7-9831-12D3-9853CAB1C763}"/>
                        </a:ext>
                      </a:extLst>
                    </p:cNvPr>
                    <p:cNvGrpSpPr/>
                    <p:nvPr/>
                  </p:nvGrpSpPr>
                  <p:grpSpPr>
                    <a:xfrm rot="7200000" flipH="1">
                      <a:off x="6389147" y="3357021"/>
                      <a:ext cx="393192" cy="393192"/>
                      <a:chOff x="5354637" y="3446463"/>
                      <a:chExt cx="214313" cy="214313"/>
                    </a:xfrm>
                  </p:grpSpPr>
                  <p:sp>
                    <p:nvSpPr>
                      <p:cNvPr id="9015" name="Arc 9014">
                        <a:extLst>
                          <a:ext uri="{FF2B5EF4-FFF2-40B4-BE49-F238E27FC236}">
                            <a16:creationId xmlns:a16="http://schemas.microsoft.com/office/drawing/2014/main" id="{49111D01-68FB-5119-155A-268590A694D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016" name="Arc 9015">
                        <a:extLst>
                          <a:ext uri="{FF2B5EF4-FFF2-40B4-BE49-F238E27FC236}">
                            <a16:creationId xmlns:a16="http://schemas.microsoft.com/office/drawing/2014/main" id="{2D778899-2EFB-674A-7996-1EEFCA5A2B6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007" name="Group 9006">
                      <a:extLst>
                        <a:ext uri="{FF2B5EF4-FFF2-40B4-BE49-F238E27FC236}">
                          <a16:creationId xmlns:a16="http://schemas.microsoft.com/office/drawing/2014/main" id="{497157E2-D320-A4E4-B59A-A880961BE4EC}"/>
                        </a:ext>
                      </a:extLst>
                    </p:cNvPr>
                    <p:cNvGrpSpPr/>
                    <p:nvPr/>
                  </p:nvGrpSpPr>
                  <p:grpSpPr>
                    <a:xfrm>
                      <a:off x="6434137" y="3402011"/>
                      <a:ext cx="303213" cy="303213"/>
                      <a:chOff x="6434137" y="3402011"/>
                      <a:chExt cx="303213" cy="303213"/>
                    </a:xfrm>
                  </p:grpSpPr>
                  <p:grpSp>
                    <p:nvGrpSpPr>
                      <p:cNvPr id="9008" name="Group 9007">
                        <a:extLst>
                          <a:ext uri="{FF2B5EF4-FFF2-40B4-BE49-F238E27FC236}">
                            <a16:creationId xmlns:a16="http://schemas.microsoft.com/office/drawing/2014/main" id="{8ABA08E0-5A26-A963-D809-65828AE2564C}"/>
                          </a:ext>
                        </a:extLst>
                      </p:cNvPr>
                      <p:cNvGrpSpPr/>
                      <p:nvPr/>
                    </p:nvGrpSpPr>
                    <p:grpSpPr>
                      <a:xfrm flipH="1">
                        <a:off x="6478587" y="3446461"/>
                        <a:ext cx="214313" cy="214313"/>
                        <a:chOff x="5354637" y="3446463"/>
                        <a:chExt cx="214313" cy="214313"/>
                      </a:xfrm>
                    </p:grpSpPr>
                    <p:sp>
                      <p:nvSpPr>
                        <p:cNvPr id="9013" name="Arc 9012">
                          <a:extLst>
                            <a:ext uri="{FF2B5EF4-FFF2-40B4-BE49-F238E27FC236}">
                              <a16:creationId xmlns:a16="http://schemas.microsoft.com/office/drawing/2014/main" id="{2FDCFD88-4E6A-7DCE-F837-F354F439A29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014" name="Arc 9013">
                          <a:extLst>
                            <a:ext uri="{FF2B5EF4-FFF2-40B4-BE49-F238E27FC236}">
                              <a16:creationId xmlns:a16="http://schemas.microsoft.com/office/drawing/2014/main" id="{925D1396-4F63-BCFF-28E2-1D779B3ED52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009" name="Group 9008">
                        <a:extLst>
                          <a:ext uri="{FF2B5EF4-FFF2-40B4-BE49-F238E27FC236}">
                            <a16:creationId xmlns:a16="http://schemas.microsoft.com/office/drawing/2014/main" id="{0DB2D457-5D37-5BE1-76F6-EA226B0C6B69}"/>
                          </a:ext>
                        </a:extLst>
                      </p:cNvPr>
                      <p:cNvGrpSpPr/>
                      <p:nvPr/>
                    </p:nvGrpSpPr>
                    <p:grpSpPr>
                      <a:xfrm rot="14400000" flipH="1">
                        <a:off x="6434137" y="3402011"/>
                        <a:ext cx="303213" cy="303213"/>
                        <a:chOff x="5354637" y="3446463"/>
                        <a:chExt cx="214313" cy="214313"/>
                      </a:xfrm>
                    </p:grpSpPr>
                    <p:sp>
                      <p:nvSpPr>
                        <p:cNvPr id="9011" name="Arc 9010">
                          <a:extLst>
                            <a:ext uri="{FF2B5EF4-FFF2-40B4-BE49-F238E27FC236}">
                              <a16:creationId xmlns:a16="http://schemas.microsoft.com/office/drawing/2014/main" id="{D7628E2F-A5D7-689E-CFF3-CCC5AEFA2F0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012" name="Arc 9011">
                          <a:extLst>
                            <a:ext uri="{FF2B5EF4-FFF2-40B4-BE49-F238E27FC236}">
                              <a16:creationId xmlns:a16="http://schemas.microsoft.com/office/drawing/2014/main" id="{B57CD307-656F-EA71-2F9F-DC634C3F423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010" name="TextBox 9009">
                        <a:extLst>
                          <a:ext uri="{FF2B5EF4-FFF2-40B4-BE49-F238E27FC236}">
                            <a16:creationId xmlns:a16="http://schemas.microsoft.com/office/drawing/2014/main" id="{63EAEF03-A6CC-3DBE-1FFC-AD2F3A21ACAD}"/>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995" name="Group 8994">
                    <a:extLst>
                      <a:ext uri="{FF2B5EF4-FFF2-40B4-BE49-F238E27FC236}">
                        <a16:creationId xmlns:a16="http://schemas.microsoft.com/office/drawing/2014/main" id="{D2800D0B-4DC2-0F57-E513-1E6086A967FC}"/>
                      </a:ext>
                    </a:extLst>
                  </p:cNvPr>
                  <p:cNvGrpSpPr/>
                  <p:nvPr/>
                </p:nvGrpSpPr>
                <p:grpSpPr>
                  <a:xfrm>
                    <a:off x="6197413" y="3225768"/>
                    <a:ext cx="393192" cy="393192"/>
                    <a:chOff x="6389147" y="3932622"/>
                    <a:chExt cx="393192" cy="393192"/>
                  </a:xfrm>
                </p:grpSpPr>
                <p:grpSp>
                  <p:nvGrpSpPr>
                    <p:cNvPr id="8996" name="Group 8995">
                      <a:extLst>
                        <a:ext uri="{FF2B5EF4-FFF2-40B4-BE49-F238E27FC236}">
                          <a16:creationId xmlns:a16="http://schemas.microsoft.com/office/drawing/2014/main" id="{D81031F5-E578-CADE-2AEF-307C7AAE28A0}"/>
                        </a:ext>
                      </a:extLst>
                    </p:cNvPr>
                    <p:cNvGrpSpPr/>
                    <p:nvPr/>
                  </p:nvGrpSpPr>
                  <p:grpSpPr>
                    <a:xfrm flipH="1">
                      <a:off x="6478587" y="4022061"/>
                      <a:ext cx="214313" cy="214313"/>
                      <a:chOff x="5354637" y="3446463"/>
                      <a:chExt cx="214313" cy="214313"/>
                    </a:xfrm>
                  </p:grpSpPr>
                  <p:sp>
                    <p:nvSpPr>
                      <p:cNvPr id="9004" name="Arc 9003">
                        <a:extLst>
                          <a:ext uri="{FF2B5EF4-FFF2-40B4-BE49-F238E27FC236}">
                            <a16:creationId xmlns:a16="http://schemas.microsoft.com/office/drawing/2014/main" id="{08FDB2AD-8678-1C3A-BD82-4BA1802CF5E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005" name="Arc 9004">
                        <a:extLst>
                          <a:ext uri="{FF2B5EF4-FFF2-40B4-BE49-F238E27FC236}">
                            <a16:creationId xmlns:a16="http://schemas.microsoft.com/office/drawing/2014/main" id="{40360796-E4BD-23F7-6FD5-FC170B8F977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997" name="Group 8996">
                      <a:extLst>
                        <a:ext uri="{FF2B5EF4-FFF2-40B4-BE49-F238E27FC236}">
                          <a16:creationId xmlns:a16="http://schemas.microsoft.com/office/drawing/2014/main" id="{DBAC2DE5-649B-D3CC-76A8-817F094ACC73}"/>
                        </a:ext>
                      </a:extLst>
                    </p:cNvPr>
                    <p:cNvGrpSpPr/>
                    <p:nvPr/>
                  </p:nvGrpSpPr>
                  <p:grpSpPr>
                    <a:xfrm rot="7200000" flipH="1">
                      <a:off x="6434137" y="3977611"/>
                      <a:ext cx="303213" cy="303213"/>
                      <a:chOff x="5354637" y="3446463"/>
                      <a:chExt cx="214313" cy="214313"/>
                    </a:xfrm>
                  </p:grpSpPr>
                  <p:sp>
                    <p:nvSpPr>
                      <p:cNvPr id="9002" name="Arc 9001">
                        <a:extLst>
                          <a:ext uri="{FF2B5EF4-FFF2-40B4-BE49-F238E27FC236}">
                            <a16:creationId xmlns:a16="http://schemas.microsoft.com/office/drawing/2014/main" id="{086CB35E-EFFA-62A5-1472-314B5B61060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003" name="Arc 9002">
                        <a:extLst>
                          <a:ext uri="{FF2B5EF4-FFF2-40B4-BE49-F238E27FC236}">
                            <a16:creationId xmlns:a16="http://schemas.microsoft.com/office/drawing/2014/main" id="{FDAB13CC-CEAC-B191-CE5A-539C555FD47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998" name="Group 8997">
                      <a:extLst>
                        <a:ext uri="{FF2B5EF4-FFF2-40B4-BE49-F238E27FC236}">
                          <a16:creationId xmlns:a16="http://schemas.microsoft.com/office/drawing/2014/main" id="{444ACC5D-7490-0428-D64C-44AC2C41C9D1}"/>
                        </a:ext>
                      </a:extLst>
                    </p:cNvPr>
                    <p:cNvGrpSpPr/>
                    <p:nvPr/>
                  </p:nvGrpSpPr>
                  <p:grpSpPr>
                    <a:xfrm rot="14400000" flipH="1">
                      <a:off x="6389147" y="3932622"/>
                      <a:ext cx="393192" cy="393192"/>
                      <a:chOff x="5354637" y="3446463"/>
                      <a:chExt cx="214313" cy="214313"/>
                    </a:xfrm>
                  </p:grpSpPr>
                  <p:sp>
                    <p:nvSpPr>
                      <p:cNvPr id="9000" name="Arc 8999">
                        <a:extLst>
                          <a:ext uri="{FF2B5EF4-FFF2-40B4-BE49-F238E27FC236}">
                            <a16:creationId xmlns:a16="http://schemas.microsoft.com/office/drawing/2014/main" id="{1FF78458-9CC3-BA0F-B31E-D403D9689B1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001" name="Arc 9000">
                        <a:extLst>
                          <a:ext uri="{FF2B5EF4-FFF2-40B4-BE49-F238E27FC236}">
                            <a16:creationId xmlns:a16="http://schemas.microsoft.com/office/drawing/2014/main" id="{1B861EFA-29C2-D57E-866B-DEDC91D93D8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999" name="TextBox 8998">
                      <a:extLst>
                        <a:ext uri="{FF2B5EF4-FFF2-40B4-BE49-F238E27FC236}">
                          <a16:creationId xmlns:a16="http://schemas.microsoft.com/office/drawing/2014/main" id="{1C6FE512-36D2-B08A-35EF-69FF767322DE}"/>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6123" name="Group 6122">
              <a:extLst>
                <a:ext uri="{FF2B5EF4-FFF2-40B4-BE49-F238E27FC236}">
                  <a16:creationId xmlns:a16="http://schemas.microsoft.com/office/drawing/2014/main" id="{090EF09C-77AD-1AB0-6E51-83BF46EC02CD}"/>
                </a:ext>
              </a:extLst>
            </p:cNvPr>
            <p:cNvGrpSpPr/>
            <p:nvPr/>
          </p:nvGrpSpPr>
          <p:grpSpPr>
            <a:xfrm>
              <a:off x="9197560" y="501825"/>
              <a:ext cx="2263438" cy="2198360"/>
              <a:chOff x="5445106" y="2039507"/>
              <a:chExt cx="2263438" cy="2198360"/>
            </a:xfrm>
          </p:grpSpPr>
          <p:grpSp>
            <p:nvGrpSpPr>
              <p:cNvPr id="8798" name="Group 8797">
                <a:extLst>
                  <a:ext uri="{FF2B5EF4-FFF2-40B4-BE49-F238E27FC236}">
                    <a16:creationId xmlns:a16="http://schemas.microsoft.com/office/drawing/2014/main" id="{70CEEA6F-E613-71E9-50C1-B45F2933A2FD}"/>
                  </a:ext>
                </a:extLst>
              </p:cNvPr>
              <p:cNvGrpSpPr/>
              <p:nvPr/>
            </p:nvGrpSpPr>
            <p:grpSpPr>
              <a:xfrm>
                <a:off x="5445106" y="2644743"/>
                <a:ext cx="1643204" cy="1593124"/>
                <a:chOff x="5445106" y="2644743"/>
                <a:chExt cx="1643204" cy="1593124"/>
              </a:xfrm>
            </p:grpSpPr>
            <p:grpSp>
              <p:nvGrpSpPr>
                <p:cNvPr id="8894" name="Group 8893">
                  <a:extLst>
                    <a:ext uri="{FF2B5EF4-FFF2-40B4-BE49-F238E27FC236}">
                      <a16:creationId xmlns:a16="http://schemas.microsoft.com/office/drawing/2014/main" id="{78C51016-413A-AF80-D9FE-615278BFA863}"/>
                    </a:ext>
                  </a:extLst>
                </p:cNvPr>
                <p:cNvGrpSpPr/>
                <p:nvPr/>
              </p:nvGrpSpPr>
              <p:grpSpPr>
                <a:xfrm>
                  <a:off x="5445106" y="2644743"/>
                  <a:ext cx="1019224" cy="991639"/>
                  <a:chOff x="5886431" y="3225768"/>
                  <a:chExt cx="1019224" cy="991639"/>
                </a:xfrm>
              </p:grpSpPr>
              <p:grpSp>
                <p:nvGrpSpPr>
                  <p:cNvPr id="8942" name="Group 8941">
                    <a:extLst>
                      <a:ext uri="{FF2B5EF4-FFF2-40B4-BE49-F238E27FC236}">
                        <a16:creationId xmlns:a16="http://schemas.microsoft.com/office/drawing/2014/main" id="{EE5332BA-C2F7-FE6B-5601-09F0BE8A8651}"/>
                      </a:ext>
                    </a:extLst>
                  </p:cNvPr>
                  <p:cNvGrpSpPr/>
                  <p:nvPr/>
                </p:nvGrpSpPr>
                <p:grpSpPr>
                  <a:xfrm>
                    <a:off x="6197413" y="3824215"/>
                    <a:ext cx="393192" cy="393192"/>
                    <a:chOff x="5265196" y="3357021"/>
                    <a:chExt cx="393192" cy="393192"/>
                  </a:xfrm>
                </p:grpSpPr>
                <p:grpSp>
                  <p:nvGrpSpPr>
                    <p:cNvPr id="8977" name="Group 8976">
                      <a:extLst>
                        <a:ext uri="{FF2B5EF4-FFF2-40B4-BE49-F238E27FC236}">
                          <a16:creationId xmlns:a16="http://schemas.microsoft.com/office/drawing/2014/main" id="{56CB3441-A928-2F2C-0F25-E577FEFFD40C}"/>
                        </a:ext>
                      </a:extLst>
                    </p:cNvPr>
                    <p:cNvGrpSpPr/>
                    <p:nvPr/>
                  </p:nvGrpSpPr>
                  <p:grpSpPr>
                    <a:xfrm rot="14400000">
                      <a:off x="5265196" y="3357021"/>
                      <a:ext cx="393192" cy="393192"/>
                      <a:chOff x="5354637" y="3446463"/>
                      <a:chExt cx="214313" cy="214313"/>
                    </a:xfrm>
                  </p:grpSpPr>
                  <p:sp>
                    <p:nvSpPr>
                      <p:cNvPr id="8986" name="Arc 8985">
                        <a:extLst>
                          <a:ext uri="{FF2B5EF4-FFF2-40B4-BE49-F238E27FC236}">
                            <a16:creationId xmlns:a16="http://schemas.microsoft.com/office/drawing/2014/main" id="{D62A8300-1BE3-C267-643D-D590AA60F25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987" name="Arc 8986">
                        <a:extLst>
                          <a:ext uri="{FF2B5EF4-FFF2-40B4-BE49-F238E27FC236}">
                            <a16:creationId xmlns:a16="http://schemas.microsoft.com/office/drawing/2014/main" id="{23EDFBF0-00EB-487A-A7C3-5EF728D3D81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978" name="Group 8977">
                      <a:extLst>
                        <a:ext uri="{FF2B5EF4-FFF2-40B4-BE49-F238E27FC236}">
                          <a16:creationId xmlns:a16="http://schemas.microsoft.com/office/drawing/2014/main" id="{3622CC02-AAAF-1705-0DAB-4915F2B1F7DA}"/>
                        </a:ext>
                      </a:extLst>
                    </p:cNvPr>
                    <p:cNvGrpSpPr/>
                    <p:nvPr/>
                  </p:nvGrpSpPr>
                  <p:grpSpPr>
                    <a:xfrm>
                      <a:off x="5310186" y="3402011"/>
                      <a:ext cx="303213" cy="303213"/>
                      <a:chOff x="5310186" y="3402011"/>
                      <a:chExt cx="303213" cy="303213"/>
                    </a:xfrm>
                  </p:grpSpPr>
                  <p:grpSp>
                    <p:nvGrpSpPr>
                      <p:cNvPr id="8979" name="Group 8978">
                        <a:extLst>
                          <a:ext uri="{FF2B5EF4-FFF2-40B4-BE49-F238E27FC236}">
                            <a16:creationId xmlns:a16="http://schemas.microsoft.com/office/drawing/2014/main" id="{098A4982-C41E-4539-B5A6-9B694F9C5284}"/>
                          </a:ext>
                        </a:extLst>
                      </p:cNvPr>
                      <p:cNvGrpSpPr/>
                      <p:nvPr/>
                    </p:nvGrpSpPr>
                    <p:grpSpPr>
                      <a:xfrm>
                        <a:off x="5354636" y="3446461"/>
                        <a:ext cx="214313" cy="214313"/>
                        <a:chOff x="5354637" y="3446463"/>
                        <a:chExt cx="214313" cy="214313"/>
                      </a:xfrm>
                    </p:grpSpPr>
                    <p:sp>
                      <p:nvSpPr>
                        <p:cNvPr id="8984" name="Arc 8983">
                          <a:extLst>
                            <a:ext uri="{FF2B5EF4-FFF2-40B4-BE49-F238E27FC236}">
                              <a16:creationId xmlns:a16="http://schemas.microsoft.com/office/drawing/2014/main" id="{E933269C-FCA2-7292-A307-FA729D5BE9C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985" name="Arc 8984">
                          <a:extLst>
                            <a:ext uri="{FF2B5EF4-FFF2-40B4-BE49-F238E27FC236}">
                              <a16:creationId xmlns:a16="http://schemas.microsoft.com/office/drawing/2014/main" id="{61009B11-7DB2-8348-0335-CA73F6B92CE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980" name="Group 8979">
                        <a:extLst>
                          <a:ext uri="{FF2B5EF4-FFF2-40B4-BE49-F238E27FC236}">
                            <a16:creationId xmlns:a16="http://schemas.microsoft.com/office/drawing/2014/main" id="{B9641DA2-0178-60A8-5AB6-43071C211E5B}"/>
                          </a:ext>
                        </a:extLst>
                      </p:cNvPr>
                      <p:cNvGrpSpPr/>
                      <p:nvPr/>
                    </p:nvGrpSpPr>
                    <p:grpSpPr>
                      <a:xfrm rot="7200000">
                        <a:off x="5310186" y="3402011"/>
                        <a:ext cx="303213" cy="303213"/>
                        <a:chOff x="5354637" y="3446463"/>
                        <a:chExt cx="214313" cy="214313"/>
                      </a:xfrm>
                    </p:grpSpPr>
                    <p:sp>
                      <p:nvSpPr>
                        <p:cNvPr id="8982" name="Arc 8981">
                          <a:extLst>
                            <a:ext uri="{FF2B5EF4-FFF2-40B4-BE49-F238E27FC236}">
                              <a16:creationId xmlns:a16="http://schemas.microsoft.com/office/drawing/2014/main" id="{75944157-3FA2-AF6B-B84A-AC13AA5B89F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983" name="Arc 8982">
                          <a:extLst>
                            <a:ext uri="{FF2B5EF4-FFF2-40B4-BE49-F238E27FC236}">
                              <a16:creationId xmlns:a16="http://schemas.microsoft.com/office/drawing/2014/main" id="{ED2B4DE3-AED5-6860-E605-A97F26C9306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981" name="TextBox 8980">
                        <a:extLst>
                          <a:ext uri="{FF2B5EF4-FFF2-40B4-BE49-F238E27FC236}">
                            <a16:creationId xmlns:a16="http://schemas.microsoft.com/office/drawing/2014/main" id="{BC7BA01F-D17B-A66E-629D-5DD183BFB085}"/>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943" name="Group 8942">
                    <a:extLst>
                      <a:ext uri="{FF2B5EF4-FFF2-40B4-BE49-F238E27FC236}">
                        <a16:creationId xmlns:a16="http://schemas.microsoft.com/office/drawing/2014/main" id="{E40F2D3A-CBC4-BBB8-1209-1D4477E0BE2A}"/>
                      </a:ext>
                    </a:extLst>
                  </p:cNvPr>
                  <p:cNvGrpSpPr/>
                  <p:nvPr/>
                </p:nvGrpSpPr>
                <p:grpSpPr>
                  <a:xfrm>
                    <a:off x="5886431" y="3525040"/>
                    <a:ext cx="393192" cy="393192"/>
                    <a:chOff x="5265196" y="3932619"/>
                    <a:chExt cx="393192" cy="393192"/>
                  </a:xfrm>
                </p:grpSpPr>
                <p:grpSp>
                  <p:nvGrpSpPr>
                    <p:cNvPr id="8967" name="Group 8966">
                      <a:extLst>
                        <a:ext uri="{FF2B5EF4-FFF2-40B4-BE49-F238E27FC236}">
                          <a16:creationId xmlns:a16="http://schemas.microsoft.com/office/drawing/2014/main" id="{7C275078-8E07-670C-01A0-27EC8A576CC3}"/>
                        </a:ext>
                      </a:extLst>
                    </p:cNvPr>
                    <p:cNvGrpSpPr/>
                    <p:nvPr/>
                  </p:nvGrpSpPr>
                  <p:grpSpPr>
                    <a:xfrm>
                      <a:off x="5354636" y="4022061"/>
                      <a:ext cx="214313" cy="214313"/>
                      <a:chOff x="5354637" y="3446463"/>
                      <a:chExt cx="214313" cy="214313"/>
                    </a:xfrm>
                  </p:grpSpPr>
                  <p:sp>
                    <p:nvSpPr>
                      <p:cNvPr id="8975" name="Arc 8974">
                        <a:extLst>
                          <a:ext uri="{FF2B5EF4-FFF2-40B4-BE49-F238E27FC236}">
                            <a16:creationId xmlns:a16="http://schemas.microsoft.com/office/drawing/2014/main" id="{41626593-5FCE-9D0E-0C71-7A7BBA4A0A7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976" name="Arc 8975">
                        <a:extLst>
                          <a:ext uri="{FF2B5EF4-FFF2-40B4-BE49-F238E27FC236}">
                            <a16:creationId xmlns:a16="http://schemas.microsoft.com/office/drawing/2014/main" id="{9D90DBA2-F2A0-8FFA-2482-C0E9052A119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968" name="Group 8967">
                      <a:extLst>
                        <a:ext uri="{FF2B5EF4-FFF2-40B4-BE49-F238E27FC236}">
                          <a16:creationId xmlns:a16="http://schemas.microsoft.com/office/drawing/2014/main" id="{25527C70-82A0-2842-130B-FB4E0EFE6EDF}"/>
                        </a:ext>
                      </a:extLst>
                    </p:cNvPr>
                    <p:cNvGrpSpPr/>
                    <p:nvPr/>
                  </p:nvGrpSpPr>
                  <p:grpSpPr>
                    <a:xfrm rot="14400000">
                      <a:off x="5310186" y="3977611"/>
                      <a:ext cx="303213" cy="303213"/>
                      <a:chOff x="5354637" y="3446463"/>
                      <a:chExt cx="214313" cy="214313"/>
                    </a:xfrm>
                  </p:grpSpPr>
                  <p:sp>
                    <p:nvSpPr>
                      <p:cNvPr id="8973" name="Arc 8972">
                        <a:extLst>
                          <a:ext uri="{FF2B5EF4-FFF2-40B4-BE49-F238E27FC236}">
                            <a16:creationId xmlns:a16="http://schemas.microsoft.com/office/drawing/2014/main" id="{DAB98FC4-6838-FAA0-12C9-362216F7995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974" name="Arc 8973">
                        <a:extLst>
                          <a:ext uri="{FF2B5EF4-FFF2-40B4-BE49-F238E27FC236}">
                            <a16:creationId xmlns:a16="http://schemas.microsoft.com/office/drawing/2014/main" id="{E72B2F58-5D3E-F115-C182-D6C2DB3E659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969" name="Group 8968">
                      <a:extLst>
                        <a:ext uri="{FF2B5EF4-FFF2-40B4-BE49-F238E27FC236}">
                          <a16:creationId xmlns:a16="http://schemas.microsoft.com/office/drawing/2014/main" id="{90FBC9BA-B45A-C5A0-4FE8-4F5F56C2F7E1}"/>
                        </a:ext>
                      </a:extLst>
                    </p:cNvPr>
                    <p:cNvGrpSpPr/>
                    <p:nvPr/>
                  </p:nvGrpSpPr>
                  <p:grpSpPr>
                    <a:xfrm rot="7200000">
                      <a:off x="5265196" y="3932619"/>
                      <a:ext cx="393192" cy="393192"/>
                      <a:chOff x="5354637" y="3446463"/>
                      <a:chExt cx="214313" cy="214313"/>
                    </a:xfrm>
                  </p:grpSpPr>
                  <p:sp>
                    <p:nvSpPr>
                      <p:cNvPr id="8971" name="Arc 8970">
                        <a:extLst>
                          <a:ext uri="{FF2B5EF4-FFF2-40B4-BE49-F238E27FC236}">
                            <a16:creationId xmlns:a16="http://schemas.microsoft.com/office/drawing/2014/main" id="{A59A3904-A0EF-34F2-15AF-2C38381506B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972" name="Arc 8971">
                        <a:extLst>
                          <a:ext uri="{FF2B5EF4-FFF2-40B4-BE49-F238E27FC236}">
                            <a16:creationId xmlns:a16="http://schemas.microsoft.com/office/drawing/2014/main" id="{47E8D3CD-B6B2-8E43-9C4A-8AF028AEBF1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970" name="TextBox 8969">
                      <a:extLst>
                        <a:ext uri="{FF2B5EF4-FFF2-40B4-BE49-F238E27FC236}">
                          <a16:creationId xmlns:a16="http://schemas.microsoft.com/office/drawing/2014/main" id="{3E89F7D3-344B-CD42-AA9A-8AA9648B7322}"/>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8944" name="Group 8943">
                    <a:extLst>
                      <a:ext uri="{FF2B5EF4-FFF2-40B4-BE49-F238E27FC236}">
                        <a16:creationId xmlns:a16="http://schemas.microsoft.com/office/drawing/2014/main" id="{787B50B5-3ADC-210F-A610-CB9EB3B41BC9}"/>
                      </a:ext>
                    </a:extLst>
                  </p:cNvPr>
                  <p:cNvGrpSpPr/>
                  <p:nvPr/>
                </p:nvGrpSpPr>
                <p:grpSpPr>
                  <a:xfrm>
                    <a:off x="6512463" y="3525040"/>
                    <a:ext cx="393192" cy="393192"/>
                    <a:chOff x="6389147" y="3357021"/>
                    <a:chExt cx="393192" cy="393192"/>
                  </a:xfrm>
                </p:grpSpPr>
                <p:grpSp>
                  <p:nvGrpSpPr>
                    <p:cNvPr id="8956" name="Group 8955">
                      <a:extLst>
                        <a:ext uri="{FF2B5EF4-FFF2-40B4-BE49-F238E27FC236}">
                          <a16:creationId xmlns:a16="http://schemas.microsoft.com/office/drawing/2014/main" id="{4086818C-A8C6-8377-10A6-465A74B5CD4D}"/>
                        </a:ext>
                      </a:extLst>
                    </p:cNvPr>
                    <p:cNvGrpSpPr/>
                    <p:nvPr/>
                  </p:nvGrpSpPr>
                  <p:grpSpPr>
                    <a:xfrm rot="7200000" flipH="1">
                      <a:off x="6389147" y="3357021"/>
                      <a:ext cx="393192" cy="393192"/>
                      <a:chOff x="5354637" y="3446463"/>
                      <a:chExt cx="214313" cy="214313"/>
                    </a:xfrm>
                  </p:grpSpPr>
                  <p:sp>
                    <p:nvSpPr>
                      <p:cNvPr id="8965" name="Arc 8964">
                        <a:extLst>
                          <a:ext uri="{FF2B5EF4-FFF2-40B4-BE49-F238E27FC236}">
                            <a16:creationId xmlns:a16="http://schemas.microsoft.com/office/drawing/2014/main" id="{121D41FB-42C9-17B9-5E69-2C977B9A50D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966" name="Arc 8965">
                        <a:extLst>
                          <a:ext uri="{FF2B5EF4-FFF2-40B4-BE49-F238E27FC236}">
                            <a16:creationId xmlns:a16="http://schemas.microsoft.com/office/drawing/2014/main" id="{96468215-95D8-EC5F-866C-18B4751F118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957" name="Group 8956">
                      <a:extLst>
                        <a:ext uri="{FF2B5EF4-FFF2-40B4-BE49-F238E27FC236}">
                          <a16:creationId xmlns:a16="http://schemas.microsoft.com/office/drawing/2014/main" id="{9FCDA88A-C622-7C4B-0BC0-5949C1D926F6}"/>
                        </a:ext>
                      </a:extLst>
                    </p:cNvPr>
                    <p:cNvGrpSpPr/>
                    <p:nvPr/>
                  </p:nvGrpSpPr>
                  <p:grpSpPr>
                    <a:xfrm>
                      <a:off x="6434137" y="3402011"/>
                      <a:ext cx="303213" cy="303213"/>
                      <a:chOff x="6434137" y="3402011"/>
                      <a:chExt cx="303213" cy="303213"/>
                    </a:xfrm>
                  </p:grpSpPr>
                  <p:grpSp>
                    <p:nvGrpSpPr>
                      <p:cNvPr id="8958" name="Group 8957">
                        <a:extLst>
                          <a:ext uri="{FF2B5EF4-FFF2-40B4-BE49-F238E27FC236}">
                            <a16:creationId xmlns:a16="http://schemas.microsoft.com/office/drawing/2014/main" id="{200B5C35-4772-EB31-0A53-5EA670F0C160}"/>
                          </a:ext>
                        </a:extLst>
                      </p:cNvPr>
                      <p:cNvGrpSpPr/>
                      <p:nvPr/>
                    </p:nvGrpSpPr>
                    <p:grpSpPr>
                      <a:xfrm flipH="1">
                        <a:off x="6478587" y="3446461"/>
                        <a:ext cx="214313" cy="214313"/>
                        <a:chOff x="5354637" y="3446463"/>
                        <a:chExt cx="214313" cy="214313"/>
                      </a:xfrm>
                    </p:grpSpPr>
                    <p:sp>
                      <p:nvSpPr>
                        <p:cNvPr id="8963" name="Arc 8962">
                          <a:extLst>
                            <a:ext uri="{FF2B5EF4-FFF2-40B4-BE49-F238E27FC236}">
                              <a16:creationId xmlns:a16="http://schemas.microsoft.com/office/drawing/2014/main" id="{AEABA2D0-D7D7-DEF6-1179-F8FA24E299D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964" name="Arc 8963">
                          <a:extLst>
                            <a:ext uri="{FF2B5EF4-FFF2-40B4-BE49-F238E27FC236}">
                              <a16:creationId xmlns:a16="http://schemas.microsoft.com/office/drawing/2014/main" id="{D066FE69-6B61-F726-BEF4-3D23E74A28D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959" name="Group 8958">
                        <a:extLst>
                          <a:ext uri="{FF2B5EF4-FFF2-40B4-BE49-F238E27FC236}">
                            <a16:creationId xmlns:a16="http://schemas.microsoft.com/office/drawing/2014/main" id="{9C8261B9-25C1-63D5-B27E-70252D099521}"/>
                          </a:ext>
                        </a:extLst>
                      </p:cNvPr>
                      <p:cNvGrpSpPr/>
                      <p:nvPr/>
                    </p:nvGrpSpPr>
                    <p:grpSpPr>
                      <a:xfrm rot="14400000" flipH="1">
                        <a:off x="6434137" y="3402011"/>
                        <a:ext cx="303213" cy="303213"/>
                        <a:chOff x="5354637" y="3446463"/>
                        <a:chExt cx="214313" cy="214313"/>
                      </a:xfrm>
                    </p:grpSpPr>
                    <p:sp>
                      <p:nvSpPr>
                        <p:cNvPr id="8961" name="Arc 8960">
                          <a:extLst>
                            <a:ext uri="{FF2B5EF4-FFF2-40B4-BE49-F238E27FC236}">
                              <a16:creationId xmlns:a16="http://schemas.microsoft.com/office/drawing/2014/main" id="{D539F8A5-02FB-0FFB-A8CE-15765AB51C9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962" name="Arc 8961">
                          <a:extLst>
                            <a:ext uri="{FF2B5EF4-FFF2-40B4-BE49-F238E27FC236}">
                              <a16:creationId xmlns:a16="http://schemas.microsoft.com/office/drawing/2014/main" id="{F12B1278-C4D7-F4C6-3090-52473D31D1D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960" name="TextBox 8959">
                        <a:extLst>
                          <a:ext uri="{FF2B5EF4-FFF2-40B4-BE49-F238E27FC236}">
                            <a16:creationId xmlns:a16="http://schemas.microsoft.com/office/drawing/2014/main" id="{A9E1EB30-BFC6-A607-6343-6A86653830DB}"/>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945" name="Group 8944">
                    <a:extLst>
                      <a:ext uri="{FF2B5EF4-FFF2-40B4-BE49-F238E27FC236}">
                        <a16:creationId xmlns:a16="http://schemas.microsoft.com/office/drawing/2014/main" id="{C7C0E802-53D3-00AC-3CD1-3F8E0266677D}"/>
                      </a:ext>
                    </a:extLst>
                  </p:cNvPr>
                  <p:cNvGrpSpPr/>
                  <p:nvPr/>
                </p:nvGrpSpPr>
                <p:grpSpPr>
                  <a:xfrm>
                    <a:off x="6197413" y="3225768"/>
                    <a:ext cx="393192" cy="393192"/>
                    <a:chOff x="6389147" y="3932622"/>
                    <a:chExt cx="393192" cy="393192"/>
                  </a:xfrm>
                </p:grpSpPr>
                <p:grpSp>
                  <p:nvGrpSpPr>
                    <p:cNvPr id="8946" name="Group 8945">
                      <a:extLst>
                        <a:ext uri="{FF2B5EF4-FFF2-40B4-BE49-F238E27FC236}">
                          <a16:creationId xmlns:a16="http://schemas.microsoft.com/office/drawing/2014/main" id="{13238091-0314-1667-447E-F4A0B042E068}"/>
                        </a:ext>
                      </a:extLst>
                    </p:cNvPr>
                    <p:cNvGrpSpPr/>
                    <p:nvPr/>
                  </p:nvGrpSpPr>
                  <p:grpSpPr>
                    <a:xfrm flipH="1">
                      <a:off x="6478587" y="4022061"/>
                      <a:ext cx="214313" cy="214313"/>
                      <a:chOff x="5354637" y="3446463"/>
                      <a:chExt cx="214313" cy="214313"/>
                    </a:xfrm>
                  </p:grpSpPr>
                  <p:sp>
                    <p:nvSpPr>
                      <p:cNvPr id="8954" name="Arc 8953">
                        <a:extLst>
                          <a:ext uri="{FF2B5EF4-FFF2-40B4-BE49-F238E27FC236}">
                            <a16:creationId xmlns:a16="http://schemas.microsoft.com/office/drawing/2014/main" id="{AC388F58-296D-26A0-32AD-5C4F12699B8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955" name="Arc 8954">
                        <a:extLst>
                          <a:ext uri="{FF2B5EF4-FFF2-40B4-BE49-F238E27FC236}">
                            <a16:creationId xmlns:a16="http://schemas.microsoft.com/office/drawing/2014/main" id="{CB42CFEB-7AF4-EA69-B0FC-722F268D872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947" name="Group 8946">
                      <a:extLst>
                        <a:ext uri="{FF2B5EF4-FFF2-40B4-BE49-F238E27FC236}">
                          <a16:creationId xmlns:a16="http://schemas.microsoft.com/office/drawing/2014/main" id="{3CF36783-0D1A-03D5-696F-FDD832EC0211}"/>
                        </a:ext>
                      </a:extLst>
                    </p:cNvPr>
                    <p:cNvGrpSpPr/>
                    <p:nvPr/>
                  </p:nvGrpSpPr>
                  <p:grpSpPr>
                    <a:xfrm rot="7200000" flipH="1">
                      <a:off x="6434137" y="3977611"/>
                      <a:ext cx="303213" cy="303213"/>
                      <a:chOff x="5354637" y="3446463"/>
                      <a:chExt cx="214313" cy="214313"/>
                    </a:xfrm>
                  </p:grpSpPr>
                  <p:sp>
                    <p:nvSpPr>
                      <p:cNvPr id="8952" name="Arc 8951">
                        <a:extLst>
                          <a:ext uri="{FF2B5EF4-FFF2-40B4-BE49-F238E27FC236}">
                            <a16:creationId xmlns:a16="http://schemas.microsoft.com/office/drawing/2014/main" id="{A465D04B-ABA8-4220-38C4-82AA4A07C6F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953" name="Arc 8952">
                        <a:extLst>
                          <a:ext uri="{FF2B5EF4-FFF2-40B4-BE49-F238E27FC236}">
                            <a16:creationId xmlns:a16="http://schemas.microsoft.com/office/drawing/2014/main" id="{27981250-2A5E-BFFA-CB91-6DA211C1E9D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948" name="Group 8947">
                      <a:extLst>
                        <a:ext uri="{FF2B5EF4-FFF2-40B4-BE49-F238E27FC236}">
                          <a16:creationId xmlns:a16="http://schemas.microsoft.com/office/drawing/2014/main" id="{0419363F-9B19-2DE6-32D7-E8B112A24377}"/>
                        </a:ext>
                      </a:extLst>
                    </p:cNvPr>
                    <p:cNvGrpSpPr/>
                    <p:nvPr/>
                  </p:nvGrpSpPr>
                  <p:grpSpPr>
                    <a:xfrm rot="14400000" flipH="1">
                      <a:off x="6389147" y="3932622"/>
                      <a:ext cx="393192" cy="393192"/>
                      <a:chOff x="5354637" y="3446463"/>
                      <a:chExt cx="214313" cy="214313"/>
                    </a:xfrm>
                  </p:grpSpPr>
                  <p:sp>
                    <p:nvSpPr>
                      <p:cNvPr id="8950" name="Arc 8949">
                        <a:extLst>
                          <a:ext uri="{FF2B5EF4-FFF2-40B4-BE49-F238E27FC236}">
                            <a16:creationId xmlns:a16="http://schemas.microsoft.com/office/drawing/2014/main" id="{D233E6EB-A499-F93E-17DB-3F1E4D0B1F8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951" name="Arc 8950">
                        <a:extLst>
                          <a:ext uri="{FF2B5EF4-FFF2-40B4-BE49-F238E27FC236}">
                            <a16:creationId xmlns:a16="http://schemas.microsoft.com/office/drawing/2014/main" id="{2E644463-94D5-DC14-C003-9EE14FEC08C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949" name="TextBox 8948">
                      <a:extLst>
                        <a:ext uri="{FF2B5EF4-FFF2-40B4-BE49-F238E27FC236}">
                          <a16:creationId xmlns:a16="http://schemas.microsoft.com/office/drawing/2014/main" id="{CE79F41A-008B-3D4A-34F8-6F94C72F5BDD}"/>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895" name="Group 8894">
                  <a:extLst>
                    <a:ext uri="{FF2B5EF4-FFF2-40B4-BE49-F238E27FC236}">
                      <a16:creationId xmlns:a16="http://schemas.microsoft.com/office/drawing/2014/main" id="{3591BB31-B1BD-73C8-C0EC-AECAA189CC63}"/>
                    </a:ext>
                  </a:extLst>
                </p:cNvPr>
                <p:cNvGrpSpPr/>
                <p:nvPr/>
              </p:nvGrpSpPr>
              <p:grpSpPr>
                <a:xfrm>
                  <a:off x="6069086" y="3246228"/>
                  <a:ext cx="1019224" cy="991639"/>
                  <a:chOff x="5886431" y="3225768"/>
                  <a:chExt cx="1019224" cy="991639"/>
                </a:xfrm>
              </p:grpSpPr>
              <p:grpSp>
                <p:nvGrpSpPr>
                  <p:cNvPr id="8896" name="Group 8895">
                    <a:extLst>
                      <a:ext uri="{FF2B5EF4-FFF2-40B4-BE49-F238E27FC236}">
                        <a16:creationId xmlns:a16="http://schemas.microsoft.com/office/drawing/2014/main" id="{F823A8D2-86A2-2A3F-DDA7-E5D522F0D547}"/>
                      </a:ext>
                    </a:extLst>
                  </p:cNvPr>
                  <p:cNvGrpSpPr/>
                  <p:nvPr/>
                </p:nvGrpSpPr>
                <p:grpSpPr>
                  <a:xfrm>
                    <a:off x="6197413" y="3824215"/>
                    <a:ext cx="393192" cy="393192"/>
                    <a:chOff x="5265196" y="3357021"/>
                    <a:chExt cx="393192" cy="393192"/>
                  </a:xfrm>
                </p:grpSpPr>
                <p:grpSp>
                  <p:nvGrpSpPr>
                    <p:cNvPr id="8931" name="Group 8930">
                      <a:extLst>
                        <a:ext uri="{FF2B5EF4-FFF2-40B4-BE49-F238E27FC236}">
                          <a16:creationId xmlns:a16="http://schemas.microsoft.com/office/drawing/2014/main" id="{11A7EC79-0804-5490-4074-2B0F1ACB577C}"/>
                        </a:ext>
                      </a:extLst>
                    </p:cNvPr>
                    <p:cNvGrpSpPr/>
                    <p:nvPr/>
                  </p:nvGrpSpPr>
                  <p:grpSpPr>
                    <a:xfrm rot="14400000">
                      <a:off x="5265196" y="3357021"/>
                      <a:ext cx="393192" cy="393192"/>
                      <a:chOff x="5354637" y="3446463"/>
                      <a:chExt cx="214313" cy="214313"/>
                    </a:xfrm>
                  </p:grpSpPr>
                  <p:sp>
                    <p:nvSpPr>
                      <p:cNvPr id="8940" name="Arc 8939">
                        <a:extLst>
                          <a:ext uri="{FF2B5EF4-FFF2-40B4-BE49-F238E27FC236}">
                            <a16:creationId xmlns:a16="http://schemas.microsoft.com/office/drawing/2014/main" id="{F6216813-9C1A-6E1E-A31E-D076C9E20D9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941" name="Arc 8940">
                        <a:extLst>
                          <a:ext uri="{FF2B5EF4-FFF2-40B4-BE49-F238E27FC236}">
                            <a16:creationId xmlns:a16="http://schemas.microsoft.com/office/drawing/2014/main" id="{D9205A9C-0CA0-D173-DF2E-DD61D92EE2C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932" name="Group 8931">
                      <a:extLst>
                        <a:ext uri="{FF2B5EF4-FFF2-40B4-BE49-F238E27FC236}">
                          <a16:creationId xmlns:a16="http://schemas.microsoft.com/office/drawing/2014/main" id="{04F123DB-F309-BAEE-B2DF-87F001472892}"/>
                        </a:ext>
                      </a:extLst>
                    </p:cNvPr>
                    <p:cNvGrpSpPr/>
                    <p:nvPr/>
                  </p:nvGrpSpPr>
                  <p:grpSpPr>
                    <a:xfrm>
                      <a:off x="5310186" y="3402011"/>
                      <a:ext cx="303213" cy="303213"/>
                      <a:chOff x="5310186" y="3402011"/>
                      <a:chExt cx="303213" cy="303213"/>
                    </a:xfrm>
                  </p:grpSpPr>
                  <p:grpSp>
                    <p:nvGrpSpPr>
                      <p:cNvPr id="8933" name="Group 8932">
                        <a:extLst>
                          <a:ext uri="{FF2B5EF4-FFF2-40B4-BE49-F238E27FC236}">
                            <a16:creationId xmlns:a16="http://schemas.microsoft.com/office/drawing/2014/main" id="{544CA5E9-91A7-DC43-FC00-519F927FA6DA}"/>
                          </a:ext>
                        </a:extLst>
                      </p:cNvPr>
                      <p:cNvGrpSpPr/>
                      <p:nvPr/>
                    </p:nvGrpSpPr>
                    <p:grpSpPr>
                      <a:xfrm>
                        <a:off x="5354636" y="3446461"/>
                        <a:ext cx="214313" cy="214313"/>
                        <a:chOff x="5354637" y="3446463"/>
                        <a:chExt cx="214313" cy="214313"/>
                      </a:xfrm>
                    </p:grpSpPr>
                    <p:sp>
                      <p:nvSpPr>
                        <p:cNvPr id="8938" name="Arc 8937">
                          <a:extLst>
                            <a:ext uri="{FF2B5EF4-FFF2-40B4-BE49-F238E27FC236}">
                              <a16:creationId xmlns:a16="http://schemas.microsoft.com/office/drawing/2014/main" id="{22758123-7273-965F-447D-8A1448E4AC5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939" name="Arc 8938">
                          <a:extLst>
                            <a:ext uri="{FF2B5EF4-FFF2-40B4-BE49-F238E27FC236}">
                              <a16:creationId xmlns:a16="http://schemas.microsoft.com/office/drawing/2014/main" id="{3C0E8F5A-1EF0-1DD4-0431-8454CB07158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934" name="Group 8933">
                        <a:extLst>
                          <a:ext uri="{FF2B5EF4-FFF2-40B4-BE49-F238E27FC236}">
                            <a16:creationId xmlns:a16="http://schemas.microsoft.com/office/drawing/2014/main" id="{3D56CE5D-B14D-0C53-DE0C-6175924468DB}"/>
                          </a:ext>
                        </a:extLst>
                      </p:cNvPr>
                      <p:cNvGrpSpPr/>
                      <p:nvPr/>
                    </p:nvGrpSpPr>
                    <p:grpSpPr>
                      <a:xfrm rot="7200000">
                        <a:off x="5310186" y="3402011"/>
                        <a:ext cx="303213" cy="303213"/>
                        <a:chOff x="5354637" y="3446463"/>
                        <a:chExt cx="214313" cy="214313"/>
                      </a:xfrm>
                    </p:grpSpPr>
                    <p:sp>
                      <p:nvSpPr>
                        <p:cNvPr id="8936" name="Arc 8935">
                          <a:extLst>
                            <a:ext uri="{FF2B5EF4-FFF2-40B4-BE49-F238E27FC236}">
                              <a16:creationId xmlns:a16="http://schemas.microsoft.com/office/drawing/2014/main" id="{FFED758D-5A39-70CB-5937-EF33D46BA74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937" name="Arc 8936">
                          <a:extLst>
                            <a:ext uri="{FF2B5EF4-FFF2-40B4-BE49-F238E27FC236}">
                              <a16:creationId xmlns:a16="http://schemas.microsoft.com/office/drawing/2014/main" id="{65237A92-5A1A-01B4-EAE1-1596171BAEC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935" name="TextBox 8934">
                        <a:extLst>
                          <a:ext uri="{FF2B5EF4-FFF2-40B4-BE49-F238E27FC236}">
                            <a16:creationId xmlns:a16="http://schemas.microsoft.com/office/drawing/2014/main" id="{BC8A9ABC-C02E-E02B-8E7D-AFE3D5AD2A6B}"/>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897" name="Group 8896">
                    <a:extLst>
                      <a:ext uri="{FF2B5EF4-FFF2-40B4-BE49-F238E27FC236}">
                        <a16:creationId xmlns:a16="http://schemas.microsoft.com/office/drawing/2014/main" id="{6D89689E-0594-C6D7-43EF-5C55428AB1CE}"/>
                      </a:ext>
                    </a:extLst>
                  </p:cNvPr>
                  <p:cNvGrpSpPr/>
                  <p:nvPr/>
                </p:nvGrpSpPr>
                <p:grpSpPr>
                  <a:xfrm>
                    <a:off x="5886431" y="3525040"/>
                    <a:ext cx="393192" cy="393192"/>
                    <a:chOff x="5265196" y="3932619"/>
                    <a:chExt cx="393192" cy="393192"/>
                  </a:xfrm>
                </p:grpSpPr>
                <p:grpSp>
                  <p:nvGrpSpPr>
                    <p:cNvPr id="8921" name="Group 8920">
                      <a:extLst>
                        <a:ext uri="{FF2B5EF4-FFF2-40B4-BE49-F238E27FC236}">
                          <a16:creationId xmlns:a16="http://schemas.microsoft.com/office/drawing/2014/main" id="{14456744-3FFD-9EA0-E37B-E78E2FF667B7}"/>
                        </a:ext>
                      </a:extLst>
                    </p:cNvPr>
                    <p:cNvGrpSpPr/>
                    <p:nvPr/>
                  </p:nvGrpSpPr>
                  <p:grpSpPr>
                    <a:xfrm>
                      <a:off x="5354636" y="4022061"/>
                      <a:ext cx="214313" cy="214313"/>
                      <a:chOff x="5354637" y="3446463"/>
                      <a:chExt cx="214313" cy="214313"/>
                    </a:xfrm>
                  </p:grpSpPr>
                  <p:sp>
                    <p:nvSpPr>
                      <p:cNvPr id="8929" name="Arc 8928">
                        <a:extLst>
                          <a:ext uri="{FF2B5EF4-FFF2-40B4-BE49-F238E27FC236}">
                            <a16:creationId xmlns:a16="http://schemas.microsoft.com/office/drawing/2014/main" id="{BDA363AC-368C-7116-349F-6133623CF0B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930" name="Arc 8929">
                        <a:extLst>
                          <a:ext uri="{FF2B5EF4-FFF2-40B4-BE49-F238E27FC236}">
                            <a16:creationId xmlns:a16="http://schemas.microsoft.com/office/drawing/2014/main" id="{3CB1C0BA-7F98-0B9C-5770-274FE3FDA0B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922" name="Group 8921">
                      <a:extLst>
                        <a:ext uri="{FF2B5EF4-FFF2-40B4-BE49-F238E27FC236}">
                          <a16:creationId xmlns:a16="http://schemas.microsoft.com/office/drawing/2014/main" id="{B4C868AB-88A4-D5AC-C62D-5E1916EF8D91}"/>
                        </a:ext>
                      </a:extLst>
                    </p:cNvPr>
                    <p:cNvGrpSpPr/>
                    <p:nvPr/>
                  </p:nvGrpSpPr>
                  <p:grpSpPr>
                    <a:xfrm rot="14400000">
                      <a:off x="5310186" y="3977611"/>
                      <a:ext cx="303213" cy="303213"/>
                      <a:chOff x="5354637" y="3446463"/>
                      <a:chExt cx="214313" cy="214313"/>
                    </a:xfrm>
                  </p:grpSpPr>
                  <p:sp>
                    <p:nvSpPr>
                      <p:cNvPr id="8927" name="Arc 8926">
                        <a:extLst>
                          <a:ext uri="{FF2B5EF4-FFF2-40B4-BE49-F238E27FC236}">
                            <a16:creationId xmlns:a16="http://schemas.microsoft.com/office/drawing/2014/main" id="{7BF76A17-B520-2660-AADE-4D4B85F02A5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928" name="Arc 8927">
                        <a:extLst>
                          <a:ext uri="{FF2B5EF4-FFF2-40B4-BE49-F238E27FC236}">
                            <a16:creationId xmlns:a16="http://schemas.microsoft.com/office/drawing/2014/main" id="{6B751562-926A-E510-5FAC-8CEA054A574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923" name="Group 8922">
                      <a:extLst>
                        <a:ext uri="{FF2B5EF4-FFF2-40B4-BE49-F238E27FC236}">
                          <a16:creationId xmlns:a16="http://schemas.microsoft.com/office/drawing/2014/main" id="{0761A832-85C7-EBF5-212C-96D5026F5BDE}"/>
                        </a:ext>
                      </a:extLst>
                    </p:cNvPr>
                    <p:cNvGrpSpPr/>
                    <p:nvPr/>
                  </p:nvGrpSpPr>
                  <p:grpSpPr>
                    <a:xfrm rot="7200000">
                      <a:off x="5265196" y="3932619"/>
                      <a:ext cx="393192" cy="393192"/>
                      <a:chOff x="5354637" y="3446463"/>
                      <a:chExt cx="214313" cy="214313"/>
                    </a:xfrm>
                  </p:grpSpPr>
                  <p:sp>
                    <p:nvSpPr>
                      <p:cNvPr id="8925" name="Arc 8924">
                        <a:extLst>
                          <a:ext uri="{FF2B5EF4-FFF2-40B4-BE49-F238E27FC236}">
                            <a16:creationId xmlns:a16="http://schemas.microsoft.com/office/drawing/2014/main" id="{4715949F-75E5-9193-1B0C-3485E061454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926" name="Arc 8925">
                        <a:extLst>
                          <a:ext uri="{FF2B5EF4-FFF2-40B4-BE49-F238E27FC236}">
                            <a16:creationId xmlns:a16="http://schemas.microsoft.com/office/drawing/2014/main" id="{AFDC84EF-99C5-DB0A-8D42-EA44AE9F1D9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924" name="TextBox 8923">
                      <a:extLst>
                        <a:ext uri="{FF2B5EF4-FFF2-40B4-BE49-F238E27FC236}">
                          <a16:creationId xmlns:a16="http://schemas.microsoft.com/office/drawing/2014/main" id="{A264F524-7C33-D509-9181-C9E1CC0892EE}"/>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8898" name="Group 8897">
                    <a:extLst>
                      <a:ext uri="{FF2B5EF4-FFF2-40B4-BE49-F238E27FC236}">
                        <a16:creationId xmlns:a16="http://schemas.microsoft.com/office/drawing/2014/main" id="{4A55EEBA-9B0F-3108-D222-81764512AA1F}"/>
                      </a:ext>
                    </a:extLst>
                  </p:cNvPr>
                  <p:cNvGrpSpPr/>
                  <p:nvPr/>
                </p:nvGrpSpPr>
                <p:grpSpPr>
                  <a:xfrm>
                    <a:off x="6512463" y="3525040"/>
                    <a:ext cx="393192" cy="393192"/>
                    <a:chOff x="6389147" y="3357021"/>
                    <a:chExt cx="393192" cy="393192"/>
                  </a:xfrm>
                </p:grpSpPr>
                <p:grpSp>
                  <p:nvGrpSpPr>
                    <p:cNvPr id="8910" name="Group 8909">
                      <a:extLst>
                        <a:ext uri="{FF2B5EF4-FFF2-40B4-BE49-F238E27FC236}">
                          <a16:creationId xmlns:a16="http://schemas.microsoft.com/office/drawing/2014/main" id="{BE91B155-13EF-8C34-7B9A-0BCCA0889A93}"/>
                        </a:ext>
                      </a:extLst>
                    </p:cNvPr>
                    <p:cNvGrpSpPr/>
                    <p:nvPr/>
                  </p:nvGrpSpPr>
                  <p:grpSpPr>
                    <a:xfrm rot="7200000" flipH="1">
                      <a:off x="6389147" y="3357021"/>
                      <a:ext cx="393192" cy="393192"/>
                      <a:chOff x="5354637" y="3446463"/>
                      <a:chExt cx="214313" cy="214313"/>
                    </a:xfrm>
                  </p:grpSpPr>
                  <p:sp>
                    <p:nvSpPr>
                      <p:cNvPr id="8919" name="Arc 8918">
                        <a:extLst>
                          <a:ext uri="{FF2B5EF4-FFF2-40B4-BE49-F238E27FC236}">
                            <a16:creationId xmlns:a16="http://schemas.microsoft.com/office/drawing/2014/main" id="{9AB94596-1C21-A003-820D-5EF3E308E1F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920" name="Arc 8919">
                        <a:extLst>
                          <a:ext uri="{FF2B5EF4-FFF2-40B4-BE49-F238E27FC236}">
                            <a16:creationId xmlns:a16="http://schemas.microsoft.com/office/drawing/2014/main" id="{1E01F913-18E3-F1C4-A135-2E7E72C9CC7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911" name="Group 8910">
                      <a:extLst>
                        <a:ext uri="{FF2B5EF4-FFF2-40B4-BE49-F238E27FC236}">
                          <a16:creationId xmlns:a16="http://schemas.microsoft.com/office/drawing/2014/main" id="{E938D031-C765-7729-707D-AA2C47426893}"/>
                        </a:ext>
                      </a:extLst>
                    </p:cNvPr>
                    <p:cNvGrpSpPr/>
                    <p:nvPr/>
                  </p:nvGrpSpPr>
                  <p:grpSpPr>
                    <a:xfrm>
                      <a:off x="6434137" y="3402011"/>
                      <a:ext cx="303213" cy="303213"/>
                      <a:chOff x="6434137" y="3402011"/>
                      <a:chExt cx="303213" cy="303213"/>
                    </a:xfrm>
                  </p:grpSpPr>
                  <p:grpSp>
                    <p:nvGrpSpPr>
                      <p:cNvPr id="8912" name="Group 8911">
                        <a:extLst>
                          <a:ext uri="{FF2B5EF4-FFF2-40B4-BE49-F238E27FC236}">
                            <a16:creationId xmlns:a16="http://schemas.microsoft.com/office/drawing/2014/main" id="{B1D3AF10-6873-783F-2F1F-67F320236CF2}"/>
                          </a:ext>
                        </a:extLst>
                      </p:cNvPr>
                      <p:cNvGrpSpPr/>
                      <p:nvPr/>
                    </p:nvGrpSpPr>
                    <p:grpSpPr>
                      <a:xfrm flipH="1">
                        <a:off x="6478587" y="3446461"/>
                        <a:ext cx="214313" cy="214313"/>
                        <a:chOff x="5354637" y="3446463"/>
                        <a:chExt cx="214313" cy="214313"/>
                      </a:xfrm>
                    </p:grpSpPr>
                    <p:sp>
                      <p:nvSpPr>
                        <p:cNvPr id="8917" name="Arc 8916">
                          <a:extLst>
                            <a:ext uri="{FF2B5EF4-FFF2-40B4-BE49-F238E27FC236}">
                              <a16:creationId xmlns:a16="http://schemas.microsoft.com/office/drawing/2014/main" id="{481B2FB1-3901-9F2F-8708-EC120CBD891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918" name="Arc 8917">
                          <a:extLst>
                            <a:ext uri="{FF2B5EF4-FFF2-40B4-BE49-F238E27FC236}">
                              <a16:creationId xmlns:a16="http://schemas.microsoft.com/office/drawing/2014/main" id="{CE2B37E9-93AA-FE56-49B9-5E370EB7B19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913" name="Group 8912">
                        <a:extLst>
                          <a:ext uri="{FF2B5EF4-FFF2-40B4-BE49-F238E27FC236}">
                            <a16:creationId xmlns:a16="http://schemas.microsoft.com/office/drawing/2014/main" id="{96B978A7-C190-1F06-B21D-06FC9F9AFEDA}"/>
                          </a:ext>
                        </a:extLst>
                      </p:cNvPr>
                      <p:cNvGrpSpPr/>
                      <p:nvPr/>
                    </p:nvGrpSpPr>
                    <p:grpSpPr>
                      <a:xfrm rot="14400000" flipH="1">
                        <a:off x="6434137" y="3402011"/>
                        <a:ext cx="303213" cy="303213"/>
                        <a:chOff x="5354637" y="3446463"/>
                        <a:chExt cx="214313" cy="214313"/>
                      </a:xfrm>
                    </p:grpSpPr>
                    <p:sp>
                      <p:nvSpPr>
                        <p:cNvPr id="8915" name="Arc 8914">
                          <a:extLst>
                            <a:ext uri="{FF2B5EF4-FFF2-40B4-BE49-F238E27FC236}">
                              <a16:creationId xmlns:a16="http://schemas.microsoft.com/office/drawing/2014/main" id="{03F5C4E9-0BA0-FA65-E1AB-6851F9D5E9C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916" name="Arc 8915">
                          <a:extLst>
                            <a:ext uri="{FF2B5EF4-FFF2-40B4-BE49-F238E27FC236}">
                              <a16:creationId xmlns:a16="http://schemas.microsoft.com/office/drawing/2014/main" id="{D1498EE3-D2B1-104D-1639-98E2F9479A5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914" name="TextBox 8913">
                        <a:extLst>
                          <a:ext uri="{FF2B5EF4-FFF2-40B4-BE49-F238E27FC236}">
                            <a16:creationId xmlns:a16="http://schemas.microsoft.com/office/drawing/2014/main" id="{D7B30ABB-7566-D992-2794-1FD546A95613}"/>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899" name="Group 8898">
                    <a:extLst>
                      <a:ext uri="{FF2B5EF4-FFF2-40B4-BE49-F238E27FC236}">
                        <a16:creationId xmlns:a16="http://schemas.microsoft.com/office/drawing/2014/main" id="{E75FFF5F-DECB-EE33-DDB1-84A25E2BC610}"/>
                      </a:ext>
                    </a:extLst>
                  </p:cNvPr>
                  <p:cNvGrpSpPr/>
                  <p:nvPr/>
                </p:nvGrpSpPr>
                <p:grpSpPr>
                  <a:xfrm>
                    <a:off x="6197413" y="3225768"/>
                    <a:ext cx="393192" cy="393192"/>
                    <a:chOff x="6389147" y="3932622"/>
                    <a:chExt cx="393192" cy="393192"/>
                  </a:xfrm>
                </p:grpSpPr>
                <p:grpSp>
                  <p:nvGrpSpPr>
                    <p:cNvPr id="8900" name="Group 8899">
                      <a:extLst>
                        <a:ext uri="{FF2B5EF4-FFF2-40B4-BE49-F238E27FC236}">
                          <a16:creationId xmlns:a16="http://schemas.microsoft.com/office/drawing/2014/main" id="{A7C9A5DE-E6D5-6AFF-4839-A73DC0D4C756}"/>
                        </a:ext>
                      </a:extLst>
                    </p:cNvPr>
                    <p:cNvGrpSpPr/>
                    <p:nvPr/>
                  </p:nvGrpSpPr>
                  <p:grpSpPr>
                    <a:xfrm flipH="1">
                      <a:off x="6478587" y="4022061"/>
                      <a:ext cx="214313" cy="214313"/>
                      <a:chOff x="5354637" y="3446463"/>
                      <a:chExt cx="214313" cy="214313"/>
                    </a:xfrm>
                  </p:grpSpPr>
                  <p:sp>
                    <p:nvSpPr>
                      <p:cNvPr id="8908" name="Arc 8907">
                        <a:extLst>
                          <a:ext uri="{FF2B5EF4-FFF2-40B4-BE49-F238E27FC236}">
                            <a16:creationId xmlns:a16="http://schemas.microsoft.com/office/drawing/2014/main" id="{306C92B8-1A81-D746-BE61-0FFC4E7A075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909" name="Arc 8908">
                        <a:extLst>
                          <a:ext uri="{FF2B5EF4-FFF2-40B4-BE49-F238E27FC236}">
                            <a16:creationId xmlns:a16="http://schemas.microsoft.com/office/drawing/2014/main" id="{96E1F91C-7472-55FB-0647-6875E146610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901" name="Group 8900">
                      <a:extLst>
                        <a:ext uri="{FF2B5EF4-FFF2-40B4-BE49-F238E27FC236}">
                          <a16:creationId xmlns:a16="http://schemas.microsoft.com/office/drawing/2014/main" id="{F7124AF6-2DA4-2FC0-0514-503983243BAC}"/>
                        </a:ext>
                      </a:extLst>
                    </p:cNvPr>
                    <p:cNvGrpSpPr/>
                    <p:nvPr/>
                  </p:nvGrpSpPr>
                  <p:grpSpPr>
                    <a:xfrm rot="7200000" flipH="1">
                      <a:off x="6434137" y="3977611"/>
                      <a:ext cx="303213" cy="303213"/>
                      <a:chOff x="5354637" y="3446463"/>
                      <a:chExt cx="214313" cy="214313"/>
                    </a:xfrm>
                  </p:grpSpPr>
                  <p:sp>
                    <p:nvSpPr>
                      <p:cNvPr id="8906" name="Arc 8905">
                        <a:extLst>
                          <a:ext uri="{FF2B5EF4-FFF2-40B4-BE49-F238E27FC236}">
                            <a16:creationId xmlns:a16="http://schemas.microsoft.com/office/drawing/2014/main" id="{4FB927C3-67DC-CCC7-D536-7C6A39655B8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907" name="Arc 8906">
                        <a:extLst>
                          <a:ext uri="{FF2B5EF4-FFF2-40B4-BE49-F238E27FC236}">
                            <a16:creationId xmlns:a16="http://schemas.microsoft.com/office/drawing/2014/main" id="{7686DA17-55B5-211A-EE2B-E7AF6589114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902" name="Group 8901">
                      <a:extLst>
                        <a:ext uri="{FF2B5EF4-FFF2-40B4-BE49-F238E27FC236}">
                          <a16:creationId xmlns:a16="http://schemas.microsoft.com/office/drawing/2014/main" id="{EFC33117-8156-AB00-FDC1-B617FC8D7B34}"/>
                        </a:ext>
                      </a:extLst>
                    </p:cNvPr>
                    <p:cNvGrpSpPr/>
                    <p:nvPr/>
                  </p:nvGrpSpPr>
                  <p:grpSpPr>
                    <a:xfrm rot="14400000" flipH="1">
                      <a:off x="6389147" y="3932622"/>
                      <a:ext cx="393192" cy="393192"/>
                      <a:chOff x="5354637" y="3446463"/>
                      <a:chExt cx="214313" cy="214313"/>
                    </a:xfrm>
                  </p:grpSpPr>
                  <p:sp>
                    <p:nvSpPr>
                      <p:cNvPr id="8904" name="Arc 8903">
                        <a:extLst>
                          <a:ext uri="{FF2B5EF4-FFF2-40B4-BE49-F238E27FC236}">
                            <a16:creationId xmlns:a16="http://schemas.microsoft.com/office/drawing/2014/main" id="{83D7B936-6BBC-2CC2-4126-B8BE23F85DB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905" name="Arc 8904">
                        <a:extLst>
                          <a:ext uri="{FF2B5EF4-FFF2-40B4-BE49-F238E27FC236}">
                            <a16:creationId xmlns:a16="http://schemas.microsoft.com/office/drawing/2014/main" id="{54368AD1-2DC3-A60C-90CD-8FDB9ECB227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903" name="TextBox 8902">
                      <a:extLst>
                        <a:ext uri="{FF2B5EF4-FFF2-40B4-BE49-F238E27FC236}">
                          <a16:creationId xmlns:a16="http://schemas.microsoft.com/office/drawing/2014/main" id="{C62E1663-2500-08E5-D4CB-4A0D14657BEA}"/>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8799" name="Group 8798">
                <a:extLst>
                  <a:ext uri="{FF2B5EF4-FFF2-40B4-BE49-F238E27FC236}">
                    <a16:creationId xmlns:a16="http://schemas.microsoft.com/office/drawing/2014/main" id="{FE6E11D8-BE85-A03C-2AF2-B0266A6FBC45}"/>
                  </a:ext>
                </a:extLst>
              </p:cNvPr>
              <p:cNvGrpSpPr/>
              <p:nvPr/>
            </p:nvGrpSpPr>
            <p:grpSpPr>
              <a:xfrm>
                <a:off x="6065340" y="2039507"/>
                <a:ext cx="1643204" cy="1593124"/>
                <a:chOff x="5445106" y="2644743"/>
                <a:chExt cx="1643204" cy="1593124"/>
              </a:xfrm>
            </p:grpSpPr>
            <p:grpSp>
              <p:nvGrpSpPr>
                <p:cNvPr id="8800" name="Group 8799">
                  <a:extLst>
                    <a:ext uri="{FF2B5EF4-FFF2-40B4-BE49-F238E27FC236}">
                      <a16:creationId xmlns:a16="http://schemas.microsoft.com/office/drawing/2014/main" id="{E0FDCAD1-9328-7592-54C1-0FEA851AB262}"/>
                    </a:ext>
                  </a:extLst>
                </p:cNvPr>
                <p:cNvGrpSpPr/>
                <p:nvPr/>
              </p:nvGrpSpPr>
              <p:grpSpPr>
                <a:xfrm>
                  <a:off x="5445106" y="2644743"/>
                  <a:ext cx="1019224" cy="991639"/>
                  <a:chOff x="5886431" y="3225768"/>
                  <a:chExt cx="1019224" cy="991639"/>
                </a:xfrm>
              </p:grpSpPr>
              <p:grpSp>
                <p:nvGrpSpPr>
                  <p:cNvPr id="8848" name="Group 8847">
                    <a:extLst>
                      <a:ext uri="{FF2B5EF4-FFF2-40B4-BE49-F238E27FC236}">
                        <a16:creationId xmlns:a16="http://schemas.microsoft.com/office/drawing/2014/main" id="{35F2E7D2-2238-F711-D192-A0DE9B8EE64B}"/>
                      </a:ext>
                    </a:extLst>
                  </p:cNvPr>
                  <p:cNvGrpSpPr/>
                  <p:nvPr/>
                </p:nvGrpSpPr>
                <p:grpSpPr>
                  <a:xfrm>
                    <a:off x="6197413" y="3824215"/>
                    <a:ext cx="393192" cy="393192"/>
                    <a:chOff x="5265196" y="3357021"/>
                    <a:chExt cx="393192" cy="393192"/>
                  </a:xfrm>
                </p:grpSpPr>
                <p:grpSp>
                  <p:nvGrpSpPr>
                    <p:cNvPr id="8883" name="Group 8882">
                      <a:extLst>
                        <a:ext uri="{FF2B5EF4-FFF2-40B4-BE49-F238E27FC236}">
                          <a16:creationId xmlns:a16="http://schemas.microsoft.com/office/drawing/2014/main" id="{EB40AB4B-29F5-ACA6-D7E1-319EEFDD878B}"/>
                        </a:ext>
                      </a:extLst>
                    </p:cNvPr>
                    <p:cNvGrpSpPr/>
                    <p:nvPr/>
                  </p:nvGrpSpPr>
                  <p:grpSpPr>
                    <a:xfrm rot="14400000">
                      <a:off x="5265196" y="3357021"/>
                      <a:ext cx="393192" cy="393192"/>
                      <a:chOff x="5354637" y="3446463"/>
                      <a:chExt cx="214313" cy="214313"/>
                    </a:xfrm>
                  </p:grpSpPr>
                  <p:sp>
                    <p:nvSpPr>
                      <p:cNvPr id="8892" name="Arc 8891">
                        <a:extLst>
                          <a:ext uri="{FF2B5EF4-FFF2-40B4-BE49-F238E27FC236}">
                            <a16:creationId xmlns:a16="http://schemas.microsoft.com/office/drawing/2014/main" id="{08C41012-942C-C12E-0B4E-7AD9D914713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893" name="Arc 8892">
                        <a:extLst>
                          <a:ext uri="{FF2B5EF4-FFF2-40B4-BE49-F238E27FC236}">
                            <a16:creationId xmlns:a16="http://schemas.microsoft.com/office/drawing/2014/main" id="{739B9493-BB9F-DE48-FF86-BDFBFFD9BF2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884" name="Group 8883">
                      <a:extLst>
                        <a:ext uri="{FF2B5EF4-FFF2-40B4-BE49-F238E27FC236}">
                          <a16:creationId xmlns:a16="http://schemas.microsoft.com/office/drawing/2014/main" id="{3849C3EC-B6C9-7DB5-2A8A-859388B55D67}"/>
                        </a:ext>
                      </a:extLst>
                    </p:cNvPr>
                    <p:cNvGrpSpPr/>
                    <p:nvPr/>
                  </p:nvGrpSpPr>
                  <p:grpSpPr>
                    <a:xfrm>
                      <a:off x="5310186" y="3402011"/>
                      <a:ext cx="303213" cy="303213"/>
                      <a:chOff x="5310186" y="3402011"/>
                      <a:chExt cx="303213" cy="303213"/>
                    </a:xfrm>
                  </p:grpSpPr>
                  <p:grpSp>
                    <p:nvGrpSpPr>
                      <p:cNvPr id="8885" name="Group 8884">
                        <a:extLst>
                          <a:ext uri="{FF2B5EF4-FFF2-40B4-BE49-F238E27FC236}">
                            <a16:creationId xmlns:a16="http://schemas.microsoft.com/office/drawing/2014/main" id="{DD855864-41B8-6A8A-5D11-5606FC266D7E}"/>
                          </a:ext>
                        </a:extLst>
                      </p:cNvPr>
                      <p:cNvGrpSpPr/>
                      <p:nvPr/>
                    </p:nvGrpSpPr>
                    <p:grpSpPr>
                      <a:xfrm>
                        <a:off x="5354636" y="3446461"/>
                        <a:ext cx="214313" cy="214313"/>
                        <a:chOff x="5354637" y="3446463"/>
                        <a:chExt cx="214313" cy="214313"/>
                      </a:xfrm>
                    </p:grpSpPr>
                    <p:sp>
                      <p:nvSpPr>
                        <p:cNvPr id="8890" name="Arc 8889">
                          <a:extLst>
                            <a:ext uri="{FF2B5EF4-FFF2-40B4-BE49-F238E27FC236}">
                              <a16:creationId xmlns:a16="http://schemas.microsoft.com/office/drawing/2014/main" id="{02C2A361-4FF7-C7E3-6DBE-72DFCA3E850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891" name="Arc 8890">
                          <a:extLst>
                            <a:ext uri="{FF2B5EF4-FFF2-40B4-BE49-F238E27FC236}">
                              <a16:creationId xmlns:a16="http://schemas.microsoft.com/office/drawing/2014/main" id="{75888944-9865-4EE3-7DE6-7B692B2D860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886" name="Group 8885">
                        <a:extLst>
                          <a:ext uri="{FF2B5EF4-FFF2-40B4-BE49-F238E27FC236}">
                            <a16:creationId xmlns:a16="http://schemas.microsoft.com/office/drawing/2014/main" id="{676885A8-6E55-13AC-3B9B-3F26BF4C0E05}"/>
                          </a:ext>
                        </a:extLst>
                      </p:cNvPr>
                      <p:cNvGrpSpPr/>
                      <p:nvPr/>
                    </p:nvGrpSpPr>
                    <p:grpSpPr>
                      <a:xfrm rot="7200000">
                        <a:off x="5310186" y="3402011"/>
                        <a:ext cx="303213" cy="303213"/>
                        <a:chOff x="5354637" y="3446463"/>
                        <a:chExt cx="214313" cy="214313"/>
                      </a:xfrm>
                    </p:grpSpPr>
                    <p:sp>
                      <p:nvSpPr>
                        <p:cNvPr id="8888" name="Arc 8887">
                          <a:extLst>
                            <a:ext uri="{FF2B5EF4-FFF2-40B4-BE49-F238E27FC236}">
                              <a16:creationId xmlns:a16="http://schemas.microsoft.com/office/drawing/2014/main" id="{1331DF5A-562D-CBC5-26C5-9C93BCF8977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889" name="Arc 8888">
                          <a:extLst>
                            <a:ext uri="{FF2B5EF4-FFF2-40B4-BE49-F238E27FC236}">
                              <a16:creationId xmlns:a16="http://schemas.microsoft.com/office/drawing/2014/main" id="{D81B72BD-2145-CC18-E125-DAA7DBB9D1D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887" name="TextBox 8886">
                        <a:extLst>
                          <a:ext uri="{FF2B5EF4-FFF2-40B4-BE49-F238E27FC236}">
                            <a16:creationId xmlns:a16="http://schemas.microsoft.com/office/drawing/2014/main" id="{5C7FC3C8-F31F-500C-7A96-456A4F767B05}"/>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849" name="Group 8848">
                    <a:extLst>
                      <a:ext uri="{FF2B5EF4-FFF2-40B4-BE49-F238E27FC236}">
                        <a16:creationId xmlns:a16="http://schemas.microsoft.com/office/drawing/2014/main" id="{C8F2FD8F-76E8-2206-B4B9-EB7A28FAD8B0}"/>
                      </a:ext>
                    </a:extLst>
                  </p:cNvPr>
                  <p:cNvGrpSpPr/>
                  <p:nvPr/>
                </p:nvGrpSpPr>
                <p:grpSpPr>
                  <a:xfrm>
                    <a:off x="5886431" y="3525040"/>
                    <a:ext cx="393192" cy="393192"/>
                    <a:chOff x="5265196" y="3932619"/>
                    <a:chExt cx="393192" cy="393192"/>
                  </a:xfrm>
                </p:grpSpPr>
                <p:grpSp>
                  <p:nvGrpSpPr>
                    <p:cNvPr id="8873" name="Group 8872">
                      <a:extLst>
                        <a:ext uri="{FF2B5EF4-FFF2-40B4-BE49-F238E27FC236}">
                          <a16:creationId xmlns:a16="http://schemas.microsoft.com/office/drawing/2014/main" id="{D42BF516-4918-6B9C-2AA8-3D83F9335283}"/>
                        </a:ext>
                      </a:extLst>
                    </p:cNvPr>
                    <p:cNvGrpSpPr/>
                    <p:nvPr/>
                  </p:nvGrpSpPr>
                  <p:grpSpPr>
                    <a:xfrm>
                      <a:off x="5354636" y="4022061"/>
                      <a:ext cx="214313" cy="214313"/>
                      <a:chOff x="5354637" y="3446463"/>
                      <a:chExt cx="214313" cy="214313"/>
                    </a:xfrm>
                  </p:grpSpPr>
                  <p:sp>
                    <p:nvSpPr>
                      <p:cNvPr id="8881" name="Arc 8880">
                        <a:extLst>
                          <a:ext uri="{FF2B5EF4-FFF2-40B4-BE49-F238E27FC236}">
                            <a16:creationId xmlns:a16="http://schemas.microsoft.com/office/drawing/2014/main" id="{75B2BF85-D21B-4C5E-E411-1EBA1167D2C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882" name="Arc 8881">
                        <a:extLst>
                          <a:ext uri="{FF2B5EF4-FFF2-40B4-BE49-F238E27FC236}">
                            <a16:creationId xmlns:a16="http://schemas.microsoft.com/office/drawing/2014/main" id="{C2187553-01EB-E12C-4457-B3E5CE0341D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874" name="Group 8873">
                      <a:extLst>
                        <a:ext uri="{FF2B5EF4-FFF2-40B4-BE49-F238E27FC236}">
                          <a16:creationId xmlns:a16="http://schemas.microsoft.com/office/drawing/2014/main" id="{7F734A8C-1D38-5845-8B14-9B32D96FA349}"/>
                        </a:ext>
                      </a:extLst>
                    </p:cNvPr>
                    <p:cNvGrpSpPr/>
                    <p:nvPr/>
                  </p:nvGrpSpPr>
                  <p:grpSpPr>
                    <a:xfrm rot="14400000">
                      <a:off x="5310186" y="3977611"/>
                      <a:ext cx="303213" cy="303213"/>
                      <a:chOff x="5354637" y="3446463"/>
                      <a:chExt cx="214313" cy="214313"/>
                    </a:xfrm>
                  </p:grpSpPr>
                  <p:sp>
                    <p:nvSpPr>
                      <p:cNvPr id="8879" name="Arc 8878">
                        <a:extLst>
                          <a:ext uri="{FF2B5EF4-FFF2-40B4-BE49-F238E27FC236}">
                            <a16:creationId xmlns:a16="http://schemas.microsoft.com/office/drawing/2014/main" id="{A4EF03E2-3187-7824-01CC-58C20CDB9C7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880" name="Arc 8879">
                        <a:extLst>
                          <a:ext uri="{FF2B5EF4-FFF2-40B4-BE49-F238E27FC236}">
                            <a16:creationId xmlns:a16="http://schemas.microsoft.com/office/drawing/2014/main" id="{AB61D6CB-5667-1AD6-8F25-FEF117304AE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875" name="Group 8874">
                      <a:extLst>
                        <a:ext uri="{FF2B5EF4-FFF2-40B4-BE49-F238E27FC236}">
                          <a16:creationId xmlns:a16="http://schemas.microsoft.com/office/drawing/2014/main" id="{D980E00A-751B-FA27-1DFE-9C2748D1EBB7}"/>
                        </a:ext>
                      </a:extLst>
                    </p:cNvPr>
                    <p:cNvGrpSpPr/>
                    <p:nvPr/>
                  </p:nvGrpSpPr>
                  <p:grpSpPr>
                    <a:xfrm rot="7200000">
                      <a:off x="5265196" y="3932619"/>
                      <a:ext cx="393192" cy="393192"/>
                      <a:chOff x="5354637" y="3446463"/>
                      <a:chExt cx="214313" cy="214313"/>
                    </a:xfrm>
                  </p:grpSpPr>
                  <p:sp>
                    <p:nvSpPr>
                      <p:cNvPr id="8877" name="Arc 8876">
                        <a:extLst>
                          <a:ext uri="{FF2B5EF4-FFF2-40B4-BE49-F238E27FC236}">
                            <a16:creationId xmlns:a16="http://schemas.microsoft.com/office/drawing/2014/main" id="{31570814-1F0A-D2DE-F2AE-CFB5FB55FF2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878" name="Arc 8877">
                        <a:extLst>
                          <a:ext uri="{FF2B5EF4-FFF2-40B4-BE49-F238E27FC236}">
                            <a16:creationId xmlns:a16="http://schemas.microsoft.com/office/drawing/2014/main" id="{B658227C-192E-E0C6-07D2-FD1B168BEC7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876" name="TextBox 8875">
                      <a:extLst>
                        <a:ext uri="{FF2B5EF4-FFF2-40B4-BE49-F238E27FC236}">
                          <a16:creationId xmlns:a16="http://schemas.microsoft.com/office/drawing/2014/main" id="{374D38F0-4C53-0FD4-A35D-BB9CABC1F8C4}"/>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8850" name="Group 8849">
                    <a:extLst>
                      <a:ext uri="{FF2B5EF4-FFF2-40B4-BE49-F238E27FC236}">
                        <a16:creationId xmlns:a16="http://schemas.microsoft.com/office/drawing/2014/main" id="{3815052A-1FFF-9282-5D15-2581CB44CC9C}"/>
                      </a:ext>
                    </a:extLst>
                  </p:cNvPr>
                  <p:cNvGrpSpPr/>
                  <p:nvPr/>
                </p:nvGrpSpPr>
                <p:grpSpPr>
                  <a:xfrm>
                    <a:off x="6512463" y="3525040"/>
                    <a:ext cx="393192" cy="393192"/>
                    <a:chOff x="6389147" y="3357021"/>
                    <a:chExt cx="393192" cy="393192"/>
                  </a:xfrm>
                </p:grpSpPr>
                <p:grpSp>
                  <p:nvGrpSpPr>
                    <p:cNvPr id="8862" name="Group 8861">
                      <a:extLst>
                        <a:ext uri="{FF2B5EF4-FFF2-40B4-BE49-F238E27FC236}">
                          <a16:creationId xmlns:a16="http://schemas.microsoft.com/office/drawing/2014/main" id="{B7C67097-2E02-10A0-B0CC-953A011EF0EE}"/>
                        </a:ext>
                      </a:extLst>
                    </p:cNvPr>
                    <p:cNvGrpSpPr/>
                    <p:nvPr/>
                  </p:nvGrpSpPr>
                  <p:grpSpPr>
                    <a:xfrm rot="7200000" flipH="1">
                      <a:off x="6389147" y="3357021"/>
                      <a:ext cx="393192" cy="393192"/>
                      <a:chOff x="5354637" y="3446463"/>
                      <a:chExt cx="214313" cy="214313"/>
                    </a:xfrm>
                  </p:grpSpPr>
                  <p:sp>
                    <p:nvSpPr>
                      <p:cNvPr id="8871" name="Arc 8870">
                        <a:extLst>
                          <a:ext uri="{FF2B5EF4-FFF2-40B4-BE49-F238E27FC236}">
                            <a16:creationId xmlns:a16="http://schemas.microsoft.com/office/drawing/2014/main" id="{D520FA58-B3FE-E60E-5CBC-109E8DD257A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872" name="Arc 8871">
                        <a:extLst>
                          <a:ext uri="{FF2B5EF4-FFF2-40B4-BE49-F238E27FC236}">
                            <a16:creationId xmlns:a16="http://schemas.microsoft.com/office/drawing/2014/main" id="{421CD7A5-53AC-A977-2140-8DC5F5D9462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863" name="Group 8862">
                      <a:extLst>
                        <a:ext uri="{FF2B5EF4-FFF2-40B4-BE49-F238E27FC236}">
                          <a16:creationId xmlns:a16="http://schemas.microsoft.com/office/drawing/2014/main" id="{B96F9D0D-D478-DD66-D54C-96FA1FD54AAC}"/>
                        </a:ext>
                      </a:extLst>
                    </p:cNvPr>
                    <p:cNvGrpSpPr/>
                    <p:nvPr/>
                  </p:nvGrpSpPr>
                  <p:grpSpPr>
                    <a:xfrm>
                      <a:off x="6434137" y="3402011"/>
                      <a:ext cx="303213" cy="303213"/>
                      <a:chOff x="6434137" y="3402011"/>
                      <a:chExt cx="303213" cy="303213"/>
                    </a:xfrm>
                  </p:grpSpPr>
                  <p:grpSp>
                    <p:nvGrpSpPr>
                      <p:cNvPr id="8864" name="Group 8863">
                        <a:extLst>
                          <a:ext uri="{FF2B5EF4-FFF2-40B4-BE49-F238E27FC236}">
                            <a16:creationId xmlns:a16="http://schemas.microsoft.com/office/drawing/2014/main" id="{7CDFE25A-5276-A571-ACDE-355DC8145892}"/>
                          </a:ext>
                        </a:extLst>
                      </p:cNvPr>
                      <p:cNvGrpSpPr/>
                      <p:nvPr/>
                    </p:nvGrpSpPr>
                    <p:grpSpPr>
                      <a:xfrm flipH="1">
                        <a:off x="6478587" y="3446461"/>
                        <a:ext cx="214313" cy="214313"/>
                        <a:chOff x="5354637" y="3446463"/>
                        <a:chExt cx="214313" cy="214313"/>
                      </a:xfrm>
                    </p:grpSpPr>
                    <p:sp>
                      <p:nvSpPr>
                        <p:cNvPr id="8869" name="Arc 8868">
                          <a:extLst>
                            <a:ext uri="{FF2B5EF4-FFF2-40B4-BE49-F238E27FC236}">
                              <a16:creationId xmlns:a16="http://schemas.microsoft.com/office/drawing/2014/main" id="{A8B4A091-4AC4-510E-DA1F-CBED825BE10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870" name="Arc 8869">
                          <a:extLst>
                            <a:ext uri="{FF2B5EF4-FFF2-40B4-BE49-F238E27FC236}">
                              <a16:creationId xmlns:a16="http://schemas.microsoft.com/office/drawing/2014/main" id="{4D74CF20-024F-720A-7F46-2BA011EDCE7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865" name="Group 8864">
                        <a:extLst>
                          <a:ext uri="{FF2B5EF4-FFF2-40B4-BE49-F238E27FC236}">
                            <a16:creationId xmlns:a16="http://schemas.microsoft.com/office/drawing/2014/main" id="{30DA3EAF-BA98-D467-AB8F-7FE286BC6F79}"/>
                          </a:ext>
                        </a:extLst>
                      </p:cNvPr>
                      <p:cNvGrpSpPr/>
                      <p:nvPr/>
                    </p:nvGrpSpPr>
                    <p:grpSpPr>
                      <a:xfrm rot="14400000" flipH="1">
                        <a:off x="6434137" y="3402011"/>
                        <a:ext cx="303213" cy="303213"/>
                        <a:chOff x="5354637" y="3446463"/>
                        <a:chExt cx="214313" cy="214313"/>
                      </a:xfrm>
                    </p:grpSpPr>
                    <p:sp>
                      <p:nvSpPr>
                        <p:cNvPr id="8867" name="Arc 8866">
                          <a:extLst>
                            <a:ext uri="{FF2B5EF4-FFF2-40B4-BE49-F238E27FC236}">
                              <a16:creationId xmlns:a16="http://schemas.microsoft.com/office/drawing/2014/main" id="{B4294EA0-33BB-F993-02D0-4F5C2765120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868" name="Arc 8867">
                          <a:extLst>
                            <a:ext uri="{FF2B5EF4-FFF2-40B4-BE49-F238E27FC236}">
                              <a16:creationId xmlns:a16="http://schemas.microsoft.com/office/drawing/2014/main" id="{57F44087-3C24-EE9D-5798-3B04A7A0BCC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866" name="TextBox 8865">
                        <a:extLst>
                          <a:ext uri="{FF2B5EF4-FFF2-40B4-BE49-F238E27FC236}">
                            <a16:creationId xmlns:a16="http://schemas.microsoft.com/office/drawing/2014/main" id="{4F699C29-2C00-3971-5519-4ECF4884A8DA}"/>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851" name="Group 8850">
                    <a:extLst>
                      <a:ext uri="{FF2B5EF4-FFF2-40B4-BE49-F238E27FC236}">
                        <a16:creationId xmlns:a16="http://schemas.microsoft.com/office/drawing/2014/main" id="{1B04991D-ABFF-8F2E-C20A-12D336E18272}"/>
                      </a:ext>
                    </a:extLst>
                  </p:cNvPr>
                  <p:cNvGrpSpPr/>
                  <p:nvPr/>
                </p:nvGrpSpPr>
                <p:grpSpPr>
                  <a:xfrm>
                    <a:off x="6197413" y="3225768"/>
                    <a:ext cx="393192" cy="393192"/>
                    <a:chOff x="6389147" y="3932622"/>
                    <a:chExt cx="393192" cy="393192"/>
                  </a:xfrm>
                </p:grpSpPr>
                <p:grpSp>
                  <p:nvGrpSpPr>
                    <p:cNvPr id="8852" name="Group 8851">
                      <a:extLst>
                        <a:ext uri="{FF2B5EF4-FFF2-40B4-BE49-F238E27FC236}">
                          <a16:creationId xmlns:a16="http://schemas.microsoft.com/office/drawing/2014/main" id="{19909B8E-35BE-5F6F-3950-D80F719BEFEE}"/>
                        </a:ext>
                      </a:extLst>
                    </p:cNvPr>
                    <p:cNvGrpSpPr/>
                    <p:nvPr/>
                  </p:nvGrpSpPr>
                  <p:grpSpPr>
                    <a:xfrm flipH="1">
                      <a:off x="6478587" y="4022061"/>
                      <a:ext cx="214313" cy="214313"/>
                      <a:chOff x="5354637" y="3446463"/>
                      <a:chExt cx="214313" cy="214313"/>
                    </a:xfrm>
                  </p:grpSpPr>
                  <p:sp>
                    <p:nvSpPr>
                      <p:cNvPr id="8860" name="Arc 8859">
                        <a:extLst>
                          <a:ext uri="{FF2B5EF4-FFF2-40B4-BE49-F238E27FC236}">
                            <a16:creationId xmlns:a16="http://schemas.microsoft.com/office/drawing/2014/main" id="{83C9AE36-1521-D8C2-2ED3-EEC7281ADA8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861" name="Arc 8860">
                        <a:extLst>
                          <a:ext uri="{FF2B5EF4-FFF2-40B4-BE49-F238E27FC236}">
                            <a16:creationId xmlns:a16="http://schemas.microsoft.com/office/drawing/2014/main" id="{B9CEB51A-0FC4-2707-77BA-9BAFABC7465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853" name="Group 8852">
                      <a:extLst>
                        <a:ext uri="{FF2B5EF4-FFF2-40B4-BE49-F238E27FC236}">
                          <a16:creationId xmlns:a16="http://schemas.microsoft.com/office/drawing/2014/main" id="{D744548C-1DBB-C22B-25DC-FEE128924857}"/>
                        </a:ext>
                      </a:extLst>
                    </p:cNvPr>
                    <p:cNvGrpSpPr/>
                    <p:nvPr/>
                  </p:nvGrpSpPr>
                  <p:grpSpPr>
                    <a:xfrm rot="7200000" flipH="1">
                      <a:off x="6434137" y="3977611"/>
                      <a:ext cx="303213" cy="303213"/>
                      <a:chOff x="5354637" y="3446463"/>
                      <a:chExt cx="214313" cy="214313"/>
                    </a:xfrm>
                  </p:grpSpPr>
                  <p:sp>
                    <p:nvSpPr>
                      <p:cNvPr id="8858" name="Arc 8857">
                        <a:extLst>
                          <a:ext uri="{FF2B5EF4-FFF2-40B4-BE49-F238E27FC236}">
                            <a16:creationId xmlns:a16="http://schemas.microsoft.com/office/drawing/2014/main" id="{3669A4D0-56B3-3556-8F78-89DF4D0F6B0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859" name="Arc 8858">
                        <a:extLst>
                          <a:ext uri="{FF2B5EF4-FFF2-40B4-BE49-F238E27FC236}">
                            <a16:creationId xmlns:a16="http://schemas.microsoft.com/office/drawing/2014/main" id="{CB2F4BDC-262F-B2ED-3936-92159D77B60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854" name="Group 8853">
                      <a:extLst>
                        <a:ext uri="{FF2B5EF4-FFF2-40B4-BE49-F238E27FC236}">
                          <a16:creationId xmlns:a16="http://schemas.microsoft.com/office/drawing/2014/main" id="{B336F5D7-19FD-1BBB-8D89-350AAE4A8EAD}"/>
                        </a:ext>
                      </a:extLst>
                    </p:cNvPr>
                    <p:cNvGrpSpPr/>
                    <p:nvPr/>
                  </p:nvGrpSpPr>
                  <p:grpSpPr>
                    <a:xfrm rot="14400000" flipH="1">
                      <a:off x="6389147" y="3932622"/>
                      <a:ext cx="393192" cy="393192"/>
                      <a:chOff x="5354637" y="3446463"/>
                      <a:chExt cx="214313" cy="214313"/>
                    </a:xfrm>
                  </p:grpSpPr>
                  <p:sp>
                    <p:nvSpPr>
                      <p:cNvPr id="8856" name="Arc 8855">
                        <a:extLst>
                          <a:ext uri="{FF2B5EF4-FFF2-40B4-BE49-F238E27FC236}">
                            <a16:creationId xmlns:a16="http://schemas.microsoft.com/office/drawing/2014/main" id="{4319DB91-9E3C-11E9-5AB9-D4CD9D3E3E9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857" name="Arc 8856">
                        <a:extLst>
                          <a:ext uri="{FF2B5EF4-FFF2-40B4-BE49-F238E27FC236}">
                            <a16:creationId xmlns:a16="http://schemas.microsoft.com/office/drawing/2014/main" id="{5ED9C8BC-AADD-0124-A5DE-16C40E73A69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855" name="TextBox 8854">
                      <a:extLst>
                        <a:ext uri="{FF2B5EF4-FFF2-40B4-BE49-F238E27FC236}">
                          <a16:creationId xmlns:a16="http://schemas.microsoft.com/office/drawing/2014/main" id="{B8889CAB-5883-5EC9-B7BC-726ED713B5F7}"/>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801" name="Group 8800">
                  <a:extLst>
                    <a:ext uri="{FF2B5EF4-FFF2-40B4-BE49-F238E27FC236}">
                      <a16:creationId xmlns:a16="http://schemas.microsoft.com/office/drawing/2014/main" id="{695FA65F-DEB5-1CF3-979C-3E26FFD6BEE4}"/>
                    </a:ext>
                  </a:extLst>
                </p:cNvPr>
                <p:cNvGrpSpPr/>
                <p:nvPr/>
              </p:nvGrpSpPr>
              <p:grpSpPr>
                <a:xfrm>
                  <a:off x="6069086" y="3246228"/>
                  <a:ext cx="1019224" cy="991639"/>
                  <a:chOff x="5886431" y="3225768"/>
                  <a:chExt cx="1019224" cy="991639"/>
                </a:xfrm>
              </p:grpSpPr>
              <p:grpSp>
                <p:nvGrpSpPr>
                  <p:cNvPr id="8802" name="Group 8801">
                    <a:extLst>
                      <a:ext uri="{FF2B5EF4-FFF2-40B4-BE49-F238E27FC236}">
                        <a16:creationId xmlns:a16="http://schemas.microsoft.com/office/drawing/2014/main" id="{7E163F7F-7F83-EE77-91F5-D8EA4DA8150A}"/>
                      </a:ext>
                    </a:extLst>
                  </p:cNvPr>
                  <p:cNvGrpSpPr/>
                  <p:nvPr/>
                </p:nvGrpSpPr>
                <p:grpSpPr>
                  <a:xfrm>
                    <a:off x="6197413" y="3824215"/>
                    <a:ext cx="393192" cy="393192"/>
                    <a:chOff x="5265196" y="3357021"/>
                    <a:chExt cx="393192" cy="393192"/>
                  </a:xfrm>
                </p:grpSpPr>
                <p:grpSp>
                  <p:nvGrpSpPr>
                    <p:cNvPr id="8837" name="Group 8836">
                      <a:extLst>
                        <a:ext uri="{FF2B5EF4-FFF2-40B4-BE49-F238E27FC236}">
                          <a16:creationId xmlns:a16="http://schemas.microsoft.com/office/drawing/2014/main" id="{32F812A9-7DE7-7514-3E2E-A01C6E3C5D4B}"/>
                        </a:ext>
                      </a:extLst>
                    </p:cNvPr>
                    <p:cNvGrpSpPr/>
                    <p:nvPr/>
                  </p:nvGrpSpPr>
                  <p:grpSpPr>
                    <a:xfrm rot="14400000">
                      <a:off x="5265196" y="3357021"/>
                      <a:ext cx="393192" cy="393192"/>
                      <a:chOff x="5354637" y="3446463"/>
                      <a:chExt cx="214313" cy="214313"/>
                    </a:xfrm>
                  </p:grpSpPr>
                  <p:sp>
                    <p:nvSpPr>
                      <p:cNvPr id="8846" name="Arc 8845">
                        <a:extLst>
                          <a:ext uri="{FF2B5EF4-FFF2-40B4-BE49-F238E27FC236}">
                            <a16:creationId xmlns:a16="http://schemas.microsoft.com/office/drawing/2014/main" id="{BCC8ADF7-F7F7-4670-F67A-7F61DF1E445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847" name="Arc 8846">
                        <a:extLst>
                          <a:ext uri="{FF2B5EF4-FFF2-40B4-BE49-F238E27FC236}">
                            <a16:creationId xmlns:a16="http://schemas.microsoft.com/office/drawing/2014/main" id="{286AAC86-1E95-B5E4-E780-542E7618C39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838" name="Group 8837">
                      <a:extLst>
                        <a:ext uri="{FF2B5EF4-FFF2-40B4-BE49-F238E27FC236}">
                          <a16:creationId xmlns:a16="http://schemas.microsoft.com/office/drawing/2014/main" id="{3AC5408E-ABD4-7E45-25CB-002F7183CDB1}"/>
                        </a:ext>
                      </a:extLst>
                    </p:cNvPr>
                    <p:cNvGrpSpPr/>
                    <p:nvPr/>
                  </p:nvGrpSpPr>
                  <p:grpSpPr>
                    <a:xfrm>
                      <a:off x="5310186" y="3402011"/>
                      <a:ext cx="303213" cy="303213"/>
                      <a:chOff x="5310186" y="3402011"/>
                      <a:chExt cx="303213" cy="303213"/>
                    </a:xfrm>
                  </p:grpSpPr>
                  <p:grpSp>
                    <p:nvGrpSpPr>
                      <p:cNvPr id="8839" name="Group 8838">
                        <a:extLst>
                          <a:ext uri="{FF2B5EF4-FFF2-40B4-BE49-F238E27FC236}">
                            <a16:creationId xmlns:a16="http://schemas.microsoft.com/office/drawing/2014/main" id="{B94E358D-DEA2-E867-7F93-D738E9F543CD}"/>
                          </a:ext>
                        </a:extLst>
                      </p:cNvPr>
                      <p:cNvGrpSpPr/>
                      <p:nvPr/>
                    </p:nvGrpSpPr>
                    <p:grpSpPr>
                      <a:xfrm>
                        <a:off x="5354636" y="3446461"/>
                        <a:ext cx="214313" cy="214313"/>
                        <a:chOff x="5354637" y="3446463"/>
                        <a:chExt cx="214313" cy="214313"/>
                      </a:xfrm>
                    </p:grpSpPr>
                    <p:sp>
                      <p:nvSpPr>
                        <p:cNvPr id="8844" name="Arc 8843">
                          <a:extLst>
                            <a:ext uri="{FF2B5EF4-FFF2-40B4-BE49-F238E27FC236}">
                              <a16:creationId xmlns:a16="http://schemas.microsoft.com/office/drawing/2014/main" id="{25512A4F-A8D7-2FA7-63F1-38F411DD297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845" name="Arc 8844">
                          <a:extLst>
                            <a:ext uri="{FF2B5EF4-FFF2-40B4-BE49-F238E27FC236}">
                              <a16:creationId xmlns:a16="http://schemas.microsoft.com/office/drawing/2014/main" id="{AA0F6493-FD4F-A27A-AE4B-46C6C27CB65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840" name="Group 8839">
                        <a:extLst>
                          <a:ext uri="{FF2B5EF4-FFF2-40B4-BE49-F238E27FC236}">
                            <a16:creationId xmlns:a16="http://schemas.microsoft.com/office/drawing/2014/main" id="{B8D5A1BA-AC74-2C62-8397-0AF29A6B8D9E}"/>
                          </a:ext>
                        </a:extLst>
                      </p:cNvPr>
                      <p:cNvGrpSpPr/>
                      <p:nvPr/>
                    </p:nvGrpSpPr>
                    <p:grpSpPr>
                      <a:xfrm rot="7200000">
                        <a:off x="5310186" y="3402011"/>
                        <a:ext cx="303213" cy="303213"/>
                        <a:chOff x="5354637" y="3446463"/>
                        <a:chExt cx="214313" cy="214313"/>
                      </a:xfrm>
                    </p:grpSpPr>
                    <p:sp>
                      <p:nvSpPr>
                        <p:cNvPr id="8842" name="Arc 8841">
                          <a:extLst>
                            <a:ext uri="{FF2B5EF4-FFF2-40B4-BE49-F238E27FC236}">
                              <a16:creationId xmlns:a16="http://schemas.microsoft.com/office/drawing/2014/main" id="{1C974C4D-BDEF-5BFE-26CA-DF743DDCF57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843" name="Arc 8842">
                          <a:extLst>
                            <a:ext uri="{FF2B5EF4-FFF2-40B4-BE49-F238E27FC236}">
                              <a16:creationId xmlns:a16="http://schemas.microsoft.com/office/drawing/2014/main" id="{3C448E8C-437D-82AB-6D71-4617558BB15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841" name="TextBox 8840">
                        <a:extLst>
                          <a:ext uri="{FF2B5EF4-FFF2-40B4-BE49-F238E27FC236}">
                            <a16:creationId xmlns:a16="http://schemas.microsoft.com/office/drawing/2014/main" id="{66280447-9769-81F4-3A7E-D463CDD592C7}"/>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803" name="Group 8802">
                    <a:extLst>
                      <a:ext uri="{FF2B5EF4-FFF2-40B4-BE49-F238E27FC236}">
                        <a16:creationId xmlns:a16="http://schemas.microsoft.com/office/drawing/2014/main" id="{A81AC3A6-79BF-3166-F187-BE7B246583BC}"/>
                      </a:ext>
                    </a:extLst>
                  </p:cNvPr>
                  <p:cNvGrpSpPr/>
                  <p:nvPr/>
                </p:nvGrpSpPr>
                <p:grpSpPr>
                  <a:xfrm>
                    <a:off x="5886431" y="3525040"/>
                    <a:ext cx="393192" cy="393192"/>
                    <a:chOff x="5265196" y="3932619"/>
                    <a:chExt cx="393192" cy="393192"/>
                  </a:xfrm>
                </p:grpSpPr>
                <p:grpSp>
                  <p:nvGrpSpPr>
                    <p:cNvPr id="8827" name="Group 8826">
                      <a:extLst>
                        <a:ext uri="{FF2B5EF4-FFF2-40B4-BE49-F238E27FC236}">
                          <a16:creationId xmlns:a16="http://schemas.microsoft.com/office/drawing/2014/main" id="{A61B7BCD-DCD5-42A9-7C03-6394B2DA08BA}"/>
                        </a:ext>
                      </a:extLst>
                    </p:cNvPr>
                    <p:cNvGrpSpPr/>
                    <p:nvPr/>
                  </p:nvGrpSpPr>
                  <p:grpSpPr>
                    <a:xfrm>
                      <a:off x="5354636" y="4022061"/>
                      <a:ext cx="214313" cy="214313"/>
                      <a:chOff x="5354637" y="3446463"/>
                      <a:chExt cx="214313" cy="214313"/>
                    </a:xfrm>
                  </p:grpSpPr>
                  <p:sp>
                    <p:nvSpPr>
                      <p:cNvPr id="8835" name="Arc 8834">
                        <a:extLst>
                          <a:ext uri="{FF2B5EF4-FFF2-40B4-BE49-F238E27FC236}">
                            <a16:creationId xmlns:a16="http://schemas.microsoft.com/office/drawing/2014/main" id="{97894E71-BBFC-80B6-FE27-D6F229F8FBD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836" name="Arc 8835">
                        <a:extLst>
                          <a:ext uri="{FF2B5EF4-FFF2-40B4-BE49-F238E27FC236}">
                            <a16:creationId xmlns:a16="http://schemas.microsoft.com/office/drawing/2014/main" id="{A3B6E226-A457-7EAC-A2AD-A6A38CDFCBE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828" name="Group 8827">
                      <a:extLst>
                        <a:ext uri="{FF2B5EF4-FFF2-40B4-BE49-F238E27FC236}">
                          <a16:creationId xmlns:a16="http://schemas.microsoft.com/office/drawing/2014/main" id="{0C01BD81-44E6-727F-11CF-A77799483195}"/>
                        </a:ext>
                      </a:extLst>
                    </p:cNvPr>
                    <p:cNvGrpSpPr/>
                    <p:nvPr/>
                  </p:nvGrpSpPr>
                  <p:grpSpPr>
                    <a:xfrm rot="14400000">
                      <a:off x="5310186" y="3977611"/>
                      <a:ext cx="303213" cy="303213"/>
                      <a:chOff x="5354637" y="3446463"/>
                      <a:chExt cx="214313" cy="214313"/>
                    </a:xfrm>
                  </p:grpSpPr>
                  <p:sp>
                    <p:nvSpPr>
                      <p:cNvPr id="8833" name="Arc 8832">
                        <a:extLst>
                          <a:ext uri="{FF2B5EF4-FFF2-40B4-BE49-F238E27FC236}">
                            <a16:creationId xmlns:a16="http://schemas.microsoft.com/office/drawing/2014/main" id="{17AD684E-A01A-158B-9C22-A118A8CCBD3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834" name="Arc 8833">
                        <a:extLst>
                          <a:ext uri="{FF2B5EF4-FFF2-40B4-BE49-F238E27FC236}">
                            <a16:creationId xmlns:a16="http://schemas.microsoft.com/office/drawing/2014/main" id="{24A4784E-83A4-7E16-85FC-1305179A90B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829" name="Group 8828">
                      <a:extLst>
                        <a:ext uri="{FF2B5EF4-FFF2-40B4-BE49-F238E27FC236}">
                          <a16:creationId xmlns:a16="http://schemas.microsoft.com/office/drawing/2014/main" id="{7DB41683-467D-7337-33E6-13A7228B4772}"/>
                        </a:ext>
                      </a:extLst>
                    </p:cNvPr>
                    <p:cNvGrpSpPr/>
                    <p:nvPr/>
                  </p:nvGrpSpPr>
                  <p:grpSpPr>
                    <a:xfrm rot="7200000">
                      <a:off x="5265196" y="3932619"/>
                      <a:ext cx="393192" cy="393192"/>
                      <a:chOff x="5354637" y="3446463"/>
                      <a:chExt cx="214313" cy="214313"/>
                    </a:xfrm>
                  </p:grpSpPr>
                  <p:sp>
                    <p:nvSpPr>
                      <p:cNvPr id="8831" name="Arc 8830">
                        <a:extLst>
                          <a:ext uri="{FF2B5EF4-FFF2-40B4-BE49-F238E27FC236}">
                            <a16:creationId xmlns:a16="http://schemas.microsoft.com/office/drawing/2014/main" id="{605C6381-C1E7-DA82-CA26-1CD9693AFA7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832" name="Arc 8831">
                        <a:extLst>
                          <a:ext uri="{FF2B5EF4-FFF2-40B4-BE49-F238E27FC236}">
                            <a16:creationId xmlns:a16="http://schemas.microsoft.com/office/drawing/2014/main" id="{3BA16410-6866-52A7-E80C-330A77B4AC1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830" name="TextBox 8829">
                      <a:extLst>
                        <a:ext uri="{FF2B5EF4-FFF2-40B4-BE49-F238E27FC236}">
                          <a16:creationId xmlns:a16="http://schemas.microsoft.com/office/drawing/2014/main" id="{7F46ACAE-8FCA-CABD-5314-CA0D8E47DB9F}"/>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8804" name="Group 8803">
                    <a:extLst>
                      <a:ext uri="{FF2B5EF4-FFF2-40B4-BE49-F238E27FC236}">
                        <a16:creationId xmlns:a16="http://schemas.microsoft.com/office/drawing/2014/main" id="{F7063204-F022-1067-EDA6-DCA9BC6C4444}"/>
                      </a:ext>
                    </a:extLst>
                  </p:cNvPr>
                  <p:cNvGrpSpPr/>
                  <p:nvPr/>
                </p:nvGrpSpPr>
                <p:grpSpPr>
                  <a:xfrm>
                    <a:off x="6512463" y="3525040"/>
                    <a:ext cx="393192" cy="393192"/>
                    <a:chOff x="6389147" y="3357021"/>
                    <a:chExt cx="393192" cy="393192"/>
                  </a:xfrm>
                </p:grpSpPr>
                <p:grpSp>
                  <p:nvGrpSpPr>
                    <p:cNvPr id="8816" name="Group 8815">
                      <a:extLst>
                        <a:ext uri="{FF2B5EF4-FFF2-40B4-BE49-F238E27FC236}">
                          <a16:creationId xmlns:a16="http://schemas.microsoft.com/office/drawing/2014/main" id="{F4D3C911-F410-AE54-0DC7-133D4C95470D}"/>
                        </a:ext>
                      </a:extLst>
                    </p:cNvPr>
                    <p:cNvGrpSpPr/>
                    <p:nvPr/>
                  </p:nvGrpSpPr>
                  <p:grpSpPr>
                    <a:xfrm rot="7200000" flipH="1">
                      <a:off x="6389147" y="3357021"/>
                      <a:ext cx="393192" cy="393192"/>
                      <a:chOff x="5354637" y="3446463"/>
                      <a:chExt cx="214313" cy="214313"/>
                    </a:xfrm>
                  </p:grpSpPr>
                  <p:sp>
                    <p:nvSpPr>
                      <p:cNvPr id="8825" name="Arc 8824">
                        <a:extLst>
                          <a:ext uri="{FF2B5EF4-FFF2-40B4-BE49-F238E27FC236}">
                            <a16:creationId xmlns:a16="http://schemas.microsoft.com/office/drawing/2014/main" id="{50E97808-5A88-06E7-C86C-0BE2EFAB6B4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826" name="Arc 8825">
                        <a:extLst>
                          <a:ext uri="{FF2B5EF4-FFF2-40B4-BE49-F238E27FC236}">
                            <a16:creationId xmlns:a16="http://schemas.microsoft.com/office/drawing/2014/main" id="{D05B921C-876C-1459-B91F-5D4CAC1B047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817" name="Group 8816">
                      <a:extLst>
                        <a:ext uri="{FF2B5EF4-FFF2-40B4-BE49-F238E27FC236}">
                          <a16:creationId xmlns:a16="http://schemas.microsoft.com/office/drawing/2014/main" id="{0A396630-3507-AC54-B952-24B3DF15D888}"/>
                        </a:ext>
                      </a:extLst>
                    </p:cNvPr>
                    <p:cNvGrpSpPr/>
                    <p:nvPr/>
                  </p:nvGrpSpPr>
                  <p:grpSpPr>
                    <a:xfrm>
                      <a:off x="6434137" y="3402011"/>
                      <a:ext cx="303213" cy="303213"/>
                      <a:chOff x="6434137" y="3402011"/>
                      <a:chExt cx="303213" cy="303213"/>
                    </a:xfrm>
                  </p:grpSpPr>
                  <p:grpSp>
                    <p:nvGrpSpPr>
                      <p:cNvPr id="8818" name="Group 8817">
                        <a:extLst>
                          <a:ext uri="{FF2B5EF4-FFF2-40B4-BE49-F238E27FC236}">
                            <a16:creationId xmlns:a16="http://schemas.microsoft.com/office/drawing/2014/main" id="{D0F327DD-345D-D75F-71CD-DBB286174C06}"/>
                          </a:ext>
                        </a:extLst>
                      </p:cNvPr>
                      <p:cNvGrpSpPr/>
                      <p:nvPr/>
                    </p:nvGrpSpPr>
                    <p:grpSpPr>
                      <a:xfrm flipH="1">
                        <a:off x="6478587" y="3446461"/>
                        <a:ext cx="214313" cy="214313"/>
                        <a:chOff x="5354637" y="3446463"/>
                        <a:chExt cx="214313" cy="214313"/>
                      </a:xfrm>
                    </p:grpSpPr>
                    <p:sp>
                      <p:nvSpPr>
                        <p:cNvPr id="8823" name="Arc 8822">
                          <a:extLst>
                            <a:ext uri="{FF2B5EF4-FFF2-40B4-BE49-F238E27FC236}">
                              <a16:creationId xmlns:a16="http://schemas.microsoft.com/office/drawing/2014/main" id="{44A72E0B-727A-8F98-8A74-2A9FED4D083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824" name="Arc 8823">
                          <a:extLst>
                            <a:ext uri="{FF2B5EF4-FFF2-40B4-BE49-F238E27FC236}">
                              <a16:creationId xmlns:a16="http://schemas.microsoft.com/office/drawing/2014/main" id="{8AF273A3-9E29-80E8-B2CF-ED82AF1C5AD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819" name="Group 8818">
                        <a:extLst>
                          <a:ext uri="{FF2B5EF4-FFF2-40B4-BE49-F238E27FC236}">
                            <a16:creationId xmlns:a16="http://schemas.microsoft.com/office/drawing/2014/main" id="{DA5ACD4D-291C-0ABD-F9B7-BAD79247342B}"/>
                          </a:ext>
                        </a:extLst>
                      </p:cNvPr>
                      <p:cNvGrpSpPr/>
                      <p:nvPr/>
                    </p:nvGrpSpPr>
                    <p:grpSpPr>
                      <a:xfrm rot="14400000" flipH="1">
                        <a:off x="6434137" y="3402011"/>
                        <a:ext cx="303213" cy="303213"/>
                        <a:chOff x="5354637" y="3446463"/>
                        <a:chExt cx="214313" cy="214313"/>
                      </a:xfrm>
                    </p:grpSpPr>
                    <p:sp>
                      <p:nvSpPr>
                        <p:cNvPr id="8821" name="Arc 8820">
                          <a:extLst>
                            <a:ext uri="{FF2B5EF4-FFF2-40B4-BE49-F238E27FC236}">
                              <a16:creationId xmlns:a16="http://schemas.microsoft.com/office/drawing/2014/main" id="{AE2F20BF-D2A8-AB9C-B9F7-1622C4ADB68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822" name="Arc 8821">
                          <a:extLst>
                            <a:ext uri="{FF2B5EF4-FFF2-40B4-BE49-F238E27FC236}">
                              <a16:creationId xmlns:a16="http://schemas.microsoft.com/office/drawing/2014/main" id="{DC564DC4-8AE4-D311-6FA0-25349E68B1B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820" name="TextBox 8819">
                        <a:extLst>
                          <a:ext uri="{FF2B5EF4-FFF2-40B4-BE49-F238E27FC236}">
                            <a16:creationId xmlns:a16="http://schemas.microsoft.com/office/drawing/2014/main" id="{1318C4BB-83A0-0106-14C9-5DBE0EE316AE}"/>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805" name="Group 8804">
                    <a:extLst>
                      <a:ext uri="{FF2B5EF4-FFF2-40B4-BE49-F238E27FC236}">
                        <a16:creationId xmlns:a16="http://schemas.microsoft.com/office/drawing/2014/main" id="{85296197-DF9A-7F7E-AD8F-B05A198C778F}"/>
                      </a:ext>
                    </a:extLst>
                  </p:cNvPr>
                  <p:cNvGrpSpPr/>
                  <p:nvPr/>
                </p:nvGrpSpPr>
                <p:grpSpPr>
                  <a:xfrm>
                    <a:off x="6197413" y="3225768"/>
                    <a:ext cx="393192" cy="393192"/>
                    <a:chOff x="6389147" y="3932622"/>
                    <a:chExt cx="393192" cy="393192"/>
                  </a:xfrm>
                </p:grpSpPr>
                <p:grpSp>
                  <p:nvGrpSpPr>
                    <p:cNvPr id="8806" name="Group 8805">
                      <a:extLst>
                        <a:ext uri="{FF2B5EF4-FFF2-40B4-BE49-F238E27FC236}">
                          <a16:creationId xmlns:a16="http://schemas.microsoft.com/office/drawing/2014/main" id="{0BC042C7-DF83-98CA-1D01-06DA193B7F39}"/>
                        </a:ext>
                      </a:extLst>
                    </p:cNvPr>
                    <p:cNvGrpSpPr/>
                    <p:nvPr/>
                  </p:nvGrpSpPr>
                  <p:grpSpPr>
                    <a:xfrm flipH="1">
                      <a:off x="6478587" y="4022061"/>
                      <a:ext cx="214313" cy="214313"/>
                      <a:chOff x="5354637" y="3446463"/>
                      <a:chExt cx="214313" cy="214313"/>
                    </a:xfrm>
                  </p:grpSpPr>
                  <p:sp>
                    <p:nvSpPr>
                      <p:cNvPr id="8814" name="Arc 8813">
                        <a:extLst>
                          <a:ext uri="{FF2B5EF4-FFF2-40B4-BE49-F238E27FC236}">
                            <a16:creationId xmlns:a16="http://schemas.microsoft.com/office/drawing/2014/main" id="{3FD2B90E-7728-5D49-F50D-76B236D3A07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815" name="Arc 8814">
                        <a:extLst>
                          <a:ext uri="{FF2B5EF4-FFF2-40B4-BE49-F238E27FC236}">
                            <a16:creationId xmlns:a16="http://schemas.microsoft.com/office/drawing/2014/main" id="{2D394C62-003F-16FD-C90C-9B07967C467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807" name="Group 8806">
                      <a:extLst>
                        <a:ext uri="{FF2B5EF4-FFF2-40B4-BE49-F238E27FC236}">
                          <a16:creationId xmlns:a16="http://schemas.microsoft.com/office/drawing/2014/main" id="{4DA888EF-8248-2AB3-2312-9C7574D53126}"/>
                        </a:ext>
                      </a:extLst>
                    </p:cNvPr>
                    <p:cNvGrpSpPr/>
                    <p:nvPr/>
                  </p:nvGrpSpPr>
                  <p:grpSpPr>
                    <a:xfrm rot="7200000" flipH="1">
                      <a:off x="6434137" y="3977611"/>
                      <a:ext cx="303213" cy="303213"/>
                      <a:chOff x="5354637" y="3446463"/>
                      <a:chExt cx="214313" cy="214313"/>
                    </a:xfrm>
                  </p:grpSpPr>
                  <p:sp>
                    <p:nvSpPr>
                      <p:cNvPr id="8812" name="Arc 8811">
                        <a:extLst>
                          <a:ext uri="{FF2B5EF4-FFF2-40B4-BE49-F238E27FC236}">
                            <a16:creationId xmlns:a16="http://schemas.microsoft.com/office/drawing/2014/main" id="{00158F72-F897-AB7E-6966-1FC1445F929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813" name="Arc 8812">
                        <a:extLst>
                          <a:ext uri="{FF2B5EF4-FFF2-40B4-BE49-F238E27FC236}">
                            <a16:creationId xmlns:a16="http://schemas.microsoft.com/office/drawing/2014/main" id="{9D2F11D6-19DE-6AF8-2BCC-CE7927BFA45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808" name="Group 8807">
                      <a:extLst>
                        <a:ext uri="{FF2B5EF4-FFF2-40B4-BE49-F238E27FC236}">
                          <a16:creationId xmlns:a16="http://schemas.microsoft.com/office/drawing/2014/main" id="{E628A0B4-5368-4E66-1765-E845C5C0D91E}"/>
                        </a:ext>
                      </a:extLst>
                    </p:cNvPr>
                    <p:cNvGrpSpPr/>
                    <p:nvPr/>
                  </p:nvGrpSpPr>
                  <p:grpSpPr>
                    <a:xfrm rot="14400000" flipH="1">
                      <a:off x="6389147" y="3932622"/>
                      <a:ext cx="393192" cy="393192"/>
                      <a:chOff x="5354637" y="3446463"/>
                      <a:chExt cx="214313" cy="214313"/>
                    </a:xfrm>
                  </p:grpSpPr>
                  <p:sp>
                    <p:nvSpPr>
                      <p:cNvPr id="8810" name="Arc 8809">
                        <a:extLst>
                          <a:ext uri="{FF2B5EF4-FFF2-40B4-BE49-F238E27FC236}">
                            <a16:creationId xmlns:a16="http://schemas.microsoft.com/office/drawing/2014/main" id="{784C9026-EC74-C72A-D41E-9DA070F3FCE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811" name="Arc 8810">
                        <a:extLst>
                          <a:ext uri="{FF2B5EF4-FFF2-40B4-BE49-F238E27FC236}">
                            <a16:creationId xmlns:a16="http://schemas.microsoft.com/office/drawing/2014/main" id="{FC7972F7-190D-E824-FFF5-E654D079D99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809" name="TextBox 8808">
                      <a:extLst>
                        <a:ext uri="{FF2B5EF4-FFF2-40B4-BE49-F238E27FC236}">
                          <a16:creationId xmlns:a16="http://schemas.microsoft.com/office/drawing/2014/main" id="{D7AF89F9-3AA6-6C42-EA61-A6AF7196CA3F}"/>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6124" name="Group 6123">
              <a:extLst>
                <a:ext uri="{FF2B5EF4-FFF2-40B4-BE49-F238E27FC236}">
                  <a16:creationId xmlns:a16="http://schemas.microsoft.com/office/drawing/2014/main" id="{E0298A35-59A0-1BF8-D921-2351F9803698}"/>
                </a:ext>
              </a:extLst>
            </p:cNvPr>
            <p:cNvGrpSpPr/>
            <p:nvPr/>
          </p:nvGrpSpPr>
          <p:grpSpPr>
            <a:xfrm>
              <a:off x="8413769" y="-762992"/>
              <a:ext cx="2263438" cy="2198360"/>
              <a:chOff x="5445106" y="2039507"/>
              <a:chExt cx="2263438" cy="2198360"/>
            </a:xfrm>
          </p:grpSpPr>
          <p:grpSp>
            <p:nvGrpSpPr>
              <p:cNvPr id="8608" name="Group 8607">
                <a:extLst>
                  <a:ext uri="{FF2B5EF4-FFF2-40B4-BE49-F238E27FC236}">
                    <a16:creationId xmlns:a16="http://schemas.microsoft.com/office/drawing/2014/main" id="{47DA6182-9FD2-47D7-85EF-E14707B40E11}"/>
                  </a:ext>
                </a:extLst>
              </p:cNvPr>
              <p:cNvGrpSpPr/>
              <p:nvPr/>
            </p:nvGrpSpPr>
            <p:grpSpPr>
              <a:xfrm>
                <a:off x="5445106" y="2644743"/>
                <a:ext cx="1643204" cy="1593124"/>
                <a:chOff x="5445106" y="2644743"/>
                <a:chExt cx="1643204" cy="1593124"/>
              </a:xfrm>
            </p:grpSpPr>
            <p:grpSp>
              <p:nvGrpSpPr>
                <p:cNvPr id="8704" name="Group 8703">
                  <a:extLst>
                    <a:ext uri="{FF2B5EF4-FFF2-40B4-BE49-F238E27FC236}">
                      <a16:creationId xmlns:a16="http://schemas.microsoft.com/office/drawing/2014/main" id="{1B4C5F60-938D-383C-735D-79AE72BA7D86}"/>
                    </a:ext>
                  </a:extLst>
                </p:cNvPr>
                <p:cNvGrpSpPr/>
                <p:nvPr/>
              </p:nvGrpSpPr>
              <p:grpSpPr>
                <a:xfrm>
                  <a:off x="5445106" y="2644743"/>
                  <a:ext cx="1019224" cy="991639"/>
                  <a:chOff x="5886431" y="3225768"/>
                  <a:chExt cx="1019224" cy="991639"/>
                </a:xfrm>
              </p:grpSpPr>
              <p:grpSp>
                <p:nvGrpSpPr>
                  <p:cNvPr id="8752" name="Group 8751">
                    <a:extLst>
                      <a:ext uri="{FF2B5EF4-FFF2-40B4-BE49-F238E27FC236}">
                        <a16:creationId xmlns:a16="http://schemas.microsoft.com/office/drawing/2014/main" id="{037BA537-BE87-3434-A044-A57ABB183A70}"/>
                      </a:ext>
                    </a:extLst>
                  </p:cNvPr>
                  <p:cNvGrpSpPr/>
                  <p:nvPr/>
                </p:nvGrpSpPr>
                <p:grpSpPr>
                  <a:xfrm>
                    <a:off x="6197413" y="3824215"/>
                    <a:ext cx="393192" cy="393192"/>
                    <a:chOff x="5265196" y="3357021"/>
                    <a:chExt cx="393192" cy="393192"/>
                  </a:xfrm>
                </p:grpSpPr>
                <p:grpSp>
                  <p:nvGrpSpPr>
                    <p:cNvPr id="8787" name="Group 8786">
                      <a:extLst>
                        <a:ext uri="{FF2B5EF4-FFF2-40B4-BE49-F238E27FC236}">
                          <a16:creationId xmlns:a16="http://schemas.microsoft.com/office/drawing/2014/main" id="{A3CC9E72-AAE4-EA26-077B-06A6E9CE3CD0}"/>
                        </a:ext>
                      </a:extLst>
                    </p:cNvPr>
                    <p:cNvGrpSpPr/>
                    <p:nvPr/>
                  </p:nvGrpSpPr>
                  <p:grpSpPr>
                    <a:xfrm rot="14400000">
                      <a:off x="5265196" y="3357021"/>
                      <a:ext cx="393192" cy="393192"/>
                      <a:chOff x="5354637" y="3446463"/>
                      <a:chExt cx="214313" cy="214313"/>
                    </a:xfrm>
                  </p:grpSpPr>
                  <p:sp>
                    <p:nvSpPr>
                      <p:cNvPr id="8796" name="Arc 8795">
                        <a:extLst>
                          <a:ext uri="{FF2B5EF4-FFF2-40B4-BE49-F238E27FC236}">
                            <a16:creationId xmlns:a16="http://schemas.microsoft.com/office/drawing/2014/main" id="{F352C5D2-05A2-4D99-52BC-6C62B510074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797" name="Arc 8796">
                        <a:extLst>
                          <a:ext uri="{FF2B5EF4-FFF2-40B4-BE49-F238E27FC236}">
                            <a16:creationId xmlns:a16="http://schemas.microsoft.com/office/drawing/2014/main" id="{ACF7B027-5C19-5F0E-E8C0-27A837F12D4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788" name="Group 8787">
                      <a:extLst>
                        <a:ext uri="{FF2B5EF4-FFF2-40B4-BE49-F238E27FC236}">
                          <a16:creationId xmlns:a16="http://schemas.microsoft.com/office/drawing/2014/main" id="{28A77AA9-995F-CEB5-2C21-6E38CBF872BB}"/>
                        </a:ext>
                      </a:extLst>
                    </p:cNvPr>
                    <p:cNvGrpSpPr/>
                    <p:nvPr/>
                  </p:nvGrpSpPr>
                  <p:grpSpPr>
                    <a:xfrm>
                      <a:off x="5310186" y="3402011"/>
                      <a:ext cx="303213" cy="303213"/>
                      <a:chOff x="5310186" y="3402011"/>
                      <a:chExt cx="303213" cy="303213"/>
                    </a:xfrm>
                  </p:grpSpPr>
                  <p:grpSp>
                    <p:nvGrpSpPr>
                      <p:cNvPr id="8789" name="Group 8788">
                        <a:extLst>
                          <a:ext uri="{FF2B5EF4-FFF2-40B4-BE49-F238E27FC236}">
                            <a16:creationId xmlns:a16="http://schemas.microsoft.com/office/drawing/2014/main" id="{087CF378-1FF0-92D1-ACEF-D0B9DCD5CB60}"/>
                          </a:ext>
                        </a:extLst>
                      </p:cNvPr>
                      <p:cNvGrpSpPr/>
                      <p:nvPr/>
                    </p:nvGrpSpPr>
                    <p:grpSpPr>
                      <a:xfrm>
                        <a:off x="5354636" y="3446461"/>
                        <a:ext cx="214313" cy="214313"/>
                        <a:chOff x="5354637" y="3446463"/>
                        <a:chExt cx="214313" cy="214313"/>
                      </a:xfrm>
                    </p:grpSpPr>
                    <p:sp>
                      <p:nvSpPr>
                        <p:cNvPr id="8794" name="Arc 8793">
                          <a:extLst>
                            <a:ext uri="{FF2B5EF4-FFF2-40B4-BE49-F238E27FC236}">
                              <a16:creationId xmlns:a16="http://schemas.microsoft.com/office/drawing/2014/main" id="{AC443411-BE21-ED1C-54B1-B2DDF7D89C3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795" name="Arc 8794">
                          <a:extLst>
                            <a:ext uri="{FF2B5EF4-FFF2-40B4-BE49-F238E27FC236}">
                              <a16:creationId xmlns:a16="http://schemas.microsoft.com/office/drawing/2014/main" id="{14C382A5-DF88-A51E-1520-109362B9345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790" name="Group 8789">
                        <a:extLst>
                          <a:ext uri="{FF2B5EF4-FFF2-40B4-BE49-F238E27FC236}">
                            <a16:creationId xmlns:a16="http://schemas.microsoft.com/office/drawing/2014/main" id="{A9C0F607-1F36-7EE6-361A-A447B0EA4C7D}"/>
                          </a:ext>
                        </a:extLst>
                      </p:cNvPr>
                      <p:cNvGrpSpPr/>
                      <p:nvPr/>
                    </p:nvGrpSpPr>
                    <p:grpSpPr>
                      <a:xfrm rot="7200000">
                        <a:off x="5310186" y="3402011"/>
                        <a:ext cx="303213" cy="303213"/>
                        <a:chOff x="5354637" y="3446463"/>
                        <a:chExt cx="214313" cy="214313"/>
                      </a:xfrm>
                    </p:grpSpPr>
                    <p:sp>
                      <p:nvSpPr>
                        <p:cNvPr id="8792" name="Arc 8791">
                          <a:extLst>
                            <a:ext uri="{FF2B5EF4-FFF2-40B4-BE49-F238E27FC236}">
                              <a16:creationId xmlns:a16="http://schemas.microsoft.com/office/drawing/2014/main" id="{438DCCCA-2BD2-5906-082B-85BA60A3803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793" name="Arc 8792">
                          <a:extLst>
                            <a:ext uri="{FF2B5EF4-FFF2-40B4-BE49-F238E27FC236}">
                              <a16:creationId xmlns:a16="http://schemas.microsoft.com/office/drawing/2014/main" id="{C80C9CCA-9BFA-9FDC-FEF3-3D92A4D9DC0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791" name="TextBox 8790">
                        <a:extLst>
                          <a:ext uri="{FF2B5EF4-FFF2-40B4-BE49-F238E27FC236}">
                            <a16:creationId xmlns:a16="http://schemas.microsoft.com/office/drawing/2014/main" id="{A379424B-16B4-07C8-2FA9-6E50F7F93F50}"/>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753" name="Group 8752">
                    <a:extLst>
                      <a:ext uri="{FF2B5EF4-FFF2-40B4-BE49-F238E27FC236}">
                        <a16:creationId xmlns:a16="http://schemas.microsoft.com/office/drawing/2014/main" id="{1FA426EE-9C89-4D74-6654-AE34305711A9}"/>
                      </a:ext>
                    </a:extLst>
                  </p:cNvPr>
                  <p:cNvGrpSpPr/>
                  <p:nvPr/>
                </p:nvGrpSpPr>
                <p:grpSpPr>
                  <a:xfrm>
                    <a:off x="5886431" y="3525040"/>
                    <a:ext cx="393192" cy="393192"/>
                    <a:chOff x="5265196" y="3932619"/>
                    <a:chExt cx="393192" cy="393192"/>
                  </a:xfrm>
                </p:grpSpPr>
                <p:grpSp>
                  <p:nvGrpSpPr>
                    <p:cNvPr id="8777" name="Group 8776">
                      <a:extLst>
                        <a:ext uri="{FF2B5EF4-FFF2-40B4-BE49-F238E27FC236}">
                          <a16:creationId xmlns:a16="http://schemas.microsoft.com/office/drawing/2014/main" id="{C7A72A62-1EF1-49A3-31AD-B2EF0A31A34A}"/>
                        </a:ext>
                      </a:extLst>
                    </p:cNvPr>
                    <p:cNvGrpSpPr/>
                    <p:nvPr/>
                  </p:nvGrpSpPr>
                  <p:grpSpPr>
                    <a:xfrm>
                      <a:off x="5354636" y="4022061"/>
                      <a:ext cx="214313" cy="214313"/>
                      <a:chOff x="5354637" y="3446463"/>
                      <a:chExt cx="214313" cy="214313"/>
                    </a:xfrm>
                  </p:grpSpPr>
                  <p:sp>
                    <p:nvSpPr>
                      <p:cNvPr id="8785" name="Arc 8784">
                        <a:extLst>
                          <a:ext uri="{FF2B5EF4-FFF2-40B4-BE49-F238E27FC236}">
                            <a16:creationId xmlns:a16="http://schemas.microsoft.com/office/drawing/2014/main" id="{6FB01B7D-D1C6-129E-F417-B94700381BD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786" name="Arc 8785">
                        <a:extLst>
                          <a:ext uri="{FF2B5EF4-FFF2-40B4-BE49-F238E27FC236}">
                            <a16:creationId xmlns:a16="http://schemas.microsoft.com/office/drawing/2014/main" id="{7F5D761A-D095-0524-2FE5-355A1D158BF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778" name="Group 8777">
                      <a:extLst>
                        <a:ext uri="{FF2B5EF4-FFF2-40B4-BE49-F238E27FC236}">
                          <a16:creationId xmlns:a16="http://schemas.microsoft.com/office/drawing/2014/main" id="{FE6594D4-A38A-D8B5-EAAA-A9D213E11142}"/>
                        </a:ext>
                      </a:extLst>
                    </p:cNvPr>
                    <p:cNvGrpSpPr/>
                    <p:nvPr/>
                  </p:nvGrpSpPr>
                  <p:grpSpPr>
                    <a:xfrm rot="14400000">
                      <a:off x="5310186" y="3977611"/>
                      <a:ext cx="303213" cy="303213"/>
                      <a:chOff x="5354637" y="3446463"/>
                      <a:chExt cx="214313" cy="214313"/>
                    </a:xfrm>
                  </p:grpSpPr>
                  <p:sp>
                    <p:nvSpPr>
                      <p:cNvPr id="8783" name="Arc 8782">
                        <a:extLst>
                          <a:ext uri="{FF2B5EF4-FFF2-40B4-BE49-F238E27FC236}">
                            <a16:creationId xmlns:a16="http://schemas.microsoft.com/office/drawing/2014/main" id="{98C22C7D-35AD-2977-6949-80B8F4569F5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784" name="Arc 8783">
                        <a:extLst>
                          <a:ext uri="{FF2B5EF4-FFF2-40B4-BE49-F238E27FC236}">
                            <a16:creationId xmlns:a16="http://schemas.microsoft.com/office/drawing/2014/main" id="{32EB2BF9-6D6C-D23F-7B34-A1C46AE92FB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779" name="Group 8778">
                      <a:extLst>
                        <a:ext uri="{FF2B5EF4-FFF2-40B4-BE49-F238E27FC236}">
                          <a16:creationId xmlns:a16="http://schemas.microsoft.com/office/drawing/2014/main" id="{38EFBD2B-4895-1985-E138-D3BC641DB361}"/>
                        </a:ext>
                      </a:extLst>
                    </p:cNvPr>
                    <p:cNvGrpSpPr/>
                    <p:nvPr/>
                  </p:nvGrpSpPr>
                  <p:grpSpPr>
                    <a:xfrm rot="7200000">
                      <a:off x="5265196" y="3932619"/>
                      <a:ext cx="393192" cy="393192"/>
                      <a:chOff x="5354637" y="3446463"/>
                      <a:chExt cx="214313" cy="214313"/>
                    </a:xfrm>
                  </p:grpSpPr>
                  <p:sp>
                    <p:nvSpPr>
                      <p:cNvPr id="8781" name="Arc 8780">
                        <a:extLst>
                          <a:ext uri="{FF2B5EF4-FFF2-40B4-BE49-F238E27FC236}">
                            <a16:creationId xmlns:a16="http://schemas.microsoft.com/office/drawing/2014/main" id="{4F34C34B-594E-C430-FDCE-6E3371D93FF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782" name="Arc 8781">
                        <a:extLst>
                          <a:ext uri="{FF2B5EF4-FFF2-40B4-BE49-F238E27FC236}">
                            <a16:creationId xmlns:a16="http://schemas.microsoft.com/office/drawing/2014/main" id="{A28BF68C-E411-EFD9-41F2-9C7EE412CD7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780" name="TextBox 8779">
                      <a:extLst>
                        <a:ext uri="{FF2B5EF4-FFF2-40B4-BE49-F238E27FC236}">
                          <a16:creationId xmlns:a16="http://schemas.microsoft.com/office/drawing/2014/main" id="{B1BB4DC9-116A-253C-BBB6-6A030AFC4DA0}"/>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8754" name="Group 8753">
                    <a:extLst>
                      <a:ext uri="{FF2B5EF4-FFF2-40B4-BE49-F238E27FC236}">
                        <a16:creationId xmlns:a16="http://schemas.microsoft.com/office/drawing/2014/main" id="{D6D85E55-3C02-7127-44C9-A1A7A35D6895}"/>
                      </a:ext>
                    </a:extLst>
                  </p:cNvPr>
                  <p:cNvGrpSpPr/>
                  <p:nvPr/>
                </p:nvGrpSpPr>
                <p:grpSpPr>
                  <a:xfrm>
                    <a:off x="6512463" y="3525040"/>
                    <a:ext cx="393192" cy="393192"/>
                    <a:chOff x="6389147" y="3357021"/>
                    <a:chExt cx="393192" cy="393192"/>
                  </a:xfrm>
                </p:grpSpPr>
                <p:grpSp>
                  <p:nvGrpSpPr>
                    <p:cNvPr id="8766" name="Group 8765">
                      <a:extLst>
                        <a:ext uri="{FF2B5EF4-FFF2-40B4-BE49-F238E27FC236}">
                          <a16:creationId xmlns:a16="http://schemas.microsoft.com/office/drawing/2014/main" id="{965F5773-A805-6DF8-EED7-0B67CFE357F2}"/>
                        </a:ext>
                      </a:extLst>
                    </p:cNvPr>
                    <p:cNvGrpSpPr/>
                    <p:nvPr/>
                  </p:nvGrpSpPr>
                  <p:grpSpPr>
                    <a:xfrm rot="7200000" flipH="1">
                      <a:off x="6389147" y="3357021"/>
                      <a:ext cx="393192" cy="393192"/>
                      <a:chOff x="5354637" y="3446463"/>
                      <a:chExt cx="214313" cy="214313"/>
                    </a:xfrm>
                  </p:grpSpPr>
                  <p:sp>
                    <p:nvSpPr>
                      <p:cNvPr id="8775" name="Arc 8774">
                        <a:extLst>
                          <a:ext uri="{FF2B5EF4-FFF2-40B4-BE49-F238E27FC236}">
                            <a16:creationId xmlns:a16="http://schemas.microsoft.com/office/drawing/2014/main" id="{41C00956-7F40-B992-5CC9-C0E677A284B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776" name="Arc 8775">
                        <a:extLst>
                          <a:ext uri="{FF2B5EF4-FFF2-40B4-BE49-F238E27FC236}">
                            <a16:creationId xmlns:a16="http://schemas.microsoft.com/office/drawing/2014/main" id="{776EB942-FAF5-3216-536E-68C33CE99ED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767" name="Group 8766">
                      <a:extLst>
                        <a:ext uri="{FF2B5EF4-FFF2-40B4-BE49-F238E27FC236}">
                          <a16:creationId xmlns:a16="http://schemas.microsoft.com/office/drawing/2014/main" id="{75FD2FAE-8C21-3D49-93E3-16E6ADE7032B}"/>
                        </a:ext>
                      </a:extLst>
                    </p:cNvPr>
                    <p:cNvGrpSpPr/>
                    <p:nvPr/>
                  </p:nvGrpSpPr>
                  <p:grpSpPr>
                    <a:xfrm>
                      <a:off x="6434137" y="3402011"/>
                      <a:ext cx="303213" cy="303213"/>
                      <a:chOff x="6434137" y="3402011"/>
                      <a:chExt cx="303213" cy="303213"/>
                    </a:xfrm>
                  </p:grpSpPr>
                  <p:grpSp>
                    <p:nvGrpSpPr>
                      <p:cNvPr id="8768" name="Group 8767">
                        <a:extLst>
                          <a:ext uri="{FF2B5EF4-FFF2-40B4-BE49-F238E27FC236}">
                            <a16:creationId xmlns:a16="http://schemas.microsoft.com/office/drawing/2014/main" id="{81DB9F2B-BCD8-1AEE-BD7E-34D0D5164119}"/>
                          </a:ext>
                        </a:extLst>
                      </p:cNvPr>
                      <p:cNvGrpSpPr/>
                      <p:nvPr/>
                    </p:nvGrpSpPr>
                    <p:grpSpPr>
                      <a:xfrm flipH="1">
                        <a:off x="6478587" y="3446461"/>
                        <a:ext cx="214313" cy="214313"/>
                        <a:chOff x="5354637" y="3446463"/>
                        <a:chExt cx="214313" cy="214313"/>
                      </a:xfrm>
                    </p:grpSpPr>
                    <p:sp>
                      <p:nvSpPr>
                        <p:cNvPr id="8773" name="Arc 8772">
                          <a:extLst>
                            <a:ext uri="{FF2B5EF4-FFF2-40B4-BE49-F238E27FC236}">
                              <a16:creationId xmlns:a16="http://schemas.microsoft.com/office/drawing/2014/main" id="{CE9C1FA5-47ED-F4DE-201A-07751BFCE6D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774" name="Arc 8773">
                          <a:extLst>
                            <a:ext uri="{FF2B5EF4-FFF2-40B4-BE49-F238E27FC236}">
                              <a16:creationId xmlns:a16="http://schemas.microsoft.com/office/drawing/2014/main" id="{F3DFD359-821B-2A11-9092-86C725E3F58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769" name="Group 8768">
                        <a:extLst>
                          <a:ext uri="{FF2B5EF4-FFF2-40B4-BE49-F238E27FC236}">
                            <a16:creationId xmlns:a16="http://schemas.microsoft.com/office/drawing/2014/main" id="{07C45102-968C-2136-7F25-A74FE2EACD28}"/>
                          </a:ext>
                        </a:extLst>
                      </p:cNvPr>
                      <p:cNvGrpSpPr/>
                      <p:nvPr/>
                    </p:nvGrpSpPr>
                    <p:grpSpPr>
                      <a:xfrm rot="14400000" flipH="1">
                        <a:off x="6434137" y="3402011"/>
                        <a:ext cx="303213" cy="303213"/>
                        <a:chOff x="5354637" y="3446463"/>
                        <a:chExt cx="214313" cy="214313"/>
                      </a:xfrm>
                    </p:grpSpPr>
                    <p:sp>
                      <p:nvSpPr>
                        <p:cNvPr id="8771" name="Arc 8770">
                          <a:extLst>
                            <a:ext uri="{FF2B5EF4-FFF2-40B4-BE49-F238E27FC236}">
                              <a16:creationId xmlns:a16="http://schemas.microsoft.com/office/drawing/2014/main" id="{67FAA692-5EC8-3047-6A98-EDE36357739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772" name="Arc 8771">
                          <a:extLst>
                            <a:ext uri="{FF2B5EF4-FFF2-40B4-BE49-F238E27FC236}">
                              <a16:creationId xmlns:a16="http://schemas.microsoft.com/office/drawing/2014/main" id="{033045C6-8219-074B-ECC5-48D4B8B157D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770" name="TextBox 8769">
                        <a:extLst>
                          <a:ext uri="{FF2B5EF4-FFF2-40B4-BE49-F238E27FC236}">
                            <a16:creationId xmlns:a16="http://schemas.microsoft.com/office/drawing/2014/main" id="{FB5C4A24-80F7-1B48-8CD4-E546F6F9D894}"/>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755" name="Group 8754">
                    <a:extLst>
                      <a:ext uri="{FF2B5EF4-FFF2-40B4-BE49-F238E27FC236}">
                        <a16:creationId xmlns:a16="http://schemas.microsoft.com/office/drawing/2014/main" id="{D4A17423-7DD0-284D-37AC-724418989DA2}"/>
                      </a:ext>
                    </a:extLst>
                  </p:cNvPr>
                  <p:cNvGrpSpPr/>
                  <p:nvPr/>
                </p:nvGrpSpPr>
                <p:grpSpPr>
                  <a:xfrm>
                    <a:off x="6197413" y="3225768"/>
                    <a:ext cx="393192" cy="393192"/>
                    <a:chOff x="6389147" y="3932622"/>
                    <a:chExt cx="393192" cy="393192"/>
                  </a:xfrm>
                </p:grpSpPr>
                <p:grpSp>
                  <p:nvGrpSpPr>
                    <p:cNvPr id="8756" name="Group 8755">
                      <a:extLst>
                        <a:ext uri="{FF2B5EF4-FFF2-40B4-BE49-F238E27FC236}">
                          <a16:creationId xmlns:a16="http://schemas.microsoft.com/office/drawing/2014/main" id="{F7F28C9D-BA2C-D279-A172-F8F072DC9759}"/>
                        </a:ext>
                      </a:extLst>
                    </p:cNvPr>
                    <p:cNvGrpSpPr/>
                    <p:nvPr/>
                  </p:nvGrpSpPr>
                  <p:grpSpPr>
                    <a:xfrm flipH="1">
                      <a:off x="6478587" y="4022061"/>
                      <a:ext cx="214313" cy="214313"/>
                      <a:chOff x="5354637" y="3446463"/>
                      <a:chExt cx="214313" cy="214313"/>
                    </a:xfrm>
                  </p:grpSpPr>
                  <p:sp>
                    <p:nvSpPr>
                      <p:cNvPr id="8764" name="Arc 8763">
                        <a:extLst>
                          <a:ext uri="{FF2B5EF4-FFF2-40B4-BE49-F238E27FC236}">
                            <a16:creationId xmlns:a16="http://schemas.microsoft.com/office/drawing/2014/main" id="{65DB2933-BC8D-37E2-0A0C-DD7A8EA1F0B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765" name="Arc 8764">
                        <a:extLst>
                          <a:ext uri="{FF2B5EF4-FFF2-40B4-BE49-F238E27FC236}">
                            <a16:creationId xmlns:a16="http://schemas.microsoft.com/office/drawing/2014/main" id="{02C193BC-7D4B-FE5A-F36E-DC42069BD12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757" name="Group 8756">
                      <a:extLst>
                        <a:ext uri="{FF2B5EF4-FFF2-40B4-BE49-F238E27FC236}">
                          <a16:creationId xmlns:a16="http://schemas.microsoft.com/office/drawing/2014/main" id="{8346F1C4-E932-F91B-8C40-298F2A9DC765}"/>
                        </a:ext>
                      </a:extLst>
                    </p:cNvPr>
                    <p:cNvGrpSpPr/>
                    <p:nvPr/>
                  </p:nvGrpSpPr>
                  <p:grpSpPr>
                    <a:xfrm rot="7200000" flipH="1">
                      <a:off x="6434137" y="3977611"/>
                      <a:ext cx="303213" cy="303213"/>
                      <a:chOff x="5354637" y="3446463"/>
                      <a:chExt cx="214313" cy="214313"/>
                    </a:xfrm>
                  </p:grpSpPr>
                  <p:sp>
                    <p:nvSpPr>
                      <p:cNvPr id="8762" name="Arc 8761">
                        <a:extLst>
                          <a:ext uri="{FF2B5EF4-FFF2-40B4-BE49-F238E27FC236}">
                            <a16:creationId xmlns:a16="http://schemas.microsoft.com/office/drawing/2014/main" id="{2152D4EE-9DFD-5676-295F-A1D88D26EE4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763" name="Arc 8762">
                        <a:extLst>
                          <a:ext uri="{FF2B5EF4-FFF2-40B4-BE49-F238E27FC236}">
                            <a16:creationId xmlns:a16="http://schemas.microsoft.com/office/drawing/2014/main" id="{5976991D-6311-AED8-9211-5EA36B2B4CE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758" name="Group 8757">
                      <a:extLst>
                        <a:ext uri="{FF2B5EF4-FFF2-40B4-BE49-F238E27FC236}">
                          <a16:creationId xmlns:a16="http://schemas.microsoft.com/office/drawing/2014/main" id="{7D7AFC03-7642-D470-F679-B026283CEB5A}"/>
                        </a:ext>
                      </a:extLst>
                    </p:cNvPr>
                    <p:cNvGrpSpPr/>
                    <p:nvPr/>
                  </p:nvGrpSpPr>
                  <p:grpSpPr>
                    <a:xfrm rot="14400000" flipH="1">
                      <a:off x="6389147" y="3932622"/>
                      <a:ext cx="393192" cy="393192"/>
                      <a:chOff x="5354637" y="3446463"/>
                      <a:chExt cx="214313" cy="214313"/>
                    </a:xfrm>
                  </p:grpSpPr>
                  <p:sp>
                    <p:nvSpPr>
                      <p:cNvPr id="8760" name="Arc 8759">
                        <a:extLst>
                          <a:ext uri="{FF2B5EF4-FFF2-40B4-BE49-F238E27FC236}">
                            <a16:creationId xmlns:a16="http://schemas.microsoft.com/office/drawing/2014/main" id="{46CDCA5C-5285-2C41-9D29-EAB17288C90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761" name="Arc 8760">
                        <a:extLst>
                          <a:ext uri="{FF2B5EF4-FFF2-40B4-BE49-F238E27FC236}">
                            <a16:creationId xmlns:a16="http://schemas.microsoft.com/office/drawing/2014/main" id="{904542D1-DD38-6848-1B09-F1B456E66F1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759" name="TextBox 8758">
                      <a:extLst>
                        <a:ext uri="{FF2B5EF4-FFF2-40B4-BE49-F238E27FC236}">
                          <a16:creationId xmlns:a16="http://schemas.microsoft.com/office/drawing/2014/main" id="{82F535B0-3CA9-CEA9-77A3-31A60368C9CB}"/>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705" name="Group 8704">
                  <a:extLst>
                    <a:ext uri="{FF2B5EF4-FFF2-40B4-BE49-F238E27FC236}">
                      <a16:creationId xmlns:a16="http://schemas.microsoft.com/office/drawing/2014/main" id="{F11A83B8-ACFE-ADCA-45ED-661142E0A570}"/>
                    </a:ext>
                  </a:extLst>
                </p:cNvPr>
                <p:cNvGrpSpPr/>
                <p:nvPr/>
              </p:nvGrpSpPr>
              <p:grpSpPr>
                <a:xfrm>
                  <a:off x="6069086" y="3246228"/>
                  <a:ext cx="1019224" cy="991639"/>
                  <a:chOff x="5886431" y="3225768"/>
                  <a:chExt cx="1019224" cy="991639"/>
                </a:xfrm>
              </p:grpSpPr>
              <p:grpSp>
                <p:nvGrpSpPr>
                  <p:cNvPr id="8706" name="Group 8705">
                    <a:extLst>
                      <a:ext uri="{FF2B5EF4-FFF2-40B4-BE49-F238E27FC236}">
                        <a16:creationId xmlns:a16="http://schemas.microsoft.com/office/drawing/2014/main" id="{294F82BC-17E0-2DB4-2B6C-DD27A982A139}"/>
                      </a:ext>
                    </a:extLst>
                  </p:cNvPr>
                  <p:cNvGrpSpPr/>
                  <p:nvPr/>
                </p:nvGrpSpPr>
                <p:grpSpPr>
                  <a:xfrm>
                    <a:off x="6197413" y="3824215"/>
                    <a:ext cx="393192" cy="393192"/>
                    <a:chOff x="5265196" y="3357021"/>
                    <a:chExt cx="393192" cy="393192"/>
                  </a:xfrm>
                </p:grpSpPr>
                <p:grpSp>
                  <p:nvGrpSpPr>
                    <p:cNvPr id="8741" name="Group 8740">
                      <a:extLst>
                        <a:ext uri="{FF2B5EF4-FFF2-40B4-BE49-F238E27FC236}">
                          <a16:creationId xmlns:a16="http://schemas.microsoft.com/office/drawing/2014/main" id="{F9F1A816-9919-1713-7526-D76257035C24}"/>
                        </a:ext>
                      </a:extLst>
                    </p:cNvPr>
                    <p:cNvGrpSpPr/>
                    <p:nvPr/>
                  </p:nvGrpSpPr>
                  <p:grpSpPr>
                    <a:xfrm rot="14400000">
                      <a:off x="5265196" y="3357021"/>
                      <a:ext cx="393192" cy="393192"/>
                      <a:chOff x="5354637" y="3446463"/>
                      <a:chExt cx="214313" cy="214313"/>
                    </a:xfrm>
                  </p:grpSpPr>
                  <p:sp>
                    <p:nvSpPr>
                      <p:cNvPr id="8750" name="Arc 8749">
                        <a:extLst>
                          <a:ext uri="{FF2B5EF4-FFF2-40B4-BE49-F238E27FC236}">
                            <a16:creationId xmlns:a16="http://schemas.microsoft.com/office/drawing/2014/main" id="{0A18A9FC-49F8-5589-47CD-C616A25A18E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751" name="Arc 8750">
                        <a:extLst>
                          <a:ext uri="{FF2B5EF4-FFF2-40B4-BE49-F238E27FC236}">
                            <a16:creationId xmlns:a16="http://schemas.microsoft.com/office/drawing/2014/main" id="{9DB5A970-672B-393F-D8C5-C70BDE3DF78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742" name="Group 8741">
                      <a:extLst>
                        <a:ext uri="{FF2B5EF4-FFF2-40B4-BE49-F238E27FC236}">
                          <a16:creationId xmlns:a16="http://schemas.microsoft.com/office/drawing/2014/main" id="{C62DF82E-ADE0-BAF8-D04B-258C76C20B9C}"/>
                        </a:ext>
                      </a:extLst>
                    </p:cNvPr>
                    <p:cNvGrpSpPr/>
                    <p:nvPr/>
                  </p:nvGrpSpPr>
                  <p:grpSpPr>
                    <a:xfrm>
                      <a:off x="5310186" y="3402011"/>
                      <a:ext cx="303213" cy="303213"/>
                      <a:chOff x="5310186" y="3402011"/>
                      <a:chExt cx="303213" cy="303213"/>
                    </a:xfrm>
                  </p:grpSpPr>
                  <p:grpSp>
                    <p:nvGrpSpPr>
                      <p:cNvPr id="8743" name="Group 8742">
                        <a:extLst>
                          <a:ext uri="{FF2B5EF4-FFF2-40B4-BE49-F238E27FC236}">
                            <a16:creationId xmlns:a16="http://schemas.microsoft.com/office/drawing/2014/main" id="{1AFAD694-3822-3483-AF95-3F75C412CC83}"/>
                          </a:ext>
                        </a:extLst>
                      </p:cNvPr>
                      <p:cNvGrpSpPr/>
                      <p:nvPr/>
                    </p:nvGrpSpPr>
                    <p:grpSpPr>
                      <a:xfrm>
                        <a:off x="5354636" y="3446461"/>
                        <a:ext cx="214313" cy="214313"/>
                        <a:chOff x="5354637" y="3446463"/>
                        <a:chExt cx="214313" cy="214313"/>
                      </a:xfrm>
                    </p:grpSpPr>
                    <p:sp>
                      <p:nvSpPr>
                        <p:cNvPr id="8748" name="Arc 8747">
                          <a:extLst>
                            <a:ext uri="{FF2B5EF4-FFF2-40B4-BE49-F238E27FC236}">
                              <a16:creationId xmlns:a16="http://schemas.microsoft.com/office/drawing/2014/main" id="{3F850473-5C85-F897-387C-44C321AA0FD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749" name="Arc 8748">
                          <a:extLst>
                            <a:ext uri="{FF2B5EF4-FFF2-40B4-BE49-F238E27FC236}">
                              <a16:creationId xmlns:a16="http://schemas.microsoft.com/office/drawing/2014/main" id="{46772E23-0B70-B2BA-EE79-758A21B4F7D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744" name="Group 8743">
                        <a:extLst>
                          <a:ext uri="{FF2B5EF4-FFF2-40B4-BE49-F238E27FC236}">
                            <a16:creationId xmlns:a16="http://schemas.microsoft.com/office/drawing/2014/main" id="{0FAFD984-F7DA-1A2A-ECA4-CDF49B949259}"/>
                          </a:ext>
                        </a:extLst>
                      </p:cNvPr>
                      <p:cNvGrpSpPr/>
                      <p:nvPr/>
                    </p:nvGrpSpPr>
                    <p:grpSpPr>
                      <a:xfrm rot="7200000">
                        <a:off x="5310186" y="3402011"/>
                        <a:ext cx="303213" cy="303213"/>
                        <a:chOff x="5354637" y="3446463"/>
                        <a:chExt cx="214313" cy="214313"/>
                      </a:xfrm>
                    </p:grpSpPr>
                    <p:sp>
                      <p:nvSpPr>
                        <p:cNvPr id="8746" name="Arc 8745">
                          <a:extLst>
                            <a:ext uri="{FF2B5EF4-FFF2-40B4-BE49-F238E27FC236}">
                              <a16:creationId xmlns:a16="http://schemas.microsoft.com/office/drawing/2014/main" id="{BBA9E21D-C203-DED7-2DBD-F006B154AEB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747" name="Arc 8746">
                          <a:extLst>
                            <a:ext uri="{FF2B5EF4-FFF2-40B4-BE49-F238E27FC236}">
                              <a16:creationId xmlns:a16="http://schemas.microsoft.com/office/drawing/2014/main" id="{8FC99977-E7EA-293A-8BAD-ADF25C07FD2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745" name="TextBox 8744">
                        <a:extLst>
                          <a:ext uri="{FF2B5EF4-FFF2-40B4-BE49-F238E27FC236}">
                            <a16:creationId xmlns:a16="http://schemas.microsoft.com/office/drawing/2014/main" id="{42C689C3-2F3D-6529-AC9D-1F9265709C2D}"/>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707" name="Group 8706">
                    <a:extLst>
                      <a:ext uri="{FF2B5EF4-FFF2-40B4-BE49-F238E27FC236}">
                        <a16:creationId xmlns:a16="http://schemas.microsoft.com/office/drawing/2014/main" id="{51A2198E-BE9C-829D-2B21-487A64B655A2}"/>
                      </a:ext>
                    </a:extLst>
                  </p:cNvPr>
                  <p:cNvGrpSpPr/>
                  <p:nvPr/>
                </p:nvGrpSpPr>
                <p:grpSpPr>
                  <a:xfrm>
                    <a:off x="5886431" y="3525040"/>
                    <a:ext cx="393192" cy="393192"/>
                    <a:chOff x="5265196" y="3932619"/>
                    <a:chExt cx="393192" cy="393192"/>
                  </a:xfrm>
                </p:grpSpPr>
                <p:grpSp>
                  <p:nvGrpSpPr>
                    <p:cNvPr id="8731" name="Group 8730">
                      <a:extLst>
                        <a:ext uri="{FF2B5EF4-FFF2-40B4-BE49-F238E27FC236}">
                          <a16:creationId xmlns:a16="http://schemas.microsoft.com/office/drawing/2014/main" id="{6A08C304-B9F4-C992-7D55-73CEA48F2066}"/>
                        </a:ext>
                      </a:extLst>
                    </p:cNvPr>
                    <p:cNvGrpSpPr/>
                    <p:nvPr/>
                  </p:nvGrpSpPr>
                  <p:grpSpPr>
                    <a:xfrm>
                      <a:off x="5354636" y="4022061"/>
                      <a:ext cx="214313" cy="214313"/>
                      <a:chOff x="5354637" y="3446463"/>
                      <a:chExt cx="214313" cy="214313"/>
                    </a:xfrm>
                  </p:grpSpPr>
                  <p:sp>
                    <p:nvSpPr>
                      <p:cNvPr id="8739" name="Arc 8738">
                        <a:extLst>
                          <a:ext uri="{FF2B5EF4-FFF2-40B4-BE49-F238E27FC236}">
                            <a16:creationId xmlns:a16="http://schemas.microsoft.com/office/drawing/2014/main" id="{05286405-94C0-F6C2-6625-CBB49A052E2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740" name="Arc 8739">
                        <a:extLst>
                          <a:ext uri="{FF2B5EF4-FFF2-40B4-BE49-F238E27FC236}">
                            <a16:creationId xmlns:a16="http://schemas.microsoft.com/office/drawing/2014/main" id="{DCEB4976-DDB7-262C-8168-92C592316CB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732" name="Group 8731">
                      <a:extLst>
                        <a:ext uri="{FF2B5EF4-FFF2-40B4-BE49-F238E27FC236}">
                          <a16:creationId xmlns:a16="http://schemas.microsoft.com/office/drawing/2014/main" id="{6E40F522-CB8D-2F58-18E5-478F5282B225}"/>
                        </a:ext>
                      </a:extLst>
                    </p:cNvPr>
                    <p:cNvGrpSpPr/>
                    <p:nvPr/>
                  </p:nvGrpSpPr>
                  <p:grpSpPr>
                    <a:xfrm rot="14400000">
                      <a:off x="5310186" y="3977611"/>
                      <a:ext cx="303213" cy="303213"/>
                      <a:chOff x="5354637" y="3446463"/>
                      <a:chExt cx="214313" cy="214313"/>
                    </a:xfrm>
                  </p:grpSpPr>
                  <p:sp>
                    <p:nvSpPr>
                      <p:cNvPr id="8737" name="Arc 8736">
                        <a:extLst>
                          <a:ext uri="{FF2B5EF4-FFF2-40B4-BE49-F238E27FC236}">
                            <a16:creationId xmlns:a16="http://schemas.microsoft.com/office/drawing/2014/main" id="{FAA4D314-8A7F-3973-22FB-776A250C129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738" name="Arc 8737">
                        <a:extLst>
                          <a:ext uri="{FF2B5EF4-FFF2-40B4-BE49-F238E27FC236}">
                            <a16:creationId xmlns:a16="http://schemas.microsoft.com/office/drawing/2014/main" id="{BA1B87E0-EF76-F6EF-ACBA-5F8EF156930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733" name="Group 8732">
                      <a:extLst>
                        <a:ext uri="{FF2B5EF4-FFF2-40B4-BE49-F238E27FC236}">
                          <a16:creationId xmlns:a16="http://schemas.microsoft.com/office/drawing/2014/main" id="{1C8328FA-E22B-2CD1-DFC1-0DEAF372B6D3}"/>
                        </a:ext>
                      </a:extLst>
                    </p:cNvPr>
                    <p:cNvGrpSpPr/>
                    <p:nvPr/>
                  </p:nvGrpSpPr>
                  <p:grpSpPr>
                    <a:xfrm rot="7200000">
                      <a:off x="5265196" y="3932619"/>
                      <a:ext cx="393192" cy="393192"/>
                      <a:chOff x="5354637" y="3446463"/>
                      <a:chExt cx="214313" cy="214313"/>
                    </a:xfrm>
                  </p:grpSpPr>
                  <p:sp>
                    <p:nvSpPr>
                      <p:cNvPr id="8735" name="Arc 8734">
                        <a:extLst>
                          <a:ext uri="{FF2B5EF4-FFF2-40B4-BE49-F238E27FC236}">
                            <a16:creationId xmlns:a16="http://schemas.microsoft.com/office/drawing/2014/main" id="{D1E86AD6-5813-4C98-893A-349AE08424E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736" name="Arc 8735">
                        <a:extLst>
                          <a:ext uri="{FF2B5EF4-FFF2-40B4-BE49-F238E27FC236}">
                            <a16:creationId xmlns:a16="http://schemas.microsoft.com/office/drawing/2014/main" id="{14FB6A7F-4B57-41EE-0842-3D0EBA91EB2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734" name="TextBox 8733">
                      <a:extLst>
                        <a:ext uri="{FF2B5EF4-FFF2-40B4-BE49-F238E27FC236}">
                          <a16:creationId xmlns:a16="http://schemas.microsoft.com/office/drawing/2014/main" id="{49B4ABA1-29BA-6DD8-F6EE-31C4E78C2F38}"/>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8708" name="Group 8707">
                    <a:extLst>
                      <a:ext uri="{FF2B5EF4-FFF2-40B4-BE49-F238E27FC236}">
                        <a16:creationId xmlns:a16="http://schemas.microsoft.com/office/drawing/2014/main" id="{D04A1C6B-DCA7-5527-182B-513548767224}"/>
                      </a:ext>
                    </a:extLst>
                  </p:cNvPr>
                  <p:cNvGrpSpPr/>
                  <p:nvPr/>
                </p:nvGrpSpPr>
                <p:grpSpPr>
                  <a:xfrm>
                    <a:off x="6512463" y="3525040"/>
                    <a:ext cx="393192" cy="393192"/>
                    <a:chOff x="6389147" y="3357021"/>
                    <a:chExt cx="393192" cy="393192"/>
                  </a:xfrm>
                </p:grpSpPr>
                <p:grpSp>
                  <p:nvGrpSpPr>
                    <p:cNvPr id="8720" name="Group 8719">
                      <a:extLst>
                        <a:ext uri="{FF2B5EF4-FFF2-40B4-BE49-F238E27FC236}">
                          <a16:creationId xmlns:a16="http://schemas.microsoft.com/office/drawing/2014/main" id="{6DDBCF0E-228C-A1C7-8EBA-889A0E3F5746}"/>
                        </a:ext>
                      </a:extLst>
                    </p:cNvPr>
                    <p:cNvGrpSpPr/>
                    <p:nvPr/>
                  </p:nvGrpSpPr>
                  <p:grpSpPr>
                    <a:xfrm rot="7200000" flipH="1">
                      <a:off x="6389147" y="3357021"/>
                      <a:ext cx="393192" cy="393192"/>
                      <a:chOff x="5354637" y="3446463"/>
                      <a:chExt cx="214313" cy="214313"/>
                    </a:xfrm>
                  </p:grpSpPr>
                  <p:sp>
                    <p:nvSpPr>
                      <p:cNvPr id="8729" name="Arc 8728">
                        <a:extLst>
                          <a:ext uri="{FF2B5EF4-FFF2-40B4-BE49-F238E27FC236}">
                            <a16:creationId xmlns:a16="http://schemas.microsoft.com/office/drawing/2014/main" id="{04EECB50-0550-AA36-AD99-AB333E3BB7F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730" name="Arc 8729">
                        <a:extLst>
                          <a:ext uri="{FF2B5EF4-FFF2-40B4-BE49-F238E27FC236}">
                            <a16:creationId xmlns:a16="http://schemas.microsoft.com/office/drawing/2014/main" id="{2640B5FB-63EC-57D4-42A5-E29789B8BC5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721" name="Group 8720">
                      <a:extLst>
                        <a:ext uri="{FF2B5EF4-FFF2-40B4-BE49-F238E27FC236}">
                          <a16:creationId xmlns:a16="http://schemas.microsoft.com/office/drawing/2014/main" id="{EF0F5951-7601-7CCC-6FFF-FE4B90632C8D}"/>
                        </a:ext>
                      </a:extLst>
                    </p:cNvPr>
                    <p:cNvGrpSpPr/>
                    <p:nvPr/>
                  </p:nvGrpSpPr>
                  <p:grpSpPr>
                    <a:xfrm>
                      <a:off x="6434137" y="3402011"/>
                      <a:ext cx="303213" cy="303213"/>
                      <a:chOff x="6434137" y="3402011"/>
                      <a:chExt cx="303213" cy="303213"/>
                    </a:xfrm>
                  </p:grpSpPr>
                  <p:grpSp>
                    <p:nvGrpSpPr>
                      <p:cNvPr id="8722" name="Group 8721">
                        <a:extLst>
                          <a:ext uri="{FF2B5EF4-FFF2-40B4-BE49-F238E27FC236}">
                            <a16:creationId xmlns:a16="http://schemas.microsoft.com/office/drawing/2014/main" id="{2A18ACFA-6F54-4926-5142-7704D8713866}"/>
                          </a:ext>
                        </a:extLst>
                      </p:cNvPr>
                      <p:cNvGrpSpPr/>
                      <p:nvPr/>
                    </p:nvGrpSpPr>
                    <p:grpSpPr>
                      <a:xfrm flipH="1">
                        <a:off x="6478587" y="3446461"/>
                        <a:ext cx="214313" cy="214313"/>
                        <a:chOff x="5354637" y="3446463"/>
                        <a:chExt cx="214313" cy="214313"/>
                      </a:xfrm>
                    </p:grpSpPr>
                    <p:sp>
                      <p:nvSpPr>
                        <p:cNvPr id="8727" name="Arc 8726">
                          <a:extLst>
                            <a:ext uri="{FF2B5EF4-FFF2-40B4-BE49-F238E27FC236}">
                              <a16:creationId xmlns:a16="http://schemas.microsoft.com/office/drawing/2014/main" id="{879BA6EF-2AF9-2D85-7A34-88707C0725C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728" name="Arc 8727">
                          <a:extLst>
                            <a:ext uri="{FF2B5EF4-FFF2-40B4-BE49-F238E27FC236}">
                              <a16:creationId xmlns:a16="http://schemas.microsoft.com/office/drawing/2014/main" id="{18EFD807-0310-CE66-AB47-9916CD04635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723" name="Group 8722">
                        <a:extLst>
                          <a:ext uri="{FF2B5EF4-FFF2-40B4-BE49-F238E27FC236}">
                            <a16:creationId xmlns:a16="http://schemas.microsoft.com/office/drawing/2014/main" id="{D751B0CE-2846-F2CD-F581-1F10F03F478C}"/>
                          </a:ext>
                        </a:extLst>
                      </p:cNvPr>
                      <p:cNvGrpSpPr/>
                      <p:nvPr/>
                    </p:nvGrpSpPr>
                    <p:grpSpPr>
                      <a:xfrm rot="14400000" flipH="1">
                        <a:off x="6434137" y="3402011"/>
                        <a:ext cx="303213" cy="303213"/>
                        <a:chOff x="5354637" y="3446463"/>
                        <a:chExt cx="214313" cy="214313"/>
                      </a:xfrm>
                    </p:grpSpPr>
                    <p:sp>
                      <p:nvSpPr>
                        <p:cNvPr id="8725" name="Arc 8724">
                          <a:extLst>
                            <a:ext uri="{FF2B5EF4-FFF2-40B4-BE49-F238E27FC236}">
                              <a16:creationId xmlns:a16="http://schemas.microsoft.com/office/drawing/2014/main" id="{2AC4D1F2-B603-4AD7-5CE0-4207D885E88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726" name="Arc 8725">
                          <a:extLst>
                            <a:ext uri="{FF2B5EF4-FFF2-40B4-BE49-F238E27FC236}">
                              <a16:creationId xmlns:a16="http://schemas.microsoft.com/office/drawing/2014/main" id="{CCDA8972-2307-ADB7-C9DD-BABC79365C8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724" name="TextBox 8723">
                        <a:extLst>
                          <a:ext uri="{FF2B5EF4-FFF2-40B4-BE49-F238E27FC236}">
                            <a16:creationId xmlns:a16="http://schemas.microsoft.com/office/drawing/2014/main" id="{F208BB10-FA21-8F21-0DDA-8B2E6220F442}"/>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709" name="Group 8708">
                    <a:extLst>
                      <a:ext uri="{FF2B5EF4-FFF2-40B4-BE49-F238E27FC236}">
                        <a16:creationId xmlns:a16="http://schemas.microsoft.com/office/drawing/2014/main" id="{7700F586-70B8-E25B-FB62-48778CEF8FD3}"/>
                      </a:ext>
                    </a:extLst>
                  </p:cNvPr>
                  <p:cNvGrpSpPr/>
                  <p:nvPr/>
                </p:nvGrpSpPr>
                <p:grpSpPr>
                  <a:xfrm>
                    <a:off x="6197413" y="3225768"/>
                    <a:ext cx="393192" cy="393192"/>
                    <a:chOff x="6389147" y="3932622"/>
                    <a:chExt cx="393192" cy="393192"/>
                  </a:xfrm>
                </p:grpSpPr>
                <p:grpSp>
                  <p:nvGrpSpPr>
                    <p:cNvPr id="8710" name="Group 8709">
                      <a:extLst>
                        <a:ext uri="{FF2B5EF4-FFF2-40B4-BE49-F238E27FC236}">
                          <a16:creationId xmlns:a16="http://schemas.microsoft.com/office/drawing/2014/main" id="{D35E450B-E785-EFB7-6F8D-6A9DBD782DCC}"/>
                        </a:ext>
                      </a:extLst>
                    </p:cNvPr>
                    <p:cNvGrpSpPr/>
                    <p:nvPr/>
                  </p:nvGrpSpPr>
                  <p:grpSpPr>
                    <a:xfrm flipH="1">
                      <a:off x="6478587" y="4022061"/>
                      <a:ext cx="214313" cy="214313"/>
                      <a:chOff x="5354637" y="3446463"/>
                      <a:chExt cx="214313" cy="214313"/>
                    </a:xfrm>
                  </p:grpSpPr>
                  <p:sp>
                    <p:nvSpPr>
                      <p:cNvPr id="8718" name="Arc 8717">
                        <a:extLst>
                          <a:ext uri="{FF2B5EF4-FFF2-40B4-BE49-F238E27FC236}">
                            <a16:creationId xmlns:a16="http://schemas.microsoft.com/office/drawing/2014/main" id="{DE5B61A6-2765-B756-9C08-747D0B12810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719" name="Arc 8718">
                        <a:extLst>
                          <a:ext uri="{FF2B5EF4-FFF2-40B4-BE49-F238E27FC236}">
                            <a16:creationId xmlns:a16="http://schemas.microsoft.com/office/drawing/2014/main" id="{991071AC-EBDC-2D27-0191-BE0E624F045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711" name="Group 8710">
                      <a:extLst>
                        <a:ext uri="{FF2B5EF4-FFF2-40B4-BE49-F238E27FC236}">
                          <a16:creationId xmlns:a16="http://schemas.microsoft.com/office/drawing/2014/main" id="{1798085C-6684-88CD-45EE-DB0392379FAF}"/>
                        </a:ext>
                      </a:extLst>
                    </p:cNvPr>
                    <p:cNvGrpSpPr/>
                    <p:nvPr/>
                  </p:nvGrpSpPr>
                  <p:grpSpPr>
                    <a:xfrm rot="7200000" flipH="1">
                      <a:off x="6434137" y="3977611"/>
                      <a:ext cx="303213" cy="303213"/>
                      <a:chOff x="5354637" y="3446463"/>
                      <a:chExt cx="214313" cy="214313"/>
                    </a:xfrm>
                  </p:grpSpPr>
                  <p:sp>
                    <p:nvSpPr>
                      <p:cNvPr id="8716" name="Arc 8715">
                        <a:extLst>
                          <a:ext uri="{FF2B5EF4-FFF2-40B4-BE49-F238E27FC236}">
                            <a16:creationId xmlns:a16="http://schemas.microsoft.com/office/drawing/2014/main" id="{4F5051AF-2F70-561F-526A-B6D5A9261BE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717" name="Arc 8716">
                        <a:extLst>
                          <a:ext uri="{FF2B5EF4-FFF2-40B4-BE49-F238E27FC236}">
                            <a16:creationId xmlns:a16="http://schemas.microsoft.com/office/drawing/2014/main" id="{0630B8E9-7484-CFBD-2797-7DF464E1477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712" name="Group 8711">
                      <a:extLst>
                        <a:ext uri="{FF2B5EF4-FFF2-40B4-BE49-F238E27FC236}">
                          <a16:creationId xmlns:a16="http://schemas.microsoft.com/office/drawing/2014/main" id="{C7C232A9-8C20-681B-8762-F0426F38FFEF}"/>
                        </a:ext>
                      </a:extLst>
                    </p:cNvPr>
                    <p:cNvGrpSpPr/>
                    <p:nvPr/>
                  </p:nvGrpSpPr>
                  <p:grpSpPr>
                    <a:xfrm rot="14400000" flipH="1">
                      <a:off x="6389147" y="3932622"/>
                      <a:ext cx="393192" cy="393192"/>
                      <a:chOff x="5354637" y="3446463"/>
                      <a:chExt cx="214313" cy="214313"/>
                    </a:xfrm>
                  </p:grpSpPr>
                  <p:sp>
                    <p:nvSpPr>
                      <p:cNvPr id="8714" name="Arc 8713">
                        <a:extLst>
                          <a:ext uri="{FF2B5EF4-FFF2-40B4-BE49-F238E27FC236}">
                            <a16:creationId xmlns:a16="http://schemas.microsoft.com/office/drawing/2014/main" id="{D29F60EC-5180-1DAB-F3A9-BFAE59527BB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715" name="Arc 8714">
                        <a:extLst>
                          <a:ext uri="{FF2B5EF4-FFF2-40B4-BE49-F238E27FC236}">
                            <a16:creationId xmlns:a16="http://schemas.microsoft.com/office/drawing/2014/main" id="{1D650A11-7516-3182-095E-B3BC71DB9AD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713" name="TextBox 8712">
                      <a:extLst>
                        <a:ext uri="{FF2B5EF4-FFF2-40B4-BE49-F238E27FC236}">
                          <a16:creationId xmlns:a16="http://schemas.microsoft.com/office/drawing/2014/main" id="{CB494F90-3F55-D69A-BC3B-F596BC6E520F}"/>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8609" name="Group 8608">
                <a:extLst>
                  <a:ext uri="{FF2B5EF4-FFF2-40B4-BE49-F238E27FC236}">
                    <a16:creationId xmlns:a16="http://schemas.microsoft.com/office/drawing/2014/main" id="{88D54BFA-4243-7DF4-C19D-DB207013E67A}"/>
                  </a:ext>
                </a:extLst>
              </p:cNvPr>
              <p:cNvGrpSpPr/>
              <p:nvPr/>
            </p:nvGrpSpPr>
            <p:grpSpPr>
              <a:xfrm>
                <a:off x="6065340" y="2039507"/>
                <a:ext cx="1643204" cy="1593124"/>
                <a:chOff x="5445106" y="2644743"/>
                <a:chExt cx="1643204" cy="1593124"/>
              </a:xfrm>
            </p:grpSpPr>
            <p:grpSp>
              <p:nvGrpSpPr>
                <p:cNvPr id="8610" name="Group 8609">
                  <a:extLst>
                    <a:ext uri="{FF2B5EF4-FFF2-40B4-BE49-F238E27FC236}">
                      <a16:creationId xmlns:a16="http://schemas.microsoft.com/office/drawing/2014/main" id="{5960A4BB-EC0C-02C2-B7CF-782353303C34}"/>
                    </a:ext>
                  </a:extLst>
                </p:cNvPr>
                <p:cNvGrpSpPr/>
                <p:nvPr/>
              </p:nvGrpSpPr>
              <p:grpSpPr>
                <a:xfrm>
                  <a:off x="5445106" y="2644743"/>
                  <a:ext cx="1019224" cy="991639"/>
                  <a:chOff x="5886431" y="3225768"/>
                  <a:chExt cx="1019224" cy="991639"/>
                </a:xfrm>
              </p:grpSpPr>
              <p:grpSp>
                <p:nvGrpSpPr>
                  <p:cNvPr id="8658" name="Group 8657">
                    <a:extLst>
                      <a:ext uri="{FF2B5EF4-FFF2-40B4-BE49-F238E27FC236}">
                        <a16:creationId xmlns:a16="http://schemas.microsoft.com/office/drawing/2014/main" id="{C0AAE70A-F1B9-BF29-C02C-C616F8BDE244}"/>
                      </a:ext>
                    </a:extLst>
                  </p:cNvPr>
                  <p:cNvGrpSpPr/>
                  <p:nvPr/>
                </p:nvGrpSpPr>
                <p:grpSpPr>
                  <a:xfrm>
                    <a:off x="6197413" y="3824215"/>
                    <a:ext cx="393192" cy="393192"/>
                    <a:chOff x="5265196" y="3357021"/>
                    <a:chExt cx="393192" cy="393192"/>
                  </a:xfrm>
                </p:grpSpPr>
                <p:grpSp>
                  <p:nvGrpSpPr>
                    <p:cNvPr id="8693" name="Group 8692">
                      <a:extLst>
                        <a:ext uri="{FF2B5EF4-FFF2-40B4-BE49-F238E27FC236}">
                          <a16:creationId xmlns:a16="http://schemas.microsoft.com/office/drawing/2014/main" id="{D190C32F-1FA1-A2AE-9D79-83D779E49175}"/>
                        </a:ext>
                      </a:extLst>
                    </p:cNvPr>
                    <p:cNvGrpSpPr/>
                    <p:nvPr/>
                  </p:nvGrpSpPr>
                  <p:grpSpPr>
                    <a:xfrm rot="14400000">
                      <a:off x="5265196" y="3357021"/>
                      <a:ext cx="393192" cy="393192"/>
                      <a:chOff x="5354637" y="3446463"/>
                      <a:chExt cx="214313" cy="214313"/>
                    </a:xfrm>
                  </p:grpSpPr>
                  <p:sp>
                    <p:nvSpPr>
                      <p:cNvPr id="8702" name="Arc 8701">
                        <a:extLst>
                          <a:ext uri="{FF2B5EF4-FFF2-40B4-BE49-F238E27FC236}">
                            <a16:creationId xmlns:a16="http://schemas.microsoft.com/office/drawing/2014/main" id="{373DA1BB-429D-12F3-5E98-7457E84A82E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703" name="Arc 8702">
                        <a:extLst>
                          <a:ext uri="{FF2B5EF4-FFF2-40B4-BE49-F238E27FC236}">
                            <a16:creationId xmlns:a16="http://schemas.microsoft.com/office/drawing/2014/main" id="{CC5A4EE7-364C-F541-AC88-2CA5798D2EB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694" name="Group 8693">
                      <a:extLst>
                        <a:ext uri="{FF2B5EF4-FFF2-40B4-BE49-F238E27FC236}">
                          <a16:creationId xmlns:a16="http://schemas.microsoft.com/office/drawing/2014/main" id="{BDEC9795-588B-AB4A-362D-582CED27C967}"/>
                        </a:ext>
                      </a:extLst>
                    </p:cNvPr>
                    <p:cNvGrpSpPr/>
                    <p:nvPr/>
                  </p:nvGrpSpPr>
                  <p:grpSpPr>
                    <a:xfrm>
                      <a:off x="5310186" y="3402011"/>
                      <a:ext cx="303213" cy="303213"/>
                      <a:chOff x="5310186" y="3402011"/>
                      <a:chExt cx="303213" cy="303213"/>
                    </a:xfrm>
                  </p:grpSpPr>
                  <p:grpSp>
                    <p:nvGrpSpPr>
                      <p:cNvPr id="8695" name="Group 8694">
                        <a:extLst>
                          <a:ext uri="{FF2B5EF4-FFF2-40B4-BE49-F238E27FC236}">
                            <a16:creationId xmlns:a16="http://schemas.microsoft.com/office/drawing/2014/main" id="{02DB6FAD-90BB-F4DF-94F2-0876ABAAEBDF}"/>
                          </a:ext>
                        </a:extLst>
                      </p:cNvPr>
                      <p:cNvGrpSpPr/>
                      <p:nvPr/>
                    </p:nvGrpSpPr>
                    <p:grpSpPr>
                      <a:xfrm>
                        <a:off x="5354636" y="3446461"/>
                        <a:ext cx="214313" cy="214313"/>
                        <a:chOff x="5354637" y="3446463"/>
                        <a:chExt cx="214313" cy="214313"/>
                      </a:xfrm>
                    </p:grpSpPr>
                    <p:sp>
                      <p:nvSpPr>
                        <p:cNvPr id="8700" name="Arc 8699">
                          <a:extLst>
                            <a:ext uri="{FF2B5EF4-FFF2-40B4-BE49-F238E27FC236}">
                              <a16:creationId xmlns:a16="http://schemas.microsoft.com/office/drawing/2014/main" id="{4C2891ED-3A75-E4BD-50F7-C6CBCCB847B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701" name="Arc 8700">
                          <a:extLst>
                            <a:ext uri="{FF2B5EF4-FFF2-40B4-BE49-F238E27FC236}">
                              <a16:creationId xmlns:a16="http://schemas.microsoft.com/office/drawing/2014/main" id="{0C1D01F0-E0F6-92CE-1279-EC3F40D1C8F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696" name="Group 8695">
                        <a:extLst>
                          <a:ext uri="{FF2B5EF4-FFF2-40B4-BE49-F238E27FC236}">
                            <a16:creationId xmlns:a16="http://schemas.microsoft.com/office/drawing/2014/main" id="{486B8226-588D-A565-8C0D-AFD58A7B3582}"/>
                          </a:ext>
                        </a:extLst>
                      </p:cNvPr>
                      <p:cNvGrpSpPr/>
                      <p:nvPr/>
                    </p:nvGrpSpPr>
                    <p:grpSpPr>
                      <a:xfrm rot="7200000">
                        <a:off x="5310186" y="3402011"/>
                        <a:ext cx="303213" cy="303213"/>
                        <a:chOff x="5354637" y="3446463"/>
                        <a:chExt cx="214313" cy="214313"/>
                      </a:xfrm>
                    </p:grpSpPr>
                    <p:sp>
                      <p:nvSpPr>
                        <p:cNvPr id="8698" name="Arc 8697">
                          <a:extLst>
                            <a:ext uri="{FF2B5EF4-FFF2-40B4-BE49-F238E27FC236}">
                              <a16:creationId xmlns:a16="http://schemas.microsoft.com/office/drawing/2014/main" id="{0E1EB0FD-85E2-F133-5908-A691474F629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699" name="Arc 8698">
                          <a:extLst>
                            <a:ext uri="{FF2B5EF4-FFF2-40B4-BE49-F238E27FC236}">
                              <a16:creationId xmlns:a16="http://schemas.microsoft.com/office/drawing/2014/main" id="{F03A42E1-3501-C181-B75D-E99166892BA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697" name="TextBox 8696">
                        <a:extLst>
                          <a:ext uri="{FF2B5EF4-FFF2-40B4-BE49-F238E27FC236}">
                            <a16:creationId xmlns:a16="http://schemas.microsoft.com/office/drawing/2014/main" id="{3C536976-1844-8332-4DCC-298323A5A40A}"/>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659" name="Group 8658">
                    <a:extLst>
                      <a:ext uri="{FF2B5EF4-FFF2-40B4-BE49-F238E27FC236}">
                        <a16:creationId xmlns:a16="http://schemas.microsoft.com/office/drawing/2014/main" id="{70ACCB91-3142-8F90-47CB-E572A64D2B6A}"/>
                      </a:ext>
                    </a:extLst>
                  </p:cNvPr>
                  <p:cNvGrpSpPr/>
                  <p:nvPr/>
                </p:nvGrpSpPr>
                <p:grpSpPr>
                  <a:xfrm>
                    <a:off x="5886431" y="3525040"/>
                    <a:ext cx="393192" cy="393192"/>
                    <a:chOff x="5265196" y="3932619"/>
                    <a:chExt cx="393192" cy="393192"/>
                  </a:xfrm>
                </p:grpSpPr>
                <p:grpSp>
                  <p:nvGrpSpPr>
                    <p:cNvPr id="8683" name="Group 8682">
                      <a:extLst>
                        <a:ext uri="{FF2B5EF4-FFF2-40B4-BE49-F238E27FC236}">
                          <a16:creationId xmlns:a16="http://schemas.microsoft.com/office/drawing/2014/main" id="{A6C3B3EB-DDC4-6BBC-9899-CA0F0A03EF14}"/>
                        </a:ext>
                      </a:extLst>
                    </p:cNvPr>
                    <p:cNvGrpSpPr/>
                    <p:nvPr/>
                  </p:nvGrpSpPr>
                  <p:grpSpPr>
                    <a:xfrm>
                      <a:off x="5354636" y="4022061"/>
                      <a:ext cx="214313" cy="214313"/>
                      <a:chOff x="5354637" y="3446463"/>
                      <a:chExt cx="214313" cy="214313"/>
                    </a:xfrm>
                  </p:grpSpPr>
                  <p:sp>
                    <p:nvSpPr>
                      <p:cNvPr id="8691" name="Arc 8690">
                        <a:extLst>
                          <a:ext uri="{FF2B5EF4-FFF2-40B4-BE49-F238E27FC236}">
                            <a16:creationId xmlns:a16="http://schemas.microsoft.com/office/drawing/2014/main" id="{77B56523-990A-0EC8-4F2E-AAAE659A127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692" name="Arc 8691">
                        <a:extLst>
                          <a:ext uri="{FF2B5EF4-FFF2-40B4-BE49-F238E27FC236}">
                            <a16:creationId xmlns:a16="http://schemas.microsoft.com/office/drawing/2014/main" id="{2EDD7495-AB38-8F60-6861-6920FB01929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684" name="Group 8683">
                      <a:extLst>
                        <a:ext uri="{FF2B5EF4-FFF2-40B4-BE49-F238E27FC236}">
                          <a16:creationId xmlns:a16="http://schemas.microsoft.com/office/drawing/2014/main" id="{A86511D9-A30B-9B77-7814-F25FE3E2D237}"/>
                        </a:ext>
                      </a:extLst>
                    </p:cNvPr>
                    <p:cNvGrpSpPr/>
                    <p:nvPr/>
                  </p:nvGrpSpPr>
                  <p:grpSpPr>
                    <a:xfrm rot="14400000">
                      <a:off x="5310186" y="3977611"/>
                      <a:ext cx="303213" cy="303213"/>
                      <a:chOff x="5354637" y="3446463"/>
                      <a:chExt cx="214313" cy="214313"/>
                    </a:xfrm>
                  </p:grpSpPr>
                  <p:sp>
                    <p:nvSpPr>
                      <p:cNvPr id="8689" name="Arc 8688">
                        <a:extLst>
                          <a:ext uri="{FF2B5EF4-FFF2-40B4-BE49-F238E27FC236}">
                            <a16:creationId xmlns:a16="http://schemas.microsoft.com/office/drawing/2014/main" id="{013D2665-9A9C-ABA4-D582-936CCB312E6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690" name="Arc 8689">
                        <a:extLst>
                          <a:ext uri="{FF2B5EF4-FFF2-40B4-BE49-F238E27FC236}">
                            <a16:creationId xmlns:a16="http://schemas.microsoft.com/office/drawing/2014/main" id="{ECBAC2DF-49D4-5509-150C-2312A0FD5FC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685" name="Group 8684">
                      <a:extLst>
                        <a:ext uri="{FF2B5EF4-FFF2-40B4-BE49-F238E27FC236}">
                          <a16:creationId xmlns:a16="http://schemas.microsoft.com/office/drawing/2014/main" id="{EFBE0129-6693-88A8-EBAD-8A75D05CA11E}"/>
                        </a:ext>
                      </a:extLst>
                    </p:cNvPr>
                    <p:cNvGrpSpPr/>
                    <p:nvPr/>
                  </p:nvGrpSpPr>
                  <p:grpSpPr>
                    <a:xfrm rot="7200000">
                      <a:off x="5265196" y="3932619"/>
                      <a:ext cx="393192" cy="393192"/>
                      <a:chOff x="5354637" y="3446463"/>
                      <a:chExt cx="214313" cy="214313"/>
                    </a:xfrm>
                  </p:grpSpPr>
                  <p:sp>
                    <p:nvSpPr>
                      <p:cNvPr id="8687" name="Arc 8686">
                        <a:extLst>
                          <a:ext uri="{FF2B5EF4-FFF2-40B4-BE49-F238E27FC236}">
                            <a16:creationId xmlns:a16="http://schemas.microsoft.com/office/drawing/2014/main" id="{F32F7B5E-546E-1053-4B9E-605C671DB41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688" name="Arc 8687">
                        <a:extLst>
                          <a:ext uri="{FF2B5EF4-FFF2-40B4-BE49-F238E27FC236}">
                            <a16:creationId xmlns:a16="http://schemas.microsoft.com/office/drawing/2014/main" id="{CD045748-4B9F-DE00-713F-7D643C18325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686" name="TextBox 8685">
                      <a:extLst>
                        <a:ext uri="{FF2B5EF4-FFF2-40B4-BE49-F238E27FC236}">
                          <a16:creationId xmlns:a16="http://schemas.microsoft.com/office/drawing/2014/main" id="{B2F28E90-C5E7-2FC5-146A-E6F0B9332E35}"/>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8660" name="Group 8659">
                    <a:extLst>
                      <a:ext uri="{FF2B5EF4-FFF2-40B4-BE49-F238E27FC236}">
                        <a16:creationId xmlns:a16="http://schemas.microsoft.com/office/drawing/2014/main" id="{7A555BFA-B117-1A46-ABF8-D34689E2AE50}"/>
                      </a:ext>
                    </a:extLst>
                  </p:cNvPr>
                  <p:cNvGrpSpPr/>
                  <p:nvPr/>
                </p:nvGrpSpPr>
                <p:grpSpPr>
                  <a:xfrm>
                    <a:off x="6512463" y="3525040"/>
                    <a:ext cx="393192" cy="393192"/>
                    <a:chOff x="6389147" y="3357021"/>
                    <a:chExt cx="393192" cy="393192"/>
                  </a:xfrm>
                </p:grpSpPr>
                <p:grpSp>
                  <p:nvGrpSpPr>
                    <p:cNvPr id="8672" name="Group 8671">
                      <a:extLst>
                        <a:ext uri="{FF2B5EF4-FFF2-40B4-BE49-F238E27FC236}">
                          <a16:creationId xmlns:a16="http://schemas.microsoft.com/office/drawing/2014/main" id="{A7E4BC96-2838-ECF8-6CB2-690E92CA9F5E}"/>
                        </a:ext>
                      </a:extLst>
                    </p:cNvPr>
                    <p:cNvGrpSpPr/>
                    <p:nvPr/>
                  </p:nvGrpSpPr>
                  <p:grpSpPr>
                    <a:xfrm rot="7200000" flipH="1">
                      <a:off x="6389147" y="3357021"/>
                      <a:ext cx="393192" cy="393192"/>
                      <a:chOff x="5354637" y="3446463"/>
                      <a:chExt cx="214313" cy="214313"/>
                    </a:xfrm>
                  </p:grpSpPr>
                  <p:sp>
                    <p:nvSpPr>
                      <p:cNvPr id="8681" name="Arc 8680">
                        <a:extLst>
                          <a:ext uri="{FF2B5EF4-FFF2-40B4-BE49-F238E27FC236}">
                            <a16:creationId xmlns:a16="http://schemas.microsoft.com/office/drawing/2014/main" id="{209A5502-82E3-C019-867F-93EC8DB03BB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682" name="Arc 8681">
                        <a:extLst>
                          <a:ext uri="{FF2B5EF4-FFF2-40B4-BE49-F238E27FC236}">
                            <a16:creationId xmlns:a16="http://schemas.microsoft.com/office/drawing/2014/main" id="{8129E569-0BC1-3A85-DC5C-522D01AA94A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673" name="Group 8672">
                      <a:extLst>
                        <a:ext uri="{FF2B5EF4-FFF2-40B4-BE49-F238E27FC236}">
                          <a16:creationId xmlns:a16="http://schemas.microsoft.com/office/drawing/2014/main" id="{79EFE760-DA71-A790-0DD7-BDDD12D2C5BB}"/>
                        </a:ext>
                      </a:extLst>
                    </p:cNvPr>
                    <p:cNvGrpSpPr/>
                    <p:nvPr/>
                  </p:nvGrpSpPr>
                  <p:grpSpPr>
                    <a:xfrm>
                      <a:off x="6434137" y="3402011"/>
                      <a:ext cx="303213" cy="303213"/>
                      <a:chOff x="6434137" y="3402011"/>
                      <a:chExt cx="303213" cy="303213"/>
                    </a:xfrm>
                  </p:grpSpPr>
                  <p:grpSp>
                    <p:nvGrpSpPr>
                      <p:cNvPr id="8674" name="Group 8673">
                        <a:extLst>
                          <a:ext uri="{FF2B5EF4-FFF2-40B4-BE49-F238E27FC236}">
                            <a16:creationId xmlns:a16="http://schemas.microsoft.com/office/drawing/2014/main" id="{AC43DFE3-ACB2-0E4A-448C-1A38D6F921C5}"/>
                          </a:ext>
                        </a:extLst>
                      </p:cNvPr>
                      <p:cNvGrpSpPr/>
                      <p:nvPr/>
                    </p:nvGrpSpPr>
                    <p:grpSpPr>
                      <a:xfrm flipH="1">
                        <a:off x="6478587" y="3446461"/>
                        <a:ext cx="214313" cy="214313"/>
                        <a:chOff x="5354637" y="3446463"/>
                        <a:chExt cx="214313" cy="214313"/>
                      </a:xfrm>
                    </p:grpSpPr>
                    <p:sp>
                      <p:nvSpPr>
                        <p:cNvPr id="8679" name="Arc 8678">
                          <a:extLst>
                            <a:ext uri="{FF2B5EF4-FFF2-40B4-BE49-F238E27FC236}">
                              <a16:creationId xmlns:a16="http://schemas.microsoft.com/office/drawing/2014/main" id="{E9F0A141-773D-6202-D99D-7532BB47809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680" name="Arc 8679">
                          <a:extLst>
                            <a:ext uri="{FF2B5EF4-FFF2-40B4-BE49-F238E27FC236}">
                              <a16:creationId xmlns:a16="http://schemas.microsoft.com/office/drawing/2014/main" id="{88188196-3121-A27A-7B4B-05E05169A16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675" name="Group 8674">
                        <a:extLst>
                          <a:ext uri="{FF2B5EF4-FFF2-40B4-BE49-F238E27FC236}">
                            <a16:creationId xmlns:a16="http://schemas.microsoft.com/office/drawing/2014/main" id="{F4D8860A-2B4C-C3B7-CF2D-58F2262068ED}"/>
                          </a:ext>
                        </a:extLst>
                      </p:cNvPr>
                      <p:cNvGrpSpPr/>
                      <p:nvPr/>
                    </p:nvGrpSpPr>
                    <p:grpSpPr>
                      <a:xfrm rot="14400000" flipH="1">
                        <a:off x="6434137" y="3402011"/>
                        <a:ext cx="303213" cy="303213"/>
                        <a:chOff x="5354637" y="3446463"/>
                        <a:chExt cx="214313" cy="214313"/>
                      </a:xfrm>
                    </p:grpSpPr>
                    <p:sp>
                      <p:nvSpPr>
                        <p:cNvPr id="8677" name="Arc 8676">
                          <a:extLst>
                            <a:ext uri="{FF2B5EF4-FFF2-40B4-BE49-F238E27FC236}">
                              <a16:creationId xmlns:a16="http://schemas.microsoft.com/office/drawing/2014/main" id="{325E5B25-97C1-947E-AE97-7F62EF6106B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678" name="Arc 8677">
                          <a:extLst>
                            <a:ext uri="{FF2B5EF4-FFF2-40B4-BE49-F238E27FC236}">
                              <a16:creationId xmlns:a16="http://schemas.microsoft.com/office/drawing/2014/main" id="{51BCB49C-97C5-8E03-E0BE-BF26D47BEE9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676" name="TextBox 8675">
                        <a:extLst>
                          <a:ext uri="{FF2B5EF4-FFF2-40B4-BE49-F238E27FC236}">
                            <a16:creationId xmlns:a16="http://schemas.microsoft.com/office/drawing/2014/main" id="{4484BD93-D70D-5934-E361-4CA2B02750C9}"/>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661" name="Group 8660">
                    <a:extLst>
                      <a:ext uri="{FF2B5EF4-FFF2-40B4-BE49-F238E27FC236}">
                        <a16:creationId xmlns:a16="http://schemas.microsoft.com/office/drawing/2014/main" id="{7E70CA10-B4AF-C49B-5CC8-5602C108C40C}"/>
                      </a:ext>
                    </a:extLst>
                  </p:cNvPr>
                  <p:cNvGrpSpPr/>
                  <p:nvPr/>
                </p:nvGrpSpPr>
                <p:grpSpPr>
                  <a:xfrm>
                    <a:off x="6197413" y="3225768"/>
                    <a:ext cx="393192" cy="393192"/>
                    <a:chOff x="6389147" y="3932622"/>
                    <a:chExt cx="393192" cy="393192"/>
                  </a:xfrm>
                </p:grpSpPr>
                <p:grpSp>
                  <p:nvGrpSpPr>
                    <p:cNvPr id="8662" name="Group 8661">
                      <a:extLst>
                        <a:ext uri="{FF2B5EF4-FFF2-40B4-BE49-F238E27FC236}">
                          <a16:creationId xmlns:a16="http://schemas.microsoft.com/office/drawing/2014/main" id="{DB700177-E09C-F3BC-A4C6-1FDDDE0A953F}"/>
                        </a:ext>
                      </a:extLst>
                    </p:cNvPr>
                    <p:cNvGrpSpPr/>
                    <p:nvPr/>
                  </p:nvGrpSpPr>
                  <p:grpSpPr>
                    <a:xfrm flipH="1">
                      <a:off x="6478587" y="4022061"/>
                      <a:ext cx="214313" cy="214313"/>
                      <a:chOff x="5354637" y="3446463"/>
                      <a:chExt cx="214313" cy="214313"/>
                    </a:xfrm>
                  </p:grpSpPr>
                  <p:sp>
                    <p:nvSpPr>
                      <p:cNvPr id="8670" name="Arc 8669">
                        <a:extLst>
                          <a:ext uri="{FF2B5EF4-FFF2-40B4-BE49-F238E27FC236}">
                            <a16:creationId xmlns:a16="http://schemas.microsoft.com/office/drawing/2014/main" id="{17425B1B-9CE9-9E4A-1F2F-8623D9E8DBA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671" name="Arc 8670">
                        <a:extLst>
                          <a:ext uri="{FF2B5EF4-FFF2-40B4-BE49-F238E27FC236}">
                            <a16:creationId xmlns:a16="http://schemas.microsoft.com/office/drawing/2014/main" id="{A9DC20E0-BAAF-9E0B-9C8C-94AA9D10D38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663" name="Group 8662">
                      <a:extLst>
                        <a:ext uri="{FF2B5EF4-FFF2-40B4-BE49-F238E27FC236}">
                          <a16:creationId xmlns:a16="http://schemas.microsoft.com/office/drawing/2014/main" id="{CA2E308D-9C57-E12F-646F-8466799A26F3}"/>
                        </a:ext>
                      </a:extLst>
                    </p:cNvPr>
                    <p:cNvGrpSpPr/>
                    <p:nvPr/>
                  </p:nvGrpSpPr>
                  <p:grpSpPr>
                    <a:xfrm rot="7200000" flipH="1">
                      <a:off x="6434137" y="3977611"/>
                      <a:ext cx="303213" cy="303213"/>
                      <a:chOff x="5354637" y="3446463"/>
                      <a:chExt cx="214313" cy="214313"/>
                    </a:xfrm>
                  </p:grpSpPr>
                  <p:sp>
                    <p:nvSpPr>
                      <p:cNvPr id="8668" name="Arc 8667">
                        <a:extLst>
                          <a:ext uri="{FF2B5EF4-FFF2-40B4-BE49-F238E27FC236}">
                            <a16:creationId xmlns:a16="http://schemas.microsoft.com/office/drawing/2014/main" id="{37387A7D-5721-2B91-4461-0F6A876024D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669" name="Arc 8668">
                        <a:extLst>
                          <a:ext uri="{FF2B5EF4-FFF2-40B4-BE49-F238E27FC236}">
                            <a16:creationId xmlns:a16="http://schemas.microsoft.com/office/drawing/2014/main" id="{DC9A8B62-9BD0-5775-516F-0F01E2923BF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664" name="Group 8663">
                      <a:extLst>
                        <a:ext uri="{FF2B5EF4-FFF2-40B4-BE49-F238E27FC236}">
                          <a16:creationId xmlns:a16="http://schemas.microsoft.com/office/drawing/2014/main" id="{22A4929E-6600-310F-FE45-093CBC8E2166}"/>
                        </a:ext>
                      </a:extLst>
                    </p:cNvPr>
                    <p:cNvGrpSpPr/>
                    <p:nvPr/>
                  </p:nvGrpSpPr>
                  <p:grpSpPr>
                    <a:xfrm rot="14400000" flipH="1">
                      <a:off x="6389147" y="3932622"/>
                      <a:ext cx="393192" cy="393192"/>
                      <a:chOff x="5354637" y="3446463"/>
                      <a:chExt cx="214313" cy="214313"/>
                    </a:xfrm>
                  </p:grpSpPr>
                  <p:sp>
                    <p:nvSpPr>
                      <p:cNvPr id="8666" name="Arc 8665">
                        <a:extLst>
                          <a:ext uri="{FF2B5EF4-FFF2-40B4-BE49-F238E27FC236}">
                            <a16:creationId xmlns:a16="http://schemas.microsoft.com/office/drawing/2014/main" id="{72BED614-6E21-CBC0-A0DF-F9BEC7AE8DE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667" name="Arc 8666">
                        <a:extLst>
                          <a:ext uri="{FF2B5EF4-FFF2-40B4-BE49-F238E27FC236}">
                            <a16:creationId xmlns:a16="http://schemas.microsoft.com/office/drawing/2014/main" id="{4597A785-7504-BEC2-99D2-65379692BA2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665" name="TextBox 8664">
                      <a:extLst>
                        <a:ext uri="{FF2B5EF4-FFF2-40B4-BE49-F238E27FC236}">
                          <a16:creationId xmlns:a16="http://schemas.microsoft.com/office/drawing/2014/main" id="{E68D2F82-789E-B941-E92B-A211507C2E67}"/>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611" name="Group 8610">
                  <a:extLst>
                    <a:ext uri="{FF2B5EF4-FFF2-40B4-BE49-F238E27FC236}">
                      <a16:creationId xmlns:a16="http://schemas.microsoft.com/office/drawing/2014/main" id="{239E1FBF-7249-3599-2A8C-E2C0945CF709}"/>
                    </a:ext>
                  </a:extLst>
                </p:cNvPr>
                <p:cNvGrpSpPr/>
                <p:nvPr/>
              </p:nvGrpSpPr>
              <p:grpSpPr>
                <a:xfrm>
                  <a:off x="6069086" y="3246228"/>
                  <a:ext cx="1019224" cy="991639"/>
                  <a:chOff x="5886431" y="3225768"/>
                  <a:chExt cx="1019224" cy="991639"/>
                </a:xfrm>
              </p:grpSpPr>
              <p:grpSp>
                <p:nvGrpSpPr>
                  <p:cNvPr id="8612" name="Group 8611">
                    <a:extLst>
                      <a:ext uri="{FF2B5EF4-FFF2-40B4-BE49-F238E27FC236}">
                        <a16:creationId xmlns:a16="http://schemas.microsoft.com/office/drawing/2014/main" id="{FE0AE10F-BE55-7401-6DC0-C515D697A9BB}"/>
                      </a:ext>
                    </a:extLst>
                  </p:cNvPr>
                  <p:cNvGrpSpPr/>
                  <p:nvPr/>
                </p:nvGrpSpPr>
                <p:grpSpPr>
                  <a:xfrm>
                    <a:off x="6197413" y="3824215"/>
                    <a:ext cx="393192" cy="393192"/>
                    <a:chOff x="5265196" y="3357021"/>
                    <a:chExt cx="393192" cy="393192"/>
                  </a:xfrm>
                </p:grpSpPr>
                <p:grpSp>
                  <p:nvGrpSpPr>
                    <p:cNvPr id="8647" name="Group 8646">
                      <a:extLst>
                        <a:ext uri="{FF2B5EF4-FFF2-40B4-BE49-F238E27FC236}">
                          <a16:creationId xmlns:a16="http://schemas.microsoft.com/office/drawing/2014/main" id="{842C25FF-58AF-3FF7-B527-3334E199C953}"/>
                        </a:ext>
                      </a:extLst>
                    </p:cNvPr>
                    <p:cNvGrpSpPr/>
                    <p:nvPr/>
                  </p:nvGrpSpPr>
                  <p:grpSpPr>
                    <a:xfrm rot="14400000">
                      <a:off x="5265196" y="3357021"/>
                      <a:ext cx="393192" cy="393192"/>
                      <a:chOff x="5354637" y="3446463"/>
                      <a:chExt cx="214313" cy="214313"/>
                    </a:xfrm>
                  </p:grpSpPr>
                  <p:sp>
                    <p:nvSpPr>
                      <p:cNvPr id="8656" name="Arc 8655">
                        <a:extLst>
                          <a:ext uri="{FF2B5EF4-FFF2-40B4-BE49-F238E27FC236}">
                            <a16:creationId xmlns:a16="http://schemas.microsoft.com/office/drawing/2014/main" id="{3C574D01-3249-525B-8269-BE4C1642EFB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657" name="Arc 8656">
                        <a:extLst>
                          <a:ext uri="{FF2B5EF4-FFF2-40B4-BE49-F238E27FC236}">
                            <a16:creationId xmlns:a16="http://schemas.microsoft.com/office/drawing/2014/main" id="{9342109A-5426-B7B4-85C1-12FC1952A24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648" name="Group 8647">
                      <a:extLst>
                        <a:ext uri="{FF2B5EF4-FFF2-40B4-BE49-F238E27FC236}">
                          <a16:creationId xmlns:a16="http://schemas.microsoft.com/office/drawing/2014/main" id="{3331D0EC-1B68-2353-0298-B0032994B315}"/>
                        </a:ext>
                      </a:extLst>
                    </p:cNvPr>
                    <p:cNvGrpSpPr/>
                    <p:nvPr/>
                  </p:nvGrpSpPr>
                  <p:grpSpPr>
                    <a:xfrm>
                      <a:off x="5310186" y="3402011"/>
                      <a:ext cx="303213" cy="303213"/>
                      <a:chOff x="5310186" y="3402011"/>
                      <a:chExt cx="303213" cy="303213"/>
                    </a:xfrm>
                  </p:grpSpPr>
                  <p:grpSp>
                    <p:nvGrpSpPr>
                      <p:cNvPr id="8649" name="Group 8648">
                        <a:extLst>
                          <a:ext uri="{FF2B5EF4-FFF2-40B4-BE49-F238E27FC236}">
                            <a16:creationId xmlns:a16="http://schemas.microsoft.com/office/drawing/2014/main" id="{47E707F6-2447-F59A-41CA-D09B54811610}"/>
                          </a:ext>
                        </a:extLst>
                      </p:cNvPr>
                      <p:cNvGrpSpPr/>
                      <p:nvPr/>
                    </p:nvGrpSpPr>
                    <p:grpSpPr>
                      <a:xfrm>
                        <a:off x="5354636" y="3446461"/>
                        <a:ext cx="214313" cy="214313"/>
                        <a:chOff x="5354637" y="3446463"/>
                        <a:chExt cx="214313" cy="214313"/>
                      </a:xfrm>
                    </p:grpSpPr>
                    <p:sp>
                      <p:nvSpPr>
                        <p:cNvPr id="8654" name="Arc 8653">
                          <a:extLst>
                            <a:ext uri="{FF2B5EF4-FFF2-40B4-BE49-F238E27FC236}">
                              <a16:creationId xmlns:a16="http://schemas.microsoft.com/office/drawing/2014/main" id="{437D0B13-4081-2305-6A24-3CA1DC89704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655" name="Arc 8654">
                          <a:extLst>
                            <a:ext uri="{FF2B5EF4-FFF2-40B4-BE49-F238E27FC236}">
                              <a16:creationId xmlns:a16="http://schemas.microsoft.com/office/drawing/2014/main" id="{F4BBF251-4E59-1777-8BD3-93FDF1AC45F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650" name="Group 8649">
                        <a:extLst>
                          <a:ext uri="{FF2B5EF4-FFF2-40B4-BE49-F238E27FC236}">
                            <a16:creationId xmlns:a16="http://schemas.microsoft.com/office/drawing/2014/main" id="{68A3BFA6-45BE-4251-A55F-CCD098B67695}"/>
                          </a:ext>
                        </a:extLst>
                      </p:cNvPr>
                      <p:cNvGrpSpPr/>
                      <p:nvPr/>
                    </p:nvGrpSpPr>
                    <p:grpSpPr>
                      <a:xfrm rot="7200000">
                        <a:off x="5310186" y="3402011"/>
                        <a:ext cx="303213" cy="303213"/>
                        <a:chOff x="5354637" y="3446463"/>
                        <a:chExt cx="214313" cy="214313"/>
                      </a:xfrm>
                    </p:grpSpPr>
                    <p:sp>
                      <p:nvSpPr>
                        <p:cNvPr id="8652" name="Arc 8651">
                          <a:extLst>
                            <a:ext uri="{FF2B5EF4-FFF2-40B4-BE49-F238E27FC236}">
                              <a16:creationId xmlns:a16="http://schemas.microsoft.com/office/drawing/2014/main" id="{E98DD3DB-C158-CCEC-0270-15987D728C6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653" name="Arc 8652">
                          <a:extLst>
                            <a:ext uri="{FF2B5EF4-FFF2-40B4-BE49-F238E27FC236}">
                              <a16:creationId xmlns:a16="http://schemas.microsoft.com/office/drawing/2014/main" id="{BC7ECB97-D1B7-FF1F-0C4F-EA5E75487DF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651" name="TextBox 8650">
                        <a:extLst>
                          <a:ext uri="{FF2B5EF4-FFF2-40B4-BE49-F238E27FC236}">
                            <a16:creationId xmlns:a16="http://schemas.microsoft.com/office/drawing/2014/main" id="{77AA84A1-9CA9-7ADE-D722-39B89CE280A4}"/>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613" name="Group 8612">
                    <a:extLst>
                      <a:ext uri="{FF2B5EF4-FFF2-40B4-BE49-F238E27FC236}">
                        <a16:creationId xmlns:a16="http://schemas.microsoft.com/office/drawing/2014/main" id="{5E1ED9A6-3A3E-7AD3-3E2A-B5C683F2576D}"/>
                      </a:ext>
                    </a:extLst>
                  </p:cNvPr>
                  <p:cNvGrpSpPr/>
                  <p:nvPr/>
                </p:nvGrpSpPr>
                <p:grpSpPr>
                  <a:xfrm>
                    <a:off x="5886431" y="3525040"/>
                    <a:ext cx="393192" cy="393192"/>
                    <a:chOff x="5265196" y="3932619"/>
                    <a:chExt cx="393192" cy="393192"/>
                  </a:xfrm>
                </p:grpSpPr>
                <p:grpSp>
                  <p:nvGrpSpPr>
                    <p:cNvPr id="8637" name="Group 8636">
                      <a:extLst>
                        <a:ext uri="{FF2B5EF4-FFF2-40B4-BE49-F238E27FC236}">
                          <a16:creationId xmlns:a16="http://schemas.microsoft.com/office/drawing/2014/main" id="{00BB62DB-FABA-49E5-BC5B-79E90C2EE37D}"/>
                        </a:ext>
                      </a:extLst>
                    </p:cNvPr>
                    <p:cNvGrpSpPr/>
                    <p:nvPr/>
                  </p:nvGrpSpPr>
                  <p:grpSpPr>
                    <a:xfrm>
                      <a:off x="5354636" y="4022061"/>
                      <a:ext cx="214313" cy="214313"/>
                      <a:chOff x="5354637" y="3446463"/>
                      <a:chExt cx="214313" cy="214313"/>
                    </a:xfrm>
                  </p:grpSpPr>
                  <p:sp>
                    <p:nvSpPr>
                      <p:cNvPr id="8645" name="Arc 8644">
                        <a:extLst>
                          <a:ext uri="{FF2B5EF4-FFF2-40B4-BE49-F238E27FC236}">
                            <a16:creationId xmlns:a16="http://schemas.microsoft.com/office/drawing/2014/main" id="{5339F77A-1898-D656-4B03-EC67C4CA79E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646" name="Arc 8645">
                        <a:extLst>
                          <a:ext uri="{FF2B5EF4-FFF2-40B4-BE49-F238E27FC236}">
                            <a16:creationId xmlns:a16="http://schemas.microsoft.com/office/drawing/2014/main" id="{73928555-0C30-93A7-EBAE-4573DD7AB42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638" name="Group 8637">
                      <a:extLst>
                        <a:ext uri="{FF2B5EF4-FFF2-40B4-BE49-F238E27FC236}">
                          <a16:creationId xmlns:a16="http://schemas.microsoft.com/office/drawing/2014/main" id="{0951A5E1-A3E8-14FD-7F52-74F76C7A065F}"/>
                        </a:ext>
                      </a:extLst>
                    </p:cNvPr>
                    <p:cNvGrpSpPr/>
                    <p:nvPr/>
                  </p:nvGrpSpPr>
                  <p:grpSpPr>
                    <a:xfrm rot="14400000">
                      <a:off x="5310186" y="3977611"/>
                      <a:ext cx="303213" cy="303213"/>
                      <a:chOff x="5354637" y="3446463"/>
                      <a:chExt cx="214313" cy="214313"/>
                    </a:xfrm>
                  </p:grpSpPr>
                  <p:sp>
                    <p:nvSpPr>
                      <p:cNvPr id="8643" name="Arc 8642">
                        <a:extLst>
                          <a:ext uri="{FF2B5EF4-FFF2-40B4-BE49-F238E27FC236}">
                            <a16:creationId xmlns:a16="http://schemas.microsoft.com/office/drawing/2014/main" id="{5B3FE46C-3C23-FD21-BA36-83E10052AC6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644" name="Arc 8643">
                        <a:extLst>
                          <a:ext uri="{FF2B5EF4-FFF2-40B4-BE49-F238E27FC236}">
                            <a16:creationId xmlns:a16="http://schemas.microsoft.com/office/drawing/2014/main" id="{70BABE4A-F929-B96E-3F0A-81DAC3C00AB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639" name="Group 8638">
                      <a:extLst>
                        <a:ext uri="{FF2B5EF4-FFF2-40B4-BE49-F238E27FC236}">
                          <a16:creationId xmlns:a16="http://schemas.microsoft.com/office/drawing/2014/main" id="{8C947054-2492-3BD0-47A0-2DFDBC5811CC}"/>
                        </a:ext>
                      </a:extLst>
                    </p:cNvPr>
                    <p:cNvGrpSpPr/>
                    <p:nvPr/>
                  </p:nvGrpSpPr>
                  <p:grpSpPr>
                    <a:xfrm rot="7200000">
                      <a:off x="5265196" y="3932619"/>
                      <a:ext cx="393192" cy="393192"/>
                      <a:chOff x="5354637" y="3446463"/>
                      <a:chExt cx="214313" cy="214313"/>
                    </a:xfrm>
                  </p:grpSpPr>
                  <p:sp>
                    <p:nvSpPr>
                      <p:cNvPr id="8641" name="Arc 8640">
                        <a:extLst>
                          <a:ext uri="{FF2B5EF4-FFF2-40B4-BE49-F238E27FC236}">
                            <a16:creationId xmlns:a16="http://schemas.microsoft.com/office/drawing/2014/main" id="{A438F4F5-95BB-009B-AE64-62207248CDF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642" name="Arc 8641">
                        <a:extLst>
                          <a:ext uri="{FF2B5EF4-FFF2-40B4-BE49-F238E27FC236}">
                            <a16:creationId xmlns:a16="http://schemas.microsoft.com/office/drawing/2014/main" id="{10051FAB-0950-90DE-F808-2F0355D26BC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640" name="TextBox 8639">
                      <a:extLst>
                        <a:ext uri="{FF2B5EF4-FFF2-40B4-BE49-F238E27FC236}">
                          <a16:creationId xmlns:a16="http://schemas.microsoft.com/office/drawing/2014/main" id="{06AA3181-13B9-212E-B14B-61FAEA52B8D3}"/>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8614" name="Group 8613">
                    <a:extLst>
                      <a:ext uri="{FF2B5EF4-FFF2-40B4-BE49-F238E27FC236}">
                        <a16:creationId xmlns:a16="http://schemas.microsoft.com/office/drawing/2014/main" id="{ABFB94D8-1B55-64C9-B41E-E27C3EB8FDCA}"/>
                      </a:ext>
                    </a:extLst>
                  </p:cNvPr>
                  <p:cNvGrpSpPr/>
                  <p:nvPr/>
                </p:nvGrpSpPr>
                <p:grpSpPr>
                  <a:xfrm>
                    <a:off x="6512463" y="3525040"/>
                    <a:ext cx="393192" cy="393192"/>
                    <a:chOff x="6389147" y="3357021"/>
                    <a:chExt cx="393192" cy="393192"/>
                  </a:xfrm>
                </p:grpSpPr>
                <p:grpSp>
                  <p:nvGrpSpPr>
                    <p:cNvPr id="8626" name="Group 8625">
                      <a:extLst>
                        <a:ext uri="{FF2B5EF4-FFF2-40B4-BE49-F238E27FC236}">
                          <a16:creationId xmlns:a16="http://schemas.microsoft.com/office/drawing/2014/main" id="{402ACD26-64B5-C5A3-0FAA-FF5C5DA851F8}"/>
                        </a:ext>
                      </a:extLst>
                    </p:cNvPr>
                    <p:cNvGrpSpPr/>
                    <p:nvPr/>
                  </p:nvGrpSpPr>
                  <p:grpSpPr>
                    <a:xfrm rot="7200000" flipH="1">
                      <a:off x="6389147" y="3357021"/>
                      <a:ext cx="393192" cy="393192"/>
                      <a:chOff x="5354637" y="3446463"/>
                      <a:chExt cx="214313" cy="214313"/>
                    </a:xfrm>
                  </p:grpSpPr>
                  <p:sp>
                    <p:nvSpPr>
                      <p:cNvPr id="8635" name="Arc 8634">
                        <a:extLst>
                          <a:ext uri="{FF2B5EF4-FFF2-40B4-BE49-F238E27FC236}">
                            <a16:creationId xmlns:a16="http://schemas.microsoft.com/office/drawing/2014/main" id="{DE3264E6-8F64-504F-F3BB-EDFD896D005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636" name="Arc 8635">
                        <a:extLst>
                          <a:ext uri="{FF2B5EF4-FFF2-40B4-BE49-F238E27FC236}">
                            <a16:creationId xmlns:a16="http://schemas.microsoft.com/office/drawing/2014/main" id="{C80DF470-7315-6B01-6663-2380351F418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627" name="Group 8626">
                      <a:extLst>
                        <a:ext uri="{FF2B5EF4-FFF2-40B4-BE49-F238E27FC236}">
                          <a16:creationId xmlns:a16="http://schemas.microsoft.com/office/drawing/2014/main" id="{E954D497-5BB2-D706-0AAB-D4A5A0BE7EA1}"/>
                        </a:ext>
                      </a:extLst>
                    </p:cNvPr>
                    <p:cNvGrpSpPr/>
                    <p:nvPr/>
                  </p:nvGrpSpPr>
                  <p:grpSpPr>
                    <a:xfrm>
                      <a:off x="6434137" y="3402011"/>
                      <a:ext cx="303213" cy="303213"/>
                      <a:chOff x="6434137" y="3402011"/>
                      <a:chExt cx="303213" cy="303213"/>
                    </a:xfrm>
                  </p:grpSpPr>
                  <p:grpSp>
                    <p:nvGrpSpPr>
                      <p:cNvPr id="8628" name="Group 8627">
                        <a:extLst>
                          <a:ext uri="{FF2B5EF4-FFF2-40B4-BE49-F238E27FC236}">
                            <a16:creationId xmlns:a16="http://schemas.microsoft.com/office/drawing/2014/main" id="{2A12BF05-2B88-BFF1-69BC-298B6217606B}"/>
                          </a:ext>
                        </a:extLst>
                      </p:cNvPr>
                      <p:cNvGrpSpPr/>
                      <p:nvPr/>
                    </p:nvGrpSpPr>
                    <p:grpSpPr>
                      <a:xfrm flipH="1">
                        <a:off x="6478587" y="3446461"/>
                        <a:ext cx="214313" cy="214313"/>
                        <a:chOff x="5354637" y="3446463"/>
                        <a:chExt cx="214313" cy="214313"/>
                      </a:xfrm>
                    </p:grpSpPr>
                    <p:sp>
                      <p:nvSpPr>
                        <p:cNvPr id="8633" name="Arc 8632">
                          <a:extLst>
                            <a:ext uri="{FF2B5EF4-FFF2-40B4-BE49-F238E27FC236}">
                              <a16:creationId xmlns:a16="http://schemas.microsoft.com/office/drawing/2014/main" id="{AB577CDF-D58A-0686-B31E-2904DC5DB28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634" name="Arc 8633">
                          <a:extLst>
                            <a:ext uri="{FF2B5EF4-FFF2-40B4-BE49-F238E27FC236}">
                              <a16:creationId xmlns:a16="http://schemas.microsoft.com/office/drawing/2014/main" id="{4F37FAB4-B1A9-18C0-1443-ED7AFB6095B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629" name="Group 8628">
                        <a:extLst>
                          <a:ext uri="{FF2B5EF4-FFF2-40B4-BE49-F238E27FC236}">
                            <a16:creationId xmlns:a16="http://schemas.microsoft.com/office/drawing/2014/main" id="{9C58AEF5-D7E2-8D31-0D59-5565CCA40BDC}"/>
                          </a:ext>
                        </a:extLst>
                      </p:cNvPr>
                      <p:cNvGrpSpPr/>
                      <p:nvPr/>
                    </p:nvGrpSpPr>
                    <p:grpSpPr>
                      <a:xfrm rot="14400000" flipH="1">
                        <a:off x="6434137" y="3402011"/>
                        <a:ext cx="303213" cy="303213"/>
                        <a:chOff x="5354637" y="3446463"/>
                        <a:chExt cx="214313" cy="214313"/>
                      </a:xfrm>
                    </p:grpSpPr>
                    <p:sp>
                      <p:nvSpPr>
                        <p:cNvPr id="8631" name="Arc 8630">
                          <a:extLst>
                            <a:ext uri="{FF2B5EF4-FFF2-40B4-BE49-F238E27FC236}">
                              <a16:creationId xmlns:a16="http://schemas.microsoft.com/office/drawing/2014/main" id="{F0F16E78-D298-7575-F7FD-988DFE190EA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632" name="Arc 8631">
                          <a:extLst>
                            <a:ext uri="{FF2B5EF4-FFF2-40B4-BE49-F238E27FC236}">
                              <a16:creationId xmlns:a16="http://schemas.microsoft.com/office/drawing/2014/main" id="{947117D4-18C6-69F0-EE41-5E0D8C1F4DC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630" name="TextBox 8629">
                        <a:extLst>
                          <a:ext uri="{FF2B5EF4-FFF2-40B4-BE49-F238E27FC236}">
                            <a16:creationId xmlns:a16="http://schemas.microsoft.com/office/drawing/2014/main" id="{BC4AF3CF-CE4C-E91E-4B54-4E1CFCDE8A68}"/>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615" name="Group 8614">
                    <a:extLst>
                      <a:ext uri="{FF2B5EF4-FFF2-40B4-BE49-F238E27FC236}">
                        <a16:creationId xmlns:a16="http://schemas.microsoft.com/office/drawing/2014/main" id="{9FD5E42C-764B-B998-5349-4C872A63DF1A}"/>
                      </a:ext>
                    </a:extLst>
                  </p:cNvPr>
                  <p:cNvGrpSpPr/>
                  <p:nvPr/>
                </p:nvGrpSpPr>
                <p:grpSpPr>
                  <a:xfrm>
                    <a:off x="6197413" y="3225768"/>
                    <a:ext cx="393192" cy="393192"/>
                    <a:chOff x="6389147" y="3932622"/>
                    <a:chExt cx="393192" cy="393192"/>
                  </a:xfrm>
                </p:grpSpPr>
                <p:grpSp>
                  <p:nvGrpSpPr>
                    <p:cNvPr id="8616" name="Group 8615">
                      <a:extLst>
                        <a:ext uri="{FF2B5EF4-FFF2-40B4-BE49-F238E27FC236}">
                          <a16:creationId xmlns:a16="http://schemas.microsoft.com/office/drawing/2014/main" id="{A0EB6AEB-927E-95DE-21B4-7F5BE9F2A5EE}"/>
                        </a:ext>
                      </a:extLst>
                    </p:cNvPr>
                    <p:cNvGrpSpPr/>
                    <p:nvPr/>
                  </p:nvGrpSpPr>
                  <p:grpSpPr>
                    <a:xfrm flipH="1">
                      <a:off x="6478587" y="4022061"/>
                      <a:ext cx="214313" cy="214313"/>
                      <a:chOff x="5354637" y="3446463"/>
                      <a:chExt cx="214313" cy="214313"/>
                    </a:xfrm>
                  </p:grpSpPr>
                  <p:sp>
                    <p:nvSpPr>
                      <p:cNvPr id="8624" name="Arc 8623">
                        <a:extLst>
                          <a:ext uri="{FF2B5EF4-FFF2-40B4-BE49-F238E27FC236}">
                            <a16:creationId xmlns:a16="http://schemas.microsoft.com/office/drawing/2014/main" id="{4CF877B2-477D-60C5-9A9C-E90F8869E90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625" name="Arc 8624">
                        <a:extLst>
                          <a:ext uri="{FF2B5EF4-FFF2-40B4-BE49-F238E27FC236}">
                            <a16:creationId xmlns:a16="http://schemas.microsoft.com/office/drawing/2014/main" id="{94D8C821-A905-38E4-6796-11001FBF049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617" name="Group 8616">
                      <a:extLst>
                        <a:ext uri="{FF2B5EF4-FFF2-40B4-BE49-F238E27FC236}">
                          <a16:creationId xmlns:a16="http://schemas.microsoft.com/office/drawing/2014/main" id="{0F372E61-2FD3-F64E-4763-17EA780580A7}"/>
                        </a:ext>
                      </a:extLst>
                    </p:cNvPr>
                    <p:cNvGrpSpPr/>
                    <p:nvPr/>
                  </p:nvGrpSpPr>
                  <p:grpSpPr>
                    <a:xfrm rot="7200000" flipH="1">
                      <a:off x="6434137" y="3977611"/>
                      <a:ext cx="303213" cy="303213"/>
                      <a:chOff x="5354637" y="3446463"/>
                      <a:chExt cx="214313" cy="214313"/>
                    </a:xfrm>
                  </p:grpSpPr>
                  <p:sp>
                    <p:nvSpPr>
                      <p:cNvPr id="8622" name="Arc 8621">
                        <a:extLst>
                          <a:ext uri="{FF2B5EF4-FFF2-40B4-BE49-F238E27FC236}">
                            <a16:creationId xmlns:a16="http://schemas.microsoft.com/office/drawing/2014/main" id="{DB4CFB56-9B45-C1B8-D689-89E127ABF4B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623" name="Arc 8622">
                        <a:extLst>
                          <a:ext uri="{FF2B5EF4-FFF2-40B4-BE49-F238E27FC236}">
                            <a16:creationId xmlns:a16="http://schemas.microsoft.com/office/drawing/2014/main" id="{EA176786-ACED-9A0F-1A4A-D8AA7C9D5D3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618" name="Group 8617">
                      <a:extLst>
                        <a:ext uri="{FF2B5EF4-FFF2-40B4-BE49-F238E27FC236}">
                          <a16:creationId xmlns:a16="http://schemas.microsoft.com/office/drawing/2014/main" id="{6791EECB-862B-D477-C950-BA381E504D42}"/>
                        </a:ext>
                      </a:extLst>
                    </p:cNvPr>
                    <p:cNvGrpSpPr/>
                    <p:nvPr/>
                  </p:nvGrpSpPr>
                  <p:grpSpPr>
                    <a:xfrm rot="14400000" flipH="1">
                      <a:off x="6389147" y="3932622"/>
                      <a:ext cx="393192" cy="393192"/>
                      <a:chOff x="5354637" y="3446463"/>
                      <a:chExt cx="214313" cy="214313"/>
                    </a:xfrm>
                  </p:grpSpPr>
                  <p:sp>
                    <p:nvSpPr>
                      <p:cNvPr id="8620" name="Arc 8619">
                        <a:extLst>
                          <a:ext uri="{FF2B5EF4-FFF2-40B4-BE49-F238E27FC236}">
                            <a16:creationId xmlns:a16="http://schemas.microsoft.com/office/drawing/2014/main" id="{6E9D740B-2A10-7ED6-AF23-ED0E97746BA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621" name="Arc 8620">
                        <a:extLst>
                          <a:ext uri="{FF2B5EF4-FFF2-40B4-BE49-F238E27FC236}">
                            <a16:creationId xmlns:a16="http://schemas.microsoft.com/office/drawing/2014/main" id="{FAD65A4C-0FC3-37A5-6596-DD6A824A9E8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619" name="TextBox 8618">
                      <a:extLst>
                        <a:ext uri="{FF2B5EF4-FFF2-40B4-BE49-F238E27FC236}">
                          <a16:creationId xmlns:a16="http://schemas.microsoft.com/office/drawing/2014/main" id="{F1EF809B-E94B-6C2E-B79A-4BFFCFFDE96B}"/>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6125" name="Group 6124">
              <a:extLst>
                <a:ext uri="{FF2B5EF4-FFF2-40B4-BE49-F238E27FC236}">
                  <a16:creationId xmlns:a16="http://schemas.microsoft.com/office/drawing/2014/main" id="{8A871FF1-F993-6E75-084D-2E798C00BCA0}"/>
                </a:ext>
              </a:extLst>
            </p:cNvPr>
            <p:cNvGrpSpPr/>
            <p:nvPr/>
          </p:nvGrpSpPr>
          <p:grpSpPr>
            <a:xfrm>
              <a:off x="5981315" y="745999"/>
              <a:ext cx="2263438" cy="2198360"/>
              <a:chOff x="5445106" y="2039507"/>
              <a:chExt cx="2263438" cy="2198360"/>
            </a:xfrm>
          </p:grpSpPr>
          <p:grpSp>
            <p:nvGrpSpPr>
              <p:cNvPr id="8418" name="Group 8417">
                <a:extLst>
                  <a:ext uri="{FF2B5EF4-FFF2-40B4-BE49-F238E27FC236}">
                    <a16:creationId xmlns:a16="http://schemas.microsoft.com/office/drawing/2014/main" id="{22FC8424-CDC6-4E49-456D-63799126E86C}"/>
                  </a:ext>
                </a:extLst>
              </p:cNvPr>
              <p:cNvGrpSpPr/>
              <p:nvPr/>
            </p:nvGrpSpPr>
            <p:grpSpPr>
              <a:xfrm>
                <a:off x="5445106" y="2644743"/>
                <a:ext cx="1643204" cy="1593124"/>
                <a:chOff x="5445106" y="2644743"/>
                <a:chExt cx="1643204" cy="1593124"/>
              </a:xfrm>
            </p:grpSpPr>
            <p:grpSp>
              <p:nvGrpSpPr>
                <p:cNvPr id="8514" name="Group 8513">
                  <a:extLst>
                    <a:ext uri="{FF2B5EF4-FFF2-40B4-BE49-F238E27FC236}">
                      <a16:creationId xmlns:a16="http://schemas.microsoft.com/office/drawing/2014/main" id="{7EE398D6-A7E6-C7CC-52F6-2364FD9FC1AF}"/>
                    </a:ext>
                  </a:extLst>
                </p:cNvPr>
                <p:cNvGrpSpPr/>
                <p:nvPr/>
              </p:nvGrpSpPr>
              <p:grpSpPr>
                <a:xfrm>
                  <a:off x="5445106" y="2644743"/>
                  <a:ext cx="1019224" cy="991639"/>
                  <a:chOff x="5886431" y="3225768"/>
                  <a:chExt cx="1019224" cy="991639"/>
                </a:xfrm>
              </p:grpSpPr>
              <p:grpSp>
                <p:nvGrpSpPr>
                  <p:cNvPr id="8562" name="Group 8561">
                    <a:extLst>
                      <a:ext uri="{FF2B5EF4-FFF2-40B4-BE49-F238E27FC236}">
                        <a16:creationId xmlns:a16="http://schemas.microsoft.com/office/drawing/2014/main" id="{C7BF3493-2222-22B9-B6B1-D7988D4CFE70}"/>
                      </a:ext>
                    </a:extLst>
                  </p:cNvPr>
                  <p:cNvGrpSpPr/>
                  <p:nvPr/>
                </p:nvGrpSpPr>
                <p:grpSpPr>
                  <a:xfrm>
                    <a:off x="6197413" y="3824215"/>
                    <a:ext cx="393192" cy="393192"/>
                    <a:chOff x="5265196" y="3357021"/>
                    <a:chExt cx="393192" cy="393192"/>
                  </a:xfrm>
                </p:grpSpPr>
                <p:grpSp>
                  <p:nvGrpSpPr>
                    <p:cNvPr id="8597" name="Group 8596">
                      <a:extLst>
                        <a:ext uri="{FF2B5EF4-FFF2-40B4-BE49-F238E27FC236}">
                          <a16:creationId xmlns:a16="http://schemas.microsoft.com/office/drawing/2014/main" id="{53DF6602-DBEF-4604-0D0C-A25D3D7532CB}"/>
                        </a:ext>
                      </a:extLst>
                    </p:cNvPr>
                    <p:cNvGrpSpPr/>
                    <p:nvPr/>
                  </p:nvGrpSpPr>
                  <p:grpSpPr>
                    <a:xfrm rot="14400000">
                      <a:off x="5265196" y="3357021"/>
                      <a:ext cx="393192" cy="393192"/>
                      <a:chOff x="5354637" y="3446463"/>
                      <a:chExt cx="214313" cy="214313"/>
                    </a:xfrm>
                  </p:grpSpPr>
                  <p:sp>
                    <p:nvSpPr>
                      <p:cNvPr id="8606" name="Arc 8605">
                        <a:extLst>
                          <a:ext uri="{FF2B5EF4-FFF2-40B4-BE49-F238E27FC236}">
                            <a16:creationId xmlns:a16="http://schemas.microsoft.com/office/drawing/2014/main" id="{810B5A46-E9BD-3039-7C8D-7D31FA9267E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607" name="Arc 8606">
                        <a:extLst>
                          <a:ext uri="{FF2B5EF4-FFF2-40B4-BE49-F238E27FC236}">
                            <a16:creationId xmlns:a16="http://schemas.microsoft.com/office/drawing/2014/main" id="{2F80181F-263E-615F-3580-3A5DF4878FF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598" name="Group 8597">
                      <a:extLst>
                        <a:ext uri="{FF2B5EF4-FFF2-40B4-BE49-F238E27FC236}">
                          <a16:creationId xmlns:a16="http://schemas.microsoft.com/office/drawing/2014/main" id="{52BEBC80-735A-6A95-AFA1-8D0F8EEB020F}"/>
                        </a:ext>
                      </a:extLst>
                    </p:cNvPr>
                    <p:cNvGrpSpPr/>
                    <p:nvPr/>
                  </p:nvGrpSpPr>
                  <p:grpSpPr>
                    <a:xfrm>
                      <a:off x="5310186" y="3402011"/>
                      <a:ext cx="303213" cy="303213"/>
                      <a:chOff x="5310186" y="3402011"/>
                      <a:chExt cx="303213" cy="303213"/>
                    </a:xfrm>
                  </p:grpSpPr>
                  <p:grpSp>
                    <p:nvGrpSpPr>
                      <p:cNvPr id="8599" name="Group 8598">
                        <a:extLst>
                          <a:ext uri="{FF2B5EF4-FFF2-40B4-BE49-F238E27FC236}">
                            <a16:creationId xmlns:a16="http://schemas.microsoft.com/office/drawing/2014/main" id="{8ACA21BB-FCD4-5757-371B-B49E83521C3E}"/>
                          </a:ext>
                        </a:extLst>
                      </p:cNvPr>
                      <p:cNvGrpSpPr/>
                      <p:nvPr/>
                    </p:nvGrpSpPr>
                    <p:grpSpPr>
                      <a:xfrm>
                        <a:off x="5354636" y="3446461"/>
                        <a:ext cx="214313" cy="214313"/>
                        <a:chOff x="5354637" y="3446463"/>
                        <a:chExt cx="214313" cy="214313"/>
                      </a:xfrm>
                    </p:grpSpPr>
                    <p:sp>
                      <p:nvSpPr>
                        <p:cNvPr id="8604" name="Arc 8603">
                          <a:extLst>
                            <a:ext uri="{FF2B5EF4-FFF2-40B4-BE49-F238E27FC236}">
                              <a16:creationId xmlns:a16="http://schemas.microsoft.com/office/drawing/2014/main" id="{0FED9FE9-CE27-96A4-0BCF-E3936866112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605" name="Arc 8604">
                          <a:extLst>
                            <a:ext uri="{FF2B5EF4-FFF2-40B4-BE49-F238E27FC236}">
                              <a16:creationId xmlns:a16="http://schemas.microsoft.com/office/drawing/2014/main" id="{4C4745D0-F668-84F3-A1D9-8EA2980D85E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600" name="Group 8599">
                        <a:extLst>
                          <a:ext uri="{FF2B5EF4-FFF2-40B4-BE49-F238E27FC236}">
                            <a16:creationId xmlns:a16="http://schemas.microsoft.com/office/drawing/2014/main" id="{26C1465E-7D4E-A93E-F727-DB46D017C302}"/>
                          </a:ext>
                        </a:extLst>
                      </p:cNvPr>
                      <p:cNvGrpSpPr/>
                      <p:nvPr/>
                    </p:nvGrpSpPr>
                    <p:grpSpPr>
                      <a:xfrm rot="7200000">
                        <a:off x="5310186" y="3402011"/>
                        <a:ext cx="303213" cy="303213"/>
                        <a:chOff x="5354637" y="3446463"/>
                        <a:chExt cx="214313" cy="214313"/>
                      </a:xfrm>
                    </p:grpSpPr>
                    <p:sp>
                      <p:nvSpPr>
                        <p:cNvPr id="8602" name="Arc 8601">
                          <a:extLst>
                            <a:ext uri="{FF2B5EF4-FFF2-40B4-BE49-F238E27FC236}">
                              <a16:creationId xmlns:a16="http://schemas.microsoft.com/office/drawing/2014/main" id="{924F2B82-7A4C-4307-32B9-47C269A285C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603" name="Arc 8602">
                          <a:extLst>
                            <a:ext uri="{FF2B5EF4-FFF2-40B4-BE49-F238E27FC236}">
                              <a16:creationId xmlns:a16="http://schemas.microsoft.com/office/drawing/2014/main" id="{46FBAAB0-4B40-D35D-64A9-3BF93E0140A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601" name="TextBox 8600">
                        <a:extLst>
                          <a:ext uri="{FF2B5EF4-FFF2-40B4-BE49-F238E27FC236}">
                            <a16:creationId xmlns:a16="http://schemas.microsoft.com/office/drawing/2014/main" id="{7ABE909B-035D-32A3-8AFD-04E3C33599D2}"/>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563" name="Group 8562">
                    <a:extLst>
                      <a:ext uri="{FF2B5EF4-FFF2-40B4-BE49-F238E27FC236}">
                        <a16:creationId xmlns:a16="http://schemas.microsoft.com/office/drawing/2014/main" id="{110692CF-3A55-2CB6-3D16-717262591C32}"/>
                      </a:ext>
                    </a:extLst>
                  </p:cNvPr>
                  <p:cNvGrpSpPr/>
                  <p:nvPr/>
                </p:nvGrpSpPr>
                <p:grpSpPr>
                  <a:xfrm>
                    <a:off x="5886431" y="3525040"/>
                    <a:ext cx="393192" cy="393192"/>
                    <a:chOff x="5265196" y="3932619"/>
                    <a:chExt cx="393192" cy="393192"/>
                  </a:xfrm>
                </p:grpSpPr>
                <p:grpSp>
                  <p:nvGrpSpPr>
                    <p:cNvPr id="8587" name="Group 8586">
                      <a:extLst>
                        <a:ext uri="{FF2B5EF4-FFF2-40B4-BE49-F238E27FC236}">
                          <a16:creationId xmlns:a16="http://schemas.microsoft.com/office/drawing/2014/main" id="{3767E389-4799-CAA6-78EF-DF2E4CC3E4C6}"/>
                        </a:ext>
                      </a:extLst>
                    </p:cNvPr>
                    <p:cNvGrpSpPr/>
                    <p:nvPr/>
                  </p:nvGrpSpPr>
                  <p:grpSpPr>
                    <a:xfrm>
                      <a:off x="5354636" y="4022061"/>
                      <a:ext cx="214313" cy="214313"/>
                      <a:chOff x="5354637" y="3446463"/>
                      <a:chExt cx="214313" cy="214313"/>
                    </a:xfrm>
                  </p:grpSpPr>
                  <p:sp>
                    <p:nvSpPr>
                      <p:cNvPr id="8595" name="Arc 8594">
                        <a:extLst>
                          <a:ext uri="{FF2B5EF4-FFF2-40B4-BE49-F238E27FC236}">
                            <a16:creationId xmlns:a16="http://schemas.microsoft.com/office/drawing/2014/main" id="{04DAF15E-B11D-2D63-E742-5FAF13805D2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596" name="Arc 8595">
                        <a:extLst>
                          <a:ext uri="{FF2B5EF4-FFF2-40B4-BE49-F238E27FC236}">
                            <a16:creationId xmlns:a16="http://schemas.microsoft.com/office/drawing/2014/main" id="{D5056964-F9E3-445E-B336-7380BCAE808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588" name="Group 8587">
                      <a:extLst>
                        <a:ext uri="{FF2B5EF4-FFF2-40B4-BE49-F238E27FC236}">
                          <a16:creationId xmlns:a16="http://schemas.microsoft.com/office/drawing/2014/main" id="{7831921E-F2D4-0911-F371-07FB5E122052}"/>
                        </a:ext>
                      </a:extLst>
                    </p:cNvPr>
                    <p:cNvGrpSpPr/>
                    <p:nvPr/>
                  </p:nvGrpSpPr>
                  <p:grpSpPr>
                    <a:xfrm rot="14400000">
                      <a:off x="5310186" y="3977611"/>
                      <a:ext cx="303213" cy="303213"/>
                      <a:chOff x="5354637" y="3446463"/>
                      <a:chExt cx="214313" cy="214313"/>
                    </a:xfrm>
                  </p:grpSpPr>
                  <p:sp>
                    <p:nvSpPr>
                      <p:cNvPr id="8593" name="Arc 8592">
                        <a:extLst>
                          <a:ext uri="{FF2B5EF4-FFF2-40B4-BE49-F238E27FC236}">
                            <a16:creationId xmlns:a16="http://schemas.microsoft.com/office/drawing/2014/main" id="{EEB42BAF-CE15-76B9-DD4D-4362F0B8464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594" name="Arc 8593">
                        <a:extLst>
                          <a:ext uri="{FF2B5EF4-FFF2-40B4-BE49-F238E27FC236}">
                            <a16:creationId xmlns:a16="http://schemas.microsoft.com/office/drawing/2014/main" id="{39566B40-FD7C-C238-F5CD-E49F419D862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589" name="Group 8588">
                      <a:extLst>
                        <a:ext uri="{FF2B5EF4-FFF2-40B4-BE49-F238E27FC236}">
                          <a16:creationId xmlns:a16="http://schemas.microsoft.com/office/drawing/2014/main" id="{DECEA40E-F85C-E3DA-C765-E7E046607421}"/>
                        </a:ext>
                      </a:extLst>
                    </p:cNvPr>
                    <p:cNvGrpSpPr/>
                    <p:nvPr/>
                  </p:nvGrpSpPr>
                  <p:grpSpPr>
                    <a:xfrm rot="7200000">
                      <a:off x="5265196" y="3932619"/>
                      <a:ext cx="393192" cy="393192"/>
                      <a:chOff x="5354637" y="3446463"/>
                      <a:chExt cx="214313" cy="214313"/>
                    </a:xfrm>
                  </p:grpSpPr>
                  <p:sp>
                    <p:nvSpPr>
                      <p:cNvPr id="8591" name="Arc 8590">
                        <a:extLst>
                          <a:ext uri="{FF2B5EF4-FFF2-40B4-BE49-F238E27FC236}">
                            <a16:creationId xmlns:a16="http://schemas.microsoft.com/office/drawing/2014/main" id="{7C98BE43-52CD-0371-D111-D3A40A39896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592" name="Arc 8591">
                        <a:extLst>
                          <a:ext uri="{FF2B5EF4-FFF2-40B4-BE49-F238E27FC236}">
                            <a16:creationId xmlns:a16="http://schemas.microsoft.com/office/drawing/2014/main" id="{4202EC4E-00DC-1D33-EE9B-C68E1FC323A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590" name="TextBox 8589">
                      <a:extLst>
                        <a:ext uri="{FF2B5EF4-FFF2-40B4-BE49-F238E27FC236}">
                          <a16:creationId xmlns:a16="http://schemas.microsoft.com/office/drawing/2014/main" id="{C8E1009B-4ABF-8011-540B-E173F27B79E2}"/>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8564" name="Group 8563">
                    <a:extLst>
                      <a:ext uri="{FF2B5EF4-FFF2-40B4-BE49-F238E27FC236}">
                        <a16:creationId xmlns:a16="http://schemas.microsoft.com/office/drawing/2014/main" id="{1D95C605-8450-E2C9-6229-EBB38BFB8BE5}"/>
                      </a:ext>
                    </a:extLst>
                  </p:cNvPr>
                  <p:cNvGrpSpPr/>
                  <p:nvPr/>
                </p:nvGrpSpPr>
                <p:grpSpPr>
                  <a:xfrm>
                    <a:off x="6512463" y="3525040"/>
                    <a:ext cx="393192" cy="393192"/>
                    <a:chOff x="6389147" y="3357021"/>
                    <a:chExt cx="393192" cy="393192"/>
                  </a:xfrm>
                </p:grpSpPr>
                <p:grpSp>
                  <p:nvGrpSpPr>
                    <p:cNvPr id="8576" name="Group 8575">
                      <a:extLst>
                        <a:ext uri="{FF2B5EF4-FFF2-40B4-BE49-F238E27FC236}">
                          <a16:creationId xmlns:a16="http://schemas.microsoft.com/office/drawing/2014/main" id="{315E55E5-3C70-AF57-E5DA-43759BB79791}"/>
                        </a:ext>
                      </a:extLst>
                    </p:cNvPr>
                    <p:cNvGrpSpPr/>
                    <p:nvPr/>
                  </p:nvGrpSpPr>
                  <p:grpSpPr>
                    <a:xfrm rot="7200000" flipH="1">
                      <a:off x="6389147" y="3357021"/>
                      <a:ext cx="393192" cy="393192"/>
                      <a:chOff x="5354637" y="3446463"/>
                      <a:chExt cx="214313" cy="214313"/>
                    </a:xfrm>
                  </p:grpSpPr>
                  <p:sp>
                    <p:nvSpPr>
                      <p:cNvPr id="8585" name="Arc 8584">
                        <a:extLst>
                          <a:ext uri="{FF2B5EF4-FFF2-40B4-BE49-F238E27FC236}">
                            <a16:creationId xmlns:a16="http://schemas.microsoft.com/office/drawing/2014/main" id="{068FE86C-ADCF-C3FB-2A8F-73B40267762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586" name="Arc 8585">
                        <a:extLst>
                          <a:ext uri="{FF2B5EF4-FFF2-40B4-BE49-F238E27FC236}">
                            <a16:creationId xmlns:a16="http://schemas.microsoft.com/office/drawing/2014/main" id="{6EAE898C-B68A-720D-AC9E-9A886A8DA46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577" name="Group 8576">
                      <a:extLst>
                        <a:ext uri="{FF2B5EF4-FFF2-40B4-BE49-F238E27FC236}">
                          <a16:creationId xmlns:a16="http://schemas.microsoft.com/office/drawing/2014/main" id="{8EDFBB9F-3594-C9F5-C8AB-C9F0302C5D9F}"/>
                        </a:ext>
                      </a:extLst>
                    </p:cNvPr>
                    <p:cNvGrpSpPr/>
                    <p:nvPr/>
                  </p:nvGrpSpPr>
                  <p:grpSpPr>
                    <a:xfrm>
                      <a:off x="6434137" y="3402011"/>
                      <a:ext cx="303213" cy="303213"/>
                      <a:chOff x="6434137" y="3402011"/>
                      <a:chExt cx="303213" cy="303213"/>
                    </a:xfrm>
                  </p:grpSpPr>
                  <p:grpSp>
                    <p:nvGrpSpPr>
                      <p:cNvPr id="8578" name="Group 8577">
                        <a:extLst>
                          <a:ext uri="{FF2B5EF4-FFF2-40B4-BE49-F238E27FC236}">
                            <a16:creationId xmlns:a16="http://schemas.microsoft.com/office/drawing/2014/main" id="{EF34E7D8-BD0D-2BD0-5964-09DC09228C20}"/>
                          </a:ext>
                        </a:extLst>
                      </p:cNvPr>
                      <p:cNvGrpSpPr/>
                      <p:nvPr/>
                    </p:nvGrpSpPr>
                    <p:grpSpPr>
                      <a:xfrm flipH="1">
                        <a:off x="6478587" y="3446461"/>
                        <a:ext cx="214313" cy="214313"/>
                        <a:chOff x="5354637" y="3446463"/>
                        <a:chExt cx="214313" cy="214313"/>
                      </a:xfrm>
                    </p:grpSpPr>
                    <p:sp>
                      <p:nvSpPr>
                        <p:cNvPr id="8583" name="Arc 8582">
                          <a:extLst>
                            <a:ext uri="{FF2B5EF4-FFF2-40B4-BE49-F238E27FC236}">
                              <a16:creationId xmlns:a16="http://schemas.microsoft.com/office/drawing/2014/main" id="{E1E2686B-0FFE-D071-96C9-B447F885C5E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584" name="Arc 8583">
                          <a:extLst>
                            <a:ext uri="{FF2B5EF4-FFF2-40B4-BE49-F238E27FC236}">
                              <a16:creationId xmlns:a16="http://schemas.microsoft.com/office/drawing/2014/main" id="{DDEA4869-32F2-61FC-924D-12444A2FC94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579" name="Group 8578">
                        <a:extLst>
                          <a:ext uri="{FF2B5EF4-FFF2-40B4-BE49-F238E27FC236}">
                            <a16:creationId xmlns:a16="http://schemas.microsoft.com/office/drawing/2014/main" id="{92809FF7-052C-689D-AD61-E7F3C9DF552B}"/>
                          </a:ext>
                        </a:extLst>
                      </p:cNvPr>
                      <p:cNvGrpSpPr/>
                      <p:nvPr/>
                    </p:nvGrpSpPr>
                    <p:grpSpPr>
                      <a:xfrm rot="14400000" flipH="1">
                        <a:off x="6434137" y="3402011"/>
                        <a:ext cx="303213" cy="303213"/>
                        <a:chOff x="5354637" y="3446463"/>
                        <a:chExt cx="214313" cy="214313"/>
                      </a:xfrm>
                    </p:grpSpPr>
                    <p:sp>
                      <p:nvSpPr>
                        <p:cNvPr id="8581" name="Arc 8580">
                          <a:extLst>
                            <a:ext uri="{FF2B5EF4-FFF2-40B4-BE49-F238E27FC236}">
                              <a16:creationId xmlns:a16="http://schemas.microsoft.com/office/drawing/2014/main" id="{6FFF68D4-0E03-1E19-5E6D-79FD4F834CE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582" name="Arc 8581">
                          <a:extLst>
                            <a:ext uri="{FF2B5EF4-FFF2-40B4-BE49-F238E27FC236}">
                              <a16:creationId xmlns:a16="http://schemas.microsoft.com/office/drawing/2014/main" id="{86CC610F-EA5B-73D1-4C79-DD6DDC356D9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580" name="TextBox 8579">
                        <a:extLst>
                          <a:ext uri="{FF2B5EF4-FFF2-40B4-BE49-F238E27FC236}">
                            <a16:creationId xmlns:a16="http://schemas.microsoft.com/office/drawing/2014/main" id="{3B3DC5AC-4FBB-FBBE-2A68-E00545EB5AD7}"/>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565" name="Group 8564">
                    <a:extLst>
                      <a:ext uri="{FF2B5EF4-FFF2-40B4-BE49-F238E27FC236}">
                        <a16:creationId xmlns:a16="http://schemas.microsoft.com/office/drawing/2014/main" id="{E3D59465-2FDA-7C56-721B-E76E9B9ED87B}"/>
                      </a:ext>
                    </a:extLst>
                  </p:cNvPr>
                  <p:cNvGrpSpPr/>
                  <p:nvPr/>
                </p:nvGrpSpPr>
                <p:grpSpPr>
                  <a:xfrm>
                    <a:off x="6197413" y="3225768"/>
                    <a:ext cx="393192" cy="393192"/>
                    <a:chOff x="6389147" y="3932622"/>
                    <a:chExt cx="393192" cy="393192"/>
                  </a:xfrm>
                </p:grpSpPr>
                <p:grpSp>
                  <p:nvGrpSpPr>
                    <p:cNvPr id="8566" name="Group 8565">
                      <a:extLst>
                        <a:ext uri="{FF2B5EF4-FFF2-40B4-BE49-F238E27FC236}">
                          <a16:creationId xmlns:a16="http://schemas.microsoft.com/office/drawing/2014/main" id="{869549DD-2697-F020-6A0F-EE66919006C5}"/>
                        </a:ext>
                      </a:extLst>
                    </p:cNvPr>
                    <p:cNvGrpSpPr/>
                    <p:nvPr/>
                  </p:nvGrpSpPr>
                  <p:grpSpPr>
                    <a:xfrm flipH="1">
                      <a:off x="6478587" y="4022061"/>
                      <a:ext cx="214313" cy="214313"/>
                      <a:chOff x="5354637" y="3446463"/>
                      <a:chExt cx="214313" cy="214313"/>
                    </a:xfrm>
                  </p:grpSpPr>
                  <p:sp>
                    <p:nvSpPr>
                      <p:cNvPr id="8574" name="Arc 8573">
                        <a:extLst>
                          <a:ext uri="{FF2B5EF4-FFF2-40B4-BE49-F238E27FC236}">
                            <a16:creationId xmlns:a16="http://schemas.microsoft.com/office/drawing/2014/main" id="{4A9745D9-A929-0D54-863D-F4473A06FF1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575" name="Arc 8574">
                        <a:extLst>
                          <a:ext uri="{FF2B5EF4-FFF2-40B4-BE49-F238E27FC236}">
                            <a16:creationId xmlns:a16="http://schemas.microsoft.com/office/drawing/2014/main" id="{B0CB31BB-2640-1E5A-7EA1-B9869A04654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567" name="Group 8566">
                      <a:extLst>
                        <a:ext uri="{FF2B5EF4-FFF2-40B4-BE49-F238E27FC236}">
                          <a16:creationId xmlns:a16="http://schemas.microsoft.com/office/drawing/2014/main" id="{168E5EBA-48A4-BD17-1486-4AAA46BFFB81}"/>
                        </a:ext>
                      </a:extLst>
                    </p:cNvPr>
                    <p:cNvGrpSpPr/>
                    <p:nvPr/>
                  </p:nvGrpSpPr>
                  <p:grpSpPr>
                    <a:xfrm rot="7200000" flipH="1">
                      <a:off x="6434137" y="3977611"/>
                      <a:ext cx="303213" cy="303213"/>
                      <a:chOff x="5354637" y="3446463"/>
                      <a:chExt cx="214313" cy="214313"/>
                    </a:xfrm>
                  </p:grpSpPr>
                  <p:sp>
                    <p:nvSpPr>
                      <p:cNvPr id="8572" name="Arc 8571">
                        <a:extLst>
                          <a:ext uri="{FF2B5EF4-FFF2-40B4-BE49-F238E27FC236}">
                            <a16:creationId xmlns:a16="http://schemas.microsoft.com/office/drawing/2014/main" id="{289F655D-9400-BF59-C03E-3958EDAFFB1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573" name="Arc 8572">
                        <a:extLst>
                          <a:ext uri="{FF2B5EF4-FFF2-40B4-BE49-F238E27FC236}">
                            <a16:creationId xmlns:a16="http://schemas.microsoft.com/office/drawing/2014/main" id="{99DFB8C3-69B1-D008-A524-5D9E1B3E518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568" name="Group 8567">
                      <a:extLst>
                        <a:ext uri="{FF2B5EF4-FFF2-40B4-BE49-F238E27FC236}">
                          <a16:creationId xmlns:a16="http://schemas.microsoft.com/office/drawing/2014/main" id="{F09033E6-9BAC-CD3A-5C3D-911D96E90C2D}"/>
                        </a:ext>
                      </a:extLst>
                    </p:cNvPr>
                    <p:cNvGrpSpPr/>
                    <p:nvPr/>
                  </p:nvGrpSpPr>
                  <p:grpSpPr>
                    <a:xfrm rot="14400000" flipH="1">
                      <a:off x="6389147" y="3932622"/>
                      <a:ext cx="393192" cy="393192"/>
                      <a:chOff x="5354637" y="3446463"/>
                      <a:chExt cx="214313" cy="214313"/>
                    </a:xfrm>
                  </p:grpSpPr>
                  <p:sp>
                    <p:nvSpPr>
                      <p:cNvPr id="8570" name="Arc 8569">
                        <a:extLst>
                          <a:ext uri="{FF2B5EF4-FFF2-40B4-BE49-F238E27FC236}">
                            <a16:creationId xmlns:a16="http://schemas.microsoft.com/office/drawing/2014/main" id="{A45AB817-C5B9-D1A3-DFB5-E7952016234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571" name="Arc 8570">
                        <a:extLst>
                          <a:ext uri="{FF2B5EF4-FFF2-40B4-BE49-F238E27FC236}">
                            <a16:creationId xmlns:a16="http://schemas.microsoft.com/office/drawing/2014/main" id="{E7B03487-AC4D-1562-71BD-0A8206FE772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569" name="TextBox 8568">
                      <a:extLst>
                        <a:ext uri="{FF2B5EF4-FFF2-40B4-BE49-F238E27FC236}">
                          <a16:creationId xmlns:a16="http://schemas.microsoft.com/office/drawing/2014/main" id="{E0A98758-D3AF-0BBC-3681-3F57B6132784}"/>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515" name="Group 8514">
                  <a:extLst>
                    <a:ext uri="{FF2B5EF4-FFF2-40B4-BE49-F238E27FC236}">
                      <a16:creationId xmlns:a16="http://schemas.microsoft.com/office/drawing/2014/main" id="{06C44D43-026C-ECC2-D045-690FB78EC109}"/>
                    </a:ext>
                  </a:extLst>
                </p:cNvPr>
                <p:cNvGrpSpPr/>
                <p:nvPr/>
              </p:nvGrpSpPr>
              <p:grpSpPr>
                <a:xfrm>
                  <a:off x="6069086" y="3246228"/>
                  <a:ext cx="1019224" cy="991639"/>
                  <a:chOff x="5886431" y="3225768"/>
                  <a:chExt cx="1019224" cy="991639"/>
                </a:xfrm>
              </p:grpSpPr>
              <p:grpSp>
                <p:nvGrpSpPr>
                  <p:cNvPr id="8516" name="Group 8515">
                    <a:extLst>
                      <a:ext uri="{FF2B5EF4-FFF2-40B4-BE49-F238E27FC236}">
                        <a16:creationId xmlns:a16="http://schemas.microsoft.com/office/drawing/2014/main" id="{7965E4FA-06A9-D030-6E34-7A0A9ADEF74A}"/>
                      </a:ext>
                    </a:extLst>
                  </p:cNvPr>
                  <p:cNvGrpSpPr/>
                  <p:nvPr/>
                </p:nvGrpSpPr>
                <p:grpSpPr>
                  <a:xfrm>
                    <a:off x="6197413" y="3824215"/>
                    <a:ext cx="393192" cy="393192"/>
                    <a:chOff x="5265196" y="3357021"/>
                    <a:chExt cx="393192" cy="393192"/>
                  </a:xfrm>
                </p:grpSpPr>
                <p:grpSp>
                  <p:nvGrpSpPr>
                    <p:cNvPr id="8551" name="Group 8550">
                      <a:extLst>
                        <a:ext uri="{FF2B5EF4-FFF2-40B4-BE49-F238E27FC236}">
                          <a16:creationId xmlns:a16="http://schemas.microsoft.com/office/drawing/2014/main" id="{B86B4425-8442-34C4-C798-868E2FDCDCD3}"/>
                        </a:ext>
                      </a:extLst>
                    </p:cNvPr>
                    <p:cNvGrpSpPr/>
                    <p:nvPr/>
                  </p:nvGrpSpPr>
                  <p:grpSpPr>
                    <a:xfrm rot="14400000">
                      <a:off x="5265196" y="3357021"/>
                      <a:ext cx="393192" cy="393192"/>
                      <a:chOff x="5354637" y="3446463"/>
                      <a:chExt cx="214313" cy="214313"/>
                    </a:xfrm>
                  </p:grpSpPr>
                  <p:sp>
                    <p:nvSpPr>
                      <p:cNvPr id="8560" name="Arc 8559">
                        <a:extLst>
                          <a:ext uri="{FF2B5EF4-FFF2-40B4-BE49-F238E27FC236}">
                            <a16:creationId xmlns:a16="http://schemas.microsoft.com/office/drawing/2014/main" id="{14BEBD9F-CAF6-25E9-8293-7AD46252BFA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561" name="Arc 8560">
                        <a:extLst>
                          <a:ext uri="{FF2B5EF4-FFF2-40B4-BE49-F238E27FC236}">
                            <a16:creationId xmlns:a16="http://schemas.microsoft.com/office/drawing/2014/main" id="{FF1B0CF6-7963-B565-F425-0D53C14841F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552" name="Group 8551">
                      <a:extLst>
                        <a:ext uri="{FF2B5EF4-FFF2-40B4-BE49-F238E27FC236}">
                          <a16:creationId xmlns:a16="http://schemas.microsoft.com/office/drawing/2014/main" id="{84C59BFB-A598-B431-5815-5AE0B1A2B70D}"/>
                        </a:ext>
                      </a:extLst>
                    </p:cNvPr>
                    <p:cNvGrpSpPr/>
                    <p:nvPr/>
                  </p:nvGrpSpPr>
                  <p:grpSpPr>
                    <a:xfrm>
                      <a:off x="5310186" y="3402011"/>
                      <a:ext cx="303213" cy="303213"/>
                      <a:chOff x="5310186" y="3402011"/>
                      <a:chExt cx="303213" cy="303213"/>
                    </a:xfrm>
                  </p:grpSpPr>
                  <p:grpSp>
                    <p:nvGrpSpPr>
                      <p:cNvPr id="8553" name="Group 8552">
                        <a:extLst>
                          <a:ext uri="{FF2B5EF4-FFF2-40B4-BE49-F238E27FC236}">
                            <a16:creationId xmlns:a16="http://schemas.microsoft.com/office/drawing/2014/main" id="{C5E88CE1-600D-3A92-535E-5085BE6C2BE9}"/>
                          </a:ext>
                        </a:extLst>
                      </p:cNvPr>
                      <p:cNvGrpSpPr/>
                      <p:nvPr/>
                    </p:nvGrpSpPr>
                    <p:grpSpPr>
                      <a:xfrm>
                        <a:off x="5354636" y="3446461"/>
                        <a:ext cx="214313" cy="214313"/>
                        <a:chOff x="5354637" y="3446463"/>
                        <a:chExt cx="214313" cy="214313"/>
                      </a:xfrm>
                    </p:grpSpPr>
                    <p:sp>
                      <p:nvSpPr>
                        <p:cNvPr id="8558" name="Arc 8557">
                          <a:extLst>
                            <a:ext uri="{FF2B5EF4-FFF2-40B4-BE49-F238E27FC236}">
                              <a16:creationId xmlns:a16="http://schemas.microsoft.com/office/drawing/2014/main" id="{17A1281B-0F89-EDCE-3F7D-39CE440BC8B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559" name="Arc 8558">
                          <a:extLst>
                            <a:ext uri="{FF2B5EF4-FFF2-40B4-BE49-F238E27FC236}">
                              <a16:creationId xmlns:a16="http://schemas.microsoft.com/office/drawing/2014/main" id="{F45A2272-27FE-39C9-2EED-E35A0DC9D41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554" name="Group 8553">
                        <a:extLst>
                          <a:ext uri="{FF2B5EF4-FFF2-40B4-BE49-F238E27FC236}">
                            <a16:creationId xmlns:a16="http://schemas.microsoft.com/office/drawing/2014/main" id="{5B0FA3D9-1763-1327-BCFA-AD2AE0672430}"/>
                          </a:ext>
                        </a:extLst>
                      </p:cNvPr>
                      <p:cNvGrpSpPr/>
                      <p:nvPr/>
                    </p:nvGrpSpPr>
                    <p:grpSpPr>
                      <a:xfrm rot="7200000">
                        <a:off x="5310186" y="3402011"/>
                        <a:ext cx="303213" cy="303213"/>
                        <a:chOff x="5354637" y="3446463"/>
                        <a:chExt cx="214313" cy="214313"/>
                      </a:xfrm>
                    </p:grpSpPr>
                    <p:sp>
                      <p:nvSpPr>
                        <p:cNvPr id="8556" name="Arc 8555">
                          <a:extLst>
                            <a:ext uri="{FF2B5EF4-FFF2-40B4-BE49-F238E27FC236}">
                              <a16:creationId xmlns:a16="http://schemas.microsoft.com/office/drawing/2014/main" id="{BB7C65DD-0285-661E-066B-C2ED312F943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557" name="Arc 8556">
                          <a:extLst>
                            <a:ext uri="{FF2B5EF4-FFF2-40B4-BE49-F238E27FC236}">
                              <a16:creationId xmlns:a16="http://schemas.microsoft.com/office/drawing/2014/main" id="{93CD2EED-A851-4E8A-1F58-30395D6275D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555" name="TextBox 8554">
                        <a:extLst>
                          <a:ext uri="{FF2B5EF4-FFF2-40B4-BE49-F238E27FC236}">
                            <a16:creationId xmlns:a16="http://schemas.microsoft.com/office/drawing/2014/main" id="{F75DF866-CA72-5775-B6CE-272FF98A6E7E}"/>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517" name="Group 8516">
                    <a:extLst>
                      <a:ext uri="{FF2B5EF4-FFF2-40B4-BE49-F238E27FC236}">
                        <a16:creationId xmlns:a16="http://schemas.microsoft.com/office/drawing/2014/main" id="{4A032140-60E7-60E9-C7FC-E2BD00DA03F7}"/>
                      </a:ext>
                    </a:extLst>
                  </p:cNvPr>
                  <p:cNvGrpSpPr/>
                  <p:nvPr/>
                </p:nvGrpSpPr>
                <p:grpSpPr>
                  <a:xfrm>
                    <a:off x="5886431" y="3525040"/>
                    <a:ext cx="393192" cy="393192"/>
                    <a:chOff x="5265196" y="3932619"/>
                    <a:chExt cx="393192" cy="393192"/>
                  </a:xfrm>
                </p:grpSpPr>
                <p:grpSp>
                  <p:nvGrpSpPr>
                    <p:cNvPr id="8541" name="Group 8540">
                      <a:extLst>
                        <a:ext uri="{FF2B5EF4-FFF2-40B4-BE49-F238E27FC236}">
                          <a16:creationId xmlns:a16="http://schemas.microsoft.com/office/drawing/2014/main" id="{F9F49202-EB46-D063-D5E8-E84F7308F815}"/>
                        </a:ext>
                      </a:extLst>
                    </p:cNvPr>
                    <p:cNvGrpSpPr/>
                    <p:nvPr/>
                  </p:nvGrpSpPr>
                  <p:grpSpPr>
                    <a:xfrm>
                      <a:off x="5354636" y="4022061"/>
                      <a:ext cx="214313" cy="214313"/>
                      <a:chOff x="5354637" y="3446463"/>
                      <a:chExt cx="214313" cy="214313"/>
                    </a:xfrm>
                  </p:grpSpPr>
                  <p:sp>
                    <p:nvSpPr>
                      <p:cNvPr id="8549" name="Arc 8548">
                        <a:extLst>
                          <a:ext uri="{FF2B5EF4-FFF2-40B4-BE49-F238E27FC236}">
                            <a16:creationId xmlns:a16="http://schemas.microsoft.com/office/drawing/2014/main" id="{E1C5F72F-7DF5-A991-F6AD-EB5DA74CDDA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550" name="Arc 8549">
                        <a:extLst>
                          <a:ext uri="{FF2B5EF4-FFF2-40B4-BE49-F238E27FC236}">
                            <a16:creationId xmlns:a16="http://schemas.microsoft.com/office/drawing/2014/main" id="{2A2DEA80-888A-053D-CF07-865EF750C54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542" name="Group 8541">
                      <a:extLst>
                        <a:ext uri="{FF2B5EF4-FFF2-40B4-BE49-F238E27FC236}">
                          <a16:creationId xmlns:a16="http://schemas.microsoft.com/office/drawing/2014/main" id="{8FE8E118-4395-6878-6D86-3778C63819B3}"/>
                        </a:ext>
                      </a:extLst>
                    </p:cNvPr>
                    <p:cNvGrpSpPr/>
                    <p:nvPr/>
                  </p:nvGrpSpPr>
                  <p:grpSpPr>
                    <a:xfrm rot="14400000">
                      <a:off x="5310186" y="3977611"/>
                      <a:ext cx="303213" cy="303213"/>
                      <a:chOff x="5354637" y="3446463"/>
                      <a:chExt cx="214313" cy="214313"/>
                    </a:xfrm>
                  </p:grpSpPr>
                  <p:sp>
                    <p:nvSpPr>
                      <p:cNvPr id="8547" name="Arc 8546">
                        <a:extLst>
                          <a:ext uri="{FF2B5EF4-FFF2-40B4-BE49-F238E27FC236}">
                            <a16:creationId xmlns:a16="http://schemas.microsoft.com/office/drawing/2014/main" id="{99A6B1A0-E707-D0CA-C225-F72D27FAED8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548" name="Arc 8547">
                        <a:extLst>
                          <a:ext uri="{FF2B5EF4-FFF2-40B4-BE49-F238E27FC236}">
                            <a16:creationId xmlns:a16="http://schemas.microsoft.com/office/drawing/2014/main" id="{953E0870-C7B1-980B-5007-CCF802ACE36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543" name="Group 8542">
                      <a:extLst>
                        <a:ext uri="{FF2B5EF4-FFF2-40B4-BE49-F238E27FC236}">
                          <a16:creationId xmlns:a16="http://schemas.microsoft.com/office/drawing/2014/main" id="{9EBEB670-7F77-0BE0-1C0E-E6BA7E2517FA}"/>
                        </a:ext>
                      </a:extLst>
                    </p:cNvPr>
                    <p:cNvGrpSpPr/>
                    <p:nvPr/>
                  </p:nvGrpSpPr>
                  <p:grpSpPr>
                    <a:xfrm rot="7200000">
                      <a:off x="5265196" y="3932619"/>
                      <a:ext cx="393192" cy="393192"/>
                      <a:chOff x="5354637" y="3446463"/>
                      <a:chExt cx="214313" cy="214313"/>
                    </a:xfrm>
                  </p:grpSpPr>
                  <p:sp>
                    <p:nvSpPr>
                      <p:cNvPr id="8545" name="Arc 8544">
                        <a:extLst>
                          <a:ext uri="{FF2B5EF4-FFF2-40B4-BE49-F238E27FC236}">
                            <a16:creationId xmlns:a16="http://schemas.microsoft.com/office/drawing/2014/main" id="{B6FDEE32-5BD9-5A55-ECFE-49159A15DDE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546" name="Arc 8545">
                        <a:extLst>
                          <a:ext uri="{FF2B5EF4-FFF2-40B4-BE49-F238E27FC236}">
                            <a16:creationId xmlns:a16="http://schemas.microsoft.com/office/drawing/2014/main" id="{EE9284DF-FEE0-A17D-B96B-9889879CF66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544" name="TextBox 8543">
                      <a:extLst>
                        <a:ext uri="{FF2B5EF4-FFF2-40B4-BE49-F238E27FC236}">
                          <a16:creationId xmlns:a16="http://schemas.microsoft.com/office/drawing/2014/main" id="{7F596F58-BAE2-B947-F5FD-225444F42ECA}"/>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8518" name="Group 8517">
                    <a:extLst>
                      <a:ext uri="{FF2B5EF4-FFF2-40B4-BE49-F238E27FC236}">
                        <a16:creationId xmlns:a16="http://schemas.microsoft.com/office/drawing/2014/main" id="{C785C92D-BF90-D0B3-0907-2DF80A6C707F}"/>
                      </a:ext>
                    </a:extLst>
                  </p:cNvPr>
                  <p:cNvGrpSpPr/>
                  <p:nvPr/>
                </p:nvGrpSpPr>
                <p:grpSpPr>
                  <a:xfrm>
                    <a:off x="6512463" y="3525040"/>
                    <a:ext cx="393192" cy="393192"/>
                    <a:chOff x="6389147" y="3357021"/>
                    <a:chExt cx="393192" cy="393192"/>
                  </a:xfrm>
                </p:grpSpPr>
                <p:grpSp>
                  <p:nvGrpSpPr>
                    <p:cNvPr id="8530" name="Group 8529">
                      <a:extLst>
                        <a:ext uri="{FF2B5EF4-FFF2-40B4-BE49-F238E27FC236}">
                          <a16:creationId xmlns:a16="http://schemas.microsoft.com/office/drawing/2014/main" id="{9A1AB3CE-B500-E3DC-7855-9C1EEE3EE987}"/>
                        </a:ext>
                      </a:extLst>
                    </p:cNvPr>
                    <p:cNvGrpSpPr/>
                    <p:nvPr/>
                  </p:nvGrpSpPr>
                  <p:grpSpPr>
                    <a:xfrm rot="7200000" flipH="1">
                      <a:off x="6389147" y="3357021"/>
                      <a:ext cx="393192" cy="393192"/>
                      <a:chOff x="5354637" y="3446463"/>
                      <a:chExt cx="214313" cy="214313"/>
                    </a:xfrm>
                  </p:grpSpPr>
                  <p:sp>
                    <p:nvSpPr>
                      <p:cNvPr id="8539" name="Arc 8538">
                        <a:extLst>
                          <a:ext uri="{FF2B5EF4-FFF2-40B4-BE49-F238E27FC236}">
                            <a16:creationId xmlns:a16="http://schemas.microsoft.com/office/drawing/2014/main" id="{0B917D2D-6871-86D8-9D59-54379811D29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540" name="Arc 8539">
                        <a:extLst>
                          <a:ext uri="{FF2B5EF4-FFF2-40B4-BE49-F238E27FC236}">
                            <a16:creationId xmlns:a16="http://schemas.microsoft.com/office/drawing/2014/main" id="{7BD9C0D1-C33E-FB57-632A-3BD99F57E62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531" name="Group 8530">
                      <a:extLst>
                        <a:ext uri="{FF2B5EF4-FFF2-40B4-BE49-F238E27FC236}">
                          <a16:creationId xmlns:a16="http://schemas.microsoft.com/office/drawing/2014/main" id="{65B747DE-4635-690E-2D02-E515E9E70D3B}"/>
                        </a:ext>
                      </a:extLst>
                    </p:cNvPr>
                    <p:cNvGrpSpPr/>
                    <p:nvPr/>
                  </p:nvGrpSpPr>
                  <p:grpSpPr>
                    <a:xfrm>
                      <a:off x="6434137" y="3402011"/>
                      <a:ext cx="303213" cy="303213"/>
                      <a:chOff x="6434137" y="3402011"/>
                      <a:chExt cx="303213" cy="303213"/>
                    </a:xfrm>
                  </p:grpSpPr>
                  <p:grpSp>
                    <p:nvGrpSpPr>
                      <p:cNvPr id="8532" name="Group 8531">
                        <a:extLst>
                          <a:ext uri="{FF2B5EF4-FFF2-40B4-BE49-F238E27FC236}">
                            <a16:creationId xmlns:a16="http://schemas.microsoft.com/office/drawing/2014/main" id="{90FBBF8F-89CA-12FC-3015-61334EAE7B1A}"/>
                          </a:ext>
                        </a:extLst>
                      </p:cNvPr>
                      <p:cNvGrpSpPr/>
                      <p:nvPr/>
                    </p:nvGrpSpPr>
                    <p:grpSpPr>
                      <a:xfrm flipH="1">
                        <a:off x="6478587" y="3446461"/>
                        <a:ext cx="214313" cy="214313"/>
                        <a:chOff x="5354637" y="3446463"/>
                        <a:chExt cx="214313" cy="214313"/>
                      </a:xfrm>
                    </p:grpSpPr>
                    <p:sp>
                      <p:nvSpPr>
                        <p:cNvPr id="8537" name="Arc 8536">
                          <a:extLst>
                            <a:ext uri="{FF2B5EF4-FFF2-40B4-BE49-F238E27FC236}">
                              <a16:creationId xmlns:a16="http://schemas.microsoft.com/office/drawing/2014/main" id="{3F38269A-B311-A31C-BF84-DDF1BB66C1F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538" name="Arc 8537">
                          <a:extLst>
                            <a:ext uri="{FF2B5EF4-FFF2-40B4-BE49-F238E27FC236}">
                              <a16:creationId xmlns:a16="http://schemas.microsoft.com/office/drawing/2014/main" id="{0DBE1783-3331-59F9-2464-6389C022CAD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533" name="Group 8532">
                        <a:extLst>
                          <a:ext uri="{FF2B5EF4-FFF2-40B4-BE49-F238E27FC236}">
                            <a16:creationId xmlns:a16="http://schemas.microsoft.com/office/drawing/2014/main" id="{995763AA-7E32-64B5-42B4-A1CDB81020C2}"/>
                          </a:ext>
                        </a:extLst>
                      </p:cNvPr>
                      <p:cNvGrpSpPr/>
                      <p:nvPr/>
                    </p:nvGrpSpPr>
                    <p:grpSpPr>
                      <a:xfrm rot="14400000" flipH="1">
                        <a:off x="6434137" y="3402011"/>
                        <a:ext cx="303213" cy="303213"/>
                        <a:chOff x="5354637" y="3446463"/>
                        <a:chExt cx="214313" cy="214313"/>
                      </a:xfrm>
                    </p:grpSpPr>
                    <p:sp>
                      <p:nvSpPr>
                        <p:cNvPr id="8535" name="Arc 8534">
                          <a:extLst>
                            <a:ext uri="{FF2B5EF4-FFF2-40B4-BE49-F238E27FC236}">
                              <a16:creationId xmlns:a16="http://schemas.microsoft.com/office/drawing/2014/main" id="{601770FB-5785-C0BE-5C84-CEC61DF3F42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536" name="Arc 8535">
                          <a:extLst>
                            <a:ext uri="{FF2B5EF4-FFF2-40B4-BE49-F238E27FC236}">
                              <a16:creationId xmlns:a16="http://schemas.microsoft.com/office/drawing/2014/main" id="{9822AA13-6497-DEF9-BC8F-7EC60C92413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534" name="TextBox 8533">
                        <a:extLst>
                          <a:ext uri="{FF2B5EF4-FFF2-40B4-BE49-F238E27FC236}">
                            <a16:creationId xmlns:a16="http://schemas.microsoft.com/office/drawing/2014/main" id="{3EBCC9E2-21F1-F5E9-F280-3A0E49AB367A}"/>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519" name="Group 8518">
                    <a:extLst>
                      <a:ext uri="{FF2B5EF4-FFF2-40B4-BE49-F238E27FC236}">
                        <a16:creationId xmlns:a16="http://schemas.microsoft.com/office/drawing/2014/main" id="{3138787F-16FC-4063-FDEC-D370B783801F}"/>
                      </a:ext>
                    </a:extLst>
                  </p:cNvPr>
                  <p:cNvGrpSpPr/>
                  <p:nvPr/>
                </p:nvGrpSpPr>
                <p:grpSpPr>
                  <a:xfrm>
                    <a:off x="6197413" y="3225768"/>
                    <a:ext cx="393192" cy="393192"/>
                    <a:chOff x="6389147" y="3932622"/>
                    <a:chExt cx="393192" cy="393192"/>
                  </a:xfrm>
                </p:grpSpPr>
                <p:grpSp>
                  <p:nvGrpSpPr>
                    <p:cNvPr id="8520" name="Group 8519">
                      <a:extLst>
                        <a:ext uri="{FF2B5EF4-FFF2-40B4-BE49-F238E27FC236}">
                          <a16:creationId xmlns:a16="http://schemas.microsoft.com/office/drawing/2014/main" id="{074DAF97-8E69-8485-7DA9-4EB5F91E6612}"/>
                        </a:ext>
                      </a:extLst>
                    </p:cNvPr>
                    <p:cNvGrpSpPr/>
                    <p:nvPr/>
                  </p:nvGrpSpPr>
                  <p:grpSpPr>
                    <a:xfrm flipH="1">
                      <a:off x="6478587" y="4022061"/>
                      <a:ext cx="214313" cy="214313"/>
                      <a:chOff x="5354637" y="3446463"/>
                      <a:chExt cx="214313" cy="214313"/>
                    </a:xfrm>
                  </p:grpSpPr>
                  <p:sp>
                    <p:nvSpPr>
                      <p:cNvPr id="8528" name="Arc 8527">
                        <a:extLst>
                          <a:ext uri="{FF2B5EF4-FFF2-40B4-BE49-F238E27FC236}">
                            <a16:creationId xmlns:a16="http://schemas.microsoft.com/office/drawing/2014/main" id="{70BD8770-5516-F8A8-AF2A-BFE67592DFB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529" name="Arc 8528">
                        <a:extLst>
                          <a:ext uri="{FF2B5EF4-FFF2-40B4-BE49-F238E27FC236}">
                            <a16:creationId xmlns:a16="http://schemas.microsoft.com/office/drawing/2014/main" id="{FCD47345-C0A6-329C-43BA-6F81AED99BB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521" name="Group 8520">
                      <a:extLst>
                        <a:ext uri="{FF2B5EF4-FFF2-40B4-BE49-F238E27FC236}">
                          <a16:creationId xmlns:a16="http://schemas.microsoft.com/office/drawing/2014/main" id="{AF3862BF-9B8F-21CF-0202-F4E3561E41C9}"/>
                        </a:ext>
                      </a:extLst>
                    </p:cNvPr>
                    <p:cNvGrpSpPr/>
                    <p:nvPr/>
                  </p:nvGrpSpPr>
                  <p:grpSpPr>
                    <a:xfrm rot="7200000" flipH="1">
                      <a:off x="6434137" y="3977611"/>
                      <a:ext cx="303213" cy="303213"/>
                      <a:chOff x="5354637" y="3446463"/>
                      <a:chExt cx="214313" cy="214313"/>
                    </a:xfrm>
                  </p:grpSpPr>
                  <p:sp>
                    <p:nvSpPr>
                      <p:cNvPr id="8526" name="Arc 8525">
                        <a:extLst>
                          <a:ext uri="{FF2B5EF4-FFF2-40B4-BE49-F238E27FC236}">
                            <a16:creationId xmlns:a16="http://schemas.microsoft.com/office/drawing/2014/main" id="{33D17465-8AD9-9AC8-8B16-0AA8AAE6645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527" name="Arc 8526">
                        <a:extLst>
                          <a:ext uri="{FF2B5EF4-FFF2-40B4-BE49-F238E27FC236}">
                            <a16:creationId xmlns:a16="http://schemas.microsoft.com/office/drawing/2014/main" id="{5E9CA38C-91C1-225E-1235-057941BEF11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522" name="Group 8521">
                      <a:extLst>
                        <a:ext uri="{FF2B5EF4-FFF2-40B4-BE49-F238E27FC236}">
                          <a16:creationId xmlns:a16="http://schemas.microsoft.com/office/drawing/2014/main" id="{3938329E-26A3-A62A-62D9-30BB4DBC69D5}"/>
                        </a:ext>
                      </a:extLst>
                    </p:cNvPr>
                    <p:cNvGrpSpPr/>
                    <p:nvPr/>
                  </p:nvGrpSpPr>
                  <p:grpSpPr>
                    <a:xfrm rot="14400000" flipH="1">
                      <a:off x="6389147" y="3932622"/>
                      <a:ext cx="393192" cy="393192"/>
                      <a:chOff x="5354637" y="3446463"/>
                      <a:chExt cx="214313" cy="214313"/>
                    </a:xfrm>
                  </p:grpSpPr>
                  <p:sp>
                    <p:nvSpPr>
                      <p:cNvPr id="8524" name="Arc 8523">
                        <a:extLst>
                          <a:ext uri="{FF2B5EF4-FFF2-40B4-BE49-F238E27FC236}">
                            <a16:creationId xmlns:a16="http://schemas.microsoft.com/office/drawing/2014/main" id="{29D4AB07-FE5A-8BEF-CEFD-7E0255F4A91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525" name="Arc 8524">
                        <a:extLst>
                          <a:ext uri="{FF2B5EF4-FFF2-40B4-BE49-F238E27FC236}">
                            <a16:creationId xmlns:a16="http://schemas.microsoft.com/office/drawing/2014/main" id="{03993FEE-4653-1E50-57DC-E841E6B6DDF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523" name="TextBox 8522">
                      <a:extLst>
                        <a:ext uri="{FF2B5EF4-FFF2-40B4-BE49-F238E27FC236}">
                          <a16:creationId xmlns:a16="http://schemas.microsoft.com/office/drawing/2014/main" id="{C8CEF118-7249-C1A2-6E8C-B7E135350B1B}"/>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8419" name="Group 8418">
                <a:extLst>
                  <a:ext uri="{FF2B5EF4-FFF2-40B4-BE49-F238E27FC236}">
                    <a16:creationId xmlns:a16="http://schemas.microsoft.com/office/drawing/2014/main" id="{F13D9E22-CB76-BC49-C27C-0AB84C191C3C}"/>
                  </a:ext>
                </a:extLst>
              </p:cNvPr>
              <p:cNvGrpSpPr/>
              <p:nvPr/>
            </p:nvGrpSpPr>
            <p:grpSpPr>
              <a:xfrm>
                <a:off x="6065340" y="2039507"/>
                <a:ext cx="1643204" cy="1593124"/>
                <a:chOff x="5445106" y="2644743"/>
                <a:chExt cx="1643204" cy="1593124"/>
              </a:xfrm>
            </p:grpSpPr>
            <p:grpSp>
              <p:nvGrpSpPr>
                <p:cNvPr id="8420" name="Group 8419">
                  <a:extLst>
                    <a:ext uri="{FF2B5EF4-FFF2-40B4-BE49-F238E27FC236}">
                      <a16:creationId xmlns:a16="http://schemas.microsoft.com/office/drawing/2014/main" id="{18235ECF-94E7-7A3D-8473-5DD9874F52AC}"/>
                    </a:ext>
                  </a:extLst>
                </p:cNvPr>
                <p:cNvGrpSpPr/>
                <p:nvPr/>
              </p:nvGrpSpPr>
              <p:grpSpPr>
                <a:xfrm>
                  <a:off x="5445106" y="2644743"/>
                  <a:ext cx="1019224" cy="991639"/>
                  <a:chOff x="5886431" y="3225768"/>
                  <a:chExt cx="1019224" cy="991639"/>
                </a:xfrm>
              </p:grpSpPr>
              <p:grpSp>
                <p:nvGrpSpPr>
                  <p:cNvPr id="8468" name="Group 8467">
                    <a:extLst>
                      <a:ext uri="{FF2B5EF4-FFF2-40B4-BE49-F238E27FC236}">
                        <a16:creationId xmlns:a16="http://schemas.microsoft.com/office/drawing/2014/main" id="{4EE93A6A-B6FD-F540-D519-87E6CBCB3D5B}"/>
                      </a:ext>
                    </a:extLst>
                  </p:cNvPr>
                  <p:cNvGrpSpPr/>
                  <p:nvPr/>
                </p:nvGrpSpPr>
                <p:grpSpPr>
                  <a:xfrm>
                    <a:off x="6197413" y="3824215"/>
                    <a:ext cx="393192" cy="393192"/>
                    <a:chOff x="5265196" y="3357021"/>
                    <a:chExt cx="393192" cy="393192"/>
                  </a:xfrm>
                </p:grpSpPr>
                <p:grpSp>
                  <p:nvGrpSpPr>
                    <p:cNvPr id="8503" name="Group 8502">
                      <a:extLst>
                        <a:ext uri="{FF2B5EF4-FFF2-40B4-BE49-F238E27FC236}">
                          <a16:creationId xmlns:a16="http://schemas.microsoft.com/office/drawing/2014/main" id="{12F285AF-9C83-C48A-621D-E154C55A9F0B}"/>
                        </a:ext>
                      </a:extLst>
                    </p:cNvPr>
                    <p:cNvGrpSpPr/>
                    <p:nvPr/>
                  </p:nvGrpSpPr>
                  <p:grpSpPr>
                    <a:xfrm rot="14400000">
                      <a:off x="5265196" y="3357021"/>
                      <a:ext cx="393192" cy="393192"/>
                      <a:chOff x="5354637" y="3446463"/>
                      <a:chExt cx="214313" cy="214313"/>
                    </a:xfrm>
                  </p:grpSpPr>
                  <p:sp>
                    <p:nvSpPr>
                      <p:cNvPr id="8512" name="Arc 8511">
                        <a:extLst>
                          <a:ext uri="{FF2B5EF4-FFF2-40B4-BE49-F238E27FC236}">
                            <a16:creationId xmlns:a16="http://schemas.microsoft.com/office/drawing/2014/main" id="{B17A90AD-D89A-EAF0-1B24-303B9CE5855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513" name="Arc 8512">
                        <a:extLst>
                          <a:ext uri="{FF2B5EF4-FFF2-40B4-BE49-F238E27FC236}">
                            <a16:creationId xmlns:a16="http://schemas.microsoft.com/office/drawing/2014/main" id="{EB525C62-989D-B526-FC36-A66C5005D27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504" name="Group 8503">
                      <a:extLst>
                        <a:ext uri="{FF2B5EF4-FFF2-40B4-BE49-F238E27FC236}">
                          <a16:creationId xmlns:a16="http://schemas.microsoft.com/office/drawing/2014/main" id="{E67A31AB-ADD7-E557-4F82-C29215BDE279}"/>
                        </a:ext>
                      </a:extLst>
                    </p:cNvPr>
                    <p:cNvGrpSpPr/>
                    <p:nvPr/>
                  </p:nvGrpSpPr>
                  <p:grpSpPr>
                    <a:xfrm>
                      <a:off x="5310186" y="3402011"/>
                      <a:ext cx="303213" cy="303213"/>
                      <a:chOff x="5310186" y="3402011"/>
                      <a:chExt cx="303213" cy="303213"/>
                    </a:xfrm>
                  </p:grpSpPr>
                  <p:grpSp>
                    <p:nvGrpSpPr>
                      <p:cNvPr id="8505" name="Group 8504">
                        <a:extLst>
                          <a:ext uri="{FF2B5EF4-FFF2-40B4-BE49-F238E27FC236}">
                            <a16:creationId xmlns:a16="http://schemas.microsoft.com/office/drawing/2014/main" id="{2607F42C-1E43-923B-92C6-8246DCDE4C18}"/>
                          </a:ext>
                        </a:extLst>
                      </p:cNvPr>
                      <p:cNvGrpSpPr/>
                      <p:nvPr/>
                    </p:nvGrpSpPr>
                    <p:grpSpPr>
                      <a:xfrm>
                        <a:off x="5354636" y="3446461"/>
                        <a:ext cx="214313" cy="214313"/>
                        <a:chOff x="5354637" y="3446463"/>
                        <a:chExt cx="214313" cy="214313"/>
                      </a:xfrm>
                    </p:grpSpPr>
                    <p:sp>
                      <p:nvSpPr>
                        <p:cNvPr id="8510" name="Arc 8509">
                          <a:extLst>
                            <a:ext uri="{FF2B5EF4-FFF2-40B4-BE49-F238E27FC236}">
                              <a16:creationId xmlns:a16="http://schemas.microsoft.com/office/drawing/2014/main" id="{F0B2DB83-922D-FAEA-A7FD-0173D25789F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511" name="Arc 8510">
                          <a:extLst>
                            <a:ext uri="{FF2B5EF4-FFF2-40B4-BE49-F238E27FC236}">
                              <a16:creationId xmlns:a16="http://schemas.microsoft.com/office/drawing/2014/main" id="{1D2AE07F-4AA6-4963-1D10-B7454721F49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506" name="Group 8505">
                        <a:extLst>
                          <a:ext uri="{FF2B5EF4-FFF2-40B4-BE49-F238E27FC236}">
                            <a16:creationId xmlns:a16="http://schemas.microsoft.com/office/drawing/2014/main" id="{0AFFDFF0-CB33-0E95-8DC5-9AA3EB3B66DA}"/>
                          </a:ext>
                        </a:extLst>
                      </p:cNvPr>
                      <p:cNvGrpSpPr/>
                      <p:nvPr/>
                    </p:nvGrpSpPr>
                    <p:grpSpPr>
                      <a:xfrm rot="7200000">
                        <a:off x="5310186" y="3402011"/>
                        <a:ext cx="303213" cy="303213"/>
                        <a:chOff x="5354637" y="3446463"/>
                        <a:chExt cx="214313" cy="214313"/>
                      </a:xfrm>
                    </p:grpSpPr>
                    <p:sp>
                      <p:nvSpPr>
                        <p:cNvPr id="8508" name="Arc 8507">
                          <a:extLst>
                            <a:ext uri="{FF2B5EF4-FFF2-40B4-BE49-F238E27FC236}">
                              <a16:creationId xmlns:a16="http://schemas.microsoft.com/office/drawing/2014/main" id="{06E31224-3130-EC8A-6C6B-11D1CCF7D1D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509" name="Arc 8508">
                          <a:extLst>
                            <a:ext uri="{FF2B5EF4-FFF2-40B4-BE49-F238E27FC236}">
                              <a16:creationId xmlns:a16="http://schemas.microsoft.com/office/drawing/2014/main" id="{24A3DC33-27D2-E081-F9E4-FFE153C7674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507" name="TextBox 8506">
                        <a:extLst>
                          <a:ext uri="{FF2B5EF4-FFF2-40B4-BE49-F238E27FC236}">
                            <a16:creationId xmlns:a16="http://schemas.microsoft.com/office/drawing/2014/main" id="{50B6E425-572C-7DCD-05D7-173CC382B6B4}"/>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469" name="Group 8468">
                    <a:extLst>
                      <a:ext uri="{FF2B5EF4-FFF2-40B4-BE49-F238E27FC236}">
                        <a16:creationId xmlns:a16="http://schemas.microsoft.com/office/drawing/2014/main" id="{7513E12C-420E-8C91-C893-78C72DDBAFCD}"/>
                      </a:ext>
                    </a:extLst>
                  </p:cNvPr>
                  <p:cNvGrpSpPr/>
                  <p:nvPr/>
                </p:nvGrpSpPr>
                <p:grpSpPr>
                  <a:xfrm>
                    <a:off x="5886431" y="3525040"/>
                    <a:ext cx="393192" cy="393192"/>
                    <a:chOff x="5265196" y="3932619"/>
                    <a:chExt cx="393192" cy="393192"/>
                  </a:xfrm>
                </p:grpSpPr>
                <p:grpSp>
                  <p:nvGrpSpPr>
                    <p:cNvPr id="8493" name="Group 8492">
                      <a:extLst>
                        <a:ext uri="{FF2B5EF4-FFF2-40B4-BE49-F238E27FC236}">
                          <a16:creationId xmlns:a16="http://schemas.microsoft.com/office/drawing/2014/main" id="{6FE8A883-D3F6-7EDE-EA09-7942E4E60000}"/>
                        </a:ext>
                      </a:extLst>
                    </p:cNvPr>
                    <p:cNvGrpSpPr/>
                    <p:nvPr/>
                  </p:nvGrpSpPr>
                  <p:grpSpPr>
                    <a:xfrm>
                      <a:off x="5354636" y="4022061"/>
                      <a:ext cx="214313" cy="214313"/>
                      <a:chOff x="5354637" y="3446463"/>
                      <a:chExt cx="214313" cy="214313"/>
                    </a:xfrm>
                  </p:grpSpPr>
                  <p:sp>
                    <p:nvSpPr>
                      <p:cNvPr id="8501" name="Arc 8500">
                        <a:extLst>
                          <a:ext uri="{FF2B5EF4-FFF2-40B4-BE49-F238E27FC236}">
                            <a16:creationId xmlns:a16="http://schemas.microsoft.com/office/drawing/2014/main" id="{910DDBBA-5AC5-CAD3-AD9C-BA434856CB8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502" name="Arc 8501">
                        <a:extLst>
                          <a:ext uri="{FF2B5EF4-FFF2-40B4-BE49-F238E27FC236}">
                            <a16:creationId xmlns:a16="http://schemas.microsoft.com/office/drawing/2014/main" id="{65A10B4E-73D9-938E-20D1-CCE487AE81E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494" name="Group 8493">
                      <a:extLst>
                        <a:ext uri="{FF2B5EF4-FFF2-40B4-BE49-F238E27FC236}">
                          <a16:creationId xmlns:a16="http://schemas.microsoft.com/office/drawing/2014/main" id="{0C78910C-3E48-002B-5F9B-10987403E8A1}"/>
                        </a:ext>
                      </a:extLst>
                    </p:cNvPr>
                    <p:cNvGrpSpPr/>
                    <p:nvPr/>
                  </p:nvGrpSpPr>
                  <p:grpSpPr>
                    <a:xfrm rot="14400000">
                      <a:off x="5310186" y="3977611"/>
                      <a:ext cx="303213" cy="303213"/>
                      <a:chOff x="5354637" y="3446463"/>
                      <a:chExt cx="214313" cy="214313"/>
                    </a:xfrm>
                  </p:grpSpPr>
                  <p:sp>
                    <p:nvSpPr>
                      <p:cNvPr id="8499" name="Arc 8498">
                        <a:extLst>
                          <a:ext uri="{FF2B5EF4-FFF2-40B4-BE49-F238E27FC236}">
                            <a16:creationId xmlns:a16="http://schemas.microsoft.com/office/drawing/2014/main" id="{A2636906-D684-4AB4-87F9-79ED0ABFCA2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500" name="Arc 8499">
                        <a:extLst>
                          <a:ext uri="{FF2B5EF4-FFF2-40B4-BE49-F238E27FC236}">
                            <a16:creationId xmlns:a16="http://schemas.microsoft.com/office/drawing/2014/main" id="{98A86FBA-8DCC-D9D2-E600-208671482F5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495" name="Group 8494">
                      <a:extLst>
                        <a:ext uri="{FF2B5EF4-FFF2-40B4-BE49-F238E27FC236}">
                          <a16:creationId xmlns:a16="http://schemas.microsoft.com/office/drawing/2014/main" id="{635F5294-86BF-5B2C-E32A-852757724BE8}"/>
                        </a:ext>
                      </a:extLst>
                    </p:cNvPr>
                    <p:cNvGrpSpPr/>
                    <p:nvPr/>
                  </p:nvGrpSpPr>
                  <p:grpSpPr>
                    <a:xfrm rot="7200000">
                      <a:off x="5265196" y="3932619"/>
                      <a:ext cx="393192" cy="393192"/>
                      <a:chOff x="5354637" y="3446463"/>
                      <a:chExt cx="214313" cy="214313"/>
                    </a:xfrm>
                  </p:grpSpPr>
                  <p:sp>
                    <p:nvSpPr>
                      <p:cNvPr id="8497" name="Arc 8496">
                        <a:extLst>
                          <a:ext uri="{FF2B5EF4-FFF2-40B4-BE49-F238E27FC236}">
                            <a16:creationId xmlns:a16="http://schemas.microsoft.com/office/drawing/2014/main" id="{F15F799C-3F59-A0F5-7122-3DFEE603601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498" name="Arc 8497">
                        <a:extLst>
                          <a:ext uri="{FF2B5EF4-FFF2-40B4-BE49-F238E27FC236}">
                            <a16:creationId xmlns:a16="http://schemas.microsoft.com/office/drawing/2014/main" id="{10F1D748-7FFA-A87D-89B6-129516F5803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496" name="TextBox 8495">
                      <a:extLst>
                        <a:ext uri="{FF2B5EF4-FFF2-40B4-BE49-F238E27FC236}">
                          <a16:creationId xmlns:a16="http://schemas.microsoft.com/office/drawing/2014/main" id="{CBB44E05-2815-B4EE-1E78-A07F08F7AC3E}"/>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8470" name="Group 8469">
                    <a:extLst>
                      <a:ext uri="{FF2B5EF4-FFF2-40B4-BE49-F238E27FC236}">
                        <a16:creationId xmlns:a16="http://schemas.microsoft.com/office/drawing/2014/main" id="{09CA21D5-2956-ED7E-63C4-E1CD286C8E4E}"/>
                      </a:ext>
                    </a:extLst>
                  </p:cNvPr>
                  <p:cNvGrpSpPr/>
                  <p:nvPr/>
                </p:nvGrpSpPr>
                <p:grpSpPr>
                  <a:xfrm>
                    <a:off x="6512463" y="3525040"/>
                    <a:ext cx="393192" cy="393192"/>
                    <a:chOff x="6389147" y="3357021"/>
                    <a:chExt cx="393192" cy="393192"/>
                  </a:xfrm>
                </p:grpSpPr>
                <p:grpSp>
                  <p:nvGrpSpPr>
                    <p:cNvPr id="8482" name="Group 8481">
                      <a:extLst>
                        <a:ext uri="{FF2B5EF4-FFF2-40B4-BE49-F238E27FC236}">
                          <a16:creationId xmlns:a16="http://schemas.microsoft.com/office/drawing/2014/main" id="{827B40C9-1EA7-0FFE-9331-99D1DC7C0EF2}"/>
                        </a:ext>
                      </a:extLst>
                    </p:cNvPr>
                    <p:cNvGrpSpPr/>
                    <p:nvPr/>
                  </p:nvGrpSpPr>
                  <p:grpSpPr>
                    <a:xfrm rot="7200000" flipH="1">
                      <a:off x="6389147" y="3357021"/>
                      <a:ext cx="393192" cy="393192"/>
                      <a:chOff x="5354637" y="3446463"/>
                      <a:chExt cx="214313" cy="214313"/>
                    </a:xfrm>
                  </p:grpSpPr>
                  <p:sp>
                    <p:nvSpPr>
                      <p:cNvPr id="8491" name="Arc 8490">
                        <a:extLst>
                          <a:ext uri="{FF2B5EF4-FFF2-40B4-BE49-F238E27FC236}">
                            <a16:creationId xmlns:a16="http://schemas.microsoft.com/office/drawing/2014/main" id="{D835FFE6-F3D2-E749-CBEA-FF4BE908563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492" name="Arc 8491">
                        <a:extLst>
                          <a:ext uri="{FF2B5EF4-FFF2-40B4-BE49-F238E27FC236}">
                            <a16:creationId xmlns:a16="http://schemas.microsoft.com/office/drawing/2014/main" id="{96F74A45-7EFA-6108-78B1-0D1171A796C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483" name="Group 8482">
                      <a:extLst>
                        <a:ext uri="{FF2B5EF4-FFF2-40B4-BE49-F238E27FC236}">
                          <a16:creationId xmlns:a16="http://schemas.microsoft.com/office/drawing/2014/main" id="{0A474502-7B64-A49A-C5FF-864E863C9DAA}"/>
                        </a:ext>
                      </a:extLst>
                    </p:cNvPr>
                    <p:cNvGrpSpPr/>
                    <p:nvPr/>
                  </p:nvGrpSpPr>
                  <p:grpSpPr>
                    <a:xfrm>
                      <a:off x="6434137" y="3402011"/>
                      <a:ext cx="303213" cy="303213"/>
                      <a:chOff x="6434137" y="3402011"/>
                      <a:chExt cx="303213" cy="303213"/>
                    </a:xfrm>
                  </p:grpSpPr>
                  <p:grpSp>
                    <p:nvGrpSpPr>
                      <p:cNvPr id="8484" name="Group 8483">
                        <a:extLst>
                          <a:ext uri="{FF2B5EF4-FFF2-40B4-BE49-F238E27FC236}">
                            <a16:creationId xmlns:a16="http://schemas.microsoft.com/office/drawing/2014/main" id="{5667AE6B-884D-CC07-859D-FB401F7D07C7}"/>
                          </a:ext>
                        </a:extLst>
                      </p:cNvPr>
                      <p:cNvGrpSpPr/>
                      <p:nvPr/>
                    </p:nvGrpSpPr>
                    <p:grpSpPr>
                      <a:xfrm flipH="1">
                        <a:off x="6478587" y="3446461"/>
                        <a:ext cx="214313" cy="214313"/>
                        <a:chOff x="5354637" y="3446463"/>
                        <a:chExt cx="214313" cy="214313"/>
                      </a:xfrm>
                    </p:grpSpPr>
                    <p:sp>
                      <p:nvSpPr>
                        <p:cNvPr id="8489" name="Arc 8488">
                          <a:extLst>
                            <a:ext uri="{FF2B5EF4-FFF2-40B4-BE49-F238E27FC236}">
                              <a16:creationId xmlns:a16="http://schemas.microsoft.com/office/drawing/2014/main" id="{1E9D16F5-19BB-8D93-8803-0FAB88FAC22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490" name="Arc 8489">
                          <a:extLst>
                            <a:ext uri="{FF2B5EF4-FFF2-40B4-BE49-F238E27FC236}">
                              <a16:creationId xmlns:a16="http://schemas.microsoft.com/office/drawing/2014/main" id="{FC22FCAD-6CF7-8AE6-1972-39AF5B07CDD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485" name="Group 8484">
                        <a:extLst>
                          <a:ext uri="{FF2B5EF4-FFF2-40B4-BE49-F238E27FC236}">
                            <a16:creationId xmlns:a16="http://schemas.microsoft.com/office/drawing/2014/main" id="{C37D3CA2-4690-BD23-F07F-5A1171B3D666}"/>
                          </a:ext>
                        </a:extLst>
                      </p:cNvPr>
                      <p:cNvGrpSpPr/>
                      <p:nvPr/>
                    </p:nvGrpSpPr>
                    <p:grpSpPr>
                      <a:xfrm rot="14400000" flipH="1">
                        <a:off x="6434137" y="3402011"/>
                        <a:ext cx="303213" cy="303213"/>
                        <a:chOff x="5354637" y="3446463"/>
                        <a:chExt cx="214313" cy="214313"/>
                      </a:xfrm>
                    </p:grpSpPr>
                    <p:sp>
                      <p:nvSpPr>
                        <p:cNvPr id="8487" name="Arc 8486">
                          <a:extLst>
                            <a:ext uri="{FF2B5EF4-FFF2-40B4-BE49-F238E27FC236}">
                              <a16:creationId xmlns:a16="http://schemas.microsoft.com/office/drawing/2014/main" id="{3C748C31-41DC-4F75-2147-7944016D58C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488" name="Arc 8487">
                          <a:extLst>
                            <a:ext uri="{FF2B5EF4-FFF2-40B4-BE49-F238E27FC236}">
                              <a16:creationId xmlns:a16="http://schemas.microsoft.com/office/drawing/2014/main" id="{11B4860D-094F-587A-27CE-B1AB43EB4DC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486" name="TextBox 8485">
                        <a:extLst>
                          <a:ext uri="{FF2B5EF4-FFF2-40B4-BE49-F238E27FC236}">
                            <a16:creationId xmlns:a16="http://schemas.microsoft.com/office/drawing/2014/main" id="{A25AB856-7504-30C3-368C-1B66CD6D94A2}"/>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471" name="Group 8470">
                    <a:extLst>
                      <a:ext uri="{FF2B5EF4-FFF2-40B4-BE49-F238E27FC236}">
                        <a16:creationId xmlns:a16="http://schemas.microsoft.com/office/drawing/2014/main" id="{C1F5C64B-2E40-F72B-3528-62EA9498F58B}"/>
                      </a:ext>
                    </a:extLst>
                  </p:cNvPr>
                  <p:cNvGrpSpPr/>
                  <p:nvPr/>
                </p:nvGrpSpPr>
                <p:grpSpPr>
                  <a:xfrm>
                    <a:off x="6197413" y="3225768"/>
                    <a:ext cx="393192" cy="393192"/>
                    <a:chOff x="6389147" y="3932622"/>
                    <a:chExt cx="393192" cy="393192"/>
                  </a:xfrm>
                </p:grpSpPr>
                <p:grpSp>
                  <p:nvGrpSpPr>
                    <p:cNvPr id="8472" name="Group 8471">
                      <a:extLst>
                        <a:ext uri="{FF2B5EF4-FFF2-40B4-BE49-F238E27FC236}">
                          <a16:creationId xmlns:a16="http://schemas.microsoft.com/office/drawing/2014/main" id="{111DA495-AE73-7EE3-E4A6-619A062CDC74}"/>
                        </a:ext>
                      </a:extLst>
                    </p:cNvPr>
                    <p:cNvGrpSpPr/>
                    <p:nvPr/>
                  </p:nvGrpSpPr>
                  <p:grpSpPr>
                    <a:xfrm flipH="1">
                      <a:off x="6478587" y="4022061"/>
                      <a:ext cx="214313" cy="214313"/>
                      <a:chOff x="5354637" y="3446463"/>
                      <a:chExt cx="214313" cy="214313"/>
                    </a:xfrm>
                  </p:grpSpPr>
                  <p:sp>
                    <p:nvSpPr>
                      <p:cNvPr id="8480" name="Arc 8479">
                        <a:extLst>
                          <a:ext uri="{FF2B5EF4-FFF2-40B4-BE49-F238E27FC236}">
                            <a16:creationId xmlns:a16="http://schemas.microsoft.com/office/drawing/2014/main" id="{ABAB4684-FAD8-5CEE-B328-EB1B8AF59D6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481" name="Arc 8480">
                        <a:extLst>
                          <a:ext uri="{FF2B5EF4-FFF2-40B4-BE49-F238E27FC236}">
                            <a16:creationId xmlns:a16="http://schemas.microsoft.com/office/drawing/2014/main" id="{072226B9-844E-1F85-5502-B1D73167D05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473" name="Group 8472">
                      <a:extLst>
                        <a:ext uri="{FF2B5EF4-FFF2-40B4-BE49-F238E27FC236}">
                          <a16:creationId xmlns:a16="http://schemas.microsoft.com/office/drawing/2014/main" id="{6B0E1E53-4456-0FBB-3CA5-56A8E32DDE50}"/>
                        </a:ext>
                      </a:extLst>
                    </p:cNvPr>
                    <p:cNvGrpSpPr/>
                    <p:nvPr/>
                  </p:nvGrpSpPr>
                  <p:grpSpPr>
                    <a:xfrm rot="7200000" flipH="1">
                      <a:off x="6434137" y="3977611"/>
                      <a:ext cx="303213" cy="303213"/>
                      <a:chOff x="5354637" y="3446463"/>
                      <a:chExt cx="214313" cy="214313"/>
                    </a:xfrm>
                  </p:grpSpPr>
                  <p:sp>
                    <p:nvSpPr>
                      <p:cNvPr id="8478" name="Arc 8477">
                        <a:extLst>
                          <a:ext uri="{FF2B5EF4-FFF2-40B4-BE49-F238E27FC236}">
                            <a16:creationId xmlns:a16="http://schemas.microsoft.com/office/drawing/2014/main" id="{F82D39E2-D4EE-C8C0-4765-18A668EBA69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479" name="Arc 8478">
                        <a:extLst>
                          <a:ext uri="{FF2B5EF4-FFF2-40B4-BE49-F238E27FC236}">
                            <a16:creationId xmlns:a16="http://schemas.microsoft.com/office/drawing/2014/main" id="{768D5109-A78B-F2BE-1D8D-A28DAAB6FEC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474" name="Group 8473">
                      <a:extLst>
                        <a:ext uri="{FF2B5EF4-FFF2-40B4-BE49-F238E27FC236}">
                          <a16:creationId xmlns:a16="http://schemas.microsoft.com/office/drawing/2014/main" id="{37086AF7-7CFD-9651-6DD7-4639FC60E557}"/>
                        </a:ext>
                      </a:extLst>
                    </p:cNvPr>
                    <p:cNvGrpSpPr/>
                    <p:nvPr/>
                  </p:nvGrpSpPr>
                  <p:grpSpPr>
                    <a:xfrm rot="14400000" flipH="1">
                      <a:off x="6389147" y="3932622"/>
                      <a:ext cx="393192" cy="393192"/>
                      <a:chOff x="5354637" y="3446463"/>
                      <a:chExt cx="214313" cy="214313"/>
                    </a:xfrm>
                  </p:grpSpPr>
                  <p:sp>
                    <p:nvSpPr>
                      <p:cNvPr id="8476" name="Arc 8475">
                        <a:extLst>
                          <a:ext uri="{FF2B5EF4-FFF2-40B4-BE49-F238E27FC236}">
                            <a16:creationId xmlns:a16="http://schemas.microsoft.com/office/drawing/2014/main" id="{2655FB32-FFB0-FC7E-C64D-072E7A6FDF5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477" name="Arc 8476">
                        <a:extLst>
                          <a:ext uri="{FF2B5EF4-FFF2-40B4-BE49-F238E27FC236}">
                            <a16:creationId xmlns:a16="http://schemas.microsoft.com/office/drawing/2014/main" id="{632D1BD0-D957-5F64-0AA7-46668A770E2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475" name="TextBox 8474">
                      <a:extLst>
                        <a:ext uri="{FF2B5EF4-FFF2-40B4-BE49-F238E27FC236}">
                          <a16:creationId xmlns:a16="http://schemas.microsoft.com/office/drawing/2014/main" id="{72B330E3-D51F-8F20-83EA-6D1A00C1849C}"/>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421" name="Group 8420">
                  <a:extLst>
                    <a:ext uri="{FF2B5EF4-FFF2-40B4-BE49-F238E27FC236}">
                      <a16:creationId xmlns:a16="http://schemas.microsoft.com/office/drawing/2014/main" id="{602050FE-AE6C-52DD-B103-A2B5B590BB0A}"/>
                    </a:ext>
                  </a:extLst>
                </p:cNvPr>
                <p:cNvGrpSpPr/>
                <p:nvPr/>
              </p:nvGrpSpPr>
              <p:grpSpPr>
                <a:xfrm>
                  <a:off x="6069086" y="3246228"/>
                  <a:ext cx="1019224" cy="991639"/>
                  <a:chOff x="5886431" y="3225768"/>
                  <a:chExt cx="1019224" cy="991639"/>
                </a:xfrm>
              </p:grpSpPr>
              <p:grpSp>
                <p:nvGrpSpPr>
                  <p:cNvPr id="8422" name="Group 8421">
                    <a:extLst>
                      <a:ext uri="{FF2B5EF4-FFF2-40B4-BE49-F238E27FC236}">
                        <a16:creationId xmlns:a16="http://schemas.microsoft.com/office/drawing/2014/main" id="{D751245D-F0F4-9353-8D39-3B1AA36B0425}"/>
                      </a:ext>
                    </a:extLst>
                  </p:cNvPr>
                  <p:cNvGrpSpPr/>
                  <p:nvPr/>
                </p:nvGrpSpPr>
                <p:grpSpPr>
                  <a:xfrm>
                    <a:off x="6197413" y="3824215"/>
                    <a:ext cx="393192" cy="393192"/>
                    <a:chOff x="5265196" y="3357021"/>
                    <a:chExt cx="393192" cy="393192"/>
                  </a:xfrm>
                </p:grpSpPr>
                <p:grpSp>
                  <p:nvGrpSpPr>
                    <p:cNvPr id="8457" name="Group 8456">
                      <a:extLst>
                        <a:ext uri="{FF2B5EF4-FFF2-40B4-BE49-F238E27FC236}">
                          <a16:creationId xmlns:a16="http://schemas.microsoft.com/office/drawing/2014/main" id="{B3A604D3-834E-25A2-6C4F-50CF86D359FD}"/>
                        </a:ext>
                      </a:extLst>
                    </p:cNvPr>
                    <p:cNvGrpSpPr/>
                    <p:nvPr/>
                  </p:nvGrpSpPr>
                  <p:grpSpPr>
                    <a:xfrm rot="14400000">
                      <a:off x="5265196" y="3357021"/>
                      <a:ext cx="393192" cy="393192"/>
                      <a:chOff x="5354637" y="3446463"/>
                      <a:chExt cx="214313" cy="214313"/>
                    </a:xfrm>
                  </p:grpSpPr>
                  <p:sp>
                    <p:nvSpPr>
                      <p:cNvPr id="8466" name="Arc 8465">
                        <a:extLst>
                          <a:ext uri="{FF2B5EF4-FFF2-40B4-BE49-F238E27FC236}">
                            <a16:creationId xmlns:a16="http://schemas.microsoft.com/office/drawing/2014/main" id="{90DFF472-5B01-7D6D-4B86-81BEBA422A7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467" name="Arc 8466">
                        <a:extLst>
                          <a:ext uri="{FF2B5EF4-FFF2-40B4-BE49-F238E27FC236}">
                            <a16:creationId xmlns:a16="http://schemas.microsoft.com/office/drawing/2014/main" id="{422E0854-325C-B37D-E69F-EAF1FF1ADAB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458" name="Group 8457">
                      <a:extLst>
                        <a:ext uri="{FF2B5EF4-FFF2-40B4-BE49-F238E27FC236}">
                          <a16:creationId xmlns:a16="http://schemas.microsoft.com/office/drawing/2014/main" id="{1D15C146-396C-BA1E-6BEA-5CCA13B9ECE1}"/>
                        </a:ext>
                      </a:extLst>
                    </p:cNvPr>
                    <p:cNvGrpSpPr/>
                    <p:nvPr/>
                  </p:nvGrpSpPr>
                  <p:grpSpPr>
                    <a:xfrm>
                      <a:off x="5310186" y="3402011"/>
                      <a:ext cx="303213" cy="303213"/>
                      <a:chOff x="5310186" y="3402011"/>
                      <a:chExt cx="303213" cy="303213"/>
                    </a:xfrm>
                  </p:grpSpPr>
                  <p:grpSp>
                    <p:nvGrpSpPr>
                      <p:cNvPr id="8459" name="Group 8458">
                        <a:extLst>
                          <a:ext uri="{FF2B5EF4-FFF2-40B4-BE49-F238E27FC236}">
                            <a16:creationId xmlns:a16="http://schemas.microsoft.com/office/drawing/2014/main" id="{64B1D1FE-1B24-0446-DFD0-441F4887BDAE}"/>
                          </a:ext>
                        </a:extLst>
                      </p:cNvPr>
                      <p:cNvGrpSpPr/>
                      <p:nvPr/>
                    </p:nvGrpSpPr>
                    <p:grpSpPr>
                      <a:xfrm>
                        <a:off x="5354636" y="3446461"/>
                        <a:ext cx="214313" cy="214313"/>
                        <a:chOff x="5354637" y="3446463"/>
                        <a:chExt cx="214313" cy="214313"/>
                      </a:xfrm>
                    </p:grpSpPr>
                    <p:sp>
                      <p:nvSpPr>
                        <p:cNvPr id="8464" name="Arc 8463">
                          <a:extLst>
                            <a:ext uri="{FF2B5EF4-FFF2-40B4-BE49-F238E27FC236}">
                              <a16:creationId xmlns:a16="http://schemas.microsoft.com/office/drawing/2014/main" id="{2072B800-F2BB-1DBB-04AC-4B105C86E96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465" name="Arc 8464">
                          <a:extLst>
                            <a:ext uri="{FF2B5EF4-FFF2-40B4-BE49-F238E27FC236}">
                              <a16:creationId xmlns:a16="http://schemas.microsoft.com/office/drawing/2014/main" id="{FF26C89F-CAE9-9296-988D-187F2FDA1BE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460" name="Group 8459">
                        <a:extLst>
                          <a:ext uri="{FF2B5EF4-FFF2-40B4-BE49-F238E27FC236}">
                            <a16:creationId xmlns:a16="http://schemas.microsoft.com/office/drawing/2014/main" id="{99034908-317F-50C5-9B0C-2733B4FD99B9}"/>
                          </a:ext>
                        </a:extLst>
                      </p:cNvPr>
                      <p:cNvGrpSpPr/>
                      <p:nvPr/>
                    </p:nvGrpSpPr>
                    <p:grpSpPr>
                      <a:xfrm rot="7200000">
                        <a:off x="5310186" y="3402011"/>
                        <a:ext cx="303213" cy="303213"/>
                        <a:chOff x="5354637" y="3446463"/>
                        <a:chExt cx="214313" cy="214313"/>
                      </a:xfrm>
                    </p:grpSpPr>
                    <p:sp>
                      <p:nvSpPr>
                        <p:cNvPr id="8462" name="Arc 8461">
                          <a:extLst>
                            <a:ext uri="{FF2B5EF4-FFF2-40B4-BE49-F238E27FC236}">
                              <a16:creationId xmlns:a16="http://schemas.microsoft.com/office/drawing/2014/main" id="{1926D8B6-B903-E2F7-4526-6A13046A6E8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463" name="Arc 8462">
                          <a:extLst>
                            <a:ext uri="{FF2B5EF4-FFF2-40B4-BE49-F238E27FC236}">
                              <a16:creationId xmlns:a16="http://schemas.microsoft.com/office/drawing/2014/main" id="{FFB04133-6A62-88E6-4F15-EAF798C7611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461" name="TextBox 8460">
                        <a:extLst>
                          <a:ext uri="{FF2B5EF4-FFF2-40B4-BE49-F238E27FC236}">
                            <a16:creationId xmlns:a16="http://schemas.microsoft.com/office/drawing/2014/main" id="{0405E5E8-BA2B-30C7-2C5F-C6A04F300221}"/>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423" name="Group 8422">
                    <a:extLst>
                      <a:ext uri="{FF2B5EF4-FFF2-40B4-BE49-F238E27FC236}">
                        <a16:creationId xmlns:a16="http://schemas.microsoft.com/office/drawing/2014/main" id="{401A6B3C-1563-7004-0CF9-A8028650C92D}"/>
                      </a:ext>
                    </a:extLst>
                  </p:cNvPr>
                  <p:cNvGrpSpPr/>
                  <p:nvPr/>
                </p:nvGrpSpPr>
                <p:grpSpPr>
                  <a:xfrm>
                    <a:off x="5886431" y="3525040"/>
                    <a:ext cx="393192" cy="393192"/>
                    <a:chOff x="5265196" y="3932619"/>
                    <a:chExt cx="393192" cy="393192"/>
                  </a:xfrm>
                </p:grpSpPr>
                <p:grpSp>
                  <p:nvGrpSpPr>
                    <p:cNvPr id="8447" name="Group 8446">
                      <a:extLst>
                        <a:ext uri="{FF2B5EF4-FFF2-40B4-BE49-F238E27FC236}">
                          <a16:creationId xmlns:a16="http://schemas.microsoft.com/office/drawing/2014/main" id="{0BDF206D-7790-E28A-49E8-F7D27A411B12}"/>
                        </a:ext>
                      </a:extLst>
                    </p:cNvPr>
                    <p:cNvGrpSpPr/>
                    <p:nvPr/>
                  </p:nvGrpSpPr>
                  <p:grpSpPr>
                    <a:xfrm>
                      <a:off x="5354636" y="4022061"/>
                      <a:ext cx="214313" cy="214313"/>
                      <a:chOff x="5354637" y="3446463"/>
                      <a:chExt cx="214313" cy="214313"/>
                    </a:xfrm>
                  </p:grpSpPr>
                  <p:sp>
                    <p:nvSpPr>
                      <p:cNvPr id="8455" name="Arc 8454">
                        <a:extLst>
                          <a:ext uri="{FF2B5EF4-FFF2-40B4-BE49-F238E27FC236}">
                            <a16:creationId xmlns:a16="http://schemas.microsoft.com/office/drawing/2014/main" id="{7042313C-C3D5-2ADB-E330-654E7217692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456" name="Arc 8455">
                        <a:extLst>
                          <a:ext uri="{FF2B5EF4-FFF2-40B4-BE49-F238E27FC236}">
                            <a16:creationId xmlns:a16="http://schemas.microsoft.com/office/drawing/2014/main" id="{7432C375-C27D-05CC-BD63-1F3E6988CF9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448" name="Group 8447">
                      <a:extLst>
                        <a:ext uri="{FF2B5EF4-FFF2-40B4-BE49-F238E27FC236}">
                          <a16:creationId xmlns:a16="http://schemas.microsoft.com/office/drawing/2014/main" id="{7D3DEC13-75D5-A517-849E-7A3435D3A628}"/>
                        </a:ext>
                      </a:extLst>
                    </p:cNvPr>
                    <p:cNvGrpSpPr/>
                    <p:nvPr/>
                  </p:nvGrpSpPr>
                  <p:grpSpPr>
                    <a:xfrm rot="14400000">
                      <a:off x="5310186" y="3977611"/>
                      <a:ext cx="303213" cy="303213"/>
                      <a:chOff x="5354637" y="3446463"/>
                      <a:chExt cx="214313" cy="214313"/>
                    </a:xfrm>
                  </p:grpSpPr>
                  <p:sp>
                    <p:nvSpPr>
                      <p:cNvPr id="8453" name="Arc 8452">
                        <a:extLst>
                          <a:ext uri="{FF2B5EF4-FFF2-40B4-BE49-F238E27FC236}">
                            <a16:creationId xmlns:a16="http://schemas.microsoft.com/office/drawing/2014/main" id="{30BADAA0-964E-6366-2085-A43C9653BB7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454" name="Arc 8453">
                        <a:extLst>
                          <a:ext uri="{FF2B5EF4-FFF2-40B4-BE49-F238E27FC236}">
                            <a16:creationId xmlns:a16="http://schemas.microsoft.com/office/drawing/2014/main" id="{1909C94B-F401-0BFE-8B54-C21883CDCE2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449" name="Group 8448">
                      <a:extLst>
                        <a:ext uri="{FF2B5EF4-FFF2-40B4-BE49-F238E27FC236}">
                          <a16:creationId xmlns:a16="http://schemas.microsoft.com/office/drawing/2014/main" id="{3560057D-F725-4C55-EA73-F325DA1F6E72}"/>
                        </a:ext>
                      </a:extLst>
                    </p:cNvPr>
                    <p:cNvGrpSpPr/>
                    <p:nvPr/>
                  </p:nvGrpSpPr>
                  <p:grpSpPr>
                    <a:xfrm rot="7200000">
                      <a:off x="5265196" y="3932619"/>
                      <a:ext cx="393192" cy="393192"/>
                      <a:chOff x="5354637" y="3446463"/>
                      <a:chExt cx="214313" cy="214313"/>
                    </a:xfrm>
                  </p:grpSpPr>
                  <p:sp>
                    <p:nvSpPr>
                      <p:cNvPr id="8451" name="Arc 8450">
                        <a:extLst>
                          <a:ext uri="{FF2B5EF4-FFF2-40B4-BE49-F238E27FC236}">
                            <a16:creationId xmlns:a16="http://schemas.microsoft.com/office/drawing/2014/main" id="{A4CFCDCA-B034-8CE1-872A-20F2337425E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452" name="Arc 8451">
                        <a:extLst>
                          <a:ext uri="{FF2B5EF4-FFF2-40B4-BE49-F238E27FC236}">
                            <a16:creationId xmlns:a16="http://schemas.microsoft.com/office/drawing/2014/main" id="{2508375D-1ADD-E893-35B2-2F2382082BC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450" name="TextBox 8449">
                      <a:extLst>
                        <a:ext uri="{FF2B5EF4-FFF2-40B4-BE49-F238E27FC236}">
                          <a16:creationId xmlns:a16="http://schemas.microsoft.com/office/drawing/2014/main" id="{70469B64-94E4-9233-D8D9-25030D2CE867}"/>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8424" name="Group 8423">
                    <a:extLst>
                      <a:ext uri="{FF2B5EF4-FFF2-40B4-BE49-F238E27FC236}">
                        <a16:creationId xmlns:a16="http://schemas.microsoft.com/office/drawing/2014/main" id="{73FC256D-AE19-0A9E-DF06-0472E962ADD4}"/>
                      </a:ext>
                    </a:extLst>
                  </p:cNvPr>
                  <p:cNvGrpSpPr/>
                  <p:nvPr/>
                </p:nvGrpSpPr>
                <p:grpSpPr>
                  <a:xfrm>
                    <a:off x="6512463" y="3525040"/>
                    <a:ext cx="393192" cy="393192"/>
                    <a:chOff x="6389147" y="3357021"/>
                    <a:chExt cx="393192" cy="393192"/>
                  </a:xfrm>
                </p:grpSpPr>
                <p:grpSp>
                  <p:nvGrpSpPr>
                    <p:cNvPr id="8436" name="Group 8435">
                      <a:extLst>
                        <a:ext uri="{FF2B5EF4-FFF2-40B4-BE49-F238E27FC236}">
                          <a16:creationId xmlns:a16="http://schemas.microsoft.com/office/drawing/2014/main" id="{492E56A4-CB5B-130E-6C10-87138526FEFA}"/>
                        </a:ext>
                      </a:extLst>
                    </p:cNvPr>
                    <p:cNvGrpSpPr/>
                    <p:nvPr/>
                  </p:nvGrpSpPr>
                  <p:grpSpPr>
                    <a:xfrm rot="7200000" flipH="1">
                      <a:off x="6389147" y="3357021"/>
                      <a:ext cx="393192" cy="393192"/>
                      <a:chOff x="5354637" y="3446463"/>
                      <a:chExt cx="214313" cy="214313"/>
                    </a:xfrm>
                  </p:grpSpPr>
                  <p:sp>
                    <p:nvSpPr>
                      <p:cNvPr id="8445" name="Arc 8444">
                        <a:extLst>
                          <a:ext uri="{FF2B5EF4-FFF2-40B4-BE49-F238E27FC236}">
                            <a16:creationId xmlns:a16="http://schemas.microsoft.com/office/drawing/2014/main" id="{92590FC0-13C2-6607-ECAD-5CF613EEDBE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446" name="Arc 8445">
                        <a:extLst>
                          <a:ext uri="{FF2B5EF4-FFF2-40B4-BE49-F238E27FC236}">
                            <a16:creationId xmlns:a16="http://schemas.microsoft.com/office/drawing/2014/main" id="{EEAB8EDB-064B-31B2-9215-A8EED6344EB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437" name="Group 8436">
                      <a:extLst>
                        <a:ext uri="{FF2B5EF4-FFF2-40B4-BE49-F238E27FC236}">
                          <a16:creationId xmlns:a16="http://schemas.microsoft.com/office/drawing/2014/main" id="{D5537022-533A-D210-08AF-81918D4786D2}"/>
                        </a:ext>
                      </a:extLst>
                    </p:cNvPr>
                    <p:cNvGrpSpPr/>
                    <p:nvPr/>
                  </p:nvGrpSpPr>
                  <p:grpSpPr>
                    <a:xfrm>
                      <a:off x="6434137" y="3402011"/>
                      <a:ext cx="303213" cy="303213"/>
                      <a:chOff x="6434137" y="3402011"/>
                      <a:chExt cx="303213" cy="303213"/>
                    </a:xfrm>
                  </p:grpSpPr>
                  <p:grpSp>
                    <p:nvGrpSpPr>
                      <p:cNvPr id="8438" name="Group 8437">
                        <a:extLst>
                          <a:ext uri="{FF2B5EF4-FFF2-40B4-BE49-F238E27FC236}">
                            <a16:creationId xmlns:a16="http://schemas.microsoft.com/office/drawing/2014/main" id="{74B81994-0EDC-642D-6B27-6CFADF129C18}"/>
                          </a:ext>
                        </a:extLst>
                      </p:cNvPr>
                      <p:cNvGrpSpPr/>
                      <p:nvPr/>
                    </p:nvGrpSpPr>
                    <p:grpSpPr>
                      <a:xfrm flipH="1">
                        <a:off x="6478587" y="3446461"/>
                        <a:ext cx="214313" cy="214313"/>
                        <a:chOff x="5354637" y="3446463"/>
                        <a:chExt cx="214313" cy="214313"/>
                      </a:xfrm>
                    </p:grpSpPr>
                    <p:sp>
                      <p:nvSpPr>
                        <p:cNvPr id="8443" name="Arc 8442">
                          <a:extLst>
                            <a:ext uri="{FF2B5EF4-FFF2-40B4-BE49-F238E27FC236}">
                              <a16:creationId xmlns:a16="http://schemas.microsoft.com/office/drawing/2014/main" id="{35CB89B9-FFBE-FDCE-B2C8-44D671D3DCC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444" name="Arc 8443">
                          <a:extLst>
                            <a:ext uri="{FF2B5EF4-FFF2-40B4-BE49-F238E27FC236}">
                              <a16:creationId xmlns:a16="http://schemas.microsoft.com/office/drawing/2014/main" id="{3FC3A869-0E38-FD9E-B1F5-8E4C5F8862D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439" name="Group 8438">
                        <a:extLst>
                          <a:ext uri="{FF2B5EF4-FFF2-40B4-BE49-F238E27FC236}">
                            <a16:creationId xmlns:a16="http://schemas.microsoft.com/office/drawing/2014/main" id="{8D5AEE52-B6B1-695C-D32A-E83F8C6990FF}"/>
                          </a:ext>
                        </a:extLst>
                      </p:cNvPr>
                      <p:cNvGrpSpPr/>
                      <p:nvPr/>
                    </p:nvGrpSpPr>
                    <p:grpSpPr>
                      <a:xfrm rot="14400000" flipH="1">
                        <a:off x="6434137" y="3402011"/>
                        <a:ext cx="303213" cy="303213"/>
                        <a:chOff x="5354637" y="3446463"/>
                        <a:chExt cx="214313" cy="214313"/>
                      </a:xfrm>
                    </p:grpSpPr>
                    <p:sp>
                      <p:nvSpPr>
                        <p:cNvPr id="8441" name="Arc 8440">
                          <a:extLst>
                            <a:ext uri="{FF2B5EF4-FFF2-40B4-BE49-F238E27FC236}">
                              <a16:creationId xmlns:a16="http://schemas.microsoft.com/office/drawing/2014/main" id="{EB0AA2B6-3AA4-E3AC-4E67-EA0CDEE1DFF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442" name="Arc 8441">
                          <a:extLst>
                            <a:ext uri="{FF2B5EF4-FFF2-40B4-BE49-F238E27FC236}">
                              <a16:creationId xmlns:a16="http://schemas.microsoft.com/office/drawing/2014/main" id="{CA6E63EF-211A-4E42-6677-874C96FFC79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440" name="TextBox 8439">
                        <a:extLst>
                          <a:ext uri="{FF2B5EF4-FFF2-40B4-BE49-F238E27FC236}">
                            <a16:creationId xmlns:a16="http://schemas.microsoft.com/office/drawing/2014/main" id="{83C93EB5-CC2D-5482-945B-D62AAF964220}"/>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425" name="Group 8424">
                    <a:extLst>
                      <a:ext uri="{FF2B5EF4-FFF2-40B4-BE49-F238E27FC236}">
                        <a16:creationId xmlns:a16="http://schemas.microsoft.com/office/drawing/2014/main" id="{00823D4A-A38C-C8D6-4966-1CCDD585B95D}"/>
                      </a:ext>
                    </a:extLst>
                  </p:cNvPr>
                  <p:cNvGrpSpPr/>
                  <p:nvPr/>
                </p:nvGrpSpPr>
                <p:grpSpPr>
                  <a:xfrm>
                    <a:off x="6197413" y="3225768"/>
                    <a:ext cx="393192" cy="393192"/>
                    <a:chOff x="6389147" y="3932622"/>
                    <a:chExt cx="393192" cy="393192"/>
                  </a:xfrm>
                </p:grpSpPr>
                <p:grpSp>
                  <p:nvGrpSpPr>
                    <p:cNvPr id="8426" name="Group 8425">
                      <a:extLst>
                        <a:ext uri="{FF2B5EF4-FFF2-40B4-BE49-F238E27FC236}">
                          <a16:creationId xmlns:a16="http://schemas.microsoft.com/office/drawing/2014/main" id="{36777AE8-F17A-6722-080B-3178BADAFCFD}"/>
                        </a:ext>
                      </a:extLst>
                    </p:cNvPr>
                    <p:cNvGrpSpPr/>
                    <p:nvPr/>
                  </p:nvGrpSpPr>
                  <p:grpSpPr>
                    <a:xfrm flipH="1">
                      <a:off x="6478587" y="4022061"/>
                      <a:ext cx="214313" cy="214313"/>
                      <a:chOff x="5354637" y="3446463"/>
                      <a:chExt cx="214313" cy="214313"/>
                    </a:xfrm>
                  </p:grpSpPr>
                  <p:sp>
                    <p:nvSpPr>
                      <p:cNvPr id="8434" name="Arc 8433">
                        <a:extLst>
                          <a:ext uri="{FF2B5EF4-FFF2-40B4-BE49-F238E27FC236}">
                            <a16:creationId xmlns:a16="http://schemas.microsoft.com/office/drawing/2014/main" id="{9307D127-6F4C-C66B-F0D3-BA8876B9FC7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435" name="Arc 8434">
                        <a:extLst>
                          <a:ext uri="{FF2B5EF4-FFF2-40B4-BE49-F238E27FC236}">
                            <a16:creationId xmlns:a16="http://schemas.microsoft.com/office/drawing/2014/main" id="{679D6871-5F87-0994-B3A8-62D1B1E79B2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427" name="Group 8426">
                      <a:extLst>
                        <a:ext uri="{FF2B5EF4-FFF2-40B4-BE49-F238E27FC236}">
                          <a16:creationId xmlns:a16="http://schemas.microsoft.com/office/drawing/2014/main" id="{D83A9ACF-1CBD-69D0-D757-B07EF1243706}"/>
                        </a:ext>
                      </a:extLst>
                    </p:cNvPr>
                    <p:cNvGrpSpPr/>
                    <p:nvPr/>
                  </p:nvGrpSpPr>
                  <p:grpSpPr>
                    <a:xfrm rot="7200000" flipH="1">
                      <a:off x="6434137" y="3977611"/>
                      <a:ext cx="303213" cy="303213"/>
                      <a:chOff x="5354637" y="3446463"/>
                      <a:chExt cx="214313" cy="214313"/>
                    </a:xfrm>
                  </p:grpSpPr>
                  <p:sp>
                    <p:nvSpPr>
                      <p:cNvPr id="8432" name="Arc 8431">
                        <a:extLst>
                          <a:ext uri="{FF2B5EF4-FFF2-40B4-BE49-F238E27FC236}">
                            <a16:creationId xmlns:a16="http://schemas.microsoft.com/office/drawing/2014/main" id="{A1697934-0301-1A7A-ECA8-0797CD74260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433" name="Arc 8432">
                        <a:extLst>
                          <a:ext uri="{FF2B5EF4-FFF2-40B4-BE49-F238E27FC236}">
                            <a16:creationId xmlns:a16="http://schemas.microsoft.com/office/drawing/2014/main" id="{79388AA1-A767-DA95-4020-7D4F03FF8FC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428" name="Group 8427">
                      <a:extLst>
                        <a:ext uri="{FF2B5EF4-FFF2-40B4-BE49-F238E27FC236}">
                          <a16:creationId xmlns:a16="http://schemas.microsoft.com/office/drawing/2014/main" id="{85161004-F223-678A-E095-B705EB21106D}"/>
                        </a:ext>
                      </a:extLst>
                    </p:cNvPr>
                    <p:cNvGrpSpPr/>
                    <p:nvPr/>
                  </p:nvGrpSpPr>
                  <p:grpSpPr>
                    <a:xfrm rot="14400000" flipH="1">
                      <a:off x="6389147" y="3932622"/>
                      <a:ext cx="393192" cy="393192"/>
                      <a:chOff x="5354637" y="3446463"/>
                      <a:chExt cx="214313" cy="214313"/>
                    </a:xfrm>
                  </p:grpSpPr>
                  <p:sp>
                    <p:nvSpPr>
                      <p:cNvPr id="8430" name="Arc 8429">
                        <a:extLst>
                          <a:ext uri="{FF2B5EF4-FFF2-40B4-BE49-F238E27FC236}">
                            <a16:creationId xmlns:a16="http://schemas.microsoft.com/office/drawing/2014/main" id="{05A237BF-EB96-6572-229B-38889B2812F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431" name="Arc 8430">
                        <a:extLst>
                          <a:ext uri="{FF2B5EF4-FFF2-40B4-BE49-F238E27FC236}">
                            <a16:creationId xmlns:a16="http://schemas.microsoft.com/office/drawing/2014/main" id="{DBC09E24-6E12-BFAB-28D2-F1CF24283E1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429" name="TextBox 8428">
                      <a:extLst>
                        <a:ext uri="{FF2B5EF4-FFF2-40B4-BE49-F238E27FC236}">
                          <a16:creationId xmlns:a16="http://schemas.microsoft.com/office/drawing/2014/main" id="{7107E2BD-7683-AF14-836A-771ECB015F42}"/>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6126" name="Group 6125">
              <a:extLst>
                <a:ext uri="{FF2B5EF4-FFF2-40B4-BE49-F238E27FC236}">
                  <a16:creationId xmlns:a16="http://schemas.microsoft.com/office/drawing/2014/main" id="{12B8A447-08B5-B6BF-4474-E471F41D52D4}"/>
                </a:ext>
              </a:extLst>
            </p:cNvPr>
            <p:cNvGrpSpPr/>
            <p:nvPr/>
          </p:nvGrpSpPr>
          <p:grpSpPr>
            <a:xfrm>
              <a:off x="4576926" y="706347"/>
              <a:ext cx="2263438" cy="2198360"/>
              <a:chOff x="5445106" y="2039507"/>
              <a:chExt cx="2263438" cy="2198360"/>
            </a:xfrm>
          </p:grpSpPr>
          <p:grpSp>
            <p:nvGrpSpPr>
              <p:cNvPr id="8228" name="Group 8227">
                <a:extLst>
                  <a:ext uri="{FF2B5EF4-FFF2-40B4-BE49-F238E27FC236}">
                    <a16:creationId xmlns:a16="http://schemas.microsoft.com/office/drawing/2014/main" id="{ECAB8B04-413D-0F45-CF75-2C059F999817}"/>
                  </a:ext>
                </a:extLst>
              </p:cNvPr>
              <p:cNvGrpSpPr/>
              <p:nvPr/>
            </p:nvGrpSpPr>
            <p:grpSpPr>
              <a:xfrm>
                <a:off x="5445106" y="2644743"/>
                <a:ext cx="1643204" cy="1593124"/>
                <a:chOff x="5445106" y="2644743"/>
                <a:chExt cx="1643204" cy="1593124"/>
              </a:xfrm>
            </p:grpSpPr>
            <p:grpSp>
              <p:nvGrpSpPr>
                <p:cNvPr id="8324" name="Group 8323">
                  <a:extLst>
                    <a:ext uri="{FF2B5EF4-FFF2-40B4-BE49-F238E27FC236}">
                      <a16:creationId xmlns:a16="http://schemas.microsoft.com/office/drawing/2014/main" id="{ABF3944C-08B8-EDAF-E613-FC03CA6E4142}"/>
                    </a:ext>
                  </a:extLst>
                </p:cNvPr>
                <p:cNvGrpSpPr/>
                <p:nvPr/>
              </p:nvGrpSpPr>
              <p:grpSpPr>
                <a:xfrm>
                  <a:off x="5445106" y="2644743"/>
                  <a:ext cx="1019224" cy="991639"/>
                  <a:chOff x="5886431" y="3225768"/>
                  <a:chExt cx="1019224" cy="991639"/>
                </a:xfrm>
              </p:grpSpPr>
              <p:grpSp>
                <p:nvGrpSpPr>
                  <p:cNvPr id="8372" name="Group 8371">
                    <a:extLst>
                      <a:ext uri="{FF2B5EF4-FFF2-40B4-BE49-F238E27FC236}">
                        <a16:creationId xmlns:a16="http://schemas.microsoft.com/office/drawing/2014/main" id="{A361FE7F-F780-773E-5257-E7865317C950}"/>
                      </a:ext>
                    </a:extLst>
                  </p:cNvPr>
                  <p:cNvGrpSpPr/>
                  <p:nvPr/>
                </p:nvGrpSpPr>
                <p:grpSpPr>
                  <a:xfrm>
                    <a:off x="6197413" y="3824215"/>
                    <a:ext cx="393192" cy="393192"/>
                    <a:chOff x="5265196" y="3357021"/>
                    <a:chExt cx="393192" cy="393192"/>
                  </a:xfrm>
                </p:grpSpPr>
                <p:grpSp>
                  <p:nvGrpSpPr>
                    <p:cNvPr id="8407" name="Group 8406">
                      <a:extLst>
                        <a:ext uri="{FF2B5EF4-FFF2-40B4-BE49-F238E27FC236}">
                          <a16:creationId xmlns:a16="http://schemas.microsoft.com/office/drawing/2014/main" id="{FC6CD0A1-F88F-414B-A5D2-432773F49064}"/>
                        </a:ext>
                      </a:extLst>
                    </p:cNvPr>
                    <p:cNvGrpSpPr/>
                    <p:nvPr/>
                  </p:nvGrpSpPr>
                  <p:grpSpPr>
                    <a:xfrm rot="14400000">
                      <a:off x="5265196" y="3357021"/>
                      <a:ext cx="393192" cy="393192"/>
                      <a:chOff x="5354637" y="3446463"/>
                      <a:chExt cx="214313" cy="214313"/>
                    </a:xfrm>
                  </p:grpSpPr>
                  <p:sp>
                    <p:nvSpPr>
                      <p:cNvPr id="8416" name="Arc 8415">
                        <a:extLst>
                          <a:ext uri="{FF2B5EF4-FFF2-40B4-BE49-F238E27FC236}">
                            <a16:creationId xmlns:a16="http://schemas.microsoft.com/office/drawing/2014/main" id="{BF4559AF-9E91-23FE-FEEA-BFE205909E2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417" name="Arc 8416">
                        <a:extLst>
                          <a:ext uri="{FF2B5EF4-FFF2-40B4-BE49-F238E27FC236}">
                            <a16:creationId xmlns:a16="http://schemas.microsoft.com/office/drawing/2014/main" id="{EF2703ED-36E2-DE22-6754-481CA4FA8EB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408" name="Group 8407">
                      <a:extLst>
                        <a:ext uri="{FF2B5EF4-FFF2-40B4-BE49-F238E27FC236}">
                          <a16:creationId xmlns:a16="http://schemas.microsoft.com/office/drawing/2014/main" id="{DAB027A8-325D-CDD4-B56B-234CE0BEBEFF}"/>
                        </a:ext>
                      </a:extLst>
                    </p:cNvPr>
                    <p:cNvGrpSpPr/>
                    <p:nvPr/>
                  </p:nvGrpSpPr>
                  <p:grpSpPr>
                    <a:xfrm>
                      <a:off x="5310186" y="3402011"/>
                      <a:ext cx="303213" cy="303213"/>
                      <a:chOff x="5310186" y="3402011"/>
                      <a:chExt cx="303213" cy="303213"/>
                    </a:xfrm>
                  </p:grpSpPr>
                  <p:grpSp>
                    <p:nvGrpSpPr>
                      <p:cNvPr id="8409" name="Group 8408">
                        <a:extLst>
                          <a:ext uri="{FF2B5EF4-FFF2-40B4-BE49-F238E27FC236}">
                            <a16:creationId xmlns:a16="http://schemas.microsoft.com/office/drawing/2014/main" id="{38D8C4D2-A05B-8EE0-3023-DFACA52AFFD5}"/>
                          </a:ext>
                        </a:extLst>
                      </p:cNvPr>
                      <p:cNvGrpSpPr/>
                      <p:nvPr/>
                    </p:nvGrpSpPr>
                    <p:grpSpPr>
                      <a:xfrm>
                        <a:off x="5354636" y="3446461"/>
                        <a:ext cx="214313" cy="214313"/>
                        <a:chOff x="5354637" y="3446463"/>
                        <a:chExt cx="214313" cy="214313"/>
                      </a:xfrm>
                    </p:grpSpPr>
                    <p:sp>
                      <p:nvSpPr>
                        <p:cNvPr id="8414" name="Arc 8413">
                          <a:extLst>
                            <a:ext uri="{FF2B5EF4-FFF2-40B4-BE49-F238E27FC236}">
                              <a16:creationId xmlns:a16="http://schemas.microsoft.com/office/drawing/2014/main" id="{784F05C6-94F5-D430-0DF0-8D0CF963BFC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415" name="Arc 8414">
                          <a:extLst>
                            <a:ext uri="{FF2B5EF4-FFF2-40B4-BE49-F238E27FC236}">
                              <a16:creationId xmlns:a16="http://schemas.microsoft.com/office/drawing/2014/main" id="{8B2B483A-3AD0-D730-3BE9-843328B1BC5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410" name="Group 8409">
                        <a:extLst>
                          <a:ext uri="{FF2B5EF4-FFF2-40B4-BE49-F238E27FC236}">
                            <a16:creationId xmlns:a16="http://schemas.microsoft.com/office/drawing/2014/main" id="{92DD1A2F-36D1-C60D-124C-04CBE60068F8}"/>
                          </a:ext>
                        </a:extLst>
                      </p:cNvPr>
                      <p:cNvGrpSpPr/>
                      <p:nvPr/>
                    </p:nvGrpSpPr>
                    <p:grpSpPr>
                      <a:xfrm rot="7200000">
                        <a:off x="5310186" y="3402011"/>
                        <a:ext cx="303213" cy="303213"/>
                        <a:chOff x="5354637" y="3446463"/>
                        <a:chExt cx="214313" cy="214313"/>
                      </a:xfrm>
                    </p:grpSpPr>
                    <p:sp>
                      <p:nvSpPr>
                        <p:cNvPr id="8412" name="Arc 8411">
                          <a:extLst>
                            <a:ext uri="{FF2B5EF4-FFF2-40B4-BE49-F238E27FC236}">
                              <a16:creationId xmlns:a16="http://schemas.microsoft.com/office/drawing/2014/main" id="{165C367F-4F9D-CFFF-E036-74D6062F2F6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413" name="Arc 8412">
                          <a:extLst>
                            <a:ext uri="{FF2B5EF4-FFF2-40B4-BE49-F238E27FC236}">
                              <a16:creationId xmlns:a16="http://schemas.microsoft.com/office/drawing/2014/main" id="{3C4E7B66-BE51-7EF4-DEED-43D652F271D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411" name="TextBox 8410">
                        <a:extLst>
                          <a:ext uri="{FF2B5EF4-FFF2-40B4-BE49-F238E27FC236}">
                            <a16:creationId xmlns:a16="http://schemas.microsoft.com/office/drawing/2014/main" id="{F40150B1-CE48-D985-CB12-044A56EC810D}"/>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373" name="Group 8372">
                    <a:extLst>
                      <a:ext uri="{FF2B5EF4-FFF2-40B4-BE49-F238E27FC236}">
                        <a16:creationId xmlns:a16="http://schemas.microsoft.com/office/drawing/2014/main" id="{3F3D1D1A-55CF-6B18-F552-3E551A6B575B}"/>
                      </a:ext>
                    </a:extLst>
                  </p:cNvPr>
                  <p:cNvGrpSpPr/>
                  <p:nvPr/>
                </p:nvGrpSpPr>
                <p:grpSpPr>
                  <a:xfrm>
                    <a:off x="5886431" y="3525040"/>
                    <a:ext cx="393192" cy="393192"/>
                    <a:chOff x="5265196" y="3932619"/>
                    <a:chExt cx="393192" cy="393192"/>
                  </a:xfrm>
                </p:grpSpPr>
                <p:grpSp>
                  <p:nvGrpSpPr>
                    <p:cNvPr id="8397" name="Group 8396">
                      <a:extLst>
                        <a:ext uri="{FF2B5EF4-FFF2-40B4-BE49-F238E27FC236}">
                          <a16:creationId xmlns:a16="http://schemas.microsoft.com/office/drawing/2014/main" id="{9CC2F7D4-B9A8-4CF2-9DC5-D35171619508}"/>
                        </a:ext>
                      </a:extLst>
                    </p:cNvPr>
                    <p:cNvGrpSpPr/>
                    <p:nvPr/>
                  </p:nvGrpSpPr>
                  <p:grpSpPr>
                    <a:xfrm>
                      <a:off x="5354636" y="4022061"/>
                      <a:ext cx="214313" cy="214313"/>
                      <a:chOff x="5354637" y="3446463"/>
                      <a:chExt cx="214313" cy="214313"/>
                    </a:xfrm>
                  </p:grpSpPr>
                  <p:sp>
                    <p:nvSpPr>
                      <p:cNvPr id="8405" name="Arc 8404">
                        <a:extLst>
                          <a:ext uri="{FF2B5EF4-FFF2-40B4-BE49-F238E27FC236}">
                            <a16:creationId xmlns:a16="http://schemas.microsoft.com/office/drawing/2014/main" id="{4A39AD8A-B64E-D31A-E5B7-DB89130FF8F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406" name="Arc 8405">
                        <a:extLst>
                          <a:ext uri="{FF2B5EF4-FFF2-40B4-BE49-F238E27FC236}">
                            <a16:creationId xmlns:a16="http://schemas.microsoft.com/office/drawing/2014/main" id="{D6C0D559-30F6-BE84-0037-3F762BF1CAC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398" name="Group 8397">
                      <a:extLst>
                        <a:ext uri="{FF2B5EF4-FFF2-40B4-BE49-F238E27FC236}">
                          <a16:creationId xmlns:a16="http://schemas.microsoft.com/office/drawing/2014/main" id="{25D53154-7464-BA6E-CCB4-6DD7E434AC4C}"/>
                        </a:ext>
                      </a:extLst>
                    </p:cNvPr>
                    <p:cNvGrpSpPr/>
                    <p:nvPr/>
                  </p:nvGrpSpPr>
                  <p:grpSpPr>
                    <a:xfrm rot="14400000">
                      <a:off x="5310186" y="3977611"/>
                      <a:ext cx="303213" cy="303213"/>
                      <a:chOff x="5354637" y="3446463"/>
                      <a:chExt cx="214313" cy="214313"/>
                    </a:xfrm>
                  </p:grpSpPr>
                  <p:sp>
                    <p:nvSpPr>
                      <p:cNvPr id="8403" name="Arc 8402">
                        <a:extLst>
                          <a:ext uri="{FF2B5EF4-FFF2-40B4-BE49-F238E27FC236}">
                            <a16:creationId xmlns:a16="http://schemas.microsoft.com/office/drawing/2014/main" id="{FFF00FDD-0423-51CE-6144-A482E1FEB98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404" name="Arc 8403">
                        <a:extLst>
                          <a:ext uri="{FF2B5EF4-FFF2-40B4-BE49-F238E27FC236}">
                            <a16:creationId xmlns:a16="http://schemas.microsoft.com/office/drawing/2014/main" id="{ED3937DA-A916-C9B3-D9EA-C47CB17C959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399" name="Group 8398">
                      <a:extLst>
                        <a:ext uri="{FF2B5EF4-FFF2-40B4-BE49-F238E27FC236}">
                          <a16:creationId xmlns:a16="http://schemas.microsoft.com/office/drawing/2014/main" id="{E094F450-1A82-A8F7-6CA5-E02B35E50E9B}"/>
                        </a:ext>
                      </a:extLst>
                    </p:cNvPr>
                    <p:cNvGrpSpPr/>
                    <p:nvPr/>
                  </p:nvGrpSpPr>
                  <p:grpSpPr>
                    <a:xfrm rot="7200000">
                      <a:off x="5265196" y="3932619"/>
                      <a:ext cx="393192" cy="393192"/>
                      <a:chOff x="5354637" y="3446463"/>
                      <a:chExt cx="214313" cy="214313"/>
                    </a:xfrm>
                  </p:grpSpPr>
                  <p:sp>
                    <p:nvSpPr>
                      <p:cNvPr id="8401" name="Arc 8400">
                        <a:extLst>
                          <a:ext uri="{FF2B5EF4-FFF2-40B4-BE49-F238E27FC236}">
                            <a16:creationId xmlns:a16="http://schemas.microsoft.com/office/drawing/2014/main" id="{264C36BF-D936-9DE4-FB8B-6C2362544DC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402" name="Arc 8401">
                        <a:extLst>
                          <a:ext uri="{FF2B5EF4-FFF2-40B4-BE49-F238E27FC236}">
                            <a16:creationId xmlns:a16="http://schemas.microsoft.com/office/drawing/2014/main" id="{5CFA2700-D50B-B199-9355-AFE60A751D3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400" name="TextBox 8399">
                      <a:extLst>
                        <a:ext uri="{FF2B5EF4-FFF2-40B4-BE49-F238E27FC236}">
                          <a16:creationId xmlns:a16="http://schemas.microsoft.com/office/drawing/2014/main" id="{63D99364-1410-B043-B3CE-F008AF8ED223}"/>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8374" name="Group 8373">
                    <a:extLst>
                      <a:ext uri="{FF2B5EF4-FFF2-40B4-BE49-F238E27FC236}">
                        <a16:creationId xmlns:a16="http://schemas.microsoft.com/office/drawing/2014/main" id="{8E4B74BA-747A-42AB-39DC-43E1B2A18B8F}"/>
                      </a:ext>
                    </a:extLst>
                  </p:cNvPr>
                  <p:cNvGrpSpPr/>
                  <p:nvPr/>
                </p:nvGrpSpPr>
                <p:grpSpPr>
                  <a:xfrm>
                    <a:off x="6512463" y="3525040"/>
                    <a:ext cx="393192" cy="393192"/>
                    <a:chOff x="6389147" y="3357021"/>
                    <a:chExt cx="393192" cy="393192"/>
                  </a:xfrm>
                </p:grpSpPr>
                <p:grpSp>
                  <p:nvGrpSpPr>
                    <p:cNvPr id="8386" name="Group 8385">
                      <a:extLst>
                        <a:ext uri="{FF2B5EF4-FFF2-40B4-BE49-F238E27FC236}">
                          <a16:creationId xmlns:a16="http://schemas.microsoft.com/office/drawing/2014/main" id="{991E6F06-54A1-41B2-3159-537C2A08C0C7}"/>
                        </a:ext>
                      </a:extLst>
                    </p:cNvPr>
                    <p:cNvGrpSpPr/>
                    <p:nvPr/>
                  </p:nvGrpSpPr>
                  <p:grpSpPr>
                    <a:xfrm rot="7200000" flipH="1">
                      <a:off x="6389147" y="3357021"/>
                      <a:ext cx="393192" cy="393192"/>
                      <a:chOff x="5354637" y="3446463"/>
                      <a:chExt cx="214313" cy="214313"/>
                    </a:xfrm>
                  </p:grpSpPr>
                  <p:sp>
                    <p:nvSpPr>
                      <p:cNvPr id="8395" name="Arc 8394">
                        <a:extLst>
                          <a:ext uri="{FF2B5EF4-FFF2-40B4-BE49-F238E27FC236}">
                            <a16:creationId xmlns:a16="http://schemas.microsoft.com/office/drawing/2014/main" id="{6AA7B0F3-BEEA-3C83-35FE-8718F22C236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396" name="Arc 8395">
                        <a:extLst>
                          <a:ext uri="{FF2B5EF4-FFF2-40B4-BE49-F238E27FC236}">
                            <a16:creationId xmlns:a16="http://schemas.microsoft.com/office/drawing/2014/main" id="{58F7F673-1B2D-01E8-EDBD-E9356F5DA7B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387" name="Group 8386">
                      <a:extLst>
                        <a:ext uri="{FF2B5EF4-FFF2-40B4-BE49-F238E27FC236}">
                          <a16:creationId xmlns:a16="http://schemas.microsoft.com/office/drawing/2014/main" id="{58C0C49D-393C-0309-E0DB-943F18CCBF86}"/>
                        </a:ext>
                      </a:extLst>
                    </p:cNvPr>
                    <p:cNvGrpSpPr/>
                    <p:nvPr/>
                  </p:nvGrpSpPr>
                  <p:grpSpPr>
                    <a:xfrm>
                      <a:off x="6434137" y="3402011"/>
                      <a:ext cx="303213" cy="303213"/>
                      <a:chOff x="6434137" y="3402011"/>
                      <a:chExt cx="303213" cy="303213"/>
                    </a:xfrm>
                  </p:grpSpPr>
                  <p:grpSp>
                    <p:nvGrpSpPr>
                      <p:cNvPr id="8388" name="Group 8387">
                        <a:extLst>
                          <a:ext uri="{FF2B5EF4-FFF2-40B4-BE49-F238E27FC236}">
                            <a16:creationId xmlns:a16="http://schemas.microsoft.com/office/drawing/2014/main" id="{54551527-CDA7-ACDE-998F-9BB177A69FCF}"/>
                          </a:ext>
                        </a:extLst>
                      </p:cNvPr>
                      <p:cNvGrpSpPr/>
                      <p:nvPr/>
                    </p:nvGrpSpPr>
                    <p:grpSpPr>
                      <a:xfrm flipH="1">
                        <a:off x="6478587" y="3446461"/>
                        <a:ext cx="214313" cy="214313"/>
                        <a:chOff x="5354637" y="3446463"/>
                        <a:chExt cx="214313" cy="214313"/>
                      </a:xfrm>
                    </p:grpSpPr>
                    <p:sp>
                      <p:nvSpPr>
                        <p:cNvPr id="8393" name="Arc 8392">
                          <a:extLst>
                            <a:ext uri="{FF2B5EF4-FFF2-40B4-BE49-F238E27FC236}">
                              <a16:creationId xmlns:a16="http://schemas.microsoft.com/office/drawing/2014/main" id="{2B4E278C-091A-8C0E-ED5F-2D6DFAA7920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394" name="Arc 8393">
                          <a:extLst>
                            <a:ext uri="{FF2B5EF4-FFF2-40B4-BE49-F238E27FC236}">
                              <a16:creationId xmlns:a16="http://schemas.microsoft.com/office/drawing/2014/main" id="{B6755A82-77AB-CFAB-D9EF-141F6D1A03A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389" name="Group 8388">
                        <a:extLst>
                          <a:ext uri="{FF2B5EF4-FFF2-40B4-BE49-F238E27FC236}">
                            <a16:creationId xmlns:a16="http://schemas.microsoft.com/office/drawing/2014/main" id="{6BCC26C7-0AF8-F943-B26A-CEBDFC46EC21}"/>
                          </a:ext>
                        </a:extLst>
                      </p:cNvPr>
                      <p:cNvGrpSpPr/>
                      <p:nvPr/>
                    </p:nvGrpSpPr>
                    <p:grpSpPr>
                      <a:xfrm rot="14400000" flipH="1">
                        <a:off x="6434137" y="3402011"/>
                        <a:ext cx="303213" cy="303213"/>
                        <a:chOff x="5354637" y="3446463"/>
                        <a:chExt cx="214313" cy="214313"/>
                      </a:xfrm>
                    </p:grpSpPr>
                    <p:sp>
                      <p:nvSpPr>
                        <p:cNvPr id="8391" name="Arc 8390">
                          <a:extLst>
                            <a:ext uri="{FF2B5EF4-FFF2-40B4-BE49-F238E27FC236}">
                              <a16:creationId xmlns:a16="http://schemas.microsoft.com/office/drawing/2014/main" id="{8A50A4BE-929D-849B-64DB-A3DD3F1DFA2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392" name="Arc 8391">
                          <a:extLst>
                            <a:ext uri="{FF2B5EF4-FFF2-40B4-BE49-F238E27FC236}">
                              <a16:creationId xmlns:a16="http://schemas.microsoft.com/office/drawing/2014/main" id="{AB1258EB-0EFB-CAA0-D6FD-590DBF7AC2B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390" name="TextBox 8389">
                        <a:extLst>
                          <a:ext uri="{FF2B5EF4-FFF2-40B4-BE49-F238E27FC236}">
                            <a16:creationId xmlns:a16="http://schemas.microsoft.com/office/drawing/2014/main" id="{B1C30EB5-4D85-4CF1-E75C-107E8BB5B1A2}"/>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375" name="Group 8374">
                    <a:extLst>
                      <a:ext uri="{FF2B5EF4-FFF2-40B4-BE49-F238E27FC236}">
                        <a16:creationId xmlns:a16="http://schemas.microsoft.com/office/drawing/2014/main" id="{4B528C02-9F28-FCE3-89CB-E6B1C6567793}"/>
                      </a:ext>
                    </a:extLst>
                  </p:cNvPr>
                  <p:cNvGrpSpPr/>
                  <p:nvPr/>
                </p:nvGrpSpPr>
                <p:grpSpPr>
                  <a:xfrm>
                    <a:off x="6197413" y="3225768"/>
                    <a:ext cx="393192" cy="393192"/>
                    <a:chOff x="6389147" y="3932622"/>
                    <a:chExt cx="393192" cy="393192"/>
                  </a:xfrm>
                </p:grpSpPr>
                <p:grpSp>
                  <p:nvGrpSpPr>
                    <p:cNvPr id="8376" name="Group 8375">
                      <a:extLst>
                        <a:ext uri="{FF2B5EF4-FFF2-40B4-BE49-F238E27FC236}">
                          <a16:creationId xmlns:a16="http://schemas.microsoft.com/office/drawing/2014/main" id="{32C99B4B-36F7-0378-9C65-9A83E4EDB67F}"/>
                        </a:ext>
                      </a:extLst>
                    </p:cNvPr>
                    <p:cNvGrpSpPr/>
                    <p:nvPr/>
                  </p:nvGrpSpPr>
                  <p:grpSpPr>
                    <a:xfrm flipH="1">
                      <a:off x="6478587" y="4022061"/>
                      <a:ext cx="214313" cy="214313"/>
                      <a:chOff x="5354637" y="3446463"/>
                      <a:chExt cx="214313" cy="214313"/>
                    </a:xfrm>
                  </p:grpSpPr>
                  <p:sp>
                    <p:nvSpPr>
                      <p:cNvPr id="8384" name="Arc 8383">
                        <a:extLst>
                          <a:ext uri="{FF2B5EF4-FFF2-40B4-BE49-F238E27FC236}">
                            <a16:creationId xmlns:a16="http://schemas.microsoft.com/office/drawing/2014/main" id="{E16B8320-B958-4598-8546-26F5931A5A8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385" name="Arc 8384">
                        <a:extLst>
                          <a:ext uri="{FF2B5EF4-FFF2-40B4-BE49-F238E27FC236}">
                            <a16:creationId xmlns:a16="http://schemas.microsoft.com/office/drawing/2014/main" id="{084EB723-CEFA-2C74-4A9E-D7CA618CF6B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377" name="Group 8376">
                      <a:extLst>
                        <a:ext uri="{FF2B5EF4-FFF2-40B4-BE49-F238E27FC236}">
                          <a16:creationId xmlns:a16="http://schemas.microsoft.com/office/drawing/2014/main" id="{FD59F1D9-67ED-2489-8D62-C3DE448BD96A}"/>
                        </a:ext>
                      </a:extLst>
                    </p:cNvPr>
                    <p:cNvGrpSpPr/>
                    <p:nvPr/>
                  </p:nvGrpSpPr>
                  <p:grpSpPr>
                    <a:xfrm rot="7200000" flipH="1">
                      <a:off x="6434137" y="3977611"/>
                      <a:ext cx="303213" cy="303213"/>
                      <a:chOff x="5354637" y="3446463"/>
                      <a:chExt cx="214313" cy="214313"/>
                    </a:xfrm>
                  </p:grpSpPr>
                  <p:sp>
                    <p:nvSpPr>
                      <p:cNvPr id="8382" name="Arc 8381">
                        <a:extLst>
                          <a:ext uri="{FF2B5EF4-FFF2-40B4-BE49-F238E27FC236}">
                            <a16:creationId xmlns:a16="http://schemas.microsoft.com/office/drawing/2014/main" id="{7084B133-40E6-B479-3AC5-151C50D5FC3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383" name="Arc 8382">
                        <a:extLst>
                          <a:ext uri="{FF2B5EF4-FFF2-40B4-BE49-F238E27FC236}">
                            <a16:creationId xmlns:a16="http://schemas.microsoft.com/office/drawing/2014/main" id="{496520E3-9119-2EA1-F189-74FD846F8E2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378" name="Group 8377">
                      <a:extLst>
                        <a:ext uri="{FF2B5EF4-FFF2-40B4-BE49-F238E27FC236}">
                          <a16:creationId xmlns:a16="http://schemas.microsoft.com/office/drawing/2014/main" id="{14900942-50D6-7267-69BB-5FB06B6DFFCC}"/>
                        </a:ext>
                      </a:extLst>
                    </p:cNvPr>
                    <p:cNvGrpSpPr/>
                    <p:nvPr/>
                  </p:nvGrpSpPr>
                  <p:grpSpPr>
                    <a:xfrm rot="14400000" flipH="1">
                      <a:off x="6389147" y="3932622"/>
                      <a:ext cx="393192" cy="393192"/>
                      <a:chOff x="5354637" y="3446463"/>
                      <a:chExt cx="214313" cy="214313"/>
                    </a:xfrm>
                  </p:grpSpPr>
                  <p:sp>
                    <p:nvSpPr>
                      <p:cNvPr id="8380" name="Arc 8379">
                        <a:extLst>
                          <a:ext uri="{FF2B5EF4-FFF2-40B4-BE49-F238E27FC236}">
                            <a16:creationId xmlns:a16="http://schemas.microsoft.com/office/drawing/2014/main" id="{CD268E50-31A7-CD62-7DFA-3265AA2C749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381" name="Arc 8380">
                        <a:extLst>
                          <a:ext uri="{FF2B5EF4-FFF2-40B4-BE49-F238E27FC236}">
                            <a16:creationId xmlns:a16="http://schemas.microsoft.com/office/drawing/2014/main" id="{F49884E9-E79F-3FAE-3372-A7145673DBD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379" name="TextBox 8378">
                      <a:extLst>
                        <a:ext uri="{FF2B5EF4-FFF2-40B4-BE49-F238E27FC236}">
                          <a16:creationId xmlns:a16="http://schemas.microsoft.com/office/drawing/2014/main" id="{1BED2940-0745-4594-046F-176636916CEA}"/>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325" name="Group 8324">
                  <a:extLst>
                    <a:ext uri="{FF2B5EF4-FFF2-40B4-BE49-F238E27FC236}">
                      <a16:creationId xmlns:a16="http://schemas.microsoft.com/office/drawing/2014/main" id="{A0031257-D60F-8826-E645-40701414A989}"/>
                    </a:ext>
                  </a:extLst>
                </p:cNvPr>
                <p:cNvGrpSpPr/>
                <p:nvPr/>
              </p:nvGrpSpPr>
              <p:grpSpPr>
                <a:xfrm>
                  <a:off x="6069086" y="3246228"/>
                  <a:ext cx="1019224" cy="991639"/>
                  <a:chOff x="5886431" y="3225768"/>
                  <a:chExt cx="1019224" cy="991639"/>
                </a:xfrm>
              </p:grpSpPr>
              <p:grpSp>
                <p:nvGrpSpPr>
                  <p:cNvPr id="8326" name="Group 8325">
                    <a:extLst>
                      <a:ext uri="{FF2B5EF4-FFF2-40B4-BE49-F238E27FC236}">
                        <a16:creationId xmlns:a16="http://schemas.microsoft.com/office/drawing/2014/main" id="{98979DC4-2E9D-69F2-BC4B-1946DC0096B5}"/>
                      </a:ext>
                    </a:extLst>
                  </p:cNvPr>
                  <p:cNvGrpSpPr/>
                  <p:nvPr/>
                </p:nvGrpSpPr>
                <p:grpSpPr>
                  <a:xfrm>
                    <a:off x="6197413" y="3824215"/>
                    <a:ext cx="393192" cy="393192"/>
                    <a:chOff x="5265196" y="3357021"/>
                    <a:chExt cx="393192" cy="393192"/>
                  </a:xfrm>
                </p:grpSpPr>
                <p:grpSp>
                  <p:nvGrpSpPr>
                    <p:cNvPr id="8361" name="Group 8360">
                      <a:extLst>
                        <a:ext uri="{FF2B5EF4-FFF2-40B4-BE49-F238E27FC236}">
                          <a16:creationId xmlns:a16="http://schemas.microsoft.com/office/drawing/2014/main" id="{FBB936F4-F4B3-E9C7-607E-BA620604FC2A}"/>
                        </a:ext>
                      </a:extLst>
                    </p:cNvPr>
                    <p:cNvGrpSpPr/>
                    <p:nvPr/>
                  </p:nvGrpSpPr>
                  <p:grpSpPr>
                    <a:xfrm rot="14400000">
                      <a:off x="5265196" y="3357021"/>
                      <a:ext cx="393192" cy="393192"/>
                      <a:chOff x="5354637" y="3446463"/>
                      <a:chExt cx="214313" cy="214313"/>
                    </a:xfrm>
                  </p:grpSpPr>
                  <p:sp>
                    <p:nvSpPr>
                      <p:cNvPr id="8370" name="Arc 8369">
                        <a:extLst>
                          <a:ext uri="{FF2B5EF4-FFF2-40B4-BE49-F238E27FC236}">
                            <a16:creationId xmlns:a16="http://schemas.microsoft.com/office/drawing/2014/main" id="{0B8DBF1D-1E5F-803C-335B-6238F596BCA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371" name="Arc 8370">
                        <a:extLst>
                          <a:ext uri="{FF2B5EF4-FFF2-40B4-BE49-F238E27FC236}">
                            <a16:creationId xmlns:a16="http://schemas.microsoft.com/office/drawing/2014/main" id="{D094F06C-344D-5BDE-D541-6769A5F13B5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362" name="Group 8361">
                      <a:extLst>
                        <a:ext uri="{FF2B5EF4-FFF2-40B4-BE49-F238E27FC236}">
                          <a16:creationId xmlns:a16="http://schemas.microsoft.com/office/drawing/2014/main" id="{EF6830F1-2F68-F1E7-C0F7-42FBC545632C}"/>
                        </a:ext>
                      </a:extLst>
                    </p:cNvPr>
                    <p:cNvGrpSpPr/>
                    <p:nvPr/>
                  </p:nvGrpSpPr>
                  <p:grpSpPr>
                    <a:xfrm>
                      <a:off x="5310186" y="3402011"/>
                      <a:ext cx="303213" cy="303213"/>
                      <a:chOff x="5310186" y="3402011"/>
                      <a:chExt cx="303213" cy="303213"/>
                    </a:xfrm>
                  </p:grpSpPr>
                  <p:grpSp>
                    <p:nvGrpSpPr>
                      <p:cNvPr id="8363" name="Group 8362">
                        <a:extLst>
                          <a:ext uri="{FF2B5EF4-FFF2-40B4-BE49-F238E27FC236}">
                            <a16:creationId xmlns:a16="http://schemas.microsoft.com/office/drawing/2014/main" id="{6E8A7E29-FA34-F998-5D4D-2EEFF973F599}"/>
                          </a:ext>
                        </a:extLst>
                      </p:cNvPr>
                      <p:cNvGrpSpPr/>
                      <p:nvPr/>
                    </p:nvGrpSpPr>
                    <p:grpSpPr>
                      <a:xfrm>
                        <a:off x="5354636" y="3446461"/>
                        <a:ext cx="214313" cy="214313"/>
                        <a:chOff x="5354637" y="3446463"/>
                        <a:chExt cx="214313" cy="214313"/>
                      </a:xfrm>
                    </p:grpSpPr>
                    <p:sp>
                      <p:nvSpPr>
                        <p:cNvPr id="8368" name="Arc 8367">
                          <a:extLst>
                            <a:ext uri="{FF2B5EF4-FFF2-40B4-BE49-F238E27FC236}">
                              <a16:creationId xmlns:a16="http://schemas.microsoft.com/office/drawing/2014/main" id="{9FDBCCA5-1576-753E-1CAB-2306BDBBAAA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369" name="Arc 8368">
                          <a:extLst>
                            <a:ext uri="{FF2B5EF4-FFF2-40B4-BE49-F238E27FC236}">
                              <a16:creationId xmlns:a16="http://schemas.microsoft.com/office/drawing/2014/main" id="{FB6FDFE3-78F7-079A-068D-1BDF5D67B02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364" name="Group 8363">
                        <a:extLst>
                          <a:ext uri="{FF2B5EF4-FFF2-40B4-BE49-F238E27FC236}">
                            <a16:creationId xmlns:a16="http://schemas.microsoft.com/office/drawing/2014/main" id="{EF1CDC81-2D7A-3176-CCCB-9A4663297CEE}"/>
                          </a:ext>
                        </a:extLst>
                      </p:cNvPr>
                      <p:cNvGrpSpPr/>
                      <p:nvPr/>
                    </p:nvGrpSpPr>
                    <p:grpSpPr>
                      <a:xfrm rot="7200000">
                        <a:off x="5310186" y="3402011"/>
                        <a:ext cx="303213" cy="303213"/>
                        <a:chOff x="5354637" y="3446463"/>
                        <a:chExt cx="214313" cy="214313"/>
                      </a:xfrm>
                    </p:grpSpPr>
                    <p:sp>
                      <p:nvSpPr>
                        <p:cNvPr id="8366" name="Arc 8365">
                          <a:extLst>
                            <a:ext uri="{FF2B5EF4-FFF2-40B4-BE49-F238E27FC236}">
                              <a16:creationId xmlns:a16="http://schemas.microsoft.com/office/drawing/2014/main" id="{DDC996C0-2A15-E88E-B2B3-B336F75C53D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367" name="Arc 8366">
                          <a:extLst>
                            <a:ext uri="{FF2B5EF4-FFF2-40B4-BE49-F238E27FC236}">
                              <a16:creationId xmlns:a16="http://schemas.microsoft.com/office/drawing/2014/main" id="{9945A0F9-450C-D04F-61CE-14D23122792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365" name="TextBox 8364">
                        <a:extLst>
                          <a:ext uri="{FF2B5EF4-FFF2-40B4-BE49-F238E27FC236}">
                            <a16:creationId xmlns:a16="http://schemas.microsoft.com/office/drawing/2014/main" id="{CB1AFE94-E941-405B-0F6F-BF3A0D30957C}"/>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327" name="Group 8326">
                    <a:extLst>
                      <a:ext uri="{FF2B5EF4-FFF2-40B4-BE49-F238E27FC236}">
                        <a16:creationId xmlns:a16="http://schemas.microsoft.com/office/drawing/2014/main" id="{AF1E82CA-67D0-B6E0-2127-33A6CDDDEDF0}"/>
                      </a:ext>
                    </a:extLst>
                  </p:cNvPr>
                  <p:cNvGrpSpPr/>
                  <p:nvPr/>
                </p:nvGrpSpPr>
                <p:grpSpPr>
                  <a:xfrm>
                    <a:off x="5886431" y="3525040"/>
                    <a:ext cx="393192" cy="393192"/>
                    <a:chOff x="5265196" y="3932619"/>
                    <a:chExt cx="393192" cy="393192"/>
                  </a:xfrm>
                </p:grpSpPr>
                <p:grpSp>
                  <p:nvGrpSpPr>
                    <p:cNvPr id="8351" name="Group 8350">
                      <a:extLst>
                        <a:ext uri="{FF2B5EF4-FFF2-40B4-BE49-F238E27FC236}">
                          <a16:creationId xmlns:a16="http://schemas.microsoft.com/office/drawing/2014/main" id="{214BBAB5-B501-8A75-C4F8-C0D037A810D8}"/>
                        </a:ext>
                      </a:extLst>
                    </p:cNvPr>
                    <p:cNvGrpSpPr/>
                    <p:nvPr/>
                  </p:nvGrpSpPr>
                  <p:grpSpPr>
                    <a:xfrm>
                      <a:off x="5354636" y="4022061"/>
                      <a:ext cx="214313" cy="214313"/>
                      <a:chOff x="5354637" y="3446463"/>
                      <a:chExt cx="214313" cy="214313"/>
                    </a:xfrm>
                  </p:grpSpPr>
                  <p:sp>
                    <p:nvSpPr>
                      <p:cNvPr id="8359" name="Arc 8358">
                        <a:extLst>
                          <a:ext uri="{FF2B5EF4-FFF2-40B4-BE49-F238E27FC236}">
                            <a16:creationId xmlns:a16="http://schemas.microsoft.com/office/drawing/2014/main" id="{FC6F5BED-6238-5D64-A7D5-DB7C510BE43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360" name="Arc 8359">
                        <a:extLst>
                          <a:ext uri="{FF2B5EF4-FFF2-40B4-BE49-F238E27FC236}">
                            <a16:creationId xmlns:a16="http://schemas.microsoft.com/office/drawing/2014/main" id="{3CC1FFC2-8AEC-4D71-C28E-9A54BF7C2AF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352" name="Group 8351">
                      <a:extLst>
                        <a:ext uri="{FF2B5EF4-FFF2-40B4-BE49-F238E27FC236}">
                          <a16:creationId xmlns:a16="http://schemas.microsoft.com/office/drawing/2014/main" id="{E427E353-9D1B-C28A-2806-79B1308BE28F}"/>
                        </a:ext>
                      </a:extLst>
                    </p:cNvPr>
                    <p:cNvGrpSpPr/>
                    <p:nvPr/>
                  </p:nvGrpSpPr>
                  <p:grpSpPr>
                    <a:xfrm rot="14400000">
                      <a:off x="5310186" y="3977611"/>
                      <a:ext cx="303213" cy="303213"/>
                      <a:chOff x="5354637" y="3446463"/>
                      <a:chExt cx="214313" cy="214313"/>
                    </a:xfrm>
                  </p:grpSpPr>
                  <p:sp>
                    <p:nvSpPr>
                      <p:cNvPr id="8357" name="Arc 8356">
                        <a:extLst>
                          <a:ext uri="{FF2B5EF4-FFF2-40B4-BE49-F238E27FC236}">
                            <a16:creationId xmlns:a16="http://schemas.microsoft.com/office/drawing/2014/main" id="{C9DC8CF4-84D2-D97C-0A2B-F121F0B563B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358" name="Arc 8357">
                        <a:extLst>
                          <a:ext uri="{FF2B5EF4-FFF2-40B4-BE49-F238E27FC236}">
                            <a16:creationId xmlns:a16="http://schemas.microsoft.com/office/drawing/2014/main" id="{1622B6A3-561D-1B79-FCF3-E4BA6F9144E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353" name="Group 8352">
                      <a:extLst>
                        <a:ext uri="{FF2B5EF4-FFF2-40B4-BE49-F238E27FC236}">
                          <a16:creationId xmlns:a16="http://schemas.microsoft.com/office/drawing/2014/main" id="{E7607045-5110-2F18-CB21-6D2ABD796EDF}"/>
                        </a:ext>
                      </a:extLst>
                    </p:cNvPr>
                    <p:cNvGrpSpPr/>
                    <p:nvPr/>
                  </p:nvGrpSpPr>
                  <p:grpSpPr>
                    <a:xfrm rot="7200000">
                      <a:off x="5265196" y="3932619"/>
                      <a:ext cx="393192" cy="393192"/>
                      <a:chOff x="5354637" y="3446463"/>
                      <a:chExt cx="214313" cy="214313"/>
                    </a:xfrm>
                  </p:grpSpPr>
                  <p:sp>
                    <p:nvSpPr>
                      <p:cNvPr id="8355" name="Arc 8354">
                        <a:extLst>
                          <a:ext uri="{FF2B5EF4-FFF2-40B4-BE49-F238E27FC236}">
                            <a16:creationId xmlns:a16="http://schemas.microsoft.com/office/drawing/2014/main" id="{CE952946-C361-FE08-A6B2-651608A5551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356" name="Arc 8355">
                        <a:extLst>
                          <a:ext uri="{FF2B5EF4-FFF2-40B4-BE49-F238E27FC236}">
                            <a16:creationId xmlns:a16="http://schemas.microsoft.com/office/drawing/2014/main" id="{7BBCE2CB-6B34-2347-D755-540AD8E7103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354" name="TextBox 8353">
                      <a:extLst>
                        <a:ext uri="{FF2B5EF4-FFF2-40B4-BE49-F238E27FC236}">
                          <a16:creationId xmlns:a16="http://schemas.microsoft.com/office/drawing/2014/main" id="{2A4EB896-42A2-4F9C-8D8E-F4D287084806}"/>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8328" name="Group 8327">
                    <a:extLst>
                      <a:ext uri="{FF2B5EF4-FFF2-40B4-BE49-F238E27FC236}">
                        <a16:creationId xmlns:a16="http://schemas.microsoft.com/office/drawing/2014/main" id="{7315107C-48C4-F6D6-3B3F-B021C8ADD773}"/>
                      </a:ext>
                    </a:extLst>
                  </p:cNvPr>
                  <p:cNvGrpSpPr/>
                  <p:nvPr/>
                </p:nvGrpSpPr>
                <p:grpSpPr>
                  <a:xfrm>
                    <a:off x="6512463" y="3525040"/>
                    <a:ext cx="393192" cy="393192"/>
                    <a:chOff x="6389147" y="3357021"/>
                    <a:chExt cx="393192" cy="393192"/>
                  </a:xfrm>
                </p:grpSpPr>
                <p:grpSp>
                  <p:nvGrpSpPr>
                    <p:cNvPr id="8340" name="Group 8339">
                      <a:extLst>
                        <a:ext uri="{FF2B5EF4-FFF2-40B4-BE49-F238E27FC236}">
                          <a16:creationId xmlns:a16="http://schemas.microsoft.com/office/drawing/2014/main" id="{5881FE69-D97B-12D1-A9AA-51C0F98D53EB}"/>
                        </a:ext>
                      </a:extLst>
                    </p:cNvPr>
                    <p:cNvGrpSpPr/>
                    <p:nvPr/>
                  </p:nvGrpSpPr>
                  <p:grpSpPr>
                    <a:xfrm rot="7200000" flipH="1">
                      <a:off x="6389147" y="3357021"/>
                      <a:ext cx="393192" cy="393192"/>
                      <a:chOff x="5354637" y="3446463"/>
                      <a:chExt cx="214313" cy="214313"/>
                    </a:xfrm>
                  </p:grpSpPr>
                  <p:sp>
                    <p:nvSpPr>
                      <p:cNvPr id="8349" name="Arc 8348">
                        <a:extLst>
                          <a:ext uri="{FF2B5EF4-FFF2-40B4-BE49-F238E27FC236}">
                            <a16:creationId xmlns:a16="http://schemas.microsoft.com/office/drawing/2014/main" id="{F7E9BBF5-E115-D58A-2DBC-1AF2F36B489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350" name="Arc 8349">
                        <a:extLst>
                          <a:ext uri="{FF2B5EF4-FFF2-40B4-BE49-F238E27FC236}">
                            <a16:creationId xmlns:a16="http://schemas.microsoft.com/office/drawing/2014/main" id="{CE735D87-4A18-0852-B000-D74207CB937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341" name="Group 8340">
                      <a:extLst>
                        <a:ext uri="{FF2B5EF4-FFF2-40B4-BE49-F238E27FC236}">
                          <a16:creationId xmlns:a16="http://schemas.microsoft.com/office/drawing/2014/main" id="{CFDBC798-8B03-9341-5C65-3480305A0893}"/>
                        </a:ext>
                      </a:extLst>
                    </p:cNvPr>
                    <p:cNvGrpSpPr/>
                    <p:nvPr/>
                  </p:nvGrpSpPr>
                  <p:grpSpPr>
                    <a:xfrm>
                      <a:off x="6434137" y="3402011"/>
                      <a:ext cx="303213" cy="303213"/>
                      <a:chOff x="6434137" y="3402011"/>
                      <a:chExt cx="303213" cy="303213"/>
                    </a:xfrm>
                  </p:grpSpPr>
                  <p:grpSp>
                    <p:nvGrpSpPr>
                      <p:cNvPr id="8342" name="Group 8341">
                        <a:extLst>
                          <a:ext uri="{FF2B5EF4-FFF2-40B4-BE49-F238E27FC236}">
                            <a16:creationId xmlns:a16="http://schemas.microsoft.com/office/drawing/2014/main" id="{73A7AE29-223D-9F8C-6B73-523ECDB73CC3}"/>
                          </a:ext>
                        </a:extLst>
                      </p:cNvPr>
                      <p:cNvGrpSpPr/>
                      <p:nvPr/>
                    </p:nvGrpSpPr>
                    <p:grpSpPr>
                      <a:xfrm flipH="1">
                        <a:off x="6478587" y="3446461"/>
                        <a:ext cx="214313" cy="214313"/>
                        <a:chOff x="5354637" y="3446463"/>
                        <a:chExt cx="214313" cy="214313"/>
                      </a:xfrm>
                    </p:grpSpPr>
                    <p:sp>
                      <p:nvSpPr>
                        <p:cNvPr id="8347" name="Arc 8346">
                          <a:extLst>
                            <a:ext uri="{FF2B5EF4-FFF2-40B4-BE49-F238E27FC236}">
                              <a16:creationId xmlns:a16="http://schemas.microsoft.com/office/drawing/2014/main" id="{9C2A1FDF-1FDF-61F5-921E-8239393842E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348" name="Arc 8347">
                          <a:extLst>
                            <a:ext uri="{FF2B5EF4-FFF2-40B4-BE49-F238E27FC236}">
                              <a16:creationId xmlns:a16="http://schemas.microsoft.com/office/drawing/2014/main" id="{3A4B1DEA-36C6-B3C4-6F14-E344DFFBA23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343" name="Group 8342">
                        <a:extLst>
                          <a:ext uri="{FF2B5EF4-FFF2-40B4-BE49-F238E27FC236}">
                            <a16:creationId xmlns:a16="http://schemas.microsoft.com/office/drawing/2014/main" id="{6C6224B4-2A19-4FE7-3DA8-C18EDC4ACB78}"/>
                          </a:ext>
                        </a:extLst>
                      </p:cNvPr>
                      <p:cNvGrpSpPr/>
                      <p:nvPr/>
                    </p:nvGrpSpPr>
                    <p:grpSpPr>
                      <a:xfrm rot="14400000" flipH="1">
                        <a:off x="6434137" y="3402011"/>
                        <a:ext cx="303213" cy="303213"/>
                        <a:chOff x="5354637" y="3446463"/>
                        <a:chExt cx="214313" cy="214313"/>
                      </a:xfrm>
                    </p:grpSpPr>
                    <p:sp>
                      <p:nvSpPr>
                        <p:cNvPr id="8345" name="Arc 8344">
                          <a:extLst>
                            <a:ext uri="{FF2B5EF4-FFF2-40B4-BE49-F238E27FC236}">
                              <a16:creationId xmlns:a16="http://schemas.microsoft.com/office/drawing/2014/main" id="{124BC791-0B2C-0216-06D7-DE86E4EC152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346" name="Arc 8345">
                          <a:extLst>
                            <a:ext uri="{FF2B5EF4-FFF2-40B4-BE49-F238E27FC236}">
                              <a16:creationId xmlns:a16="http://schemas.microsoft.com/office/drawing/2014/main" id="{07D532AC-1B83-50C3-08E9-2EEB0AB0BF1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344" name="TextBox 8343">
                        <a:extLst>
                          <a:ext uri="{FF2B5EF4-FFF2-40B4-BE49-F238E27FC236}">
                            <a16:creationId xmlns:a16="http://schemas.microsoft.com/office/drawing/2014/main" id="{E2DF9C06-E804-0CBC-4258-635AE463C4AD}"/>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329" name="Group 8328">
                    <a:extLst>
                      <a:ext uri="{FF2B5EF4-FFF2-40B4-BE49-F238E27FC236}">
                        <a16:creationId xmlns:a16="http://schemas.microsoft.com/office/drawing/2014/main" id="{47F5887D-197E-C2D6-743D-27C82EA154BF}"/>
                      </a:ext>
                    </a:extLst>
                  </p:cNvPr>
                  <p:cNvGrpSpPr/>
                  <p:nvPr/>
                </p:nvGrpSpPr>
                <p:grpSpPr>
                  <a:xfrm>
                    <a:off x="6197413" y="3225768"/>
                    <a:ext cx="393192" cy="393192"/>
                    <a:chOff x="6389147" y="3932622"/>
                    <a:chExt cx="393192" cy="393192"/>
                  </a:xfrm>
                </p:grpSpPr>
                <p:grpSp>
                  <p:nvGrpSpPr>
                    <p:cNvPr id="8330" name="Group 8329">
                      <a:extLst>
                        <a:ext uri="{FF2B5EF4-FFF2-40B4-BE49-F238E27FC236}">
                          <a16:creationId xmlns:a16="http://schemas.microsoft.com/office/drawing/2014/main" id="{D1755E2F-D0B0-669E-2BC6-7578CDA2B952}"/>
                        </a:ext>
                      </a:extLst>
                    </p:cNvPr>
                    <p:cNvGrpSpPr/>
                    <p:nvPr/>
                  </p:nvGrpSpPr>
                  <p:grpSpPr>
                    <a:xfrm flipH="1">
                      <a:off x="6478587" y="4022061"/>
                      <a:ext cx="214313" cy="214313"/>
                      <a:chOff x="5354637" y="3446463"/>
                      <a:chExt cx="214313" cy="214313"/>
                    </a:xfrm>
                  </p:grpSpPr>
                  <p:sp>
                    <p:nvSpPr>
                      <p:cNvPr id="8338" name="Arc 8337">
                        <a:extLst>
                          <a:ext uri="{FF2B5EF4-FFF2-40B4-BE49-F238E27FC236}">
                            <a16:creationId xmlns:a16="http://schemas.microsoft.com/office/drawing/2014/main" id="{5C864D37-3A28-6D76-2387-55B15D10F69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339" name="Arc 8338">
                        <a:extLst>
                          <a:ext uri="{FF2B5EF4-FFF2-40B4-BE49-F238E27FC236}">
                            <a16:creationId xmlns:a16="http://schemas.microsoft.com/office/drawing/2014/main" id="{71080F7F-AF1E-5E77-DB52-426E783BAD2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331" name="Group 8330">
                      <a:extLst>
                        <a:ext uri="{FF2B5EF4-FFF2-40B4-BE49-F238E27FC236}">
                          <a16:creationId xmlns:a16="http://schemas.microsoft.com/office/drawing/2014/main" id="{A36604AC-6277-A387-82E7-2731F6110C86}"/>
                        </a:ext>
                      </a:extLst>
                    </p:cNvPr>
                    <p:cNvGrpSpPr/>
                    <p:nvPr/>
                  </p:nvGrpSpPr>
                  <p:grpSpPr>
                    <a:xfrm rot="7200000" flipH="1">
                      <a:off x="6434137" y="3977611"/>
                      <a:ext cx="303213" cy="303213"/>
                      <a:chOff x="5354637" y="3446463"/>
                      <a:chExt cx="214313" cy="214313"/>
                    </a:xfrm>
                  </p:grpSpPr>
                  <p:sp>
                    <p:nvSpPr>
                      <p:cNvPr id="8336" name="Arc 8335">
                        <a:extLst>
                          <a:ext uri="{FF2B5EF4-FFF2-40B4-BE49-F238E27FC236}">
                            <a16:creationId xmlns:a16="http://schemas.microsoft.com/office/drawing/2014/main" id="{9F01FC2C-688F-F569-5650-9775CE33514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337" name="Arc 8336">
                        <a:extLst>
                          <a:ext uri="{FF2B5EF4-FFF2-40B4-BE49-F238E27FC236}">
                            <a16:creationId xmlns:a16="http://schemas.microsoft.com/office/drawing/2014/main" id="{0D33C31D-8385-546A-1E16-3392A3D17A3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332" name="Group 8331">
                      <a:extLst>
                        <a:ext uri="{FF2B5EF4-FFF2-40B4-BE49-F238E27FC236}">
                          <a16:creationId xmlns:a16="http://schemas.microsoft.com/office/drawing/2014/main" id="{CE48A892-CC94-580C-70F4-3B6BF52B483F}"/>
                        </a:ext>
                      </a:extLst>
                    </p:cNvPr>
                    <p:cNvGrpSpPr/>
                    <p:nvPr/>
                  </p:nvGrpSpPr>
                  <p:grpSpPr>
                    <a:xfrm rot="14400000" flipH="1">
                      <a:off x="6389147" y="3932622"/>
                      <a:ext cx="393192" cy="393192"/>
                      <a:chOff x="5354637" y="3446463"/>
                      <a:chExt cx="214313" cy="214313"/>
                    </a:xfrm>
                  </p:grpSpPr>
                  <p:sp>
                    <p:nvSpPr>
                      <p:cNvPr id="8334" name="Arc 8333">
                        <a:extLst>
                          <a:ext uri="{FF2B5EF4-FFF2-40B4-BE49-F238E27FC236}">
                            <a16:creationId xmlns:a16="http://schemas.microsoft.com/office/drawing/2014/main" id="{BE9C1A56-A90A-EFF7-8F19-6DC04E03905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335" name="Arc 8334">
                        <a:extLst>
                          <a:ext uri="{FF2B5EF4-FFF2-40B4-BE49-F238E27FC236}">
                            <a16:creationId xmlns:a16="http://schemas.microsoft.com/office/drawing/2014/main" id="{6BC6A26F-7E33-F00C-996E-D00352BA190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333" name="TextBox 8332">
                      <a:extLst>
                        <a:ext uri="{FF2B5EF4-FFF2-40B4-BE49-F238E27FC236}">
                          <a16:creationId xmlns:a16="http://schemas.microsoft.com/office/drawing/2014/main" id="{649E3117-41D5-02A7-1120-463817685E36}"/>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8229" name="Group 8228">
                <a:extLst>
                  <a:ext uri="{FF2B5EF4-FFF2-40B4-BE49-F238E27FC236}">
                    <a16:creationId xmlns:a16="http://schemas.microsoft.com/office/drawing/2014/main" id="{9C7004D1-5D0A-3D11-98FD-AEEA873E62AE}"/>
                  </a:ext>
                </a:extLst>
              </p:cNvPr>
              <p:cNvGrpSpPr/>
              <p:nvPr/>
            </p:nvGrpSpPr>
            <p:grpSpPr>
              <a:xfrm>
                <a:off x="6065340" y="2039507"/>
                <a:ext cx="1643204" cy="1593124"/>
                <a:chOff x="5445106" y="2644743"/>
                <a:chExt cx="1643204" cy="1593124"/>
              </a:xfrm>
            </p:grpSpPr>
            <p:grpSp>
              <p:nvGrpSpPr>
                <p:cNvPr id="8230" name="Group 8229">
                  <a:extLst>
                    <a:ext uri="{FF2B5EF4-FFF2-40B4-BE49-F238E27FC236}">
                      <a16:creationId xmlns:a16="http://schemas.microsoft.com/office/drawing/2014/main" id="{EE82599A-6C30-4F43-BF11-4DCCFA0E4ED3}"/>
                    </a:ext>
                  </a:extLst>
                </p:cNvPr>
                <p:cNvGrpSpPr/>
                <p:nvPr/>
              </p:nvGrpSpPr>
              <p:grpSpPr>
                <a:xfrm>
                  <a:off x="5445106" y="2644743"/>
                  <a:ext cx="1019224" cy="991639"/>
                  <a:chOff x="5886431" y="3225768"/>
                  <a:chExt cx="1019224" cy="991639"/>
                </a:xfrm>
              </p:grpSpPr>
              <p:grpSp>
                <p:nvGrpSpPr>
                  <p:cNvPr id="8278" name="Group 8277">
                    <a:extLst>
                      <a:ext uri="{FF2B5EF4-FFF2-40B4-BE49-F238E27FC236}">
                        <a16:creationId xmlns:a16="http://schemas.microsoft.com/office/drawing/2014/main" id="{F386FAC5-CF03-1834-8774-18B42E783035}"/>
                      </a:ext>
                    </a:extLst>
                  </p:cNvPr>
                  <p:cNvGrpSpPr/>
                  <p:nvPr/>
                </p:nvGrpSpPr>
                <p:grpSpPr>
                  <a:xfrm>
                    <a:off x="6197413" y="3824215"/>
                    <a:ext cx="393192" cy="393192"/>
                    <a:chOff x="5265196" y="3357021"/>
                    <a:chExt cx="393192" cy="393192"/>
                  </a:xfrm>
                </p:grpSpPr>
                <p:grpSp>
                  <p:nvGrpSpPr>
                    <p:cNvPr id="8313" name="Group 8312">
                      <a:extLst>
                        <a:ext uri="{FF2B5EF4-FFF2-40B4-BE49-F238E27FC236}">
                          <a16:creationId xmlns:a16="http://schemas.microsoft.com/office/drawing/2014/main" id="{451EE98A-6FC6-A1F8-656F-E5678C848137}"/>
                        </a:ext>
                      </a:extLst>
                    </p:cNvPr>
                    <p:cNvGrpSpPr/>
                    <p:nvPr/>
                  </p:nvGrpSpPr>
                  <p:grpSpPr>
                    <a:xfrm rot="14400000">
                      <a:off x="5265196" y="3357021"/>
                      <a:ext cx="393192" cy="393192"/>
                      <a:chOff x="5354637" y="3446463"/>
                      <a:chExt cx="214313" cy="214313"/>
                    </a:xfrm>
                  </p:grpSpPr>
                  <p:sp>
                    <p:nvSpPr>
                      <p:cNvPr id="8322" name="Arc 8321">
                        <a:extLst>
                          <a:ext uri="{FF2B5EF4-FFF2-40B4-BE49-F238E27FC236}">
                            <a16:creationId xmlns:a16="http://schemas.microsoft.com/office/drawing/2014/main" id="{8ECA30F2-1C76-7942-4918-093B55D7791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323" name="Arc 8322">
                        <a:extLst>
                          <a:ext uri="{FF2B5EF4-FFF2-40B4-BE49-F238E27FC236}">
                            <a16:creationId xmlns:a16="http://schemas.microsoft.com/office/drawing/2014/main" id="{8C44C537-310A-C0DE-93D4-5DAB67CDA99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314" name="Group 8313">
                      <a:extLst>
                        <a:ext uri="{FF2B5EF4-FFF2-40B4-BE49-F238E27FC236}">
                          <a16:creationId xmlns:a16="http://schemas.microsoft.com/office/drawing/2014/main" id="{6B581B62-372A-11F9-21DE-E1D0875676BD}"/>
                        </a:ext>
                      </a:extLst>
                    </p:cNvPr>
                    <p:cNvGrpSpPr/>
                    <p:nvPr/>
                  </p:nvGrpSpPr>
                  <p:grpSpPr>
                    <a:xfrm>
                      <a:off x="5310186" y="3402011"/>
                      <a:ext cx="303213" cy="303213"/>
                      <a:chOff x="5310186" y="3402011"/>
                      <a:chExt cx="303213" cy="303213"/>
                    </a:xfrm>
                  </p:grpSpPr>
                  <p:grpSp>
                    <p:nvGrpSpPr>
                      <p:cNvPr id="8315" name="Group 8314">
                        <a:extLst>
                          <a:ext uri="{FF2B5EF4-FFF2-40B4-BE49-F238E27FC236}">
                            <a16:creationId xmlns:a16="http://schemas.microsoft.com/office/drawing/2014/main" id="{CA41DC65-FFBA-4008-92E6-A35B57614461}"/>
                          </a:ext>
                        </a:extLst>
                      </p:cNvPr>
                      <p:cNvGrpSpPr/>
                      <p:nvPr/>
                    </p:nvGrpSpPr>
                    <p:grpSpPr>
                      <a:xfrm>
                        <a:off x="5354636" y="3446461"/>
                        <a:ext cx="214313" cy="214313"/>
                        <a:chOff x="5354637" y="3446463"/>
                        <a:chExt cx="214313" cy="214313"/>
                      </a:xfrm>
                    </p:grpSpPr>
                    <p:sp>
                      <p:nvSpPr>
                        <p:cNvPr id="8320" name="Arc 8319">
                          <a:extLst>
                            <a:ext uri="{FF2B5EF4-FFF2-40B4-BE49-F238E27FC236}">
                              <a16:creationId xmlns:a16="http://schemas.microsoft.com/office/drawing/2014/main" id="{3D992975-7A07-18FD-97BC-0D9CDD50EA4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321" name="Arc 8320">
                          <a:extLst>
                            <a:ext uri="{FF2B5EF4-FFF2-40B4-BE49-F238E27FC236}">
                              <a16:creationId xmlns:a16="http://schemas.microsoft.com/office/drawing/2014/main" id="{E9F3CBE1-3EA3-BFFB-8A6F-69C27D0CB77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316" name="Group 8315">
                        <a:extLst>
                          <a:ext uri="{FF2B5EF4-FFF2-40B4-BE49-F238E27FC236}">
                            <a16:creationId xmlns:a16="http://schemas.microsoft.com/office/drawing/2014/main" id="{8EEED471-D21A-F3D2-65E0-296C4A7BB3A1}"/>
                          </a:ext>
                        </a:extLst>
                      </p:cNvPr>
                      <p:cNvGrpSpPr/>
                      <p:nvPr/>
                    </p:nvGrpSpPr>
                    <p:grpSpPr>
                      <a:xfrm rot="7200000">
                        <a:off x="5310186" y="3402011"/>
                        <a:ext cx="303213" cy="303213"/>
                        <a:chOff x="5354637" y="3446463"/>
                        <a:chExt cx="214313" cy="214313"/>
                      </a:xfrm>
                    </p:grpSpPr>
                    <p:sp>
                      <p:nvSpPr>
                        <p:cNvPr id="8318" name="Arc 8317">
                          <a:extLst>
                            <a:ext uri="{FF2B5EF4-FFF2-40B4-BE49-F238E27FC236}">
                              <a16:creationId xmlns:a16="http://schemas.microsoft.com/office/drawing/2014/main" id="{E2C7A2AE-78EE-FFF9-ACFC-D54152A6359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319" name="Arc 8318">
                          <a:extLst>
                            <a:ext uri="{FF2B5EF4-FFF2-40B4-BE49-F238E27FC236}">
                              <a16:creationId xmlns:a16="http://schemas.microsoft.com/office/drawing/2014/main" id="{27A8AD64-2E09-806E-E66E-EFBA29DF432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317" name="TextBox 8316">
                        <a:extLst>
                          <a:ext uri="{FF2B5EF4-FFF2-40B4-BE49-F238E27FC236}">
                            <a16:creationId xmlns:a16="http://schemas.microsoft.com/office/drawing/2014/main" id="{7F3E3868-DEAC-FDB1-2CF3-6C0C2D82D540}"/>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279" name="Group 8278">
                    <a:extLst>
                      <a:ext uri="{FF2B5EF4-FFF2-40B4-BE49-F238E27FC236}">
                        <a16:creationId xmlns:a16="http://schemas.microsoft.com/office/drawing/2014/main" id="{81161FAB-B65D-FC1E-46B3-9C48781C94D6}"/>
                      </a:ext>
                    </a:extLst>
                  </p:cNvPr>
                  <p:cNvGrpSpPr/>
                  <p:nvPr/>
                </p:nvGrpSpPr>
                <p:grpSpPr>
                  <a:xfrm>
                    <a:off x="5886431" y="3525040"/>
                    <a:ext cx="393192" cy="393192"/>
                    <a:chOff x="5265196" y="3932619"/>
                    <a:chExt cx="393192" cy="393192"/>
                  </a:xfrm>
                </p:grpSpPr>
                <p:grpSp>
                  <p:nvGrpSpPr>
                    <p:cNvPr id="8303" name="Group 8302">
                      <a:extLst>
                        <a:ext uri="{FF2B5EF4-FFF2-40B4-BE49-F238E27FC236}">
                          <a16:creationId xmlns:a16="http://schemas.microsoft.com/office/drawing/2014/main" id="{2294642C-1793-438F-C414-B208C7D65022}"/>
                        </a:ext>
                      </a:extLst>
                    </p:cNvPr>
                    <p:cNvGrpSpPr/>
                    <p:nvPr/>
                  </p:nvGrpSpPr>
                  <p:grpSpPr>
                    <a:xfrm>
                      <a:off x="5354636" y="4022061"/>
                      <a:ext cx="214313" cy="214313"/>
                      <a:chOff x="5354637" y="3446463"/>
                      <a:chExt cx="214313" cy="214313"/>
                    </a:xfrm>
                  </p:grpSpPr>
                  <p:sp>
                    <p:nvSpPr>
                      <p:cNvPr id="8311" name="Arc 8310">
                        <a:extLst>
                          <a:ext uri="{FF2B5EF4-FFF2-40B4-BE49-F238E27FC236}">
                            <a16:creationId xmlns:a16="http://schemas.microsoft.com/office/drawing/2014/main" id="{C17168D1-C2D4-2D87-BADA-C25B8B0F08E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312" name="Arc 8311">
                        <a:extLst>
                          <a:ext uri="{FF2B5EF4-FFF2-40B4-BE49-F238E27FC236}">
                            <a16:creationId xmlns:a16="http://schemas.microsoft.com/office/drawing/2014/main" id="{14BD07EF-12FE-34B7-80BA-8C841C249AD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304" name="Group 8303">
                      <a:extLst>
                        <a:ext uri="{FF2B5EF4-FFF2-40B4-BE49-F238E27FC236}">
                          <a16:creationId xmlns:a16="http://schemas.microsoft.com/office/drawing/2014/main" id="{87212B44-038A-03AD-AB0D-A293C2534689}"/>
                        </a:ext>
                      </a:extLst>
                    </p:cNvPr>
                    <p:cNvGrpSpPr/>
                    <p:nvPr/>
                  </p:nvGrpSpPr>
                  <p:grpSpPr>
                    <a:xfrm rot="14400000">
                      <a:off x="5310186" y="3977611"/>
                      <a:ext cx="303213" cy="303213"/>
                      <a:chOff x="5354637" y="3446463"/>
                      <a:chExt cx="214313" cy="214313"/>
                    </a:xfrm>
                  </p:grpSpPr>
                  <p:sp>
                    <p:nvSpPr>
                      <p:cNvPr id="8309" name="Arc 8308">
                        <a:extLst>
                          <a:ext uri="{FF2B5EF4-FFF2-40B4-BE49-F238E27FC236}">
                            <a16:creationId xmlns:a16="http://schemas.microsoft.com/office/drawing/2014/main" id="{BDCD4E33-738D-A0F0-2789-13FF6D26F2B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310" name="Arc 8309">
                        <a:extLst>
                          <a:ext uri="{FF2B5EF4-FFF2-40B4-BE49-F238E27FC236}">
                            <a16:creationId xmlns:a16="http://schemas.microsoft.com/office/drawing/2014/main" id="{B70F6BDD-5156-ECD3-306D-B6C7B3E1268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305" name="Group 8304">
                      <a:extLst>
                        <a:ext uri="{FF2B5EF4-FFF2-40B4-BE49-F238E27FC236}">
                          <a16:creationId xmlns:a16="http://schemas.microsoft.com/office/drawing/2014/main" id="{35310313-E78A-4159-01A7-D093B50B6ADD}"/>
                        </a:ext>
                      </a:extLst>
                    </p:cNvPr>
                    <p:cNvGrpSpPr/>
                    <p:nvPr/>
                  </p:nvGrpSpPr>
                  <p:grpSpPr>
                    <a:xfrm rot="7200000">
                      <a:off x="5265196" y="3932619"/>
                      <a:ext cx="393192" cy="393192"/>
                      <a:chOff x="5354637" y="3446463"/>
                      <a:chExt cx="214313" cy="214313"/>
                    </a:xfrm>
                  </p:grpSpPr>
                  <p:sp>
                    <p:nvSpPr>
                      <p:cNvPr id="8307" name="Arc 8306">
                        <a:extLst>
                          <a:ext uri="{FF2B5EF4-FFF2-40B4-BE49-F238E27FC236}">
                            <a16:creationId xmlns:a16="http://schemas.microsoft.com/office/drawing/2014/main" id="{4451E3B9-FAF3-F92F-63AB-9A43CB386E2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308" name="Arc 8307">
                        <a:extLst>
                          <a:ext uri="{FF2B5EF4-FFF2-40B4-BE49-F238E27FC236}">
                            <a16:creationId xmlns:a16="http://schemas.microsoft.com/office/drawing/2014/main" id="{C8597A2B-C790-174A-EB9A-C2C59C41E4E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306" name="TextBox 8305">
                      <a:extLst>
                        <a:ext uri="{FF2B5EF4-FFF2-40B4-BE49-F238E27FC236}">
                          <a16:creationId xmlns:a16="http://schemas.microsoft.com/office/drawing/2014/main" id="{90BD202E-C616-AA60-BE25-4BCA0674FD92}"/>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8280" name="Group 8279">
                    <a:extLst>
                      <a:ext uri="{FF2B5EF4-FFF2-40B4-BE49-F238E27FC236}">
                        <a16:creationId xmlns:a16="http://schemas.microsoft.com/office/drawing/2014/main" id="{28F3F5AA-E6F4-A545-EFD2-FF4F73918177}"/>
                      </a:ext>
                    </a:extLst>
                  </p:cNvPr>
                  <p:cNvGrpSpPr/>
                  <p:nvPr/>
                </p:nvGrpSpPr>
                <p:grpSpPr>
                  <a:xfrm>
                    <a:off x="6512463" y="3525040"/>
                    <a:ext cx="393192" cy="393192"/>
                    <a:chOff x="6389147" y="3357021"/>
                    <a:chExt cx="393192" cy="393192"/>
                  </a:xfrm>
                </p:grpSpPr>
                <p:grpSp>
                  <p:nvGrpSpPr>
                    <p:cNvPr id="8292" name="Group 8291">
                      <a:extLst>
                        <a:ext uri="{FF2B5EF4-FFF2-40B4-BE49-F238E27FC236}">
                          <a16:creationId xmlns:a16="http://schemas.microsoft.com/office/drawing/2014/main" id="{0F6EA62B-0304-E93E-BDCC-45DC3C147C52}"/>
                        </a:ext>
                      </a:extLst>
                    </p:cNvPr>
                    <p:cNvGrpSpPr/>
                    <p:nvPr/>
                  </p:nvGrpSpPr>
                  <p:grpSpPr>
                    <a:xfrm rot="7200000" flipH="1">
                      <a:off x="6389147" y="3357021"/>
                      <a:ext cx="393192" cy="393192"/>
                      <a:chOff x="5354637" y="3446463"/>
                      <a:chExt cx="214313" cy="214313"/>
                    </a:xfrm>
                  </p:grpSpPr>
                  <p:sp>
                    <p:nvSpPr>
                      <p:cNvPr id="8301" name="Arc 8300">
                        <a:extLst>
                          <a:ext uri="{FF2B5EF4-FFF2-40B4-BE49-F238E27FC236}">
                            <a16:creationId xmlns:a16="http://schemas.microsoft.com/office/drawing/2014/main" id="{446C7B68-6A2B-885C-5103-D53DB785F47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302" name="Arc 8301">
                        <a:extLst>
                          <a:ext uri="{FF2B5EF4-FFF2-40B4-BE49-F238E27FC236}">
                            <a16:creationId xmlns:a16="http://schemas.microsoft.com/office/drawing/2014/main" id="{CFE8D222-C633-66D2-8E97-80959A7DED9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293" name="Group 8292">
                      <a:extLst>
                        <a:ext uri="{FF2B5EF4-FFF2-40B4-BE49-F238E27FC236}">
                          <a16:creationId xmlns:a16="http://schemas.microsoft.com/office/drawing/2014/main" id="{7194B308-5C0B-82E5-BE0D-98030868B160}"/>
                        </a:ext>
                      </a:extLst>
                    </p:cNvPr>
                    <p:cNvGrpSpPr/>
                    <p:nvPr/>
                  </p:nvGrpSpPr>
                  <p:grpSpPr>
                    <a:xfrm>
                      <a:off x="6434137" y="3402011"/>
                      <a:ext cx="303213" cy="303213"/>
                      <a:chOff x="6434137" y="3402011"/>
                      <a:chExt cx="303213" cy="303213"/>
                    </a:xfrm>
                  </p:grpSpPr>
                  <p:grpSp>
                    <p:nvGrpSpPr>
                      <p:cNvPr id="8294" name="Group 8293">
                        <a:extLst>
                          <a:ext uri="{FF2B5EF4-FFF2-40B4-BE49-F238E27FC236}">
                            <a16:creationId xmlns:a16="http://schemas.microsoft.com/office/drawing/2014/main" id="{2B982693-4F52-2215-19C6-7392373A1691}"/>
                          </a:ext>
                        </a:extLst>
                      </p:cNvPr>
                      <p:cNvGrpSpPr/>
                      <p:nvPr/>
                    </p:nvGrpSpPr>
                    <p:grpSpPr>
                      <a:xfrm flipH="1">
                        <a:off x="6478587" y="3446461"/>
                        <a:ext cx="214313" cy="214313"/>
                        <a:chOff x="5354637" y="3446463"/>
                        <a:chExt cx="214313" cy="214313"/>
                      </a:xfrm>
                    </p:grpSpPr>
                    <p:sp>
                      <p:nvSpPr>
                        <p:cNvPr id="8299" name="Arc 8298">
                          <a:extLst>
                            <a:ext uri="{FF2B5EF4-FFF2-40B4-BE49-F238E27FC236}">
                              <a16:creationId xmlns:a16="http://schemas.microsoft.com/office/drawing/2014/main" id="{A44398B7-B2C2-7236-4AD0-88CB7ACBA4F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300" name="Arc 8299">
                          <a:extLst>
                            <a:ext uri="{FF2B5EF4-FFF2-40B4-BE49-F238E27FC236}">
                              <a16:creationId xmlns:a16="http://schemas.microsoft.com/office/drawing/2014/main" id="{0F03342A-AD38-0A21-2766-470589D9CC4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295" name="Group 8294">
                        <a:extLst>
                          <a:ext uri="{FF2B5EF4-FFF2-40B4-BE49-F238E27FC236}">
                            <a16:creationId xmlns:a16="http://schemas.microsoft.com/office/drawing/2014/main" id="{CC631ACB-8ABF-B788-494F-871980B4B412}"/>
                          </a:ext>
                        </a:extLst>
                      </p:cNvPr>
                      <p:cNvGrpSpPr/>
                      <p:nvPr/>
                    </p:nvGrpSpPr>
                    <p:grpSpPr>
                      <a:xfrm rot="14400000" flipH="1">
                        <a:off x="6434137" y="3402011"/>
                        <a:ext cx="303213" cy="303213"/>
                        <a:chOff x="5354637" y="3446463"/>
                        <a:chExt cx="214313" cy="214313"/>
                      </a:xfrm>
                    </p:grpSpPr>
                    <p:sp>
                      <p:nvSpPr>
                        <p:cNvPr id="8297" name="Arc 8296">
                          <a:extLst>
                            <a:ext uri="{FF2B5EF4-FFF2-40B4-BE49-F238E27FC236}">
                              <a16:creationId xmlns:a16="http://schemas.microsoft.com/office/drawing/2014/main" id="{5EFE0CDC-1E57-6FD0-F418-5A4A220721B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298" name="Arc 8297">
                          <a:extLst>
                            <a:ext uri="{FF2B5EF4-FFF2-40B4-BE49-F238E27FC236}">
                              <a16:creationId xmlns:a16="http://schemas.microsoft.com/office/drawing/2014/main" id="{C536EE79-B29C-0E02-198B-16FBB0886D3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296" name="TextBox 8295">
                        <a:extLst>
                          <a:ext uri="{FF2B5EF4-FFF2-40B4-BE49-F238E27FC236}">
                            <a16:creationId xmlns:a16="http://schemas.microsoft.com/office/drawing/2014/main" id="{108AE4B7-2555-0DE3-39FD-019408199C04}"/>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281" name="Group 8280">
                    <a:extLst>
                      <a:ext uri="{FF2B5EF4-FFF2-40B4-BE49-F238E27FC236}">
                        <a16:creationId xmlns:a16="http://schemas.microsoft.com/office/drawing/2014/main" id="{9501F7B3-EFC1-7C2F-6E42-22C1244308C7}"/>
                      </a:ext>
                    </a:extLst>
                  </p:cNvPr>
                  <p:cNvGrpSpPr/>
                  <p:nvPr/>
                </p:nvGrpSpPr>
                <p:grpSpPr>
                  <a:xfrm>
                    <a:off x="6197413" y="3225768"/>
                    <a:ext cx="393192" cy="393192"/>
                    <a:chOff x="6389147" y="3932622"/>
                    <a:chExt cx="393192" cy="393192"/>
                  </a:xfrm>
                </p:grpSpPr>
                <p:grpSp>
                  <p:nvGrpSpPr>
                    <p:cNvPr id="8282" name="Group 8281">
                      <a:extLst>
                        <a:ext uri="{FF2B5EF4-FFF2-40B4-BE49-F238E27FC236}">
                          <a16:creationId xmlns:a16="http://schemas.microsoft.com/office/drawing/2014/main" id="{663A6A77-AE3D-1BEC-3454-4A31730B9345}"/>
                        </a:ext>
                      </a:extLst>
                    </p:cNvPr>
                    <p:cNvGrpSpPr/>
                    <p:nvPr/>
                  </p:nvGrpSpPr>
                  <p:grpSpPr>
                    <a:xfrm flipH="1">
                      <a:off x="6478587" y="4022061"/>
                      <a:ext cx="214313" cy="214313"/>
                      <a:chOff x="5354637" y="3446463"/>
                      <a:chExt cx="214313" cy="214313"/>
                    </a:xfrm>
                  </p:grpSpPr>
                  <p:sp>
                    <p:nvSpPr>
                      <p:cNvPr id="8290" name="Arc 8289">
                        <a:extLst>
                          <a:ext uri="{FF2B5EF4-FFF2-40B4-BE49-F238E27FC236}">
                            <a16:creationId xmlns:a16="http://schemas.microsoft.com/office/drawing/2014/main" id="{276D596D-B1C2-7F36-154A-B1D10436255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291" name="Arc 8290">
                        <a:extLst>
                          <a:ext uri="{FF2B5EF4-FFF2-40B4-BE49-F238E27FC236}">
                            <a16:creationId xmlns:a16="http://schemas.microsoft.com/office/drawing/2014/main" id="{12ACCCF2-0A49-4680-30A8-EB397BA05CD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283" name="Group 8282">
                      <a:extLst>
                        <a:ext uri="{FF2B5EF4-FFF2-40B4-BE49-F238E27FC236}">
                          <a16:creationId xmlns:a16="http://schemas.microsoft.com/office/drawing/2014/main" id="{9557BDAE-B7A0-03B6-4CE6-AECA26D551A6}"/>
                        </a:ext>
                      </a:extLst>
                    </p:cNvPr>
                    <p:cNvGrpSpPr/>
                    <p:nvPr/>
                  </p:nvGrpSpPr>
                  <p:grpSpPr>
                    <a:xfrm rot="7200000" flipH="1">
                      <a:off x="6434137" y="3977611"/>
                      <a:ext cx="303213" cy="303213"/>
                      <a:chOff x="5354637" y="3446463"/>
                      <a:chExt cx="214313" cy="214313"/>
                    </a:xfrm>
                  </p:grpSpPr>
                  <p:sp>
                    <p:nvSpPr>
                      <p:cNvPr id="8288" name="Arc 8287">
                        <a:extLst>
                          <a:ext uri="{FF2B5EF4-FFF2-40B4-BE49-F238E27FC236}">
                            <a16:creationId xmlns:a16="http://schemas.microsoft.com/office/drawing/2014/main" id="{A0C74447-E4CD-95C3-CEC9-C9F13081E0B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289" name="Arc 8288">
                        <a:extLst>
                          <a:ext uri="{FF2B5EF4-FFF2-40B4-BE49-F238E27FC236}">
                            <a16:creationId xmlns:a16="http://schemas.microsoft.com/office/drawing/2014/main" id="{A9D379B2-B840-7366-D208-BA8FD305F7A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284" name="Group 8283">
                      <a:extLst>
                        <a:ext uri="{FF2B5EF4-FFF2-40B4-BE49-F238E27FC236}">
                          <a16:creationId xmlns:a16="http://schemas.microsoft.com/office/drawing/2014/main" id="{41180D5E-CA55-0D59-4CC6-132F6C85F3D3}"/>
                        </a:ext>
                      </a:extLst>
                    </p:cNvPr>
                    <p:cNvGrpSpPr/>
                    <p:nvPr/>
                  </p:nvGrpSpPr>
                  <p:grpSpPr>
                    <a:xfrm rot="14400000" flipH="1">
                      <a:off x="6389147" y="3932622"/>
                      <a:ext cx="393192" cy="393192"/>
                      <a:chOff x="5354637" y="3446463"/>
                      <a:chExt cx="214313" cy="214313"/>
                    </a:xfrm>
                  </p:grpSpPr>
                  <p:sp>
                    <p:nvSpPr>
                      <p:cNvPr id="8286" name="Arc 8285">
                        <a:extLst>
                          <a:ext uri="{FF2B5EF4-FFF2-40B4-BE49-F238E27FC236}">
                            <a16:creationId xmlns:a16="http://schemas.microsoft.com/office/drawing/2014/main" id="{5318DDA2-F87A-FBC2-2EBF-E02287BCD9B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287" name="Arc 8286">
                        <a:extLst>
                          <a:ext uri="{FF2B5EF4-FFF2-40B4-BE49-F238E27FC236}">
                            <a16:creationId xmlns:a16="http://schemas.microsoft.com/office/drawing/2014/main" id="{5A7D2873-9207-D476-A42F-1CED451EED1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285" name="TextBox 8284">
                      <a:extLst>
                        <a:ext uri="{FF2B5EF4-FFF2-40B4-BE49-F238E27FC236}">
                          <a16:creationId xmlns:a16="http://schemas.microsoft.com/office/drawing/2014/main" id="{9671F996-1DE7-879A-A869-D776A02B3E71}"/>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231" name="Group 8230">
                  <a:extLst>
                    <a:ext uri="{FF2B5EF4-FFF2-40B4-BE49-F238E27FC236}">
                      <a16:creationId xmlns:a16="http://schemas.microsoft.com/office/drawing/2014/main" id="{B8FBE89C-CF2F-282F-6B03-645BC129D403}"/>
                    </a:ext>
                  </a:extLst>
                </p:cNvPr>
                <p:cNvGrpSpPr/>
                <p:nvPr/>
              </p:nvGrpSpPr>
              <p:grpSpPr>
                <a:xfrm>
                  <a:off x="6069086" y="3246228"/>
                  <a:ext cx="1019224" cy="991639"/>
                  <a:chOff x="5886431" y="3225768"/>
                  <a:chExt cx="1019224" cy="991639"/>
                </a:xfrm>
              </p:grpSpPr>
              <p:grpSp>
                <p:nvGrpSpPr>
                  <p:cNvPr id="8232" name="Group 8231">
                    <a:extLst>
                      <a:ext uri="{FF2B5EF4-FFF2-40B4-BE49-F238E27FC236}">
                        <a16:creationId xmlns:a16="http://schemas.microsoft.com/office/drawing/2014/main" id="{4C89F11B-5EDD-2A69-5C98-C3388D587D4D}"/>
                      </a:ext>
                    </a:extLst>
                  </p:cNvPr>
                  <p:cNvGrpSpPr/>
                  <p:nvPr/>
                </p:nvGrpSpPr>
                <p:grpSpPr>
                  <a:xfrm>
                    <a:off x="6197413" y="3824215"/>
                    <a:ext cx="393192" cy="393192"/>
                    <a:chOff x="5265196" y="3357021"/>
                    <a:chExt cx="393192" cy="393192"/>
                  </a:xfrm>
                </p:grpSpPr>
                <p:grpSp>
                  <p:nvGrpSpPr>
                    <p:cNvPr id="8267" name="Group 8266">
                      <a:extLst>
                        <a:ext uri="{FF2B5EF4-FFF2-40B4-BE49-F238E27FC236}">
                          <a16:creationId xmlns:a16="http://schemas.microsoft.com/office/drawing/2014/main" id="{B9D9CD98-57E6-DB1F-0AAA-995AF782EF12}"/>
                        </a:ext>
                      </a:extLst>
                    </p:cNvPr>
                    <p:cNvGrpSpPr/>
                    <p:nvPr/>
                  </p:nvGrpSpPr>
                  <p:grpSpPr>
                    <a:xfrm rot="14400000">
                      <a:off x="5265196" y="3357021"/>
                      <a:ext cx="393192" cy="393192"/>
                      <a:chOff x="5354637" y="3446463"/>
                      <a:chExt cx="214313" cy="214313"/>
                    </a:xfrm>
                  </p:grpSpPr>
                  <p:sp>
                    <p:nvSpPr>
                      <p:cNvPr id="8276" name="Arc 8275">
                        <a:extLst>
                          <a:ext uri="{FF2B5EF4-FFF2-40B4-BE49-F238E27FC236}">
                            <a16:creationId xmlns:a16="http://schemas.microsoft.com/office/drawing/2014/main" id="{4B763AA6-6842-19DB-78AC-DEFD7EF2773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277" name="Arc 8276">
                        <a:extLst>
                          <a:ext uri="{FF2B5EF4-FFF2-40B4-BE49-F238E27FC236}">
                            <a16:creationId xmlns:a16="http://schemas.microsoft.com/office/drawing/2014/main" id="{F25C3233-4579-98E1-2D35-14A321EBF54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268" name="Group 8267">
                      <a:extLst>
                        <a:ext uri="{FF2B5EF4-FFF2-40B4-BE49-F238E27FC236}">
                          <a16:creationId xmlns:a16="http://schemas.microsoft.com/office/drawing/2014/main" id="{3ED7B870-FA02-B19C-0AA4-575F0520F876}"/>
                        </a:ext>
                      </a:extLst>
                    </p:cNvPr>
                    <p:cNvGrpSpPr/>
                    <p:nvPr/>
                  </p:nvGrpSpPr>
                  <p:grpSpPr>
                    <a:xfrm>
                      <a:off x="5310186" y="3402011"/>
                      <a:ext cx="303213" cy="303213"/>
                      <a:chOff x="5310186" y="3402011"/>
                      <a:chExt cx="303213" cy="303213"/>
                    </a:xfrm>
                  </p:grpSpPr>
                  <p:grpSp>
                    <p:nvGrpSpPr>
                      <p:cNvPr id="8269" name="Group 8268">
                        <a:extLst>
                          <a:ext uri="{FF2B5EF4-FFF2-40B4-BE49-F238E27FC236}">
                            <a16:creationId xmlns:a16="http://schemas.microsoft.com/office/drawing/2014/main" id="{C10D4768-D4A3-D8A2-0055-B0D4D94BDEF2}"/>
                          </a:ext>
                        </a:extLst>
                      </p:cNvPr>
                      <p:cNvGrpSpPr/>
                      <p:nvPr/>
                    </p:nvGrpSpPr>
                    <p:grpSpPr>
                      <a:xfrm>
                        <a:off x="5354636" y="3446461"/>
                        <a:ext cx="214313" cy="214313"/>
                        <a:chOff x="5354637" y="3446463"/>
                        <a:chExt cx="214313" cy="214313"/>
                      </a:xfrm>
                    </p:grpSpPr>
                    <p:sp>
                      <p:nvSpPr>
                        <p:cNvPr id="8274" name="Arc 8273">
                          <a:extLst>
                            <a:ext uri="{FF2B5EF4-FFF2-40B4-BE49-F238E27FC236}">
                              <a16:creationId xmlns:a16="http://schemas.microsoft.com/office/drawing/2014/main" id="{D6F049D8-3856-59CA-5724-A6A85D2742A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275" name="Arc 8274">
                          <a:extLst>
                            <a:ext uri="{FF2B5EF4-FFF2-40B4-BE49-F238E27FC236}">
                              <a16:creationId xmlns:a16="http://schemas.microsoft.com/office/drawing/2014/main" id="{4D8D5985-0062-E6BF-B6F4-D55F7FB4E28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270" name="Group 8269">
                        <a:extLst>
                          <a:ext uri="{FF2B5EF4-FFF2-40B4-BE49-F238E27FC236}">
                            <a16:creationId xmlns:a16="http://schemas.microsoft.com/office/drawing/2014/main" id="{320F7091-FDB3-45CC-3729-6E7B1F0BF463}"/>
                          </a:ext>
                        </a:extLst>
                      </p:cNvPr>
                      <p:cNvGrpSpPr/>
                      <p:nvPr/>
                    </p:nvGrpSpPr>
                    <p:grpSpPr>
                      <a:xfrm rot="7200000">
                        <a:off x="5310186" y="3402011"/>
                        <a:ext cx="303213" cy="303213"/>
                        <a:chOff x="5354637" y="3446463"/>
                        <a:chExt cx="214313" cy="214313"/>
                      </a:xfrm>
                    </p:grpSpPr>
                    <p:sp>
                      <p:nvSpPr>
                        <p:cNvPr id="8272" name="Arc 8271">
                          <a:extLst>
                            <a:ext uri="{FF2B5EF4-FFF2-40B4-BE49-F238E27FC236}">
                              <a16:creationId xmlns:a16="http://schemas.microsoft.com/office/drawing/2014/main" id="{30B4F28B-8D07-7B48-65BA-87AA7ABEC1E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273" name="Arc 8272">
                          <a:extLst>
                            <a:ext uri="{FF2B5EF4-FFF2-40B4-BE49-F238E27FC236}">
                              <a16:creationId xmlns:a16="http://schemas.microsoft.com/office/drawing/2014/main" id="{8E567845-C8E4-5F2B-1B17-9BCCD156D84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271" name="TextBox 8270">
                        <a:extLst>
                          <a:ext uri="{FF2B5EF4-FFF2-40B4-BE49-F238E27FC236}">
                            <a16:creationId xmlns:a16="http://schemas.microsoft.com/office/drawing/2014/main" id="{92772122-FC1A-24A9-9220-3446C8BF6628}"/>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233" name="Group 8232">
                    <a:extLst>
                      <a:ext uri="{FF2B5EF4-FFF2-40B4-BE49-F238E27FC236}">
                        <a16:creationId xmlns:a16="http://schemas.microsoft.com/office/drawing/2014/main" id="{A2D704FE-B4E6-58CD-54FE-D6993AD31BA9}"/>
                      </a:ext>
                    </a:extLst>
                  </p:cNvPr>
                  <p:cNvGrpSpPr/>
                  <p:nvPr/>
                </p:nvGrpSpPr>
                <p:grpSpPr>
                  <a:xfrm>
                    <a:off x="5886431" y="3525040"/>
                    <a:ext cx="393192" cy="393192"/>
                    <a:chOff x="5265196" y="3932619"/>
                    <a:chExt cx="393192" cy="393192"/>
                  </a:xfrm>
                </p:grpSpPr>
                <p:grpSp>
                  <p:nvGrpSpPr>
                    <p:cNvPr id="8257" name="Group 8256">
                      <a:extLst>
                        <a:ext uri="{FF2B5EF4-FFF2-40B4-BE49-F238E27FC236}">
                          <a16:creationId xmlns:a16="http://schemas.microsoft.com/office/drawing/2014/main" id="{0EE94B0E-EA3A-7D09-B102-354F9169AFCB}"/>
                        </a:ext>
                      </a:extLst>
                    </p:cNvPr>
                    <p:cNvGrpSpPr/>
                    <p:nvPr/>
                  </p:nvGrpSpPr>
                  <p:grpSpPr>
                    <a:xfrm>
                      <a:off x="5354636" y="4022061"/>
                      <a:ext cx="214313" cy="214313"/>
                      <a:chOff x="5354637" y="3446463"/>
                      <a:chExt cx="214313" cy="214313"/>
                    </a:xfrm>
                  </p:grpSpPr>
                  <p:sp>
                    <p:nvSpPr>
                      <p:cNvPr id="8265" name="Arc 8264">
                        <a:extLst>
                          <a:ext uri="{FF2B5EF4-FFF2-40B4-BE49-F238E27FC236}">
                            <a16:creationId xmlns:a16="http://schemas.microsoft.com/office/drawing/2014/main" id="{5C6932C7-C8B9-24E9-0979-D5C67312201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266" name="Arc 8265">
                        <a:extLst>
                          <a:ext uri="{FF2B5EF4-FFF2-40B4-BE49-F238E27FC236}">
                            <a16:creationId xmlns:a16="http://schemas.microsoft.com/office/drawing/2014/main" id="{29AC1813-8766-DED3-5F26-92011E21B75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258" name="Group 8257">
                      <a:extLst>
                        <a:ext uri="{FF2B5EF4-FFF2-40B4-BE49-F238E27FC236}">
                          <a16:creationId xmlns:a16="http://schemas.microsoft.com/office/drawing/2014/main" id="{386CB7BE-CD28-A0AC-9CDD-E4C4B34B1D5A}"/>
                        </a:ext>
                      </a:extLst>
                    </p:cNvPr>
                    <p:cNvGrpSpPr/>
                    <p:nvPr/>
                  </p:nvGrpSpPr>
                  <p:grpSpPr>
                    <a:xfrm rot="14400000">
                      <a:off x="5310186" y="3977611"/>
                      <a:ext cx="303213" cy="303213"/>
                      <a:chOff x="5354637" y="3446463"/>
                      <a:chExt cx="214313" cy="214313"/>
                    </a:xfrm>
                  </p:grpSpPr>
                  <p:sp>
                    <p:nvSpPr>
                      <p:cNvPr id="8263" name="Arc 8262">
                        <a:extLst>
                          <a:ext uri="{FF2B5EF4-FFF2-40B4-BE49-F238E27FC236}">
                            <a16:creationId xmlns:a16="http://schemas.microsoft.com/office/drawing/2014/main" id="{0918E5A0-2833-56CC-516D-2508E37C25B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264" name="Arc 8263">
                        <a:extLst>
                          <a:ext uri="{FF2B5EF4-FFF2-40B4-BE49-F238E27FC236}">
                            <a16:creationId xmlns:a16="http://schemas.microsoft.com/office/drawing/2014/main" id="{65CDDC79-A04F-3EB3-B9EE-3ED0B152FAC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259" name="Group 8258">
                      <a:extLst>
                        <a:ext uri="{FF2B5EF4-FFF2-40B4-BE49-F238E27FC236}">
                          <a16:creationId xmlns:a16="http://schemas.microsoft.com/office/drawing/2014/main" id="{587D8C5D-4429-C85D-C93E-7E6BBAABCAE5}"/>
                        </a:ext>
                      </a:extLst>
                    </p:cNvPr>
                    <p:cNvGrpSpPr/>
                    <p:nvPr/>
                  </p:nvGrpSpPr>
                  <p:grpSpPr>
                    <a:xfrm rot="7200000">
                      <a:off x="5265196" y="3932619"/>
                      <a:ext cx="393192" cy="393192"/>
                      <a:chOff x="5354637" y="3446463"/>
                      <a:chExt cx="214313" cy="214313"/>
                    </a:xfrm>
                  </p:grpSpPr>
                  <p:sp>
                    <p:nvSpPr>
                      <p:cNvPr id="8261" name="Arc 8260">
                        <a:extLst>
                          <a:ext uri="{FF2B5EF4-FFF2-40B4-BE49-F238E27FC236}">
                            <a16:creationId xmlns:a16="http://schemas.microsoft.com/office/drawing/2014/main" id="{B2B1898D-AAAA-4759-9ED0-AD963D9F931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262" name="Arc 8261">
                        <a:extLst>
                          <a:ext uri="{FF2B5EF4-FFF2-40B4-BE49-F238E27FC236}">
                            <a16:creationId xmlns:a16="http://schemas.microsoft.com/office/drawing/2014/main" id="{6D662884-FA3B-B067-9DCE-AAD88E6416C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260" name="TextBox 8259">
                      <a:extLst>
                        <a:ext uri="{FF2B5EF4-FFF2-40B4-BE49-F238E27FC236}">
                          <a16:creationId xmlns:a16="http://schemas.microsoft.com/office/drawing/2014/main" id="{0C4767E2-3A32-B979-CA1B-E52864CBCA2E}"/>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8234" name="Group 8233">
                    <a:extLst>
                      <a:ext uri="{FF2B5EF4-FFF2-40B4-BE49-F238E27FC236}">
                        <a16:creationId xmlns:a16="http://schemas.microsoft.com/office/drawing/2014/main" id="{C337B5A0-1FC5-283B-2845-B97DB4144992}"/>
                      </a:ext>
                    </a:extLst>
                  </p:cNvPr>
                  <p:cNvGrpSpPr/>
                  <p:nvPr/>
                </p:nvGrpSpPr>
                <p:grpSpPr>
                  <a:xfrm>
                    <a:off x="6512463" y="3525040"/>
                    <a:ext cx="393192" cy="393192"/>
                    <a:chOff x="6389147" y="3357021"/>
                    <a:chExt cx="393192" cy="393192"/>
                  </a:xfrm>
                </p:grpSpPr>
                <p:grpSp>
                  <p:nvGrpSpPr>
                    <p:cNvPr id="8246" name="Group 8245">
                      <a:extLst>
                        <a:ext uri="{FF2B5EF4-FFF2-40B4-BE49-F238E27FC236}">
                          <a16:creationId xmlns:a16="http://schemas.microsoft.com/office/drawing/2014/main" id="{6BAF4B72-C1E0-49B7-CB94-60AF453CA850}"/>
                        </a:ext>
                      </a:extLst>
                    </p:cNvPr>
                    <p:cNvGrpSpPr/>
                    <p:nvPr/>
                  </p:nvGrpSpPr>
                  <p:grpSpPr>
                    <a:xfrm rot="7200000" flipH="1">
                      <a:off x="6389147" y="3357021"/>
                      <a:ext cx="393192" cy="393192"/>
                      <a:chOff x="5354637" y="3446463"/>
                      <a:chExt cx="214313" cy="214313"/>
                    </a:xfrm>
                  </p:grpSpPr>
                  <p:sp>
                    <p:nvSpPr>
                      <p:cNvPr id="8255" name="Arc 8254">
                        <a:extLst>
                          <a:ext uri="{FF2B5EF4-FFF2-40B4-BE49-F238E27FC236}">
                            <a16:creationId xmlns:a16="http://schemas.microsoft.com/office/drawing/2014/main" id="{2B761E7C-51C0-3C6E-EC36-BBBD70FCAD7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256" name="Arc 8255">
                        <a:extLst>
                          <a:ext uri="{FF2B5EF4-FFF2-40B4-BE49-F238E27FC236}">
                            <a16:creationId xmlns:a16="http://schemas.microsoft.com/office/drawing/2014/main" id="{735355B9-6302-7DAD-DFAF-F7F526A1E7E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247" name="Group 8246">
                      <a:extLst>
                        <a:ext uri="{FF2B5EF4-FFF2-40B4-BE49-F238E27FC236}">
                          <a16:creationId xmlns:a16="http://schemas.microsoft.com/office/drawing/2014/main" id="{4A21125B-0A5C-4B56-215D-5F5E7D1AFFC1}"/>
                        </a:ext>
                      </a:extLst>
                    </p:cNvPr>
                    <p:cNvGrpSpPr/>
                    <p:nvPr/>
                  </p:nvGrpSpPr>
                  <p:grpSpPr>
                    <a:xfrm>
                      <a:off x="6434137" y="3402011"/>
                      <a:ext cx="303213" cy="303213"/>
                      <a:chOff x="6434137" y="3402011"/>
                      <a:chExt cx="303213" cy="303213"/>
                    </a:xfrm>
                  </p:grpSpPr>
                  <p:grpSp>
                    <p:nvGrpSpPr>
                      <p:cNvPr id="8248" name="Group 8247">
                        <a:extLst>
                          <a:ext uri="{FF2B5EF4-FFF2-40B4-BE49-F238E27FC236}">
                            <a16:creationId xmlns:a16="http://schemas.microsoft.com/office/drawing/2014/main" id="{16A6935E-1EB8-94E3-BFCC-FAA3CD8BE004}"/>
                          </a:ext>
                        </a:extLst>
                      </p:cNvPr>
                      <p:cNvGrpSpPr/>
                      <p:nvPr/>
                    </p:nvGrpSpPr>
                    <p:grpSpPr>
                      <a:xfrm flipH="1">
                        <a:off x="6478587" y="3446461"/>
                        <a:ext cx="214313" cy="214313"/>
                        <a:chOff x="5354637" y="3446463"/>
                        <a:chExt cx="214313" cy="214313"/>
                      </a:xfrm>
                    </p:grpSpPr>
                    <p:sp>
                      <p:nvSpPr>
                        <p:cNvPr id="8253" name="Arc 8252">
                          <a:extLst>
                            <a:ext uri="{FF2B5EF4-FFF2-40B4-BE49-F238E27FC236}">
                              <a16:creationId xmlns:a16="http://schemas.microsoft.com/office/drawing/2014/main" id="{D30AECCA-6F48-1C4D-B6BD-EB855C3E464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254" name="Arc 8253">
                          <a:extLst>
                            <a:ext uri="{FF2B5EF4-FFF2-40B4-BE49-F238E27FC236}">
                              <a16:creationId xmlns:a16="http://schemas.microsoft.com/office/drawing/2014/main" id="{BC3D1EAB-18F4-CF26-0141-5FBA9DFBEBB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249" name="Group 8248">
                        <a:extLst>
                          <a:ext uri="{FF2B5EF4-FFF2-40B4-BE49-F238E27FC236}">
                            <a16:creationId xmlns:a16="http://schemas.microsoft.com/office/drawing/2014/main" id="{F95674AD-D2D9-3399-5F49-217B5996221B}"/>
                          </a:ext>
                        </a:extLst>
                      </p:cNvPr>
                      <p:cNvGrpSpPr/>
                      <p:nvPr/>
                    </p:nvGrpSpPr>
                    <p:grpSpPr>
                      <a:xfrm rot="14400000" flipH="1">
                        <a:off x="6434137" y="3402011"/>
                        <a:ext cx="303213" cy="303213"/>
                        <a:chOff x="5354637" y="3446463"/>
                        <a:chExt cx="214313" cy="214313"/>
                      </a:xfrm>
                    </p:grpSpPr>
                    <p:sp>
                      <p:nvSpPr>
                        <p:cNvPr id="8251" name="Arc 8250">
                          <a:extLst>
                            <a:ext uri="{FF2B5EF4-FFF2-40B4-BE49-F238E27FC236}">
                              <a16:creationId xmlns:a16="http://schemas.microsoft.com/office/drawing/2014/main" id="{1435AEB6-991D-D042-83CA-7AA3F561210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252" name="Arc 8251">
                          <a:extLst>
                            <a:ext uri="{FF2B5EF4-FFF2-40B4-BE49-F238E27FC236}">
                              <a16:creationId xmlns:a16="http://schemas.microsoft.com/office/drawing/2014/main" id="{0E752F48-506E-7582-8A13-B0C875B163E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250" name="TextBox 8249">
                        <a:extLst>
                          <a:ext uri="{FF2B5EF4-FFF2-40B4-BE49-F238E27FC236}">
                            <a16:creationId xmlns:a16="http://schemas.microsoft.com/office/drawing/2014/main" id="{E86A1FFD-2910-7E2C-8BB7-8A60DB2C277A}"/>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235" name="Group 8234">
                    <a:extLst>
                      <a:ext uri="{FF2B5EF4-FFF2-40B4-BE49-F238E27FC236}">
                        <a16:creationId xmlns:a16="http://schemas.microsoft.com/office/drawing/2014/main" id="{A5DE66F3-656D-6ADC-D6ED-9EBD66266540}"/>
                      </a:ext>
                    </a:extLst>
                  </p:cNvPr>
                  <p:cNvGrpSpPr/>
                  <p:nvPr/>
                </p:nvGrpSpPr>
                <p:grpSpPr>
                  <a:xfrm>
                    <a:off x="6197413" y="3225768"/>
                    <a:ext cx="393192" cy="393192"/>
                    <a:chOff x="6389147" y="3932622"/>
                    <a:chExt cx="393192" cy="393192"/>
                  </a:xfrm>
                </p:grpSpPr>
                <p:grpSp>
                  <p:nvGrpSpPr>
                    <p:cNvPr id="8236" name="Group 8235">
                      <a:extLst>
                        <a:ext uri="{FF2B5EF4-FFF2-40B4-BE49-F238E27FC236}">
                          <a16:creationId xmlns:a16="http://schemas.microsoft.com/office/drawing/2014/main" id="{498146A8-411B-B6A1-F012-0B72E5DABB52}"/>
                        </a:ext>
                      </a:extLst>
                    </p:cNvPr>
                    <p:cNvGrpSpPr/>
                    <p:nvPr/>
                  </p:nvGrpSpPr>
                  <p:grpSpPr>
                    <a:xfrm flipH="1">
                      <a:off x="6478587" y="4022061"/>
                      <a:ext cx="214313" cy="214313"/>
                      <a:chOff x="5354637" y="3446463"/>
                      <a:chExt cx="214313" cy="214313"/>
                    </a:xfrm>
                  </p:grpSpPr>
                  <p:sp>
                    <p:nvSpPr>
                      <p:cNvPr id="8244" name="Arc 8243">
                        <a:extLst>
                          <a:ext uri="{FF2B5EF4-FFF2-40B4-BE49-F238E27FC236}">
                            <a16:creationId xmlns:a16="http://schemas.microsoft.com/office/drawing/2014/main" id="{A3031162-951F-1C3E-33A4-F25EA797BC7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245" name="Arc 8244">
                        <a:extLst>
                          <a:ext uri="{FF2B5EF4-FFF2-40B4-BE49-F238E27FC236}">
                            <a16:creationId xmlns:a16="http://schemas.microsoft.com/office/drawing/2014/main" id="{0E52BA01-FBB9-8DA6-4E33-182AF22384F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237" name="Group 8236">
                      <a:extLst>
                        <a:ext uri="{FF2B5EF4-FFF2-40B4-BE49-F238E27FC236}">
                          <a16:creationId xmlns:a16="http://schemas.microsoft.com/office/drawing/2014/main" id="{0350C6B6-A993-408D-D59A-C4879212570F}"/>
                        </a:ext>
                      </a:extLst>
                    </p:cNvPr>
                    <p:cNvGrpSpPr/>
                    <p:nvPr/>
                  </p:nvGrpSpPr>
                  <p:grpSpPr>
                    <a:xfrm rot="7200000" flipH="1">
                      <a:off x="6434137" y="3977611"/>
                      <a:ext cx="303213" cy="303213"/>
                      <a:chOff x="5354637" y="3446463"/>
                      <a:chExt cx="214313" cy="214313"/>
                    </a:xfrm>
                  </p:grpSpPr>
                  <p:sp>
                    <p:nvSpPr>
                      <p:cNvPr id="8242" name="Arc 8241">
                        <a:extLst>
                          <a:ext uri="{FF2B5EF4-FFF2-40B4-BE49-F238E27FC236}">
                            <a16:creationId xmlns:a16="http://schemas.microsoft.com/office/drawing/2014/main" id="{1F691758-D77F-E312-3116-F91F07620FA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243" name="Arc 8242">
                        <a:extLst>
                          <a:ext uri="{FF2B5EF4-FFF2-40B4-BE49-F238E27FC236}">
                            <a16:creationId xmlns:a16="http://schemas.microsoft.com/office/drawing/2014/main" id="{60E630B6-F049-0C6F-F568-595BF12380A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238" name="Group 8237">
                      <a:extLst>
                        <a:ext uri="{FF2B5EF4-FFF2-40B4-BE49-F238E27FC236}">
                          <a16:creationId xmlns:a16="http://schemas.microsoft.com/office/drawing/2014/main" id="{A7860B84-BE0A-76C8-31E6-7AC7ED90AA4F}"/>
                        </a:ext>
                      </a:extLst>
                    </p:cNvPr>
                    <p:cNvGrpSpPr/>
                    <p:nvPr/>
                  </p:nvGrpSpPr>
                  <p:grpSpPr>
                    <a:xfrm rot="14400000" flipH="1">
                      <a:off x="6389147" y="3932622"/>
                      <a:ext cx="393192" cy="393192"/>
                      <a:chOff x="5354637" y="3446463"/>
                      <a:chExt cx="214313" cy="214313"/>
                    </a:xfrm>
                  </p:grpSpPr>
                  <p:sp>
                    <p:nvSpPr>
                      <p:cNvPr id="8240" name="Arc 8239">
                        <a:extLst>
                          <a:ext uri="{FF2B5EF4-FFF2-40B4-BE49-F238E27FC236}">
                            <a16:creationId xmlns:a16="http://schemas.microsoft.com/office/drawing/2014/main" id="{0D5B2737-735D-5FDB-EA67-B17FD6E6D76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241" name="Arc 8240">
                        <a:extLst>
                          <a:ext uri="{FF2B5EF4-FFF2-40B4-BE49-F238E27FC236}">
                            <a16:creationId xmlns:a16="http://schemas.microsoft.com/office/drawing/2014/main" id="{A33A49E4-E608-0B8E-48AA-E70749C31F1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239" name="TextBox 8238">
                      <a:extLst>
                        <a:ext uri="{FF2B5EF4-FFF2-40B4-BE49-F238E27FC236}">
                          <a16:creationId xmlns:a16="http://schemas.microsoft.com/office/drawing/2014/main" id="{7119DBAB-10CB-B21A-C516-38B72490B59B}"/>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6127" name="Group 6126">
              <a:extLst>
                <a:ext uri="{FF2B5EF4-FFF2-40B4-BE49-F238E27FC236}">
                  <a16:creationId xmlns:a16="http://schemas.microsoft.com/office/drawing/2014/main" id="{94AAE410-903A-E5A8-C615-E2EED476B271}"/>
                </a:ext>
              </a:extLst>
            </p:cNvPr>
            <p:cNvGrpSpPr/>
            <p:nvPr/>
          </p:nvGrpSpPr>
          <p:grpSpPr>
            <a:xfrm>
              <a:off x="2369740" y="-674415"/>
              <a:ext cx="2263438" cy="2198360"/>
              <a:chOff x="5445106" y="2039507"/>
              <a:chExt cx="2263438" cy="2198360"/>
            </a:xfrm>
          </p:grpSpPr>
          <p:grpSp>
            <p:nvGrpSpPr>
              <p:cNvPr id="8038" name="Group 8037">
                <a:extLst>
                  <a:ext uri="{FF2B5EF4-FFF2-40B4-BE49-F238E27FC236}">
                    <a16:creationId xmlns:a16="http://schemas.microsoft.com/office/drawing/2014/main" id="{849FF12D-4D01-3C15-1C3D-F142FA26F78A}"/>
                  </a:ext>
                </a:extLst>
              </p:cNvPr>
              <p:cNvGrpSpPr/>
              <p:nvPr/>
            </p:nvGrpSpPr>
            <p:grpSpPr>
              <a:xfrm>
                <a:off x="5445106" y="2644743"/>
                <a:ext cx="1643204" cy="1593124"/>
                <a:chOff x="5445106" y="2644743"/>
                <a:chExt cx="1643204" cy="1593124"/>
              </a:xfrm>
            </p:grpSpPr>
            <p:grpSp>
              <p:nvGrpSpPr>
                <p:cNvPr id="8134" name="Group 8133">
                  <a:extLst>
                    <a:ext uri="{FF2B5EF4-FFF2-40B4-BE49-F238E27FC236}">
                      <a16:creationId xmlns:a16="http://schemas.microsoft.com/office/drawing/2014/main" id="{7C869BB0-E033-8E41-05E8-7CEE76A817A4}"/>
                    </a:ext>
                  </a:extLst>
                </p:cNvPr>
                <p:cNvGrpSpPr/>
                <p:nvPr/>
              </p:nvGrpSpPr>
              <p:grpSpPr>
                <a:xfrm>
                  <a:off x="5445106" y="2644743"/>
                  <a:ext cx="1019224" cy="991639"/>
                  <a:chOff x="5886431" y="3225768"/>
                  <a:chExt cx="1019224" cy="991639"/>
                </a:xfrm>
              </p:grpSpPr>
              <p:grpSp>
                <p:nvGrpSpPr>
                  <p:cNvPr id="8182" name="Group 8181">
                    <a:extLst>
                      <a:ext uri="{FF2B5EF4-FFF2-40B4-BE49-F238E27FC236}">
                        <a16:creationId xmlns:a16="http://schemas.microsoft.com/office/drawing/2014/main" id="{04B2A7FF-9B9E-03D9-A959-C198B87082F5}"/>
                      </a:ext>
                    </a:extLst>
                  </p:cNvPr>
                  <p:cNvGrpSpPr/>
                  <p:nvPr/>
                </p:nvGrpSpPr>
                <p:grpSpPr>
                  <a:xfrm>
                    <a:off x="6197413" y="3824215"/>
                    <a:ext cx="393192" cy="393192"/>
                    <a:chOff x="5265196" y="3357021"/>
                    <a:chExt cx="393192" cy="393192"/>
                  </a:xfrm>
                </p:grpSpPr>
                <p:grpSp>
                  <p:nvGrpSpPr>
                    <p:cNvPr id="8217" name="Group 8216">
                      <a:extLst>
                        <a:ext uri="{FF2B5EF4-FFF2-40B4-BE49-F238E27FC236}">
                          <a16:creationId xmlns:a16="http://schemas.microsoft.com/office/drawing/2014/main" id="{53B27326-904F-4453-680E-102F02120D0F}"/>
                        </a:ext>
                      </a:extLst>
                    </p:cNvPr>
                    <p:cNvGrpSpPr/>
                    <p:nvPr/>
                  </p:nvGrpSpPr>
                  <p:grpSpPr>
                    <a:xfrm rot="14400000">
                      <a:off x="5265196" y="3357021"/>
                      <a:ext cx="393192" cy="393192"/>
                      <a:chOff x="5354637" y="3446463"/>
                      <a:chExt cx="214313" cy="214313"/>
                    </a:xfrm>
                  </p:grpSpPr>
                  <p:sp>
                    <p:nvSpPr>
                      <p:cNvPr id="8226" name="Arc 8225">
                        <a:extLst>
                          <a:ext uri="{FF2B5EF4-FFF2-40B4-BE49-F238E27FC236}">
                            <a16:creationId xmlns:a16="http://schemas.microsoft.com/office/drawing/2014/main" id="{EEE30454-8839-F33D-D825-34DE4924D70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227" name="Arc 8226">
                        <a:extLst>
                          <a:ext uri="{FF2B5EF4-FFF2-40B4-BE49-F238E27FC236}">
                            <a16:creationId xmlns:a16="http://schemas.microsoft.com/office/drawing/2014/main" id="{5702E56D-4E82-0E2F-32D7-9E5C2CBE916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218" name="Group 8217">
                      <a:extLst>
                        <a:ext uri="{FF2B5EF4-FFF2-40B4-BE49-F238E27FC236}">
                          <a16:creationId xmlns:a16="http://schemas.microsoft.com/office/drawing/2014/main" id="{913612D8-A776-327E-F7A7-5CE86438E2A0}"/>
                        </a:ext>
                      </a:extLst>
                    </p:cNvPr>
                    <p:cNvGrpSpPr/>
                    <p:nvPr/>
                  </p:nvGrpSpPr>
                  <p:grpSpPr>
                    <a:xfrm>
                      <a:off x="5310186" y="3402011"/>
                      <a:ext cx="303213" cy="303213"/>
                      <a:chOff x="5310186" y="3402011"/>
                      <a:chExt cx="303213" cy="303213"/>
                    </a:xfrm>
                  </p:grpSpPr>
                  <p:grpSp>
                    <p:nvGrpSpPr>
                      <p:cNvPr id="8219" name="Group 8218">
                        <a:extLst>
                          <a:ext uri="{FF2B5EF4-FFF2-40B4-BE49-F238E27FC236}">
                            <a16:creationId xmlns:a16="http://schemas.microsoft.com/office/drawing/2014/main" id="{D7E04E0B-F0FC-68BE-3A17-FB71DFCC5784}"/>
                          </a:ext>
                        </a:extLst>
                      </p:cNvPr>
                      <p:cNvGrpSpPr/>
                      <p:nvPr/>
                    </p:nvGrpSpPr>
                    <p:grpSpPr>
                      <a:xfrm>
                        <a:off x="5354636" y="3446461"/>
                        <a:ext cx="214313" cy="214313"/>
                        <a:chOff x="5354637" y="3446463"/>
                        <a:chExt cx="214313" cy="214313"/>
                      </a:xfrm>
                    </p:grpSpPr>
                    <p:sp>
                      <p:nvSpPr>
                        <p:cNvPr id="8224" name="Arc 8223">
                          <a:extLst>
                            <a:ext uri="{FF2B5EF4-FFF2-40B4-BE49-F238E27FC236}">
                              <a16:creationId xmlns:a16="http://schemas.microsoft.com/office/drawing/2014/main" id="{1E47C947-41B7-5EDD-953A-24E5923CE66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225" name="Arc 8224">
                          <a:extLst>
                            <a:ext uri="{FF2B5EF4-FFF2-40B4-BE49-F238E27FC236}">
                              <a16:creationId xmlns:a16="http://schemas.microsoft.com/office/drawing/2014/main" id="{57CB0BD2-A47F-BA23-8BCB-65E17B8061E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220" name="Group 8219">
                        <a:extLst>
                          <a:ext uri="{FF2B5EF4-FFF2-40B4-BE49-F238E27FC236}">
                            <a16:creationId xmlns:a16="http://schemas.microsoft.com/office/drawing/2014/main" id="{F38008FE-94C4-0DB2-6A82-757707EE42E8}"/>
                          </a:ext>
                        </a:extLst>
                      </p:cNvPr>
                      <p:cNvGrpSpPr/>
                      <p:nvPr/>
                    </p:nvGrpSpPr>
                    <p:grpSpPr>
                      <a:xfrm rot="7200000">
                        <a:off x="5310186" y="3402011"/>
                        <a:ext cx="303213" cy="303213"/>
                        <a:chOff x="5354637" y="3446463"/>
                        <a:chExt cx="214313" cy="214313"/>
                      </a:xfrm>
                    </p:grpSpPr>
                    <p:sp>
                      <p:nvSpPr>
                        <p:cNvPr id="8222" name="Arc 8221">
                          <a:extLst>
                            <a:ext uri="{FF2B5EF4-FFF2-40B4-BE49-F238E27FC236}">
                              <a16:creationId xmlns:a16="http://schemas.microsoft.com/office/drawing/2014/main" id="{7657ECE3-1BC3-69E3-6792-9140ED07A78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223" name="Arc 8222">
                          <a:extLst>
                            <a:ext uri="{FF2B5EF4-FFF2-40B4-BE49-F238E27FC236}">
                              <a16:creationId xmlns:a16="http://schemas.microsoft.com/office/drawing/2014/main" id="{9FDDF201-164C-E3E5-0E45-3ABFEF4D307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221" name="TextBox 8220">
                        <a:extLst>
                          <a:ext uri="{FF2B5EF4-FFF2-40B4-BE49-F238E27FC236}">
                            <a16:creationId xmlns:a16="http://schemas.microsoft.com/office/drawing/2014/main" id="{86EF10D9-73B1-974A-5793-34CEB2B9A701}"/>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183" name="Group 8182">
                    <a:extLst>
                      <a:ext uri="{FF2B5EF4-FFF2-40B4-BE49-F238E27FC236}">
                        <a16:creationId xmlns:a16="http://schemas.microsoft.com/office/drawing/2014/main" id="{3EAAFB0E-8F7E-AD7B-859C-17781A5D3C00}"/>
                      </a:ext>
                    </a:extLst>
                  </p:cNvPr>
                  <p:cNvGrpSpPr/>
                  <p:nvPr/>
                </p:nvGrpSpPr>
                <p:grpSpPr>
                  <a:xfrm>
                    <a:off x="5886431" y="3525040"/>
                    <a:ext cx="393192" cy="393192"/>
                    <a:chOff x="5265196" y="3932619"/>
                    <a:chExt cx="393192" cy="393192"/>
                  </a:xfrm>
                </p:grpSpPr>
                <p:grpSp>
                  <p:nvGrpSpPr>
                    <p:cNvPr id="8207" name="Group 8206">
                      <a:extLst>
                        <a:ext uri="{FF2B5EF4-FFF2-40B4-BE49-F238E27FC236}">
                          <a16:creationId xmlns:a16="http://schemas.microsoft.com/office/drawing/2014/main" id="{96BF7008-086E-5197-1918-BFF6D10776B3}"/>
                        </a:ext>
                      </a:extLst>
                    </p:cNvPr>
                    <p:cNvGrpSpPr/>
                    <p:nvPr/>
                  </p:nvGrpSpPr>
                  <p:grpSpPr>
                    <a:xfrm>
                      <a:off x="5354636" y="4022061"/>
                      <a:ext cx="214313" cy="214313"/>
                      <a:chOff x="5354637" y="3446463"/>
                      <a:chExt cx="214313" cy="214313"/>
                    </a:xfrm>
                  </p:grpSpPr>
                  <p:sp>
                    <p:nvSpPr>
                      <p:cNvPr id="8215" name="Arc 8214">
                        <a:extLst>
                          <a:ext uri="{FF2B5EF4-FFF2-40B4-BE49-F238E27FC236}">
                            <a16:creationId xmlns:a16="http://schemas.microsoft.com/office/drawing/2014/main" id="{F0634BDD-4964-15CC-1B1D-B53E5F21B78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216" name="Arc 8215">
                        <a:extLst>
                          <a:ext uri="{FF2B5EF4-FFF2-40B4-BE49-F238E27FC236}">
                            <a16:creationId xmlns:a16="http://schemas.microsoft.com/office/drawing/2014/main" id="{29D722D9-E3FF-A2AE-68FF-230F1AD0113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208" name="Group 8207">
                      <a:extLst>
                        <a:ext uri="{FF2B5EF4-FFF2-40B4-BE49-F238E27FC236}">
                          <a16:creationId xmlns:a16="http://schemas.microsoft.com/office/drawing/2014/main" id="{3B7C1AE0-5CF7-0432-69E3-9F62141ACC71}"/>
                        </a:ext>
                      </a:extLst>
                    </p:cNvPr>
                    <p:cNvGrpSpPr/>
                    <p:nvPr/>
                  </p:nvGrpSpPr>
                  <p:grpSpPr>
                    <a:xfrm rot="14400000">
                      <a:off x="5310186" y="3977611"/>
                      <a:ext cx="303213" cy="303213"/>
                      <a:chOff x="5354637" y="3446463"/>
                      <a:chExt cx="214313" cy="214313"/>
                    </a:xfrm>
                  </p:grpSpPr>
                  <p:sp>
                    <p:nvSpPr>
                      <p:cNvPr id="8213" name="Arc 8212">
                        <a:extLst>
                          <a:ext uri="{FF2B5EF4-FFF2-40B4-BE49-F238E27FC236}">
                            <a16:creationId xmlns:a16="http://schemas.microsoft.com/office/drawing/2014/main" id="{299AFD76-84BC-30BB-1831-3C782BE83A2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214" name="Arc 8213">
                        <a:extLst>
                          <a:ext uri="{FF2B5EF4-FFF2-40B4-BE49-F238E27FC236}">
                            <a16:creationId xmlns:a16="http://schemas.microsoft.com/office/drawing/2014/main" id="{D24CBB20-72FD-5646-9546-F796D0FAF10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209" name="Group 8208">
                      <a:extLst>
                        <a:ext uri="{FF2B5EF4-FFF2-40B4-BE49-F238E27FC236}">
                          <a16:creationId xmlns:a16="http://schemas.microsoft.com/office/drawing/2014/main" id="{D646D28E-C508-9A29-F994-65A16C4D91A9}"/>
                        </a:ext>
                      </a:extLst>
                    </p:cNvPr>
                    <p:cNvGrpSpPr/>
                    <p:nvPr/>
                  </p:nvGrpSpPr>
                  <p:grpSpPr>
                    <a:xfrm rot="7200000">
                      <a:off x="5265196" y="3932619"/>
                      <a:ext cx="393192" cy="393192"/>
                      <a:chOff x="5354637" y="3446463"/>
                      <a:chExt cx="214313" cy="214313"/>
                    </a:xfrm>
                  </p:grpSpPr>
                  <p:sp>
                    <p:nvSpPr>
                      <p:cNvPr id="8211" name="Arc 8210">
                        <a:extLst>
                          <a:ext uri="{FF2B5EF4-FFF2-40B4-BE49-F238E27FC236}">
                            <a16:creationId xmlns:a16="http://schemas.microsoft.com/office/drawing/2014/main" id="{25C38CCA-F1E9-2657-4301-BF67634A298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212" name="Arc 8211">
                        <a:extLst>
                          <a:ext uri="{FF2B5EF4-FFF2-40B4-BE49-F238E27FC236}">
                            <a16:creationId xmlns:a16="http://schemas.microsoft.com/office/drawing/2014/main" id="{53CBF02D-3CC6-9583-2EB6-BF59416F152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210" name="TextBox 8209">
                      <a:extLst>
                        <a:ext uri="{FF2B5EF4-FFF2-40B4-BE49-F238E27FC236}">
                          <a16:creationId xmlns:a16="http://schemas.microsoft.com/office/drawing/2014/main" id="{0305C930-35C1-129D-4BD1-5D381D537BC3}"/>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8184" name="Group 8183">
                    <a:extLst>
                      <a:ext uri="{FF2B5EF4-FFF2-40B4-BE49-F238E27FC236}">
                        <a16:creationId xmlns:a16="http://schemas.microsoft.com/office/drawing/2014/main" id="{797CB754-96CA-8B66-DA62-1E4C20BB51E4}"/>
                      </a:ext>
                    </a:extLst>
                  </p:cNvPr>
                  <p:cNvGrpSpPr/>
                  <p:nvPr/>
                </p:nvGrpSpPr>
                <p:grpSpPr>
                  <a:xfrm>
                    <a:off x="6512463" y="3525040"/>
                    <a:ext cx="393192" cy="393192"/>
                    <a:chOff x="6389147" y="3357021"/>
                    <a:chExt cx="393192" cy="393192"/>
                  </a:xfrm>
                </p:grpSpPr>
                <p:grpSp>
                  <p:nvGrpSpPr>
                    <p:cNvPr id="8196" name="Group 8195">
                      <a:extLst>
                        <a:ext uri="{FF2B5EF4-FFF2-40B4-BE49-F238E27FC236}">
                          <a16:creationId xmlns:a16="http://schemas.microsoft.com/office/drawing/2014/main" id="{721E6488-20E0-8FEC-D429-C5C640FD8A5C}"/>
                        </a:ext>
                      </a:extLst>
                    </p:cNvPr>
                    <p:cNvGrpSpPr/>
                    <p:nvPr/>
                  </p:nvGrpSpPr>
                  <p:grpSpPr>
                    <a:xfrm rot="7200000" flipH="1">
                      <a:off x="6389147" y="3357021"/>
                      <a:ext cx="393192" cy="393192"/>
                      <a:chOff x="5354637" y="3446463"/>
                      <a:chExt cx="214313" cy="214313"/>
                    </a:xfrm>
                  </p:grpSpPr>
                  <p:sp>
                    <p:nvSpPr>
                      <p:cNvPr id="8205" name="Arc 8204">
                        <a:extLst>
                          <a:ext uri="{FF2B5EF4-FFF2-40B4-BE49-F238E27FC236}">
                            <a16:creationId xmlns:a16="http://schemas.microsoft.com/office/drawing/2014/main" id="{F9E36FB4-63EF-9C90-A68F-C520D81B604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206" name="Arc 8205">
                        <a:extLst>
                          <a:ext uri="{FF2B5EF4-FFF2-40B4-BE49-F238E27FC236}">
                            <a16:creationId xmlns:a16="http://schemas.microsoft.com/office/drawing/2014/main" id="{67569CF9-6D09-586C-F814-B8BCAF2B206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197" name="Group 8196">
                      <a:extLst>
                        <a:ext uri="{FF2B5EF4-FFF2-40B4-BE49-F238E27FC236}">
                          <a16:creationId xmlns:a16="http://schemas.microsoft.com/office/drawing/2014/main" id="{422B50E5-08D7-BECE-1AE1-ED1ABFB1224C}"/>
                        </a:ext>
                      </a:extLst>
                    </p:cNvPr>
                    <p:cNvGrpSpPr/>
                    <p:nvPr/>
                  </p:nvGrpSpPr>
                  <p:grpSpPr>
                    <a:xfrm>
                      <a:off x="6434137" y="3402011"/>
                      <a:ext cx="303213" cy="303213"/>
                      <a:chOff x="6434137" y="3402011"/>
                      <a:chExt cx="303213" cy="303213"/>
                    </a:xfrm>
                  </p:grpSpPr>
                  <p:grpSp>
                    <p:nvGrpSpPr>
                      <p:cNvPr id="8198" name="Group 8197">
                        <a:extLst>
                          <a:ext uri="{FF2B5EF4-FFF2-40B4-BE49-F238E27FC236}">
                            <a16:creationId xmlns:a16="http://schemas.microsoft.com/office/drawing/2014/main" id="{21A1E37C-C991-BDCF-B2A2-7A7E010BEE35}"/>
                          </a:ext>
                        </a:extLst>
                      </p:cNvPr>
                      <p:cNvGrpSpPr/>
                      <p:nvPr/>
                    </p:nvGrpSpPr>
                    <p:grpSpPr>
                      <a:xfrm flipH="1">
                        <a:off x="6478587" y="3446461"/>
                        <a:ext cx="214313" cy="214313"/>
                        <a:chOff x="5354637" y="3446463"/>
                        <a:chExt cx="214313" cy="214313"/>
                      </a:xfrm>
                    </p:grpSpPr>
                    <p:sp>
                      <p:nvSpPr>
                        <p:cNvPr id="8203" name="Arc 8202">
                          <a:extLst>
                            <a:ext uri="{FF2B5EF4-FFF2-40B4-BE49-F238E27FC236}">
                              <a16:creationId xmlns:a16="http://schemas.microsoft.com/office/drawing/2014/main" id="{AB238ACB-641D-5B6B-A029-201E9EB15C9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204" name="Arc 8203">
                          <a:extLst>
                            <a:ext uri="{FF2B5EF4-FFF2-40B4-BE49-F238E27FC236}">
                              <a16:creationId xmlns:a16="http://schemas.microsoft.com/office/drawing/2014/main" id="{5DAAD1D2-C610-C313-77F1-6C2081796B5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199" name="Group 8198">
                        <a:extLst>
                          <a:ext uri="{FF2B5EF4-FFF2-40B4-BE49-F238E27FC236}">
                            <a16:creationId xmlns:a16="http://schemas.microsoft.com/office/drawing/2014/main" id="{7FD1AE28-6A17-6729-EAA7-34A73F8D34B3}"/>
                          </a:ext>
                        </a:extLst>
                      </p:cNvPr>
                      <p:cNvGrpSpPr/>
                      <p:nvPr/>
                    </p:nvGrpSpPr>
                    <p:grpSpPr>
                      <a:xfrm rot="14400000" flipH="1">
                        <a:off x="6434137" y="3402011"/>
                        <a:ext cx="303213" cy="303213"/>
                        <a:chOff x="5354637" y="3446463"/>
                        <a:chExt cx="214313" cy="214313"/>
                      </a:xfrm>
                    </p:grpSpPr>
                    <p:sp>
                      <p:nvSpPr>
                        <p:cNvPr id="8201" name="Arc 8200">
                          <a:extLst>
                            <a:ext uri="{FF2B5EF4-FFF2-40B4-BE49-F238E27FC236}">
                              <a16:creationId xmlns:a16="http://schemas.microsoft.com/office/drawing/2014/main" id="{4782553F-4A2F-0A91-88BD-67FFB152665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202" name="Arc 8201">
                          <a:extLst>
                            <a:ext uri="{FF2B5EF4-FFF2-40B4-BE49-F238E27FC236}">
                              <a16:creationId xmlns:a16="http://schemas.microsoft.com/office/drawing/2014/main" id="{153F5557-BD92-6A5F-594E-923BEA6D20C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200" name="TextBox 8199">
                        <a:extLst>
                          <a:ext uri="{FF2B5EF4-FFF2-40B4-BE49-F238E27FC236}">
                            <a16:creationId xmlns:a16="http://schemas.microsoft.com/office/drawing/2014/main" id="{CD76F127-B381-7B8A-CCC5-4EE7FA4563B3}"/>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185" name="Group 8184">
                    <a:extLst>
                      <a:ext uri="{FF2B5EF4-FFF2-40B4-BE49-F238E27FC236}">
                        <a16:creationId xmlns:a16="http://schemas.microsoft.com/office/drawing/2014/main" id="{140698E7-EADE-45F2-9A96-C7702D91FFD3}"/>
                      </a:ext>
                    </a:extLst>
                  </p:cNvPr>
                  <p:cNvGrpSpPr/>
                  <p:nvPr/>
                </p:nvGrpSpPr>
                <p:grpSpPr>
                  <a:xfrm>
                    <a:off x="6197413" y="3225768"/>
                    <a:ext cx="393192" cy="393192"/>
                    <a:chOff x="6389147" y="3932622"/>
                    <a:chExt cx="393192" cy="393192"/>
                  </a:xfrm>
                </p:grpSpPr>
                <p:grpSp>
                  <p:nvGrpSpPr>
                    <p:cNvPr id="8186" name="Group 8185">
                      <a:extLst>
                        <a:ext uri="{FF2B5EF4-FFF2-40B4-BE49-F238E27FC236}">
                          <a16:creationId xmlns:a16="http://schemas.microsoft.com/office/drawing/2014/main" id="{421B0FFB-4E31-89BC-9E83-AD8EFE8360EC}"/>
                        </a:ext>
                      </a:extLst>
                    </p:cNvPr>
                    <p:cNvGrpSpPr/>
                    <p:nvPr/>
                  </p:nvGrpSpPr>
                  <p:grpSpPr>
                    <a:xfrm flipH="1">
                      <a:off x="6478587" y="4022061"/>
                      <a:ext cx="214313" cy="214313"/>
                      <a:chOff x="5354637" y="3446463"/>
                      <a:chExt cx="214313" cy="214313"/>
                    </a:xfrm>
                  </p:grpSpPr>
                  <p:sp>
                    <p:nvSpPr>
                      <p:cNvPr id="8194" name="Arc 8193">
                        <a:extLst>
                          <a:ext uri="{FF2B5EF4-FFF2-40B4-BE49-F238E27FC236}">
                            <a16:creationId xmlns:a16="http://schemas.microsoft.com/office/drawing/2014/main" id="{E6283679-0F09-B1AB-3C1C-DD79CFD6807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195" name="Arc 8194">
                        <a:extLst>
                          <a:ext uri="{FF2B5EF4-FFF2-40B4-BE49-F238E27FC236}">
                            <a16:creationId xmlns:a16="http://schemas.microsoft.com/office/drawing/2014/main" id="{D5810564-27FC-29E6-CFEE-20994DE0F38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187" name="Group 8186">
                      <a:extLst>
                        <a:ext uri="{FF2B5EF4-FFF2-40B4-BE49-F238E27FC236}">
                          <a16:creationId xmlns:a16="http://schemas.microsoft.com/office/drawing/2014/main" id="{51D37055-B0E9-0216-46A3-B972367B1EEC}"/>
                        </a:ext>
                      </a:extLst>
                    </p:cNvPr>
                    <p:cNvGrpSpPr/>
                    <p:nvPr/>
                  </p:nvGrpSpPr>
                  <p:grpSpPr>
                    <a:xfrm rot="7200000" flipH="1">
                      <a:off x="6434137" y="3977611"/>
                      <a:ext cx="303213" cy="303213"/>
                      <a:chOff x="5354637" y="3446463"/>
                      <a:chExt cx="214313" cy="214313"/>
                    </a:xfrm>
                  </p:grpSpPr>
                  <p:sp>
                    <p:nvSpPr>
                      <p:cNvPr id="8192" name="Arc 8191">
                        <a:extLst>
                          <a:ext uri="{FF2B5EF4-FFF2-40B4-BE49-F238E27FC236}">
                            <a16:creationId xmlns:a16="http://schemas.microsoft.com/office/drawing/2014/main" id="{3256BDAC-40AE-84E3-E778-93DABA3F459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193" name="Arc 8192">
                        <a:extLst>
                          <a:ext uri="{FF2B5EF4-FFF2-40B4-BE49-F238E27FC236}">
                            <a16:creationId xmlns:a16="http://schemas.microsoft.com/office/drawing/2014/main" id="{56A5D2EC-FD90-6A0A-B218-86A3317787A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188" name="Group 8187">
                      <a:extLst>
                        <a:ext uri="{FF2B5EF4-FFF2-40B4-BE49-F238E27FC236}">
                          <a16:creationId xmlns:a16="http://schemas.microsoft.com/office/drawing/2014/main" id="{9D508379-5B9A-0EBF-8694-BC7B7A9CDBDC}"/>
                        </a:ext>
                      </a:extLst>
                    </p:cNvPr>
                    <p:cNvGrpSpPr/>
                    <p:nvPr/>
                  </p:nvGrpSpPr>
                  <p:grpSpPr>
                    <a:xfrm rot="14400000" flipH="1">
                      <a:off x="6389147" y="3932622"/>
                      <a:ext cx="393192" cy="393192"/>
                      <a:chOff x="5354637" y="3446463"/>
                      <a:chExt cx="214313" cy="214313"/>
                    </a:xfrm>
                  </p:grpSpPr>
                  <p:sp>
                    <p:nvSpPr>
                      <p:cNvPr id="8190" name="Arc 8189">
                        <a:extLst>
                          <a:ext uri="{FF2B5EF4-FFF2-40B4-BE49-F238E27FC236}">
                            <a16:creationId xmlns:a16="http://schemas.microsoft.com/office/drawing/2014/main" id="{308F9D05-7F46-6D7F-7A48-DF49E544C94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191" name="Arc 8190">
                        <a:extLst>
                          <a:ext uri="{FF2B5EF4-FFF2-40B4-BE49-F238E27FC236}">
                            <a16:creationId xmlns:a16="http://schemas.microsoft.com/office/drawing/2014/main" id="{AF67E89C-3F78-0A44-A991-489B9361181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189" name="TextBox 8188">
                      <a:extLst>
                        <a:ext uri="{FF2B5EF4-FFF2-40B4-BE49-F238E27FC236}">
                          <a16:creationId xmlns:a16="http://schemas.microsoft.com/office/drawing/2014/main" id="{5A7267ED-1BDE-5D45-C27C-8F296814ACB3}"/>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135" name="Group 8134">
                  <a:extLst>
                    <a:ext uri="{FF2B5EF4-FFF2-40B4-BE49-F238E27FC236}">
                      <a16:creationId xmlns:a16="http://schemas.microsoft.com/office/drawing/2014/main" id="{9E9C7338-8318-CB2F-6878-7FA9BDC491D2}"/>
                    </a:ext>
                  </a:extLst>
                </p:cNvPr>
                <p:cNvGrpSpPr/>
                <p:nvPr/>
              </p:nvGrpSpPr>
              <p:grpSpPr>
                <a:xfrm>
                  <a:off x="6069086" y="3246228"/>
                  <a:ext cx="1019224" cy="991639"/>
                  <a:chOff x="5886431" y="3225768"/>
                  <a:chExt cx="1019224" cy="991639"/>
                </a:xfrm>
              </p:grpSpPr>
              <p:grpSp>
                <p:nvGrpSpPr>
                  <p:cNvPr id="8136" name="Group 8135">
                    <a:extLst>
                      <a:ext uri="{FF2B5EF4-FFF2-40B4-BE49-F238E27FC236}">
                        <a16:creationId xmlns:a16="http://schemas.microsoft.com/office/drawing/2014/main" id="{B80F3F74-AAA0-955E-E083-14503FC0EB46}"/>
                      </a:ext>
                    </a:extLst>
                  </p:cNvPr>
                  <p:cNvGrpSpPr/>
                  <p:nvPr/>
                </p:nvGrpSpPr>
                <p:grpSpPr>
                  <a:xfrm>
                    <a:off x="6197413" y="3824215"/>
                    <a:ext cx="393192" cy="393192"/>
                    <a:chOff x="5265196" y="3357021"/>
                    <a:chExt cx="393192" cy="393192"/>
                  </a:xfrm>
                </p:grpSpPr>
                <p:grpSp>
                  <p:nvGrpSpPr>
                    <p:cNvPr id="8171" name="Group 8170">
                      <a:extLst>
                        <a:ext uri="{FF2B5EF4-FFF2-40B4-BE49-F238E27FC236}">
                          <a16:creationId xmlns:a16="http://schemas.microsoft.com/office/drawing/2014/main" id="{4759DA72-6F27-F3FA-C41A-A6F24450555D}"/>
                        </a:ext>
                      </a:extLst>
                    </p:cNvPr>
                    <p:cNvGrpSpPr/>
                    <p:nvPr/>
                  </p:nvGrpSpPr>
                  <p:grpSpPr>
                    <a:xfrm rot="14400000">
                      <a:off x="5265196" y="3357021"/>
                      <a:ext cx="393192" cy="393192"/>
                      <a:chOff x="5354637" y="3446463"/>
                      <a:chExt cx="214313" cy="214313"/>
                    </a:xfrm>
                  </p:grpSpPr>
                  <p:sp>
                    <p:nvSpPr>
                      <p:cNvPr id="8180" name="Arc 8179">
                        <a:extLst>
                          <a:ext uri="{FF2B5EF4-FFF2-40B4-BE49-F238E27FC236}">
                            <a16:creationId xmlns:a16="http://schemas.microsoft.com/office/drawing/2014/main" id="{34B52DB7-D1D5-3A60-B119-3B9F74244FD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181" name="Arc 8180">
                        <a:extLst>
                          <a:ext uri="{FF2B5EF4-FFF2-40B4-BE49-F238E27FC236}">
                            <a16:creationId xmlns:a16="http://schemas.microsoft.com/office/drawing/2014/main" id="{BE300AA2-E208-6549-6F05-D2D9329848D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172" name="Group 8171">
                      <a:extLst>
                        <a:ext uri="{FF2B5EF4-FFF2-40B4-BE49-F238E27FC236}">
                          <a16:creationId xmlns:a16="http://schemas.microsoft.com/office/drawing/2014/main" id="{3F9DA0C8-DB26-CC26-CAED-D963CF262ED1}"/>
                        </a:ext>
                      </a:extLst>
                    </p:cNvPr>
                    <p:cNvGrpSpPr/>
                    <p:nvPr/>
                  </p:nvGrpSpPr>
                  <p:grpSpPr>
                    <a:xfrm>
                      <a:off x="5310186" y="3402011"/>
                      <a:ext cx="303213" cy="303213"/>
                      <a:chOff x="5310186" y="3402011"/>
                      <a:chExt cx="303213" cy="303213"/>
                    </a:xfrm>
                  </p:grpSpPr>
                  <p:grpSp>
                    <p:nvGrpSpPr>
                      <p:cNvPr id="8173" name="Group 8172">
                        <a:extLst>
                          <a:ext uri="{FF2B5EF4-FFF2-40B4-BE49-F238E27FC236}">
                            <a16:creationId xmlns:a16="http://schemas.microsoft.com/office/drawing/2014/main" id="{D39924F5-3D5F-F599-42D1-A94EA31E3E1D}"/>
                          </a:ext>
                        </a:extLst>
                      </p:cNvPr>
                      <p:cNvGrpSpPr/>
                      <p:nvPr/>
                    </p:nvGrpSpPr>
                    <p:grpSpPr>
                      <a:xfrm>
                        <a:off x="5354636" y="3446461"/>
                        <a:ext cx="214313" cy="214313"/>
                        <a:chOff x="5354637" y="3446463"/>
                        <a:chExt cx="214313" cy="214313"/>
                      </a:xfrm>
                    </p:grpSpPr>
                    <p:sp>
                      <p:nvSpPr>
                        <p:cNvPr id="8178" name="Arc 8177">
                          <a:extLst>
                            <a:ext uri="{FF2B5EF4-FFF2-40B4-BE49-F238E27FC236}">
                              <a16:creationId xmlns:a16="http://schemas.microsoft.com/office/drawing/2014/main" id="{1A50FF2E-D878-4823-95F5-C4A61195838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179" name="Arc 8178">
                          <a:extLst>
                            <a:ext uri="{FF2B5EF4-FFF2-40B4-BE49-F238E27FC236}">
                              <a16:creationId xmlns:a16="http://schemas.microsoft.com/office/drawing/2014/main" id="{BC6C108C-1734-8B9A-FB95-37B9DE8714C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174" name="Group 8173">
                        <a:extLst>
                          <a:ext uri="{FF2B5EF4-FFF2-40B4-BE49-F238E27FC236}">
                            <a16:creationId xmlns:a16="http://schemas.microsoft.com/office/drawing/2014/main" id="{1A7D1D0E-FB3B-1331-77C2-3721EF8BE73E}"/>
                          </a:ext>
                        </a:extLst>
                      </p:cNvPr>
                      <p:cNvGrpSpPr/>
                      <p:nvPr/>
                    </p:nvGrpSpPr>
                    <p:grpSpPr>
                      <a:xfrm rot="7200000">
                        <a:off x="5310186" y="3402011"/>
                        <a:ext cx="303213" cy="303213"/>
                        <a:chOff x="5354637" y="3446463"/>
                        <a:chExt cx="214313" cy="214313"/>
                      </a:xfrm>
                    </p:grpSpPr>
                    <p:sp>
                      <p:nvSpPr>
                        <p:cNvPr id="8176" name="Arc 8175">
                          <a:extLst>
                            <a:ext uri="{FF2B5EF4-FFF2-40B4-BE49-F238E27FC236}">
                              <a16:creationId xmlns:a16="http://schemas.microsoft.com/office/drawing/2014/main" id="{5C0FD1D3-240C-5299-F361-95EC40B17A6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177" name="Arc 8176">
                          <a:extLst>
                            <a:ext uri="{FF2B5EF4-FFF2-40B4-BE49-F238E27FC236}">
                              <a16:creationId xmlns:a16="http://schemas.microsoft.com/office/drawing/2014/main" id="{D583D3A0-68E5-0273-F3BB-68112AE9BEB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175" name="TextBox 8174">
                        <a:extLst>
                          <a:ext uri="{FF2B5EF4-FFF2-40B4-BE49-F238E27FC236}">
                            <a16:creationId xmlns:a16="http://schemas.microsoft.com/office/drawing/2014/main" id="{6419BF70-8846-226D-5B4C-06263349A875}"/>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137" name="Group 8136">
                    <a:extLst>
                      <a:ext uri="{FF2B5EF4-FFF2-40B4-BE49-F238E27FC236}">
                        <a16:creationId xmlns:a16="http://schemas.microsoft.com/office/drawing/2014/main" id="{EA814B81-5BC0-3BCF-6A5E-1469207A0049}"/>
                      </a:ext>
                    </a:extLst>
                  </p:cNvPr>
                  <p:cNvGrpSpPr/>
                  <p:nvPr/>
                </p:nvGrpSpPr>
                <p:grpSpPr>
                  <a:xfrm>
                    <a:off x="5886431" y="3525040"/>
                    <a:ext cx="393192" cy="393192"/>
                    <a:chOff x="5265196" y="3932619"/>
                    <a:chExt cx="393192" cy="393192"/>
                  </a:xfrm>
                </p:grpSpPr>
                <p:grpSp>
                  <p:nvGrpSpPr>
                    <p:cNvPr id="8161" name="Group 8160">
                      <a:extLst>
                        <a:ext uri="{FF2B5EF4-FFF2-40B4-BE49-F238E27FC236}">
                          <a16:creationId xmlns:a16="http://schemas.microsoft.com/office/drawing/2014/main" id="{3D0DF551-FB43-99DC-4D53-3C0FFF9F066A}"/>
                        </a:ext>
                      </a:extLst>
                    </p:cNvPr>
                    <p:cNvGrpSpPr/>
                    <p:nvPr/>
                  </p:nvGrpSpPr>
                  <p:grpSpPr>
                    <a:xfrm>
                      <a:off x="5354636" y="4022061"/>
                      <a:ext cx="214313" cy="214313"/>
                      <a:chOff x="5354637" y="3446463"/>
                      <a:chExt cx="214313" cy="214313"/>
                    </a:xfrm>
                  </p:grpSpPr>
                  <p:sp>
                    <p:nvSpPr>
                      <p:cNvPr id="8169" name="Arc 8168">
                        <a:extLst>
                          <a:ext uri="{FF2B5EF4-FFF2-40B4-BE49-F238E27FC236}">
                            <a16:creationId xmlns:a16="http://schemas.microsoft.com/office/drawing/2014/main" id="{72FF8418-718A-6ACA-DB96-EFC0C855658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170" name="Arc 8169">
                        <a:extLst>
                          <a:ext uri="{FF2B5EF4-FFF2-40B4-BE49-F238E27FC236}">
                            <a16:creationId xmlns:a16="http://schemas.microsoft.com/office/drawing/2014/main" id="{678B0A60-19CF-4830-4A0E-511C8FA9417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162" name="Group 8161">
                      <a:extLst>
                        <a:ext uri="{FF2B5EF4-FFF2-40B4-BE49-F238E27FC236}">
                          <a16:creationId xmlns:a16="http://schemas.microsoft.com/office/drawing/2014/main" id="{D0C96467-C882-83E5-3340-28DC8FEB8402}"/>
                        </a:ext>
                      </a:extLst>
                    </p:cNvPr>
                    <p:cNvGrpSpPr/>
                    <p:nvPr/>
                  </p:nvGrpSpPr>
                  <p:grpSpPr>
                    <a:xfrm rot="14400000">
                      <a:off x="5310186" y="3977611"/>
                      <a:ext cx="303213" cy="303213"/>
                      <a:chOff x="5354637" y="3446463"/>
                      <a:chExt cx="214313" cy="214313"/>
                    </a:xfrm>
                  </p:grpSpPr>
                  <p:sp>
                    <p:nvSpPr>
                      <p:cNvPr id="8167" name="Arc 8166">
                        <a:extLst>
                          <a:ext uri="{FF2B5EF4-FFF2-40B4-BE49-F238E27FC236}">
                            <a16:creationId xmlns:a16="http://schemas.microsoft.com/office/drawing/2014/main" id="{9E6DA90B-9137-7B57-8483-1F353E654CA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168" name="Arc 8167">
                        <a:extLst>
                          <a:ext uri="{FF2B5EF4-FFF2-40B4-BE49-F238E27FC236}">
                            <a16:creationId xmlns:a16="http://schemas.microsoft.com/office/drawing/2014/main" id="{2511C7EF-AF7A-4FF7-7469-3954177A708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163" name="Group 8162">
                      <a:extLst>
                        <a:ext uri="{FF2B5EF4-FFF2-40B4-BE49-F238E27FC236}">
                          <a16:creationId xmlns:a16="http://schemas.microsoft.com/office/drawing/2014/main" id="{28F63CD6-EF4F-E17C-5A8D-967CB8B8D136}"/>
                        </a:ext>
                      </a:extLst>
                    </p:cNvPr>
                    <p:cNvGrpSpPr/>
                    <p:nvPr/>
                  </p:nvGrpSpPr>
                  <p:grpSpPr>
                    <a:xfrm rot="7200000">
                      <a:off x="5265196" y="3932619"/>
                      <a:ext cx="393192" cy="393192"/>
                      <a:chOff x="5354637" y="3446463"/>
                      <a:chExt cx="214313" cy="214313"/>
                    </a:xfrm>
                  </p:grpSpPr>
                  <p:sp>
                    <p:nvSpPr>
                      <p:cNvPr id="8165" name="Arc 8164">
                        <a:extLst>
                          <a:ext uri="{FF2B5EF4-FFF2-40B4-BE49-F238E27FC236}">
                            <a16:creationId xmlns:a16="http://schemas.microsoft.com/office/drawing/2014/main" id="{FCB0ADC1-20DC-65D4-2FBC-BE82E0911F0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166" name="Arc 8165">
                        <a:extLst>
                          <a:ext uri="{FF2B5EF4-FFF2-40B4-BE49-F238E27FC236}">
                            <a16:creationId xmlns:a16="http://schemas.microsoft.com/office/drawing/2014/main" id="{FC3B1189-50A6-397A-303F-FBDB9A4F4E9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164" name="TextBox 8163">
                      <a:extLst>
                        <a:ext uri="{FF2B5EF4-FFF2-40B4-BE49-F238E27FC236}">
                          <a16:creationId xmlns:a16="http://schemas.microsoft.com/office/drawing/2014/main" id="{39C754D7-8E6B-EFC0-57E9-19359778BE10}"/>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8138" name="Group 8137">
                    <a:extLst>
                      <a:ext uri="{FF2B5EF4-FFF2-40B4-BE49-F238E27FC236}">
                        <a16:creationId xmlns:a16="http://schemas.microsoft.com/office/drawing/2014/main" id="{83603DC6-F91C-CAF9-EAAF-F5CAA00301FC}"/>
                      </a:ext>
                    </a:extLst>
                  </p:cNvPr>
                  <p:cNvGrpSpPr/>
                  <p:nvPr/>
                </p:nvGrpSpPr>
                <p:grpSpPr>
                  <a:xfrm>
                    <a:off x="6512463" y="3525040"/>
                    <a:ext cx="393192" cy="393192"/>
                    <a:chOff x="6389147" y="3357021"/>
                    <a:chExt cx="393192" cy="393192"/>
                  </a:xfrm>
                </p:grpSpPr>
                <p:grpSp>
                  <p:nvGrpSpPr>
                    <p:cNvPr id="8150" name="Group 8149">
                      <a:extLst>
                        <a:ext uri="{FF2B5EF4-FFF2-40B4-BE49-F238E27FC236}">
                          <a16:creationId xmlns:a16="http://schemas.microsoft.com/office/drawing/2014/main" id="{CBFC0A0F-E23A-4AC3-2DD9-BC999051AA05}"/>
                        </a:ext>
                      </a:extLst>
                    </p:cNvPr>
                    <p:cNvGrpSpPr/>
                    <p:nvPr/>
                  </p:nvGrpSpPr>
                  <p:grpSpPr>
                    <a:xfrm rot="7200000" flipH="1">
                      <a:off x="6389147" y="3357021"/>
                      <a:ext cx="393192" cy="393192"/>
                      <a:chOff x="5354637" y="3446463"/>
                      <a:chExt cx="214313" cy="214313"/>
                    </a:xfrm>
                  </p:grpSpPr>
                  <p:sp>
                    <p:nvSpPr>
                      <p:cNvPr id="8159" name="Arc 8158">
                        <a:extLst>
                          <a:ext uri="{FF2B5EF4-FFF2-40B4-BE49-F238E27FC236}">
                            <a16:creationId xmlns:a16="http://schemas.microsoft.com/office/drawing/2014/main" id="{F164460B-15BF-0AEB-A895-D10A03295BD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160" name="Arc 8159">
                        <a:extLst>
                          <a:ext uri="{FF2B5EF4-FFF2-40B4-BE49-F238E27FC236}">
                            <a16:creationId xmlns:a16="http://schemas.microsoft.com/office/drawing/2014/main" id="{60C4A12B-70CB-27D0-C6F4-7303EE60792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151" name="Group 8150">
                      <a:extLst>
                        <a:ext uri="{FF2B5EF4-FFF2-40B4-BE49-F238E27FC236}">
                          <a16:creationId xmlns:a16="http://schemas.microsoft.com/office/drawing/2014/main" id="{FF962058-B063-7798-B03F-9BB46E2CDA55}"/>
                        </a:ext>
                      </a:extLst>
                    </p:cNvPr>
                    <p:cNvGrpSpPr/>
                    <p:nvPr/>
                  </p:nvGrpSpPr>
                  <p:grpSpPr>
                    <a:xfrm>
                      <a:off x="6434137" y="3402011"/>
                      <a:ext cx="303213" cy="303213"/>
                      <a:chOff x="6434137" y="3402011"/>
                      <a:chExt cx="303213" cy="303213"/>
                    </a:xfrm>
                  </p:grpSpPr>
                  <p:grpSp>
                    <p:nvGrpSpPr>
                      <p:cNvPr id="8152" name="Group 8151">
                        <a:extLst>
                          <a:ext uri="{FF2B5EF4-FFF2-40B4-BE49-F238E27FC236}">
                            <a16:creationId xmlns:a16="http://schemas.microsoft.com/office/drawing/2014/main" id="{0226934C-FAB8-441C-7D85-BF35BC4113DA}"/>
                          </a:ext>
                        </a:extLst>
                      </p:cNvPr>
                      <p:cNvGrpSpPr/>
                      <p:nvPr/>
                    </p:nvGrpSpPr>
                    <p:grpSpPr>
                      <a:xfrm flipH="1">
                        <a:off x="6478587" y="3446461"/>
                        <a:ext cx="214313" cy="214313"/>
                        <a:chOff x="5354637" y="3446463"/>
                        <a:chExt cx="214313" cy="214313"/>
                      </a:xfrm>
                    </p:grpSpPr>
                    <p:sp>
                      <p:nvSpPr>
                        <p:cNvPr id="8157" name="Arc 8156">
                          <a:extLst>
                            <a:ext uri="{FF2B5EF4-FFF2-40B4-BE49-F238E27FC236}">
                              <a16:creationId xmlns:a16="http://schemas.microsoft.com/office/drawing/2014/main" id="{68FA0A47-990A-6BE1-B213-CD2D3AF112C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158" name="Arc 8157">
                          <a:extLst>
                            <a:ext uri="{FF2B5EF4-FFF2-40B4-BE49-F238E27FC236}">
                              <a16:creationId xmlns:a16="http://schemas.microsoft.com/office/drawing/2014/main" id="{822EEFC1-F274-1CE1-03F6-C1F1E38BAA3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153" name="Group 8152">
                        <a:extLst>
                          <a:ext uri="{FF2B5EF4-FFF2-40B4-BE49-F238E27FC236}">
                            <a16:creationId xmlns:a16="http://schemas.microsoft.com/office/drawing/2014/main" id="{6063D30C-7F7C-F637-516D-03647AC2EA42}"/>
                          </a:ext>
                        </a:extLst>
                      </p:cNvPr>
                      <p:cNvGrpSpPr/>
                      <p:nvPr/>
                    </p:nvGrpSpPr>
                    <p:grpSpPr>
                      <a:xfrm rot="14400000" flipH="1">
                        <a:off x="6434137" y="3402011"/>
                        <a:ext cx="303213" cy="303213"/>
                        <a:chOff x="5354637" y="3446463"/>
                        <a:chExt cx="214313" cy="214313"/>
                      </a:xfrm>
                    </p:grpSpPr>
                    <p:sp>
                      <p:nvSpPr>
                        <p:cNvPr id="8155" name="Arc 8154">
                          <a:extLst>
                            <a:ext uri="{FF2B5EF4-FFF2-40B4-BE49-F238E27FC236}">
                              <a16:creationId xmlns:a16="http://schemas.microsoft.com/office/drawing/2014/main" id="{9FAF6C6A-59D3-D168-3E55-9A1A8EFE1E7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156" name="Arc 8155">
                          <a:extLst>
                            <a:ext uri="{FF2B5EF4-FFF2-40B4-BE49-F238E27FC236}">
                              <a16:creationId xmlns:a16="http://schemas.microsoft.com/office/drawing/2014/main" id="{607D0A4E-E3B0-04D2-DF73-57762BC7754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154" name="TextBox 8153">
                        <a:extLst>
                          <a:ext uri="{FF2B5EF4-FFF2-40B4-BE49-F238E27FC236}">
                            <a16:creationId xmlns:a16="http://schemas.microsoft.com/office/drawing/2014/main" id="{29D8ECAF-6173-21F1-8B28-9EA6AD20B4E9}"/>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139" name="Group 8138">
                    <a:extLst>
                      <a:ext uri="{FF2B5EF4-FFF2-40B4-BE49-F238E27FC236}">
                        <a16:creationId xmlns:a16="http://schemas.microsoft.com/office/drawing/2014/main" id="{76634C68-4284-38E8-A35E-F6A0017E86FC}"/>
                      </a:ext>
                    </a:extLst>
                  </p:cNvPr>
                  <p:cNvGrpSpPr/>
                  <p:nvPr/>
                </p:nvGrpSpPr>
                <p:grpSpPr>
                  <a:xfrm>
                    <a:off x="6197413" y="3225768"/>
                    <a:ext cx="393192" cy="393192"/>
                    <a:chOff x="6389147" y="3932622"/>
                    <a:chExt cx="393192" cy="393192"/>
                  </a:xfrm>
                </p:grpSpPr>
                <p:grpSp>
                  <p:nvGrpSpPr>
                    <p:cNvPr id="8140" name="Group 8139">
                      <a:extLst>
                        <a:ext uri="{FF2B5EF4-FFF2-40B4-BE49-F238E27FC236}">
                          <a16:creationId xmlns:a16="http://schemas.microsoft.com/office/drawing/2014/main" id="{1FBB6587-A632-EFBE-F131-4BCD74AD4455}"/>
                        </a:ext>
                      </a:extLst>
                    </p:cNvPr>
                    <p:cNvGrpSpPr/>
                    <p:nvPr/>
                  </p:nvGrpSpPr>
                  <p:grpSpPr>
                    <a:xfrm flipH="1">
                      <a:off x="6478587" y="4022061"/>
                      <a:ext cx="214313" cy="214313"/>
                      <a:chOff x="5354637" y="3446463"/>
                      <a:chExt cx="214313" cy="214313"/>
                    </a:xfrm>
                  </p:grpSpPr>
                  <p:sp>
                    <p:nvSpPr>
                      <p:cNvPr id="8148" name="Arc 8147">
                        <a:extLst>
                          <a:ext uri="{FF2B5EF4-FFF2-40B4-BE49-F238E27FC236}">
                            <a16:creationId xmlns:a16="http://schemas.microsoft.com/office/drawing/2014/main" id="{BFF409DB-1BC3-3AC9-FDE2-EED93D1EB50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149" name="Arc 8148">
                        <a:extLst>
                          <a:ext uri="{FF2B5EF4-FFF2-40B4-BE49-F238E27FC236}">
                            <a16:creationId xmlns:a16="http://schemas.microsoft.com/office/drawing/2014/main" id="{3A9ED995-40E1-9A6B-7726-D9A3C80C492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141" name="Group 8140">
                      <a:extLst>
                        <a:ext uri="{FF2B5EF4-FFF2-40B4-BE49-F238E27FC236}">
                          <a16:creationId xmlns:a16="http://schemas.microsoft.com/office/drawing/2014/main" id="{451F94EC-8340-4DB1-D302-55086C3FC5E7}"/>
                        </a:ext>
                      </a:extLst>
                    </p:cNvPr>
                    <p:cNvGrpSpPr/>
                    <p:nvPr/>
                  </p:nvGrpSpPr>
                  <p:grpSpPr>
                    <a:xfrm rot="7200000" flipH="1">
                      <a:off x="6434137" y="3977611"/>
                      <a:ext cx="303213" cy="303213"/>
                      <a:chOff x="5354637" y="3446463"/>
                      <a:chExt cx="214313" cy="214313"/>
                    </a:xfrm>
                  </p:grpSpPr>
                  <p:sp>
                    <p:nvSpPr>
                      <p:cNvPr id="8146" name="Arc 8145">
                        <a:extLst>
                          <a:ext uri="{FF2B5EF4-FFF2-40B4-BE49-F238E27FC236}">
                            <a16:creationId xmlns:a16="http://schemas.microsoft.com/office/drawing/2014/main" id="{9C00873B-12E0-8C1A-6BB0-C5A3CDB7F01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147" name="Arc 8146">
                        <a:extLst>
                          <a:ext uri="{FF2B5EF4-FFF2-40B4-BE49-F238E27FC236}">
                            <a16:creationId xmlns:a16="http://schemas.microsoft.com/office/drawing/2014/main" id="{38192A69-CF68-85BA-C626-039D64710A2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142" name="Group 8141">
                      <a:extLst>
                        <a:ext uri="{FF2B5EF4-FFF2-40B4-BE49-F238E27FC236}">
                          <a16:creationId xmlns:a16="http://schemas.microsoft.com/office/drawing/2014/main" id="{F396C085-C7CD-0A19-4B4E-B4C063959A9A}"/>
                        </a:ext>
                      </a:extLst>
                    </p:cNvPr>
                    <p:cNvGrpSpPr/>
                    <p:nvPr/>
                  </p:nvGrpSpPr>
                  <p:grpSpPr>
                    <a:xfrm rot="14400000" flipH="1">
                      <a:off x="6389147" y="3932622"/>
                      <a:ext cx="393192" cy="393192"/>
                      <a:chOff x="5354637" y="3446463"/>
                      <a:chExt cx="214313" cy="214313"/>
                    </a:xfrm>
                  </p:grpSpPr>
                  <p:sp>
                    <p:nvSpPr>
                      <p:cNvPr id="8144" name="Arc 8143">
                        <a:extLst>
                          <a:ext uri="{FF2B5EF4-FFF2-40B4-BE49-F238E27FC236}">
                            <a16:creationId xmlns:a16="http://schemas.microsoft.com/office/drawing/2014/main" id="{6B53F229-9EC7-7FB9-A4DA-58E89FC2D6D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145" name="Arc 8144">
                        <a:extLst>
                          <a:ext uri="{FF2B5EF4-FFF2-40B4-BE49-F238E27FC236}">
                            <a16:creationId xmlns:a16="http://schemas.microsoft.com/office/drawing/2014/main" id="{8261E2A7-4574-362D-DEED-6FE5F019A12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143" name="TextBox 8142">
                      <a:extLst>
                        <a:ext uri="{FF2B5EF4-FFF2-40B4-BE49-F238E27FC236}">
                          <a16:creationId xmlns:a16="http://schemas.microsoft.com/office/drawing/2014/main" id="{F4684B3D-8499-81F5-A5AA-76DDB8F4B1F3}"/>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8039" name="Group 8038">
                <a:extLst>
                  <a:ext uri="{FF2B5EF4-FFF2-40B4-BE49-F238E27FC236}">
                    <a16:creationId xmlns:a16="http://schemas.microsoft.com/office/drawing/2014/main" id="{24A5E452-C697-BD20-F857-102A6FF645DC}"/>
                  </a:ext>
                </a:extLst>
              </p:cNvPr>
              <p:cNvGrpSpPr/>
              <p:nvPr/>
            </p:nvGrpSpPr>
            <p:grpSpPr>
              <a:xfrm>
                <a:off x="6065340" y="2039507"/>
                <a:ext cx="1643204" cy="1593124"/>
                <a:chOff x="5445106" y="2644743"/>
                <a:chExt cx="1643204" cy="1593124"/>
              </a:xfrm>
            </p:grpSpPr>
            <p:grpSp>
              <p:nvGrpSpPr>
                <p:cNvPr id="8040" name="Group 8039">
                  <a:extLst>
                    <a:ext uri="{FF2B5EF4-FFF2-40B4-BE49-F238E27FC236}">
                      <a16:creationId xmlns:a16="http://schemas.microsoft.com/office/drawing/2014/main" id="{083EC389-906F-DB6F-7FF4-8B0F00181E39}"/>
                    </a:ext>
                  </a:extLst>
                </p:cNvPr>
                <p:cNvGrpSpPr/>
                <p:nvPr/>
              </p:nvGrpSpPr>
              <p:grpSpPr>
                <a:xfrm>
                  <a:off x="5445106" y="2644743"/>
                  <a:ext cx="1019224" cy="991639"/>
                  <a:chOff x="5886431" y="3225768"/>
                  <a:chExt cx="1019224" cy="991639"/>
                </a:xfrm>
              </p:grpSpPr>
              <p:grpSp>
                <p:nvGrpSpPr>
                  <p:cNvPr id="8088" name="Group 8087">
                    <a:extLst>
                      <a:ext uri="{FF2B5EF4-FFF2-40B4-BE49-F238E27FC236}">
                        <a16:creationId xmlns:a16="http://schemas.microsoft.com/office/drawing/2014/main" id="{950FED44-1373-9EA2-D194-F2698055D308}"/>
                      </a:ext>
                    </a:extLst>
                  </p:cNvPr>
                  <p:cNvGrpSpPr/>
                  <p:nvPr/>
                </p:nvGrpSpPr>
                <p:grpSpPr>
                  <a:xfrm>
                    <a:off x="6197413" y="3824215"/>
                    <a:ext cx="393192" cy="393192"/>
                    <a:chOff x="5265196" y="3357021"/>
                    <a:chExt cx="393192" cy="393192"/>
                  </a:xfrm>
                </p:grpSpPr>
                <p:grpSp>
                  <p:nvGrpSpPr>
                    <p:cNvPr id="8123" name="Group 8122">
                      <a:extLst>
                        <a:ext uri="{FF2B5EF4-FFF2-40B4-BE49-F238E27FC236}">
                          <a16:creationId xmlns:a16="http://schemas.microsoft.com/office/drawing/2014/main" id="{FEA8627C-8B38-6E21-8417-AD31EF530EEF}"/>
                        </a:ext>
                      </a:extLst>
                    </p:cNvPr>
                    <p:cNvGrpSpPr/>
                    <p:nvPr/>
                  </p:nvGrpSpPr>
                  <p:grpSpPr>
                    <a:xfrm rot="14400000">
                      <a:off x="5265196" y="3357021"/>
                      <a:ext cx="393192" cy="393192"/>
                      <a:chOff x="5354637" y="3446463"/>
                      <a:chExt cx="214313" cy="214313"/>
                    </a:xfrm>
                  </p:grpSpPr>
                  <p:sp>
                    <p:nvSpPr>
                      <p:cNvPr id="8132" name="Arc 8131">
                        <a:extLst>
                          <a:ext uri="{FF2B5EF4-FFF2-40B4-BE49-F238E27FC236}">
                            <a16:creationId xmlns:a16="http://schemas.microsoft.com/office/drawing/2014/main" id="{2124DB5A-A185-9BF9-941D-ED673CAE6DA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133" name="Arc 8132">
                        <a:extLst>
                          <a:ext uri="{FF2B5EF4-FFF2-40B4-BE49-F238E27FC236}">
                            <a16:creationId xmlns:a16="http://schemas.microsoft.com/office/drawing/2014/main" id="{4A995EE9-680F-3F8D-26B9-D907BD89983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124" name="Group 8123">
                      <a:extLst>
                        <a:ext uri="{FF2B5EF4-FFF2-40B4-BE49-F238E27FC236}">
                          <a16:creationId xmlns:a16="http://schemas.microsoft.com/office/drawing/2014/main" id="{1A72BD96-EDFE-141B-EA3B-CD0CDBC95137}"/>
                        </a:ext>
                      </a:extLst>
                    </p:cNvPr>
                    <p:cNvGrpSpPr/>
                    <p:nvPr/>
                  </p:nvGrpSpPr>
                  <p:grpSpPr>
                    <a:xfrm>
                      <a:off x="5310186" y="3402011"/>
                      <a:ext cx="303213" cy="303213"/>
                      <a:chOff x="5310186" y="3402011"/>
                      <a:chExt cx="303213" cy="303213"/>
                    </a:xfrm>
                  </p:grpSpPr>
                  <p:grpSp>
                    <p:nvGrpSpPr>
                      <p:cNvPr id="8125" name="Group 8124">
                        <a:extLst>
                          <a:ext uri="{FF2B5EF4-FFF2-40B4-BE49-F238E27FC236}">
                            <a16:creationId xmlns:a16="http://schemas.microsoft.com/office/drawing/2014/main" id="{F6542819-69E9-EE1D-12F2-5A4485273476}"/>
                          </a:ext>
                        </a:extLst>
                      </p:cNvPr>
                      <p:cNvGrpSpPr/>
                      <p:nvPr/>
                    </p:nvGrpSpPr>
                    <p:grpSpPr>
                      <a:xfrm>
                        <a:off x="5354636" y="3446461"/>
                        <a:ext cx="214313" cy="214313"/>
                        <a:chOff x="5354637" y="3446463"/>
                        <a:chExt cx="214313" cy="214313"/>
                      </a:xfrm>
                    </p:grpSpPr>
                    <p:sp>
                      <p:nvSpPr>
                        <p:cNvPr id="8130" name="Arc 8129">
                          <a:extLst>
                            <a:ext uri="{FF2B5EF4-FFF2-40B4-BE49-F238E27FC236}">
                              <a16:creationId xmlns:a16="http://schemas.microsoft.com/office/drawing/2014/main" id="{76D4E5B2-9799-5122-9CDE-2859BA9D73A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131" name="Arc 8130">
                          <a:extLst>
                            <a:ext uri="{FF2B5EF4-FFF2-40B4-BE49-F238E27FC236}">
                              <a16:creationId xmlns:a16="http://schemas.microsoft.com/office/drawing/2014/main" id="{70D76D5A-BDE5-26A5-C6A6-A1D7C994DAF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126" name="Group 8125">
                        <a:extLst>
                          <a:ext uri="{FF2B5EF4-FFF2-40B4-BE49-F238E27FC236}">
                            <a16:creationId xmlns:a16="http://schemas.microsoft.com/office/drawing/2014/main" id="{8C334867-49C5-E825-46F6-70E23F68F2CB}"/>
                          </a:ext>
                        </a:extLst>
                      </p:cNvPr>
                      <p:cNvGrpSpPr/>
                      <p:nvPr/>
                    </p:nvGrpSpPr>
                    <p:grpSpPr>
                      <a:xfrm rot="7200000">
                        <a:off x="5310186" y="3402011"/>
                        <a:ext cx="303213" cy="303213"/>
                        <a:chOff x="5354637" y="3446463"/>
                        <a:chExt cx="214313" cy="214313"/>
                      </a:xfrm>
                    </p:grpSpPr>
                    <p:sp>
                      <p:nvSpPr>
                        <p:cNvPr id="8128" name="Arc 8127">
                          <a:extLst>
                            <a:ext uri="{FF2B5EF4-FFF2-40B4-BE49-F238E27FC236}">
                              <a16:creationId xmlns:a16="http://schemas.microsoft.com/office/drawing/2014/main" id="{0089DA1D-9F2F-71FA-EA69-78BCDB96D7F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129" name="Arc 8128">
                          <a:extLst>
                            <a:ext uri="{FF2B5EF4-FFF2-40B4-BE49-F238E27FC236}">
                              <a16:creationId xmlns:a16="http://schemas.microsoft.com/office/drawing/2014/main" id="{1734F19D-D0B9-158B-9E73-F5342A78123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127" name="TextBox 8126">
                        <a:extLst>
                          <a:ext uri="{FF2B5EF4-FFF2-40B4-BE49-F238E27FC236}">
                            <a16:creationId xmlns:a16="http://schemas.microsoft.com/office/drawing/2014/main" id="{D304022B-EDA8-1A95-CB8B-9838DC554835}"/>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089" name="Group 8088">
                    <a:extLst>
                      <a:ext uri="{FF2B5EF4-FFF2-40B4-BE49-F238E27FC236}">
                        <a16:creationId xmlns:a16="http://schemas.microsoft.com/office/drawing/2014/main" id="{53B8B3BF-6202-1C8D-0060-72F71D7CD114}"/>
                      </a:ext>
                    </a:extLst>
                  </p:cNvPr>
                  <p:cNvGrpSpPr/>
                  <p:nvPr/>
                </p:nvGrpSpPr>
                <p:grpSpPr>
                  <a:xfrm>
                    <a:off x="5886431" y="3525040"/>
                    <a:ext cx="393192" cy="393192"/>
                    <a:chOff x="5265196" y="3932619"/>
                    <a:chExt cx="393192" cy="393192"/>
                  </a:xfrm>
                </p:grpSpPr>
                <p:grpSp>
                  <p:nvGrpSpPr>
                    <p:cNvPr id="8113" name="Group 8112">
                      <a:extLst>
                        <a:ext uri="{FF2B5EF4-FFF2-40B4-BE49-F238E27FC236}">
                          <a16:creationId xmlns:a16="http://schemas.microsoft.com/office/drawing/2014/main" id="{69C434E4-7086-C150-7F55-20AD13ED8CA7}"/>
                        </a:ext>
                      </a:extLst>
                    </p:cNvPr>
                    <p:cNvGrpSpPr/>
                    <p:nvPr/>
                  </p:nvGrpSpPr>
                  <p:grpSpPr>
                    <a:xfrm>
                      <a:off x="5354636" y="4022061"/>
                      <a:ext cx="214313" cy="214313"/>
                      <a:chOff x="5354637" y="3446463"/>
                      <a:chExt cx="214313" cy="214313"/>
                    </a:xfrm>
                  </p:grpSpPr>
                  <p:sp>
                    <p:nvSpPr>
                      <p:cNvPr id="8121" name="Arc 8120">
                        <a:extLst>
                          <a:ext uri="{FF2B5EF4-FFF2-40B4-BE49-F238E27FC236}">
                            <a16:creationId xmlns:a16="http://schemas.microsoft.com/office/drawing/2014/main" id="{E90BFD86-CEE9-67C8-6F70-706104183F6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122" name="Arc 8121">
                        <a:extLst>
                          <a:ext uri="{FF2B5EF4-FFF2-40B4-BE49-F238E27FC236}">
                            <a16:creationId xmlns:a16="http://schemas.microsoft.com/office/drawing/2014/main" id="{FBF2D17D-DA1A-C717-7E09-FA2640CA319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114" name="Group 8113">
                      <a:extLst>
                        <a:ext uri="{FF2B5EF4-FFF2-40B4-BE49-F238E27FC236}">
                          <a16:creationId xmlns:a16="http://schemas.microsoft.com/office/drawing/2014/main" id="{343565E8-2BDF-6C5D-AA2B-77B5E586FD36}"/>
                        </a:ext>
                      </a:extLst>
                    </p:cNvPr>
                    <p:cNvGrpSpPr/>
                    <p:nvPr/>
                  </p:nvGrpSpPr>
                  <p:grpSpPr>
                    <a:xfrm rot="14400000">
                      <a:off x="5310186" y="3977611"/>
                      <a:ext cx="303213" cy="303213"/>
                      <a:chOff x="5354637" y="3446463"/>
                      <a:chExt cx="214313" cy="214313"/>
                    </a:xfrm>
                  </p:grpSpPr>
                  <p:sp>
                    <p:nvSpPr>
                      <p:cNvPr id="8119" name="Arc 8118">
                        <a:extLst>
                          <a:ext uri="{FF2B5EF4-FFF2-40B4-BE49-F238E27FC236}">
                            <a16:creationId xmlns:a16="http://schemas.microsoft.com/office/drawing/2014/main" id="{BD8082AE-E019-FD82-517F-F67499DB023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120" name="Arc 8119">
                        <a:extLst>
                          <a:ext uri="{FF2B5EF4-FFF2-40B4-BE49-F238E27FC236}">
                            <a16:creationId xmlns:a16="http://schemas.microsoft.com/office/drawing/2014/main" id="{5B50BACC-25D6-1C56-A1A0-C1AE7865AC8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115" name="Group 8114">
                      <a:extLst>
                        <a:ext uri="{FF2B5EF4-FFF2-40B4-BE49-F238E27FC236}">
                          <a16:creationId xmlns:a16="http://schemas.microsoft.com/office/drawing/2014/main" id="{1BA1BF03-2CD8-2725-4FFE-FF659994CD71}"/>
                        </a:ext>
                      </a:extLst>
                    </p:cNvPr>
                    <p:cNvGrpSpPr/>
                    <p:nvPr/>
                  </p:nvGrpSpPr>
                  <p:grpSpPr>
                    <a:xfrm rot="7200000">
                      <a:off x="5265196" y="3932619"/>
                      <a:ext cx="393192" cy="393192"/>
                      <a:chOff x="5354637" y="3446463"/>
                      <a:chExt cx="214313" cy="214313"/>
                    </a:xfrm>
                  </p:grpSpPr>
                  <p:sp>
                    <p:nvSpPr>
                      <p:cNvPr id="8117" name="Arc 8116">
                        <a:extLst>
                          <a:ext uri="{FF2B5EF4-FFF2-40B4-BE49-F238E27FC236}">
                            <a16:creationId xmlns:a16="http://schemas.microsoft.com/office/drawing/2014/main" id="{4E96F3C9-BBD1-8608-560C-9ABE96E2F37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118" name="Arc 8117">
                        <a:extLst>
                          <a:ext uri="{FF2B5EF4-FFF2-40B4-BE49-F238E27FC236}">
                            <a16:creationId xmlns:a16="http://schemas.microsoft.com/office/drawing/2014/main" id="{44FF0673-8C9C-8635-9A83-395B7E2ECB5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116" name="TextBox 8115">
                      <a:extLst>
                        <a:ext uri="{FF2B5EF4-FFF2-40B4-BE49-F238E27FC236}">
                          <a16:creationId xmlns:a16="http://schemas.microsoft.com/office/drawing/2014/main" id="{9ADA6300-448A-9C2B-3B22-EE5A97540119}"/>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8090" name="Group 8089">
                    <a:extLst>
                      <a:ext uri="{FF2B5EF4-FFF2-40B4-BE49-F238E27FC236}">
                        <a16:creationId xmlns:a16="http://schemas.microsoft.com/office/drawing/2014/main" id="{8FD3AE94-0386-7A0B-F06A-FF8707A707CB}"/>
                      </a:ext>
                    </a:extLst>
                  </p:cNvPr>
                  <p:cNvGrpSpPr/>
                  <p:nvPr/>
                </p:nvGrpSpPr>
                <p:grpSpPr>
                  <a:xfrm>
                    <a:off x="6512463" y="3525040"/>
                    <a:ext cx="393192" cy="393192"/>
                    <a:chOff x="6389147" y="3357021"/>
                    <a:chExt cx="393192" cy="393192"/>
                  </a:xfrm>
                </p:grpSpPr>
                <p:grpSp>
                  <p:nvGrpSpPr>
                    <p:cNvPr id="8102" name="Group 8101">
                      <a:extLst>
                        <a:ext uri="{FF2B5EF4-FFF2-40B4-BE49-F238E27FC236}">
                          <a16:creationId xmlns:a16="http://schemas.microsoft.com/office/drawing/2014/main" id="{71EC0690-5D76-A121-A1C7-61F5F235D5E7}"/>
                        </a:ext>
                      </a:extLst>
                    </p:cNvPr>
                    <p:cNvGrpSpPr/>
                    <p:nvPr/>
                  </p:nvGrpSpPr>
                  <p:grpSpPr>
                    <a:xfrm rot="7200000" flipH="1">
                      <a:off x="6389147" y="3357021"/>
                      <a:ext cx="393192" cy="393192"/>
                      <a:chOff x="5354637" y="3446463"/>
                      <a:chExt cx="214313" cy="214313"/>
                    </a:xfrm>
                  </p:grpSpPr>
                  <p:sp>
                    <p:nvSpPr>
                      <p:cNvPr id="8111" name="Arc 8110">
                        <a:extLst>
                          <a:ext uri="{FF2B5EF4-FFF2-40B4-BE49-F238E27FC236}">
                            <a16:creationId xmlns:a16="http://schemas.microsoft.com/office/drawing/2014/main" id="{9141BF54-FBC6-0F6A-F33F-CED4201CB86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112" name="Arc 8111">
                        <a:extLst>
                          <a:ext uri="{FF2B5EF4-FFF2-40B4-BE49-F238E27FC236}">
                            <a16:creationId xmlns:a16="http://schemas.microsoft.com/office/drawing/2014/main" id="{13B79F52-791E-31B2-0A99-6B590358014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103" name="Group 8102">
                      <a:extLst>
                        <a:ext uri="{FF2B5EF4-FFF2-40B4-BE49-F238E27FC236}">
                          <a16:creationId xmlns:a16="http://schemas.microsoft.com/office/drawing/2014/main" id="{DAFD854E-D691-C28C-DAB2-5E90004FF787}"/>
                        </a:ext>
                      </a:extLst>
                    </p:cNvPr>
                    <p:cNvGrpSpPr/>
                    <p:nvPr/>
                  </p:nvGrpSpPr>
                  <p:grpSpPr>
                    <a:xfrm>
                      <a:off x="6434137" y="3402011"/>
                      <a:ext cx="303213" cy="303213"/>
                      <a:chOff x="6434137" y="3402011"/>
                      <a:chExt cx="303213" cy="303213"/>
                    </a:xfrm>
                  </p:grpSpPr>
                  <p:grpSp>
                    <p:nvGrpSpPr>
                      <p:cNvPr id="8104" name="Group 8103">
                        <a:extLst>
                          <a:ext uri="{FF2B5EF4-FFF2-40B4-BE49-F238E27FC236}">
                            <a16:creationId xmlns:a16="http://schemas.microsoft.com/office/drawing/2014/main" id="{73F697FD-9CFF-96BB-D25A-0ED694ED7A35}"/>
                          </a:ext>
                        </a:extLst>
                      </p:cNvPr>
                      <p:cNvGrpSpPr/>
                      <p:nvPr/>
                    </p:nvGrpSpPr>
                    <p:grpSpPr>
                      <a:xfrm flipH="1">
                        <a:off x="6478587" y="3446461"/>
                        <a:ext cx="214313" cy="214313"/>
                        <a:chOff x="5354637" y="3446463"/>
                        <a:chExt cx="214313" cy="214313"/>
                      </a:xfrm>
                    </p:grpSpPr>
                    <p:sp>
                      <p:nvSpPr>
                        <p:cNvPr id="8109" name="Arc 8108">
                          <a:extLst>
                            <a:ext uri="{FF2B5EF4-FFF2-40B4-BE49-F238E27FC236}">
                              <a16:creationId xmlns:a16="http://schemas.microsoft.com/office/drawing/2014/main" id="{EBEB1313-D19D-B807-8915-F048E0B45F5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110" name="Arc 8109">
                          <a:extLst>
                            <a:ext uri="{FF2B5EF4-FFF2-40B4-BE49-F238E27FC236}">
                              <a16:creationId xmlns:a16="http://schemas.microsoft.com/office/drawing/2014/main" id="{2D52B474-B97F-F82F-D000-BE224A05178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105" name="Group 8104">
                        <a:extLst>
                          <a:ext uri="{FF2B5EF4-FFF2-40B4-BE49-F238E27FC236}">
                            <a16:creationId xmlns:a16="http://schemas.microsoft.com/office/drawing/2014/main" id="{A5F350E6-B6D3-C56E-EF02-09B2D1EB3104}"/>
                          </a:ext>
                        </a:extLst>
                      </p:cNvPr>
                      <p:cNvGrpSpPr/>
                      <p:nvPr/>
                    </p:nvGrpSpPr>
                    <p:grpSpPr>
                      <a:xfrm rot="14400000" flipH="1">
                        <a:off x="6434137" y="3402011"/>
                        <a:ext cx="303213" cy="303213"/>
                        <a:chOff x="5354637" y="3446463"/>
                        <a:chExt cx="214313" cy="214313"/>
                      </a:xfrm>
                    </p:grpSpPr>
                    <p:sp>
                      <p:nvSpPr>
                        <p:cNvPr id="8107" name="Arc 8106">
                          <a:extLst>
                            <a:ext uri="{FF2B5EF4-FFF2-40B4-BE49-F238E27FC236}">
                              <a16:creationId xmlns:a16="http://schemas.microsoft.com/office/drawing/2014/main" id="{BFE681B4-34FD-C4E5-40B3-A92685AEAC5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108" name="Arc 8107">
                          <a:extLst>
                            <a:ext uri="{FF2B5EF4-FFF2-40B4-BE49-F238E27FC236}">
                              <a16:creationId xmlns:a16="http://schemas.microsoft.com/office/drawing/2014/main" id="{A376C318-C96A-72B0-A084-E769655731A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106" name="TextBox 8105">
                        <a:extLst>
                          <a:ext uri="{FF2B5EF4-FFF2-40B4-BE49-F238E27FC236}">
                            <a16:creationId xmlns:a16="http://schemas.microsoft.com/office/drawing/2014/main" id="{D3E9FF12-D87C-2B46-27DA-0C8CA7DA2862}"/>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091" name="Group 8090">
                    <a:extLst>
                      <a:ext uri="{FF2B5EF4-FFF2-40B4-BE49-F238E27FC236}">
                        <a16:creationId xmlns:a16="http://schemas.microsoft.com/office/drawing/2014/main" id="{45936DFA-D697-D334-A4C0-A29CB7286A2A}"/>
                      </a:ext>
                    </a:extLst>
                  </p:cNvPr>
                  <p:cNvGrpSpPr/>
                  <p:nvPr/>
                </p:nvGrpSpPr>
                <p:grpSpPr>
                  <a:xfrm>
                    <a:off x="6197413" y="3225768"/>
                    <a:ext cx="393192" cy="393192"/>
                    <a:chOff x="6389147" y="3932622"/>
                    <a:chExt cx="393192" cy="393192"/>
                  </a:xfrm>
                </p:grpSpPr>
                <p:grpSp>
                  <p:nvGrpSpPr>
                    <p:cNvPr id="8092" name="Group 8091">
                      <a:extLst>
                        <a:ext uri="{FF2B5EF4-FFF2-40B4-BE49-F238E27FC236}">
                          <a16:creationId xmlns:a16="http://schemas.microsoft.com/office/drawing/2014/main" id="{7FB570C1-3E82-D691-BDD4-37332BD3A4A1}"/>
                        </a:ext>
                      </a:extLst>
                    </p:cNvPr>
                    <p:cNvGrpSpPr/>
                    <p:nvPr/>
                  </p:nvGrpSpPr>
                  <p:grpSpPr>
                    <a:xfrm flipH="1">
                      <a:off x="6478587" y="4022061"/>
                      <a:ext cx="214313" cy="214313"/>
                      <a:chOff x="5354637" y="3446463"/>
                      <a:chExt cx="214313" cy="214313"/>
                    </a:xfrm>
                  </p:grpSpPr>
                  <p:sp>
                    <p:nvSpPr>
                      <p:cNvPr id="8100" name="Arc 8099">
                        <a:extLst>
                          <a:ext uri="{FF2B5EF4-FFF2-40B4-BE49-F238E27FC236}">
                            <a16:creationId xmlns:a16="http://schemas.microsoft.com/office/drawing/2014/main" id="{97532397-BF2C-EBED-988A-0199443D2D4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101" name="Arc 8100">
                        <a:extLst>
                          <a:ext uri="{FF2B5EF4-FFF2-40B4-BE49-F238E27FC236}">
                            <a16:creationId xmlns:a16="http://schemas.microsoft.com/office/drawing/2014/main" id="{A8F63911-E6CA-6CDF-DE3D-706CEEBFF4B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093" name="Group 8092">
                      <a:extLst>
                        <a:ext uri="{FF2B5EF4-FFF2-40B4-BE49-F238E27FC236}">
                          <a16:creationId xmlns:a16="http://schemas.microsoft.com/office/drawing/2014/main" id="{FA1DC908-EA2D-BA20-AAA1-398B03A8A401}"/>
                        </a:ext>
                      </a:extLst>
                    </p:cNvPr>
                    <p:cNvGrpSpPr/>
                    <p:nvPr/>
                  </p:nvGrpSpPr>
                  <p:grpSpPr>
                    <a:xfrm rot="7200000" flipH="1">
                      <a:off x="6434137" y="3977611"/>
                      <a:ext cx="303213" cy="303213"/>
                      <a:chOff x="5354637" y="3446463"/>
                      <a:chExt cx="214313" cy="214313"/>
                    </a:xfrm>
                  </p:grpSpPr>
                  <p:sp>
                    <p:nvSpPr>
                      <p:cNvPr id="8098" name="Arc 8097">
                        <a:extLst>
                          <a:ext uri="{FF2B5EF4-FFF2-40B4-BE49-F238E27FC236}">
                            <a16:creationId xmlns:a16="http://schemas.microsoft.com/office/drawing/2014/main" id="{0FD4327D-DD35-3786-760E-BEEE3CD9B83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099" name="Arc 8098">
                        <a:extLst>
                          <a:ext uri="{FF2B5EF4-FFF2-40B4-BE49-F238E27FC236}">
                            <a16:creationId xmlns:a16="http://schemas.microsoft.com/office/drawing/2014/main" id="{24C9B540-15D5-8199-8480-BA28B73FBFA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094" name="Group 8093">
                      <a:extLst>
                        <a:ext uri="{FF2B5EF4-FFF2-40B4-BE49-F238E27FC236}">
                          <a16:creationId xmlns:a16="http://schemas.microsoft.com/office/drawing/2014/main" id="{057347D5-DBC0-2172-509F-973F687A099F}"/>
                        </a:ext>
                      </a:extLst>
                    </p:cNvPr>
                    <p:cNvGrpSpPr/>
                    <p:nvPr/>
                  </p:nvGrpSpPr>
                  <p:grpSpPr>
                    <a:xfrm rot="14400000" flipH="1">
                      <a:off x="6389147" y="3932622"/>
                      <a:ext cx="393192" cy="393192"/>
                      <a:chOff x="5354637" y="3446463"/>
                      <a:chExt cx="214313" cy="214313"/>
                    </a:xfrm>
                  </p:grpSpPr>
                  <p:sp>
                    <p:nvSpPr>
                      <p:cNvPr id="8096" name="Arc 8095">
                        <a:extLst>
                          <a:ext uri="{FF2B5EF4-FFF2-40B4-BE49-F238E27FC236}">
                            <a16:creationId xmlns:a16="http://schemas.microsoft.com/office/drawing/2014/main" id="{C6B7035A-478E-8663-5F79-EBA82CFDB54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097" name="Arc 8096">
                        <a:extLst>
                          <a:ext uri="{FF2B5EF4-FFF2-40B4-BE49-F238E27FC236}">
                            <a16:creationId xmlns:a16="http://schemas.microsoft.com/office/drawing/2014/main" id="{71622DEC-C4B3-015A-A198-DD6A1CF0522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095" name="TextBox 8094">
                      <a:extLst>
                        <a:ext uri="{FF2B5EF4-FFF2-40B4-BE49-F238E27FC236}">
                          <a16:creationId xmlns:a16="http://schemas.microsoft.com/office/drawing/2014/main" id="{9C35471E-10D8-FE6E-BECD-DD90752E5412}"/>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041" name="Group 8040">
                  <a:extLst>
                    <a:ext uri="{FF2B5EF4-FFF2-40B4-BE49-F238E27FC236}">
                      <a16:creationId xmlns:a16="http://schemas.microsoft.com/office/drawing/2014/main" id="{BE2590CC-93C6-7FE0-C044-2364B9A7E602}"/>
                    </a:ext>
                  </a:extLst>
                </p:cNvPr>
                <p:cNvGrpSpPr/>
                <p:nvPr/>
              </p:nvGrpSpPr>
              <p:grpSpPr>
                <a:xfrm>
                  <a:off x="6069086" y="3246228"/>
                  <a:ext cx="1019224" cy="991639"/>
                  <a:chOff x="5886431" y="3225768"/>
                  <a:chExt cx="1019224" cy="991639"/>
                </a:xfrm>
              </p:grpSpPr>
              <p:grpSp>
                <p:nvGrpSpPr>
                  <p:cNvPr id="8042" name="Group 8041">
                    <a:extLst>
                      <a:ext uri="{FF2B5EF4-FFF2-40B4-BE49-F238E27FC236}">
                        <a16:creationId xmlns:a16="http://schemas.microsoft.com/office/drawing/2014/main" id="{84B4DE2C-3681-A9E3-0F42-853D40B7F9C1}"/>
                      </a:ext>
                    </a:extLst>
                  </p:cNvPr>
                  <p:cNvGrpSpPr/>
                  <p:nvPr/>
                </p:nvGrpSpPr>
                <p:grpSpPr>
                  <a:xfrm>
                    <a:off x="6197413" y="3824215"/>
                    <a:ext cx="393192" cy="393192"/>
                    <a:chOff x="5265196" y="3357021"/>
                    <a:chExt cx="393192" cy="393192"/>
                  </a:xfrm>
                </p:grpSpPr>
                <p:grpSp>
                  <p:nvGrpSpPr>
                    <p:cNvPr id="8077" name="Group 8076">
                      <a:extLst>
                        <a:ext uri="{FF2B5EF4-FFF2-40B4-BE49-F238E27FC236}">
                          <a16:creationId xmlns:a16="http://schemas.microsoft.com/office/drawing/2014/main" id="{F4371AE6-A4DC-1C27-F2AA-BF7EE54EBD64}"/>
                        </a:ext>
                      </a:extLst>
                    </p:cNvPr>
                    <p:cNvGrpSpPr/>
                    <p:nvPr/>
                  </p:nvGrpSpPr>
                  <p:grpSpPr>
                    <a:xfrm rot="14400000">
                      <a:off x="5265196" y="3357021"/>
                      <a:ext cx="393192" cy="393192"/>
                      <a:chOff x="5354637" y="3446463"/>
                      <a:chExt cx="214313" cy="214313"/>
                    </a:xfrm>
                  </p:grpSpPr>
                  <p:sp>
                    <p:nvSpPr>
                      <p:cNvPr id="8086" name="Arc 8085">
                        <a:extLst>
                          <a:ext uri="{FF2B5EF4-FFF2-40B4-BE49-F238E27FC236}">
                            <a16:creationId xmlns:a16="http://schemas.microsoft.com/office/drawing/2014/main" id="{31E0A810-0FBC-A674-61D5-BFC70463EF2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087" name="Arc 8086">
                        <a:extLst>
                          <a:ext uri="{FF2B5EF4-FFF2-40B4-BE49-F238E27FC236}">
                            <a16:creationId xmlns:a16="http://schemas.microsoft.com/office/drawing/2014/main" id="{FA01DCB6-70CD-0806-F764-113905FB65E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078" name="Group 8077">
                      <a:extLst>
                        <a:ext uri="{FF2B5EF4-FFF2-40B4-BE49-F238E27FC236}">
                          <a16:creationId xmlns:a16="http://schemas.microsoft.com/office/drawing/2014/main" id="{A2BB2107-A47A-584C-77A6-A984D5AEDB3B}"/>
                        </a:ext>
                      </a:extLst>
                    </p:cNvPr>
                    <p:cNvGrpSpPr/>
                    <p:nvPr/>
                  </p:nvGrpSpPr>
                  <p:grpSpPr>
                    <a:xfrm>
                      <a:off x="5310186" y="3402011"/>
                      <a:ext cx="303213" cy="303213"/>
                      <a:chOff x="5310186" y="3402011"/>
                      <a:chExt cx="303213" cy="303213"/>
                    </a:xfrm>
                  </p:grpSpPr>
                  <p:grpSp>
                    <p:nvGrpSpPr>
                      <p:cNvPr id="8079" name="Group 8078">
                        <a:extLst>
                          <a:ext uri="{FF2B5EF4-FFF2-40B4-BE49-F238E27FC236}">
                            <a16:creationId xmlns:a16="http://schemas.microsoft.com/office/drawing/2014/main" id="{13152DB5-2119-A113-5B06-00CB70323488}"/>
                          </a:ext>
                        </a:extLst>
                      </p:cNvPr>
                      <p:cNvGrpSpPr/>
                      <p:nvPr/>
                    </p:nvGrpSpPr>
                    <p:grpSpPr>
                      <a:xfrm>
                        <a:off x="5354636" y="3446461"/>
                        <a:ext cx="214313" cy="214313"/>
                        <a:chOff x="5354637" y="3446463"/>
                        <a:chExt cx="214313" cy="214313"/>
                      </a:xfrm>
                    </p:grpSpPr>
                    <p:sp>
                      <p:nvSpPr>
                        <p:cNvPr id="8084" name="Arc 8083">
                          <a:extLst>
                            <a:ext uri="{FF2B5EF4-FFF2-40B4-BE49-F238E27FC236}">
                              <a16:creationId xmlns:a16="http://schemas.microsoft.com/office/drawing/2014/main" id="{C55F93F4-2EA0-C750-512A-38325D7DF37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085" name="Arc 8084">
                          <a:extLst>
                            <a:ext uri="{FF2B5EF4-FFF2-40B4-BE49-F238E27FC236}">
                              <a16:creationId xmlns:a16="http://schemas.microsoft.com/office/drawing/2014/main" id="{464929CC-4033-C79F-1391-F77CF0E4EF7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080" name="Group 8079">
                        <a:extLst>
                          <a:ext uri="{FF2B5EF4-FFF2-40B4-BE49-F238E27FC236}">
                            <a16:creationId xmlns:a16="http://schemas.microsoft.com/office/drawing/2014/main" id="{28BF70A4-F6DE-E5D4-3A8A-1AC5B1CC4C5A}"/>
                          </a:ext>
                        </a:extLst>
                      </p:cNvPr>
                      <p:cNvGrpSpPr/>
                      <p:nvPr/>
                    </p:nvGrpSpPr>
                    <p:grpSpPr>
                      <a:xfrm rot="7200000">
                        <a:off x="5310186" y="3402011"/>
                        <a:ext cx="303213" cy="303213"/>
                        <a:chOff x="5354637" y="3446463"/>
                        <a:chExt cx="214313" cy="214313"/>
                      </a:xfrm>
                    </p:grpSpPr>
                    <p:sp>
                      <p:nvSpPr>
                        <p:cNvPr id="8082" name="Arc 8081">
                          <a:extLst>
                            <a:ext uri="{FF2B5EF4-FFF2-40B4-BE49-F238E27FC236}">
                              <a16:creationId xmlns:a16="http://schemas.microsoft.com/office/drawing/2014/main" id="{FDBDE67A-BFB1-AEF0-F3F1-A83BA21EDA7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083" name="Arc 8082">
                          <a:extLst>
                            <a:ext uri="{FF2B5EF4-FFF2-40B4-BE49-F238E27FC236}">
                              <a16:creationId xmlns:a16="http://schemas.microsoft.com/office/drawing/2014/main" id="{BFB442FC-53DA-7B3C-1D5D-A6B97AE3FED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081" name="TextBox 8080">
                        <a:extLst>
                          <a:ext uri="{FF2B5EF4-FFF2-40B4-BE49-F238E27FC236}">
                            <a16:creationId xmlns:a16="http://schemas.microsoft.com/office/drawing/2014/main" id="{284B6D64-5802-C9C6-70AE-023A678BD33E}"/>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043" name="Group 8042">
                    <a:extLst>
                      <a:ext uri="{FF2B5EF4-FFF2-40B4-BE49-F238E27FC236}">
                        <a16:creationId xmlns:a16="http://schemas.microsoft.com/office/drawing/2014/main" id="{DB76F654-848D-AD8A-8C3A-9440AD8CDA83}"/>
                      </a:ext>
                    </a:extLst>
                  </p:cNvPr>
                  <p:cNvGrpSpPr/>
                  <p:nvPr/>
                </p:nvGrpSpPr>
                <p:grpSpPr>
                  <a:xfrm>
                    <a:off x="5886431" y="3525040"/>
                    <a:ext cx="393192" cy="393192"/>
                    <a:chOff x="5265196" y="3932619"/>
                    <a:chExt cx="393192" cy="393192"/>
                  </a:xfrm>
                </p:grpSpPr>
                <p:grpSp>
                  <p:nvGrpSpPr>
                    <p:cNvPr id="8067" name="Group 8066">
                      <a:extLst>
                        <a:ext uri="{FF2B5EF4-FFF2-40B4-BE49-F238E27FC236}">
                          <a16:creationId xmlns:a16="http://schemas.microsoft.com/office/drawing/2014/main" id="{414C9C94-32D3-E189-AE7A-B665076EA2C6}"/>
                        </a:ext>
                      </a:extLst>
                    </p:cNvPr>
                    <p:cNvGrpSpPr/>
                    <p:nvPr/>
                  </p:nvGrpSpPr>
                  <p:grpSpPr>
                    <a:xfrm>
                      <a:off x="5354636" y="4022061"/>
                      <a:ext cx="214313" cy="214313"/>
                      <a:chOff x="5354637" y="3446463"/>
                      <a:chExt cx="214313" cy="214313"/>
                    </a:xfrm>
                  </p:grpSpPr>
                  <p:sp>
                    <p:nvSpPr>
                      <p:cNvPr id="8075" name="Arc 8074">
                        <a:extLst>
                          <a:ext uri="{FF2B5EF4-FFF2-40B4-BE49-F238E27FC236}">
                            <a16:creationId xmlns:a16="http://schemas.microsoft.com/office/drawing/2014/main" id="{C2CE0860-B77A-0C3B-4902-92A94F56C3F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076" name="Arc 8075">
                        <a:extLst>
                          <a:ext uri="{FF2B5EF4-FFF2-40B4-BE49-F238E27FC236}">
                            <a16:creationId xmlns:a16="http://schemas.microsoft.com/office/drawing/2014/main" id="{874E8BCB-C85E-5069-8119-8CFB5A36E3A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068" name="Group 8067">
                      <a:extLst>
                        <a:ext uri="{FF2B5EF4-FFF2-40B4-BE49-F238E27FC236}">
                          <a16:creationId xmlns:a16="http://schemas.microsoft.com/office/drawing/2014/main" id="{D7C3CB82-D0C0-431D-50C4-C76697595CCD}"/>
                        </a:ext>
                      </a:extLst>
                    </p:cNvPr>
                    <p:cNvGrpSpPr/>
                    <p:nvPr/>
                  </p:nvGrpSpPr>
                  <p:grpSpPr>
                    <a:xfrm rot="14400000">
                      <a:off x="5310186" y="3977611"/>
                      <a:ext cx="303213" cy="303213"/>
                      <a:chOff x="5354637" y="3446463"/>
                      <a:chExt cx="214313" cy="214313"/>
                    </a:xfrm>
                  </p:grpSpPr>
                  <p:sp>
                    <p:nvSpPr>
                      <p:cNvPr id="8073" name="Arc 8072">
                        <a:extLst>
                          <a:ext uri="{FF2B5EF4-FFF2-40B4-BE49-F238E27FC236}">
                            <a16:creationId xmlns:a16="http://schemas.microsoft.com/office/drawing/2014/main" id="{2D553FCB-FD66-DE3C-296A-FC9AD334E08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074" name="Arc 8073">
                        <a:extLst>
                          <a:ext uri="{FF2B5EF4-FFF2-40B4-BE49-F238E27FC236}">
                            <a16:creationId xmlns:a16="http://schemas.microsoft.com/office/drawing/2014/main" id="{1E3B84F4-EC2C-A333-58CD-9371E0EA6D0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069" name="Group 8068">
                      <a:extLst>
                        <a:ext uri="{FF2B5EF4-FFF2-40B4-BE49-F238E27FC236}">
                          <a16:creationId xmlns:a16="http://schemas.microsoft.com/office/drawing/2014/main" id="{1AF9DF55-9B24-B674-27B1-C88DB42B1ECE}"/>
                        </a:ext>
                      </a:extLst>
                    </p:cNvPr>
                    <p:cNvGrpSpPr/>
                    <p:nvPr/>
                  </p:nvGrpSpPr>
                  <p:grpSpPr>
                    <a:xfrm rot="7200000">
                      <a:off x="5265196" y="3932619"/>
                      <a:ext cx="393192" cy="393192"/>
                      <a:chOff x="5354637" y="3446463"/>
                      <a:chExt cx="214313" cy="214313"/>
                    </a:xfrm>
                  </p:grpSpPr>
                  <p:sp>
                    <p:nvSpPr>
                      <p:cNvPr id="8071" name="Arc 8070">
                        <a:extLst>
                          <a:ext uri="{FF2B5EF4-FFF2-40B4-BE49-F238E27FC236}">
                            <a16:creationId xmlns:a16="http://schemas.microsoft.com/office/drawing/2014/main" id="{0571197B-DC16-490E-0CCC-9D15BFCC55F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072" name="Arc 8071">
                        <a:extLst>
                          <a:ext uri="{FF2B5EF4-FFF2-40B4-BE49-F238E27FC236}">
                            <a16:creationId xmlns:a16="http://schemas.microsoft.com/office/drawing/2014/main" id="{A3327C5E-23E7-5EED-8F09-89D1FCD3ECE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070" name="TextBox 8069">
                      <a:extLst>
                        <a:ext uri="{FF2B5EF4-FFF2-40B4-BE49-F238E27FC236}">
                          <a16:creationId xmlns:a16="http://schemas.microsoft.com/office/drawing/2014/main" id="{410DE0C3-9E5F-9504-4F3F-C0D8CA6E2C88}"/>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8044" name="Group 8043">
                    <a:extLst>
                      <a:ext uri="{FF2B5EF4-FFF2-40B4-BE49-F238E27FC236}">
                        <a16:creationId xmlns:a16="http://schemas.microsoft.com/office/drawing/2014/main" id="{6A0F1C4D-6146-112E-FBFB-7B829769FFFF}"/>
                      </a:ext>
                    </a:extLst>
                  </p:cNvPr>
                  <p:cNvGrpSpPr/>
                  <p:nvPr/>
                </p:nvGrpSpPr>
                <p:grpSpPr>
                  <a:xfrm>
                    <a:off x="6512463" y="3525040"/>
                    <a:ext cx="393192" cy="393192"/>
                    <a:chOff x="6389147" y="3357021"/>
                    <a:chExt cx="393192" cy="393192"/>
                  </a:xfrm>
                </p:grpSpPr>
                <p:grpSp>
                  <p:nvGrpSpPr>
                    <p:cNvPr id="8056" name="Group 8055">
                      <a:extLst>
                        <a:ext uri="{FF2B5EF4-FFF2-40B4-BE49-F238E27FC236}">
                          <a16:creationId xmlns:a16="http://schemas.microsoft.com/office/drawing/2014/main" id="{ECCBAF88-9ADA-821C-B860-984A0ECFEDCF}"/>
                        </a:ext>
                      </a:extLst>
                    </p:cNvPr>
                    <p:cNvGrpSpPr/>
                    <p:nvPr/>
                  </p:nvGrpSpPr>
                  <p:grpSpPr>
                    <a:xfrm rot="7200000" flipH="1">
                      <a:off x="6389147" y="3357021"/>
                      <a:ext cx="393192" cy="393192"/>
                      <a:chOff x="5354637" y="3446463"/>
                      <a:chExt cx="214313" cy="214313"/>
                    </a:xfrm>
                  </p:grpSpPr>
                  <p:sp>
                    <p:nvSpPr>
                      <p:cNvPr id="8065" name="Arc 8064">
                        <a:extLst>
                          <a:ext uri="{FF2B5EF4-FFF2-40B4-BE49-F238E27FC236}">
                            <a16:creationId xmlns:a16="http://schemas.microsoft.com/office/drawing/2014/main" id="{5CABCA7C-686B-2188-4FA2-A32BA81BA04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066" name="Arc 8065">
                        <a:extLst>
                          <a:ext uri="{FF2B5EF4-FFF2-40B4-BE49-F238E27FC236}">
                            <a16:creationId xmlns:a16="http://schemas.microsoft.com/office/drawing/2014/main" id="{23422AC5-CC40-8BD7-EFE5-B7DFEFC3479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057" name="Group 8056">
                      <a:extLst>
                        <a:ext uri="{FF2B5EF4-FFF2-40B4-BE49-F238E27FC236}">
                          <a16:creationId xmlns:a16="http://schemas.microsoft.com/office/drawing/2014/main" id="{296471AB-69B4-77AF-98DC-BE0A4EAEF3F0}"/>
                        </a:ext>
                      </a:extLst>
                    </p:cNvPr>
                    <p:cNvGrpSpPr/>
                    <p:nvPr/>
                  </p:nvGrpSpPr>
                  <p:grpSpPr>
                    <a:xfrm>
                      <a:off x="6434137" y="3402011"/>
                      <a:ext cx="303213" cy="303213"/>
                      <a:chOff x="6434137" y="3402011"/>
                      <a:chExt cx="303213" cy="303213"/>
                    </a:xfrm>
                  </p:grpSpPr>
                  <p:grpSp>
                    <p:nvGrpSpPr>
                      <p:cNvPr id="8058" name="Group 8057">
                        <a:extLst>
                          <a:ext uri="{FF2B5EF4-FFF2-40B4-BE49-F238E27FC236}">
                            <a16:creationId xmlns:a16="http://schemas.microsoft.com/office/drawing/2014/main" id="{514EF4EC-6E62-6667-AAF0-398AC041BC10}"/>
                          </a:ext>
                        </a:extLst>
                      </p:cNvPr>
                      <p:cNvGrpSpPr/>
                      <p:nvPr/>
                    </p:nvGrpSpPr>
                    <p:grpSpPr>
                      <a:xfrm flipH="1">
                        <a:off x="6478587" y="3446461"/>
                        <a:ext cx="214313" cy="214313"/>
                        <a:chOff x="5354637" y="3446463"/>
                        <a:chExt cx="214313" cy="214313"/>
                      </a:xfrm>
                    </p:grpSpPr>
                    <p:sp>
                      <p:nvSpPr>
                        <p:cNvPr id="8063" name="Arc 8062">
                          <a:extLst>
                            <a:ext uri="{FF2B5EF4-FFF2-40B4-BE49-F238E27FC236}">
                              <a16:creationId xmlns:a16="http://schemas.microsoft.com/office/drawing/2014/main" id="{225BC573-5A2F-DBBD-C140-2086B82F173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064" name="Arc 8063">
                          <a:extLst>
                            <a:ext uri="{FF2B5EF4-FFF2-40B4-BE49-F238E27FC236}">
                              <a16:creationId xmlns:a16="http://schemas.microsoft.com/office/drawing/2014/main" id="{B6172D13-F24F-4313-147F-AFC6D10532A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059" name="Group 8058">
                        <a:extLst>
                          <a:ext uri="{FF2B5EF4-FFF2-40B4-BE49-F238E27FC236}">
                            <a16:creationId xmlns:a16="http://schemas.microsoft.com/office/drawing/2014/main" id="{EDEE2410-080A-3E3B-6947-75EF4BD423B2}"/>
                          </a:ext>
                        </a:extLst>
                      </p:cNvPr>
                      <p:cNvGrpSpPr/>
                      <p:nvPr/>
                    </p:nvGrpSpPr>
                    <p:grpSpPr>
                      <a:xfrm rot="14400000" flipH="1">
                        <a:off x="6434137" y="3402011"/>
                        <a:ext cx="303213" cy="303213"/>
                        <a:chOff x="5354637" y="3446463"/>
                        <a:chExt cx="214313" cy="214313"/>
                      </a:xfrm>
                    </p:grpSpPr>
                    <p:sp>
                      <p:nvSpPr>
                        <p:cNvPr id="8061" name="Arc 8060">
                          <a:extLst>
                            <a:ext uri="{FF2B5EF4-FFF2-40B4-BE49-F238E27FC236}">
                              <a16:creationId xmlns:a16="http://schemas.microsoft.com/office/drawing/2014/main" id="{A084D17E-83B4-782A-B1DC-E1446824BFF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062" name="Arc 8061">
                          <a:extLst>
                            <a:ext uri="{FF2B5EF4-FFF2-40B4-BE49-F238E27FC236}">
                              <a16:creationId xmlns:a16="http://schemas.microsoft.com/office/drawing/2014/main" id="{67F95A94-B8A9-237E-B8F0-B9378D5CC36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060" name="TextBox 8059">
                        <a:extLst>
                          <a:ext uri="{FF2B5EF4-FFF2-40B4-BE49-F238E27FC236}">
                            <a16:creationId xmlns:a16="http://schemas.microsoft.com/office/drawing/2014/main" id="{464D4600-9B34-D20C-9364-EB656AB6B5D7}"/>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8045" name="Group 8044">
                    <a:extLst>
                      <a:ext uri="{FF2B5EF4-FFF2-40B4-BE49-F238E27FC236}">
                        <a16:creationId xmlns:a16="http://schemas.microsoft.com/office/drawing/2014/main" id="{0C5F93D6-0E22-3E9F-2DE2-BECBD43C8AB4}"/>
                      </a:ext>
                    </a:extLst>
                  </p:cNvPr>
                  <p:cNvGrpSpPr/>
                  <p:nvPr/>
                </p:nvGrpSpPr>
                <p:grpSpPr>
                  <a:xfrm>
                    <a:off x="6197413" y="3225768"/>
                    <a:ext cx="393192" cy="393192"/>
                    <a:chOff x="6389147" y="3932622"/>
                    <a:chExt cx="393192" cy="393192"/>
                  </a:xfrm>
                </p:grpSpPr>
                <p:grpSp>
                  <p:nvGrpSpPr>
                    <p:cNvPr id="8046" name="Group 8045">
                      <a:extLst>
                        <a:ext uri="{FF2B5EF4-FFF2-40B4-BE49-F238E27FC236}">
                          <a16:creationId xmlns:a16="http://schemas.microsoft.com/office/drawing/2014/main" id="{1F1564CF-8540-825F-61B8-462F1043CE6D}"/>
                        </a:ext>
                      </a:extLst>
                    </p:cNvPr>
                    <p:cNvGrpSpPr/>
                    <p:nvPr/>
                  </p:nvGrpSpPr>
                  <p:grpSpPr>
                    <a:xfrm flipH="1">
                      <a:off x="6478587" y="4022061"/>
                      <a:ext cx="214313" cy="214313"/>
                      <a:chOff x="5354637" y="3446463"/>
                      <a:chExt cx="214313" cy="214313"/>
                    </a:xfrm>
                  </p:grpSpPr>
                  <p:sp>
                    <p:nvSpPr>
                      <p:cNvPr id="8054" name="Arc 8053">
                        <a:extLst>
                          <a:ext uri="{FF2B5EF4-FFF2-40B4-BE49-F238E27FC236}">
                            <a16:creationId xmlns:a16="http://schemas.microsoft.com/office/drawing/2014/main" id="{ADF285EC-CEDC-6D48-A04A-1FF0E46D5FB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055" name="Arc 8054">
                        <a:extLst>
                          <a:ext uri="{FF2B5EF4-FFF2-40B4-BE49-F238E27FC236}">
                            <a16:creationId xmlns:a16="http://schemas.microsoft.com/office/drawing/2014/main" id="{2C916096-2475-8F68-2F8B-E1D1D42A11B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047" name="Group 8046">
                      <a:extLst>
                        <a:ext uri="{FF2B5EF4-FFF2-40B4-BE49-F238E27FC236}">
                          <a16:creationId xmlns:a16="http://schemas.microsoft.com/office/drawing/2014/main" id="{66D29DB2-D74E-7A2B-9538-E7D7D56E4FE2}"/>
                        </a:ext>
                      </a:extLst>
                    </p:cNvPr>
                    <p:cNvGrpSpPr/>
                    <p:nvPr/>
                  </p:nvGrpSpPr>
                  <p:grpSpPr>
                    <a:xfrm rot="7200000" flipH="1">
                      <a:off x="6434137" y="3977611"/>
                      <a:ext cx="303213" cy="303213"/>
                      <a:chOff x="5354637" y="3446463"/>
                      <a:chExt cx="214313" cy="214313"/>
                    </a:xfrm>
                  </p:grpSpPr>
                  <p:sp>
                    <p:nvSpPr>
                      <p:cNvPr id="8052" name="Arc 8051">
                        <a:extLst>
                          <a:ext uri="{FF2B5EF4-FFF2-40B4-BE49-F238E27FC236}">
                            <a16:creationId xmlns:a16="http://schemas.microsoft.com/office/drawing/2014/main" id="{702694B0-6B6C-1709-F57B-1BB603A785F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053" name="Arc 8052">
                        <a:extLst>
                          <a:ext uri="{FF2B5EF4-FFF2-40B4-BE49-F238E27FC236}">
                            <a16:creationId xmlns:a16="http://schemas.microsoft.com/office/drawing/2014/main" id="{7E5F18E7-AEB5-5D22-62E9-1DA79B3E9E8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048" name="Group 8047">
                      <a:extLst>
                        <a:ext uri="{FF2B5EF4-FFF2-40B4-BE49-F238E27FC236}">
                          <a16:creationId xmlns:a16="http://schemas.microsoft.com/office/drawing/2014/main" id="{11E6DF14-D17B-0FDE-0AF6-3F8B80084B2A}"/>
                        </a:ext>
                      </a:extLst>
                    </p:cNvPr>
                    <p:cNvGrpSpPr/>
                    <p:nvPr/>
                  </p:nvGrpSpPr>
                  <p:grpSpPr>
                    <a:xfrm rot="14400000" flipH="1">
                      <a:off x="6389147" y="3932622"/>
                      <a:ext cx="393192" cy="393192"/>
                      <a:chOff x="5354637" y="3446463"/>
                      <a:chExt cx="214313" cy="214313"/>
                    </a:xfrm>
                  </p:grpSpPr>
                  <p:sp>
                    <p:nvSpPr>
                      <p:cNvPr id="8050" name="Arc 8049">
                        <a:extLst>
                          <a:ext uri="{FF2B5EF4-FFF2-40B4-BE49-F238E27FC236}">
                            <a16:creationId xmlns:a16="http://schemas.microsoft.com/office/drawing/2014/main" id="{AA50241E-A719-0C3D-0D06-9483D1ADF6B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051" name="Arc 8050">
                        <a:extLst>
                          <a:ext uri="{FF2B5EF4-FFF2-40B4-BE49-F238E27FC236}">
                            <a16:creationId xmlns:a16="http://schemas.microsoft.com/office/drawing/2014/main" id="{5BCA905C-867D-B5D9-27AE-C581C4DAC7C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049" name="TextBox 8048">
                      <a:extLst>
                        <a:ext uri="{FF2B5EF4-FFF2-40B4-BE49-F238E27FC236}">
                          <a16:creationId xmlns:a16="http://schemas.microsoft.com/office/drawing/2014/main" id="{08554A07-FFAD-56F1-2F29-3AAF8920940A}"/>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6128" name="Group 6127">
              <a:extLst>
                <a:ext uri="{FF2B5EF4-FFF2-40B4-BE49-F238E27FC236}">
                  <a16:creationId xmlns:a16="http://schemas.microsoft.com/office/drawing/2014/main" id="{F6AA0514-8014-7BC5-11A2-137CE0C894A5}"/>
                </a:ext>
              </a:extLst>
            </p:cNvPr>
            <p:cNvGrpSpPr/>
            <p:nvPr/>
          </p:nvGrpSpPr>
          <p:grpSpPr>
            <a:xfrm>
              <a:off x="784090" y="-792780"/>
              <a:ext cx="2263438" cy="2198360"/>
              <a:chOff x="5445106" y="2039507"/>
              <a:chExt cx="2263438" cy="2198360"/>
            </a:xfrm>
          </p:grpSpPr>
          <p:grpSp>
            <p:nvGrpSpPr>
              <p:cNvPr id="7848" name="Group 7847">
                <a:extLst>
                  <a:ext uri="{FF2B5EF4-FFF2-40B4-BE49-F238E27FC236}">
                    <a16:creationId xmlns:a16="http://schemas.microsoft.com/office/drawing/2014/main" id="{31A80C97-077A-F8F8-7283-C38F2C0906D8}"/>
                  </a:ext>
                </a:extLst>
              </p:cNvPr>
              <p:cNvGrpSpPr/>
              <p:nvPr/>
            </p:nvGrpSpPr>
            <p:grpSpPr>
              <a:xfrm>
                <a:off x="5445106" y="2644743"/>
                <a:ext cx="1643204" cy="1593124"/>
                <a:chOff x="5445106" y="2644743"/>
                <a:chExt cx="1643204" cy="1593124"/>
              </a:xfrm>
            </p:grpSpPr>
            <p:grpSp>
              <p:nvGrpSpPr>
                <p:cNvPr id="7944" name="Group 7943">
                  <a:extLst>
                    <a:ext uri="{FF2B5EF4-FFF2-40B4-BE49-F238E27FC236}">
                      <a16:creationId xmlns:a16="http://schemas.microsoft.com/office/drawing/2014/main" id="{474F2F27-02C2-079F-2061-F231438AFDFC}"/>
                    </a:ext>
                  </a:extLst>
                </p:cNvPr>
                <p:cNvGrpSpPr/>
                <p:nvPr/>
              </p:nvGrpSpPr>
              <p:grpSpPr>
                <a:xfrm>
                  <a:off x="5445106" y="2644743"/>
                  <a:ext cx="1019224" cy="991639"/>
                  <a:chOff x="5886431" y="3225768"/>
                  <a:chExt cx="1019224" cy="991639"/>
                </a:xfrm>
              </p:grpSpPr>
              <p:grpSp>
                <p:nvGrpSpPr>
                  <p:cNvPr id="7992" name="Group 7991">
                    <a:extLst>
                      <a:ext uri="{FF2B5EF4-FFF2-40B4-BE49-F238E27FC236}">
                        <a16:creationId xmlns:a16="http://schemas.microsoft.com/office/drawing/2014/main" id="{ADFE4352-19DB-4155-94AB-9F063B1C20EA}"/>
                      </a:ext>
                    </a:extLst>
                  </p:cNvPr>
                  <p:cNvGrpSpPr/>
                  <p:nvPr/>
                </p:nvGrpSpPr>
                <p:grpSpPr>
                  <a:xfrm>
                    <a:off x="6197413" y="3824215"/>
                    <a:ext cx="393192" cy="393192"/>
                    <a:chOff x="5265196" y="3357021"/>
                    <a:chExt cx="393192" cy="393192"/>
                  </a:xfrm>
                </p:grpSpPr>
                <p:grpSp>
                  <p:nvGrpSpPr>
                    <p:cNvPr id="8027" name="Group 8026">
                      <a:extLst>
                        <a:ext uri="{FF2B5EF4-FFF2-40B4-BE49-F238E27FC236}">
                          <a16:creationId xmlns:a16="http://schemas.microsoft.com/office/drawing/2014/main" id="{AE9D9527-E8C7-EA56-9827-C4584EF323CC}"/>
                        </a:ext>
                      </a:extLst>
                    </p:cNvPr>
                    <p:cNvGrpSpPr/>
                    <p:nvPr/>
                  </p:nvGrpSpPr>
                  <p:grpSpPr>
                    <a:xfrm rot="14400000">
                      <a:off x="5265196" y="3357021"/>
                      <a:ext cx="393192" cy="393192"/>
                      <a:chOff x="5354637" y="3446463"/>
                      <a:chExt cx="214313" cy="214313"/>
                    </a:xfrm>
                  </p:grpSpPr>
                  <p:sp>
                    <p:nvSpPr>
                      <p:cNvPr id="8036" name="Arc 8035">
                        <a:extLst>
                          <a:ext uri="{FF2B5EF4-FFF2-40B4-BE49-F238E27FC236}">
                            <a16:creationId xmlns:a16="http://schemas.microsoft.com/office/drawing/2014/main" id="{8A518868-2F37-2232-CF92-844F3255580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037" name="Arc 8036">
                        <a:extLst>
                          <a:ext uri="{FF2B5EF4-FFF2-40B4-BE49-F238E27FC236}">
                            <a16:creationId xmlns:a16="http://schemas.microsoft.com/office/drawing/2014/main" id="{28E13E32-EFCA-FE5B-114E-5290105C96F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028" name="Group 8027">
                      <a:extLst>
                        <a:ext uri="{FF2B5EF4-FFF2-40B4-BE49-F238E27FC236}">
                          <a16:creationId xmlns:a16="http://schemas.microsoft.com/office/drawing/2014/main" id="{E7A8B8DE-3247-9003-642C-2D3E5E68B9F8}"/>
                        </a:ext>
                      </a:extLst>
                    </p:cNvPr>
                    <p:cNvGrpSpPr/>
                    <p:nvPr/>
                  </p:nvGrpSpPr>
                  <p:grpSpPr>
                    <a:xfrm>
                      <a:off x="5310186" y="3402011"/>
                      <a:ext cx="303213" cy="303213"/>
                      <a:chOff x="5310186" y="3402011"/>
                      <a:chExt cx="303213" cy="303213"/>
                    </a:xfrm>
                  </p:grpSpPr>
                  <p:grpSp>
                    <p:nvGrpSpPr>
                      <p:cNvPr id="8029" name="Group 8028">
                        <a:extLst>
                          <a:ext uri="{FF2B5EF4-FFF2-40B4-BE49-F238E27FC236}">
                            <a16:creationId xmlns:a16="http://schemas.microsoft.com/office/drawing/2014/main" id="{8533C958-65BF-F8E9-EF72-5A9CFB9B507D}"/>
                          </a:ext>
                        </a:extLst>
                      </p:cNvPr>
                      <p:cNvGrpSpPr/>
                      <p:nvPr/>
                    </p:nvGrpSpPr>
                    <p:grpSpPr>
                      <a:xfrm>
                        <a:off x="5354636" y="3446461"/>
                        <a:ext cx="214313" cy="214313"/>
                        <a:chOff x="5354637" y="3446463"/>
                        <a:chExt cx="214313" cy="214313"/>
                      </a:xfrm>
                    </p:grpSpPr>
                    <p:sp>
                      <p:nvSpPr>
                        <p:cNvPr id="8034" name="Arc 8033">
                          <a:extLst>
                            <a:ext uri="{FF2B5EF4-FFF2-40B4-BE49-F238E27FC236}">
                              <a16:creationId xmlns:a16="http://schemas.microsoft.com/office/drawing/2014/main" id="{44A77104-A458-EFE3-6902-330A50D28D7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035" name="Arc 8034">
                          <a:extLst>
                            <a:ext uri="{FF2B5EF4-FFF2-40B4-BE49-F238E27FC236}">
                              <a16:creationId xmlns:a16="http://schemas.microsoft.com/office/drawing/2014/main" id="{74540A26-CB95-DB8E-8557-3093869B420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030" name="Group 8029">
                        <a:extLst>
                          <a:ext uri="{FF2B5EF4-FFF2-40B4-BE49-F238E27FC236}">
                            <a16:creationId xmlns:a16="http://schemas.microsoft.com/office/drawing/2014/main" id="{3D9158F3-AFFC-9D62-8A99-F63D37E6EAD8}"/>
                          </a:ext>
                        </a:extLst>
                      </p:cNvPr>
                      <p:cNvGrpSpPr/>
                      <p:nvPr/>
                    </p:nvGrpSpPr>
                    <p:grpSpPr>
                      <a:xfrm rot="7200000">
                        <a:off x="5310186" y="3402011"/>
                        <a:ext cx="303213" cy="303213"/>
                        <a:chOff x="5354637" y="3446463"/>
                        <a:chExt cx="214313" cy="214313"/>
                      </a:xfrm>
                    </p:grpSpPr>
                    <p:sp>
                      <p:nvSpPr>
                        <p:cNvPr id="8032" name="Arc 8031">
                          <a:extLst>
                            <a:ext uri="{FF2B5EF4-FFF2-40B4-BE49-F238E27FC236}">
                              <a16:creationId xmlns:a16="http://schemas.microsoft.com/office/drawing/2014/main" id="{7310370B-06B9-D1DF-9AED-613ED1BECB2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033" name="Arc 8032">
                          <a:extLst>
                            <a:ext uri="{FF2B5EF4-FFF2-40B4-BE49-F238E27FC236}">
                              <a16:creationId xmlns:a16="http://schemas.microsoft.com/office/drawing/2014/main" id="{2CBDECB6-B65F-5795-FC05-9583922A362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031" name="TextBox 8030">
                        <a:extLst>
                          <a:ext uri="{FF2B5EF4-FFF2-40B4-BE49-F238E27FC236}">
                            <a16:creationId xmlns:a16="http://schemas.microsoft.com/office/drawing/2014/main" id="{78E04E15-5C43-64B4-E589-D6F43E672CA3}"/>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993" name="Group 7992">
                    <a:extLst>
                      <a:ext uri="{FF2B5EF4-FFF2-40B4-BE49-F238E27FC236}">
                        <a16:creationId xmlns:a16="http://schemas.microsoft.com/office/drawing/2014/main" id="{5971D0A7-046B-732B-6968-E9029F736908}"/>
                      </a:ext>
                    </a:extLst>
                  </p:cNvPr>
                  <p:cNvGrpSpPr/>
                  <p:nvPr/>
                </p:nvGrpSpPr>
                <p:grpSpPr>
                  <a:xfrm>
                    <a:off x="5886431" y="3525040"/>
                    <a:ext cx="393192" cy="393192"/>
                    <a:chOff x="5265196" y="3932619"/>
                    <a:chExt cx="393192" cy="393192"/>
                  </a:xfrm>
                </p:grpSpPr>
                <p:grpSp>
                  <p:nvGrpSpPr>
                    <p:cNvPr id="8017" name="Group 8016">
                      <a:extLst>
                        <a:ext uri="{FF2B5EF4-FFF2-40B4-BE49-F238E27FC236}">
                          <a16:creationId xmlns:a16="http://schemas.microsoft.com/office/drawing/2014/main" id="{8C5C1F5F-A8DF-7314-40C5-9C858B62E1FC}"/>
                        </a:ext>
                      </a:extLst>
                    </p:cNvPr>
                    <p:cNvGrpSpPr/>
                    <p:nvPr/>
                  </p:nvGrpSpPr>
                  <p:grpSpPr>
                    <a:xfrm>
                      <a:off x="5354636" y="4022061"/>
                      <a:ext cx="214313" cy="214313"/>
                      <a:chOff x="5354637" y="3446463"/>
                      <a:chExt cx="214313" cy="214313"/>
                    </a:xfrm>
                  </p:grpSpPr>
                  <p:sp>
                    <p:nvSpPr>
                      <p:cNvPr id="8025" name="Arc 8024">
                        <a:extLst>
                          <a:ext uri="{FF2B5EF4-FFF2-40B4-BE49-F238E27FC236}">
                            <a16:creationId xmlns:a16="http://schemas.microsoft.com/office/drawing/2014/main" id="{9C7BB50B-F9B8-A7A9-87EF-40500C95598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026" name="Arc 8025">
                        <a:extLst>
                          <a:ext uri="{FF2B5EF4-FFF2-40B4-BE49-F238E27FC236}">
                            <a16:creationId xmlns:a16="http://schemas.microsoft.com/office/drawing/2014/main" id="{D1826C35-787C-073F-4CA8-EBC0C797B31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018" name="Group 8017">
                      <a:extLst>
                        <a:ext uri="{FF2B5EF4-FFF2-40B4-BE49-F238E27FC236}">
                          <a16:creationId xmlns:a16="http://schemas.microsoft.com/office/drawing/2014/main" id="{B06D744D-73F2-E97A-8D13-33130B790203}"/>
                        </a:ext>
                      </a:extLst>
                    </p:cNvPr>
                    <p:cNvGrpSpPr/>
                    <p:nvPr/>
                  </p:nvGrpSpPr>
                  <p:grpSpPr>
                    <a:xfrm rot="14400000">
                      <a:off x="5310186" y="3977611"/>
                      <a:ext cx="303213" cy="303213"/>
                      <a:chOff x="5354637" y="3446463"/>
                      <a:chExt cx="214313" cy="214313"/>
                    </a:xfrm>
                  </p:grpSpPr>
                  <p:sp>
                    <p:nvSpPr>
                      <p:cNvPr id="8023" name="Arc 8022">
                        <a:extLst>
                          <a:ext uri="{FF2B5EF4-FFF2-40B4-BE49-F238E27FC236}">
                            <a16:creationId xmlns:a16="http://schemas.microsoft.com/office/drawing/2014/main" id="{C7764924-7421-FAB4-DC61-2D43D42364C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024" name="Arc 8023">
                        <a:extLst>
                          <a:ext uri="{FF2B5EF4-FFF2-40B4-BE49-F238E27FC236}">
                            <a16:creationId xmlns:a16="http://schemas.microsoft.com/office/drawing/2014/main" id="{E7138F87-A78B-268C-E54A-CB7BBB3A5A1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019" name="Group 8018">
                      <a:extLst>
                        <a:ext uri="{FF2B5EF4-FFF2-40B4-BE49-F238E27FC236}">
                          <a16:creationId xmlns:a16="http://schemas.microsoft.com/office/drawing/2014/main" id="{9F351FC0-8EF7-2CBF-F301-FAB8E1D9B5D9}"/>
                        </a:ext>
                      </a:extLst>
                    </p:cNvPr>
                    <p:cNvGrpSpPr/>
                    <p:nvPr/>
                  </p:nvGrpSpPr>
                  <p:grpSpPr>
                    <a:xfrm rot="7200000">
                      <a:off x="5265196" y="3932619"/>
                      <a:ext cx="393192" cy="393192"/>
                      <a:chOff x="5354637" y="3446463"/>
                      <a:chExt cx="214313" cy="214313"/>
                    </a:xfrm>
                  </p:grpSpPr>
                  <p:sp>
                    <p:nvSpPr>
                      <p:cNvPr id="8021" name="Arc 8020">
                        <a:extLst>
                          <a:ext uri="{FF2B5EF4-FFF2-40B4-BE49-F238E27FC236}">
                            <a16:creationId xmlns:a16="http://schemas.microsoft.com/office/drawing/2014/main" id="{E82E1EC9-1B20-90C4-099A-3F952165C8F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022" name="Arc 8021">
                        <a:extLst>
                          <a:ext uri="{FF2B5EF4-FFF2-40B4-BE49-F238E27FC236}">
                            <a16:creationId xmlns:a16="http://schemas.microsoft.com/office/drawing/2014/main" id="{1679A9EB-5AF3-0E94-CF76-1CCF2D197C8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020" name="TextBox 8019">
                      <a:extLst>
                        <a:ext uri="{FF2B5EF4-FFF2-40B4-BE49-F238E27FC236}">
                          <a16:creationId xmlns:a16="http://schemas.microsoft.com/office/drawing/2014/main" id="{02B8780E-1092-8406-0B9C-1C15F3156FA3}"/>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7994" name="Group 7993">
                    <a:extLst>
                      <a:ext uri="{FF2B5EF4-FFF2-40B4-BE49-F238E27FC236}">
                        <a16:creationId xmlns:a16="http://schemas.microsoft.com/office/drawing/2014/main" id="{04F62EF9-EADA-E67B-60B2-C7C680D12C03}"/>
                      </a:ext>
                    </a:extLst>
                  </p:cNvPr>
                  <p:cNvGrpSpPr/>
                  <p:nvPr/>
                </p:nvGrpSpPr>
                <p:grpSpPr>
                  <a:xfrm>
                    <a:off x="6512463" y="3525040"/>
                    <a:ext cx="393192" cy="393192"/>
                    <a:chOff x="6389147" y="3357021"/>
                    <a:chExt cx="393192" cy="393192"/>
                  </a:xfrm>
                </p:grpSpPr>
                <p:grpSp>
                  <p:nvGrpSpPr>
                    <p:cNvPr id="8006" name="Group 8005">
                      <a:extLst>
                        <a:ext uri="{FF2B5EF4-FFF2-40B4-BE49-F238E27FC236}">
                          <a16:creationId xmlns:a16="http://schemas.microsoft.com/office/drawing/2014/main" id="{807279CD-9E6D-330E-90F9-890577E2F8D2}"/>
                        </a:ext>
                      </a:extLst>
                    </p:cNvPr>
                    <p:cNvGrpSpPr/>
                    <p:nvPr/>
                  </p:nvGrpSpPr>
                  <p:grpSpPr>
                    <a:xfrm rot="7200000" flipH="1">
                      <a:off x="6389147" y="3357021"/>
                      <a:ext cx="393192" cy="393192"/>
                      <a:chOff x="5354637" y="3446463"/>
                      <a:chExt cx="214313" cy="214313"/>
                    </a:xfrm>
                  </p:grpSpPr>
                  <p:sp>
                    <p:nvSpPr>
                      <p:cNvPr id="8015" name="Arc 8014">
                        <a:extLst>
                          <a:ext uri="{FF2B5EF4-FFF2-40B4-BE49-F238E27FC236}">
                            <a16:creationId xmlns:a16="http://schemas.microsoft.com/office/drawing/2014/main" id="{C956024E-A756-633D-1281-04A4751AACA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016" name="Arc 8015">
                        <a:extLst>
                          <a:ext uri="{FF2B5EF4-FFF2-40B4-BE49-F238E27FC236}">
                            <a16:creationId xmlns:a16="http://schemas.microsoft.com/office/drawing/2014/main" id="{E75C56F1-9C0B-5670-C25F-BD626FC5F01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007" name="Group 8006">
                      <a:extLst>
                        <a:ext uri="{FF2B5EF4-FFF2-40B4-BE49-F238E27FC236}">
                          <a16:creationId xmlns:a16="http://schemas.microsoft.com/office/drawing/2014/main" id="{9AD27E2F-716A-99E6-F90E-065E2929485D}"/>
                        </a:ext>
                      </a:extLst>
                    </p:cNvPr>
                    <p:cNvGrpSpPr/>
                    <p:nvPr/>
                  </p:nvGrpSpPr>
                  <p:grpSpPr>
                    <a:xfrm>
                      <a:off x="6434137" y="3402011"/>
                      <a:ext cx="303213" cy="303213"/>
                      <a:chOff x="6434137" y="3402011"/>
                      <a:chExt cx="303213" cy="303213"/>
                    </a:xfrm>
                  </p:grpSpPr>
                  <p:grpSp>
                    <p:nvGrpSpPr>
                      <p:cNvPr id="8008" name="Group 8007">
                        <a:extLst>
                          <a:ext uri="{FF2B5EF4-FFF2-40B4-BE49-F238E27FC236}">
                            <a16:creationId xmlns:a16="http://schemas.microsoft.com/office/drawing/2014/main" id="{9D0B95E2-908F-2699-820D-4F79720049BA}"/>
                          </a:ext>
                        </a:extLst>
                      </p:cNvPr>
                      <p:cNvGrpSpPr/>
                      <p:nvPr/>
                    </p:nvGrpSpPr>
                    <p:grpSpPr>
                      <a:xfrm flipH="1">
                        <a:off x="6478587" y="3446461"/>
                        <a:ext cx="214313" cy="214313"/>
                        <a:chOff x="5354637" y="3446463"/>
                        <a:chExt cx="214313" cy="214313"/>
                      </a:xfrm>
                    </p:grpSpPr>
                    <p:sp>
                      <p:nvSpPr>
                        <p:cNvPr id="8013" name="Arc 8012">
                          <a:extLst>
                            <a:ext uri="{FF2B5EF4-FFF2-40B4-BE49-F238E27FC236}">
                              <a16:creationId xmlns:a16="http://schemas.microsoft.com/office/drawing/2014/main" id="{0709C1EB-59F3-F2DF-B19D-BF18D4D5A3E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014" name="Arc 8013">
                          <a:extLst>
                            <a:ext uri="{FF2B5EF4-FFF2-40B4-BE49-F238E27FC236}">
                              <a16:creationId xmlns:a16="http://schemas.microsoft.com/office/drawing/2014/main" id="{B33BFAEB-2EFF-EE06-01B1-B9E8F839C54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8009" name="Group 8008">
                        <a:extLst>
                          <a:ext uri="{FF2B5EF4-FFF2-40B4-BE49-F238E27FC236}">
                            <a16:creationId xmlns:a16="http://schemas.microsoft.com/office/drawing/2014/main" id="{CADD4AA3-7EF7-EB65-1A27-306455D20A1F}"/>
                          </a:ext>
                        </a:extLst>
                      </p:cNvPr>
                      <p:cNvGrpSpPr/>
                      <p:nvPr/>
                    </p:nvGrpSpPr>
                    <p:grpSpPr>
                      <a:xfrm rot="14400000" flipH="1">
                        <a:off x="6434137" y="3402011"/>
                        <a:ext cx="303213" cy="303213"/>
                        <a:chOff x="5354637" y="3446463"/>
                        <a:chExt cx="214313" cy="214313"/>
                      </a:xfrm>
                    </p:grpSpPr>
                    <p:sp>
                      <p:nvSpPr>
                        <p:cNvPr id="8011" name="Arc 8010">
                          <a:extLst>
                            <a:ext uri="{FF2B5EF4-FFF2-40B4-BE49-F238E27FC236}">
                              <a16:creationId xmlns:a16="http://schemas.microsoft.com/office/drawing/2014/main" id="{518DDFA7-5BA9-2483-3A21-F9F9CAA0D44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012" name="Arc 8011">
                          <a:extLst>
                            <a:ext uri="{FF2B5EF4-FFF2-40B4-BE49-F238E27FC236}">
                              <a16:creationId xmlns:a16="http://schemas.microsoft.com/office/drawing/2014/main" id="{45808A76-3029-986F-C7C8-98A905ABCA1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8010" name="TextBox 8009">
                        <a:extLst>
                          <a:ext uri="{FF2B5EF4-FFF2-40B4-BE49-F238E27FC236}">
                            <a16:creationId xmlns:a16="http://schemas.microsoft.com/office/drawing/2014/main" id="{8E157AC4-A768-EB5F-3D30-2982E33315E0}"/>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995" name="Group 7994">
                    <a:extLst>
                      <a:ext uri="{FF2B5EF4-FFF2-40B4-BE49-F238E27FC236}">
                        <a16:creationId xmlns:a16="http://schemas.microsoft.com/office/drawing/2014/main" id="{157D9277-5DDC-2E9B-65D0-F9D767E0170A}"/>
                      </a:ext>
                    </a:extLst>
                  </p:cNvPr>
                  <p:cNvGrpSpPr/>
                  <p:nvPr/>
                </p:nvGrpSpPr>
                <p:grpSpPr>
                  <a:xfrm>
                    <a:off x="6197413" y="3225768"/>
                    <a:ext cx="393192" cy="393192"/>
                    <a:chOff x="6389147" y="3932622"/>
                    <a:chExt cx="393192" cy="393192"/>
                  </a:xfrm>
                </p:grpSpPr>
                <p:grpSp>
                  <p:nvGrpSpPr>
                    <p:cNvPr id="7996" name="Group 7995">
                      <a:extLst>
                        <a:ext uri="{FF2B5EF4-FFF2-40B4-BE49-F238E27FC236}">
                          <a16:creationId xmlns:a16="http://schemas.microsoft.com/office/drawing/2014/main" id="{69B6AD19-3906-9B66-BED3-4F9D98F42A3E}"/>
                        </a:ext>
                      </a:extLst>
                    </p:cNvPr>
                    <p:cNvGrpSpPr/>
                    <p:nvPr/>
                  </p:nvGrpSpPr>
                  <p:grpSpPr>
                    <a:xfrm flipH="1">
                      <a:off x="6478587" y="4022061"/>
                      <a:ext cx="214313" cy="214313"/>
                      <a:chOff x="5354637" y="3446463"/>
                      <a:chExt cx="214313" cy="214313"/>
                    </a:xfrm>
                  </p:grpSpPr>
                  <p:sp>
                    <p:nvSpPr>
                      <p:cNvPr id="8004" name="Arc 8003">
                        <a:extLst>
                          <a:ext uri="{FF2B5EF4-FFF2-40B4-BE49-F238E27FC236}">
                            <a16:creationId xmlns:a16="http://schemas.microsoft.com/office/drawing/2014/main" id="{09779941-3B0A-B319-808D-6DFAEB7A3B7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005" name="Arc 8004">
                        <a:extLst>
                          <a:ext uri="{FF2B5EF4-FFF2-40B4-BE49-F238E27FC236}">
                            <a16:creationId xmlns:a16="http://schemas.microsoft.com/office/drawing/2014/main" id="{12C67725-B050-95B7-9424-27C6B717C4F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997" name="Group 7996">
                      <a:extLst>
                        <a:ext uri="{FF2B5EF4-FFF2-40B4-BE49-F238E27FC236}">
                          <a16:creationId xmlns:a16="http://schemas.microsoft.com/office/drawing/2014/main" id="{C55986EF-E504-1C58-5685-5068DE6098FF}"/>
                        </a:ext>
                      </a:extLst>
                    </p:cNvPr>
                    <p:cNvGrpSpPr/>
                    <p:nvPr/>
                  </p:nvGrpSpPr>
                  <p:grpSpPr>
                    <a:xfrm rot="7200000" flipH="1">
                      <a:off x="6434137" y="3977611"/>
                      <a:ext cx="303213" cy="303213"/>
                      <a:chOff x="5354637" y="3446463"/>
                      <a:chExt cx="214313" cy="214313"/>
                    </a:xfrm>
                  </p:grpSpPr>
                  <p:sp>
                    <p:nvSpPr>
                      <p:cNvPr id="8002" name="Arc 8001">
                        <a:extLst>
                          <a:ext uri="{FF2B5EF4-FFF2-40B4-BE49-F238E27FC236}">
                            <a16:creationId xmlns:a16="http://schemas.microsoft.com/office/drawing/2014/main" id="{90F5C208-2CB1-F9E3-C44F-EF036E1FB47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003" name="Arc 8002">
                        <a:extLst>
                          <a:ext uri="{FF2B5EF4-FFF2-40B4-BE49-F238E27FC236}">
                            <a16:creationId xmlns:a16="http://schemas.microsoft.com/office/drawing/2014/main" id="{9ADD76CE-6C03-70CD-1E4D-9181EA188BD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998" name="Group 7997">
                      <a:extLst>
                        <a:ext uri="{FF2B5EF4-FFF2-40B4-BE49-F238E27FC236}">
                          <a16:creationId xmlns:a16="http://schemas.microsoft.com/office/drawing/2014/main" id="{CBA0C688-DDE1-68B7-BA8C-7C18FFE021EA}"/>
                        </a:ext>
                      </a:extLst>
                    </p:cNvPr>
                    <p:cNvGrpSpPr/>
                    <p:nvPr/>
                  </p:nvGrpSpPr>
                  <p:grpSpPr>
                    <a:xfrm rot="14400000" flipH="1">
                      <a:off x="6389147" y="3932622"/>
                      <a:ext cx="393192" cy="393192"/>
                      <a:chOff x="5354637" y="3446463"/>
                      <a:chExt cx="214313" cy="214313"/>
                    </a:xfrm>
                  </p:grpSpPr>
                  <p:sp>
                    <p:nvSpPr>
                      <p:cNvPr id="8000" name="Arc 7999">
                        <a:extLst>
                          <a:ext uri="{FF2B5EF4-FFF2-40B4-BE49-F238E27FC236}">
                            <a16:creationId xmlns:a16="http://schemas.microsoft.com/office/drawing/2014/main" id="{4B6667F2-5F4A-9033-034A-E894D2F67A3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001" name="Arc 8000">
                        <a:extLst>
                          <a:ext uri="{FF2B5EF4-FFF2-40B4-BE49-F238E27FC236}">
                            <a16:creationId xmlns:a16="http://schemas.microsoft.com/office/drawing/2014/main" id="{B8E8D5F0-E4F3-7B77-8009-640E7052D52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999" name="TextBox 7998">
                      <a:extLst>
                        <a:ext uri="{FF2B5EF4-FFF2-40B4-BE49-F238E27FC236}">
                          <a16:creationId xmlns:a16="http://schemas.microsoft.com/office/drawing/2014/main" id="{77F4A4B5-87ED-202E-0596-F8CD33AFBD5F}"/>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945" name="Group 7944">
                  <a:extLst>
                    <a:ext uri="{FF2B5EF4-FFF2-40B4-BE49-F238E27FC236}">
                      <a16:creationId xmlns:a16="http://schemas.microsoft.com/office/drawing/2014/main" id="{A1AF1425-79F3-4883-E584-BDE031FF5109}"/>
                    </a:ext>
                  </a:extLst>
                </p:cNvPr>
                <p:cNvGrpSpPr/>
                <p:nvPr/>
              </p:nvGrpSpPr>
              <p:grpSpPr>
                <a:xfrm>
                  <a:off x="6069086" y="3246228"/>
                  <a:ext cx="1019224" cy="991639"/>
                  <a:chOff x="5886431" y="3225768"/>
                  <a:chExt cx="1019224" cy="991639"/>
                </a:xfrm>
              </p:grpSpPr>
              <p:grpSp>
                <p:nvGrpSpPr>
                  <p:cNvPr id="7946" name="Group 7945">
                    <a:extLst>
                      <a:ext uri="{FF2B5EF4-FFF2-40B4-BE49-F238E27FC236}">
                        <a16:creationId xmlns:a16="http://schemas.microsoft.com/office/drawing/2014/main" id="{E374B6E8-96B4-1ADB-1E1A-6DD9F339018D}"/>
                      </a:ext>
                    </a:extLst>
                  </p:cNvPr>
                  <p:cNvGrpSpPr/>
                  <p:nvPr/>
                </p:nvGrpSpPr>
                <p:grpSpPr>
                  <a:xfrm>
                    <a:off x="6197413" y="3824215"/>
                    <a:ext cx="393192" cy="393192"/>
                    <a:chOff x="5265196" y="3357021"/>
                    <a:chExt cx="393192" cy="393192"/>
                  </a:xfrm>
                </p:grpSpPr>
                <p:grpSp>
                  <p:nvGrpSpPr>
                    <p:cNvPr id="7981" name="Group 7980">
                      <a:extLst>
                        <a:ext uri="{FF2B5EF4-FFF2-40B4-BE49-F238E27FC236}">
                          <a16:creationId xmlns:a16="http://schemas.microsoft.com/office/drawing/2014/main" id="{B967818A-5D38-15F6-322D-EA1720A6D16C}"/>
                        </a:ext>
                      </a:extLst>
                    </p:cNvPr>
                    <p:cNvGrpSpPr/>
                    <p:nvPr/>
                  </p:nvGrpSpPr>
                  <p:grpSpPr>
                    <a:xfrm rot="14400000">
                      <a:off x="5265196" y="3357021"/>
                      <a:ext cx="393192" cy="393192"/>
                      <a:chOff x="5354637" y="3446463"/>
                      <a:chExt cx="214313" cy="214313"/>
                    </a:xfrm>
                  </p:grpSpPr>
                  <p:sp>
                    <p:nvSpPr>
                      <p:cNvPr id="7990" name="Arc 7989">
                        <a:extLst>
                          <a:ext uri="{FF2B5EF4-FFF2-40B4-BE49-F238E27FC236}">
                            <a16:creationId xmlns:a16="http://schemas.microsoft.com/office/drawing/2014/main" id="{3FFB51F6-BFC1-21E2-1549-6405DB1C3ED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991" name="Arc 7990">
                        <a:extLst>
                          <a:ext uri="{FF2B5EF4-FFF2-40B4-BE49-F238E27FC236}">
                            <a16:creationId xmlns:a16="http://schemas.microsoft.com/office/drawing/2014/main" id="{B312D322-9784-F87D-E113-250DCB5D593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982" name="Group 7981">
                      <a:extLst>
                        <a:ext uri="{FF2B5EF4-FFF2-40B4-BE49-F238E27FC236}">
                          <a16:creationId xmlns:a16="http://schemas.microsoft.com/office/drawing/2014/main" id="{EF3EB46A-719A-E116-DDBD-DDD1212C4E82}"/>
                        </a:ext>
                      </a:extLst>
                    </p:cNvPr>
                    <p:cNvGrpSpPr/>
                    <p:nvPr/>
                  </p:nvGrpSpPr>
                  <p:grpSpPr>
                    <a:xfrm>
                      <a:off x="5310186" y="3402011"/>
                      <a:ext cx="303213" cy="303213"/>
                      <a:chOff x="5310186" y="3402011"/>
                      <a:chExt cx="303213" cy="303213"/>
                    </a:xfrm>
                  </p:grpSpPr>
                  <p:grpSp>
                    <p:nvGrpSpPr>
                      <p:cNvPr id="7983" name="Group 7982">
                        <a:extLst>
                          <a:ext uri="{FF2B5EF4-FFF2-40B4-BE49-F238E27FC236}">
                            <a16:creationId xmlns:a16="http://schemas.microsoft.com/office/drawing/2014/main" id="{6C2F6373-A7EF-7B34-F236-74EE840133A8}"/>
                          </a:ext>
                        </a:extLst>
                      </p:cNvPr>
                      <p:cNvGrpSpPr/>
                      <p:nvPr/>
                    </p:nvGrpSpPr>
                    <p:grpSpPr>
                      <a:xfrm>
                        <a:off x="5354636" y="3446461"/>
                        <a:ext cx="214313" cy="214313"/>
                        <a:chOff x="5354637" y="3446463"/>
                        <a:chExt cx="214313" cy="214313"/>
                      </a:xfrm>
                    </p:grpSpPr>
                    <p:sp>
                      <p:nvSpPr>
                        <p:cNvPr id="7988" name="Arc 7987">
                          <a:extLst>
                            <a:ext uri="{FF2B5EF4-FFF2-40B4-BE49-F238E27FC236}">
                              <a16:creationId xmlns:a16="http://schemas.microsoft.com/office/drawing/2014/main" id="{4AA379D8-3A09-7B5E-3AAF-C74B149E2EB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989" name="Arc 7988">
                          <a:extLst>
                            <a:ext uri="{FF2B5EF4-FFF2-40B4-BE49-F238E27FC236}">
                              <a16:creationId xmlns:a16="http://schemas.microsoft.com/office/drawing/2014/main" id="{8DBEC5E8-B2BD-D4D8-2E56-E0E033899D3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984" name="Group 7983">
                        <a:extLst>
                          <a:ext uri="{FF2B5EF4-FFF2-40B4-BE49-F238E27FC236}">
                            <a16:creationId xmlns:a16="http://schemas.microsoft.com/office/drawing/2014/main" id="{0A2E1EC2-1B10-CB65-EDF4-6A4C0AEDEB22}"/>
                          </a:ext>
                        </a:extLst>
                      </p:cNvPr>
                      <p:cNvGrpSpPr/>
                      <p:nvPr/>
                    </p:nvGrpSpPr>
                    <p:grpSpPr>
                      <a:xfrm rot="7200000">
                        <a:off x="5310186" y="3402011"/>
                        <a:ext cx="303213" cy="303213"/>
                        <a:chOff x="5354637" y="3446463"/>
                        <a:chExt cx="214313" cy="214313"/>
                      </a:xfrm>
                    </p:grpSpPr>
                    <p:sp>
                      <p:nvSpPr>
                        <p:cNvPr id="7986" name="Arc 7985">
                          <a:extLst>
                            <a:ext uri="{FF2B5EF4-FFF2-40B4-BE49-F238E27FC236}">
                              <a16:creationId xmlns:a16="http://schemas.microsoft.com/office/drawing/2014/main" id="{161A46FB-1588-BBB1-A245-F3AC41F25E0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987" name="Arc 7986">
                          <a:extLst>
                            <a:ext uri="{FF2B5EF4-FFF2-40B4-BE49-F238E27FC236}">
                              <a16:creationId xmlns:a16="http://schemas.microsoft.com/office/drawing/2014/main" id="{86071FB1-EF2A-6A43-93A3-1E40EAEA8C3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985" name="TextBox 7984">
                        <a:extLst>
                          <a:ext uri="{FF2B5EF4-FFF2-40B4-BE49-F238E27FC236}">
                            <a16:creationId xmlns:a16="http://schemas.microsoft.com/office/drawing/2014/main" id="{57FAD181-D137-FCD2-594E-772BE549623B}"/>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947" name="Group 7946">
                    <a:extLst>
                      <a:ext uri="{FF2B5EF4-FFF2-40B4-BE49-F238E27FC236}">
                        <a16:creationId xmlns:a16="http://schemas.microsoft.com/office/drawing/2014/main" id="{C0F31DE7-59F0-7774-DF83-4FA1A2BBEB06}"/>
                      </a:ext>
                    </a:extLst>
                  </p:cNvPr>
                  <p:cNvGrpSpPr/>
                  <p:nvPr/>
                </p:nvGrpSpPr>
                <p:grpSpPr>
                  <a:xfrm>
                    <a:off x="5886431" y="3525040"/>
                    <a:ext cx="393192" cy="393192"/>
                    <a:chOff x="5265196" y="3932619"/>
                    <a:chExt cx="393192" cy="393192"/>
                  </a:xfrm>
                </p:grpSpPr>
                <p:grpSp>
                  <p:nvGrpSpPr>
                    <p:cNvPr id="7971" name="Group 7970">
                      <a:extLst>
                        <a:ext uri="{FF2B5EF4-FFF2-40B4-BE49-F238E27FC236}">
                          <a16:creationId xmlns:a16="http://schemas.microsoft.com/office/drawing/2014/main" id="{16362717-0628-06ED-7EC1-C7B0155B7906}"/>
                        </a:ext>
                      </a:extLst>
                    </p:cNvPr>
                    <p:cNvGrpSpPr/>
                    <p:nvPr/>
                  </p:nvGrpSpPr>
                  <p:grpSpPr>
                    <a:xfrm>
                      <a:off x="5354636" y="4022061"/>
                      <a:ext cx="214313" cy="214313"/>
                      <a:chOff x="5354637" y="3446463"/>
                      <a:chExt cx="214313" cy="214313"/>
                    </a:xfrm>
                  </p:grpSpPr>
                  <p:sp>
                    <p:nvSpPr>
                      <p:cNvPr id="7979" name="Arc 7978">
                        <a:extLst>
                          <a:ext uri="{FF2B5EF4-FFF2-40B4-BE49-F238E27FC236}">
                            <a16:creationId xmlns:a16="http://schemas.microsoft.com/office/drawing/2014/main" id="{AA11B43D-3E58-B1F6-0B36-FBB8E52CD07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980" name="Arc 7979">
                        <a:extLst>
                          <a:ext uri="{FF2B5EF4-FFF2-40B4-BE49-F238E27FC236}">
                            <a16:creationId xmlns:a16="http://schemas.microsoft.com/office/drawing/2014/main" id="{449EDA82-FC79-7E9B-295B-A2CD8350076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972" name="Group 7971">
                      <a:extLst>
                        <a:ext uri="{FF2B5EF4-FFF2-40B4-BE49-F238E27FC236}">
                          <a16:creationId xmlns:a16="http://schemas.microsoft.com/office/drawing/2014/main" id="{D979E0A7-7F34-B567-918A-FFAE1E20A1A4}"/>
                        </a:ext>
                      </a:extLst>
                    </p:cNvPr>
                    <p:cNvGrpSpPr/>
                    <p:nvPr/>
                  </p:nvGrpSpPr>
                  <p:grpSpPr>
                    <a:xfrm rot="14400000">
                      <a:off x="5310186" y="3977611"/>
                      <a:ext cx="303213" cy="303213"/>
                      <a:chOff x="5354637" y="3446463"/>
                      <a:chExt cx="214313" cy="214313"/>
                    </a:xfrm>
                  </p:grpSpPr>
                  <p:sp>
                    <p:nvSpPr>
                      <p:cNvPr id="7977" name="Arc 7976">
                        <a:extLst>
                          <a:ext uri="{FF2B5EF4-FFF2-40B4-BE49-F238E27FC236}">
                            <a16:creationId xmlns:a16="http://schemas.microsoft.com/office/drawing/2014/main" id="{8EAE46F2-22AB-A3F0-FD1A-2D12877BA5C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978" name="Arc 7977">
                        <a:extLst>
                          <a:ext uri="{FF2B5EF4-FFF2-40B4-BE49-F238E27FC236}">
                            <a16:creationId xmlns:a16="http://schemas.microsoft.com/office/drawing/2014/main" id="{7D0A3EBE-9E42-AB37-4703-AC36493F7CF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973" name="Group 7972">
                      <a:extLst>
                        <a:ext uri="{FF2B5EF4-FFF2-40B4-BE49-F238E27FC236}">
                          <a16:creationId xmlns:a16="http://schemas.microsoft.com/office/drawing/2014/main" id="{66C94236-B8FD-D37C-A1D1-FE6B714BC4AE}"/>
                        </a:ext>
                      </a:extLst>
                    </p:cNvPr>
                    <p:cNvGrpSpPr/>
                    <p:nvPr/>
                  </p:nvGrpSpPr>
                  <p:grpSpPr>
                    <a:xfrm rot="7200000">
                      <a:off x="5265196" y="3932619"/>
                      <a:ext cx="393192" cy="393192"/>
                      <a:chOff x="5354637" y="3446463"/>
                      <a:chExt cx="214313" cy="214313"/>
                    </a:xfrm>
                  </p:grpSpPr>
                  <p:sp>
                    <p:nvSpPr>
                      <p:cNvPr id="7975" name="Arc 7974">
                        <a:extLst>
                          <a:ext uri="{FF2B5EF4-FFF2-40B4-BE49-F238E27FC236}">
                            <a16:creationId xmlns:a16="http://schemas.microsoft.com/office/drawing/2014/main" id="{4C9E8475-71F9-D7E3-9B6D-8EF715472B6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976" name="Arc 7975">
                        <a:extLst>
                          <a:ext uri="{FF2B5EF4-FFF2-40B4-BE49-F238E27FC236}">
                            <a16:creationId xmlns:a16="http://schemas.microsoft.com/office/drawing/2014/main" id="{0768819B-6D9D-19B0-83E5-B433631FF65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974" name="TextBox 7973">
                      <a:extLst>
                        <a:ext uri="{FF2B5EF4-FFF2-40B4-BE49-F238E27FC236}">
                          <a16:creationId xmlns:a16="http://schemas.microsoft.com/office/drawing/2014/main" id="{E1D94D14-37B8-3A6A-3285-75DD7E9FB893}"/>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7948" name="Group 7947">
                    <a:extLst>
                      <a:ext uri="{FF2B5EF4-FFF2-40B4-BE49-F238E27FC236}">
                        <a16:creationId xmlns:a16="http://schemas.microsoft.com/office/drawing/2014/main" id="{16935C88-FDE6-D3C1-64B7-72492D23B47A}"/>
                      </a:ext>
                    </a:extLst>
                  </p:cNvPr>
                  <p:cNvGrpSpPr/>
                  <p:nvPr/>
                </p:nvGrpSpPr>
                <p:grpSpPr>
                  <a:xfrm>
                    <a:off x="6512463" y="3525040"/>
                    <a:ext cx="393192" cy="393192"/>
                    <a:chOff x="6389147" y="3357021"/>
                    <a:chExt cx="393192" cy="393192"/>
                  </a:xfrm>
                </p:grpSpPr>
                <p:grpSp>
                  <p:nvGrpSpPr>
                    <p:cNvPr id="7960" name="Group 7959">
                      <a:extLst>
                        <a:ext uri="{FF2B5EF4-FFF2-40B4-BE49-F238E27FC236}">
                          <a16:creationId xmlns:a16="http://schemas.microsoft.com/office/drawing/2014/main" id="{9EB82CFF-773A-8612-3B2E-786A6064B945}"/>
                        </a:ext>
                      </a:extLst>
                    </p:cNvPr>
                    <p:cNvGrpSpPr/>
                    <p:nvPr/>
                  </p:nvGrpSpPr>
                  <p:grpSpPr>
                    <a:xfrm rot="7200000" flipH="1">
                      <a:off x="6389147" y="3357021"/>
                      <a:ext cx="393192" cy="393192"/>
                      <a:chOff x="5354637" y="3446463"/>
                      <a:chExt cx="214313" cy="214313"/>
                    </a:xfrm>
                  </p:grpSpPr>
                  <p:sp>
                    <p:nvSpPr>
                      <p:cNvPr id="7969" name="Arc 7968">
                        <a:extLst>
                          <a:ext uri="{FF2B5EF4-FFF2-40B4-BE49-F238E27FC236}">
                            <a16:creationId xmlns:a16="http://schemas.microsoft.com/office/drawing/2014/main" id="{1A33ED73-929A-991F-C412-000F2433444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970" name="Arc 7969">
                        <a:extLst>
                          <a:ext uri="{FF2B5EF4-FFF2-40B4-BE49-F238E27FC236}">
                            <a16:creationId xmlns:a16="http://schemas.microsoft.com/office/drawing/2014/main" id="{83BD5A63-B177-3D9D-5A9B-AC8536EE0AF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961" name="Group 7960">
                      <a:extLst>
                        <a:ext uri="{FF2B5EF4-FFF2-40B4-BE49-F238E27FC236}">
                          <a16:creationId xmlns:a16="http://schemas.microsoft.com/office/drawing/2014/main" id="{BFAA7AC2-F6D3-20A1-7F5B-75B9F52ECB05}"/>
                        </a:ext>
                      </a:extLst>
                    </p:cNvPr>
                    <p:cNvGrpSpPr/>
                    <p:nvPr/>
                  </p:nvGrpSpPr>
                  <p:grpSpPr>
                    <a:xfrm>
                      <a:off x="6434137" y="3402011"/>
                      <a:ext cx="303213" cy="303213"/>
                      <a:chOff x="6434137" y="3402011"/>
                      <a:chExt cx="303213" cy="303213"/>
                    </a:xfrm>
                  </p:grpSpPr>
                  <p:grpSp>
                    <p:nvGrpSpPr>
                      <p:cNvPr id="7962" name="Group 7961">
                        <a:extLst>
                          <a:ext uri="{FF2B5EF4-FFF2-40B4-BE49-F238E27FC236}">
                            <a16:creationId xmlns:a16="http://schemas.microsoft.com/office/drawing/2014/main" id="{8578AAA5-4F0F-448A-9E47-16CB5F13B3C5}"/>
                          </a:ext>
                        </a:extLst>
                      </p:cNvPr>
                      <p:cNvGrpSpPr/>
                      <p:nvPr/>
                    </p:nvGrpSpPr>
                    <p:grpSpPr>
                      <a:xfrm flipH="1">
                        <a:off x="6478587" y="3446461"/>
                        <a:ext cx="214313" cy="214313"/>
                        <a:chOff x="5354637" y="3446463"/>
                        <a:chExt cx="214313" cy="214313"/>
                      </a:xfrm>
                    </p:grpSpPr>
                    <p:sp>
                      <p:nvSpPr>
                        <p:cNvPr id="7967" name="Arc 7966">
                          <a:extLst>
                            <a:ext uri="{FF2B5EF4-FFF2-40B4-BE49-F238E27FC236}">
                              <a16:creationId xmlns:a16="http://schemas.microsoft.com/office/drawing/2014/main" id="{89A9A729-0F0D-EDA1-8912-FE287BF1464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968" name="Arc 7967">
                          <a:extLst>
                            <a:ext uri="{FF2B5EF4-FFF2-40B4-BE49-F238E27FC236}">
                              <a16:creationId xmlns:a16="http://schemas.microsoft.com/office/drawing/2014/main" id="{2CA0A557-04EC-F415-DC1D-2D90E71BA4D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963" name="Group 7962">
                        <a:extLst>
                          <a:ext uri="{FF2B5EF4-FFF2-40B4-BE49-F238E27FC236}">
                            <a16:creationId xmlns:a16="http://schemas.microsoft.com/office/drawing/2014/main" id="{34183E16-0E51-A342-9730-21C2FCC15459}"/>
                          </a:ext>
                        </a:extLst>
                      </p:cNvPr>
                      <p:cNvGrpSpPr/>
                      <p:nvPr/>
                    </p:nvGrpSpPr>
                    <p:grpSpPr>
                      <a:xfrm rot="14400000" flipH="1">
                        <a:off x="6434137" y="3402011"/>
                        <a:ext cx="303213" cy="303213"/>
                        <a:chOff x="5354637" y="3446463"/>
                        <a:chExt cx="214313" cy="214313"/>
                      </a:xfrm>
                    </p:grpSpPr>
                    <p:sp>
                      <p:nvSpPr>
                        <p:cNvPr id="7965" name="Arc 7964">
                          <a:extLst>
                            <a:ext uri="{FF2B5EF4-FFF2-40B4-BE49-F238E27FC236}">
                              <a16:creationId xmlns:a16="http://schemas.microsoft.com/office/drawing/2014/main" id="{7F510D0B-6AA7-AAFF-F4C7-005094402AB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966" name="Arc 7965">
                          <a:extLst>
                            <a:ext uri="{FF2B5EF4-FFF2-40B4-BE49-F238E27FC236}">
                              <a16:creationId xmlns:a16="http://schemas.microsoft.com/office/drawing/2014/main" id="{F371B6AB-7874-0903-8FF9-0DD7331DE93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964" name="TextBox 7963">
                        <a:extLst>
                          <a:ext uri="{FF2B5EF4-FFF2-40B4-BE49-F238E27FC236}">
                            <a16:creationId xmlns:a16="http://schemas.microsoft.com/office/drawing/2014/main" id="{5AF45791-49DD-7684-FB03-F32AABDA8E91}"/>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949" name="Group 7948">
                    <a:extLst>
                      <a:ext uri="{FF2B5EF4-FFF2-40B4-BE49-F238E27FC236}">
                        <a16:creationId xmlns:a16="http://schemas.microsoft.com/office/drawing/2014/main" id="{D52024CA-EF2D-836C-3E71-D3C02A94953D}"/>
                      </a:ext>
                    </a:extLst>
                  </p:cNvPr>
                  <p:cNvGrpSpPr/>
                  <p:nvPr/>
                </p:nvGrpSpPr>
                <p:grpSpPr>
                  <a:xfrm>
                    <a:off x="6197413" y="3225768"/>
                    <a:ext cx="393192" cy="393192"/>
                    <a:chOff x="6389147" y="3932622"/>
                    <a:chExt cx="393192" cy="393192"/>
                  </a:xfrm>
                </p:grpSpPr>
                <p:grpSp>
                  <p:nvGrpSpPr>
                    <p:cNvPr id="7950" name="Group 7949">
                      <a:extLst>
                        <a:ext uri="{FF2B5EF4-FFF2-40B4-BE49-F238E27FC236}">
                          <a16:creationId xmlns:a16="http://schemas.microsoft.com/office/drawing/2014/main" id="{2094E7B8-6AA4-9893-E3EA-A053B78B417A}"/>
                        </a:ext>
                      </a:extLst>
                    </p:cNvPr>
                    <p:cNvGrpSpPr/>
                    <p:nvPr/>
                  </p:nvGrpSpPr>
                  <p:grpSpPr>
                    <a:xfrm flipH="1">
                      <a:off x="6478587" y="4022061"/>
                      <a:ext cx="214313" cy="214313"/>
                      <a:chOff x="5354637" y="3446463"/>
                      <a:chExt cx="214313" cy="214313"/>
                    </a:xfrm>
                  </p:grpSpPr>
                  <p:sp>
                    <p:nvSpPr>
                      <p:cNvPr id="7958" name="Arc 7957">
                        <a:extLst>
                          <a:ext uri="{FF2B5EF4-FFF2-40B4-BE49-F238E27FC236}">
                            <a16:creationId xmlns:a16="http://schemas.microsoft.com/office/drawing/2014/main" id="{B8E5828D-272E-9267-2C4C-FC0EE4B378E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959" name="Arc 7958">
                        <a:extLst>
                          <a:ext uri="{FF2B5EF4-FFF2-40B4-BE49-F238E27FC236}">
                            <a16:creationId xmlns:a16="http://schemas.microsoft.com/office/drawing/2014/main" id="{B6A7FC0C-96CD-53AD-E6BE-84A0FA8476D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951" name="Group 7950">
                      <a:extLst>
                        <a:ext uri="{FF2B5EF4-FFF2-40B4-BE49-F238E27FC236}">
                          <a16:creationId xmlns:a16="http://schemas.microsoft.com/office/drawing/2014/main" id="{0F22C802-2795-8B28-527C-9569C982CA34}"/>
                        </a:ext>
                      </a:extLst>
                    </p:cNvPr>
                    <p:cNvGrpSpPr/>
                    <p:nvPr/>
                  </p:nvGrpSpPr>
                  <p:grpSpPr>
                    <a:xfrm rot="7200000" flipH="1">
                      <a:off x="6434137" y="3977611"/>
                      <a:ext cx="303213" cy="303213"/>
                      <a:chOff x="5354637" y="3446463"/>
                      <a:chExt cx="214313" cy="214313"/>
                    </a:xfrm>
                  </p:grpSpPr>
                  <p:sp>
                    <p:nvSpPr>
                      <p:cNvPr id="7956" name="Arc 7955">
                        <a:extLst>
                          <a:ext uri="{FF2B5EF4-FFF2-40B4-BE49-F238E27FC236}">
                            <a16:creationId xmlns:a16="http://schemas.microsoft.com/office/drawing/2014/main" id="{BA9FF8F6-00D0-6365-D642-DBB99BC62C6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957" name="Arc 7956">
                        <a:extLst>
                          <a:ext uri="{FF2B5EF4-FFF2-40B4-BE49-F238E27FC236}">
                            <a16:creationId xmlns:a16="http://schemas.microsoft.com/office/drawing/2014/main" id="{286018F0-FEC8-6EB9-902A-1D7EDCA61AC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952" name="Group 7951">
                      <a:extLst>
                        <a:ext uri="{FF2B5EF4-FFF2-40B4-BE49-F238E27FC236}">
                          <a16:creationId xmlns:a16="http://schemas.microsoft.com/office/drawing/2014/main" id="{C0237724-7C61-79FB-D359-5A7153B2F02E}"/>
                        </a:ext>
                      </a:extLst>
                    </p:cNvPr>
                    <p:cNvGrpSpPr/>
                    <p:nvPr/>
                  </p:nvGrpSpPr>
                  <p:grpSpPr>
                    <a:xfrm rot="14400000" flipH="1">
                      <a:off x="6389147" y="3932622"/>
                      <a:ext cx="393192" cy="393192"/>
                      <a:chOff x="5354637" y="3446463"/>
                      <a:chExt cx="214313" cy="214313"/>
                    </a:xfrm>
                  </p:grpSpPr>
                  <p:sp>
                    <p:nvSpPr>
                      <p:cNvPr id="7954" name="Arc 7953">
                        <a:extLst>
                          <a:ext uri="{FF2B5EF4-FFF2-40B4-BE49-F238E27FC236}">
                            <a16:creationId xmlns:a16="http://schemas.microsoft.com/office/drawing/2014/main" id="{4D023341-D569-B342-B3D7-B15A6D28B11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955" name="Arc 7954">
                        <a:extLst>
                          <a:ext uri="{FF2B5EF4-FFF2-40B4-BE49-F238E27FC236}">
                            <a16:creationId xmlns:a16="http://schemas.microsoft.com/office/drawing/2014/main" id="{F9D72866-A390-F757-9E61-E964A27EAE0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953" name="TextBox 7952">
                      <a:extLst>
                        <a:ext uri="{FF2B5EF4-FFF2-40B4-BE49-F238E27FC236}">
                          <a16:creationId xmlns:a16="http://schemas.microsoft.com/office/drawing/2014/main" id="{ED2E7393-71F8-B21B-13AB-247BD059018E}"/>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7849" name="Group 7848">
                <a:extLst>
                  <a:ext uri="{FF2B5EF4-FFF2-40B4-BE49-F238E27FC236}">
                    <a16:creationId xmlns:a16="http://schemas.microsoft.com/office/drawing/2014/main" id="{93961782-7156-9C02-7A68-93ABA392ECDB}"/>
                  </a:ext>
                </a:extLst>
              </p:cNvPr>
              <p:cNvGrpSpPr/>
              <p:nvPr/>
            </p:nvGrpSpPr>
            <p:grpSpPr>
              <a:xfrm>
                <a:off x="6065340" y="2039507"/>
                <a:ext cx="1643204" cy="1593124"/>
                <a:chOff x="5445106" y="2644743"/>
                <a:chExt cx="1643204" cy="1593124"/>
              </a:xfrm>
            </p:grpSpPr>
            <p:grpSp>
              <p:nvGrpSpPr>
                <p:cNvPr id="7850" name="Group 7849">
                  <a:extLst>
                    <a:ext uri="{FF2B5EF4-FFF2-40B4-BE49-F238E27FC236}">
                      <a16:creationId xmlns:a16="http://schemas.microsoft.com/office/drawing/2014/main" id="{EF74FF6B-4A24-1E14-EDF0-8DE55DEFC6BF}"/>
                    </a:ext>
                  </a:extLst>
                </p:cNvPr>
                <p:cNvGrpSpPr/>
                <p:nvPr/>
              </p:nvGrpSpPr>
              <p:grpSpPr>
                <a:xfrm>
                  <a:off x="5445106" y="2644743"/>
                  <a:ext cx="1019224" cy="991639"/>
                  <a:chOff x="5886431" y="3225768"/>
                  <a:chExt cx="1019224" cy="991639"/>
                </a:xfrm>
              </p:grpSpPr>
              <p:grpSp>
                <p:nvGrpSpPr>
                  <p:cNvPr id="7898" name="Group 7897">
                    <a:extLst>
                      <a:ext uri="{FF2B5EF4-FFF2-40B4-BE49-F238E27FC236}">
                        <a16:creationId xmlns:a16="http://schemas.microsoft.com/office/drawing/2014/main" id="{F6CA9DE0-3B8B-2CBE-3295-87C28D9B986D}"/>
                      </a:ext>
                    </a:extLst>
                  </p:cNvPr>
                  <p:cNvGrpSpPr/>
                  <p:nvPr/>
                </p:nvGrpSpPr>
                <p:grpSpPr>
                  <a:xfrm>
                    <a:off x="6197413" y="3824215"/>
                    <a:ext cx="393192" cy="393192"/>
                    <a:chOff x="5265196" y="3357021"/>
                    <a:chExt cx="393192" cy="393192"/>
                  </a:xfrm>
                </p:grpSpPr>
                <p:grpSp>
                  <p:nvGrpSpPr>
                    <p:cNvPr id="7933" name="Group 7932">
                      <a:extLst>
                        <a:ext uri="{FF2B5EF4-FFF2-40B4-BE49-F238E27FC236}">
                          <a16:creationId xmlns:a16="http://schemas.microsoft.com/office/drawing/2014/main" id="{53799330-E9A6-B7F2-ABA3-17AA0699BF43}"/>
                        </a:ext>
                      </a:extLst>
                    </p:cNvPr>
                    <p:cNvGrpSpPr/>
                    <p:nvPr/>
                  </p:nvGrpSpPr>
                  <p:grpSpPr>
                    <a:xfrm rot="14400000">
                      <a:off x="5265196" y="3357021"/>
                      <a:ext cx="393192" cy="393192"/>
                      <a:chOff x="5354637" y="3446463"/>
                      <a:chExt cx="214313" cy="214313"/>
                    </a:xfrm>
                  </p:grpSpPr>
                  <p:sp>
                    <p:nvSpPr>
                      <p:cNvPr id="7942" name="Arc 7941">
                        <a:extLst>
                          <a:ext uri="{FF2B5EF4-FFF2-40B4-BE49-F238E27FC236}">
                            <a16:creationId xmlns:a16="http://schemas.microsoft.com/office/drawing/2014/main" id="{E7B089E4-BA22-809C-EE85-97D69AD65BD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943" name="Arc 7942">
                        <a:extLst>
                          <a:ext uri="{FF2B5EF4-FFF2-40B4-BE49-F238E27FC236}">
                            <a16:creationId xmlns:a16="http://schemas.microsoft.com/office/drawing/2014/main" id="{E5125C34-8B83-073E-3D4B-54749CD41FF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934" name="Group 7933">
                      <a:extLst>
                        <a:ext uri="{FF2B5EF4-FFF2-40B4-BE49-F238E27FC236}">
                          <a16:creationId xmlns:a16="http://schemas.microsoft.com/office/drawing/2014/main" id="{09951704-C138-CBC0-728D-AB30BC2DF257}"/>
                        </a:ext>
                      </a:extLst>
                    </p:cNvPr>
                    <p:cNvGrpSpPr/>
                    <p:nvPr/>
                  </p:nvGrpSpPr>
                  <p:grpSpPr>
                    <a:xfrm>
                      <a:off x="5310186" y="3402011"/>
                      <a:ext cx="303213" cy="303213"/>
                      <a:chOff x="5310186" y="3402011"/>
                      <a:chExt cx="303213" cy="303213"/>
                    </a:xfrm>
                  </p:grpSpPr>
                  <p:grpSp>
                    <p:nvGrpSpPr>
                      <p:cNvPr id="7935" name="Group 7934">
                        <a:extLst>
                          <a:ext uri="{FF2B5EF4-FFF2-40B4-BE49-F238E27FC236}">
                            <a16:creationId xmlns:a16="http://schemas.microsoft.com/office/drawing/2014/main" id="{A3925623-82B4-CC27-C6E0-2029B240980E}"/>
                          </a:ext>
                        </a:extLst>
                      </p:cNvPr>
                      <p:cNvGrpSpPr/>
                      <p:nvPr/>
                    </p:nvGrpSpPr>
                    <p:grpSpPr>
                      <a:xfrm>
                        <a:off x="5354636" y="3446461"/>
                        <a:ext cx="214313" cy="214313"/>
                        <a:chOff x="5354637" y="3446463"/>
                        <a:chExt cx="214313" cy="214313"/>
                      </a:xfrm>
                    </p:grpSpPr>
                    <p:sp>
                      <p:nvSpPr>
                        <p:cNvPr id="7940" name="Arc 7939">
                          <a:extLst>
                            <a:ext uri="{FF2B5EF4-FFF2-40B4-BE49-F238E27FC236}">
                              <a16:creationId xmlns:a16="http://schemas.microsoft.com/office/drawing/2014/main" id="{7D0C3975-968F-6AFA-7308-007CAD1C839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941" name="Arc 7940">
                          <a:extLst>
                            <a:ext uri="{FF2B5EF4-FFF2-40B4-BE49-F238E27FC236}">
                              <a16:creationId xmlns:a16="http://schemas.microsoft.com/office/drawing/2014/main" id="{3F82C49A-5A38-B992-153C-9041D162749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936" name="Group 7935">
                        <a:extLst>
                          <a:ext uri="{FF2B5EF4-FFF2-40B4-BE49-F238E27FC236}">
                            <a16:creationId xmlns:a16="http://schemas.microsoft.com/office/drawing/2014/main" id="{6D6B4174-34B6-B4B8-F264-E445B88FFB2E}"/>
                          </a:ext>
                        </a:extLst>
                      </p:cNvPr>
                      <p:cNvGrpSpPr/>
                      <p:nvPr/>
                    </p:nvGrpSpPr>
                    <p:grpSpPr>
                      <a:xfrm rot="7200000">
                        <a:off x="5310186" y="3402011"/>
                        <a:ext cx="303213" cy="303213"/>
                        <a:chOff x="5354637" y="3446463"/>
                        <a:chExt cx="214313" cy="214313"/>
                      </a:xfrm>
                    </p:grpSpPr>
                    <p:sp>
                      <p:nvSpPr>
                        <p:cNvPr id="7938" name="Arc 7937">
                          <a:extLst>
                            <a:ext uri="{FF2B5EF4-FFF2-40B4-BE49-F238E27FC236}">
                              <a16:creationId xmlns:a16="http://schemas.microsoft.com/office/drawing/2014/main" id="{109DD6A5-EA33-5F5E-3401-549977069BF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939" name="Arc 7938">
                          <a:extLst>
                            <a:ext uri="{FF2B5EF4-FFF2-40B4-BE49-F238E27FC236}">
                              <a16:creationId xmlns:a16="http://schemas.microsoft.com/office/drawing/2014/main" id="{FE07224E-6E40-ADE7-64E5-A6A72BC03E9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937" name="TextBox 7936">
                        <a:extLst>
                          <a:ext uri="{FF2B5EF4-FFF2-40B4-BE49-F238E27FC236}">
                            <a16:creationId xmlns:a16="http://schemas.microsoft.com/office/drawing/2014/main" id="{6B7CE2E9-CD71-CDA6-0176-97B7C9B537E0}"/>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899" name="Group 7898">
                    <a:extLst>
                      <a:ext uri="{FF2B5EF4-FFF2-40B4-BE49-F238E27FC236}">
                        <a16:creationId xmlns:a16="http://schemas.microsoft.com/office/drawing/2014/main" id="{C63CC27A-BE45-9473-3DE7-C5C1A7933C0E}"/>
                      </a:ext>
                    </a:extLst>
                  </p:cNvPr>
                  <p:cNvGrpSpPr/>
                  <p:nvPr/>
                </p:nvGrpSpPr>
                <p:grpSpPr>
                  <a:xfrm>
                    <a:off x="5886431" y="3525040"/>
                    <a:ext cx="393192" cy="393192"/>
                    <a:chOff x="5265196" y="3932619"/>
                    <a:chExt cx="393192" cy="393192"/>
                  </a:xfrm>
                </p:grpSpPr>
                <p:grpSp>
                  <p:nvGrpSpPr>
                    <p:cNvPr id="7923" name="Group 7922">
                      <a:extLst>
                        <a:ext uri="{FF2B5EF4-FFF2-40B4-BE49-F238E27FC236}">
                          <a16:creationId xmlns:a16="http://schemas.microsoft.com/office/drawing/2014/main" id="{C8EEF237-DB09-6305-C996-A91D03943B2F}"/>
                        </a:ext>
                      </a:extLst>
                    </p:cNvPr>
                    <p:cNvGrpSpPr/>
                    <p:nvPr/>
                  </p:nvGrpSpPr>
                  <p:grpSpPr>
                    <a:xfrm>
                      <a:off x="5354636" y="4022061"/>
                      <a:ext cx="214313" cy="214313"/>
                      <a:chOff x="5354637" y="3446463"/>
                      <a:chExt cx="214313" cy="214313"/>
                    </a:xfrm>
                  </p:grpSpPr>
                  <p:sp>
                    <p:nvSpPr>
                      <p:cNvPr id="7931" name="Arc 7930">
                        <a:extLst>
                          <a:ext uri="{FF2B5EF4-FFF2-40B4-BE49-F238E27FC236}">
                            <a16:creationId xmlns:a16="http://schemas.microsoft.com/office/drawing/2014/main" id="{7F3B3476-29AB-9676-1FB9-9D38A419F31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932" name="Arc 7931">
                        <a:extLst>
                          <a:ext uri="{FF2B5EF4-FFF2-40B4-BE49-F238E27FC236}">
                            <a16:creationId xmlns:a16="http://schemas.microsoft.com/office/drawing/2014/main" id="{764853D2-61FB-C850-D37D-22C75E775E4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924" name="Group 7923">
                      <a:extLst>
                        <a:ext uri="{FF2B5EF4-FFF2-40B4-BE49-F238E27FC236}">
                          <a16:creationId xmlns:a16="http://schemas.microsoft.com/office/drawing/2014/main" id="{AB3A364F-9C89-3BBA-58D5-4E60956FFC40}"/>
                        </a:ext>
                      </a:extLst>
                    </p:cNvPr>
                    <p:cNvGrpSpPr/>
                    <p:nvPr/>
                  </p:nvGrpSpPr>
                  <p:grpSpPr>
                    <a:xfrm rot="14400000">
                      <a:off x="5310186" y="3977611"/>
                      <a:ext cx="303213" cy="303213"/>
                      <a:chOff x="5354637" y="3446463"/>
                      <a:chExt cx="214313" cy="214313"/>
                    </a:xfrm>
                  </p:grpSpPr>
                  <p:sp>
                    <p:nvSpPr>
                      <p:cNvPr id="7929" name="Arc 7928">
                        <a:extLst>
                          <a:ext uri="{FF2B5EF4-FFF2-40B4-BE49-F238E27FC236}">
                            <a16:creationId xmlns:a16="http://schemas.microsoft.com/office/drawing/2014/main" id="{ED1E84E9-B591-744B-43D6-D8200EBB55A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930" name="Arc 7929">
                        <a:extLst>
                          <a:ext uri="{FF2B5EF4-FFF2-40B4-BE49-F238E27FC236}">
                            <a16:creationId xmlns:a16="http://schemas.microsoft.com/office/drawing/2014/main" id="{6814841B-992D-DAA0-5197-C709ADE9A60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925" name="Group 7924">
                      <a:extLst>
                        <a:ext uri="{FF2B5EF4-FFF2-40B4-BE49-F238E27FC236}">
                          <a16:creationId xmlns:a16="http://schemas.microsoft.com/office/drawing/2014/main" id="{3BFCFB22-071C-3604-FFB1-BFD7D3FC1EE9}"/>
                        </a:ext>
                      </a:extLst>
                    </p:cNvPr>
                    <p:cNvGrpSpPr/>
                    <p:nvPr/>
                  </p:nvGrpSpPr>
                  <p:grpSpPr>
                    <a:xfrm rot="7200000">
                      <a:off x="5265196" y="3932619"/>
                      <a:ext cx="393192" cy="393192"/>
                      <a:chOff x="5354637" y="3446463"/>
                      <a:chExt cx="214313" cy="214313"/>
                    </a:xfrm>
                  </p:grpSpPr>
                  <p:sp>
                    <p:nvSpPr>
                      <p:cNvPr id="7927" name="Arc 7926">
                        <a:extLst>
                          <a:ext uri="{FF2B5EF4-FFF2-40B4-BE49-F238E27FC236}">
                            <a16:creationId xmlns:a16="http://schemas.microsoft.com/office/drawing/2014/main" id="{29005237-1184-57B5-17ED-FBFB09F963E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928" name="Arc 7927">
                        <a:extLst>
                          <a:ext uri="{FF2B5EF4-FFF2-40B4-BE49-F238E27FC236}">
                            <a16:creationId xmlns:a16="http://schemas.microsoft.com/office/drawing/2014/main" id="{9CA2B6A0-0D2C-47B0-0FC6-00FB4DC38BE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926" name="TextBox 7925">
                      <a:extLst>
                        <a:ext uri="{FF2B5EF4-FFF2-40B4-BE49-F238E27FC236}">
                          <a16:creationId xmlns:a16="http://schemas.microsoft.com/office/drawing/2014/main" id="{14F8DADE-5BE2-702B-B711-4FF7F34DE459}"/>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7900" name="Group 7899">
                    <a:extLst>
                      <a:ext uri="{FF2B5EF4-FFF2-40B4-BE49-F238E27FC236}">
                        <a16:creationId xmlns:a16="http://schemas.microsoft.com/office/drawing/2014/main" id="{1BE85B94-8DC4-F211-EE3E-FFEEEA65BC98}"/>
                      </a:ext>
                    </a:extLst>
                  </p:cNvPr>
                  <p:cNvGrpSpPr/>
                  <p:nvPr/>
                </p:nvGrpSpPr>
                <p:grpSpPr>
                  <a:xfrm>
                    <a:off x="6512463" y="3525040"/>
                    <a:ext cx="393192" cy="393192"/>
                    <a:chOff x="6389147" y="3357021"/>
                    <a:chExt cx="393192" cy="393192"/>
                  </a:xfrm>
                </p:grpSpPr>
                <p:grpSp>
                  <p:nvGrpSpPr>
                    <p:cNvPr id="7912" name="Group 7911">
                      <a:extLst>
                        <a:ext uri="{FF2B5EF4-FFF2-40B4-BE49-F238E27FC236}">
                          <a16:creationId xmlns:a16="http://schemas.microsoft.com/office/drawing/2014/main" id="{DFBAAF61-6AFF-118E-DC1B-A2C31A4DCD5C}"/>
                        </a:ext>
                      </a:extLst>
                    </p:cNvPr>
                    <p:cNvGrpSpPr/>
                    <p:nvPr/>
                  </p:nvGrpSpPr>
                  <p:grpSpPr>
                    <a:xfrm rot="7200000" flipH="1">
                      <a:off x="6389147" y="3357021"/>
                      <a:ext cx="393192" cy="393192"/>
                      <a:chOff x="5354637" y="3446463"/>
                      <a:chExt cx="214313" cy="214313"/>
                    </a:xfrm>
                  </p:grpSpPr>
                  <p:sp>
                    <p:nvSpPr>
                      <p:cNvPr id="7921" name="Arc 7920">
                        <a:extLst>
                          <a:ext uri="{FF2B5EF4-FFF2-40B4-BE49-F238E27FC236}">
                            <a16:creationId xmlns:a16="http://schemas.microsoft.com/office/drawing/2014/main" id="{7B40E8EC-B52C-2827-89E6-7A6DA6E2D65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922" name="Arc 7921">
                        <a:extLst>
                          <a:ext uri="{FF2B5EF4-FFF2-40B4-BE49-F238E27FC236}">
                            <a16:creationId xmlns:a16="http://schemas.microsoft.com/office/drawing/2014/main" id="{777456B5-2663-01FC-C094-B84EBE7807C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913" name="Group 7912">
                      <a:extLst>
                        <a:ext uri="{FF2B5EF4-FFF2-40B4-BE49-F238E27FC236}">
                          <a16:creationId xmlns:a16="http://schemas.microsoft.com/office/drawing/2014/main" id="{D4056B0A-DF67-CE47-05E2-87F673873F1D}"/>
                        </a:ext>
                      </a:extLst>
                    </p:cNvPr>
                    <p:cNvGrpSpPr/>
                    <p:nvPr/>
                  </p:nvGrpSpPr>
                  <p:grpSpPr>
                    <a:xfrm>
                      <a:off x="6434137" y="3402011"/>
                      <a:ext cx="303213" cy="303213"/>
                      <a:chOff x="6434137" y="3402011"/>
                      <a:chExt cx="303213" cy="303213"/>
                    </a:xfrm>
                  </p:grpSpPr>
                  <p:grpSp>
                    <p:nvGrpSpPr>
                      <p:cNvPr id="7914" name="Group 7913">
                        <a:extLst>
                          <a:ext uri="{FF2B5EF4-FFF2-40B4-BE49-F238E27FC236}">
                            <a16:creationId xmlns:a16="http://schemas.microsoft.com/office/drawing/2014/main" id="{C97442EC-5BAE-80EE-52CB-8381F4C59879}"/>
                          </a:ext>
                        </a:extLst>
                      </p:cNvPr>
                      <p:cNvGrpSpPr/>
                      <p:nvPr/>
                    </p:nvGrpSpPr>
                    <p:grpSpPr>
                      <a:xfrm flipH="1">
                        <a:off x="6478587" y="3446461"/>
                        <a:ext cx="214313" cy="214313"/>
                        <a:chOff x="5354637" y="3446463"/>
                        <a:chExt cx="214313" cy="214313"/>
                      </a:xfrm>
                    </p:grpSpPr>
                    <p:sp>
                      <p:nvSpPr>
                        <p:cNvPr id="7919" name="Arc 7918">
                          <a:extLst>
                            <a:ext uri="{FF2B5EF4-FFF2-40B4-BE49-F238E27FC236}">
                              <a16:creationId xmlns:a16="http://schemas.microsoft.com/office/drawing/2014/main" id="{E1B36259-AFBD-20A1-478F-ED3CF907032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920" name="Arc 7919">
                          <a:extLst>
                            <a:ext uri="{FF2B5EF4-FFF2-40B4-BE49-F238E27FC236}">
                              <a16:creationId xmlns:a16="http://schemas.microsoft.com/office/drawing/2014/main" id="{849CCE7E-FE0B-8A64-B04E-437C341A559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915" name="Group 7914">
                        <a:extLst>
                          <a:ext uri="{FF2B5EF4-FFF2-40B4-BE49-F238E27FC236}">
                            <a16:creationId xmlns:a16="http://schemas.microsoft.com/office/drawing/2014/main" id="{46453E2B-6059-5105-C008-E99CD344DD2E}"/>
                          </a:ext>
                        </a:extLst>
                      </p:cNvPr>
                      <p:cNvGrpSpPr/>
                      <p:nvPr/>
                    </p:nvGrpSpPr>
                    <p:grpSpPr>
                      <a:xfrm rot="14400000" flipH="1">
                        <a:off x="6434137" y="3402011"/>
                        <a:ext cx="303213" cy="303213"/>
                        <a:chOff x="5354637" y="3446463"/>
                        <a:chExt cx="214313" cy="214313"/>
                      </a:xfrm>
                    </p:grpSpPr>
                    <p:sp>
                      <p:nvSpPr>
                        <p:cNvPr id="7917" name="Arc 7916">
                          <a:extLst>
                            <a:ext uri="{FF2B5EF4-FFF2-40B4-BE49-F238E27FC236}">
                              <a16:creationId xmlns:a16="http://schemas.microsoft.com/office/drawing/2014/main" id="{07C4E956-CD94-B708-79A5-DA22A2FB834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918" name="Arc 7917">
                          <a:extLst>
                            <a:ext uri="{FF2B5EF4-FFF2-40B4-BE49-F238E27FC236}">
                              <a16:creationId xmlns:a16="http://schemas.microsoft.com/office/drawing/2014/main" id="{1AB86768-F06E-060C-9352-3E7A5BD11EE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916" name="TextBox 7915">
                        <a:extLst>
                          <a:ext uri="{FF2B5EF4-FFF2-40B4-BE49-F238E27FC236}">
                            <a16:creationId xmlns:a16="http://schemas.microsoft.com/office/drawing/2014/main" id="{35636B6A-D9B7-4C4B-1731-4A517911A1F7}"/>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901" name="Group 7900">
                    <a:extLst>
                      <a:ext uri="{FF2B5EF4-FFF2-40B4-BE49-F238E27FC236}">
                        <a16:creationId xmlns:a16="http://schemas.microsoft.com/office/drawing/2014/main" id="{BD31BCB8-D86A-B356-AF51-4B63AB3F8977}"/>
                      </a:ext>
                    </a:extLst>
                  </p:cNvPr>
                  <p:cNvGrpSpPr/>
                  <p:nvPr/>
                </p:nvGrpSpPr>
                <p:grpSpPr>
                  <a:xfrm>
                    <a:off x="6197413" y="3225768"/>
                    <a:ext cx="393192" cy="393192"/>
                    <a:chOff x="6389147" y="3932622"/>
                    <a:chExt cx="393192" cy="393192"/>
                  </a:xfrm>
                </p:grpSpPr>
                <p:grpSp>
                  <p:nvGrpSpPr>
                    <p:cNvPr id="7902" name="Group 7901">
                      <a:extLst>
                        <a:ext uri="{FF2B5EF4-FFF2-40B4-BE49-F238E27FC236}">
                          <a16:creationId xmlns:a16="http://schemas.microsoft.com/office/drawing/2014/main" id="{C159AF90-0283-64F9-FBB5-07F0CE31C9B0}"/>
                        </a:ext>
                      </a:extLst>
                    </p:cNvPr>
                    <p:cNvGrpSpPr/>
                    <p:nvPr/>
                  </p:nvGrpSpPr>
                  <p:grpSpPr>
                    <a:xfrm flipH="1">
                      <a:off x="6478587" y="4022061"/>
                      <a:ext cx="214313" cy="214313"/>
                      <a:chOff x="5354637" y="3446463"/>
                      <a:chExt cx="214313" cy="214313"/>
                    </a:xfrm>
                  </p:grpSpPr>
                  <p:sp>
                    <p:nvSpPr>
                      <p:cNvPr id="7910" name="Arc 7909">
                        <a:extLst>
                          <a:ext uri="{FF2B5EF4-FFF2-40B4-BE49-F238E27FC236}">
                            <a16:creationId xmlns:a16="http://schemas.microsoft.com/office/drawing/2014/main" id="{44A1191E-6EDC-B2D7-C2BD-54C3F079396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911" name="Arc 7910">
                        <a:extLst>
                          <a:ext uri="{FF2B5EF4-FFF2-40B4-BE49-F238E27FC236}">
                            <a16:creationId xmlns:a16="http://schemas.microsoft.com/office/drawing/2014/main" id="{E44E9A4E-AB78-16E8-5E63-6B623A8969C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903" name="Group 7902">
                      <a:extLst>
                        <a:ext uri="{FF2B5EF4-FFF2-40B4-BE49-F238E27FC236}">
                          <a16:creationId xmlns:a16="http://schemas.microsoft.com/office/drawing/2014/main" id="{9F9B1A44-A69B-D0B2-5042-1A135FA5A61A}"/>
                        </a:ext>
                      </a:extLst>
                    </p:cNvPr>
                    <p:cNvGrpSpPr/>
                    <p:nvPr/>
                  </p:nvGrpSpPr>
                  <p:grpSpPr>
                    <a:xfrm rot="7200000" flipH="1">
                      <a:off x="6434137" y="3977611"/>
                      <a:ext cx="303213" cy="303213"/>
                      <a:chOff x="5354637" y="3446463"/>
                      <a:chExt cx="214313" cy="214313"/>
                    </a:xfrm>
                  </p:grpSpPr>
                  <p:sp>
                    <p:nvSpPr>
                      <p:cNvPr id="7908" name="Arc 7907">
                        <a:extLst>
                          <a:ext uri="{FF2B5EF4-FFF2-40B4-BE49-F238E27FC236}">
                            <a16:creationId xmlns:a16="http://schemas.microsoft.com/office/drawing/2014/main" id="{98E337E9-83F4-4F6C-F74E-8CCFA68FC79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909" name="Arc 7908">
                        <a:extLst>
                          <a:ext uri="{FF2B5EF4-FFF2-40B4-BE49-F238E27FC236}">
                            <a16:creationId xmlns:a16="http://schemas.microsoft.com/office/drawing/2014/main" id="{4C38B61B-59D6-A487-42F7-DD17DE9CC8D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904" name="Group 7903">
                      <a:extLst>
                        <a:ext uri="{FF2B5EF4-FFF2-40B4-BE49-F238E27FC236}">
                          <a16:creationId xmlns:a16="http://schemas.microsoft.com/office/drawing/2014/main" id="{9B03C3D0-ADA7-0C52-4829-0FD226D2C8DF}"/>
                        </a:ext>
                      </a:extLst>
                    </p:cNvPr>
                    <p:cNvGrpSpPr/>
                    <p:nvPr/>
                  </p:nvGrpSpPr>
                  <p:grpSpPr>
                    <a:xfrm rot="14400000" flipH="1">
                      <a:off x="6389147" y="3932622"/>
                      <a:ext cx="393192" cy="393192"/>
                      <a:chOff x="5354637" y="3446463"/>
                      <a:chExt cx="214313" cy="214313"/>
                    </a:xfrm>
                  </p:grpSpPr>
                  <p:sp>
                    <p:nvSpPr>
                      <p:cNvPr id="7906" name="Arc 7905">
                        <a:extLst>
                          <a:ext uri="{FF2B5EF4-FFF2-40B4-BE49-F238E27FC236}">
                            <a16:creationId xmlns:a16="http://schemas.microsoft.com/office/drawing/2014/main" id="{C4BFA63C-D425-32BE-E9A2-901EF8BDB4D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907" name="Arc 7906">
                        <a:extLst>
                          <a:ext uri="{FF2B5EF4-FFF2-40B4-BE49-F238E27FC236}">
                            <a16:creationId xmlns:a16="http://schemas.microsoft.com/office/drawing/2014/main" id="{2F15BB89-399B-C55B-1068-7D886E212AD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905" name="TextBox 7904">
                      <a:extLst>
                        <a:ext uri="{FF2B5EF4-FFF2-40B4-BE49-F238E27FC236}">
                          <a16:creationId xmlns:a16="http://schemas.microsoft.com/office/drawing/2014/main" id="{90D62FF6-5F17-CAA5-94AF-44C9B5A84828}"/>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851" name="Group 7850">
                  <a:extLst>
                    <a:ext uri="{FF2B5EF4-FFF2-40B4-BE49-F238E27FC236}">
                      <a16:creationId xmlns:a16="http://schemas.microsoft.com/office/drawing/2014/main" id="{BA689782-B5D4-5532-F5A8-A7CA1FECA37B}"/>
                    </a:ext>
                  </a:extLst>
                </p:cNvPr>
                <p:cNvGrpSpPr/>
                <p:nvPr/>
              </p:nvGrpSpPr>
              <p:grpSpPr>
                <a:xfrm>
                  <a:off x="6069086" y="3246228"/>
                  <a:ext cx="1019224" cy="991639"/>
                  <a:chOff x="5886431" y="3225768"/>
                  <a:chExt cx="1019224" cy="991639"/>
                </a:xfrm>
              </p:grpSpPr>
              <p:grpSp>
                <p:nvGrpSpPr>
                  <p:cNvPr id="7852" name="Group 7851">
                    <a:extLst>
                      <a:ext uri="{FF2B5EF4-FFF2-40B4-BE49-F238E27FC236}">
                        <a16:creationId xmlns:a16="http://schemas.microsoft.com/office/drawing/2014/main" id="{F9463EC8-FAF0-D070-2398-47E216075492}"/>
                      </a:ext>
                    </a:extLst>
                  </p:cNvPr>
                  <p:cNvGrpSpPr/>
                  <p:nvPr/>
                </p:nvGrpSpPr>
                <p:grpSpPr>
                  <a:xfrm>
                    <a:off x="6197413" y="3824215"/>
                    <a:ext cx="393192" cy="393192"/>
                    <a:chOff x="5265196" y="3357021"/>
                    <a:chExt cx="393192" cy="393192"/>
                  </a:xfrm>
                </p:grpSpPr>
                <p:grpSp>
                  <p:nvGrpSpPr>
                    <p:cNvPr id="7887" name="Group 7886">
                      <a:extLst>
                        <a:ext uri="{FF2B5EF4-FFF2-40B4-BE49-F238E27FC236}">
                          <a16:creationId xmlns:a16="http://schemas.microsoft.com/office/drawing/2014/main" id="{E4D60A36-5F22-B5BE-6F89-80EB3AAD507A}"/>
                        </a:ext>
                      </a:extLst>
                    </p:cNvPr>
                    <p:cNvGrpSpPr/>
                    <p:nvPr/>
                  </p:nvGrpSpPr>
                  <p:grpSpPr>
                    <a:xfrm rot="14400000">
                      <a:off x="5265196" y="3357021"/>
                      <a:ext cx="393192" cy="393192"/>
                      <a:chOff x="5354637" y="3446463"/>
                      <a:chExt cx="214313" cy="214313"/>
                    </a:xfrm>
                  </p:grpSpPr>
                  <p:sp>
                    <p:nvSpPr>
                      <p:cNvPr id="7896" name="Arc 7895">
                        <a:extLst>
                          <a:ext uri="{FF2B5EF4-FFF2-40B4-BE49-F238E27FC236}">
                            <a16:creationId xmlns:a16="http://schemas.microsoft.com/office/drawing/2014/main" id="{E4FA31D6-33A4-B242-9382-4E6E6E016A4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897" name="Arc 7896">
                        <a:extLst>
                          <a:ext uri="{FF2B5EF4-FFF2-40B4-BE49-F238E27FC236}">
                            <a16:creationId xmlns:a16="http://schemas.microsoft.com/office/drawing/2014/main" id="{21D896B8-ACFC-FB25-28CF-B6EB7123B5C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888" name="Group 7887">
                      <a:extLst>
                        <a:ext uri="{FF2B5EF4-FFF2-40B4-BE49-F238E27FC236}">
                          <a16:creationId xmlns:a16="http://schemas.microsoft.com/office/drawing/2014/main" id="{2416EB2D-2201-7786-9010-1EB14DC1BB77}"/>
                        </a:ext>
                      </a:extLst>
                    </p:cNvPr>
                    <p:cNvGrpSpPr/>
                    <p:nvPr/>
                  </p:nvGrpSpPr>
                  <p:grpSpPr>
                    <a:xfrm>
                      <a:off x="5310186" y="3402011"/>
                      <a:ext cx="303213" cy="303213"/>
                      <a:chOff x="5310186" y="3402011"/>
                      <a:chExt cx="303213" cy="303213"/>
                    </a:xfrm>
                  </p:grpSpPr>
                  <p:grpSp>
                    <p:nvGrpSpPr>
                      <p:cNvPr id="7889" name="Group 7888">
                        <a:extLst>
                          <a:ext uri="{FF2B5EF4-FFF2-40B4-BE49-F238E27FC236}">
                            <a16:creationId xmlns:a16="http://schemas.microsoft.com/office/drawing/2014/main" id="{9005CB8C-01CD-F125-3B08-80B0E8B94DD5}"/>
                          </a:ext>
                        </a:extLst>
                      </p:cNvPr>
                      <p:cNvGrpSpPr/>
                      <p:nvPr/>
                    </p:nvGrpSpPr>
                    <p:grpSpPr>
                      <a:xfrm>
                        <a:off x="5354636" y="3446461"/>
                        <a:ext cx="214313" cy="214313"/>
                        <a:chOff x="5354637" y="3446463"/>
                        <a:chExt cx="214313" cy="214313"/>
                      </a:xfrm>
                    </p:grpSpPr>
                    <p:sp>
                      <p:nvSpPr>
                        <p:cNvPr id="7894" name="Arc 7893">
                          <a:extLst>
                            <a:ext uri="{FF2B5EF4-FFF2-40B4-BE49-F238E27FC236}">
                              <a16:creationId xmlns:a16="http://schemas.microsoft.com/office/drawing/2014/main" id="{FBE8D286-AE79-2BC8-6E61-10FDF5BB741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895" name="Arc 7894">
                          <a:extLst>
                            <a:ext uri="{FF2B5EF4-FFF2-40B4-BE49-F238E27FC236}">
                              <a16:creationId xmlns:a16="http://schemas.microsoft.com/office/drawing/2014/main" id="{61AE7D04-0617-D1C5-DA8E-BCFC7C6D1F8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890" name="Group 7889">
                        <a:extLst>
                          <a:ext uri="{FF2B5EF4-FFF2-40B4-BE49-F238E27FC236}">
                            <a16:creationId xmlns:a16="http://schemas.microsoft.com/office/drawing/2014/main" id="{6EC96840-97C2-9DC5-1F8F-F89A78F752E6}"/>
                          </a:ext>
                        </a:extLst>
                      </p:cNvPr>
                      <p:cNvGrpSpPr/>
                      <p:nvPr/>
                    </p:nvGrpSpPr>
                    <p:grpSpPr>
                      <a:xfrm rot="7200000">
                        <a:off x="5310186" y="3402011"/>
                        <a:ext cx="303213" cy="303213"/>
                        <a:chOff x="5354637" y="3446463"/>
                        <a:chExt cx="214313" cy="214313"/>
                      </a:xfrm>
                    </p:grpSpPr>
                    <p:sp>
                      <p:nvSpPr>
                        <p:cNvPr id="7892" name="Arc 7891">
                          <a:extLst>
                            <a:ext uri="{FF2B5EF4-FFF2-40B4-BE49-F238E27FC236}">
                              <a16:creationId xmlns:a16="http://schemas.microsoft.com/office/drawing/2014/main" id="{2627080C-227A-E0E1-A00A-B8E6EC54FF1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893" name="Arc 7892">
                          <a:extLst>
                            <a:ext uri="{FF2B5EF4-FFF2-40B4-BE49-F238E27FC236}">
                              <a16:creationId xmlns:a16="http://schemas.microsoft.com/office/drawing/2014/main" id="{10117EAC-7D60-7A4F-7161-8B00744526A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891" name="TextBox 7890">
                        <a:extLst>
                          <a:ext uri="{FF2B5EF4-FFF2-40B4-BE49-F238E27FC236}">
                            <a16:creationId xmlns:a16="http://schemas.microsoft.com/office/drawing/2014/main" id="{2CF733F8-8998-64B3-48B5-6240B0F86CA7}"/>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853" name="Group 7852">
                    <a:extLst>
                      <a:ext uri="{FF2B5EF4-FFF2-40B4-BE49-F238E27FC236}">
                        <a16:creationId xmlns:a16="http://schemas.microsoft.com/office/drawing/2014/main" id="{CC91EF9F-4B36-EA42-5C95-60AB5CB4DD2E}"/>
                      </a:ext>
                    </a:extLst>
                  </p:cNvPr>
                  <p:cNvGrpSpPr/>
                  <p:nvPr/>
                </p:nvGrpSpPr>
                <p:grpSpPr>
                  <a:xfrm>
                    <a:off x="5886431" y="3525040"/>
                    <a:ext cx="393192" cy="393192"/>
                    <a:chOff x="5265196" y="3932619"/>
                    <a:chExt cx="393192" cy="393192"/>
                  </a:xfrm>
                </p:grpSpPr>
                <p:grpSp>
                  <p:nvGrpSpPr>
                    <p:cNvPr id="7877" name="Group 7876">
                      <a:extLst>
                        <a:ext uri="{FF2B5EF4-FFF2-40B4-BE49-F238E27FC236}">
                          <a16:creationId xmlns:a16="http://schemas.microsoft.com/office/drawing/2014/main" id="{11068603-CA04-D884-9841-187A08865209}"/>
                        </a:ext>
                      </a:extLst>
                    </p:cNvPr>
                    <p:cNvGrpSpPr/>
                    <p:nvPr/>
                  </p:nvGrpSpPr>
                  <p:grpSpPr>
                    <a:xfrm>
                      <a:off x="5354636" y="4022061"/>
                      <a:ext cx="214313" cy="214313"/>
                      <a:chOff x="5354637" y="3446463"/>
                      <a:chExt cx="214313" cy="214313"/>
                    </a:xfrm>
                  </p:grpSpPr>
                  <p:sp>
                    <p:nvSpPr>
                      <p:cNvPr id="7885" name="Arc 7884">
                        <a:extLst>
                          <a:ext uri="{FF2B5EF4-FFF2-40B4-BE49-F238E27FC236}">
                            <a16:creationId xmlns:a16="http://schemas.microsoft.com/office/drawing/2014/main" id="{F17BD868-2BC0-D117-B2F1-EF2FF8003DB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886" name="Arc 7885">
                        <a:extLst>
                          <a:ext uri="{FF2B5EF4-FFF2-40B4-BE49-F238E27FC236}">
                            <a16:creationId xmlns:a16="http://schemas.microsoft.com/office/drawing/2014/main" id="{BD77C88B-CD95-D663-0CF1-10376F86F3E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878" name="Group 7877">
                      <a:extLst>
                        <a:ext uri="{FF2B5EF4-FFF2-40B4-BE49-F238E27FC236}">
                          <a16:creationId xmlns:a16="http://schemas.microsoft.com/office/drawing/2014/main" id="{135DC678-0853-F12F-AE33-932116C02374}"/>
                        </a:ext>
                      </a:extLst>
                    </p:cNvPr>
                    <p:cNvGrpSpPr/>
                    <p:nvPr/>
                  </p:nvGrpSpPr>
                  <p:grpSpPr>
                    <a:xfrm rot="14400000">
                      <a:off x="5310186" y="3977611"/>
                      <a:ext cx="303213" cy="303213"/>
                      <a:chOff x="5354637" y="3446463"/>
                      <a:chExt cx="214313" cy="214313"/>
                    </a:xfrm>
                  </p:grpSpPr>
                  <p:sp>
                    <p:nvSpPr>
                      <p:cNvPr id="7883" name="Arc 7882">
                        <a:extLst>
                          <a:ext uri="{FF2B5EF4-FFF2-40B4-BE49-F238E27FC236}">
                            <a16:creationId xmlns:a16="http://schemas.microsoft.com/office/drawing/2014/main" id="{25D5B843-F121-A53D-195A-C16FE3C14A2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884" name="Arc 7883">
                        <a:extLst>
                          <a:ext uri="{FF2B5EF4-FFF2-40B4-BE49-F238E27FC236}">
                            <a16:creationId xmlns:a16="http://schemas.microsoft.com/office/drawing/2014/main" id="{591580DA-DA27-467B-7B3D-C780B1DD855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879" name="Group 7878">
                      <a:extLst>
                        <a:ext uri="{FF2B5EF4-FFF2-40B4-BE49-F238E27FC236}">
                          <a16:creationId xmlns:a16="http://schemas.microsoft.com/office/drawing/2014/main" id="{B63B9154-F78E-75A5-9ACB-504FA392A0ED}"/>
                        </a:ext>
                      </a:extLst>
                    </p:cNvPr>
                    <p:cNvGrpSpPr/>
                    <p:nvPr/>
                  </p:nvGrpSpPr>
                  <p:grpSpPr>
                    <a:xfrm rot="7200000">
                      <a:off x="5265196" y="3932619"/>
                      <a:ext cx="393192" cy="393192"/>
                      <a:chOff x="5354637" y="3446463"/>
                      <a:chExt cx="214313" cy="214313"/>
                    </a:xfrm>
                  </p:grpSpPr>
                  <p:sp>
                    <p:nvSpPr>
                      <p:cNvPr id="7881" name="Arc 7880">
                        <a:extLst>
                          <a:ext uri="{FF2B5EF4-FFF2-40B4-BE49-F238E27FC236}">
                            <a16:creationId xmlns:a16="http://schemas.microsoft.com/office/drawing/2014/main" id="{0E7EBF19-46DC-105B-3868-29086405520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882" name="Arc 7881">
                        <a:extLst>
                          <a:ext uri="{FF2B5EF4-FFF2-40B4-BE49-F238E27FC236}">
                            <a16:creationId xmlns:a16="http://schemas.microsoft.com/office/drawing/2014/main" id="{9C802A71-3330-E610-FB2A-8E5EFD125FE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880" name="TextBox 7879">
                      <a:extLst>
                        <a:ext uri="{FF2B5EF4-FFF2-40B4-BE49-F238E27FC236}">
                          <a16:creationId xmlns:a16="http://schemas.microsoft.com/office/drawing/2014/main" id="{E0595146-B0CB-594D-943F-CAF6D58BBD7C}"/>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7854" name="Group 7853">
                    <a:extLst>
                      <a:ext uri="{FF2B5EF4-FFF2-40B4-BE49-F238E27FC236}">
                        <a16:creationId xmlns:a16="http://schemas.microsoft.com/office/drawing/2014/main" id="{73EF5C65-A4EB-F545-5730-00527309E92E}"/>
                      </a:ext>
                    </a:extLst>
                  </p:cNvPr>
                  <p:cNvGrpSpPr/>
                  <p:nvPr/>
                </p:nvGrpSpPr>
                <p:grpSpPr>
                  <a:xfrm>
                    <a:off x="6512463" y="3525040"/>
                    <a:ext cx="393192" cy="393192"/>
                    <a:chOff x="6389147" y="3357021"/>
                    <a:chExt cx="393192" cy="393192"/>
                  </a:xfrm>
                </p:grpSpPr>
                <p:grpSp>
                  <p:nvGrpSpPr>
                    <p:cNvPr id="7866" name="Group 7865">
                      <a:extLst>
                        <a:ext uri="{FF2B5EF4-FFF2-40B4-BE49-F238E27FC236}">
                          <a16:creationId xmlns:a16="http://schemas.microsoft.com/office/drawing/2014/main" id="{65408A11-6051-F5D8-0425-A87BB561F1BB}"/>
                        </a:ext>
                      </a:extLst>
                    </p:cNvPr>
                    <p:cNvGrpSpPr/>
                    <p:nvPr/>
                  </p:nvGrpSpPr>
                  <p:grpSpPr>
                    <a:xfrm rot="7200000" flipH="1">
                      <a:off x="6389147" y="3357021"/>
                      <a:ext cx="393192" cy="393192"/>
                      <a:chOff x="5354637" y="3446463"/>
                      <a:chExt cx="214313" cy="214313"/>
                    </a:xfrm>
                  </p:grpSpPr>
                  <p:sp>
                    <p:nvSpPr>
                      <p:cNvPr id="7875" name="Arc 7874">
                        <a:extLst>
                          <a:ext uri="{FF2B5EF4-FFF2-40B4-BE49-F238E27FC236}">
                            <a16:creationId xmlns:a16="http://schemas.microsoft.com/office/drawing/2014/main" id="{53E53950-07D9-EAD6-BA0D-F24CA854C7E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876" name="Arc 7875">
                        <a:extLst>
                          <a:ext uri="{FF2B5EF4-FFF2-40B4-BE49-F238E27FC236}">
                            <a16:creationId xmlns:a16="http://schemas.microsoft.com/office/drawing/2014/main" id="{310E1F96-86D4-0B69-8DDB-4E226A2D6A0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867" name="Group 7866">
                      <a:extLst>
                        <a:ext uri="{FF2B5EF4-FFF2-40B4-BE49-F238E27FC236}">
                          <a16:creationId xmlns:a16="http://schemas.microsoft.com/office/drawing/2014/main" id="{6C4583F6-ED11-8932-C8E2-81800E0D6CCC}"/>
                        </a:ext>
                      </a:extLst>
                    </p:cNvPr>
                    <p:cNvGrpSpPr/>
                    <p:nvPr/>
                  </p:nvGrpSpPr>
                  <p:grpSpPr>
                    <a:xfrm>
                      <a:off x="6434137" y="3402011"/>
                      <a:ext cx="303213" cy="303213"/>
                      <a:chOff x="6434137" y="3402011"/>
                      <a:chExt cx="303213" cy="303213"/>
                    </a:xfrm>
                  </p:grpSpPr>
                  <p:grpSp>
                    <p:nvGrpSpPr>
                      <p:cNvPr id="7868" name="Group 7867">
                        <a:extLst>
                          <a:ext uri="{FF2B5EF4-FFF2-40B4-BE49-F238E27FC236}">
                            <a16:creationId xmlns:a16="http://schemas.microsoft.com/office/drawing/2014/main" id="{01DF72D2-DE02-64FE-D423-900204515254}"/>
                          </a:ext>
                        </a:extLst>
                      </p:cNvPr>
                      <p:cNvGrpSpPr/>
                      <p:nvPr/>
                    </p:nvGrpSpPr>
                    <p:grpSpPr>
                      <a:xfrm flipH="1">
                        <a:off x="6478587" y="3446461"/>
                        <a:ext cx="214313" cy="214313"/>
                        <a:chOff x="5354637" y="3446463"/>
                        <a:chExt cx="214313" cy="214313"/>
                      </a:xfrm>
                    </p:grpSpPr>
                    <p:sp>
                      <p:nvSpPr>
                        <p:cNvPr id="7873" name="Arc 7872">
                          <a:extLst>
                            <a:ext uri="{FF2B5EF4-FFF2-40B4-BE49-F238E27FC236}">
                              <a16:creationId xmlns:a16="http://schemas.microsoft.com/office/drawing/2014/main" id="{079CC05C-C547-A591-1518-89E4EA7657B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874" name="Arc 7873">
                          <a:extLst>
                            <a:ext uri="{FF2B5EF4-FFF2-40B4-BE49-F238E27FC236}">
                              <a16:creationId xmlns:a16="http://schemas.microsoft.com/office/drawing/2014/main" id="{92D543AF-3A3B-ED3A-F102-A845354C173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869" name="Group 7868">
                        <a:extLst>
                          <a:ext uri="{FF2B5EF4-FFF2-40B4-BE49-F238E27FC236}">
                            <a16:creationId xmlns:a16="http://schemas.microsoft.com/office/drawing/2014/main" id="{63BC2481-5495-1E8C-616A-492719539593}"/>
                          </a:ext>
                        </a:extLst>
                      </p:cNvPr>
                      <p:cNvGrpSpPr/>
                      <p:nvPr/>
                    </p:nvGrpSpPr>
                    <p:grpSpPr>
                      <a:xfrm rot="14400000" flipH="1">
                        <a:off x="6434137" y="3402011"/>
                        <a:ext cx="303213" cy="303213"/>
                        <a:chOff x="5354637" y="3446463"/>
                        <a:chExt cx="214313" cy="214313"/>
                      </a:xfrm>
                    </p:grpSpPr>
                    <p:sp>
                      <p:nvSpPr>
                        <p:cNvPr id="7871" name="Arc 7870">
                          <a:extLst>
                            <a:ext uri="{FF2B5EF4-FFF2-40B4-BE49-F238E27FC236}">
                              <a16:creationId xmlns:a16="http://schemas.microsoft.com/office/drawing/2014/main" id="{DD7210DF-6646-8312-75EC-B8186EC140E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872" name="Arc 7871">
                          <a:extLst>
                            <a:ext uri="{FF2B5EF4-FFF2-40B4-BE49-F238E27FC236}">
                              <a16:creationId xmlns:a16="http://schemas.microsoft.com/office/drawing/2014/main" id="{F8EDC3C9-ECF9-C5F6-F0E6-60A8C91FE17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870" name="TextBox 7869">
                        <a:extLst>
                          <a:ext uri="{FF2B5EF4-FFF2-40B4-BE49-F238E27FC236}">
                            <a16:creationId xmlns:a16="http://schemas.microsoft.com/office/drawing/2014/main" id="{18216DAE-2EB4-6970-EAB3-6BB511390D9B}"/>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855" name="Group 7854">
                    <a:extLst>
                      <a:ext uri="{FF2B5EF4-FFF2-40B4-BE49-F238E27FC236}">
                        <a16:creationId xmlns:a16="http://schemas.microsoft.com/office/drawing/2014/main" id="{04273740-9A75-793F-E349-A5207B69EDF3}"/>
                      </a:ext>
                    </a:extLst>
                  </p:cNvPr>
                  <p:cNvGrpSpPr/>
                  <p:nvPr/>
                </p:nvGrpSpPr>
                <p:grpSpPr>
                  <a:xfrm>
                    <a:off x="6197413" y="3225768"/>
                    <a:ext cx="393192" cy="393192"/>
                    <a:chOff x="6389147" y="3932622"/>
                    <a:chExt cx="393192" cy="393192"/>
                  </a:xfrm>
                </p:grpSpPr>
                <p:grpSp>
                  <p:nvGrpSpPr>
                    <p:cNvPr id="7856" name="Group 7855">
                      <a:extLst>
                        <a:ext uri="{FF2B5EF4-FFF2-40B4-BE49-F238E27FC236}">
                          <a16:creationId xmlns:a16="http://schemas.microsoft.com/office/drawing/2014/main" id="{6C72F06D-AFE5-7641-E274-AE7841FF0B9A}"/>
                        </a:ext>
                      </a:extLst>
                    </p:cNvPr>
                    <p:cNvGrpSpPr/>
                    <p:nvPr/>
                  </p:nvGrpSpPr>
                  <p:grpSpPr>
                    <a:xfrm flipH="1">
                      <a:off x="6478587" y="4022061"/>
                      <a:ext cx="214313" cy="214313"/>
                      <a:chOff x="5354637" y="3446463"/>
                      <a:chExt cx="214313" cy="214313"/>
                    </a:xfrm>
                  </p:grpSpPr>
                  <p:sp>
                    <p:nvSpPr>
                      <p:cNvPr id="7864" name="Arc 7863">
                        <a:extLst>
                          <a:ext uri="{FF2B5EF4-FFF2-40B4-BE49-F238E27FC236}">
                            <a16:creationId xmlns:a16="http://schemas.microsoft.com/office/drawing/2014/main" id="{9CC56A60-FBE7-C6C2-947A-69262064D16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865" name="Arc 7864">
                        <a:extLst>
                          <a:ext uri="{FF2B5EF4-FFF2-40B4-BE49-F238E27FC236}">
                            <a16:creationId xmlns:a16="http://schemas.microsoft.com/office/drawing/2014/main" id="{AB7104D8-274E-4EA8-EF4F-2614ECB704E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857" name="Group 7856">
                      <a:extLst>
                        <a:ext uri="{FF2B5EF4-FFF2-40B4-BE49-F238E27FC236}">
                          <a16:creationId xmlns:a16="http://schemas.microsoft.com/office/drawing/2014/main" id="{10B341AF-592F-49BD-EA69-895EE9482E59}"/>
                        </a:ext>
                      </a:extLst>
                    </p:cNvPr>
                    <p:cNvGrpSpPr/>
                    <p:nvPr/>
                  </p:nvGrpSpPr>
                  <p:grpSpPr>
                    <a:xfrm rot="7200000" flipH="1">
                      <a:off x="6434137" y="3977611"/>
                      <a:ext cx="303213" cy="303213"/>
                      <a:chOff x="5354637" y="3446463"/>
                      <a:chExt cx="214313" cy="214313"/>
                    </a:xfrm>
                  </p:grpSpPr>
                  <p:sp>
                    <p:nvSpPr>
                      <p:cNvPr id="7862" name="Arc 7861">
                        <a:extLst>
                          <a:ext uri="{FF2B5EF4-FFF2-40B4-BE49-F238E27FC236}">
                            <a16:creationId xmlns:a16="http://schemas.microsoft.com/office/drawing/2014/main" id="{FBEB5731-42D4-5909-AA88-F5848372332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863" name="Arc 7862">
                        <a:extLst>
                          <a:ext uri="{FF2B5EF4-FFF2-40B4-BE49-F238E27FC236}">
                            <a16:creationId xmlns:a16="http://schemas.microsoft.com/office/drawing/2014/main" id="{FA4BB578-0610-5D16-6064-B4EE07B2BEF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858" name="Group 7857">
                      <a:extLst>
                        <a:ext uri="{FF2B5EF4-FFF2-40B4-BE49-F238E27FC236}">
                          <a16:creationId xmlns:a16="http://schemas.microsoft.com/office/drawing/2014/main" id="{176A9CC5-5507-84E1-7764-0061E54AD9FF}"/>
                        </a:ext>
                      </a:extLst>
                    </p:cNvPr>
                    <p:cNvGrpSpPr/>
                    <p:nvPr/>
                  </p:nvGrpSpPr>
                  <p:grpSpPr>
                    <a:xfrm rot="14400000" flipH="1">
                      <a:off x="6389147" y="3932622"/>
                      <a:ext cx="393192" cy="393192"/>
                      <a:chOff x="5354637" y="3446463"/>
                      <a:chExt cx="214313" cy="214313"/>
                    </a:xfrm>
                  </p:grpSpPr>
                  <p:sp>
                    <p:nvSpPr>
                      <p:cNvPr id="7860" name="Arc 7859">
                        <a:extLst>
                          <a:ext uri="{FF2B5EF4-FFF2-40B4-BE49-F238E27FC236}">
                            <a16:creationId xmlns:a16="http://schemas.microsoft.com/office/drawing/2014/main" id="{9804351C-777A-5A0C-AC66-11FAD20E8D3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861" name="Arc 7860">
                        <a:extLst>
                          <a:ext uri="{FF2B5EF4-FFF2-40B4-BE49-F238E27FC236}">
                            <a16:creationId xmlns:a16="http://schemas.microsoft.com/office/drawing/2014/main" id="{6898C7D1-8C11-3501-EA64-1E8443DE62F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859" name="TextBox 7858">
                      <a:extLst>
                        <a:ext uri="{FF2B5EF4-FFF2-40B4-BE49-F238E27FC236}">
                          <a16:creationId xmlns:a16="http://schemas.microsoft.com/office/drawing/2014/main" id="{ACFA178A-9B22-A895-CAEE-042BBAE79C4B}"/>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6129" name="Group 6128">
              <a:extLst>
                <a:ext uri="{FF2B5EF4-FFF2-40B4-BE49-F238E27FC236}">
                  <a16:creationId xmlns:a16="http://schemas.microsoft.com/office/drawing/2014/main" id="{577713EC-38AD-6C4B-B9FB-D0C49460D06A}"/>
                </a:ext>
              </a:extLst>
            </p:cNvPr>
            <p:cNvGrpSpPr/>
            <p:nvPr/>
          </p:nvGrpSpPr>
          <p:grpSpPr>
            <a:xfrm>
              <a:off x="7543526" y="535201"/>
              <a:ext cx="2263438" cy="2198360"/>
              <a:chOff x="5445106" y="2039507"/>
              <a:chExt cx="2263438" cy="2198360"/>
            </a:xfrm>
          </p:grpSpPr>
          <p:grpSp>
            <p:nvGrpSpPr>
              <p:cNvPr id="7658" name="Group 7657">
                <a:extLst>
                  <a:ext uri="{FF2B5EF4-FFF2-40B4-BE49-F238E27FC236}">
                    <a16:creationId xmlns:a16="http://schemas.microsoft.com/office/drawing/2014/main" id="{1C69E5E8-B74C-6FEA-38BD-598FCC9979BC}"/>
                  </a:ext>
                </a:extLst>
              </p:cNvPr>
              <p:cNvGrpSpPr/>
              <p:nvPr/>
            </p:nvGrpSpPr>
            <p:grpSpPr>
              <a:xfrm>
                <a:off x="5445106" y="2644743"/>
                <a:ext cx="1643204" cy="1593124"/>
                <a:chOff x="5445106" y="2644743"/>
                <a:chExt cx="1643204" cy="1593124"/>
              </a:xfrm>
            </p:grpSpPr>
            <p:grpSp>
              <p:nvGrpSpPr>
                <p:cNvPr id="7754" name="Group 7753">
                  <a:extLst>
                    <a:ext uri="{FF2B5EF4-FFF2-40B4-BE49-F238E27FC236}">
                      <a16:creationId xmlns:a16="http://schemas.microsoft.com/office/drawing/2014/main" id="{0DB7A8FB-AD06-D1DB-308E-0AA0038578DC}"/>
                    </a:ext>
                  </a:extLst>
                </p:cNvPr>
                <p:cNvGrpSpPr/>
                <p:nvPr/>
              </p:nvGrpSpPr>
              <p:grpSpPr>
                <a:xfrm>
                  <a:off x="5445106" y="2644743"/>
                  <a:ext cx="1019224" cy="991639"/>
                  <a:chOff x="5886431" y="3225768"/>
                  <a:chExt cx="1019224" cy="991639"/>
                </a:xfrm>
              </p:grpSpPr>
              <p:grpSp>
                <p:nvGrpSpPr>
                  <p:cNvPr id="7802" name="Group 7801">
                    <a:extLst>
                      <a:ext uri="{FF2B5EF4-FFF2-40B4-BE49-F238E27FC236}">
                        <a16:creationId xmlns:a16="http://schemas.microsoft.com/office/drawing/2014/main" id="{5B8E0718-0EA0-6296-0B9C-605F2B5C8C95}"/>
                      </a:ext>
                    </a:extLst>
                  </p:cNvPr>
                  <p:cNvGrpSpPr/>
                  <p:nvPr/>
                </p:nvGrpSpPr>
                <p:grpSpPr>
                  <a:xfrm>
                    <a:off x="6197413" y="3824215"/>
                    <a:ext cx="393192" cy="393192"/>
                    <a:chOff x="5265196" y="3357021"/>
                    <a:chExt cx="393192" cy="393192"/>
                  </a:xfrm>
                </p:grpSpPr>
                <p:grpSp>
                  <p:nvGrpSpPr>
                    <p:cNvPr id="7837" name="Group 7836">
                      <a:extLst>
                        <a:ext uri="{FF2B5EF4-FFF2-40B4-BE49-F238E27FC236}">
                          <a16:creationId xmlns:a16="http://schemas.microsoft.com/office/drawing/2014/main" id="{C0C5A0BC-1611-1A1D-F1F2-517AD2D48041}"/>
                        </a:ext>
                      </a:extLst>
                    </p:cNvPr>
                    <p:cNvGrpSpPr/>
                    <p:nvPr/>
                  </p:nvGrpSpPr>
                  <p:grpSpPr>
                    <a:xfrm rot="14400000">
                      <a:off x="5265196" y="3357021"/>
                      <a:ext cx="393192" cy="393192"/>
                      <a:chOff x="5354637" y="3446463"/>
                      <a:chExt cx="214313" cy="214313"/>
                    </a:xfrm>
                  </p:grpSpPr>
                  <p:sp>
                    <p:nvSpPr>
                      <p:cNvPr id="7846" name="Arc 7845">
                        <a:extLst>
                          <a:ext uri="{FF2B5EF4-FFF2-40B4-BE49-F238E27FC236}">
                            <a16:creationId xmlns:a16="http://schemas.microsoft.com/office/drawing/2014/main" id="{C608456F-D8ED-2CB2-FF07-5C6CD019F9D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847" name="Arc 7846">
                        <a:extLst>
                          <a:ext uri="{FF2B5EF4-FFF2-40B4-BE49-F238E27FC236}">
                            <a16:creationId xmlns:a16="http://schemas.microsoft.com/office/drawing/2014/main" id="{55C4C150-0BFE-59B9-5F95-60327E5AE16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838" name="Group 7837">
                      <a:extLst>
                        <a:ext uri="{FF2B5EF4-FFF2-40B4-BE49-F238E27FC236}">
                          <a16:creationId xmlns:a16="http://schemas.microsoft.com/office/drawing/2014/main" id="{3670111A-8D23-38E1-17F2-7C96FDFA5CF7}"/>
                        </a:ext>
                      </a:extLst>
                    </p:cNvPr>
                    <p:cNvGrpSpPr/>
                    <p:nvPr/>
                  </p:nvGrpSpPr>
                  <p:grpSpPr>
                    <a:xfrm>
                      <a:off x="5310186" y="3402011"/>
                      <a:ext cx="303213" cy="303213"/>
                      <a:chOff x="5310186" y="3402011"/>
                      <a:chExt cx="303213" cy="303213"/>
                    </a:xfrm>
                  </p:grpSpPr>
                  <p:grpSp>
                    <p:nvGrpSpPr>
                      <p:cNvPr id="7839" name="Group 7838">
                        <a:extLst>
                          <a:ext uri="{FF2B5EF4-FFF2-40B4-BE49-F238E27FC236}">
                            <a16:creationId xmlns:a16="http://schemas.microsoft.com/office/drawing/2014/main" id="{6A18BE8C-407C-E724-3BED-92C5B4DEC2C4}"/>
                          </a:ext>
                        </a:extLst>
                      </p:cNvPr>
                      <p:cNvGrpSpPr/>
                      <p:nvPr/>
                    </p:nvGrpSpPr>
                    <p:grpSpPr>
                      <a:xfrm>
                        <a:off x="5354636" y="3446461"/>
                        <a:ext cx="214313" cy="214313"/>
                        <a:chOff x="5354637" y="3446463"/>
                        <a:chExt cx="214313" cy="214313"/>
                      </a:xfrm>
                    </p:grpSpPr>
                    <p:sp>
                      <p:nvSpPr>
                        <p:cNvPr id="7844" name="Arc 7843">
                          <a:extLst>
                            <a:ext uri="{FF2B5EF4-FFF2-40B4-BE49-F238E27FC236}">
                              <a16:creationId xmlns:a16="http://schemas.microsoft.com/office/drawing/2014/main" id="{A9C9F53F-0E3D-89DC-DA0F-4A1C6176AE5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845" name="Arc 7844">
                          <a:extLst>
                            <a:ext uri="{FF2B5EF4-FFF2-40B4-BE49-F238E27FC236}">
                              <a16:creationId xmlns:a16="http://schemas.microsoft.com/office/drawing/2014/main" id="{4BEC2079-8C83-1CEA-64CC-5A1FFC9A7FE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840" name="Group 7839">
                        <a:extLst>
                          <a:ext uri="{FF2B5EF4-FFF2-40B4-BE49-F238E27FC236}">
                            <a16:creationId xmlns:a16="http://schemas.microsoft.com/office/drawing/2014/main" id="{04D863A4-C627-0BC1-6A56-74981BAA656A}"/>
                          </a:ext>
                        </a:extLst>
                      </p:cNvPr>
                      <p:cNvGrpSpPr/>
                      <p:nvPr/>
                    </p:nvGrpSpPr>
                    <p:grpSpPr>
                      <a:xfrm rot="7200000">
                        <a:off x="5310186" y="3402011"/>
                        <a:ext cx="303213" cy="303213"/>
                        <a:chOff x="5354637" y="3446463"/>
                        <a:chExt cx="214313" cy="214313"/>
                      </a:xfrm>
                    </p:grpSpPr>
                    <p:sp>
                      <p:nvSpPr>
                        <p:cNvPr id="7842" name="Arc 7841">
                          <a:extLst>
                            <a:ext uri="{FF2B5EF4-FFF2-40B4-BE49-F238E27FC236}">
                              <a16:creationId xmlns:a16="http://schemas.microsoft.com/office/drawing/2014/main" id="{142AA0CD-A7F1-590F-487A-CB2FE22E99B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843" name="Arc 7842">
                          <a:extLst>
                            <a:ext uri="{FF2B5EF4-FFF2-40B4-BE49-F238E27FC236}">
                              <a16:creationId xmlns:a16="http://schemas.microsoft.com/office/drawing/2014/main" id="{F94ACC32-0A05-5FAA-49AF-1AC1E64B743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841" name="TextBox 7840">
                        <a:extLst>
                          <a:ext uri="{FF2B5EF4-FFF2-40B4-BE49-F238E27FC236}">
                            <a16:creationId xmlns:a16="http://schemas.microsoft.com/office/drawing/2014/main" id="{11A62ECB-43C4-3130-5349-7D17462BFBD5}"/>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803" name="Group 7802">
                    <a:extLst>
                      <a:ext uri="{FF2B5EF4-FFF2-40B4-BE49-F238E27FC236}">
                        <a16:creationId xmlns:a16="http://schemas.microsoft.com/office/drawing/2014/main" id="{D946AA62-D77C-EB36-601F-44583BAC00BF}"/>
                      </a:ext>
                    </a:extLst>
                  </p:cNvPr>
                  <p:cNvGrpSpPr/>
                  <p:nvPr/>
                </p:nvGrpSpPr>
                <p:grpSpPr>
                  <a:xfrm>
                    <a:off x="5886431" y="3525040"/>
                    <a:ext cx="393192" cy="393192"/>
                    <a:chOff x="5265196" y="3932619"/>
                    <a:chExt cx="393192" cy="393192"/>
                  </a:xfrm>
                </p:grpSpPr>
                <p:grpSp>
                  <p:nvGrpSpPr>
                    <p:cNvPr id="7827" name="Group 7826">
                      <a:extLst>
                        <a:ext uri="{FF2B5EF4-FFF2-40B4-BE49-F238E27FC236}">
                          <a16:creationId xmlns:a16="http://schemas.microsoft.com/office/drawing/2014/main" id="{57BA69BE-EDEE-20D9-E27C-B6F0303C9119}"/>
                        </a:ext>
                      </a:extLst>
                    </p:cNvPr>
                    <p:cNvGrpSpPr/>
                    <p:nvPr/>
                  </p:nvGrpSpPr>
                  <p:grpSpPr>
                    <a:xfrm>
                      <a:off x="5354636" y="4022061"/>
                      <a:ext cx="214313" cy="214313"/>
                      <a:chOff x="5354637" y="3446463"/>
                      <a:chExt cx="214313" cy="214313"/>
                    </a:xfrm>
                  </p:grpSpPr>
                  <p:sp>
                    <p:nvSpPr>
                      <p:cNvPr id="7835" name="Arc 7834">
                        <a:extLst>
                          <a:ext uri="{FF2B5EF4-FFF2-40B4-BE49-F238E27FC236}">
                            <a16:creationId xmlns:a16="http://schemas.microsoft.com/office/drawing/2014/main" id="{92DA7E73-19EC-F7DC-A477-C07D4C479E5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836" name="Arc 7835">
                        <a:extLst>
                          <a:ext uri="{FF2B5EF4-FFF2-40B4-BE49-F238E27FC236}">
                            <a16:creationId xmlns:a16="http://schemas.microsoft.com/office/drawing/2014/main" id="{7A43F1D8-6E46-9F95-E064-4D258251911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828" name="Group 7827">
                      <a:extLst>
                        <a:ext uri="{FF2B5EF4-FFF2-40B4-BE49-F238E27FC236}">
                          <a16:creationId xmlns:a16="http://schemas.microsoft.com/office/drawing/2014/main" id="{8A84747E-9862-677D-0135-7F89D1DD2C51}"/>
                        </a:ext>
                      </a:extLst>
                    </p:cNvPr>
                    <p:cNvGrpSpPr/>
                    <p:nvPr/>
                  </p:nvGrpSpPr>
                  <p:grpSpPr>
                    <a:xfrm rot="14400000">
                      <a:off x="5310186" y="3977611"/>
                      <a:ext cx="303213" cy="303213"/>
                      <a:chOff x="5354637" y="3446463"/>
                      <a:chExt cx="214313" cy="214313"/>
                    </a:xfrm>
                  </p:grpSpPr>
                  <p:sp>
                    <p:nvSpPr>
                      <p:cNvPr id="7833" name="Arc 7832">
                        <a:extLst>
                          <a:ext uri="{FF2B5EF4-FFF2-40B4-BE49-F238E27FC236}">
                            <a16:creationId xmlns:a16="http://schemas.microsoft.com/office/drawing/2014/main" id="{D36C9780-FF0A-0749-9070-B3BB872FA5C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834" name="Arc 7833">
                        <a:extLst>
                          <a:ext uri="{FF2B5EF4-FFF2-40B4-BE49-F238E27FC236}">
                            <a16:creationId xmlns:a16="http://schemas.microsoft.com/office/drawing/2014/main" id="{2F5CF948-3404-E32A-BB5D-7B352B8FF97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829" name="Group 7828">
                      <a:extLst>
                        <a:ext uri="{FF2B5EF4-FFF2-40B4-BE49-F238E27FC236}">
                          <a16:creationId xmlns:a16="http://schemas.microsoft.com/office/drawing/2014/main" id="{CE55BD9C-242C-1B41-2BF6-95F0B1C7C665}"/>
                        </a:ext>
                      </a:extLst>
                    </p:cNvPr>
                    <p:cNvGrpSpPr/>
                    <p:nvPr/>
                  </p:nvGrpSpPr>
                  <p:grpSpPr>
                    <a:xfrm rot="7200000">
                      <a:off x="5265196" y="3932619"/>
                      <a:ext cx="393192" cy="393192"/>
                      <a:chOff x="5354637" y="3446463"/>
                      <a:chExt cx="214313" cy="214313"/>
                    </a:xfrm>
                  </p:grpSpPr>
                  <p:sp>
                    <p:nvSpPr>
                      <p:cNvPr id="7831" name="Arc 7830">
                        <a:extLst>
                          <a:ext uri="{FF2B5EF4-FFF2-40B4-BE49-F238E27FC236}">
                            <a16:creationId xmlns:a16="http://schemas.microsoft.com/office/drawing/2014/main" id="{458DBE93-DF4F-542C-E24E-4ADE0190C67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832" name="Arc 7831">
                        <a:extLst>
                          <a:ext uri="{FF2B5EF4-FFF2-40B4-BE49-F238E27FC236}">
                            <a16:creationId xmlns:a16="http://schemas.microsoft.com/office/drawing/2014/main" id="{AE1EC68B-362C-14B7-8636-8DE616B4209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830" name="TextBox 7829">
                      <a:extLst>
                        <a:ext uri="{FF2B5EF4-FFF2-40B4-BE49-F238E27FC236}">
                          <a16:creationId xmlns:a16="http://schemas.microsoft.com/office/drawing/2014/main" id="{6A77AFF5-7756-8045-0348-B3B8CF7ED747}"/>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7804" name="Group 7803">
                    <a:extLst>
                      <a:ext uri="{FF2B5EF4-FFF2-40B4-BE49-F238E27FC236}">
                        <a16:creationId xmlns:a16="http://schemas.microsoft.com/office/drawing/2014/main" id="{D0AF5816-5F93-3E89-327A-AD592C95F5E9}"/>
                      </a:ext>
                    </a:extLst>
                  </p:cNvPr>
                  <p:cNvGrpSpPr/>
                  <p:nvPr/>
                </p:nvGrpSpPr>
                <p:grpSpPr>
                  <a:xfrm>
                    <a:off x="6512463" y="3525040"/>
                    <a:ext cx="393192" cy="393192"/>
                    <a:chOff x="6389147" y="3357021"/>
                    <a:chExt cx="393192" cy="393192"/>
                  </a:xfrm>
                </p:grpSpPr>
                <p:grpSp>
                  <p:nvGrpSpPr>
                    <p:cNvPr id="7816" name="Group 7815">
                      <a:extLst>
                        <a:ext uri="{FF2B5EF4-FFF2-40B4-BE49-F238E27FC236}">
                          <a16:creationId xmlns:a16="http://schemas.microsoft.com/office/drawing/2014/main" id="{3403E24C-3717-F8C1-530D-BE97B749435A}"/>
                        </a:ext>
                      </a:extLst>
                    </p:cNvPr>
                    <p:cNvGrpSpPr/>
                    <p:nvPr/>
                  </p:nvGrpSpPr>
                  <p:grpSpPr>
                    <a:xfrm rot="7200000" flipH="1">
                      <a:off x="6389147" y="3357021"/>
                      <a:ext cx="393192" cy="393192"/>
                      <a:chOff x="5354637" y="3446463"/>
                      <a:chExt cx="214313" cy="214313"/>
                    </a:xfrm>
                  </p:grpSpPr>
                  <p:sp>
                    <p:nvSpPr>
                      <p:cNvPr id="7825" name="Arc 7824">
                        <a:extLst>
                          <a:ext uri="{FF2B5EF4-FFF2-40B4-BE49-F238E27FC236}">
                            <a16:creationId xmlns:a16="http://schemas.microsoft.com/office/drawing/2014/main" id="{DB4B64DE-5C20-6694-B217-2D3BA35411D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826" name="Arc 7825">
                        <a:extLst>
                          <a:ext uri="{FF2B5EF4-FFF2-40B4-BE49-F238E27FC236}">
                            <a16:creationId xmlns:a16="http://schemas.microsoft.com/office/drawing/2014/main" id="{798D133F-AEEC-F303-1CDC-C062D2CC87B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817" name="Group 7816">
                      <a:extLst>
                        <a:ext uri="{FF2B5EF4-FFF2-40B4-BE49-F238E27FC236}">
                          <a16:creationId xmlns:a16="http://schemas.microsoft.com/office/drawing/2014/main" id="{D442AB11-3BAB-64F8-9530-A2179B90506E}"/>
                        </a:ext>
                      </a:extLst>
                    </p:cNvPr>
                    <p:cNvGrpSpPr/>
                    <p:nvPr/>
                  </p:nvGrpSpPr>
                  <p:grpSpPr>
                    <a:xfrm>
                      <a:off x="6434137" y="3402011"/>
                      <a:ext cx="303213" cy="303213"/>
                      <a:chOff x="6434137" y="3402011"/>
                      <a:chExt cx="303213" cy="303213"/>
                    </a:xfrm>
                  </p:grpSpPr>
                  <p:grpSp>
                    <p:nvGrpSpPr>
                      <p:cNvPr id="7818" name="Group 7817">
                        <a:extLst>
                          <a:ext uri="{FF2B5EF4-FFF2-40B4-BE49-F238E27FC236}">
                            <a16:creationId xmlns:a16="http://schemas.microsoft.com/office/drawing/2014/main" id="{FF5B0432-1072-DF2D-27A4-F23E43952FED}"/>
                          </a:ext>
                        </a:extLst>
                      </p:cNvPr>
                      <p:cNvGrpSpPr/>
                      <p:nvPr/>
                    </p:nvGrpSpPr>
                    <p:grpSpPr>
                      <a:xfrm flipH="1">
                        <a:off x="6478587" y="3446461"/>
                        <a:ext cx="214313" cy="214313"/>
                        <a:chOff x="5354637" y="3446463"/>
                        <a:chExt cx="214313" cy="214313"/>
                      </a:xfrm>
                    </p:grpSpPr>
                    <p:sp>
                      <p:nvSpPr>
                        <p:cNvPr id="7823" name="Arc 7822">
                          <a:extLst>
                            <a:ext uri="{FF2B5EF4-FFF2-40B4-BE49-F238E27FC236}">
                              <a16:creationId xmlns:a16="http://schemas.microsoft.com/office/drawing/2014/main" id="{84CAE076-0A2A-153D-09DE-8BA4E4561C9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824" name="Arc 7823">
                          <a:extLst>
                            <a:ext uri="{FF2B5EF4-FFF2-40B4-BE49-F238E27FC236}">
                              <a16:creationId xmlns:a16="http://schemas.microsoft.com/office/drawing/2014/main" id="{FA91648E-CFF1-4FC7-B7F8-0F6ED2EC559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819" name="Group 7818">
                        <a:extLst>
                          <a:ext uri="{FF2B5EF4-FFF2-40B4-BE49-F238E27FC236}">
                            <a16:creationId xmlns:a16="http://schemas.microsoft.com/office/drawing/2014/main" id="{5E1529F1-8396-DC3C-7B03-BB53AE1D90E5}"/>
                          </a:ext>
                        </a:extLst>
                      </p:cNvPr>
                      <p:cNvGrpSpPr/>
                      <p:nvPr/>
                    </p:nvGrpSpPr>
                    <p:grpSpPr>
                      <a:xfrm rot="14400000" flipH="1">
                        <a:off x="6434137" y="3402011"/>
                        <a:ext cx="303213" cy="303213"/>
                        <a:chOff x="5354637" y="3446463"/>
                        <a:chExt cx="214313" cy="214313"/>
                      </a:xfrm>
                    </p:grpSpPr>
                    <p:sp>
                      <p:nvSpPr>
                        <p:cNvPr id="7821" name="Arc 7820">
                          <a:extLst>
                            <a:ext uri="{FF2B5EF4-FFF2-40B4-BE49-F238E27FC236}">
                              <a16:creationId xmlns:a16="http://schemas.microsoft.com/office/drawing/2014/main" id="{08FF781D-124B-0637-E13C-A5704B5B445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822" name="Arc 7821">
                          <a:extLst>
                            <a:ext uri="{FF2B5EF4-FFF2-40B4-BE49-F238E27FC236}">
                              <a16:creationId xmlns:a16="http://schemas.microsoft.com/office/drawing/2014/main" id="{1184AC06-DB58-43FB-2520-4C3C991B967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820" name="TextBox 7819">
                        <a:extLst>
                          <a:ext uri="{FF2B5EF4-FFF2-40B4-BE49-F238E27FC236}">
                            <a16:creationId xmlns:a16="http://schemas.microsoft.com/office/drawing/2014/main" id="{FF438163-2105-AAD3-0882-92B9DA7A0D5C}"/>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805" name="Group 7804">
                    <a:extLst>
                      <a:ext uri="{FF2B5EF4-FFF2-40B4-BE49-F238E27FC236}">
                        <a16:creationId xmlns:a16="http://schemas.microsoft.com/office/drawing/2014/main" id="{F04E1E36-0735-BCED-9048-CB53F3DD5F22}"/>
                      </a:ext>
                    </a:extLst>
                  </p:cNvPr>
                  <p:cNvGrpSpPr/>
                  <p:nvPr/>
                </p:nvGrpSpPr>
                <p:grpSpPr>
                  <a:xfrm>
                    <a:off x="6197413" y="3225768"/>
                    <a:ext cx="393192" cy="393192"/>
                    <a:chOff x="6389147" y="3932622"/>
                    <a:chExt cx="393192" cy="393192"/>
                  </a:xfrm>
                </p:grpSpPr>
                <p:grpSp>
                  <p:nvGrpSpPr>
                    <p:cNvPr id="7806" name="Group 7805">
                      <a:extLst>
                        <a:ext uri="{FF2B5EF4-FFF2-40B4-BE49-F238E27FC236}">
                          <a16:creationId xmlns:a16="http://schemas.microsoft.com/office/drawing/2014/main" id="{108D3332-84C5-7A9A-09B0-5DBCFAE82399}"/>
                        </a:ext>
                      </a:extLst>
                    </p:cNvPr>
                    <p:cNvGrpSpPr/>
                    <p:nvPr/>
                  </p:nvGrpSpPr>
                  <p:grpSpPr>
                    <a:xfrm flipH="1">
                      <a:off x="6478587" y="4022061"/>
                      <a:ext cx="214313" cy="214313"/>
                      <a:chOff x="5354637" y="3446463"/>
                      <a:chExt cx="214313" cy="214313"/>
                    </a:xfrm>
                  </p:grpSpPr>
                  <p:sp>
                    <p:nvSpPr>
                      <p:cNvPr id="7814" name="Arc 7813">
                        <a:extLst>
                          <a:ext uri="{FF2B5EF4-FFF2-40B4-BE49-F238E27FC236}">
                            <a16:creationId xmlns:a16="http://schemas.microsoft.com/office/drawing/2014/main" id="{D70CFC2B-A36D-134C-CA54-D7C5EC79F8B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815" name="Arc 7814">
                        <a:extLst>
                          <a:ext uri="{FF2B5EF4-FFF2-40B4-BE49-F238E27FC236}">
                            <a16:creationId xmlns:a16="http://schemas.microsoft.com/office/drawing/2014/main" id="{F7A607E4-518C-87E9-BEE0-11FC86665F8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807" name="Group 7806">
                      <a:extLst>
                        <a:ext uri="{FF2B5EF4-FFF2-40B4-BE49-F238E27FC236}">
                          <a16:creationId xmlns:a16="http://schemas.microsoft.com/office/drawing/2014/main" id="{194CB3EC-B191-76CD-E7BA-C525800E95BF}"/>
                        </a:ext>
                      </a:extLst>
                    </p:cNvPr>
                    <p:cNvGrpSpPr/>
                    <p:nvPr/>
                  </p:nvGrpSpPr>
                  <p:grpSpPr>
                    <a:xfrm rot="7200000" flipH="1">
                      <a:off x="6434137" y="3977611"/>
                      <a:ext cx="303213" cy="303213"/>
                      <a:chOff x="5354637" y="3446463"/>
                      <a:chExt cx="214313" cy="214313"/>
                    </a:xfrm>
                  </p:grpSpPr>
                  <p:sp>
                    <p:nvSpPr>
                      <p:cNvPr id="7812" name="Arc 7811">
                        <a:extLst>
                          <a:ext uri="{FF2B5EF4-FFF2-40B4-BE49-F238E27FC236}">
                            <a16:creationId xmlns:a16="http://schemas.microsoft.com/office/drawing/2014/main" id="{6233C870-943D-A848-E97C-8CD9BA1FF5A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813" name="Arc 7812">
                        <a:extLst>
                          <a:ext uri="{FF2B5EF4-FFF2-40B4-BE49-F238E27FC236}">
                            <a16:creationId xmlns:a16="http://schemas.microsoft.com/office/drawing/2014/main" id="{8DD29F34-B25A-376A-15DD-6CC03B7EC69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808" name="Group 7807">
                      <a:extLst>
                        <a:ext uri="{FF2B5EF4-FFF2-40B4-BE49-F238E27FC236}">
                          <a16:creationId xmlns:a16="http://schemas.microsoft.com/office/drawing/2014/main" id="{1D840A8F-E513-F449-2F65-CF6D183040A6}"/>
                        </a:ext>
                      </a:extLst>
                    </p:cNvPr>
                    <p:cNvGrpSpPr/>
                    <p:nvPr/>
                  </p:nvGrpSpPr>
                  <p:grpSpPr>
                    <a:xfrm rot="14400000" flipH="1">
                      <a:off x="6389147" y="3932622"/>
                      <a:ext cx="393192" cy="393192"/>
                      <a:chOff x="5354637" y="3446463"/>
                      <a:chExt cx="214313" cy="214313"/>
                    </a:xfrm>
                  </p:grpSpPr>
                  <p:sp>
                    <p:nvSpPr>
                      <p:cNvPr id="7810" name="Arc 7809">
                        <a:extLst>
                          <a:ext uri="{FF2B5EF4-FFF2-40B4-BE49-F238E27FC236}">
                            <a16:creationId xmlns:a16="http://schemas.microsoft.com/office/drawing/2014/main" id="{CC4D57F5-0ABA-7948-686B-2C297108175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811" name="Arc 7810">
                        <a:extLst>
                          <a:ext uri="{FF2B5EF4-FFF2-40B4-BE49-F238E27FC236}">
                            <a16:creationId xmlns:a16="http://schemas.microsoft.com/office/drawing/2014/main" id="{20313310-1E77-0D58-B874-AD05CFD5900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809" name="TextBox 7808">
                      <a:extLst>
                        <a:ext uri="{FF2B5EF4-FFF2-40B4-BE49-F238E27FC236}">
                          <a16:creationId xmlns:a16="http://schemas.microsoft.com/office/drawing/2014/main" id="{0A70E18C-AAE2-327C-54B2-A3B87DCFFE68}"/>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755" name="Group 7754">
                  <a:extLst>
                    <a:ext uri="{FF2B5EF4-FFF2-40B4-BE49-F238E27FC236}">
                      <a16:creationId xmlns:a16="http://schemas.microsoft.com/office/drawing/2014/main" id="{CAB297B6-0CFF-B20C-4EEB-42EFC3C949E6}"/>
                    </a:ext>
                  </a:extLst>
                </p:cNvPr>
                <p:cNvGrpSpPr/>
                <p:nvPr/>
              </p:nvGrpSpPr>
              <p:grpSpPr>
                <a:xfrm>
                  <a:off x="6069086" y="3246228"/>
                  <a:ext cx="1019224" cy="991639"/>
                  <a:chOff x="5886431" y="3225768"/>
                  <a:chExt cx="1019224" cy="991639"/>
                </a:xfrm>
              </p:grpSpPr>
              <p:grpSp>
                <p:nvGrpSpPr>
                  <p:cNvPr id="7756" name="Group 7755">
                    <a:extLst>
                      <a:ext uri="{FF2B5EF4-FFF2-40B4-BE49-F238E27FC236}">
                        <a16:creationId xmlns:a16="http://schemas.microsoft.com/office/drawing/2014/main" id="{6958050C-1472-15C4-B199-DE1766154763}"/>
                      </a:ext>
                    </a:extLst>
                  </p:cNvPr>
                  <p:cNvGrpSpPr/>
                  <p:nvPr/>
                </p:nvGrpSpPr>
                <p:grpSpPr>
                  <a:xfrm>
                    <a:off x="6197413" y="3824215"/>
                    <a:ext cx="393192" cy="393192"/>
                    <a:chOff x="5265196" y="3357021"/>
                    <a:chExt cx="393192" cy="393192"/>
                  </a:xfrm>
                </p:grpSpPr>
                <p:grpSp>
                  <p:nvGrpSpPr>
                    <p:cNvPr id="7791" name="Group 7790">
                      <a:extLst>
                        <a:ext uri="{FF2B5EF4-FFF2-40B4-BE49-F238E27FC236}">
                          <a16:creationId xmlns:a16="http://schemas.microsoft.com/office/drawing/2014/main" id="{A8D210B1-2CD4-C0D2-D559-24D98C856F41}"/>
                        </a:ext>
                      </a:extLst>
                    </p:cNvPr>
                    <p:cNvGrpSpPr/>
                    <p:nvPr/>
                  </p:nvGrpSpPr>
                  <p:grpSpPr>
                    <a:xfrm rot="14400000">
                      <a:off x="5265196" y="3357021"/>
                      <a:ext cx="393192" cy="393192"/>
                      <a:chOff x="5354637" y="3446463"/>
                      <a:chExt cx="214313" cy="214313"/>
                    </a:xfrm>
                  </p:grpSpPr>
                  <p:sp>
                    <p:nvSpPr>
                      <p:cNvPr id="7800" name="Arc 7799">
                        <a:extLst>
                          <a:ext uri="{FF2B5EF4-FFF2-40B4-BE49-F238E27FC236}">
                            <a16:creationId xmlns:a16="http://schemas.microsoft.com/office/drawing/2014/main" id="{31BAFE82-8975-736E-38E2-EBFBE06A031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801" name="Arc 7800">
                        <a:extLst>
                          <a:ext uri="{FF2B5EF4-FFF2-40B4-BE49-F238E27FC236}">
                            <a16:creationId xmlns:a16="http://schemas.microsoft.com/office/drawing/2014/main" id="{6F0032CE-D434-932E-2319-1ED4B9B70E4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792" name="Group 7791">
                      <a:extLst>
                        <a:ext uri="{FF2B5EF4-FFF2-40B4-BE49-F238E27FC236}">
                          <a16:creationId xmlns:a16="http://schemas.microsoft.com/office/drawing/2014/main" id="{D133C63E-B8AE-AEB6-AC1E-21AB4C913970}"/>
                        </a:ext>
                      </a:extLst>
                    </p:cNvPr>
                    <p:cNvGrpSpPr/>
                    <p:nvPr/>
                  </p:nvGrpSpPr>
                  <p:grpSpPr>
                    <a:xfrm>
                      <a:off x="5310186" y="3402011"/>
                      <a:ext cx="303213" cy="303213"/>
                      <a:chOff x="5310186" y="3402011"/>
                      <a:chExt cx="303213" cy="303213"/>
                    </a:xfrm>
                  </p:grpSpPr>
                  <p:grpSp>
                    <p:nvGrpSpPr>
                      <p:cNvPr id="7793" name="Group 7792">
                        <a:extLst>
                          <a:ext uri="{FF2B5EF4-FFF2-40B4-BE49-F238E27FC236}">
                            <a16:creationId xmlns:a16="http://schemas.microsoft.com/office/drawing/2014/main" id="{62772241-3343-CA2C-A625-F42890FFB672}"/>
                          </a:ext>
                        </a:extLst>
                      </p:cNvPr>
                      <p:cNvGrpSpPr/>
                      <p:nvPr/>
                    </p:nvGrpSpPr>
                    <p:grpSpPr>
                      <a:xfrm>
                        <a:off x="5354636" y="3446461"/>
                        <a:ext cx="214313" cy="214313"/>
                        <a:chOff x="5354637" y="3446463"/>
                        <a:chExt cx="214313" cy="214313"/>
                      </a:xfrm>
                    </p:grpSpPr>
                    <p:sp>
                      <p:nvSpPr>
                        <p:cNvPr id="7798" name="Arc 7797">
                          <a:extLst>
                            <a:ext uri="{FF2B5EF4-FFF2-40B4-BE49-F238E27FC236}">
                              <a16:creationId xmlns:a16="http://schemas.microsoft.com/office/drawing/2014/main" id="{B3C8606C-AC8C-6800-A2EA-10B1A5E44C5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799" name="Arc 7798">
                          <a:extLst>
                            <a:ext uri="{FF2B5EF4-FFF2-40B4-BE49-F238E27FC236}">
                              <a16:creationId xmlns:a16="http://schemas.microsoft.com/office/drawing/2014/main" id="{536DD586-4E7C-C924-4092-8666C9D19D2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794" name="Group 7793">
                        <a:extLst>
                          <a:ext uri="{FF2B5EF4-FFF2-40B4-BE49-F238E27FC236}">
                            <a16:creationId xmlns:a16="http://schemas.microsoft.com/office/drawing/2014/main" id="{C52E2488-6B97-E6E1-6128-9635543C6DC9}"/>
                          </a:ext>
                        </a:extLst>
                      </p:cNvPr>
                      <p:cNvGrpSpPr/>
                      <p:nvPr/>
                    </p:nvGrpSpPr>
                    <p:grpSpPr>
                      <a:xfrm rot="7200000">
                        <a:off x="5310186" y="3402011"/>
                        <a:ext cx="303213" cy="303213"/>
                        <a:chOff x="5354637" y="3446463"/>
                        <a:chExt cx="214313" cy="214313"/>
                      </a:xfrm>
                    </p:grpSpPr>
                    <p:sp>
                      <p:nvSpPr>
                        <p:cNvPr id="7796" name="Arc 7795">
                          <a:extLst>
                            <a:ext uri="{FF2B5EF4-FFF2-40B4-BE49-F238E27FC236}">
                              <a16:creationId xmlns:a16="http://schemas.microsoft.com/office/drawing/2014/main" id="{15724013-946A-1FBA-7106-1265EBCC2C2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797" name="Arc 7796">
                          <a:extLst>
                            <a:ext uri="{FF2B5EF4-FFF2-40B4-BE49-F238E27FC236}">
                              <a16:creationId xmlns:a16="http://schemas.microsoft.com/office/drawing/2014/main" id="{F2F88226-B7CF-D229-6762-AD32F98E59E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795" name="TextBox 7794">
                        <a:extLst>
                          <a:ext uri="{FF2B5EF4-FFF2-40B4-BE49-F238E27FC236}">
                            <a16:creationId xmlns:a16="http://schemas.microsoft.com/office/drawing/2014/main" id="{988D38D4-CF50-2F49-2D42-5F2A21C621E0}"/>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757" name="Group 7756">
                    <a:extLst>
                      <a:ext uri="{FF2B5EF4-FFF2-40B4-BE49-F238E27FC236}">
                        <a16:creationId xmlns:a16="http://schemas.microsoft.com/office/drawing/2014/main" id="{B2554ECA-AA04-89F6-6026-D1CC5E36E974}"/>
                      </a:ext>
                    </a:extLst>
                  </p:cNvPr>
                  <p:cNvGrpSpPr/>
                  <p:nvPr/>
                </p:nvGrpSpPr>
                <p:grpSpPr>
                  <a:xfrm>
                    <a:off x="5886431" y="3525040"/>
                    <a:ext cx="393192" cy="393192"/>
                    <a:chOff x="5265196" y="3932619"/>
                    <a:chExt cx="393192" cy="393192"/>
                  </a:xfrm>
                </p:grpSpPr>
                <p:grpSp>
                  <p:nvGrpSpPr>
                    <p:cNvPr id="7781" name="Group 7780">
                      <a:extLst>
                        <a:ext uri="{FF2B5EF4-FFF2-40B4-BE49-F238E27FC236}">
                          <a16:creationId xmlns:a16="http://schemas.microsoft.com/office/drawing/2014/main" id="{1831D7E4-E709-6567-32F7-61EB716CCCDD}"/>
                        </a:ext>
                      </a:extLst>
                    </p:cNvPr>
                    <p:cNvGrpSpPr/>
                    <p:nvPr/>
                  </p:nvGrpSpPr>
                  <p:grpSpPr>
                    <a:xfrm>
                      <a:off x="5354636" y="4022061"/>
                      <a:ext cx="214313" cy="214313"/>
                      <a:chOff x="5354637" y="3446463"/>
                      <a:chExt cx="214313" cy="214313"/>
                    </a:xfrm>
                  </p:grpSpPr>
                  <p:sp>
                    <p:nvSpPr>
                      <p:cNvPr id="7789" name="Arc 7788">
                        <a:extLst>
                          <a:ext uri="{FF2B5EF4-FFF2-40B4-BE49-F238E27FC236}">
                            <a16:creationId xmlns:a16="http://schemas.microsoft.com/office/drawing/2014/main" id="{6985BD70-483A-4F68-93DC-9084F524B03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790" name="Arc 7789">
                        <a:extLst>
                          <a:ext uri="{FF2B5EF4-FFF2-40B4-BE49-F238E27FC236}">
                            <a16:creationId xmlns:a16="http://schemas.microsoft.com/office/drawing/2014/main" id="{8335CFE4-B9C6-FC96-A382-4F7FE298E51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782" name="Group 7781">
                      <a:extLst>
                        <a:ext uri="{FF2B5EF4-FFF2-40B4-BE49-F238E27FC236}">
                          <a16:creationId xmlns:a16="http://schemas.microsoft.com/office/drawing/2014/main" id="{C491A246-E5E1-4040-63FD-3967F29239F2}"/>
                        </a:ext>
                      </a:extLst>
                    </p:cNvPr>
                    <p:cNvGrpSpPr/>
                    <p:nvPr/>
                  </p:nvGrpSpPr>
                  <p:grpSpPr>
                    <a:xfrm rot="14400000">
                      <a:off x="5310186" y="3977611"/>
                      <a:ext cx="303213" cy="303213"/>
                      <a:chOff x="5354637" y="3446463"/>
                      <a:chExt cx="214313" cy="214313"/>
                    </a:xfrm>
                  </p:grpSpPr>
                  <p:sp>
                    <p:nvSpPr>
                      <p:cNvPr id="7787" name="Arc 7786">
                        <a:extLst>
                          <a:ext uri="{FF2B5EF4-FFF2-40B4-BE49-F238E27FC236}">
                            <a16:creationId xmlns:a16="http://schemas.microsoft.com/office/drawing/2014/main" id="{7BF0846A-A1DE-EBCE-2C45-2353C1E2678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788" name="Arc 7787">
                        <a:extLst>
                          <a:ext uri="{FF2B5EF4-FFF2-40B4-BE49-F238E27FC236}">
                            <a16:creationId xmlns:a16="http://schemas.microsoft.com/office/drawing/2014/main" id="{565F1E53-80C0-9781-88C6-C442BFA46BA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783" name="Group 7782">
                      <a:extLst>
                        <a:ext uri="{FF2B5EF4-FFF2-40B4-BE49-F238E27FC236}">
                          <a16:creationId xmlns:a16="http://schemas.microsoft.com/office/drawing/2014/main" id="{33EAD934-641C-52C0-89C4-EB3BF92E29A4}"/>
                        </a:ext>
                      </a:extLst>
                    </p:cNvPr>
                    <p:cNvGrpSpPr/>
                    <p:nvPr/>
                  </p:nvGrpSpPr>
                  <p:grpSpPr>
                    <a:xfrm rot="7200000">
                      <a:off x="5265196" y="3932619"/>
                      <a:ext cx="393192" cy="393192"/>
                      <a:chOff x="5354637" y="3446463"/>
                      <a:chExt cx="214313" cy="214313"/>
                    </a:xfrm>
                  </p:grpSpPr>
                  <p:sp>
                    <p:nvSpPr>
                      <p:cNvPr id="7785" name="Arc 7784">
                        <a:extLst>
                          <a:ext uri="{FF2B5EF4-FFF2-40B4-BE49-F238E27FC236}">
                            <a16:creationId xmlns:a16="http://schemas.microsoft.com/office/drawing/2014/main" id="{1BA5F0BA-2C90-31AD-2976-3D382783345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786" name="Arc 7785">
                        <a:extLst>
                          <a:ext uri="{FF2B5EF4-FFF2-40B4-BE49-F238E27FC236}">
                            <a16:creationId xmlns:a16="http://schemas.microsoft.com/office/drawing/2014/main" id="{0385B7AF-140F-DDD0-C34E-D75DD73C1E2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784" name="TextBox 7783">
                      <a:extLst>
                        <a:ext uri="{FF2B5EF4-FFF2-40B4-BE49-F238E27FC236}">
                          <a16:creationId xmlns:a16="http://schemas.microsoft.com/office/drawing/2014/main" id="{52186863-A3B1-B45F-77E8-487EB702D4E1}"/>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7758" name="Group 7757">
                    <a:extLst>
                      <a:ext uri="{FF2B5EF4-FFF2-40B4-BE49-F238E27FC236}">
                        <a16:creationId xmlns:a16="http://schemas.microsoft.com/office/drawing/2014/main" id="{A3F6B5DA-F195-9CBA-ACC5-BD909ABDF938}"/>
                      </a:ext>
                    </a:extLst>
                  </p:cNvPr>
                  <p:cNvGrpSpPr/>
                  <p:nvPr/>
                </p:nvGrpSpPr>
                <p:grpSpPr>
                  <a:xfrm>
                    <a:off x="6512463" y="3525040"/>
                    <a:ext cx="393192" cy="393192"/>
                    <a:chOff x="6389147" y="3357021"/>
                    <a:chExt cx="393192" cy="393192"/>
                  </a:xfrm>
                </p:grpSpPr>
                <p:grpSp>
                  <p:nvGrpSpPr>
                    <p:cNvPr id="7770" name="Group 7769">
                      <a:extLst>
                        <a:ext uri="{FF2B5EF4-FFF2-40B4-BE49-F238E27FC236}">
                          <a16:creationId xmlns:a16="http://schemas.microsoft.com/office/drawing/2014/main" id="{1C37D916-3EB5-D552-AFD8-524A7D03C59D}"/>
                        </a:ext>
                      </a:extLst>
                    </p:cNvPr>
                    <p:cNvGrpSpPr/>
                    <p:nvPr/>
                  </p:nvGrpSpPr>
                  <p:grpSpPr>
                    <a:xfrm rot="7200000" flipH="1">
                      <a:off x="6389147" y="3357021"/>
                      <a:ext cx="393192" cy="393192"/>
                      <a:chOff x="5354637" y="3446463"/>
                      <a:chExt cx="214313" cy="214313"/>
                    </a:xfrm>
                  </p:grpSpPr>
                  <p:sp>
                    <p:nvSpPr>
                      <p:cNvPr id="7779" name="Arc 7778">
                        <a:extLst>
                          <a:ext uri="{FF2B5EF4-FFF2-40B4-BE49-F238E27FC236}">
                            <a16:creationId xmlns:a16="http://schemas.microsoft.com/office/drawing/2014/main" id="{02486E7B-6996-5547-8A59-B0DCA8FEFF3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780" name="Arc 7779">
                        <a:extLst>
                          <a:ext uri="{FF2B5EF4-FFF2-40B4-BE49-F238E27FC236}">
                            <a16:creationId xmlns:a16="http://schemas.microsoft.com/office/drawing/2014/main" id="{039DFAD9-DED7-0B43-F1E0-89D082E53BA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771" name="Group 7770">
                      <a:extLst>
                        <a:ext uri="{FF2B5EF4-FFF2-40B4-BE49-F238E27FC236}">
                          <a16:creationId xmlns:a16="http://schemas.microsoft.com/office/drawing/2014/main" id="{6EDCCF5F-CE5D-DB07-F0FD-726846C6A5FD}"/>
                        </a:ext>
                      </a:extLst>
                    </p:cNvPr>
                    <p:cNvGrpSpPr/>
                    <p:nvPr/>
                  </p:nvGrpSpPr>
                  <p:grpSpPr>
                    <a:xfrm>
                      <a:off x="6434137" y="3402011"/>
                      <a:ext cx="303213" cy="303213"/>
                      <a:chOff x="6434137" y="3402011"/>
                      <a:chExt cx="303213" cy="303213"/>
                    </a:xfrm>
                  </p:grpSpPr>
                  <p:grpSp>
                    <p:nvGrpSpPr>
                      <p:cNvPr id="7772" name="Group 7771">
                        <a:extLst>
                          <a:ext uri="{FF2B5EF4-FFF2-40B4-BE49-F238E27FC236}">
                            <a16:creationId xmlns:a16="http://schemas.microsoft.com/office/drawing/2014/main" id="{BBC54B26-FADC-EC88-6D3F-97110E661F05}"/>
                          </a:ext>
                        </a:extLst>
                      </p:cNvPr>
                      <p:cNvGrpSpPr/>
                      <p:nvPr/>
                    </p:nvGrpSpPr>
                    <p:grpSpPr>
                      <a:xfrm flipH="1">
                        <a:off x="6478587" y="3446461"/>
                        <a:ext cx="214313" cy="214313"/>
                        <a:chOff x="5354637" y="3446463"/>
                        <a:chExt cx="214313" cy="214313"/>
                      </a:xfrm>
                    </p:grpSpPr>
                    <p:sp>
                      <p:nvSpPr>
                        <p:cNvPr id="7777" name="Arc 7776">
                          <a:extLst>
                            <a:ext uri="{FF2B5EF4-FFF2-40B4-BE49-F238E27FC236}">
                              <a16:creationId xmlns:a16="http://schemas.microsoft.com/office/drawing/2014/main" id="{F251E28C-E334-FF7C-7313-9572A2D3F5A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778" name="Arc 7777">
                          <a:extLst>
                            <a:ext uri="{FF2B5EF4-FFF2-40B4-BE49-F238E27FC236}">
                              <a16:creationId xmlns:a16="http://schemas.microsoft.com/office/drawing/2014/main" id="{2FF2D1BC-191A-AED1-C46E-BAFDC1B8784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773" name="Group 7772">
                        <a:extLst>
                          <a:ext uri="{FF2B5EF4-FFF2-40B4-BE49-F238E27FC236}">
                            <a16:creationId xmlns:a16="http://schemas.microsoft.com/office/drawing/2014/main" id="{697B215D-B5EE-03CC-3D62-22C516C8740A}"/>
                          </a:ext>
                        </a:extLst>
                      </p:cNvPr>
                      <p:cNvGrpSpPr/>
                      <p:nvPr/>
                    </p:nvGrpSpPr>
                    <p:grpSpPr>
                      <a:xfrm rot="14400000" flipH="1">
                        <a:off x="6434137" y="3402011"/>
                        <a:ext cx="303213" cy="303213"/>
                        <a:chOff x="5354637" y="3446463"/>
                        <a:chExt cx="214313" cy="214313"/>
                      </a:xfrm>
                    </p:grpSpPr>
                    <p:sp>
                      <p:nvSpPr>
                        <p:cNvPr id="7775" name="Arc 7774">
                          <a:extLst>
                            <a:ext uri="{FF2B5EF4-FFF2-40B4-BE49-F238E27FC236}">
                              <a16:creationId xmlns:a16="http://schemas.microsoft.com/office/drawing/2014/main" id="{5DC17161-92ED-390F-FF83-1BD103F91D0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776" name="Arc 7775">
                          <a:extLst>
                            <a:ext uri="{FF2B5EF4-FFF2-40B4-BE49-F238E27FC236}">
                              <a16:creationId xmlns:a16="http://schemas.microsoft.com/office/drawing/2014/main" id="{7D9538D4-9D69-14D0-BE99-5E2B12053D1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774" name="TextBox 7773">
                        <a:extLst>
                          <a:ext uri="{FF2B5EF4-FFF2-40B4-BE49-F238E27FC236}">
                            <a16:creationId xmlns:a16="http://schemas.microsoft.com/office/drawing/2014/main" id="{D0CA250F-5FC7-3BF6-37DB-4C668AB83316}"/>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759" name="Group 7758">
                    <a:extLst>
                      <a:ext uri="{FF2B5EF4-FFF2-40B4-BE49-F238E27FC236}">
                        <a16:creationId xmlns:a16="http://schemas.microsoft.com/office/drawing/2014/main" id="{DC568FAB-8503-93B1-C19E-9980A0518295}"/>
                      </a:ext>
                    </a:extLst>
                  </p:cNvPr>
                  <p:cNvGrpSpPr/>
                  <p:nvPr/>
                </p:nvGrpSpPr>
                <p:grpSpPr>
                  <a:xfrm>
                    <a:off x="6197413" y="3225768"/>
                    <a:ext cx="393192" cy="393192"/>
                    <a:chOff x="6389147" y="3932622"/>
                    <a:chExt cx="393192" cy="393192"/>
                  </a:xfrm>
                </p:grpSpPr>
                <p:grpSp>
                  <p:nvGrpSpPr>
                    <p:cNvPr id="7760" name="Group 7759">
                      <a:extLst>
                        <a:ext uri="{FF2B5EF4-FFF2-40B4-BE49-F238E27FC236}">
                          <a16:creationId xmlns:a16="http://schemas.microsoft.com/office/drawing/2014/main" id="{AE3E48C9-0D26-967F-7DE3-ED7D2B575E25}"/>
                        </a:ext>
                      </a:extLst>
                    </p:cNvPr>
                    <p:cNvGrpSpPr/>
                    <p:nvPr/>
                  </p:nvGrpSpPr>
                  <p:grpSpPr>
                    <a:xfrm flipH="1">
                      <a:off x="6478587" y="4022061"/>
                      <a:ext cx="214313" cy="214313"/>
                      <a:chOff x="5354637" y="3446463"/>
                      <a:chExt cx="214313" cy="214313"/>
                    </a:xfrm>
                  </p:grpSpPr>
                  <p:sp>
                    <p:nvSpPr>
                      <p:cNvPr id="7768" name="Arc 7767">
                        <a:extLst>
                          <a:ext uri="{FF2B5EF4-FFF2-40B4-BE49-F238E27FC236}">
                            <a16:creationId xmlns:a16="http://schemas.microsoft.com/office/drawing/2014/main" id="{D3668D36-20B4-DEC8-4BA1-698AD900AD1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769" name="Arc 7768">
                        <a:extLst>
                          <a:ext uri="{FF2B5EF4-FFF2-40B4-BE49-F238E27FC236}">
                            <a16:creationId xmlns:a16="http://schemas.microsoft.com/office/drawing/2014/main" id="{8432B2DC-302D-66E9-1D62-AB8E2471FAF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761" name="Group 7760">
                      <a:extLst>
                        <a:ext uri="{FF2B5EF4-FFF2-40B4-BE49-F238E27FC236}">
                          <a16:creationId xmlns:a16="http://schemas.microsoft.com/office/drawing/2014/main" id="{CA3DD35B-59FF-A483-7DF7-5EC3AD4D8590}"/>
                        </a:ext>
                      </a:extLst>
                    </p:cNvPr>
                    <p:cNvGrpSpPr/>
                    <p:nvPr/>
                  </p:nvGrpSpPr>
                  <p:grpSpPr>
                    <a:xfrm rot="7200000" flipH="1">
                      <a:off x="6434137" y="3977611"/>
                      <a:ext cx="303213" cy="303213"/>
                      <a:chOff x="5354637" y="3446463"/>
                      <a:chExt cx="214313" cy="214313"/>
                    </a:xfrm>
                  </p:grpSpPr>
                  <p:sp>
                    <p:nvSpPr>
                      <p:cNvPr id="7766" name="Arc 7765">
                        <a:extLst>
                          <a:ext uri="{FF2B5EF4-FFF2-40B4-BE49-F238E27FC236}">
                            <a16:creationId xmlns:a16="http://schemas.microsoft.com/office/drawing/2014/main" id="{154EA997-D84B-DE7B-8C05-D252F9E777D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767" name="Arc 7766">
                        <a:extLst>
                          <a:ext uri="{FF2B5EF4-FFF2-40B4-BE49-F238E27FC236}">
                            <a16:creationId xmlns:a16="http://schemas.microsoft.com/office/drawing/2014/main" id="{E94B79E7-31CA-2DE2-FD5A-C153CA249AB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762" name="Group 7761">
                      <a:extLst>
                        <a:ext uri="{FF2B5EF4-FFF2-40B4-BE49-F238E27FC236}">
                          <a16:creationId xmlns:a16="http://schemas.microsoft.com/office/drawing/2014/main" id="{0060A92B-4021-30CB-59EA-543B4312ACF5}"/>
                        </a:ext>
                      </a:extLst>
                    </p:cNvPr>
                    <p:cNvGrpSpPr/>
                    <p:nvPr/>
                  </p:nvGrpSpPr>
                  <p:grpSpPr>
                    <a:xfrm rot="14400000" flipH="1">
                      <a:off x="6389147" y="3932622"/>
                      <a:ext cx="393192" cy="393192"/>
                      <a:chOff x="5354637" y="3446463"/>
                      <a:chExt cx="214313" cy="214313"/>
                    </a:xfrm>
                  </p:grpSpPr>
                  <p:sp>
                    <p:nvSpPr>
                      <p:cNvPr id="7764" name="Arc 7763">
                        <a:extLst>
                          <a:ext uri="{FF2B5EF4-FFF2-40B4-BE49-F238E27FC236}">
                            <a16:creationId xmlns:a16="http://schemas.microsoft.com/office/drawing/2014/main" id="{8F44410B-6598-DEEF-EC68-97C04050C03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765" name="Arc 7764">
                        <a:extLst>
                          <a:ext uri="{FF2B5EF4-FFF2-40B4-BE49-F238E27FC236}">
                            <a16:creationId xmlns:a16="http://schemas.microsoft.com/office/drawing/2014/main" id="{9DA63C35-A59C-80A8-9C73-C9EB723FB13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763" name="TextBox 7762">
                      <a:extLst>
                        <a:ext uri="{FF2B5EF4-FFF2-40B4-BE49-F238E27FC236}">
                          <a16:creationId xmlns:a16="http://schemas.microsoft.com/office/drawing/2014/main" id="{164D34D8-C684-213C-7B30-535742E5F4FD}"/>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7659" name="Group 7658">
                <a:extLst>
                  <a:ext uri="{FF2B5EF4-FFF2-40B4-BE49-F238E27FC236}">
                    <a16:creationId xmlns:a16="http://schemas.microsoft.com/office/drawing/2014/main" id="{536A94C9-2916-1654-49A5-3BD344E61F1C}"/>
                  </a:ext>
                </a:extLst>
              </p:cNvPr>
              <p:cNvGrpSpPr/>
              <p:nvPr/>
            </p:nvGrpSpPr>
            <p:grpSpPr>
              <a:xfrm>
                <a:off x="6065340" y="2039507"/>
                <a:ext cx="1643204" cy="1593124"/>
                <a:chOff x="5445106" y="2644743"/>
                <a:chExt cx="1643204" cy="1593124"/>
              </a:xfrm>
            </p:grpSpPr>
            <p:grpSp>
              <p:nvGrpSpPr>
                <p:cNvPr id="7660" name="Group 7659">
                  <a:extLst>
                    <a:ext uri="{FF2B5EF4-FFF2-40B4-BE49-F238E27FC236}">
                      <a16:creationId xmlns:a16="http://schemas.microsoft.com/office/drawing/2014/main" id="{4F4E2E7B-3A72-09AE-7F5A-FB35887B025C}"/>
                    </a:ext>
                  </a:extLst>
                </p:cNvPr>
                <p:cNvGrpSpPr/>
                <p:nvPr/>
              </p:nvGrpSpPr>
              <p:grpSpPr>
                <a:xfrm>
                  <a:off x="5445106" y="2644743"/>
                  <a:ext cx="1019224" cy="991639"/>
                  <a:chOff x="5886431" y="3225768"/>
                  <a:chExt cx="1019224" cy="991639"/>
                </a:xfrm>
              </p:grpSpPr>
              <p:grpSp>
                <p:nvGrpSpPr>
                  <p:cNvPr id="7708" name="Group 7707">
                    <a:extLst>
                      <a:ext uri="{FF2B5EF4-FFF2-40B4-BE49-F238E27FC236}">
                        <a16:creationId xmlns:a16="http://schemas.microsoft.com/office/drawing/2014/main" id="{56A009F3-2EFE-D4B4-1AC4-D4DD6478CAF4}"/>
                      </a:ext>
                    </a:extLst>
                  </p:cNvPr>
                  <p:cNvGrpSpPr/>
                  <p:nvPr/>
                </p:nvGrpSpPr>
                <p:grpSpPr>
                  <a:xfrm>
                    <a:off x="6197413" y="3824215"/>
                    <a:ext cx="393192" cy="393192"/>
                    <a:chOff x="5265196" y="3357021"/>
                    <a:chExt cx="393192" cy="393192"/>
                  </a:xfrm>
                </p:grpSpPr>
                <p:grpSp>
                  <p:nvGrpSpPr>
                    <p:cNvPr id="7743" name="Group 7742">
                      <a:extLst>
                        <a:ext uri="{FF2B5EF4-FFF2-40B4-BE49-F238E27FC236}">
                          <a16:creationId xmlns:a16="http://schemas.microsoft.com/office/drawing/2014/main" id="{0DDD1E77-714B-1CD6-BA51-22466286CEFB}"/>
                        </a:ext>
                      </a:extLst>
                    </p:cNvPr>
                    <p:cNvGrpSpPr/>
                    <p:nvPr/>
                  </p:nvGrpSpPr>
                  <p:grpSpPr>
                    <a:xfrm rot="14400000">
                      <a:off x="5265196" y="3357021"/>
                      <a:ext cx="393192" cy="393192"/>
                      <a:chOff x="5354637" y="3446463"/>
                      <a:chExt cx="214313" cy="214313"/>
                    </a:xfrm>
                  </p:grpSpPr>
                  <p:sp>
                    <p:nvSpPr>
                      <p:cNvPr id="7752" name="Arc 7751">
                        <a:extLst>
                          <a:ext uri="{FF2B5EF4-FFF2-40B4-BE49-F238E27FC236}">
                            <a16:creationId xmlns:a16="http://schemas.microsoft.com/office/drawing/2014/main" id="{E2C63BE0-93A6-AAEE-0843-553781B6BA0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753" name="Arc 7752">
                        <a:extLst>
                          <a:ext uri="{FF2B5EF4-FFF2-40B4-BE49-F238E27FC236}">
                            <a16:creationId xmlns:a16="http://schemas.microsoft.com/office/drawing/2014/main" id="{212ECA86-5A9B-BBD9-F1E1-F9C34BE1618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744" name="Group 7743">
                      <a:extLst>
                        <a:ext uri="{FF2B5EF4-FFF2-40B4-BE49-F238E27FC236}">
                          <a16:creationId xmlns:a16="http://schemas.microsoft.com/office/drawing/2014/main" id="{689B05B6-0DC8-97C7-2EB1-0C3422CA17FB}"/>
                        </a:ext>
                      </a:extLst>
                    </p:cNvPr>
                    <p:cNvGrpSpPr/>
                    <p:nvPr/>
                  </p:nvGrpSpPr>
                  <p:grpSpPr>
                    <a:xfrm>
                      <a:off x="5310186" y="3402011"/>
                      <a:ext cx="303213" cy="303213"/>
                      <a:chOff x="5310186" y="3402011"/>
                      <a:chExt cx="303213" cy="303213"/>
                    </a:xfrm>
                  </p:grpSpPr>
                  <p:grpSp>
                    <p:nvGrpSpPr>
                      <p:cNvPr id="7745" name="Group 7744">
                        <a:extLst>
                          <a:ext uri="{FF2B5EF4-FFF2-40B4-BE49-F238E27FC236}">
                            <a16:creationId xmlns:a16="http://schemas.microsoft.com/office/drawing/2014/main" id="{DB34B55F-3589-61C6-FA43-8E015F88F7A2}"/>
                          </a:ext>
                        </a:extLst>
                      </p:cNvPr>
                      <p:cNvGrpSpPr/>
                      <p:nvPr/>
                    </p:nvGrpSpPr>
                    <p:grpSpPr>
                      <a:xfrm>
                        <a:off x="5354636" y="3446461"/>
                        <a:ext cx="214313" cy="214313"/>
                        <a:chOff x="5354637" y="3446463"/>
                        <a:chExt cx="214313" cy="214313"/>
                      </a:xfrm>
                    </p:grpSpPr>
                    <p:sp>
                      <p:nvSpPr>
                        <p:cNvPr id="7750" name="Arc 7749">
                          <a:extLst>
                            <a:ext uri="{FF2B5EF4-FFF2-40B4-BE49-F238E27FC236}">
                              <a16:creationId xmlns:a16="http://schemas.microsoft.com/office/drawing/2014/main" id="{8A15F491-7E50-BCAA-4242-A6D65362A56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751" name="Arc 7750">
                          <a:extLst>
                            <a:ext uri="{FF2B5EF4-FFF2-40B4-BE49-F238E27FC236}">
                              <a16:creationId xmlns:a16="http://schemas.microsoft.com/office/drawing/2014/main" id="{2991A82D-7A47-ED25-8E3E-F3E917D6A2A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746" name="Group 7745">
                        <a:extLst>
                          <a:ext uri="{FF2B5EF4-FFF2-40B4-BE49-F238E27FC236}">
                            <a16:creationId xmlns:a16="http://schemas.microsoft.com/office/drawing/2014/main" id="{0BAD402F-C287-CCDA-A6F9-7BF7FB95541F}"/>
                          </a:ext>
                        </a:extLst>
                      </p:cNvPr>
                      <p:cNvGrpSpPr/>
                      <p:nvPr/>
                    </p:nvGrpSpPr>
                    <p:grpSpPr>
                      <a:xfrm rot="7200000">
                        <a:off x="5310186" y="3402011"/>
                        <a:ext cx="303213" cy="303213"/>
                        <a:chOff x="5354637" y="3446463"/>
                        <a:chExt cx="214313" cy="214313"/>
                      </a:xfrm>
                    </p:grpSpPr>
                    <p:sp>
                      <p:nvSpPr>
                        <p:cNvPr id="7748" name="Arc 7747">
                          <a:extLst>
                            <a:ext uri="{FF2B5EF4-FFF2-40B4-BE49-F238E27FC236}">
                              <a16:creationId xmlns:a16="http://schemas.microsoft.com/office/drawing/2014/main" id="{B1A1501E-A977-D2A0-63CC-348A005A529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749" name="Arc 7748">
                          <a:extLst>
                            <a:ext uri="{FF2B5EF4-FFF2-40B4-BE49-F238E27FC236}">
                              <a16:creationId xmlns:a16="http://schemas.microsoft.com/office/drawing/2014/main" id="{AEE31CCC-F6A0-E7C8-33DE-EBA048B5F32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747" name="TextBox 7746">
                        <a:extLst>
                          <a:ext uri="{FF2B5EF4-FFF2-40B4-BE49-F238E27FC236}">
                            <a16:creationId xmlns:a16="http://schemas.microsoft.com/office/drawing/2014/main" id="{7E9C8CA9-9C17-E323-5628-607AE1609203}"/>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709" name="Group 7708">
                    <a:extLst>
                      <a:ext uri="{FF2B5EF4-FFF2-40B4-BE49-F238E27FC236}">
                        <a16:creationId xmlns:a16="http://schemas.microsoft.com/office/drawing/2014/main" id="{E4A164B8-5FB8-97DD-E4E4-FDC7F4A767E4}"/>
                      </a:ext>
                    </a:extLst>
                  </p:cNvPr>
                  <p:cNvGrpSpPr/>
                  <p:nvPr/>
                </p:nvGrpSpPr>
                <p:grpSpPr>
                  <a:xfrm>
                    <a:off x="5886431" y="3525040"/>
                    <a:ext cx="393192" cy="393192"/>
                    <a:chOff x="5265196" y="3932619"/>
                    <a:chExt cx="393192" cy="393192"/>
                  </a:xfrm>
                </p:grpSpPr>
                <p:grpSp>
                  <p:nvGrpSpPr>
                    <p:cNvPr id="7733" name="Group 7732">
                      <a:extLst>
                        <a:ext uri="{FF2B5EF4-FFF2-40B4-BE49-F238E27FC236}">
                          <a16:creationId xmlns:a16="http://schemas.microsoft.com/office/drawing/2014/main" id="{B82190D7-5345-683B-2E7C-7E4E94D67F8D}"/>
                        </a:ext>
                      </a:extLst>
                    </p:cNvPr>
                    <p:cNvGrpSpPr/>
                    <p:nvPr/>
                  </p:nvGrpSpPr>
                  <p:grpSpPr>
                    <a:xfrm>
                      <a:off x="5354636" y="4022061"/>
                      <a:ext cx="214313" cy="214313"/>
                      <a:chOff x="5354637" y="3446463"/>
                      <a:chExt cx="214313" cy="214313"/>
                    </a:xfrm>
                  </p:grpSpPr>
                  <p:sp>
                    <p:nvSpPr>
                      <p:cNvPr id="7741" name="Arc 7740">
                        <a:extLst>
                          <a:ext uri="{FF2B5EF4-FFF2-40B4-BE49-F238E27FC236}">
                            <a16:creationId xmlns:a16="http://schemas.microsoft.com/office/drawing/2014/main" id="{C9445DD5-659A-E539-359B-A9BC04B8213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742" name="Arc 7741">
                        <a:extLst>
                          <a:ext uri="{FF2B5EF4-FFF2-40B4-BE49-F238E27FC236}">
                            <a16:creationId xmlns:a16="http://schemas.microsoft.com/office/drawing/2014/main" id="{48FC4833-5CB5-1B22-CE27-25D3FA2E1D3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734" name="Group 7733">
                      <a:extLst>
                        <a:ext uri="{FF2B5EF4-FFF2-40B4-BE49-F238E27FC236}">
                          <a16:creationId xmlns:a16="http://schemas.microsoft.com/office/drawing/2014/main" id="{D88C6DD8-13CB-5AA0-5FC3-B7898DF03719}"/>
                        </a:ext>
                      </a:extLst>
                    </p:cNvPr>
                    <p:cNvGrpSpPr/>
                    <p:nvPr/>
                  </p:nvGrpSpPr>
                  <p:grpSpPr>
                    <a:xfrm rot="14400000">
                      <a:off x="5310186" y="3977611"/>
                      <a:ext cx="303213" cy="303213"/>
                      <a:chOff x="5354637" y="3446463"/>
                      <a:chExt cx="214313" cy="214313"/>
                    </a:xfrm>
                  </p:grpSpPr>
                  <p:sp>
                    <p:nvSpPr>
                      <p:cNvPr id="7739" name="Arc 7738">
                        <a:extLst>
                          <a:ext uri="{FF2B5EF4-FFF2-40B4-BE49-F238E27FC236}">
                            <a16:creationId xmlns:a16="http://schemas.microsoft.com/office/drawing/2014/main" id="{DF3DD5D7-4592-4FFD-39A3-6C3130875B3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740" name="Arc 7739">
                        <a:extLst>
                          <a:ext uri="{FF2B5EF4-FFF2-40B4-BE49-F238E27FC236}">
                            <a16:creationId xmlns:a16="http://schemas.microsoft.com/office/drawing/2014/main" id="{720CEE89-DE9B-F7BF-8F7B-F3D9597033B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735" name="Group 7734">
                      <a:extLst>
                        <a:ext uri="{FF2B5EF4-FFF2-40B4-BE49-F238E27FC236}">
                          <a16:creationId xmlns:a16="http://schemas.microsoft.com/office/drawing/2014/main" id="{706A62CA-15CF-D25E-55E6-1CFE567D7C8C}"/>
                        </a:ext>
                      </a:extLst>
                    </p:cNvPr>
                    <p:cNvGrpSpPr/>
                    <p:nvPr/>
                  </p:nvGrpSpPr>
                  <p:grpSpPr>
                    <a:xfrm rot="7200000">
                      <a:off x="5265196" y="3932619"/>
                      <a:ext cx="393192" cy="393192"/>
                      <a:chOff x="5354637" y="3446463"/>
                      <a:chExt cx="214313" cy="214313"/>
                    </a:xfrm>
                  </p:grpSpPr>
                  <p:sp>
                    <p:nvSpPr>
                      <p:cNvPr id="7737" name="Arc 7736">
                        <a:extLst>
                          <a:ext uri="{FF2B5EF4-FFF2-40B4-BE49-F238E27FC236}">
                            <a16:creationId xmlns:a16="http://schemas.microsoft.com/office/drawing/2014/main" id="{6F801EFD-F396-5B33-34C7-B916CED0E74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738" name="Arc 7737">
                        <a:extLst>
                          <a:ext uri="{FF2B5EF4-FFF2-40B4-BE49-F238E27FC236}">
                            <a16:creationId xmlns:a16="http://schemas.microsoft.com/office/drawing/2014/main" id="{659F23C4-559B-168C-5319-558246A4101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736" name="TextBox 7735">
                      <a:extLst>
                        <a:ext uri="{FF2B5EF4-FFF2-40B4-BE49-F238E27FC236}">
                          <a16:creationId xmlns:a16="http://schemas.microsoft.com/office/drawing/2014/main" id="{1D90FBA4-8C73-4A6F-6BCC-55F5B5B6CCC8}"/>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7710" name="Group 7709">
                    <a:extLst>
                      <a:ext uri="{FF2B5EF4-FFF2-40B4-BE49-F238E27FC236}">
                        <a16:creationId xmlns:a16="http://schemas.microsoft.com/office/drawing/2014/main" id="{B968F317-68E3-CF26-2FB4-4F17901E3A70}"/>
                      </a:ext>
                    </a:extLst>
                  </p:cNvPr>
                  <p:cNvGrpSpPr/>
                  <p:nvPr/>
                </p:nvGrpSpPr>
                <p:grpSpPr>
                  <a:xfrm>
                    <a:off x="6512463" y="3525040"/>
                    <a:ext cx="393192" cy="393192"/>
                    <a:chOff x="6389147" y="3357021"/>
                    <a:chExt cx="393192" cy="393192"/>
                  </a:xfrm>
                </p:grpSpPr>
                <p:grpSp>
                  <p:nvGrpSpPr>
                    <p:cNvPr id="7722" name="Group 7721">
                      <a:extLst>
                        <a:ext uri="{FF2B5EF4-FFF2-40B4-BE49-F238E27FC236}">
                          <a16:creationId xmlns:a16="http://schemas.microsoft.com/office/drawing/2014/main" id="{D97A8266-3B18-961F-90A5-9A4D4CE5566A}"/>
                        </a:ext>
                      </a:extLst>
                    </p:cNvPr>
                    <p:cNvGrpSpPr/>
                    <p:nvPr/>
                  </p:nvGrpSpPr>
                  <p:grpSpPr>
                    <a:xfrm rot="7200000" flipH="1">
                      <a:off x="6389147" y="3357021"/>
                      <a:ext cx="393192" cy="393192"/>
                      <a:chOff x="5354637" y="3446463"/>
                      <a:chExt cx="214313" cy="214313"/>
                    </a:xfrm>
                  </p:grpSpPr>
                  <p:sp>
                    <p:nvSpPr>
                      <p:cNvPr id="7731" name="Arc 7730">
                        <a:extLst>
                          <a:ext uri="{FF2B5EF4-FFF2-40B4-BE49-F238E27FC236}">
                            <a16:creationId xmlns:a16="http://schemas.microsoft.com/office/drawing/2014/main" id="{01091D84-8681-4DC8-0D51-1E3AF190003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732" name="Arc 7731">
                        <a:extLst>
                          <a:ext uri="{FF2B5EF4-FFF2-40B4-BE49-F238E27FC236}">
                            <a16:creationId xmlns:a16="http://schemas.microsoft.com/office/drawing/2014/main" id="{FA144C7A-E150-9486-D64E-6C660F9401C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723" name="Group 7722">
                      <a:extLst>
                        <a:ext uri="{FF2B5EF4-FFF2-40B4-BE49-F238E27FC236}">
                          <a16:creationId xmlns:a16="http://schemas.microsoft.com/office/drawing/2014/main" id="{14CE710A-E0BA-CD8C-C916-B1072C5C1C87}"/>
                        </a:ext>
                      </a:extLst>
                    </p:cNvPr>
                    <p:cNvGrpSpPr/>
                    <p:nvPr/>
                  </p:nvGrpSpPr>
                  <p:grpSpPr>
                    <a:xfrm>
                      <a:off x="6434137" y="3402011"/>
                      <a:ext cx="303213" cy="303213"/>
                      <a:chOff x="6434137" y="3402011"/>
                      <a:chExt cx="303213" cy="303213"/>
                    </a:xfrm>
                  </p:grpSpPr>
                  <p:grpSp>
                    <p:nvGrpSpPr>
                      <p:cNvPr id="7724" name="Group 7723">
                        <a:extLst>
                          <a:ext uri="{FF2B5EF4-FFF2-40B4-BE49-F238E27FC236}">
                            <a16:creationId xmlns:a16="http://schemas.microsoft.com/office/drawing/2014/main" id="{ED77933E-185C-2486-C635-317F3EB0BCAC}"/>
                          </a:ext>
                        </a:extLst>
                      </p:cNvPr>
                      <p:cNvGrpSpPr/>
                      <p:nvPr/>
                    </p:nvGrpSpPr>
                    <p:grpSpPr>
                      <a:xfrm flipH="1">
                        <a:off x="6478587" y="3446461"/>
                        <a:ext cx="214313" cy="214313"/>
                        <a:chOff x="5354637" y="3446463"/>
                        <a:chExt cx="214313" cy="214313"/>
                      </a:xfrm>
                    </p:grpSpPr>
                    <p:sp>
                      <p:nvSpPr>
                        <p:cNvPr id="7729" name="Arc 7728">
                          <a:extLst>
                            <a:ext uri="{FF2B5EF4-FFF2-40B4-BE49-F238E27FC236}">
                              <a16:creationId xmlns:a16="http://schemas.microsoft.com/office/drawing/2014/main" id="{F64F0F99-51F8-FB32-F8C6-CAE5DB3051C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730" name="Arc 7729">
                          <a:extLst>
                            <a:ext uri="{FF2B5EF4-FFF2-40B4-BE49-F238E27FC236}">
                              <a16:creationId xmlns:a16="http://schemas.microsoft.com/office/drawing/2014/main" id="{ED4341E3-5116-5AC7-0EA1-9AD32E14C9F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725" name="Group 7724">
                        <a:extLst>
                          <a:ext uri="{FF2B5EF4-FFF2-40B4-BE49-F238E27FC236}">
                            <a16:creationId xmlns:a16="http://schemas.microsoft.com/office/drawing/2014/main" id="{A4CB4570-2120-4264-3121-006A04AD040F}"/>
                          </a:ext>
                        </a:extLst>
                      </p:cNvPr>
                      <p:cNvGrpSpPr/>
                      <p:nvPr/>
                    </p:nvGrpSpPr>
                    <p:grpSpPr>
                      <a:xfrm rot="14400000" flipH="1">
                        <a:off x="6434137" y="3402011"/>
                        <a:ext cx="303213" cy="303213"/>
                        <a:chOff x="5354637" y="3446463"/>
                        <a:chExt cx="214313" cy="214313"/>
                      </a:xfrm>
                    </p:grpSpPr>
                    <p:sp>
                      <p:nvSpPr>
                        <p:cNvPr id="7727" name="Arc 7726">
                          <a:extLst>
                            <a:ext uri="{FF2B5EF4-FFF2-40B4-BE49-F238E27FC236}">
                              <a16:creationId xmlns:a16="http://schemas.microsoft.com/office/drawing/2014/main" id="{67069591-5C01-CCCA-03A1-B150BDA063D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728" name="Arc 7727">
                          <a:extLst>
                            <a:ext uri="{FF2B5EF4-FFF2-40B4-BE49-F238E27FC236}">
                              <a16:creationId xmlns:a16="http://schemas.microsoft.com/office/drawing/2014/main" id="{AEBBF399-4A1A-4FEC-49DD-031B6DAE5A5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726" name="TextBox 7725">
                        <a:extLst>
                          <a:ext uri="{FF2B5EF4-FFF2-40B4-BE49-F238E27FC236}">
                            <a16:creationId xmlns:a16="http://schemas.microsoft.com/office/drawing/2014/main" id="{7B2FD1A6-37CA-5B42-0488-9D810B493D1A}"/>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711" name="Group 7710">
                    <a:extLst>
                      <a:ext uri="{FF2B5EF4-FFF2-40B4-BE49-F238E27FC236}">
                        <a16:creationId xmlns:a16="http://schemas.microsoft.com/office/drawing/2014/main" id="{407CFD7A-770E-6AF3-EA2B-EC7F16019823}"/>
                      </a:ext>
                    </a:extLst>
                  </p:cNvPr>
                  <p:cNvGrpSpPr/>
                  <p:nvPr/>
                </p:nvGrpSpPr>
                <p:grpSpPr>
                  <a:xfrm>
                    <a:off x="6197413" y="3225768"/>
                    <a:ext cx="393192" cy="393192"/>
                    <a:chOff x="6389147" y="3932622"/>
                    <a:chExt cx="393192" cy="393192"/>
                  </a:xfrm>
                </p:grpSpPr>
                <p:grpSp>
                  <p:nvGrpSpPr>
                    <p:cNvPr id="7712" name="Group 7711">
                      <a:extLst>
                        <a:ext uri="{FF2B5EF4-FFF2-40B4-BE49-F238E27FC236}">
                          <a16:creationId xmlns:a16="http://schemas.microsoft.com/office/drawing/2014/main" id="{10E2DE89-7A0B-0A8F-84FC-B6D88FF0F681}"/>
                        </a:ext>
                      </a:extLst>
                    </p:cNvPr>
                    <p:cNvGrpSpPr/>
                    <p:nvPr/>
                  </p:nvGrpSpPr>
                  <p:grpSpPr>
                    <a:xfrm flipH="1">
                      <a:off x="6478587" y="4022061"/>
                      <a:ext cx="214313" cy="214313"/>
                      <a:chOff x="5354637" y="3446463"/>
                      <a:chExt cx="214313" cy="214313"/>
                    </a:xfrm>
                  </p:grpSpPr>
                  <p:sp>
                    <p:nvSpPr>
                      <p:cNvPr id="7720" name="Arc 7719">
                        <a:extLst>
                          <a:ext uri="{FF2B5EF4-FFF2-40B4-BE49-F238E27FC236}">
                            <a16:creationId xmlns:a16="http://schemas.microsoft.com/office/drawing/2014/main" id="{6659F0E3-D821-872E-3888-8F84386ACF3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721" name="Arc 7720">
                        <a:extLst>
                          <a:ext uri="{FF2B5EF4-FFF2-40B4-BE49-F238E27FC236}">
                            <a16:creationId xmlns:a16="http://schemas.microsoft.com/office/drawing/2014/main" id="{C82A31AE-34A0-32E8-426C-6A5CF643096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713" name="Group 7712">
                      <a:extLst>
                        <a:ext uri="{FF2B5EF4-FFF2-40B4-BE49-F238E27FC236}">
                          <a16:creationId xmlns:a16="http://schemas.microsoft.com/office/drawing/2014/main" id="{3FCDE53B-C7D7-D251-AD64-4861CFE2FE0D}"/>
                        </a:ext>
                      </a:extLst>
                    </p:cNvPr>
                    <p:cNvGrpSpPr/>
                    <p:nvPr/>
                  </p:nvGrpSpPr>
                  <p:grpSpPr>
                    <a:xfrm rot="7200000" flipH="1">
                      <a:off x="6434137" y="3977611"/>
                      <a:ext cx="303213" cy="303213"/>
                      <a:chOff x="5354637" y="3446463"/>
                      <a:chExt cx="214313" cy="214313"/>
                    </a:xfrm>
                  </p:grpSpPr>
                  <p:sp>
                    <p:nvSpPr>
                      <p:cNvPr id="7718" name="Arc 7717">
                        <a:extLst>
                          <a:ext uri="{FF2B5EF4-FFF2-40B4-BE49-F238E27FC236}">
                            <a16:creationId xmlns:a16="http://schemas.microsoft.com/office/drawing/2014/main" id="{FDB0BF4D-B6BD-A062-F331-5B25F5E4776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719" name="Arc 7718">
                        <a:extLst>
                          <a:ext uri="{FF2B5EF4-FFF2-40B4-BE49-F238E27FC236}">
                            <a16:creationId xmlns:a16="http://schemas.microsoft.com/office/drawing/2014/main" id="{D7E4A59D-AF7E-55B3-BB23-BCE7CB65852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714" name="Group 7713">
                      <a:extLst>
                        <a:ext uri="{FF2B5EF4-FFF2-40B4-BE49-F238E27FC236}">
                          <a16:creationId xmlns:a16="http://schemas.microsoft.com/office/drawing/2014/main" id="{44BD9E00-F181-88AD-550C-524712B885C8}"/>
                        </a:ext>
                      </a:extLst>
                    </p:cNvPr>
                    <p:cNvGrpSpPr/>
                    <p:nvPr/>
                  </p:nvGrpSpPr>
                  <p:grpSpPr>
                    <a:xfrm rot="14400000" flipH="1">
                      <a:off x="6389147" y="3932622"/>
                      <a:ext cx="393192" cy="393192"/>
                      <a:chOff x="5354637" y="3446463"/>
                      <a:chExt cx="214313" cy="214313"/>
                    </a:xfrm>
                  </p:grpSpPr>
                  <p:sp>
                    <p:nvSpPr>
                      <p:cNvPr id="7716" name="Arc 7715">
                        <a:extLst>
                          <a:ext uri="{FF2B5EF4-FFF2-40B4-BE49-F238E27FC236}">
                            <a16:creationId xmlns:a16="http://schemas.microsoft.com/office/drawing/2014/main" id="{4A04C959-7414-737B-36F4-B0FAB9B5A95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717" name="Arc 7716">
                        <a:extLst>
                          <a:ext uri="{FF2B5EF4-FFF2-40B4-BE49-F238E27FC236}">
                            <a16:creationId xmlns:a16="http://schemas.microsoft.com/office/drawing/2014/main" id="{33BC188F-0911-D498-AAEB-25B305EA7CF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715" name="TextBox 7714">
                      <a:extLst>
                        <a:ext uri="{FF2B5EF4-FFF2-40B4-BE49-F238E27FC236}">
                          <a16:creationId xmlns:a16="http://schemas.microsoft.com/office/drawing/2014/main" id="{21053F60-20A4-BAE8-3ECF-8CDE5F726896}"/>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661" name="Group 7660">
                  <a:extLst>
                    <a:ext uri="{FF2B5EF4-FFF2-40B4-BE49-F238E27FC236}">
                      <a16:creationId xmlns:a16="http://schemas.microsoft.com/office/drawing/2014/main" id="{4C59AD54-ED19-B396-F6D1-2F38DA7232C8}"/>
                    </a:ext>
                  </a:extLst>
                </p:cNvPr>
                <p:cNvGrpSpPr/>
                <p:nvPr/>
              </p:nvGrpSpPr>
              <p:grpSpPr>
                <a:xfrm>
                  <a:off x="6069086" y="3246228"/>
                  <a:ext cx="1019224" cy="991639"/>
                  <a:chOff x="5886431" y="3225768"/>
                  <a:chExt cx="1019224" cy="991639"/>
                </a:xfrm>
              </p:grpSpPr>
              <p:grpSp>
                <p:nvGrpSpPr>
                  <p:cNvPr id="7662" name="Group 7661">
                    <a:extLst>
                      <a:ext uri="{FF2B5EF4-FFF2-40B4-BE49-F238E27FC236}">
                        <a16:creationId xmlns:a16="http://schemas.microsoft.com/office/drawing/2014/main" id="{86A0EEB0-2133-0C7E-2327-16A8BA5E5330}"/>
                      </a:ext>
                    </a:extLst>
                  </p:cNvPr>
                  <p:cNvGrpSpPr/>
                  <p:nvPr/>
                </p:nvGrpSpPr>
                <p:grpSpPr>
                  <a:xfrm>
                    <a:off x="6197413" y="3824215"/>
                    <a:ext cx="393192" cy="393192"/>
                    <a:chOff x="5265196" y="3357021"/>
                    <a:chExt cx="393192" cy="393192"/>
                  </a:xfrm>
                </p:grpSpPr>
                <p:grpSp>
                  <p:nvGrpSpPr>
                    <p:cNvPr id="7697" name="Group 7696">
                      <a:extLst>
                        <a:ext uri="{FF2B5EF4-FFF2-40B4-BE49-F238E27FC236}">
                          <a16:creationId xmlns:a16="http://schemas.microsoft.com/office/drawing/2014/main" id="{A0F52102-9AF9-9F62-F27D-34D59F8DF56A}"/>
                        </a:ext>
                      </a:extLst>
                    </p:cNvPr>
                    <p:cNvGrpSpPr/>
                    <p:nvPr/>
                  </p:nvGrpSpPr>
                  <p:grpSpPr>
                    <a:xfrm rot="14400000">
                      <a:off x="5265196" y="3357021"/>
                      <a:ext cx="393192" cy="393192"/>
                      <a:chOff x="5354637" y="3446463"/>
                      <a:chExt cx="214313" cy="214313"/>
                    </a:xfrm>
                  </p:grpSpPr>
                  <p:sp>
                    <p:nvSpPr>
                      <p:cNvPr id="7706" name="Arc 7705">
                        <a:extLst>
                          <a:ext uri="{FF2B5EF4-FFF2-40B4-BE49-F238E27FC236}">
                            <a16:creationId xmlns:a16="http://schemas.microsoft.com/office/drawing/2014/main" id="{56997FE1-646B-01B4-5F38-26D102E9052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707" name="Arc 7706">
                        <a:extLst>
                          <a:ext uri="{FF2B5EF4-FFF2-40B4-BE49-F238E27FC236}">
                            <a16:creationId xmlns:a16="http://schemas.microsoft.com/office/drawing/2014/main" id="{A504B8A5-F633-EA27-C4EA-62C54774685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698" name="Group 7697">
                      <a:extLst>
                        <a:ext uri="{FF2B5EF4-FFF2-40B4-BE49-F238E27FC236}">
                          <a16:creationId xmlns:a16="http://schemas.microsoft.com/office/drawing/2014/main" id="{94D1F5B1-6E56-B147-365A-2AE7CC2CB29E}"/>
                        </a:ext>
                      </a:extLst>
                    </p:cNvPr>
                    <p:cNvGrpSpPr/>
                    <p:nvPr/>
                  </p:nvGrpSpPr>
                  <p:grpSpPr>
                    <a:xfrm>
                      <a:off x="5310186" y="3402011"/>
                      <a:ext cx="303213" cy="303213"/>
                      <a:chOff x="5310186" y="3402011"/>
                      <a:chExt cx="303213" cy="303213"/>
                    </a:xfrm>
                  </p:grpSpPr>
                  <p:grpSp>
                    <p:nvGrpSpPr>
                      <p:cNvPr id="7699" name="Group 7698">
                        <a:extLst>
                          <a:ext uri="{FF2B5EF4-FFF2-40B4-BE49-F238E27FC236}">
                            <a16:creationId xmlns:a16="http://schemas.microsoft.com/office/drawing/2014/main" id="{F1E40035-C839-8EC0-5AA1-9D13EA85A1D8}"/>
                          </a:ext>
                        </a:extLst>
                      </p:cNvPr>
                      <p:cNvGrpSpPr/>
                      <p:nvPr/>
                    </p:nvGrpSpPr>
                    <p:grpSpPr>
                      <a:xfrm>
                        <a:off x="5354636" y="3446461"/>
                        <a:ext cx="214313" cy="214313"/>
                        <a:chOff x="5354637" y="3446463"/>
                        <a:chExt cx="214313" cy="214313"/>
                      </a:xfrm>
                    </p:grpSpPr>
                    <p:sp>
                      <p:nvSpPr>
                        <p:cNvPr id="7704" name="Arc 7703">
                          <a:extLst>
                            <a:ext uri="{FF2B5EF4-FFF2-40B4-BE49-F238E27FC236}">
                              <a16:creationId xmlns:a16="http://schemas.microsoft.com/office/drawing/2014/main" id="{48C45BC9-F848-20E3-5AA7-7218CD58AC6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705" name="Arc 7704">
                          <a:extLst>
                            <a:ext uri="{FF2B5EF4-FFF2-40B4-BE49-F238E27FC236}">
                              <a16:creationId xmlns:a16="http://schemas.microsoft.com/office/drawing/2014/main" id="{63F1DAFF-A911-C1F7-C13E-6C866F21579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700" name="Group 7699">
                        <a:extLst>
                          <a:ext uri="{FF2B5EF4-FFF2-40B4-BE49-F238E27FC236}">
                            <a16:creationId xmlns:a16="http://schemas.microsoft.com/office/drawing/2014/main" id="{2495C111-6075-A0D8-8D0B-84140BAEDBEF}"/>
                          </a:ext>
                        </a:extLst>
                      </p:cNvPr>
                      <p:cNvGrpSpPr/>
                      <p:nvPr/>
                    </p:nvGrpSpPr>
                    <p:grpSpPr>
                      <a:xfrm rot="7200000">
                        <a:off x="5310186" y="3402011"/>
                        <a:ext cx="303213" cy="303213"/>
                        <a:chOff x="5354637" y="3446463"/>
                        <a:chExt cx="214313" cy="214313"/>
                      </a:xfrm>
                    </p:grpSpPr>
                    <p:sp>
                      <p:nvSpPr>
                        <p:cNvPr id="7702" name="Arc 7701">
                          <a:extLst>
                            <a:ext uri="{FF2B5EF4-FFF2-40B4-BE49-F238E27FC236}">
                              <a16:creationId xmlns:a16="http://schemas.microsoft.com/office/drawing/2014/main" id="{0DD1A155-738D-49F4-3272-3D2A06F6DF6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703" name="Arc 7702">
                          <a:extLst>
                            <a:ext uri="{FF2B5EF4-FFF2-40B4-BE49-F238E27FC236}">
                              <a16:creationId xmlns:a16="http://schemas.microsoft.com/office/drawing/2014/main" id="{39A3473F-6606-5EAC-E620-562C1771788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701" name="TextBox 7700">
                        <a:extLst>
                          <a:ext uri="{FF2B5EF4-FFF2-40B4-BE49-F238E27FC236}">
                            <a16:creationId xmlns:a16="http://schemas.microsoft.com/office/drawing/2014/main" id="{AC6C4097-1CA7-53EC-4E0A-0A31F2FF9904}"/>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663" name="Group 7662">
                    <a:extLst>
                      <a:ext uri="{FF2B5EF4-FFF2-40B4-BE49-F238E27FC236}">
                        <a16:creationId xmlns:a16="http://schemas.microsoft.com/office/drawing/2014/main" id="{A1357D15-CDE3-7028-7167-03C451BAEDF5}"/>
                      </a:ext>
                    </a:extLst>
                  </p:cNvPr>
                  <p:cNvGrpSpPr/>
                  <p:nvPr/>
                </p:nvGrpSpPr>
                <p:grpSpPr>
                  <a:xfrm>
                    <a:off x="5886431" y="3525040"/>
                    <a:ext cx="393192" cy="393192"/>
                    <a:chOff x="5265196" y="3932619"/>
                    <a:chExt cx="393192" cy="393192"/>
                  </a:xfrm>
                </p:grpSpPr>
                <p:grpSp>
                  <p:nvGrpSpPr>
                    <p:cNvPr id="7687" name="Group 7686">
                      <a:extLst>
                        <a:ext uri="{FF2B5EF4-FFF2-40B4-BE49-F238E27FC236}">
                          <a16:creationId xmlns:a16="http://schemas.microsoft.com/office/drawing/2014/main" id="{BEA64552-A390-923F-E608-8AC9BAD810BE}"/>
                        </a:ext>
                      </a:extLst>
                    </p:cNvPr>
                    <p:cNvGrpSpPr/>
                    <p:nvPr/>
                  </p:nvGrpSpPr>
                  <p:grpSpPr>
                    <a:xfrm>
                      <a:off x="5354636" y="4022061"/>
                      <a:ext cx="214313" cy="214313"/>
                      <a:chOff x="5354637" y="3446463"/>
                      <a:chExt cx="214313" cy="214313"/>
                    </a:xfrm>
                  </p:grpSpPr>
                  <p:sp>
                    <p:nvSpPr>
                      <p:cNvPr id="7695" name="Arc 7694">
                        <a:extLst>
                          <a:ext uri="{FF2B5EF4-FFF2-40B4-BE49-F238E27FC236}">
                            <a16:creationId xmlns:a16="http://schemas.microsoft.com/office/drawing/2014/main" id="{F25D3646-5023-7BDD-A598-602211C8674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696" name="Arc 7695">
                        <a:extLst>
                          <a:ext uri="{FF2B5EF4-FFF2-40B4-BE49-F238E27FC236}">
                            <a16:creationId xmlns:a16="http://schemas.microsoft.com/office/drawing/2014/main" id="{25E98CA7-814E-96F8-1BB7-C2E50AC4861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688" name="Group 7687">
                      <a:extLst>
                        <a:ext uri="{FF2B5EF4-FFF2-40B4-BE49-F238E27FC236}">
                          <a16:creationId xmlns:a16="http://schemas.microsoft.com/office/drawing/2014/main" id="{449A7264-37DB-B734-6BEC-2F42CD1F6042}"/>
                        </a:ext>
                      </a:extLst>
                    </p:cNvPr>
                    <p:cNvGrpSpPr/>
                    <p:nvPr/>
                  </p:nvGrpSpPr>
                  <p:grpSpPr>
                    <a:xfrm rot="14400000">
                      <a:off x="5310186" y="3977611"/>
                      <a:ext cx="303213" cy="303213"/>
                      <a:chOff x="5354637" y="3446463"/>
                      <a:chExt cx="214313" cy="214313"/>
                    </a:xfrm>
                  </p:grpSpPr>
                  <p:sp>
                    <p:nvSpPr>
                      <p:cNvPr id="7693" name="Arc 7692">
                        <a:extLst>
                          <a:ext uri="{FF2B5EF4-FFF2-40B4-BE49-F238E27FC236}">
                            <a16:creationId xmlns:a16="http://schemas.microsoft.com/office/drawing/2014/main" id="{3F0BEA5E-793F-2D3D-1880-13A39BF6FAD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694" name="Arc 7693">
                        <a:extLst>
                          <a:ext uri="{FF2B5EF4-FFF2-40B4-BE49-F238E27FC236}">
                            <a16:creationId xmlns:a16="http://schemas.microsoft.com/office/drawing/2014/main" id="{FF5D9B62-C329-36AB-99C1-A9F6A0AFE78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689" name="Group 7688">
                      <a:extLst>
                        <a:ext uri="{FF2B5EF4-FFF2-40B4-BE49-F238E27FC236}">
                          <a16:creationId xmlns:a16="http://schemas.microsoft.com/office/drawing/2014/main" id="{DF071B5B-0468-D640-8E90-FF79E76BD47C}"/>
                        </a:ext>
                      </a:extLst>
                    </p:cNvPr>
                    <p:cNvGrpSpPr/>
                    <p:nvPr/>
                  </p:nvGrpSpPr>
                  <p:grpSpPr>
                    <a:xfrm rot="7200000">
                      <a:off x="5265196" y="3932619"/>
                      <a:ext cx="393192" cy="393192"/>
                      <a:chOff x="5354637" y="3446463"/>
                      <a:chExt cx="214313" cy="214313"/>
                    </a:xfrm>
                  </p:grpSpPr>
                  <p:sp>
                    <p:nvSpPr>
                      <p:cNvPr id="7691" name="Arc 7690">
                        <a:extLst>
                          <a:ext uri="{FF2B5EF4-FFF2-40B4-BE49-F238E27FC236}">
                            <a16:creationId xmlns:a16="http://schemas.microsoft.com/office/drawing/2014/main" id="{E9689F9C-DA46-C1B3-6FA7-00B02CE7388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692" name="Arc 7691">
                        <a:extLst>
                          <a:ext uri="{FF2B5EF4-FFF2-40B4-BE49-F238E27FC236}">
                            <a16:creationId xmlns:a16="http://schemas.microsoft.com/office/drawing/2014/main" id="{5134D256-36C5-D883-B536-5FFF79D77DA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690" name="TextBox 7689">
                      <a:extLst>
                        <a:ext uri="{FF2B5EF4-FFF2-40B4-BE49-F238E27FC236}">
                          <a16:creationId xmlns:a16="http://schemas.microsoft.com/office/drawing/2014/main" id="{3F3D21D3-480E-F527-30C8-0E6BA48E3D16}"/>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7664" name="Group 7663">
                    <a:extLst>
                      <a:ext uri="{FF2B5EF4-FFF2-40B4-BE49-F238E27FC236}">
                        <a16:creationId xmlns:a16="http://schemas.microsoft.com/office/drawing/2014/main" id="{C39B3F36-BB4E-96DF-9059-601347436D17}"/>
                      </a:ext>
                    </a:extLst>
                  </p:cNvPr>
                  <p:cNvGrpSpPr/>
                  <p:nvPr/>
                </p:nvGrpSpPr>
                <p:grpSpPr>
                  <a:xfrm>
                    <a:off x="6512463" y="3525040"/>
                    <a:ext cx="393192" cy="393192"/>
                    <a:chOff x="6389147" y="3357021"/>
                    <a:chExt cx="393192" cy="393192"/>
                  </a:xfrm>
                </p:grpSpPr>
                <p:grpSp>
                  <p:nvGrpSpPr>
                    <p:cNvPr id="7676" name="Group 7675">
                      <a:extLst>
                        <a:ext uri="{FF2B5EF4-FFF2-40B4-BE49-F238E27FC236}">
                          <a16:creationId xmlns:a16="http://schemas.microsoft.com/office/drawing/2014/main" id="{C30FDB98-F24C-E597-30F3-BD26AFB0494B}"/>
                        </a:ext>
                      </a:extLst>
                    </p:cNvPr>
                    <p:cNvGrpSpPr/>
                    <p:nvPr/>
                  </p:nvGrpSpPr>
                  <p:grpSpPr>
                    <a:xfrm rot="7200000" flipH="1">
                      <a:off x="6389147" y="3357021"/>
                      <a:ext cx="393192" cy="393192"/>
                      <a:chOff x="5354637" y="3446463"/>
                      <a:chExt cx="214313" cy="214313"/>
                    </a:xfrm>
                  </p:grpSpPr>
                  <p:sp>
                    <p:nvSpPr>
                      <p:cNvPr id="7685" name="Arc 7684">
                        <a:extLst>
                          <a:ext uri="{FF2B5EF4-FFF2-40B4-BE49-F238E27FC236}">
                            <a16:creationId xmlns:a16="http://schemas.microsoft.com/office/drawing/2014/main" id="{4D433E0D-7D48-BF3F-8421-B8EA72D0947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686" name="Arc 7685">
                        <a:extLst>
                          <a:ext uri="{FF2B5EF4-FFF2-40B4-BE49-F238E27FC236}">
                            <a16:creationId xmlns:a16="http://schemas.microsoft.com/office/drawing/2014/main" id="{50855B57-C028-D6E3-8A5C-FB5472ED836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677" name="Group 7676">
                      <a:extLst>
                        <a:ext uri="{FF2B5EF4-FFF2-40B4-BE49-F238E27FC236}">
                          <a16:creationId xmlns:a16="http://schemas.microsoft.com/office/drawing/2014/main" id="{3791B6D3-B866-A2A2-2B75-0C352EE976BD}"/>
                        </a:ext>
                      </a:extLst>
                    </p:cNvPr>
                    <p:cNvGrpSpPr/>
                    <p:nvPr/>
                  </p:nvGrpSpPr>
                  <p:grpSpPr>
                    <a:xfrm>
                      <a:off x="6434137" y="3402011"/>
                      <a:ext cx="303213" cy="303213"/>
                      <a:chOff x="6434137" y="3402011"/>
                      <a:chExt cx="303213" cy="303213"/>
                    </a:xfrm>
                  </p:grpSpPr>
                  <p:grpSp>
                    <p:nvGrpSpPr>
                      <p:cNvPr id="7678" name="Group 7677">
                        <a:extLst>
                          <a:ext uri="{FF2B5EF4-FFF2-40B4-BE49-F238E27FC236}">
                            <a16:creationId xmlns:a16="http://schemas.microsoft.com/office/drawing/2014/main" id="{16F235CC-1F43-A8B8-8975-5EAB97C18C56}"/>
                          </a:ext>
                        </a:extLst>
                      </p:cNvPr>
                      <p:cNvGrpSpPr/>
                      <p:nvPr/>
                    </p:nvGrpSpPr>
                    <p:grpSpPr>
                      <a:xfrm flipH="1">
                        <a:off x="6478587" y="3446461"/>
                        <a:ext cx="214313" cy="214313"/>
                        <a:chOff x="5354637" y="3446463"/>
                        <a:chExt cx="214313" cy="214313"/>
                      </a:xfrm>
                    </p:grpSpPr>
                    <p:sp>
                      <p:nvSpPr>
                        <p:cNvPr id="7683" name="Arc 7682">
                          <a:extLst>
                            <a:ext uri="{FF2B5EF4-FFF2-40B4-BE49-F238E27FC236}">
                              <a16:creationId xmlns:a16="http://schemas.microsoft.com/office/drawing/2014/main" id="{FA3417CF-9924-B0E4-D50F-3618333D38D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684" name="Arc 7683">
                          <a:extLst>
                            <a:ext uri="{FF2B5EF4-FFF2-40B4-BE49-F238E27FC236}">
                              <a16:creationId xmlns:a16="http://schemas.microsoft.com/office/drawing/2014/main" id="{4021DEF9-24C4-4EB8-858D-32F2A42C323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679" name="Group 7678">
                        <a:extLst>
                          <a:ext uri="{FF2B5EF4-FFF2-40B4-BE49-F238E27FC236}">
                            <a16:creationId xmlns:a16="http://schemas.microsoft.com/office/drawing/2014/main" id="{16BA1966-5E3D-060B-F71C-53183ABE85AD}"/>
                          </a:ext>
                        </a:extLst>
                      </p:cNvPr>
                      <p:cNvGrpSpPr/>
                      <p:nvPr/>
                    </p:nvGrpSpPr>
                    <p:grpSpPr>
                      <a:xfrm rot="14400000" flipH="1">
                        <a:off x="6434137" y="3402011"/>
                        <a:ext cx="303213" cy="303213"/>
                        <a:chOff x="5354637" y="3446463"/>
                        <a:chExt cx="214313" cy="214313"/>
                      </a:xfrm>
                    </p:grpSpPr>
                    <p:sp>
                      <p:nvSpPr>
                        <p:cNvPr id="7681" name="Arc 7680">
                          <a:extLst>
                            <a:ext uri="{FF2B5EF4-FFF2-40B4-BE49-F238E27FC236}">
                              <a16:creationId xmlns:a16="http://schemas.microsoft.com/office/drawing/2014/main" id="{5E689902-D2F9-0688-CABE-F5A08465FB3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682" name="Arc 7681">
                          <a:extLst>
                            <a:ext uri="{FF2B5EF4-FFF2-40B4-BE49-F238E27FC236}">
                              <a16:creationId xmlns:a16="http://schemas.microsoft.com/office/drawing/2014/main" id="{55D3F972-CBDC-DE2C-9CE8-539F963FF6B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680" name="TextBox 7679">
                        <a:extLst>
                          <a:ext uri="{FF2B5EF4-FFF2-40B4-BE49-F238E27FC236}">
                            <a16:creationId xmlns:a16="http://schemas.microsoft.com/office/drawing/2014/main" id="{552DD8AE-2468-2C0E-E79E-E8A012E9EAEF}"/>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665" name="Group 7664">
                    <a:extLst>
                      <a:ext uri="{FF2B5EF4-FFF2-40B4-BE49-F238E27FC236}">
                        <a16:creationId xmlns:a16="http://schemas.microsoft.com/office/drawing/2014/main" id="{31D07289-57B7-F2FE-3249-115436C189A4}"/>
                      </a:ext>
                    </a:extLst>
                  </p:cNvPr>
                  <p:cNvGrpSpPr/>
                  <p:nvPr/>
                </p:nvGrpSpPr>
                <p:grpSpPr>
                  <a:xfrm>
                    <a:off x="6197413" y="3225768"/>
                    <a:ext cx="393192" cy="393192"/>
                    <a:chOff x="6389147" y="3932622"/>
                    <a:chExt cx="393192" cy="393192"/>
                  </a:xfrm>
                </p:grpSpPr>
                <p:grpSp>
                  <p:nvGrpSpPr>
                    <p:cNvPr id="7666" name="Group 7665">
                      <a:extLst>
                        <a:ext uri="{FF2B5EF4-FFF2-40B4-BE49-F238E27FC236}">
                          <a16:creationId xmlns:a16="http://schemas.microsoft.com/office/drawing/2014/main" id="{F018D2B1-A515-5275-2332-0DFA39F84FBB}"/>
                        </a:ext>
                      </a:extLst>
                    </p:cNvPr>
                    <p:cNvGrpSpPr/>
                    <p:nvPr/>
                  </p:nvGrpSpPr>
                  <p:grpSpPr>
                    <a:xfrm flipH="1">
                      <a:off x="6478587" y="4022061"/>
                      <a:ext cx="214313" cy="214313"/>
                      <a:chOff x="5354637" y="3446463"/>
                      <a:chExt cx="214313" cy="214313"/>
                    </a:xfrm>
                  </p:grpSpPr>
                  <p:sp>
                    <p:nvSpPr>
                      <p:cNvPr id="7674" name="Arc 7673">
                        <a:extLst>
                          <a:ext uri="{FF2B5EF4-FFF2-40B4-BE49-F238E27FC236}">
                            <a16:creationId xmlns:a16="http://schemas.microsoft.com/office/drawing/2014/main" id="{1A7318E4-5E15-30DE-945C-9C10648620F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675" name="Arc 7674">
                        <a:extLst>
                          <a:ext uri="{FF2B5EF4-FFF2-40B4-BE49-F238E27FC236}">
                            <a16:creationId xmlns:a16="http://schemas.microsoft.com/office/drawing/2014/main" id="{7D4D2490-880C-BB4C-3456-F05533B8369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667" name="Group 7666">
                      <a:extLst>
                        <a:ext uri="{FF2B5EF4-FFF2-40B4-BE49-F238E27FC236}">
                          <a16:creationId xmlns:a16="http://schemas.microsoft.com/office/drawing/2014/main" id="{1393BD4B-820F-EE34-9EA4-1E71A8847973}"/>
                        </a:ext>
                      </a:extLst>
                    </p:cNvPr>
                    <p:cNvGrpSpPr/>
                    <p:nvPr/>
                  </p:nvGrpSpPr>
                  <p:grpSpPr>
                    <a:xfrm rot="7200000" flipH="1">
                      <a:off x="6434137" y="3977611"/>
                      <a:ext cx="303213" cy="303213"/>
                      <a:chOff x="5354637" y="3446463"/>
                      <a:chExt cx="214313" cy="214313"/>
                    </a:xfrm>
                  </p:grpSpPr>
                  <p:sp>
                    <p:nvSpPr>
                      <p:cNvPr id="7672" name="Arc 7671">
                        <a:extLst>
                          <a:ext uri="{FF2B5EF4-FFF2-40B4-BE49-F238E27FC236}">
                            <a16:creationId xmlns:a16="http://schemas.microsoft.com/office/drawing/2014/main" id="{E8A36D0E-470F-4AAB-C4E0-067046F8CA4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673" name="Arc 7672">
                        <a:extLst>
                          <a:ext uri="{FF2B5EF4-FFF2-40B4-BE49-F238E27FC236}">
                            <a16:creationId xmlns:a16="http://schemas.microsoft.com/office/drawing/2014/main" id="{E4BB51DE-E954-3D35-FBB7-821C18A9789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668" name="Group 7667">
                      <a:extLst>
                        <a:ext uri="{FF2B5EF4-FFF2-40B4-BE49-F238E27FC236}">
                          <a16:creationId xmlns:a16="http://schemas.microsoft.com/office/drawing/2014/main" id="{99C15754-A033-1836-27A5-47A891A08B0C}"/>
                        </a:ext>
                      </a:extLst>
                    </p:cNvPr>
                    <p:cNvGrpSpPr/>
                    <p:nvPr/>
                  </p:nvGrpSpPr>
                  <p:grpSpPr>
                    <a:xfrm rot="14400000" flipH="1">
                      <a:off x="6389147" y="3932622"/>
                      <a:ext cx="393192" cy="393192"/>
                      <a:chOff x="5354637" y="3446463"/>
                      <a:chExt cx="214313" cy="214313"/>
                    </a:xfrm>
                  </p:grpSpPr>
                  <p:sp>
                    <p:nvSpPr>
                      <p:cNvPr id="7670" name="Arc 7669">
                        <a:extLst>
                          <a:ext uri="{FF2B5EF4-FFF2-40B4-BE49-F238E27FC236}">
                            <a16:creationId xmlns:a16="http://schemas.microsoft.com/office/drawing/2014/main" id="{F1ABD82F-6E4E-D231-144D-8107E1B4C3A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671" name="Arc 7670">
                        <a:extLst>
                          <a:ext uri="{FF2B5EF4-FFF2-40B4-BE49-F238E27FC236}">
                            <a16:creationId xmlns:a16="http://schemas.microsoft.com/office/drawing/2014/main" id="{DA8FA4C2-70EC-57EC-62E0-2F53DBDE7F8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669" name="TextBox 7668">
                      <a:extLst>
                        <a:ext uri="{FF2B5EF4-FFF2-40B4-BE49-F238E27FC236}">
                          <a16:creationId xmlns:a16="http://schemas.microsoft.com/office/drawing/2014/main" id="{E1020932-1B2B-4D73-E4F8-C36883ABBA4C}"/>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6130" name="Group 6129">
              <a:extLst>
                <a:ext uri="{FF2B5EF4-FFF2-40B4-BE49-F238E27FC236}">
                  <a16:creationId xmlns:a16="http://schemas.microsoft.com/office/drawing/2014/main" id="{8C06A3B6-B262-A37A-2DEA-9158E94B148F}"/>
                </a:ext>
              </a:extLst>
            </p:cNvPr>
            <p:cNvGrpSpPr/>
            <p:nvPr/>
          </p:nvGrpSpPr>
          <p:grpSpPr>
            <a:xfrm>
              <a:off x="9939813" y="-878204"/>
              <a:ext cx="2263438" cy="2198360"/>
              <a:chOff x="5445106" y="2039507"/>
              <a:chExt cx="2263438" cy="2198360"/>
            </a:xfrm>
          </p:grpSpPr>
          <p:grpSp>
            <p:nvGrpSpPr>
              <p:cNvPr id="7468" name="Group 7467">
                <a:extLst>
                  <a:ext uri="{FF2B5EF4-FFF2-40B4-BE49-F238E27FC236}">
                    <a16:creationId xmlns:a16="http://schemas.microsoft.com/office/drawing/2014/main" id="{5B76C299-724F-B673-062D-75F9A45EF19A}"/>
                  </a:ext>
                </a:extLst>
              </p:cNvPr>
              <p:cNvGrpSpPr/>
              <p:nvPr/>
            </p:nvGrpSpPr>
            <p:grpSpPr>
              <a:xfrm>
                <a:off x="5445106" y="2644743"/>
                <a:ext cx="1643204" cy="1593124"/>
                <a:chOff x="5445106" y="2644743"/>
                <a:chExt cx="1643204" cy="1593124"/>
              </a:xfrm>
            </p:grpSpPr>
            <p:grpSp>
              <p:nvGrpSpPr>
                <p:cNvPr id="7564" name="Group 7563">
                  <a:extLst>
                    <a:ext uri="{FF2B5EF4-FFF2-40B4-BE49-F238E27FC236}">
                      <a16:creationId xmlns:a16="http://schemas.microsoft.com/office/drawing/2014/main" id="{60AC5926-2DD7-22D9-2421-C650401624E7}"/>
                    </a:ext>
                  </a:extLst>
                </p:cNvPr>
                <p:cNvGrpSpPr/>
                <p:nvPr/>
              </p:nvGrpSpPr>
              <p:grpSpPr>
                <a:xfrm>
                  <a:off x="5445106" y="2644743"/>
                  <a:ext cx="1019224" cy="991639"/>
                  <a:chOff x="5886431" y="3225768"/>
                  <a:chExt cx="1019224" cy="991639"/>
                </a:xfrm>
              </p:grpSpPr>
              <p:grpSp>
                <p:nvGrpSpPr>
                  <p:cNvPr id="7612" name="Group 7611">
                    <a:extLst>
                      <a:ext uri="{FF2B5EF4-FFF2-40B4-BE49-F238E27FC236}">
                        <a16:creationId xmlns:a16="http://schemas.microsoft.com/office/drawing/2014/main" id="{E68F8AEE-F52A-278A-4199-CA3D9F67D4D0}"/>
                      </a:ext>
                    </a:extLst>
                  </p:cNvPr>
                  <p:cNvGrpSpPr/>
                  <p:nvPr/>
                </p:nvGrpSpPr>
                <p:grpSpPr>
                  <a:xfrm>
                    <a:off x="6197413" y="3824215"/>
                    <a:ext cx="393192" cy="393192"/>
                    <a:chOff x="5265196" y="3357021"/>
                    <a:chExt cx="393192" cy="393192"/>
                  </a:xfrm>
                </p:grpSpPr>
                <p:grpSp>
                  <p:nvGrpSpPr>
                    <p:cNvPr id="7647" name="Group 7646">
                      <a:extLst>
                        <a:ext uri="{FF2B5EF4-FFF2-40B4-BE49-F238E27FC236}">
                          <a16:creationId xmlns:a16="http://schemas.microsoft.com/office/drawing/2014/main" id="{B145AB1B-928C-04BA-3193-030ABCD14775}"/>
                        </a:ext>
                      </a:extLst>
                    </p:cNvPr>
                    <p:cNvGrpSpPr/>
                    <p:nvPr/>
                  </p:nvGrpSpPr>
                  <p:grpSpPr>
                    <a:xfrm rot="14400000">
                      <a:off x="5265196" y="3357021"/>
                      <a:ext cx="393192" cy="393192"/>
                      <a:chOff x="5354637" y="3446463"/>
                      <a:chExt cx="214313" cy="214313"/>
                    </a:xfrm>
                  </p:grpSpPr>
                  <p:sp>
                    <p:nvSpPr>
                      <p:cNvPr id="7656" name="Arc 7655">
                        <a:extLst>
                          <a:ext uri="{FF2B5EF4-FFF2-40B4-BE49-F238E27FC236}">
                            <a16:creationId xmlns:a16="http://schemas.microsoft.com/office/drawing/2014/main" id="{31D8BC57-3310-5EAF-7CB8-B49230B7D9C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657" name="Arc 7656">
                        <a:extLst>
                          <a:ext uri="{FF2B5EF4-FFF2-40B4-BE49-F238E27FC236}">
                            <a16:creationId xmlns:a16="http://schemas.microsoft.com/office/drawing/2014/main" id="{23115439-28EF-41AF-1FE3-7DC0D625759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648" name="Group 7647">
                      <a:extLst>
                        <a:ext uri="{FF2B5EF4-FFF2-40B4-BE49-F238E27FC236}">
                          <a16:creationId xmlns:a16="http://schemas.microsoft.com/office/drawing/2014/main" id="{F3A4DA7A-38FF-6EAD-F5EF-6165A61ED7EC}"/>
                        </a:ext>
                      </a:extLst>
                    </p:cNvPr>
                    <p:cNvGrpSpPr/>
                    <p:nvPr/>
                  </p:nvGrpSpPr>
                  <p:grpSpPr>
                    <a:xfrm>
                      <a:off x="5310186" y="3402011"/>
                      <a:ext cx="303213" cy="303213"/>
                      <a:chOff x="5310186" y="3402011"/>
                      <a:chExt cx="303213" cy="303213"/>
                    </a:xfrm>
                  </p:grpSpPr>
                  <p:grpSp>
                    <p:nvGrpSpPr>
                      <p:cNvPr id="7649" name="Group 7648">
                        <a:extLst>
                          <a:ext uri="{FF2B5EF4-FFF2-40B4-BE49-F238E27FC236}">
                            <a16:creationId xmlns:a16="http://schemas.microsoft.com/office/drawing/2014/main" id="{2B6DEC45-DFBC-AE83-E818-93DBDCFE6EB2}"/>
                          </a:ext>
                        </a:extLst>
                      </p:cNvPr>
                      <p:cNvGrpSpPr/>
                      <p:nvPr/>
                    </p:nvGrpSpPr>
                    <p:grpSpPr>
                      <a:xfrm>
                        <a:off x="5354636" y="3446461"/>
                        <a:ext cx="214313" cy="214313"/>
                        <a:chOff x="5354637" y="3446463"/>
                        <a:chExt cx="214313" cy="214313"/>
                      </a:xfrm>
                    </p:grpSpPr>
                    <p:sp>
                      <p:nvSpPr>
                        <p:cNvPr id="7654" name="Arc 7653">
                          <a:extLst>
                            <a:ext uri="{FF2B5EF4-FFF2-40B4-BE49-F238E27FC236}">
                              <a16:creationId xmlns:a16="http://schemas.microsoft.com/office/drawing/2014/main" id="{285A3980-C71B-9B73-9F92-65A1443593B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655" name="Arc 7654">
                          <a:extLst>
                            <a:ext uri="{FF2B5EF4-FFF2-40B4-BE49-F238E27FC236}">
                              <a16:creationId xmlns:a16="http://schemas.microsoft.com/office/drawing/2014/main" id="{6B20EBB6-2275-A5A5-C8FC-FC5BBFCDBFC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650" name="Group 7649">
                        <a:extLst>
                          <a:ext uri="{FF2B5EF4-FFF2-40B4-BE49-F238E27FC236}">
                            <a16:creationId xmlns:a16="http://schemas.microsoft.com/office/drawing/2014/main" id="{745E3124-974A-4779-A99D-6D9EC24F5D10}"/>
                          </a:ext>
                        </a:extLst>
                      </p:cNvPr>
                      <p:cNvGrpSpPr/>
                      <p:nvPr/>
                    </p:nvGrpSpPr>
                    <p:grpSpPr>
                      <a:xfrm rot="7200000">
                        <a:off x="5310186" y="3402011"/>
                        <a:ext cx="303213" cy="303213"/>
                        <a:chOff x="5354637" y="3446463"/>
                        <a:chExt cx="214313" cy="214313"/>
                      </a:xfrm>
                    </p:grpSpPr>
                    <p:sp>
                      <p:nvSpPr>
                        <p:cNvPr id="7652" name="Arc 7651">
                          <a:extLst>
                            <a:ext uri="{FF2B5EF4-FFF2-40B4-BE49-F238E27FC236}">
                              <a16:creationId xmlns:a16="http://schemas.microsoft.com/office/drawing/2014/main" id="{84DBA1F7-FBF9-D92A-87A8-661D453386B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653" name="Arc 7652">
                          <a:extLst>
                            <a:ext uri="{FF2B5EF4-FFF2-40B4-BE49-F238E27FC236}">
                              <a16:creationId xmlns:a16="http://schemas.microsoft.com/office/drawing/2014/main" id="{D6F3DDF2-A860-5D1A-18E3-0BF49FDE20F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651" name="TextBox 7650">
                        <a:extLst>
                          <a:ext uri="{FF2B5EF4-FFF2-40B4-BE49-F238E27FC236}">
                            <a16:creationId xmlns:a16="http://schemas.microsoft.com/office/drawing/2014/main" id="{273C85F1-657A-CBE3-CBA9-FFBA81A41EFA}"/>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613" name="Group 7612">
                    <a:extLst>
                      <a:ext uri="{FF2B5EF4-FFF2-40B4-BE49-F238E27FC236}">
                        <a16:creationId xmlns:a16="http://schemas.microsoft.com/office/drawing/2014/main" id="{4E25147C-5EC6-B740-5518-878551D52844}"/>
                      </a:ext>
                    </a:extLst>
                  </p:cNvPr>
                  <p:cNvGrpSpPr/>
                  <p:nvPr/>
                </p:nvGrpSpPr>
                <p:grpSpPr>
                  <a:xfrm>
                    <a:off x="5886431" y="3525040"/>
                    <a:ext cx="393192" cy="393192"/>
                    <a:chOff x="5265196" y="3932619"/>
                    <a:chExt cx="393192" cy="393192"/>
                  </a:xfrm>
                </p:grpSpPr>
                <p:grpSp>
                  <p:nvGrpSpPr>
                    <p:cNvPr id="7637" name="Group 7636">
                      <a:extLst>
                        <a:ext uri="{FF2B5EF4-FFF2-40B4-BE49-F238E27FC236}">
                          <a16:creationId xmlns:a16="http://schemas.microsoft.com/office/drawing/2014/main" id="{AA72B6D5-011D-F662-466E-435094BF882B}"/>
                        </a:ext>
                      </a:extLst>
                    </p:cNvPr>
                    <p:cNvGrpSpPr/>
                    <p:nvPr/>
                  </p:nvGrpSpPr>
                  <p:grpSpPr>
                    <a:xfrm>
                      <a:off x="5354636" y="4022061"/>
                      <a:ext cx="214313" cy="214313"/>
                      <a:chOff x="5354637" y="3446463"/>
                      <a:chExt cx="214313" cy="214313"/>
                    </a:xfrm>
                  </p:grpSpPr>
                  <p:sp>
                    <p:nvSpPr>
                      <p:cNvPr id="7645" name="Arc 7644">
                        <a:extLst>
                          <a:ext uri="{FF2B5EF4-FFF2-40B4-BE49-F238E27FC236}">
                            <a16:creationId xmlns:a16="http://schemas.microsoft.com/office/drawing/2014/main" id="{0916E36A-49F0-0131-F499-3E711E149D4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646" name="Arc 7645">
                        <a:extLst>
                          <a:ext uri="{FF2B5EF4-FFF2-40B4-BE49-F238E27FC236}">
                            <a16:creationId xmlns:a16="http://schemas.microsoft.com/office/drawing/2014/main" id="{F162CA78-D3B3-D94A-BB41-825317180E3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638" name="Group 7637">
                      <a:extLst>
                        <a:ext uri="{FF2B5EF4-FFF2-40B4-BE49-F238E27FC236}">
                          <a16:creationId xmlns:a16="http://schemas.microsoft.com/office/drawing/2014/main" id="{4508CD16-E93B-E0E2-ADCC-11FF05F0DD3D}"/>
                        </a:ext>
                      </a:extLst>
                    </p:cNvPr>
                    <p:cNvGrpSpPr/>
                    <p:nvPr/>
                  </p:nvGrpSpPr>
                  <p:grpSpPr>
                    <a:xfrm rot="14400000">
                      <a:off x="5310186" y="3977611"/>
                      <a:ext cx="303213" cy="303213"/>
                      <a:chOff x="5354637" y="3446463"/>
                      <a:chExt cx="214313" cy="214313"/>
                    </a:xfrm>
                  </p:grpSpPr>
                  <p:sp>
                    <p:nvSpPr>
                      <p:cNvPr id="7643" name="Arc 7642">
                        <a:extLst>
                          <a:ext uri="{FF2B5EF4-FFF2-40B4-BE49-F238E27FC236}">
                            <a16:creationId xmlns:a16="http://schemas.microsoft.com/office/drawing/2014/main" id="{DB406BF1-AD82-C730-A3A5-1505FD6DD97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644" name="Arc 7643">
                        <a:extLst>
                          <a:ext uri="{FF2B5EF4-FFF2-40B4-BE49-F238E27FC236}">
                            <a16:creationId xmlns:a16="http://schemas.microsoft.com/office/drawing/2014/main" id="{86F5C013-3586-8BBB-9508-F96D27D2BD7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639" name="Group 7638">
                      <a:extLst>
                        <a:ext uri="{FF2B5EF4-FFF2-40B4-BE49-F238E27FC236}">
                          <a16:creationId xmlns:a16="http://schemas.microsoft.com/office/drawing/2014/main" id="{210221F3-CAF0-09D0-D7B9-7CCC88B21C58}"/>
                        </a:ext>
                      </a:extLst>
                    </p:cNvPr>
                    <p:cNvGrpSpPr/>
                    <p:nvPr/>
                  </p:nvGrpSpPr>
                  <p:grpSpPr>
                    <a:xfrm rot="7200000">
                      <a:off x="5265196" y="3932619"/>
                      <a:ext cx="393192" cy="393192"/>
                      <a:chOff x="5354637" y="3446463"/>
                      <a:chExt cx="214313" cy="214313"/>
                    </a:xfrm>
                  </p:grpSpPr>
                  <p:sp>
                    <p:nvSpPr>
                      <p:cNvPr id="7641" name="Arc 7640">
                        <a:extLst>
                          <a:ext uri="{FF2B5EF4-FFF2-40B4-BE49-F238E27FC236}">
                            <a16:creationId xmlns:a16="http://schemas.microsoft.com/office/drawing/2014/main" id="{9D592C56-EE8D-668B-FB51-B1DB167EF4D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642" name="Arc 7641">
                        <a:extLst>
                          <a:ext uri="{FF2B5EF4-FFF2-40B4-BE49-F238E27FC236}">
                            <a16:creationId xmlns:a16="http://schemas.microsoft.com/office/drawing/2014/main" id="{C5EB90EC-D798-5457-0CC6-0FCCFD3928B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640" name="TextBox 7639">
                      <a:extLst>
                        <a:ext uri="{FF2B5EF4-FFF2-40B4-BE49-F238E27FC236}">
                          <a16:creationId xmlns:a16="http://schemas.microsoft.com/office/drawing/2014/main" id="{91D5ED83-34CF-D303-4742-F3DBE3F95616}"/>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7614" name="Group 7613">
                    <a:extLst>
                      <a:ext uri="{FF2B5EF4-FFF2-40B4-BE49-F238E27FC236}">
                        <a16:creationId xmlns:a16="http://schemas.microsoft.com/office/drawing/2014/main" id="{7B9D2144-B82D-7B1E-5146-1469DB1DAE33}"/>
                      </a:ext>
                    </a:extLst>
                  </p:cNvPr>
                  <p:cNvGrpSpPr/>
                  <p:nvPr/>
                </p:nvGrpSpPr>
                <p:grpSpPr>
                  <a:xfrm>
                    <a:off x="6512463" y="3525040"/>
                    <a:ext cx="393192" cy="393192"/>
                    <a:chOff x="6389147" y="3357021"/>
                    <a:chExt cx="393192" cy="393192"/>
                  </a:xfrm>
                </p:grpSpPr>
                <p:grpSp>
                  <p:nvGrpSpPr>
                    <p:cNvPr id="7626" name="Group 7625">
                      <a:extLst>
                        <a:ext uri="{FF2B5EF4-FFF2-40B4-BE49-F238E27FC236}">
                          <a16:creationId xmlns:a16="http://schemas.microsoft.com/office/drawing/2014/main" id="{F51637B9-987D-013C-5D0E-D73B7BB1F841}"/>
                        </a:ext>
                      </a:extLst>
                    </p:cNvPr>
                    <p:cNvGrpSpPr/>
                    <p:nvPr/>
                  </p:nvGrpSpPr>
                  <p:grpSpPr>
                    <a:xfrm rot="7200000" flipH="1">
                      <a:off x="6389147" y="3357021"/>
                      <a:ext cx="393192" cy="393192"/>
                      <a:chOff x="5354637" y="3446463"/>
                      <a:chExt cx="214313" cy="214313"/>
                    </a:xfrm>
                  </p:grpSpPr>
                  <p:sp>
                    <p:nvSpPr>
                      <p:cNvPr id="7635" name="Arc 7634">
                        <a:extLst>
                          <a:ext uri="{FF2B5EF4-FFF2-40B4-BE49-F238E27FC236}">
                            <a16:creationId xmlns:a16="http://schemas.microsoft.com/office/drawing/2014/main" id="{45A6E6AD-FE20-5F3F-ECC2-1EF241C2151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636" name="Arc 7635">
                        <a:extLst>
                          <a:ext uri="{FF2B5EF4-FFF2-40B4-BE49-F238E27FC236}">
                            <a16:creationId xmlns:a16="http://schemas.microsoft.com/office/drawing/2014/main" id="{7FBC0497-18BB-BE7D-66BB-2E47E684EC6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627" name="Group 7626">
                      <a:extLst>
                        <a:ext uri="{FF2B5EF4-FFF2-40B4-BE49-F238E27FC236}">
                          <a16:creationId xmlns:a16="http://schemas.microsoft.com/office/drawing/2014/main" id="{10066149-81FB-8632-10F3-D7D12CA0C697}"/>
                        </a:ext>
                      </a:extLst>
                    </p:cNvPr>
                    <p:cNvGrpSpPr/>
                    <p:nvPr/>
                  </p:nvGrpSpPr>
                  <p:grpSpPr>
                    <a:xfrm>
                      <a:off x="6434137" y="3402011"/>
                      <a:ext cx="303213" cy="303213"/>
                      <a:chOff x="6434137" y="3402011"/>
                      <a:chExt cx="303213" cy="303213"/>
                    </a:xfrm>
                  </p:grpSpPr>
                  <p:grpSp>
                    <p:nvGrpSpPr>
                      <p:cNvPr id="7628" name="Group 7627">
                        <a:extLst>
                          <a:ext uri="{FF2B5EF4-FFF2-40B4-BE49-F238E27FC236}">
                            <a16:creationId xmlns:a16="http://schemas.microsoft.com/office/drawing/2014/main" id="{3DE8EB04-556C-6B16-53DC-A585087BCF36}"/>
                          </a:ext>
                        </a:extLst>
                      </p:cNvPr>
                      <p:cNvGrpSpPr/>
                      <p:nvPr/>
                    </p:nvGrpSpPr>
                    <p:grpSpPr>
                      <a:xfrm flipH="1">
                        <a:off x="6478587" y="3446461"/>
                        <a:ext cx="214313" cy="214313"/>
                        <a:chOff x="5354637" y="3446463"/>
                        <a:chExt cx="214313" cy="214313"/>
                      </a:xfrm>
                    </p:grpSpPr>
                    <p:sp>
                      <p:nvSpPr>
                        <p:cNvPr id="7633" name="Arc 7632">
                          <a:extLst>
                            <a:ext uri="{FF2B5EF4-FFF2-40B4-BE49-F238E27FC236}">
                              <a16:creationId xmlns:a16="http://schemas.microsoft.com/office/drawing/2014/main" id="{3A8A1616-77F0-1DED-95B6-C20895977D4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634" name="Arc 7633">
                          <a:extLst>
                            <a:ext uri="{FF2B5EF4-FFF2-40B4-BE49-F238E27FC236}">
                              <a16:creationId xmlns:a16="http://schemas.microsoft.com/office/drawing/2014/main" id="{58FB7C3D-FEE4-25A2-F90D-9DD4D55C290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629" name="Group 7628">
                        <a:extLst>
                          <a:ext uri="{FF2B5EF4-FFF2-40B4-BE49-F238E27FC236}">
                            <a16:creationId xmlns:a16="http://schemas.microsoft.com/office/drawing/2014/main" id="{D53A9ECC-BC1B-3F2D-6F4B-7EEFDEDEA109}"/>
                          </a:ext>
                        </a:extLst>
                      </p:cNvPr>
                      <p:cNvGrpSpPr/>
                      <p:nvPr/>
                    </p:nvGrpSpPr>
                    <p:grpSpPr>
                      <a:xfrm rot="14400000" flipH="1">
                        <a:off x="6434137" y="3402011"/>
                        <a:ext cx="303213" cy="303213"/>
                        <a:chOff x="5354637" y="3446463"/>
                        <a:chExt cx="214313" cy="214313"/>
                      </a:xfrm>
                    </p:grpSpPr>
                    <p:sp>
                      <p:nvSpPr>
                        <p:cNvPr id="7631" name="Arc 7630">
                          <a:extLst>
                            <a:ext uri="{FF2B5EF4-FFF2-40B4-BE49-F238E27FC236}">
                              <a16:creationId xmlns:a16="http://schemas.microsoft.com/office/drawing/2014/main" id="{BCB9C60E-5ADB-9E81-3CE6-BBF69D4F8B3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632" name="Arc 7631">
                          <a:extLst>
                            <a:ext uri="{FF2B5EF4-FFF2-40B4-BE49-F238E27FC236}">
                              <a16:creationId xmlns:a16="http://schemas.microsoft.com/office/drawing/2014/main" id="{B95748BF-213B-4CC4-82F6-75E699833BE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630" name="TextBox 7629">
                        <a:extLst>
                          <a:ext uri="{FF2B5EF4-FFF2-40B4-BE49-F238E27FC236}">
                            <a16:creationId xmlns:a16="http://schemas.microsoft.com/office/drawing/2014/main" id="{E9EFE0B1-D163-8700-EB25-EC0D064857CE}"/>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615" name="Group 7614">
                    <a:extLst>
                      <a:ext uri="{FF2B5EF4-FFF2-40B4-BE49-F238E27FC236}">
                        <a16:creationId xmlns:a16="http://schemas.microsoft.com/office/drawing/2014/main" id="{282D297F-32C1-8786-C469-01090D29E810}"/>
                      </a:ext>
                    </a:extLst>
                  </p:cNvPr>
                  <p:cNvGrpSpPr/>
                  <p:nvPr/>
                </p:nvGrpSpPr>
                <p:grpSpPr>
                  <a:xfrm>
                    <a:off x="6197413" y="3225768"/>
                    <a:ext cx="393192" cy="393192"/>
                    <a:chOff x="6389147" y="3932622"/>
                    <a:chExt cx="393192" cy="393192"/>
                  </a:xfrm>
                </p:grpSpPr>
                <p:grpSp>
                  <p:nvGrpSpPr>
                    <p:cNvPr id="7616" name="Group 7615">
                      <a:extLst>
                        <a:ext uri="{FF2B5EF4-FFF2-40B4-BE49-F238E27FC236}">
                          <a16:creationId xmlns:a16="http://schemas.microsoft.com/office/drawing/2014/main" id="{EFCA2548-B2DB-E7BB-44D5-EEDBFDCF9961}"/>
                        </a:ext>
                      </a:extLst>
                    </p:cNvPr>
                    <p:cNvGrpSpPr/>
                    <p:nvPr/>
                  </p:nvGrpSpPr>
                  <p:grpSpPr>
                    <a:xfrm flipH="1">
                      <a:off x="6478587" y="4022061"/>
                      <a:ext cx="214313" cy="214313"/>
                      <a:chOff x="5354637" y="3446463"/>
                      <a:chExt cx="214313" cy="214313"/>
                    </a:xfrm>
                  </p:grpSpPr>
                  <p:sp>
                    <p:nvSpPr>
                      <p:cNvPr id="7624" name="Arc 7623">
                        <a:extLst>
                          <a:ext uri="{FF2B5EF4-FFF2-40B4-BE49-F238E27FC236}">
                            <a16:creationId xmlns:a16="http://schemas.microsoft.com/office/drawing/2014/main" id="{ECEC57A6-C4DC-D230-2AFA-575903341B6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625" name="Arc 7624">
                        <a:extLst>
                          <a:ext uri="{FF2B5EF4-FFF2-40B4-BE49-F238E27FC236}">
                            <a16:creationId xmlns:a16="http://schemas.microsoft.com/office/drawing/2014/main" id="{429771E0-5FE5-628E-ED86-943E86CE7C5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617" name="Group 7616">
                      <a:extLst>
                        <a:ext uri="{FF2B5EF4-FFF2-40B4-BE49-F238E27FC236}">
                          <a16:creationId xmlns:a16="http://schemas.microsoft.com/office/drawing/2014/main" id="{D3DB4917-B022-FE52-A664-ED031329CA4E}"/>
                        </a:ext>
                      </a:extLst>
                    </p:cNvPr>
                    <p:cNvGrpSpPr/>
                    <p:nvPr/>
                  </p:nvGrpSpPr>
                  <p:grpSpPr>
                    <a:xfrm rot="7200000" flipH="1">
                      <a:off x="6434137" y="3977611"/>
                      <a:ext cx="303213" cy="303213"/>
                      <a:chOff x="5354637" y="3446463"/>
                      <a:chExt cx="214313" cy="214313"/>
                    </a:xfrm>
                  </p:grpSpPr>
                  <p:sp>
                    <p:nvSpPr>
                      <p:cNvPr id="7622" name="Arc 7621">
                        <a:extLst>
                          <a:ext uri="{FF2B5EF4-FFF2-40B4-BE49-F238E27FC236}">
                            <a16:creationId xmlns:a16="http://schemas.microsoft.com/office/drawing/2014/main" id="{74FA86AA-7243-2008-AB83-F5C3FDF746B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623" name="Arc 7622">
                        <a:extLst>
                          <a:ext uri="{FF2B5EF4-FFF2-40B4-BE49-F238E27FC236}">
                            <a16:creationId xmlns:a16="http://schemas.microsoft.com/office/drawing/2014/main" id="{08962A6E-E504-A3B3-6199-EFCDCDCCD32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618" name="Group 7617">
                      <a:extLst>
                        <a:ext uri="{FF2B5EF4-FFF2-40B4-BE49-F238E27FC236}">
                          <a16:creationId xmlns:a16="http://schemas.microsoft.com/office/drawing/2014/main" id="{7CEB2105-F683-41D5-225B-D6D13C590405}"/>
                        </a:ext>
                      </a:extLst>
                    </p:cNvPr>
                    <p:cNvGrpSpPr/>
                    <p:nvPr/>
                  </p:nvGrpSpPr>
                  <p:grpSpPr>
                    <a:xfrm rot="14400000" flipH="1">
                      <a:off x="6389147" y="3932622"/>
                      <a:ext cx="393192" cy="393192"/>
                      <a:chOff x="5354637" y="3446463"/>
                      <a:chExt cx="214313" cy="214313"/>
                    </a:xfrm>
                  </p:grpSpPr>
                  <p:sp>
                    <p:nvSpPr>
                      <p:cNvPr id="7620" name="Arc 7619">
                        <a:extLst>
                          <a:ext uri="{FF2B5EF4-FFF2-40B4-BE49-F238E27FC236}">
                            <a16:creationId xmlns:a16="http://schemas.microsoft.com/office/drawing/2014/main" id="{36181858-F6DD-AF88-B440-DA7CEEF2C6D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621" name="Arc 7620">
                        <a:extLst>
                          <a:ext uri="{FF2B5EF4-FFF2-40B4-BE49-F238E27FC236}">
                            <a16:creationId xmlns:a16="http://schemas.microsoft.com/office/drawing/2014/main" id="{EAAFFFFC-9BAE-C38D-3627-329EF5A108B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619" name="TextBox 7618">
                      <a:extLst>
                        <a:ext uri="{FF2B5EF4-FFF2-40B4-BE49-F238E27FC236}">
                          <a16:creationId xmlns:a16="http://schemas.microsoft.com/office/drawing/2014/main" id="{B4B0336B-A90E-D26D-40D9-0F7C4DCAD1BF}"/>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565" name="Group 7564">
                  <a:extLst>
                    <a:ext uri="{FF2B5EF4-FFF2-40B4-BE49-F238E27FC236}">
                      <a16:creationId xmlns:a16="http://schemas.microsoft.com/office/drawing/2014/main" id="{EF2A86EF-4CCC-7FCA-B670-C60DD774D776}"/>
                    </a:ext>
                  </a:extLst>
                </p:cNvPr>
                <p:cNvGrpSpPr/>
                <p:nvPr/>
              </p:nvGrpSpPr>
              <p:grpSpPr>
                <a:xfrm>
                  <a:off x="6069086" y="3246228"/>
                  <a:ext cx="1019224" cy="991639"/>
                  <a:chOff x="5886431" y="3225768"/>
                  <a:chExt cx="1019224" cy="991639"/>
                </a:xfrm>
              </p:grpSpPr>
              <p:grpSp>
                <p:nvGrpSpPr>
                  <p:cNvPr id="7566" name="Group 7565">
                    <a:extLst>
                      <a:ext uri="{FF2B5EF4-FFF2-40B4-BE49-F238E27FC236}">
                        <a16:creationId xmlns:a16="http://schemas.microsoft.com/office/drawing/2014/main" id="{8AE97083-80CA-C4A7-F33B-47A3D58191B7}"/>
                      </a:ext>
                    </a:extLst>
                  </p:cNvPr>
                  <p:cNvGrpSpPr/>
                  <p:nvPr/>
                </p:nvGrpSpPr>
                <p:grpSpPr>
                  <a:xfrm>
                    <a:off x="6197413" y="3824215"/>
                    <a:ext cx="393192" cy="393192"/>
                    <a:chOff x="5265196" y="3357021"/>
                    <a:chExt cx="393192" cy="393192"/>
                  </a:xfrm>
                </p:grpSpPr>
                <p:grpSp>
                  <p:nvGrpSpPr>
                    <p:cNvPr id="7601" name="Group 7600">
                      <a:extLst>
                        <a:ext uri="{FF2B5EF4-FFF2-40B4-BE49-F238E27FC236}">
                          <a16:creationId xmlns:a16="http://schemas.microsoft.com/office/drawing/2014/main" id="{B8396B16-FA95-9A41-C892-9ED8D9E442FF}"/>
                        </a:ext>
                      </a:extLst>
                    </p:cNvPr>
                    <p:cNvGrpSpPr/>
                    <p:nvPr/>
                  </p:nvGrpSpPr>
                  <p:grpSpPr>
                    <a:xfrm rot="14400000">
                      <a:off x="5265196" y="3357021"/>
                      <a:ext cx="393192" cy="393192"/>
                      <a:chOff x="5354637" y="3446463"/>
                      <a:chExt cx="214313" cy="214313"/>
                    </a:xfrm>
                  </p:grpSpPr>
                  <p:sp>
                    <p:nvSpPr>
                      <p:cNvPr id="7610" name="Arc 7609">
                        <a:extLst>
                          <a:ext uri="{FF2B5EF4-FFF2-40B4-BE49-F238E27FC236}">
                            <a16:creationId xmlns:a16="http://schemas.microsoft.com/office/drawing/2014/main" id="{F85FF8A3-166C-8DB1-8151-2270DBE8EC5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611" name="Arc 7610">
                        <a:extLst>
                          <a:ext uri="{FF2B5EF4-FFF2-40B4-BE49-F238E27FC236}">
                            <a16:creationId xmlns:a16="http://schemas.microsoft.com/office/drawing/2014/main" id="{C513E402-6E43-B633-A57B-0662F1C0A0B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602" name="Group 7601">
                      <a:extLst>
                        <a:ext uri="{FF2B5EF4-FFF2-40B4-BE49-F238E27FC236}">
                          <a16:creationId xmlns:a16="http://schemas.microsoft.com/office/drawing/2014/main" id="{A92DE5B9-6643-93CF-5B77-C1BD3E46F40D}"/>
                        </a:ext>
                      </a:extLst>
                    </p:cNvPr>
                    <p:cNvGrpSpPr/>
                    <p:nvPr/>
                  </p:nvGrpSpPr>
                  <p:grpSpPr>
                    <a:xfrm>
                      <a:off x="5310186" y="3402011"/>
                      <a:ext cx="303213" cy="303213"/>
                      <a:chOff x="5310186" y="3402011"/>
                      <a:chExt cx="303213" cy="303213"/>
                    </a:xfrm>
                  </p:grpSpPr>
                  <p:grpSp>
                    <p:nvGrpSpPr>
                      <p:cNvPr id="7603" name="Group 7602">
                        <a:extLst>
                          <a:ext uri="{FF2B5EF4-FFF2-40B4-BE49-F238E27FC236}">
                            <a16:creationId xmlns:a16="http://schemas.microsoft.com/office/drawing/2014/main" id="{C0926E2C-BB61-C62D-0E79-9E9354423885}"/>
                          </a:ext>
                        </a:extLst>
                      </p:cNvPr>
                      <p:cNvGrpSpPr/>
                      <p:nvPr/>
                    </p:nvGrpSpPr>
                    <p:grpSpPr>
                      <a:xfrm>
                        <a:off x="5354636" y="3446461"/>
                        <a:ext cx="214313" cy="214313"/>
                        <a:chOff x="5354637" y="3446463"/>
                        <a:chExt cx="214313" cy="214313"/>
                      </a:xfrm>
                    </p:grpSpPr>
                    <p:sp>
                      <p:nvSpPr>
                        <p:cNvPr id="7608" name="Arc 7607">
                          <a:extLst>
                            <a:ext uri="{FF2B5EF4-FFF2-40B4-BE49-F238E27FC236}">
                              <a16:creationId xmlns:a16="http://schemas.microsoft.com/office/drawing/2014/main" id="{70B7DC05-B0E0-257F-DE98-6ABFFED0EB4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609" name="Arc 7608">
                          <a:extLst>
                            <a:ext uri="{FF2B5EF4-FFF2-40B4-BE49-F238E27FC236}">
                              <a16:creationId xmlns:a16="http://schemas.microsoft.com/office/drawing/2014/main" id="{C721B80F-FB76-3BE5-525E-B2084BFF5B4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604" name="Group 7603">
                        <a:extLst>
                          <a:ext uri="{FF2B5EF4-FFF2-40B4-BE49-F238E27FC236}">
                            <a16:creationId xmlns:a16="http://schemas.microsoft.com/office/drawing/2014/main" id="{5D24410F-3E68-D187-B04D-60A9B424941F}"/>
                          </a:ext>
                        </a:extLst>
                      </p:cNvPr>
                      <p:cNvGrpSpPr/>
                      <p:nvPr/>
                    </p:nvGrpSpPr>
                    <p:grpSpPr>
                      <a:xfrm rot="7200000">
                        <a:off x="5310186" y="3402011"/>
                        <a:ext cx="303213" cy="303213"/>
                        <a:chOff x="5354637" y="3446463"/>
                        <a:chExt cx="214313" cy="214313"/>
                      </a:xfrm>
                    </p:grpSpPr>
                    <p:sp>
                      <p:nvSpPr>
                        <p:cNvPr id="7606" name="Arc 7605">
                          <a:extLst>
                            <a:ext uri="{FF2B5EF4-FFF2-40B4-BE49-F238E27FC236}">
                              <a16:creationId xmlns:a16="http://schemas.microsoft.com/office/drawing/2014/main" id="{5A8E1963-C547-0E0C-E551-8C10A55663F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607" name="Arc 7606">
                          <a:extLst>
                            <a:ext uri="{FF2B5EF4-FFF2-40B4-BE49-F238E27FC236}">
                              <a16:creationId xmlns:a16="http://schemas.microsoft.com/office/drawing/2014/main" id="{9C76A5C1-F749-1319-ADFE-C19EFCAE0A1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605" name="TextBox 7604">
                        <a:extLst>
                          <a:ext uri="{FF2B5EF4-FFF2-40B4-BE49-F238E27FC236}">
                            <a16:creationId xmlns:a16="http://schemas.microsoft.com/office/drawing/2014/main" id="{D09CACD0-9B9E-3727-C3B0-2780B2F1DACC}"/>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567" name="Group 7566">
                    <a:extLst>
                      <a:ext uri="{FF2B5EF4-FFF2-40B4-BE49-F238E27FC236}">
                        <a16:creationId xmlns:a16="http://schemas.microsoft.com/office/drawing/2014/main" id="{586D3E65-53E5-F866-724B-8F96C5596AEA}"/>
                      </a:ext>
                    </a:extLst>
                  </p:cNvPr>
                  <p:cNvGrpSpPr/>
                  <p:nvPr/>
                </p:nvGrpSpPr>
                <p:grpSpPr>
                  <a:xfrm>
                    <a:off x="5886431" y="3525040"/>
                    <a:ext cx="393192" cy="393192"/>
                    <a:chOff x="5265196" y="3932619"/>
                    <a:chExt cx="393192" cy="393192"/>
                  </a:xfrm>
                </p:grpSpPr>
                <p:grpSp>
                  <p:nvGrpSpPr>
                    <p:cNvPr id="7591" name="Group 7590">
                      <a:extLst>
                        <a:ext uri="{FF2B5EF4-FFF2-40B4-BE49-F238E27FC236}">
                          <a16:creationId xmlns:a16="http://schemas.microsoft.com/office/drawing/2014/main" id="{B95CA9B8-789C-A8AF-DF02-102B5F07710C}"/>
                        </a:ext>
                      </a:extLst>
                    </p:cNvPr>
                    <p:cNvGrpSpPr/>
                    <p:nvPr/>
                  </p:nvGrpSpPr>
                  <p:grpSpPr>
                    <a:xfrm>
                      <a:off x="5354636" y="4022061"/>
                      <a:ext cx="214313" cy="214313"/>
                      <a:chOff x="5354637" y="3446463"/>
                      <a:chExt cx="214313" cy="214313"/>
                    </a:xfrm>
                  </p:grpSpPr>
                  <p:sp>
                    <p:nvSpPr>
                      <p:cNvPr id="7599" name="Arc 7598">
                        <a:extLst>
                          <a:ext uri="{FF2B5EF4-FFF2-40B4-BE49-F238E27FC236}">
                            <a16:creationId xmlns:a16="http://schemas.microsoft.com/office/drawing/2014/main" id="{5E754D8C-9EC2-1BA7-7918-BDEFE18EDA1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600" name="Arc 7599">
                        <a:extLst>
                          <a:ext uri="{FF2B5EF4-FFF2-40B4-BE49-F238E27FC236}">
                            <a16:creationId xmlns:a16="http://schemas.microsoft.com/office/drawing/2014/main" id="{E87A1F4D-4223-3D3A-0B8C-43F8D9A2D8D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592" name="Group 7591">
                      <a:extLst>
                        <a:ext uri="{FF2B5EF4-FFF2-40B4-BE49-F238E27FC236}">
                          <a16:creationId xmlns:a16="http://schemas.microsoft.com/office/drawing/2014/main" id="{7F8C8267-FBBB-74CE-70CB-0C0AD96F9260}"/>
                        </a:ext>
                      </a:extLst>
                    </p:cNvPr>
                    <p:cNvGrpSpPr/>
                    <p:nvPr/>
                  </p:nvGrpSpPr>
                  <p:grpSpPr>
                    <a:xfrm rot="14400000">
                      <a:off x="5310186" y="3977611"/>
                      <a:ext cx="303213" cy="303213"/>
                      <a:chOff x="5354637" y="3446463"/>
                      <a:chExt cx="214313" cy="214313"/>
                    </a:xfrm>
                  </p:grpSpPr>
                  <p:sp>
                    <p:nvSpPr>
                      <p:cNvPr id="7597" name="Arc 7596">
                        <a:extLst>
                          <a:ext uri="{FF2B5EF4-FFF2-40B4-BE49-F238E27FC236}">
                            <a16:creationId xmlns:a16="http://schemas.microsoft.com/office/drawing/2014/main" id="{2C413C2A-9117-EAC4-475E-434896FF60E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598" name="Arc 7597">
                        <a:extLst>
                          <a:ext uri="{FF2B5EF4-FFF2-40B4-BE49-F238E27FC236}">
                            <a16:creationId xmlns:a16="http://schemas.microsoft.com/office/drawing/2014/main" id="{C3BA5180-66E8-49E3-0037-B13E4867039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593" name="Group 7592">
                      <a:extLst>
                        <a:ext uri="{FF2B5EF4-FFF2-40B4-BE49-F238E27FC236}">
                          <a16:creationId xmlns:a16="http://schemas.microsoft.com/office/drawing/2014/main" id="{B75FB62D-92A5-59A2-30EC-25EEFBB5BC90}"/>
                        </a:ext>
                      </a:extLst>
                    </p:cNvPr>
                    <p:cNvGrpSpPr/>
                    <p:nvPr/>
                  </p:nvGrpSpPr>
                  <p:grpSpPr>
                    <a:xfrm rot="7200000">
                      <a:off x="5265196" y="3932619"/>
                      <a:ext cx="393192" cy="393192"/>
                      <a:chOff x="5354637" y="3446463"/>
                      <a:chExt cx="214313" cy="214313"/>
                    </a:xfrm>
                  </p:grpSpPr>
                  <p:sp>
                    <p:nvSpPr>
                      <p:cNvPr id="7595" name="Arc 7594">
                        <a:extLst>
                          <a:ext uri="{FF2B5EF4-FFF2-40B4-BE49-F238E27FC236}">
                            <a16:creationId xmlns:a16="http://schemas.microsoft.com/office/drawing/2014/main" id="{4DA641B3-CD47-46E2-BFD8-3402DA24A10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596" name="Arc 7595">
                        <a:extLst>
                          <a:ext uri="{FF2B5EF4-FFF2-40B4-BE49-F238E27FC236}">
                            <a16:creationId xmlns:a16="http://schemas.microsoft.com/office/drawing/2014/main" id="{F4043AA9-39D4-BA30-2AF3-7A98AD569B5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594" name="TextBox 7593">
                      <a:extLst>
                        <a:ext uri="{FF2B5EF4-FFF2-40B4-BE49-F238E27FC236}">
                          <a16:creationId xmlns:a16="http://schemas.microsoft.com/office/drawing/2014/main" id="{49795D0B-8367-BEFF-F195-5C6770F3F985}"/>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7568" name="Group 7567">
                    <a:extLst>
                      <a:ext uri="{FF2B5EF4-FFF2-40B4-BE49-F238E27FC236}">
                        <a16:creationId xmlns:a16="http://schemas.microsoft.com/office/drawing/2014/main" id="{B0EF8738-82E5-8644-4956-486A7851F7AC}"/>
                      </a:ext>
                    </a:extLst>
                  </p:cNvPr>
                  <p:cNvGrpSpPr/>
                  <p:nvPr/>
                </p:nvGrpSpPr>
                <p:grpSpPr>
                  <a:xfrm>
                    <a:off x="6512463" y="3525040"/>
                    <a:ext cx="393192" cy="393192"/>
                    <a:chOff x="6389147" y="3357021"/>
                    <a:chExt cx="393192" cy="393192"/>
                  </a:xfrm>
                </p:grpSpPr>
                <p:grpSp>
                  <p:nvGrpSpPr>
                    <p:cNvPr id="7580" name="Group 7579">
                      <a:extLst>
                        <a:ext uri="{FF2B5EF4-FFF2-40B4-BE49-F238E27FC236}">
                          <a16:creationId xmlns:a16="http://schemas.microsoft.com/office/drawing/2014/main" id="{62816E90-5C5A-1F37-4789-52982FFC77B4}"/>
                        </a:ext>
                      </a:extLst>
                    </p:cNvPr>
                    <p:cNvGrpSpPr/>
                    <p:nvPr/>
                  </p:nvGrpSpPr>
                  <p:grpSpPr>
                    <a:xfrm rot="7200000" flipH="1">
                      <a:off x="6389147" y="3357021"/>
                      <a:ext cx="393192" cy="393192"/>
                      <a:chOff x="5354637" y="3446463"/>
                      <a:chExt cx="214313" cy="214313"/>
                    </a:xfrm>
                  </p:grpSpPr>
                  <p:sp>
                    <p:nvSpPr>
                      <p:cNvPr id="7589" name="Arc 7588">
                        <a:extLst>
                          <a:ext uri="{FF2B5EF4-FFF2-40B4-BE49-F238E27FC236}">
                            <a16:creationId xmlns:a16="http://schemas.microsoft.com/office/drawing/2014/main" id="{A0C2F83F-0FEF-16F9-64B4-108466D555E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590" name="Arc 7589">
                        <a:extLst>
                          <a:ext uri="{FF2B5EF4-FFF2-40B4-BE49-F238E27FC236}">
                            <a16:creationId xmlns:a16="http://schemas.microsoft.com/office/drawing/2014/main" id="{0991EF34-AAFD-2E51-B439-11DEC076027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581" name="Group 7580">
                      <a:extLst>
                        <a:ext uri="{FF2B5EF4-FFF2-40B4-BE49-F238E27FC236}">
                          <a16:creationId xmlns:a16="http://schemas.microsoft.com/office/drawing/2014/main" id="{79397950-DFA8-12CD-01D2-D321511D2F3E}"/>
                        </a:ext>
                      </a:extLst>
                    </p:cNvPr>
                    <p:cNvGrpSpPr/>
                    <p:nvPr/>
                  </p:nvGrpSpPr>
                  <p:grpSpPr>
                    <a:xfrm>
                      <a:off x="6434137" y="3402011"/>
                      <a:ext cx="303213" cy="303213"/>
                      <a:chOff x="6434137" y="3402011"/>
                      <a:chExt cx="303213" cy="303213"/>
                    </a:xfrm>
                  </p:grpSpPr>
                  <p:grpSp>
                    <p:nvGrpSpPr>
                      <p:cNvPr id="7582" name="Group 7581">
                        <a:extLst>
                          <a:ext uri="{FF2B5EF4-FFF2-40B4-BE49-F238E27FC236}">
                            <a16:creationId xmlns:a16="http://schemas.microsoft.com/office/drawing/2014/main" id="{A55D5C39-986B-B773-E792-94B8E9C9DE7F}"/>
                          </a:ext>
                        </a:extLst>
                      </p:cNvPr>
                      <p:cNvGrpSpPr/>
                      <p:nvPr/>
                    </p:nvGrpSpPr>
                    <p:grpSpPr>
                      <a:xfrm flipH="1">
                        <a:off x="6478587" y="3446461"/>
                        <a:ext cx="214313" cy="214313"/>
                        <a:chOff x="5354637" y="3446463"/>
                        <a:chExt cx="214313" cy="214313"/>
                      </a:xfrm>
                    </p:grpSpPr>
                    <p:sp>
                      <p:nvSpPr>
                        <p:cNvPr id="7587" name="Arc 7586">
                          <a:extLst>
                            <a:ext uri="{FF2B5EF4-FFF2-40B4-BE49-F238E27FC236}">
                              <a16:creationId xmlns:a16="http://schemas.microsoft.com/office/drawing/2014/main" id="{BCB571A5-A8F4-A1AE-1FE1-2A40D98C74B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588" name="Arc 7587">
                          <a:extLst>
                            <a:ext uri="{FF2B5EF4-FFF2-40B4-BE49-F238E27FC236}">
                              <a16:creationId xmlns:a16="http://schemas.microsoft.com/office/drawing/2014/main" id="{E199B8DF-5810-00CB-755C-164109B7FCC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583" name="Group 7582">
                        <a:extLst>
                          <a:ext uri="{FF2B5EF4-FFF2-40B4-BE49-F238E27FC236}">
                            <a16:creationId xmlns:a16="http://schemas.microsoft.com/office/drawing/2014/main" id="{60123B45-EC5C-733A-AD75-9B4E7A62B785}"/>
                          </a:ext>
                        </a:extLst>
                      </p:cNvPr>
                      <p:cNvGrpSpPr/>
                      <p:nvPr/>
                    </p:nvGrpSpPr>
                    <p:grpSpPr>
                      <a:xfrm rot="14400000" flipH="1">
                        <a:off x="6434137" y="3402011"/>
                        <a:ext cx="303213" cy="303213"/>
                        <a:chOff x="5354637" y="3446463"/>
                        <a:chExt cx="214313" cy="214313"/>
                      </a:xfrm>
                    </p:grpSpPr>
                    <p:sp>
                      <p:nvSpPr>
                        <p:cNvPr id="7585" name="Arc 7584">
                          <a:extLst>
                            <a:ext uri="{FF2B5EF4-FFF2-40B4-BE49-F238E27FC236}">
                              <a16:creationId xmlns:a16="http://schemas.microsoft.com/office/drawing/2014/main" id="{F2652E14-DD7D-FEEA-1038-4C6E938F02E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586" name="Arc 7585">
                          <a:extLst>
                            <a:ext uri="{FF2B5EF4-FFF2-40B4-BE49-F238E27FC236}">
                              <a16:creationId xmlns:a16="http://schemas.microsoft.com/office/drawing/2014/main" id="{71D371C0-3652-7B73-4585-A03D1D42DC1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584" name="TextBox 7583">
                        <a:extLst>
                          <a:ext uri="{FF2B5EF4-FFF2-40B4-BE49-F238E27FC236}">
                            <a16:creationId xmlns:a16="http://schemas.microsoft.com/office/drawing/2014/main" id="{E17CCB04-D3BD-AD7B-1074-F9C8513A9F79}"/>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569" name="Group 7568">
                    <a:extLst>
                      <a:ext uri="{FF2B5EF4-FFF2-40B4-BE49-F238E27FC236}">
                        <a16:creationId xmlns:a16="http://schemas.microsoft.com/office/drawing/2014/main" id="{51B80E7F-4758-4234-D0AA-F2C7885D5909}"/>
                      </a:ext>
                    </a:extLst>
                  </p:cNvPr>
                  <p:cNvGrpSpPr/>
                  <p:nvPr/>
                </p:nvGrpSpPr>
                <p:grpSpPr>
                  <a:xfrm>
                    <a:off x="6197413" y="3225768"/>
                    <a:ext cx="393192" cy="393192"/>
                    <a:chOff x="6389147" y="3932622"/>
                    <a:chExt cx="393192" cy="393192"/>
                  </a:xfrm>
                </p:grpSpPr>
                <p:grpSp>
                  <p:nvGrpSpPr>
                    <p:cNvPr id="7570" name="Group 7569">
                      <a:extLst>
                        <a:ext uri="{FF2B5EF4-FFF2-40B4-BE49-F238E27FC236}">
                          <a16:creationId xmlns:a16="http://schemas.microsoft.com/office/drawing/2014/main" id="{14384A0C-9810-B853-8B3B-CEBF3B224C03}"/>
                        </a:ext>
                      </a:extLst>
                    </p:cNvPr>
                    <p:cNvGrpSpPr/>
                    <p:nvPr/>
                  </p:nvGrpSpPr>
                  <p:grpSpPr>
                    <a:xfrm flipH="1">
                      <a:off x="6478587" y="4022061"/>
                      <a:ext cx="214313" cy="214313"/>
                      <a:chOff x="5354637" y="3446463"/>
                      <a:chExt cx="214313" cy="214313"/>
                    </a:xfrm>
                  </p:grpSpPr>
                  <p:sp>
                    <p:nvSpPr>
                      <p:cNvPr id="7578" name="Arc 7577">
                        <a:extLst>
                          <a:ext uri="{FF2B5EF4-FFF2-40B4-BE49-F238E27FC236}">
                            <a16:creationId xmlns:a16="http://schemas.microsoft.com/office/drawing/2014/main" id="{333E15CC-6E2C-C96E-66AB-ABFBCA90940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579" name="Arc 7578">
                        <a:extLst>
                          <a:ext uri="{FF2B5EF4-FFF2-40B4-BE49-F238E27FC236}">
                            <a16:creationId xmlns:a16="http://schemas.microsoft.com/office/drawing/2014/main" id="{250795BD-3F21-78FB-CE77-12B7767A384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571" name="Group 7570">
                      <a:extLst>
                        <a:ext uri="{FF2B5EF4-FFF2-40B4-BE49-F238E27FC236}">
                          <a16:creationId xmlns:a16="http://schemas.microsoft.com/office/drawing/2014/main" id="{65AC7ABA-71B8-28B9-AFE2-4228EC31CD9A}"/>
                        </a:ext>
                      </a:extLst>
                    </p:cNvPr>
                    <p:cNvGrpSpPr/>
                    <p:nvPr/>
                  </p:nvGrpSpPr>
                  <p:grpSpPr>
                    <a:xfrm rot="7200000" flipH="1">
                      <a:off x="6434137" y="3977611"/>
                      <a:ext cx="303213" cy="303213"/>
                      <a:chOff x="5354637" y="3446463"/>
                      <a:chExt cx="214313" cy="214313"/>
                    </a:xfrm>
                  </p:grpSpPr>
                  <p:sp>
                    <p:nvSpPr>
                      <p:cNvPr id="7576" name="Arc 7575">
                        <a:extLst>
                          <a:ext uri="{FF2B5EF4-FFF2-40B4-BE49-F238E27FC236}">
                            <a16:creationId xmlns:a16="http://schemas.microsoft.com/office/drawing/2014/main" id="{0B2872B0-A66C-D73D-E4AE-6E178B185F5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577" name="Arc 7576">
                        <a:extLst>
                          <a:ext uri="{FF2B5EF4-FFF2-40B4-BE49-F238E27FC236}">
                            <a16:creationId xmlns:a16="http://schemas.microsoft.com/office/drawing/2014/main" id="{18E763DC-BBCC-69FB-B91F-28C015F4267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572" name="Group 7571">
                      <a:extLst>
                        <a:ext uri="{FF2B5EF4-FFF2-40B4-BE49-F238E27FC236}">
                          <a16:creationId xmlns:a16="http://schemas.microsoft.com/office/drawing/2014/main" id="{0F2E4800-9173-42D0-50EA-9324F5A5B151}"/>
                        </a:ext>
                      </a:extLst>
                    </p:cNvPr>
                    <p:cNvGrpSpPr/>
                    <p:nvPr/>
                  </p:nvGrpSpPr>
                  <p:grpSpPr>
                    <a:xfrm rot="14400000" flipH="1">
                      <a:off x="6389147" y="3932622"/>
                      <a:ext cx="393192" cy="393192"/>
                      <a:chOff x="5354637" y="3446463"/>
                      <a:chExt cx="214313" cy="214313"/>
                    </a:xfrm>
                  </p:grpSpPr>
                  <p:sp>
                    <p:nvSpPr>
                      <p:cNvPr id="7574" name="Arc 7573">
                        <a:extLst>
                          <a:ext uri="{FF2B5EF4-FFF2-40B4-BE49-F238E27FC236}">
                            <a16:creationId xmlns:a16="http://schemas.microsoft.com/office/drawing/2014/main" id="{EB251FDD-C193-4925-9D2E-DE461F1590F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575" name="Arc 7574">
                        <a:extLst>
                          <a:ext uri="{FF2B5EF4-FFF2-40B4-BE49-F238E27FC236}">
                            <a16:creationId xmlns:a16="http://schemas.microsoft.com/office/drawing/2014/main" id="{E6D7DB5B-31EB-183B-2BEA-B5EF61C4490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573" name="TextBox 7572">
                      <a:extLst>
                        <a:ext uri="{FF2B5EF4-FFF2-40B4-BE49-F238E27FC236}">
                          <a16:creationId xmlns:a16="http://schemas.microsoft.com/office/drawing/2014/main" id="{676CC2EB-927F-4B26-AAEF-0AE44DBADD8F}"/>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7469" name="Group 7468">
                <a:extLst>
                  <a:ext uri="{FF2B5EF4-FFF2-40B4-BE49-F238E27FC236}">
                    <a16:creationId xmlns:a16="http://schemas.microsoft.com/office/drawing/2014/main" id="{D9F3426F-B2B0-CFDF-899E-D6099D937CE0}"/>
                  </a:ext>
                </a:extLst>
              </p:cNvPr>
              <p:cNvGrpSpPr/>
              <p:nvPr/>
            </p:nvGrpSpPr>
            <p:grpSpPr>
              <a:xfrm>
                <a:off x="6065340" y="2039507"/>
                <a:ext cx="1643204" cy="1593124"/>
                <a:chOff x="5445106" y="2644743"/>
                <a:chExt cx="1643204" cy="1593124"/>
              </a:xfrm>
            </p:grpSpPr>
            <p:grpSp>
              <p:nvGrpSpPr>
                <p:cNvPr id="7470" name="Group 7469">
                  <a:extLst>
                    <a:ext uri="{FF2B5EF4-FFF2-40B4-BE49-F238E27FC236}">
                      <a16:creationId xmlns:a16="http://schemas.microsoft.com/office/drawing/2014/main" id="{11208840-70D9-2497-47F2-5583204A0532}"/>
                    </a:ext>
                  </a:extLst>
                </p:cNvPr>
                <p:cNvGrpSpPr/>
                <p:nvPr/>
              </p:nvGrpSpPr>
              <p:grpSpPr>
                <a:xfrm>
                  <a:off x="5445106" y="2644743"/>
                  <a:ext cx="1019224" cy="991639"/>
                  <a:chOff x="5886431" y="3225768"/>
                  <a:chExt cx="1019224" cy="991639"/>
                </a:xfrm>
              </p:grpSpPr>
              <p:grpSp>
                <p:nvGrpSpPr>
                  <p:cNvPr id="7518" name="Group 7517">
                    <a:extLst>
                      <a:ext uri="{FF2B5EF4-FFF2-40B4-BE49-F238E27FC236}">
                        <a16:creationId xmlns:a16="http://schemas.microsoft.com/office/drawing/2014/main" id="{D556B103-A5C9-83D3-4FC4-B0DB50ACED02}"/>
                      </a:ext>
                    </a:extLst>
                  </p:cNvPr>
                  <p:cNvGrpSpPr/>
                  <p:nvPr/>
                </p:nvGrpSpPr>
                <p:grpSpPr>
                  <a:xfrm>
                    <a:off x="6197413" y="3824215"/>
                    <a:ext cx="393192" cy="393192"/>
                    <a:chOff x="5265196" y="3357021"/>
                    <a:chExt cx="393192" cy="393192"/>
                  </a:xfrm>
                </p:grpSpPr>
                <p:grpSp>
                  <p:nvGrpSpPr>
                    <p:cNvPr id="7553" name="Group 7552">
                      <a:extLst>
                        <a:ext uri="{FF2B5EF4-FFF2-40B4-BE49-F238E27FC236}">
                          <a16:creationId xmlns:a16="http://schemas.microsoft.com/office/drawing/2014/main" id="{2287E025-0906-430D-DEC5-991B9D506AF3}"/>
                        </a:ext>
                      </a:extLst>
                    </p:cNvPr>
                    <p:cNvGrpSpPr/>
                    <p:nvPr/>
                  </p:nvGrpSpPr>
                  <p:grpSpPr>
                    <a:xfrm rot="14400000">
                      <a:off x="5265196" y="3357021"/>
                      <a:ext cx="393192" cy="393192"/>
                      <a:chOff x="5354637" y="3446463"/>
                      <a:chExt cx="214313" cy="214313"/>
                    </a:xfrm>
                  </p:grpSpPr>
                  <p:sp>
                    <p:nvSpPr>
                      <p:cNvPr id="7562" name="Arc 7561">
                        <a:extLst>
                          <a:ext uri="{FF2B5EF4-FFF2-40B4-BE49-F238E27FC236}">
                            <a16:creationId xmlns:a16="http://schemas.microsoft.com/office/drawing/2014/main" id="{B4C3C802-4371-3FEE-76D8-BC2A6B1EF5D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563" name="Arc 7562">
                        <a:extLst>
                          <a:ext uri="{FF2B5EF4-FFF2-40B4-BE49-F238E27FC236}">
                            <a16:creationId xmlns:a16="http://schemas.microsoft.com/office/drawing/2014/main" id="{21A26C3F-63D1-7FC0-D957-ACD52DE975F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554" name="Group 7553">
                      <a:extLst>
                        <a:ext uri="{FF2B5EF4-FFF2-40B4-BE49-F238E27FC236}">
                          <a16:creationId xmlns:a16="http://schemas.microsoft.com/office/drawing/2014/main" id="{19ED1B25-60E1-7A59-E51C-6B3DE9CE8288}"/>
                        </a:ext>
                      </a:extLst>
                    </p:cNvPr>
                    <p:cNvGrpSpPr/>
                    <p:nvPr/>
                  </p:nvGrpSpPr>
                  <p:grpSpPr>
                    <a:xfrm>
                      <a:off x="5310186" y="3402011"/>
                      <a:ext cx="303213" cy="303213"/>
                      <a:chOff x="5310186" y="3402011"/>
                      <a:chExt cx="303213" cy="303213"/>
                    </a:xfrm>
                  </p:grpSpPr>
                  <p:grpSp>
                    <p:nvGrpSpPr>
                      <p:cNvPr id="7555" name="Group 7554">
                        <a:extLst>
                          <a:ext uri="{FF2B5EF4-FFF2-40B4-BE49-F238E27FC236}">
                            <a16:creationId xmlns:a16="http://schemas.microsoft.com/office/drawing/2014/main" id="{781E0F8E-D2F3-083F-611C-999CC5D3D5DD}"/>
                          </a:ext>
                        </a:extLst>
                      </p:cNvPr>
                      <p:cNvGrpSpPr/>
                      <p:nvPr/>
                    </p:nvGrpSpPr>
                    <p:grpSpPr>
                      <a:xfrm>
                        <a:off x="5354636" y="3446461"/>
                        <a:ext cx="214313" cy="214313"/>
                        <a:chOff x="5354637" y="3446463"/>
                        <a:chExt cx="214313" cy="214313"/>
                      </a:xfrm>
                    </p:grpSpPr>
                    <p:sp>
                      <p:nvSpPr>
                        <p:cNvPr id="7560" name="Arc 7559">
                          <a:extLst>
                            <a:ext uri="{FF2B5EF4-FFF2-40B4-BE49-F238E27FC236}">
                              <a16:creationId xmlns:a16="http://schemas.microsoft.com/office/drawing/2014/main" id="{9E0C7AE2-B917-2C96-E69C-DDC2ABDC767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561" name="Arc 7560">
                          <a:extLst>
                            <a:ext uri="{FF2B5EF4-FFF2-40B4-BE49-F238E27FC236}">
                              <a16:creationId xmlns:a16="http://schemas.microsoft.com/office/drawing/2014/main" id="{01467276-6E6D-735A-917D-8D92611A58C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556" name="Group 7555">
                        <a:extLst>
                          <a:ext uri="{FF2B5EF4-FFF2-40B4-BE49-F238E27FC236}">
                            <a16:creationId xmlns:a16="http://schemas.microsoft.com/office/drawing/2014/main" id="{AF7A0D6C-2F31-156B-519E-0C7E6DBFEB1C}"/>
                          </a:ext>
                        </a:extLst>
                      </p:cNvPr>
                      <p:cNvGrpSpPr/>
                      <p:nvPr/>
                    </p:nvGrpSpPr>
                    <p:grpSpPr>
                      <a:xfrm rot="7200000">
                        <a:off x="5310186" y="3402011"/>
                        <a:ext cx="303213" cy="303213"/>
                        <a:chOff x="5354637" y="3446463"/>
                        <a:chExt cx="214313" cy="214313"/>
                      </a:xfrm>
                    </p:grpSpPr>
                    <p:sp>
                      <p:nvSpPr>
                        <p:cNvPr id="7558" name="Arc 7557">
                          <a:extLst>
                            <a:ext uri="{FF2B5EF4-FFF2-40B4-BE49-F238E27FC236}">
                              <a16:creationId xmlns:a16="http://schemas.microsoft.com/office/drawing/2014/main" id="{52B857B8-5276-154A-8697-2FFEAD5D21E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559" name="Arc 7558">
                          <a:extLst>
                            <a:ext uri="{FF2B5EF4-FFF2-40B4-BE49-F238E27FC236}">
                              <a16:creationId xmlns:a16="http://schemas.microsoft.com/office/drawing/2014/main" id="{A07AE334-63CC-2316-CE06-7A957571D29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557" name="TextBox 7556">
                        <a:extLst>
                          <a:ext uri="{FF2B5EF4-FFF2-40B4-BE49-F238E27FC236}">
                            <a16:creationId xmlns:a16="http://schemas.microsoft.com/office/drawing/2014/main" id="{EE3B3265-D955-EF7E-49B4-AF02DECD76BE}"/>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519" name="Group 7518">
                    <a:extLst>
                      <a:ext uri="{FF2B5EF4-FFF2-40B4-BE49-F238E27FC236}">
                        <a16:creationId xmlns:a16="http://schemas.microsoft.com/office/drawing/2014/main" id="{AA08012C-29D7-2734-B78A-CE3A9A66D651}"/>
                      </a:ext>
                    </a:extLst>
                  </p:cNvPr>
                  <p:cNvGrpSpPr/>
                  <p:nvPr/>
                </p:nvGrpSpPr>
                <p:grpSpPr>
                  <a:xfrm>
                    <a:off x="5886431" y="3525040"/>
                    <a:ext cx="393192" cy="393192"/>
                    <a:chOff x="5265196" y="3932619"/>
                    <a:chExt cx="393192" cy="393192"/>
                  </a:xfrm>
                </p:grpSpPr>
                <p:grpSp>
                  <p:nvGrpSpPr>
                    <p:cNvPr id="7543" name="Group 7542">
                      <a:extLst>
                        <a:ext uri="{FF2B5EF4-FFF2-40B4-BE49-F238E27FC236}">
                          <a16:creationId xmlns:a16="http://schemas.microsoft.com/office/drawing/2014/main" id="{1298E939-A1CE-A9EB-27C1-2DCF3EC8D309}"/>
                        </a:ext>
                      </a:extLst>
                    </p:cNvPr>
                    <p:cNvGrpSpPr/>
                    <p:nvPr/>
                  </p:nvGrpSpPr>
                  <p:grpSpPr>
                    <a:xfrm>
                      <a:off x="5354636" y="4022061"/>
                      <a:ext cx="214313" cy="214313"/>
                      <a:chOff x="5354637" y="3446463"/>
                      <a:chExt cx="214313" cy="214313"/>
                    </a:xfrm>
                  </p:grpSpPr>
                  <p:sp>
                    <p:nvSpPr>
                      <p:cNvPr id="7551" name="Arc 7550">
                        <a:extLst>
                          <a:ext uri="{FF2B5EF4-FFF2-40B4-BE49-F238E27FC236}">
                            <a16:creationId xmlns:a16="http://schemas.microsoft.com/office/drawing/2014/main" id="{CDF87D86-7F9D-8706-D632-AF02AE60C1E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552" name="Arc 7551">
                        <a:extLst>
                          <a:ext uri="{FF2B5EF4-FFF2-40B4-BE49-F238E27FC236}">
                            <a16:creationId xmlns:a16="http://schemas.microsoft.com/office/drawing/2014/main" id="{C9A659BA-F98E-18E6-6DF1-9603D9A5EB1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544" name="Group 7543">
                      <a:extLst>
                        <a:ext uri="{FF2B5EF4-FFF2-40B4-BE49-F238E27FC236}">
                          <a16:creationId xmlns:a16="http://schemas.microsoft.com/office/drawing/2014/main" id="{A20A7195-9297-3EF5-FFDC-F2A370DDF33E}"/>
                        </a:ext>
                      </a:extLst>
                    </p:cNvPr>
                    <p:cNvGrpSpPr/>
                    <p:nvPr/>
                  </p:nvGrpSpPr>
                  <p:grpSpPr>
                    <a:xfrm rot="14400000">
                      <a:off x="5310186" y="3977611"/>
                      <a:ext cx="303213" cy="303213"/>
                      <a:chOff x="5354637" y="3446463"/>
                      <a:chExt cx="214313" cy="214313"/>
                    </a:xfrm>
                  </p:grpSpPr>
                  <p:sp>
                    <p:nvSpPr>
                      <p:cNvPr id="7549" name="Arc 7548">
                        <a:extLst>
                          <a:ext uri="{FF2B5EF4-FFF2-40B4-BE49-F238E27FC236}">
                            <a16:creationId xmlns:a16="http://schemas.microsoft.com/office/drawing/2014/main" id="{4B808C38-D378-2E12-B94E-2C44673A2C5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550" name="Arc 7549">
                        <a:extLst>
                          <a:ext uri="{FF2B5EF4-FFF2-40B4-BE49-F238E27FC236}">
                            <a16:creationId xmlns:a16="http://schemas.microsoft.com/office/drawing/2014/main" id="{15A3FB74-6360-7F15-4FB6-CB72B6151C1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545" name="Group 7544">
                      <a:extLst>
                        <a:ext uri="{FF2B5EF4-FFF2-40B4-BE49-F238E27FC236}">
                          <a16:creationId xmlns:a16="http://schemas.microsoft.com/office/drawing/2014/main" id="{53FF8283-6C84-9898-9DC2-A7F9B5DAC870}"/>
                        </a:ext>
                      </a:extLst>
                    </p:cNvPr>
                    <p:cNvGrpSpPr/>
                    <p:nvPr/>
                  </p:nvGrpSpPr>
                  <p:grpSpPr>
                    <a:xfrm rot="7200000">
                      <a:off x="5265196" y="3932619"/>
                      <a:ext cx="393192" cy="393192"/>
                      <a:chOff x="5354637" y="3446463"/>
                      <a:chExt cx="214313" cy="214313"/>
                    </a:xfrm>
                  </p:grpSpPr>
                  <p:sp>
                    <p:nvSpPr>
                      <p:cNvPr id="7547" name="Arc 7546">
                        <a:extLst>
                          <a:ext uri="{FF2B5EF4-FFF2-40B4-BE49-F238E27FC236}">
                            <a16:creationId xmlns:a16="http://schemas.microsoft.com/office/drawing/2014/main" id="{E194B568-B14B-F9A6-3AEC-24510C8E843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548" name="Arc 7547">
                        <a:extLst>
                          <a:ext uri="{FF2B5EF4-FFF2-40B4-BE49-F238E27FC236}">
                            <a16:creationId xmlns:a16="http://schemas.microsoft.com/office/drawing/2014/main" id="{D7063D1D-0314-4E97-BEBD-4DFB8EC91DE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546" name="TextBox 7545">
                      <a:extLst>
                        <a:ext uri="{FF2B5EF4-FFF2-40B4-BE49-F238E27FC236}">
                          <a16:creationId xmlns:a16="http://schemas.microsoft.com/office/drawing/2014/main" id="{9646A385-4AAD-61AF-DAA7-3426C0F9D00A}"/>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7520" name="Group 7519">
                    <a:extLst>
                      <a:ext uri="{FF2B5EF4-FFF2-40B4-BE49-F238E27FC236}">
                        <a16:creationId xmlns:a16="http://schemas.microsoft.com/office/drawing/2014/main" id="{06E89FC2-36F7-18E6-4716-8BDD4EA2588F}"/>
                      </a:ext>
                    </a:extLst>
                  </p:cNvPr>
                  <p:cNvGrpSpPr/>
                  <p:nvPr/>
                </p:nvGrpSpPr>
                <p:grpSpPr>
                  <a:xfrm>
                    <a:off x="6512463" y="3525040"/>
                    <a:ext cx="393192" cy="393192"/>
                    <a:chOff x="6389147" y="3357021"/>
                    <a:chExt cx="393192" cy="393192"/>
                  </a:xfrm>
                </p:grpSpPr>
                <p:grpSp>
                  <p:nvGrpSpPr>
                    <p:cNvPr id="7532" name="Group 7531">
                      <a:extLst>
                        <a:ext uri="{FF2B5EF4-FFF2-40B4-BE49-F238E27FC236}">
                          <a16:creationId xmlns:a16="http://schemas.microsoft.com/office/drawing/2014/main" id="{12BCC745-6D8A-CE77-F9E3-0D0A52794E26}"/>
                        </a:ext>
                      </a:extLst>
                    </p:cNvPr>
                    <p:cNvGrpSpPr/>
                    <p:nvPr/>
                  </p:nvGrpSpPr>
                  <p:grpSpPr>
                    <a:xfrm rot="7200000" flipH="1">
                      <a:off x="6389147" y="3357021"/>
                      <a:ext cx="393192" cy="393192"/>
                      <a:chOff x="5354637" y="3446463"/>
                      <a:chExt cx="214313" cy="214313"/>
                    </a:xfrm>
                  </p:grpSpPr>
                  <p:sp>
                    <p:nvSpPr>
                      <p:cNvPr id="7541" name="Arc 7540">
                        <a:extLst>
                          <a:ext uri="{FF2B5EF4-FFF2-40B4-BE49-F238E27FC236}">
                            <a16:creationId xmlns:a16="http://schemas.microsoft.com/office/drawing/2014/main" id="{D22C5A8D-F77A-263A-8D7E-26DD484813F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542" name="Arc 7541">
                        <a:extLst>
                          <a:ext uri="{FF2B5EF4-FFF2-40B4-BE49-F238E27FC236}">
                            <a16:creationId xmlns:a16="http://schemas.microsoft.com/office/drawing/2014/main" id="{8750249F-06EE-AE93-6A5A-7FE13A469FF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533" name="Group 7532">
                      <a:extLst>
                        <a:ext uri="{FF2B5EF4-FFF2-40B4-BE49-F238E27FC236}">
                          <a16:creationId xmlns:a16="http://schemas.microsoft.com/office/drawing/2014/main" id="{8825CA9D-3BFB-AA96-276B-9FBAB2D9E1A6}"/>
                        </a:ext>
                      </a:extLst>
                    </p:cNvPr>
                    <p:cNvGrpSpPr/>
                    <p:nvPr/>
                  </p:nvGrpSpPr>
                  <p:grpSpPr>
                    <a:xfrm>
                      <a:off x="6434137" y="3402011"/>
                      <a:ext cx="303213" cy="303213"/>
                      <a:chOff x="6434137" y="3402011"/>
                      <a:chExt cx="303213" cy="303213"/>
                    </a:xfrm>
                  </p:grpSpPr>
                  <p:grpSp>
                    <p:nvGrpSpPr>
                      <p:cNvPr id="7534" name="Group 7533">
                        <a:extLst>
                          <a:ext uri="{FF2B5EF4-FFF2-40B4-BE49-F238E27FC236}">
                            <a16:creationId xmlns:a16="http://schemas.microsoft.com/office/drawing/2014/main" id="{4ABD931F-FAB0-5DCF-A3C7-E7D846623696}"/>
                          </a:ext>
                        </a:extLst>
                      </p:cNvPr>
                      <p:cNvGrpSpPr/>
                      <p:nvPr/>
                    </p:nvGrpSpPr>
                    <p:grpSpPr>
                      <a:xfrm flipH="1">
                        <a:off x="6478587" y="3446461"/>
                        <a:ext cx="214313" cy="214313"/>
                        <a:chOff x="5354637" y="3446463"/>
                        <a:chExt cx="214313" cy="214313"/>
                      </a:xfrm>
                    </p:grpSpPr>
                    <p:sp>
                      <p:nvSpPr>
                        <p:cNvPr id="7539" name="Arc 7538">
                          <a:extLst>
                            <a:ext uri="{FF2B5EF4-FFF2-40B4-BE49-F238E27FC236}">
                              <a16:creationId xmlns:a16="http://schemas.microsoft.com/office/drawing/2014/main" id="{3F119467-0195-E6C5-9E76-262B6D9D861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540" name="Arc 7539">
                          <a:extLst>
                            <a:ext uri="{FF2B5EF4-FFF2-40B4-BE49-F238E27FC236}">
                              <a16:creationId xmlns:a16="http://schemas.microsoft.com/office/drawing/2014/main" id="{8013CEB1-F8EE-EEA2-8A76-3AAD7597929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535" name="Group 7534">
                        <a:extLst>
                          <a:ext uri="{FF2B5EF4-FFF2-40B4-BE49-F238E27FC236}">
                            <a16:creationId xmlns:a16="http://schemas.microsoft.com/office/drawing/2014/main" id="{38DABACB-A414-9E3F-9352-EC5977055C60}"/>
                          </a:ext>
                        </a:extLst>
                      </p:cNvPr>
                      <p:cNvGrpSpPr/>
                      <p:nvPr/>
                    </p:nvGrpSpPr>
                    <p:grpSpPr>
                      <a:xfrm rot="14400000" flipH="1">
                        <a:off x="6434137" y="3402011"/>
                        <a:ext cx="303213" cy="303213"/>
                        <a:chOff x="5354637" y="3446463"/>
                        <a:chExt cx="214313" cy="214313"/>
                      </a:xfrm>
                    </p:grpSpPr>
                    <p:sp>
                      <p:nvSpPr>
                        <p:cNvPr id="7537" name="Arc 7536">
                          <a:extLst>
                            <a:ext uri="{FF2B5EF4-FFF2-40B4-BE49-F238E27FC236}">
                              <a16:creationId xmlns:a16="http://schemas.microsoft.com/office/drawing/2014/main" id="{5489ACC6-C574-531C-B8F7-28751A097A2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538" name="Arc 7537">
                          <a:extLst>
                            <a:ext uri="{FF2B5EF4-FFF2-40B4-BE49-F238E27FC236}">
                              <a16:creationId xmlns:a16="http://schemas.microsoft.com/office/drawing/2014/main" id="{9DF6F01D-69EB-DFA5-A7E0-5C3BD5CB01C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536" name="TextBox 7535">
                        <a:extLst>
                          <a:ext uri="{FF2B5EF4-FFF2-40B4-BE49-F238E27FC236}">
                            <a16:creationId xmlns:a16="http://schemas.microsoft.com/office/drawing/2014/main" id="{970E4B2C-DF20-DE9F-E63F-DBCCBC8E175C}"/>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521" name="Group 7520">
                    <a:extLst>
                      <a:ext uri="{FF2B5EF4-FFF2-40B4-BE49-F238E27FC236}">
                        <a16:creationId xmlns:a16="http://schemas.microsoft.com/office/drawing/2014/main" id="{E8BC740A-9589-8F22-A837-0191593C39F1}"/>
                      </a:ext>
                    </a:extLst>
                  </p:cNvPr>
                  <p:cNvGrpSpPr/>
                  <p:nvPr/>
                </p:nvGrpSpPr>
                <p:grpSpPr>
                  <a:xfrm>
                    <a:off x="6197413" y="3225768"/>
                    <a:ext cx="393192" cy="393192"/>
                    <a:chOff x="6389147" y="3932622"/>
                    <a:chExt cx="393192" cy="393192"/>
                  </a:xfrm>
                </p:grpSpPr>
                <p:grpSp>
                  <p:nvGrpSpPr>
                    <p:cNvPr id="7522" name="Group 7521">
                      <a:extLst>
                        <a:ext uri="{FF2B5EF4-FFF2-40B4-BE49-F238E27FC236}">
                          <a16:creationId xmlns:a16="http://schemas.microsoft.com/office/drawing/2014/main" id="{7B8A4EAC-C896-E7F1-9DF8-A97AD763EE38}"/>
                        </a:ext>
                      </a:extLst>
                    </p:cNvPr>
                    <p:cNvGrpSpPr/>
                    <p:nvPr/>
                  </p:nvGrpSpPr>
                  <p:grpSpPr>
                    <a:xfrm flipH="1">
                      <a:off x="6478587" y="4022061"/>
                      <a:ext cx="214313" cy="214313"/>
                      <a:chOff x="5354637" y="3446463"/>
                      <a:chExt cx="214313" cy="214313"/>
                    </a:xfrm>
                  </p:grpSpPr>
                  <p:sp>
                    <p:nvSpPr>
                      <p:cNvPr id="7530" name="Arc 7529">
                        <a:extLst>
                          <a:ext uri="{FF2B5EF4-FFF2-40B4-BE49-F238E27FC236}">
                            <a16:creationId xmlns:a16="http://schemas.microsoft.com/office/drawing/2014/main" id="{54AC835D-D32A-5744-E954-79A8F0892C8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531" name="Arc 7530">
                        <a:extLst>
                          <a:ext uri="{FF2B5EF4-FFF2-40B4-BE49-F238E27FC236}">
                            <a16:creationId xmlns:a16="http://schemas.microsoft.com/office/drawing/2014/main" id="{652F19F3-8DF2-741B-8A44-230DE320F46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523" name="Group 7522">
                      <a:extLst>
                        <a:ext uri="{FF2B5EF4-FFF2-40B4-BE49-F238E27FC236}">
                          <a16:creationId xmlns:a16="http://schemas.microsoft.com/office/drawing/2014/main" id="{4E4E2792-ED4C-8812-A72E-79D376DF6D82}"/>
                        </a:ext>
                      </a:extLst>
                    </p:cNvPr>
                    <p:cNvGrpSpPr/>
                    <p:nvPr/>
                  </p:nvGrpSpPr>
                  <p:grpSpPr>
                    <a:xfrm rot="7200000" flipH="1">
                      <a:off x="6434137" y="3977611"/>
                      <a:ext cx="303213" cy="303213"/>
                      <a:chOff x="5354637" y="3446463"/>
                      <a:chExt cx="214313" cy="214313"/>
                    </a:xfrm>
                  </p:grpSpPr>
                  <p:sp>
                    <p:nvSpPr>
                      <p:cNvPr id="7528" name="Arc 7527">
                        <a:extLst>
                          <a:ext uri="{FF2B5EF4-FFF2-40B4-BE49-F238E27FC236}">
                            <a16:creationId xmlns:a16="http://schemas.microsoft.com/office/drawing/2014/main" id="{3C5FCB73-0571-BEBC-536B-FABA254DFBD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529" name="Arc 7528">
                        <a:extLst>
                          <a:ext uri="{FF2B5EF4-FFF2-40B4-BE49-F238E27FC236}">
                            <a16:creationId xmlns:a16="http://schemas.microsoft.com/office/drawing/2014/main" id="{67843E8B-F103-4900-7387-933566EA9B5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524" name="Group 7523">
                      <a:extLst>
                        <a:ext uri="{FF2B5EF4-FFF2-40B4-BE49-F238E27FC236}">
                          <a16:creationId xmlns:a16="http://schemas.microsoft.com/office/drawing/2014/main" id="{47E569FB-F53D-4BEC-C6B5-1FFB57AC6246}"/>
                        </a:ext>
                      </a:extLst>
                    </p:cNvPr>
                    <p:cNvGrpSpPr/>
                    <p:nvPr/>
                  </p:nvGrpSpPr>
                  <p:grpSpPr>
                    <a:xfrm rot="14400000" flipH="1">
                      <a:off x="6389147" y="3932622"/>
                      <a:ext cx="393192" cy="393192"/>
                      <a:chOff x="5354637" y="3446463"/>
                      <a:chExt cx="214313" cy="214313"/>
                    </a:xfrm>
                  </p:grpSpPr>
                  <p:sp>
                    <p:nvSpPr>
                      <p:cNvPr id="7526" name="Arc 7525">
                        <a:extLst>
                          <a:ext uri="{FF2B5EF4-FFF2-40B4-BE49-F238E27FC236}">
                            <a16:creationId xmlns:a16="http://schemas.microsoft.com/office/drawing/2014/main" id="{2ACC2472-9E4D-274D-D1FA-F904190644C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527" name="Arc 7526">
                        <a:extLst>
                          <a:ext uri="{FF2B5EF4-FFF2-40B4-BE49-F238E27FC236}">
                            <a16:creationId xmlns:a16="http://schemas.microsoft.com/office/drawing/2014/main" id="{5EC279F9-F9EF-113D-1DA3-E3C0CEAEBD1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525" name="TextBox 7524">
                      <a:extLst>
                        <a:ext uri="{FF2B5EF4-FFF2-40B4-BE49-F238E27FC236}">
                          <a16:creationId xmlns:a16="http://schemas.microsoft.com/office/drawing/2014/main" id="{CBF451AE-A82D-20C8-CE0E-4A9FA40CB681}"/>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471" name="Group 7470">
                  <a:extLst>
                    <a:ext uri="{FF2B5EF4-FFF2-40B4-BE49-F238E27FC236}">
                      <a16:creationId xmlns:a16="http://schemas.microsoft.com/office/drawing/2014/main" id="{E3D3189C-C9AB-9D21-87E5-D658B14E1260}"/>
                    </a:ext>
                  </a:extLst>
                </p:cNvPr>
                <p:cNvGrpSpPr/>
                <p:nvPr/>
              </p:nvGrpSpPr>
              <p:grpSpPr>
                <a:xfrm>
                  <a:off x="6069086" y="3246228"/>
                  <a:ext cx="1019224" cy="991639"/>
                  <a:chOff x="5886431" y="3225768"/>
                  <a:chExt cx="1019224" cy="991639"/>
                </a:xfrm>
              </p:grpSpPr>
              <p:grpSp>
                <p:nvGrpSpPr>
                  <p:cNvPr id="7472" name="Group 7471">
                    <a:extLst>
                      <a:ext uri="{FF2B5EF4-FFF2-40B4-BE49-F238E27FC236}">
                        <a16:creationId xmlns:a16="http://schemas.microsoft.com/office/drawing/2014/main" id="{9D00FF01-FF8D-5E21-A76B-C0F2A6F9E7B4}"/>
                      </a:ext>
                    </a:extLst>
                  </p:cNvPr>
                  <p:cNvGrpSpPr/>
                  <p:nvPr/>
                </p:nvGrpSpPr>
                <p:grpSpPr>
                  <a:xfrm>
                    <a:off x="6197413" y="3824215"/>
                    <a:ext cx="393192" cy="393192"/>
                    <a:chOff x="5265196" y="3357021"/>
                    <a:chExt cx="393192" cy="393192"/>
                  </a:xfrm>
                </p:grpSpPr>
                <p:grpSp>
                  <p:nvGrpSpPr>
                    <p:cNvPr id="7507" name="Group 7506">
                      <a:extLst>
                        <a:ext uri="{FF2B5EF4-FFF2-40B4-BE49-F238E27FC236}">
                          <a16:creationId xmlns:a16="http://schemas.microsoft.com/office/drawing/2014/main" id="{A5711EF2-79FC-FB10-C71B-5D99FA3566D1}"/>
                        </a:ext>
                      </a:extLst>
                    </p:cNvPr>
                    <p:cNvGrpSpPr/>
                    <p:nvPr/>
                  </p:nvGrpSpPr>
                  <p:grpSpPr>
                    <a:xfrm rot="14400000">
                      <a:off x="5265196" y="3357021"/>
                      <a:ext cx="393192" cy="393192"/>
                      <a:chOff x="5354637" y="3446463"/>
                      <a:chExt cx="214313" cy="214313"/>
                    </a:xfrm>
                  </p:grpSpPr>
                  <p:sp>
                    <p:nvSpPr>
                      <p:cNvPr id="7516" name="Arc 7515">
                        <a:extLst>
                          <a:ext uri="{FF2B5EF4-FFF2-40B4-BE49-F238E27FC236}">
                            <a16:creationId xmlns:a16="http://schemas.microsoft.com/office/drawing/2014/main" id="{B67C16A4-7FFE-68AE-41B5-1E2A12EDAF2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517" name="Arc 7516">
                        <a:extLst>
                          <a:ext uri="{FF2B5EF4-FFF2-40B4-BE49-F238E27FC236}">
                            <a16:creationId xmlns:a16="http://schemas.microsoft.com/office/drawing/2014/main" id="{1DBBDCE3-1854-4152-9D74-2CE7CA2FDB8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508" name="Group 7507">
                      <a:extLst>
                        <a:ext uri="{FF2B5EF4-FFF2-40B4-BE49-F238E27FC236}">
                          <a16:creationId xmlns:a16="http://schemas.microsoft.com/office/drawing/2014/main" id="{A97DE2A4-723F-1165-9C0A-FEC61555437F}"/>
                        </a:ext>
                      </a:extLst>
                    </p:cNvPr>
                    <p:cNvGrpSpPr/>
                    <p:nvPr/>
                  </p:nvGrpSpPr>
                  <p:grpSpPr>
                    <a:xfrm>
                      <a:off x="5310186" y="3402011"/>
                      <a:ext cx="303213" cy="303213"/>
                      <a:chOff x="5310186" y="3402011"/>
                      <a:chExt cx="303213" cy="303213"/>
                    </a:xfrm>
                  </p:grpSpPr>
                  <p:grpSp>
                    <p:nvGrpSpPr>
                      <p:cNvPr id="7509" name="Group 7508">
                        <a:extLst>
                          <a:ext uri="{FF2B5EF4-FFF2-40B4-BE49-F238E27FC236}">
                            <a16:creationId xmlns:a16="http://schemas.microsoft.com/office/drawing/2014/main" id="{63F48E12-216C-5422-FA02-CDE15E9D0043}"/>
                          </a:ext>
                        </a:extLst>
                      </p:cNvPr>
                      <p:cNvGrpSpPr/>
                      <p:nvPr/>
                    </p:nvGrpSpPr>
                    <p:grpSpPr>
                      <a:xfrm>
                        <a:off x="5354636" y="3446461"/>
                        <a:ext cx="214313" cy="214313"/>
                        <a:chOff x="5354637" y="3446463"/>
                        <a:chExt cx="214313" cy="214313"/>
                      </a:xfrm>
                    </p:grpSpPr>
                    <p:sp>
                      <p:nvSpPr>
                        <p:cNvPr id="7514" name="Arc 7513">
                          <a:extLst>
                            <a:ext uri="{FF2B5EF4-FFF2-40B4-BE49-F238E27FC236}">
                              <a16:creationId xmlns:a16="http://schemas.microsoft.com/office/drawing/2014/main" id="{73DECF0E-B246-08CA-EA79-11E9740D90F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515" name="Arc 7514">
                          <a:extLst>
                            <a:ext uri="{FF2B5EF4-FFF2-40B4-BE49-F238E27FC236}">
                              <a16:creationId xmlns:a16="http://schemas.microsoft.com/office/drawing/2014/main" id="{348E058F-29EE-142D-1546-66517A86F1A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510" name="Group 7509">
                        <a:extLst>
                          <a:ext uri="{FF2B5EF4-FFF2-40B4-BE49-F238E27FC236}">
                            <a16:creationId xmlns:a16="http://schemas.microsoft.com/office/drawing/2014/main" id="{8D5A7651-3081-C1DB-5E7A-096FC7939E93}"/>
                          </a:ext>
                        </a:extLst>
                      </p:cNvPr>
                      <p:cNvGrpSpPr/>
                      <p:nvPr/>
                    </p:nvGrpSpPr>
                    <p:grpSpPr>
                      <a:xfrm rot="7200000">
                        <a:off x="5310186" y="3402011"/>
                        <a:ext cx="303213" cy="303213"/>
                        <a:chOff x="5354637" y="3446463"/>
                        <a:chExt cx="214313" cy="214313"/>
                      </a:xfrm>
                    </p:grpSpPr>
                    <p:sp>
                      <p:nvSpPr>
                        <p:cNvPr id="7512" name="Arc 7511">
                          <a:extLst>
                            <a:ext uri="{FF2B5EF4-FFF2-40B4-BE49-F238E27FC236}">
                              <a16:creationId xmlns:a16="http://schemas.microsoft.com/office/drawing/2014/main" id="{A7087D44-37DC-9C19-8168-96F98FE7B92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513" name="Arc 7512">
                          <a:extLst>
                            <a:ext uri="{FF2B5EF4-FFF2-40B4-BE49-F238E27FC236}">
                              <a16:creationId xmlns:a16="http://schemas.microsoft.com/office/drawing/2014/main" id="{DE7795EE-91E2-D9D1-21FD-B384FFE4FA0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511" name="TextBox 7510">
                        <a:extLst>
                          <a:ext uri="{FF2B5EF4-FFF2-40B4-BE49-F238E27FC236}">
                            <a16:creationId xmlns:a16="http://schemas.microsoft.com/office/drawing/2014/main" id="{657A458C-1631-CFF5-B9E6-D8685F528E9D}"/>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473" name="Group 7472">
                    <a:extLst>
                      <a:ext uri="{FF2B5EF4-FFF2-40B4-BE49-F238E27FC236}">
                        <a16:creationId xmlns:a16="http://schemas.microsoft.com/office/drawing/2014/main" id="{421B2161-4A0E-6A5B-4B84-BF069C503B1F}"/>
                      </a:ext>
                    </a:extLst>
                  </p:cNvPr>
                  <p:cNvGrpSpPr/>
                  <p:nvPr/>
                </p:nvGrpSpPr>
                <p:grpSpPr>
                  <a:xfrm>
                    <a:off x="5886431" y="3525040"/>
                    <a:ext cx="393192" cy="393192"/>
                    <a:chOff x="5265196" y="3932619"/>
                    <a:chExt cx="393192" cy="393192"/>
                  </a:xfrm>
                </p:grpSpPr>
                <p:grpSp>
                  <p:nvGrpSpPr>
                    <p:cNvPr id="7497" name="Group 7496">
                      <a:extLst>
                        <a:ext uri="{FF2B5EF4-FFF2-40B4-BE49-F238E27FC236}">
                          <a16:creationId xmlns:a16="http://schemas.microsoft.com/office/drawing/2014/main" id="{E56921B4-37AA-156E-884F-DFA559EF6700}"/>
                        </a:ext>
                      </a:extLst>
                    </p:cNvPr>
                    <p:cNvGrpSpPr/>
                    <p:nvPr/>
                  </p:nvGrpSpPr>
                  <p:grpSpPr>
                    <a:xfrm>
                      <a:off x="5354636" y="4022061"/>
                      <a:ext cx="214313" cy="214313"/>
                      <a:chOff x="5354637" y="3446463"/>
                      <a:chExt cx="214313" cy="214313"/>
                    </a:xfrm>
                  </p:grpSpPr>
                  <p:sp>
                    <p:nvSpPr>
                      <p:cNvPr id="7505" name="Arc 7504">
                        <a:extLst>
                          <a:ext uri="{FF2B5EF4-FFF2-40B4-BE49-F238E27FC236}">
                            <a16:creationId xmlns:a16="http://schemas.microsoft.com/office/drawing/2014/main" id="{B0D9D802-D8FF-19E1-A81A-7D0B7DAA8F9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506" name="Arc 7505">
                        <a:extLst>
                          <a:ext uri="{FF2B5EF4-FFF2-40B4-BE49-F238E27FC236}">
                            <a16:creationId xmlns:a16="http://schemas.microsoft.com/office/drawing/2014/main" id="{24997D37-743B-E891-BF7A-972E2C8A124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498" name="Group 7497">
                      <a:extLst>
                        <a:ext uri="{FF2B5EF4-FFF2-40B4-BE49-F238E27FC236}">
                          <a16:creationId xmlns:a16="http://schemas.microsoft.com/office/drawing/2014/main" id="{F8198450-0423-78F3-9590-29B08F7D0111}"/>
                        </a:ext>
                      </a:extLst>
                    </p:cNvPr>
                    <p:cNvGrpSpPr/>
                    <p:nvPr/>
                  </p:nvGrpSpPr>
                  <p:grpSpPr>
                    <a:xfrm rot="14400000">
                      <a:off x="5310186" y="3977611"/>
                      <a:ext cx="303213" cy="303213"/>
                      <a:chOff x="5354637" y="3446463"/>
                      <a:chExt cx="214313" cy="214313"/>
                    </a:xfrm>
                  </p:grpSpPr>
                  <p:sp>
                    <p:nvSpPr>
                      <p:cNvPr id="7503" name="Arc 7502">
                        <a:extLst>
                          <a:ext uri="{FF2B5EF4-FFF2-40B4-BE49-F238E27FC236}">
                            <a16:creationId xmlns:a16="http://schemas.microsoft.com/office/drawing/2014/main" id="{F0401B46-4716-7AE7-34A1-2FBC360F524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504" name="Arc 7503">
                        <a:extLst>
                          <a:ext uri="{FF2B5EF4-FFF2-40B4-BE49-F238E27FC236}">
                            <a16:creationId xmlns:a16="http://schemas.microsoft.com/office/drawing/2014/main" id="{67773E1A-5B17-784D-3127-ED204F7AA15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499" name="Group 7498">
                      <a:extLst>
                        <a:ext uri="{FF2B5EF4-FFF2-40B4-BE49-F238E27FC236}">
                          <a16:creationId xmlns:a16="http://schemas.microsoft.com/office/drawing/2014/main" id="{E6C5FB13-F0CF-203B-A1B8-AB557E11763F}"/>
                        </a:ext>
                      </a:extLst>
                    </p:cNvPr>
                    <p:cNvGrpSpPr/>
                    <p:nvPr/>
                  </p:nvGrpSpPr>
                  <p:grpSpPr>
                    <a:xfrm rot="7200000">
                      <a:off x="5265196" y="3932619"/>
                      <a:ext cx="393192" cy="393192"/>
                      <a:chOff x="5354637" y="3446463"/>
                      <a:chExt cx="214313" cy="214313"/>
                    </a:xfrm>
                  </p:grpSpPr>
                  <p:sp>
                    <p:nvSpPr>
                      <p:cNvPr id="7501" name="Arc 7500">
                        <a:extLst>
                          <a:ext uri="{FF2B5EF4-FFF2-40B4-BE49-F238E27FC236}">
                            <a16:creationId xmlns:a16="http://schemas.microsoft.com/office/drawing/2014/main" id="{EE23F20E-7C6F-5EAD-F4F5-051F86D18B6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502" name="Arc 7501">
                        <a:extLst>
                          <a:ext uri="{FF2B5EF4-FFF2-40B4-BE49-F238E27FC236}">
                            <a16:creationId xmlns:a16="http://schemas.microsoft.com/office/drawing/2014/main" id="{2E42B678-344C-4E59-F64E-76C2579B681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500" name="TextBox 7499">
                      <a:extLst>
                        <a:ext uri="{FF2B5EF4-FFF2-40B4-BE49-F238E27FC236}">
                          <a16:creationId xmlns:a16="http://schemas.microsoft.com/office/drawing/2014/main" id="{043CC2F3-90A2-9C40-147A-CF90F5577ECF}"/>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7474" name="Group 7473">
                    <a:extLst>
                      <a:ext uri="{FF2B5EF4-FFF2-40B4-BE49-F238E27FC236}">
                        <a16:creationId xmlns:a16="http://schemas.microsoft.com/office/drawing/2014/main" id="{B2724AE5-E854-7291-0A02-1AAEF039BA7D}"/>
                      </a:ext>
                    </a:extLst>
                  </p:cNvPr>
                  <p:cNvGrpSpPr/>
                  <p:nvPr/>
                </p:nvGrpSpPr>
                <p:grpSpPr>
                  <a:xfrm>
                    <a:off x="6512463" y="3525040"/>
                    <a:ext cx="393192" cy="393192"/>
                    <a:chOff x="6389147" y="3357021"/>
                    <a:chExt cx="393192" cy="393192"/>
                  </a:xfrm>
                </p:grpSpPr>
                <p:grpSp>
                  <p:nvGrpSpPr>
                    <p:cNvPr id="7486" name="Group 7485">
                      <a:extLst>
                        <a:ext uri="{FF2B5EF4-FFF2-40B4-BE49-F238E27FC236}">
                          <a16:creationId xmlns:a16="http://schemas.microsoft.com/office/drawing/2014/main" id="{6A9A961F-35F7-B604-F534-CB3346FA4572}"/>
                        </a:ext>
                      </a:extLst>
                    </p:cNvPr>
                    <p:cNvGrpSpPr/>
                    <p:nvPr/>
                  </p:nvGrpSpPr>
                  <p:grpSpPr>
                    <a:xfrm rot="7200000" flipH="1">
                      <a:off x="6389147" y="3357021"/>
                      <a:ext cx="393192" cy="393192"/>
                      <a:chOff x="5354637" y="3446463"/>
                      <a:chExt cx="214313" cy="214313"/>
                    </a:xfrm>
                  </p:grpSpPr>
                  <p:sp>
                    <p:nvSpPr>
                      <p:cNvPr id="7495" name="Arc 7494">
                        <a:extLst>
                          <a:ext uri="{FF2B5EF4-FFF2-40B4-BE49-F238E27FC236}">
                            <a16:creationId xmlns:a16="http://schemas.microsoft.com/office/drawing/2014/main" id="{BAC64322-86E2-1A1E-F137-AD333FF7DC8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496" name="Arc 7495">
                        <a:extLst>
                          <a:ext uri="{FF2B5EF4-FFF2-40B4-BE49-F238E27FC236}">
                            <a16:creationId xmlns:a16="http://schemas.microsoft.com/office/drawing/2014/main" id="{1B5915CF-186A-C67D-BC9D-BFA805FE652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487" name="Group 7486">
                      <a:extLst>
                        <a:ext uri="{FF2B5EF4-FFF2-40B4-BE49-F238E27FC236}">
                          <a16:creationId xmlns:a16="http://schemas.microsoft.com/office/drawing/2014/main" id="{AA40CEE4-707E-00F0-D8D2-73CF60EFFA77}"/>
                        </a:ext>
                      </a:extLst>
                    </p:cNvPr>
                    <p:cNvGrpSpPr/>
                    <p:nvPr/>
                  </p:nvGrpSpPr>
                  <p:grpSpPr>
                    <a:xfrm>
                      <a:off x="6434137" y="3402011"/>
                      <a:ext cx="303213" cy="303213"/>
                      <a:chOff x="6434137" y="3402011"/>
                      <a:chExt cx="303213" cy="303213"/>
                    </a:xfrm>
                  </p:grpSpPr>
                  <p:grpSp>
                    <p:nvGrpSpPr>
                      <p:cNvPr id="7488" name="Group 7487">
                        <a:extLst>
                          <a:ext uri="{FF2B5EF4-FFF2-40B4-BE49-F238E27FC236}">
                            <a16:creationId xmlns:a16="http://schemas.microsoft.com/office/drawing/2014/main" id="{DDFC66B8-4A82-108F-A8B0-FB19A3648B2A}"/>
                          </a:ext>
                        </a:extLst>
                      </p:cNvPr>
                      <p:cNvGrpSpPr/>
                      <p:nvPr/>
                    </p:nvGrpSpPr>
                    <p:grpSpPr>
                      <a:xfrm flipH="1">
                        <a:off x="6478587" y="3446461"/>
                        <a:ext cx="214313" cy="214313"/>
                        <a:chOff x="5354637" y="3446463"/>
                        <a:chExt cx="214313" cy="214313"/>
                      </a:xfrm>
                    </p:grpSpPr>
                    <p:sp>
                      <p:nvSpPr>
                        <p:cNvPr id="7493" name="Arc 7492">
                          <a:extLst>
                            <a:ext uri="{FF2B5EF4-FFF2-40B4-BE49-F238E27FC236}">
                              <a16:creationId xmlns:a16="http://schemas.microsoft.com/office/drawing/2014/main" id="{56AAE20F-0DF8-1460-1E9D-FAF79175A57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494" name="Arc 7493">
                          <a:extLst>
                            <a:ext uri="{FF2B5EF4-FFF2-40B4-BE49-F238E27FC236}">
                              <a16:creationId xmlns:a16="http://schemas.microsoft.com/office/drawing/2014/main" id="{55BE8A6C-8D3E-F758-DB51-C52DB709388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489" name="Group 7488">
                        <a:extLst>
                          <a:ext uri="{FF2B5EF4-FFF2-40B4-BE49-F238E27FC236}">
                            <a16:creationId xmlns:a16="http://schemas.microsoft.com/office/drawing/2014/main" id="{BA6132B7-98EF-7F88-04FD-21C9266C6C28}"/>
                          </a:ext>
                        </a:extLst>
                      </p:cNvPr>
                      <p:cNvGrpSpPr/>
                      <p:nvPr/>
                    </p:nvGrpSpPr>
                    <p:grpSpPr>
                      <a:xfrm rot="14400000" flipH="1">
                        <a:off x="6434137" y="3402011"/>
                        <a:ext cx="303213" cy="303213"/>
                        <a:chOff x="5354637" y="3446463"/>
                        <a:chExt cx="214313" cy="214313"/>
                      </a:xfrm>
                    </p:grpSpPr>
                    <p:sp>
                      <p:nvSpPr>
                        <p:cNvPr id="7491" name="Arc 7490">
                          <a:extLst>
                            <a:ext uri="{FF2B5EF4-FFF2-40B4-BE49-F238E27FC236}">
                              <a16:creationId xmlns:a16="http://schemas.microsoft.com/office/drawing/2014/main" id="{C48E0586-5EEC-0C0B-FD12-38BBA4B1EE8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492" name="Arc 7491">
                          <a:extLst>
                            <a:ext uri="{FF2B5EF4-FFF2-40B4-BE49-F238E27FC236}">
                              <a16:creationId xmlns:a16="http://schemas.microsoft.com/office/drawing/2014/main" id="{BCB4A0E9-C302-644F-057C-99110618B35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490" name="TextBox 7489">
                        <a:extLst>
                          <a:ext uri="{FF2B5EF4-FFF2-40B4-BE49-F238E27FC236}">
                            <a16:creationId xmlns:a16="http://schemas.microsoft.com/office/drawing/2014/main" id="{0CFFBE84-EFE3-55AB-1B1C-6CDE4FA2A614}"/>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475" name="Group 7474">
                    <a:extLst>
                      <a:ext uri="{FF2B5EF4-FFF2-40B4-BE49-F238E27FC236}">
                        <a16:creationId xmlns:a16="http://schemas.microsoft.com/office/drawing/2014/main" id="{3198C625-D2F5-B33A-82BA-14DEF4C5E04E}"/>
                      </a:ext>
                    </a:extLst>
                  </p:cNvPr>
                  <p:cNvGrpSpPr/>
                  <p:nvPr/>
                </p:nvGrpSpPr>
                <p:grpSpPr>
                  <a:xfrm>
                    <a:off x="6197413" y="3225768"/>
                    <a:ext cx="393192" cy="393192"/>
                    <a:chOff x="6389147" y="3932622"/>
                    <a:chExt cx="393192" cy="393192"/>
                  </a:xfrm>
                </p:grpSpPr>
                <p:grpSp>
                  <p:nvGrpSpPr>
                    <p:cNvPr id="7476" name="Group 7475">
                      <a:extLst>
                        <a:ext uri="{FF2B5EF4-FFF2-40B4-BE49-F238E27FC236}">
                          <a16:creationId xmlns:a16="http://schemas.microsoft.com/office/drawing/2014/main" id="{7588E817-D412-76C4-B687-CB39ED0D6768}"/>
                        </a:ext>
                      </a:extLst>
                    </p:cNvPr>
                    <p:cNvGrpSpPr/>
                    <p:nvPr/>
                  </p:nvGrpSpPr>
                  <p:grpSpPr>
                    <a:xfrm flipH="1">
                      <a:off x="6478587" y="4022061"/>
                      <a:ext cx="214313" cy="214313"/>
                      <a:chOff x="5354637" y="3446463"/>
                      <a:chExt cx="214313" cy="214313"/>
                    </a:xfrm>
                  </p:grpSpPr>
                  <p:sp>
                    <p:nvSpPr>
                      <p:cNvPr id="7484" name="Arc 7483">
                        <a:extLst>
                          <a:ext uri="{FF2B5EF4-FFF2-40B4-BE49-F238E27FC236}">
                            <a16:creationId xmlns:a16="http://schemas.microsoft.com/office/drawing/2014/main" id="{978B7F5B-0F53-A9AA-2233-97C4DE71254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485" name="Arc 7484">
                        <a:extLst>
                          <a:ext uri="{FF2B5EF4-FFF2-40B4-BE49-F238E27FC236}">
                            <a16:creationId xmlns:a16="http://schemas.microsoft.com/office/drawing/2014/main" id="{B2108270-7E23-31BB-E589-A5D904A6844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477" name="Group 7476">
                      <a:extLst>
                        <a:ext uri="{FF2B5EF4-FFF2-40B4-BE49-F238E27FC236}">
                          <a16:creationId xmlns:a16="http://schemas.microsoft.com/office/drawing/2014/main" id="{03006329-87E5-B968-44A2-376D573ADB0A}"/>
                        </a:ext>
                      </a:extLst>
                    </p:cNvPr>
                    <p:cNvGrpSpPr/>
                    <p:nvPr/>
                  </p:nvGrpSpPr>
                  <p:grpSpPr>
                    <a:xfrm rot="7200000" flipH="1">
                      <a:off x="6434137" y="3977611"/>
                      <a:ext cx="303213" cy="303213"/>
                      <a:chOff x="5354637" y="3446463"/>
                      <a:chExt cx="214313" cy="214313"/>
                    </a:xfrm>
                  </p:grpSpPr>
                  <p:sp>
                    <p:nvSpPr>
                      <p:cNvPr id="7482" name="Arc 7481">
                        <a:extLst>
                          <a:ext uri="{FF2B5EF4-FFF2-40B4-BE49-F238E27FC236}">
                            <a16:creationId xmlns:a16="http://schemas.microsoft.com/office/drawing/2014/main" id="{9BA5F566-5362-6601-B18F-84EBD1AEC2E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483" name="Arc 7482">
                        <a:extLst>
                          <a:ext uri="{FF2B5EF4-FFF2-40B4-BE49-F238E27FC236}">
                            <a16:creationId xmlns:a16="http://schemas.microsoft.com/office/drawing/2014/main" id="{06A1CF13-CD5C-44D7-DC9B-A40FE80E3E2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478" name="Group 7477">
                      <a:extLst>
                        <a:ext uri="{FF2B5EF4-FFF2-40B4-BE49-F238E27FC236}">
                          <a16:creationId xmlns:a16="http://schemas.microsoft.com/office/drawing/2014/main" id="{4EF23444-71D6-A796-FFD2-ADFBBE244778}"/>
                        </a:ext>
                      </a:extLst>
                    </p:cNvPr>
                    <p:cNvGrpSpPr/>
                    <p:nvPr/>
                  </p:nvGrpSpPr>
                  <p:grpSpPr>
                    <a:xfrm rot="14400000" flipH="1">
                      <a:off x="6389147" y="3932622"/>
                      <a:ext cx="393192" cy="393192"/>
                      <a:chOff x="5354637" y="3446463"/>
                      <a:chExt cx="214313" cy="214313"/>
                    </a:xfrm>
                  </p:grpSpPr>
                  <p:sp>
                    <p:nvSpPr>
                      <p:cNvPr id="7480" name="Arc 7479">
                        <a:extLst>
                          <a:ext uri="{FF2B5EF4-FFF2-40B4-BE49-F238E27FC236}">
                            <a16:creationId xmlns:a16="http://schemas.microsoft.com/office/drawing/2014/main" id="{4A675B8F-4E97-FFB0-71FD-7830AA6758C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481" name="Arc 7480">
                        <a:extLst>
                          <a:ext uri="{FF2B5EF4-FFF2-40B4-BE49-F238E27FC236}">
                            <a16:creationId xmlns:a16="http://schemas.microsoft.com/office/drawing/2014/main" id="{AA05857F-58B0-C0CD-414B-6FE11F5C49B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479" name="TextBox 7478">
                      <a:extLst>
                        <a:ext uri="{FF2B5EF4-FFF2-40B4-BE49-F238E27FC236}">
                          <a16:creationId xmlns:a16="http://schemas.microsoft.com/office/drawing/2014/main" id="{47C69064-3C63-79E5-222A-18024848FA46}"/>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6131" name="Group 6130">
              <a:extLst>
                <a:ext uri="{FF2B5EF4-FFF2-40B4-BE49-F238E27FC236}">
                  <a16:creationId xmlns:a16="http://schemas.microsoft.com/office/drawing/2014/main" id="{3674D14A-D86E-4106-E88B-C3A3A5410875}"/>
                </a:ext>
              </a:extLst>
            </p:cNvPr>
            <p:cNvGrpSpPr/>
            <p:nvPr/>
          </p:nvGrpSpPr>
          <p:grpSpPr>
            <a:xfrm>
              <a:off x="-599392" y="-493844"/>
              <a:ext cx="2263438" cy="2198360"/>
              <a:chOff x="5445106" y="2039507"/>
              <a:chExt cx="2263438" cy="2198360"/>
            </a:xfrm>
          </p:grpSpPr>
          <p:grpSp>
            <p:nvGrpSpPr>
              <p:cNvPr id="7278" name="Group 7277">
                <a:extLst>
                  <a:ext uri="{FF2B5EF4-FFF2-40B4-BE49-F238E27FC236}">
                    <a16:creationId xmlns:a16="http://schemas.microsoft.com/office/drawing/2014/main" id="{8C498EAB-117F-CD10-A40B-68B0B89278B6}"/>
                  </a:ext>
                </a:extLst>
              </p:cNvPr>
              <p:cNvGrpSpPr/>
              <p:nvPr/>
            </p:nvGrpSpPr>
            <p:grpSpPr>
              <a:xfrm>
                <a:off x="5445106" y="2644743"/>
                <a:ext cx="1643204" cy="1593124"/>
                <a:chOff x="5445106" y="2644743"/>
                <a:chExt cx="1643204" cy="1593124"/>
              </a:xfrm>
            </p:grpSpPr>
            <p:grpSp>
              <p:nvGrpSpPr>
                <p:cNvPr id="7374" name="Group 7373">
                  <a:extLst>
                    <a:ext uri="{FF2B5EF4-FFF2-40B4-BE49-F238E27FC236}">
                      <a16:creationId xmlns:a16="http://schemas.microsoft.com/office/drawing/2014/main" id="{FFF40C84-789F-B85D-14BA-204364C82522}"/>
                    </a:ext>
                  </a:extLst>
                </p:cNvPr>
                <p:cNvGrpSpPr/>
                <p:nvPr/>
              </p:nvGrpSpPr>
              <p:grpSpPr>
                <a:xfrm>
                  <a:off x="5445106" y="2644743"/>
                  <a:ext cx="1019224" cy="991639"/>
                  <a:chOff x="5886431" y="3225768"/>
                  <a:chExt cx="1019224" cy="991639"/>
                </a:xfrm>
              </p:grpSpPr>
              <p:grpSp>
                <p:nvGrpSpPr>
                  <p:cNvPr id="7422" name="Group 7421">
                    <a:extLst>
                      <a:ext uri="{FF2B5EF4-FFF2-40B4-BE49-F238E27FC236}">
                        <a16:creationId xmlns:a16="http://schemas.microsoft.com/office/drawing/2014/main" id="{5B9427B2-426F-3B12-FC17-273759FAD081}"/>
                      </a:ext>
                    </a:extLst>
                  </p:cNvPr>
                  <p:cNvGrpSpPr/>
                  <p:nvPr/>
                </p:nvGrpSpPr>
                <p:grpSpPr>
                  <a:xfrm>
                    <a:off x="6197413" y="3824215"/>
                    <a:ext cx="393192" cy="393192"/>
                    <a:chOff x="5265196" y="3357021"/>
                    <a:chExt cx="393192" cy="393192"/>
                  </a:xfrm>
                </p:grpSpPr>
                <p:grpSp>
                  <p:nvGrpSpPr>
                    <p:cNvPr id="7457" name="Group 7456">
                      <a:extLst>
                        <a:ext uri="{FF2B5EF4-FFF2-40B4-BE49-F238E27FC236}">
                          <a16:creationId xmlns:a16="http://schemas.microsoft.com/office/drawing/2014/main" id="{B33EF760-4635-0AF7-8989-14941DF098EC}"/>
                        </a:ext>
                      </a:extLst>
                    </p:cNvPr>
                    <p:cNvGrpSpPr/>
                    <p:nvPr/>
                  </p:nvGrpSpPr>
                  <p:grpSpPr>
                    <a:xfrm rot="14400000">
                      <a:off x="5265196" y="3357021"/>
                      <a:ext cx="393192" cy="393192"/>
                      <a:chOff x="5354637" y="3446463"/>
                      <a:chExt cx="214313" cy="214313"/>
                    </a:xfrm>
                  </p:grpSpPr>
                  <p:sp>
                    <p:nvSpPr>
                      <p:cNvPr id="7466" name="Arc 7465">
                        <a:extLst>
                          <a:ext uri="{FF2B5EF4-FFF2-40B4-BE49-F238E27FC236}">
                            <a16:creationId xmlns:a16="http://schemas.microsoft.com/office/drawing/2014/main" id="{D3334546-2CF6-89D1-59AB-F60049AB695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467" name="Arc 7466">
                        <a:extLst>
                          <a:ext uri="{FF2B5EF4-FFF2-40B4-BE49-F238E27FC236}">
                            <a16:creationId xmlns:a16="http://schemas.microsoft.com/office/drawing/2014/main" id="{4B0F3232-2080-E8DA-BAE7-2C3C6F2492E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458" name="Group 7457">
                      <a:extLst>
                        <a:ext uri="{FF2B5EF4-FFF2-40B4-BE49-F238E27FC236}">
                          <a16:creationId xmlns:a16="http://schemas.microsoft.com/office/drawing/2014/main" id="{538F8CC1-A77E-8CC6-BCEF-09C56CAB2618}"/>
                        </a:ext>
                      </a:extLst>
                    </p:cNvPr>
                    <p:cNvGrpSpPr/>
                    <p:nvPr/>
                  </p:nvGrpSpPr>
                  <p:grpSpPr>
                    <a:xfrm>
                      <a:off x="5310186" y="3402011"/>
                      <a:ext cx="303213" cy="303213"/>
                      <a:chOff x="5310186" y="3402011"/>
                      <a:chExt cx="303213" cy="303213"/>
                    </a:xfrm>
                  </p:grpSpPr>
                  <p:grpSp>
                    <p:nvGrpSpPr>
                      <p:cNvPr id="7459" name="Group 7458">
                        <a:extLst>
                          <a:ext uri="{FF2B5EF4-FFF2-40B4-BE49-F238E27FC236}">
                            <a16:creationId xmlns:a16="http://schemas.microsoft.com/office/drawing/2014/main" id="{91C6785E-33FD-C37E-1829-1746F2CDE5D5}"/>
                          </a:ext>
                        </a:extLst>
                      </p:cNvPr>
                      <p:cNvGrpSpPr/>
                      <p:nvPr/>
                    </p:nvGrpSpPr>
                    <p:grpSpPr>
                      <a:xfrm>
                        <a:off x="5354636" y="3446461"/>
                        <a:ext cx="214313" cy="214313"/>
                        <a:chOff x="5354637" y="3446463"/>
                        <a:chExt cx="214313" cy="214313"/>
                      </a:xfrm>
                    </p:grpSpPr>
                    <p:sp>
                      <p:nvSpPr>
                        <p:cNvPr id="7464" name="Arc 7463">
                          <a:extLst>
                            <a:ext uri="{FF2B5EF4-FFF2-40B4-BE49-F238E27FC236}">
                              <a16:creationId xmlns:a16="http://schemas.microsoft.com/office/drawing/2014/main" id="{660BE373-DF05-357F-5F9A-970B869AC11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465" name="Arc 7464">
                          <a:extLst>
                            <a:ext uri="{FF2B5EF4-FFF2-40B4-BE49-F238E27FC236}">
                              <a16:creationId xmlns:a16="http://schemas.microsoft.com/office/drawing/2014/main" id="{6C9C7F7A-C8DB-0912-E4FA-143FEDFEA18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460" name="Group 7459">
                        <a:extLst>
                          <a:ext uri="{FF2B5EF4-FFF2-40B4-BE49-F238E27FC236}">
                            <a16:creationId xmlns:a16="http://schemas.microsoft.com/office/drawing/2014/main" id="{4E065AE6-CA08-70C8-B603-7A0BCD88D2B7}"/>
                          </a:ext>
                        </a:extLst>
                      </p:cNvPr>
                      <p:cNvGrpSpPr/>
                      <p:nvPr/>
                    </p:nvGrpSpPr>
                    <p:grpSpPr>
                      <a:xfrm rot="7200000">
                        <a:off x="5310186" y="3402011"/>
                        <a:ext cx="303213" cy="303213"/>
                        <a:chOff x="5354637" y="3446463"/>
                        <a:chExt cx="214313" cy="214313"/>
                      </a:xfrm>
                    </p:grpSpPr>
                    <p:sp>
                      <p:nvSpPr>
                        <p:cNvPr id="7462" name="Arc 7461">
                          <a:extLst>
                            <a:ext uri="{FF2B5EF4-FFF2-40B4-BE49-F238E27FC236}">
                              <a16:creationId xmlns:a16="http://schemas.microsoft.com/office/drawing/2014/main" id="{6A61642C-6F62-CF46-55AE-39366B51E85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463" name="Arc 7462">
                          <a:extLst>
                            <a:ext uri="{FF2B5EF4-FFF2-40B4-BE49-F238E27FC236}">
                              <a16:creationId xmlns:a16="http://schemas.microsoft.com/office/drawing/2014/main" id="{03E8D3B6-4699-F457-593D-F4AA1608DC0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461" name="TextBox 7460">
                        <a:extLst>
                          <a:ext uri="{FF2B5EF4-FFF2-40B4-BE49-F238E27FC236}">
                            <a16:creationId xmlns:a16="http://schemas.microsoft.com/office/drawing/2014/main" id="{79DDBAD3-157E-24B0-40D9-DC2E4120778E}"/>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423" name="Group 7422">
                    <a:extLst>
                      <a:ext uri="{FF2B5EF4-FFF2-40B4-BE49-F238E27FC236}">
                        <a16:creationId xmlns:a16="http://schemas.microsoft.com/office/drawing/2014/main" id="{8638BCC8-27A8-F123-75EF-2E22AB567D11}"/>
                      </a:ext>
                    </a:extLst>
                  </p:cNvPr>
                  <p:cNvGrpSpPr/>
                  <p:nvPr/>
                </p:nvGrpSpPr>
                <p:grpSpPr>
                  <a:xfrm>
                    <a:off x="5886431" y="3525040"/>
                    <a:ext cx="393192" cy="393192"/>
                    <a:chOff x="5265196" y="3932619"/>
                    <a:chExt cx="393192" cy="393192"/>
                  </a:xfrm>
                </p:grpSpPr>
                <p:grpSp>
                  <p:nvGrpSpPr>
                    <p:cNvPr id="7447" name="Group 7446">
                      <a:extLst>
                        <a:ext uri="{FF2B5EF4-FFF2-40B4-BE49-F238E27FC236}">
                          <a16:creationId xmlns:a16="http://schemas.microsoft.com/office/drawing/2014/main" id="{FD6EE05D-75CA-E055-AB89-2961CD30BF71}"/>
                        </a:ext>
                      </a:extLst>
                    </p:cNvPr>
                    <p:cNvGrpSpPr/>
                    <p:nvPr/>
                  </p:nvGrpSpPr>
                  <p:grpSpPr>
                    <a:xfrm>
                      <a:off x="5354636" y="4022061"/>
                      <a:ext cx="214313" cy="214313"/>
                      <a:chOff x="5354637" y="3446463"/>
                      <a:chExt cx="214313" cy="214313"/>
                    </a:xfrm>
                  </p:grpSpPr>
                  <p:sp>
                    <p:nvSpPr>
                      <p:cNvPr id="7455" name="Arc 7454">
                        <a:extLst>
                          <a:ext uri="{FF2B5EF4-FFF2-40B4-BE49-F238E27FC236}">
                            <a16:creationId xmlns:a16="http://schemas.microsoft.com/office/drawing/2014/main" id="{16149CAC-0947-1450-4226-76116B8D899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456" name="Arc 7455">
                        <a:extLst>
                          <a:ext uri="{FF2B5EF4-FFF2-40B4-BE49-F238E27FC236}">
                            <a16:creationId xmlns:a16="http://schemas.microsoft.com/office/drawing/2014/main" id="{DD8FE342-D00F-40AC-CBEC-02133057640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448" name="Group 7447">
                      <a:extLst>
                        <a:ext uri="{FF2B5EF4-FFF2-40B4-BE49-F238E27FC236}">
                          <a16:creationId xmlns:a16="http://schemas.microsoft.com/office/drawing/2014/main" id="{E12C2FDC-A980-BE61-4A38-5485C5B2683F}"/>
                        </a:ext>
                      </a:extLst>
                    </p:cNvPr>
                    <p:cNvGrpSpPr/>
                    <p:nvPr/>
                  </p:nvGrpSpPr>
                  <p:grpSpPr>
                    <a:xfrm rot="14400000">
                      <a:off x="5310186" y="3977611"/>
                      <a:ext cx="303213" cy="303213"/>
                      <a:chOff x="5354637" y="3446463"/>
                      <a:chExt cx="214313" cy="214313"/>
                    </a:xfrm>
                  </p:grpSpPr>
                  <p:sp>
                    <p:nvSpPr>
                      <p:cNvPr id="7453" name="Arc 7452">
                        <a:extLst>
                          <a:ext uri="{FF2B5EF4-FFF2-40B4-BE49-F238E27FC236}">
                            <a16:creationId xmlns:a16="http://schemas.microsoft.com/office/drawing/2014/main" id="{37528239-AF6B-00A4-7062-E4018CEEC9C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454" name="Arc 7453">
                        <a:extLst>
                          <a:ext uri="{FF2B5EF4-FFF2-40B4-BE49-F238E27FC236}">
                            <a16:creationId xmlns:a16="http://schemas.microsoft.com/office/drawing/2014/main" id="{A30DD692-46AE-7784-5995-9B74997F427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449" name="Group 7448">
                      <a:extLst>
                        <a:ext uri="{FF2B5EF4-FFF2-40B4-BE49-F238E27FC236}">
                          <a16:creationId xmlns:a16="http://schemas.microsoft.com/office/drawing/2014/main" id="{8F36A28E-6600-8EC9-5ED3-2979B76ED99B}"/>
                        </a:ext>
                      </a:extLst>
                    </p:cNvPr>
                    <p:cNvGrpSpPr/>
                    <p:nvPr/>
                  </p:nvGrpSpPr>
                  <p:grpSpPr>
                    <a:xfrm rot="7200000">
                      <a:off x="5265196" y="3932619"/>
                      <a:ext cx="393192" cy="393192"/>
                      <a:chOff x="5354637" y="3446463"/>
                      <a:chExt cx="214313" cy="214313"/>
                    </a:xfrm>
                  </p:grpSpPr>
                  <p:sp>
                    <p:nvSpPr>
                      <p:cNvPr id="7451" name="Arc 7450">
                        <a:extLst>
                          <a:ext uri="{FF2B5EF4-FFF2-40B4-BE49-F238E27FC236}">
                            <a16:creationId xmlns:a16="http://schemas.microsoft.com/office/drawing/2014/main" id="{157BDF17-E3B1-B33A-204C-5F8CBD6433C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452" name="Arc 7451">
                        <a:extLst>
                          <a:ext uri="{FF2B5EF4-FFF2-40B4-BE49-F238E27FC236}">
                            <a16:creationId xmlns:a16="http://schemas.microsoft.com/office/drawing/2014/main" id="{4B750472-9FBF-C06E-EB68-E61B8C997F4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450" name="TextBox 7449">
                      <a:extLst>
                        <a:ext uri="{FF2B5EF4-FFF2-40B4-BE49-F238E27FC236}">
                          <a16:creationId xmlns:a16="http://schemas.microsoft.com/office/drawing/2014/main" id="{988BCA6D-186E-E36F-08CB-A97820583861}"/>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7424" name="Group 7423">
                    <a:extLst>
                      <a:ext uri="{FF2B5EF4-FFF2-40B4-BE49-F238E27FC236}">
                        <a16:creationId xmlns:a16="http://schemas.microsoft.com/office/drawing/2014/main" id="{B16B9604-B31C-E3D2-F343-DF1E28618ED6}"/>
                      </a:ext>
                    </a:extLst>
                  </p:cNvPr>
                  <p:cNvGrpSpPr/>
                  <p:nvPr/>
                </p:nvGrpSpPr>
                <p:grpSpPr>
                  <a:xfrm>
                    <a:off x="6512463" y="3525040"/>
                    <a:ext cx="393192" cy="393192"/>
                    <a:chOff x="6389147" y="3357021"/>
                    <a:chExt cx="393192" cy="393192"/>
                  </a:xfrm>
                </p:grpSpPr>
                <p:grpSp>
                  <p:nvGrpSpPr>
                    <p:cNvPr id="7436" name="Group 7435">
                      <a:extLst>
                        <a:ext uri="{FF2B5EF4-FFF2-40B4-BE49-F238E27FC236}">
                          <a16:creationId xmlns:a16="http://schemas.microsoft.com/office/drawing/2014/main" id="{29A8906C-15C9-8F6B-4F51-1DBF5F2AB748}"/>
                        </a:ext>
                      </a:extLst>
                    </p:cNvPr>
                    <p:cNvGrpSpPr/>
                    <p:nvPr/>
                  </p:nvGrpSpPr>
                  <p:grpSpPr>
                    <a:xfrm rot="7200000" flipH="1">
                      <a:off x="6389147" y="3357021"/>
                      <a:ext cx="393192" cy="393192"/>
                      <a:chOff x="5354637" y="3446463"/>
                      <a:chExt cx="214313" cy="214313"/>
                    </a:xfrm>
                  </p:grpSpPr>
                  <p:sp>
                    <p:nvSpPr>
                      <p:cNvPr id="7445" name="Arc 7444">
                        <a:extLst>
                          <a:ext uri="{FF2B5EF4-FFF2-40B4-BE49-F238E27FC236}">
                            <a16:creationId xmlns:a16="http://schemas.microsoft.com/office/drawing/2014/main" id="{819527BD-A846-9016-4006-4C6EBCB4B3A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446" name="Arc 7445">
                        <a:extLst>
                          <a:ext uri="{FF2B5EF4-FFF2-40B4-BE49-F238E27FC236}">
                            <a16:creationId xmlns:a16="http://schemas.microsoft.com/office/drawing/2014/main" id="{FE7394CD-81F6-B90F-F21F-0E363A4973D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437" name="Group 7436">
                      <a:extLst>
                        <a:ext uri="{FF2B5EF4-FFF2-40B4-BE49-F238E27FC236}">
                          <a16:creationId xmlns:a16="http://schemas.microsoft.com/office/drawing/2014/main" id="{B3FFA3C9-B619-4823-A63A-9EADCB6D8FA7}"/>
                        </a:ext>
                      </a:extLst>
                    </p:cNvPr>
                    <p:cNvGrpSpPr/>
                    <p:nvPr/>
                  </p:nvGrpSpPr>
                  <p:grpSpPr>
                    <a:xfrm>
                      <a:off x="6434137" y="3402011"/>
                      <a:ext cx="303213" cy="303213"/>
                      <a:chOff x="6434137" y="3402011"/>
                      <a:chExt cx="303213" cy="303213"/>
                    </a:xfrm>
                  </p:grpSpPr>
                  <p:grpSp>
                    <p:nvGrpSpPr>
                      <p:cNvPr id="7438" name="Group 7437">
                        <a:extLst>
                          <a:ext uri="{FF2B5EF4-FFF2-40B4-BE49-F238E27FC236}">
                            <a16:creationId xmlns:a16="http://schemas.microsoft.com/office/drawing/2014/main" id="{30F29C62-25B2-7BB6-8EE0-3830BDD9C2FF}"/>
                          </a:ext>
                        </a:extLst>
                      </p:cNvPr>
                      <p:cNvGrpSpPr/>
                      <p:nvPr/>
                    </p:nvGrpSpPr>
                    <p:grpSpPr>
                      <a:xfrm flipH="1">
                        <a:off x="6478587" y="3446461"/>
                        <a:ext cx="214313" cy="214313"/>
                        <a:chOff x="5354637" y="3446463"/>
                        <a:chExt cx="214313" cy="214313"/>
                      </a:xfrm>
                    </p:grpSpPr>
                    <p:sp>
                      <p:nvSpPr>
                        <p:cNvPr id="7443" name="Arc 7442">
                          <a:extLst>
                            <a:ext uri="{FF2B5EF4-FFF2-40B4-BE49-F238E27FC236}">
                              <a16:creationId xmlns:a16="http://schemas.microsoft.com/office/drawing/2014/main" id="{612830FE-C058-13C8-B53D-2E5BC436F7B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444" name="Arc 7443">
                          <a:extLst>
                            <a:ext uri="{FF2B5EF4-FFF2-40B4-BE49-F238E27FC236}">
                              <a16:creationId xmlns:a16="http://schemas.microsoft.com/office/drawing/2014/main" id="{A4EC7B57-470A-9166-9BB3-2BA025072FA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439" name="Group 7438">
                        <a:extLst>
                          <a:ext uri="{FF2B5EF4-FFF2-40B4-BE49-F238E27FC236}">
                            <a16:creationId xmlns:a16="http://schemas.microsoft.com/office/drawing/2014/main" id="{37332E6E-B5CE-B248-CC2B-87611E2ADF6A}"/>
                          </a:ext>
                        </a:extLst>
                      </p:cNvPr>
                      <p:cNvGrpSpPr/>
                      <p:nvPr/>
                    </p:nvGrpSpPr>
                    <p:grpSpPr>
                      <a:xfrm rot="14400000" flipH="1">
                        <a:off x="6434137" y="3402011"/>
                        <a:ext cx="303213" cy="303213"/>
                        <a:chOff x="5354637" y="3446463"/>
                        <a:chExt cx="214313" cy="214313"/>
                      </a:xfrm>
                    </p:grpSpPr>
                    <p:sp>
                      <p:nvSpPr>
                        <p:cNvPr id="7441" name="Arc 7440">
                          <a:extLst>
                            <a:ext uri="{FF2B5EF4-FFF2-40B4-BE49-F238E27FC236}">
                              <a16:creationId xmlns:a16="http://schemas.microsoft.com/office/drawing/2014/main" id="{B19EC2A3-EB96-F024-D12A-B5CD41B7AE0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442" name="Arc 7441">
                          <a:extLst>
                            <a:ext uri="{FF2B5EF4-FFF2-40B4-BE49-F238E27FC236}">
                              <a16:creationId xmlns:a16="http://schemas.microsoft.com/office/drawing/2014/main" id="{E6855DCF-753B-3CB3-CA4F-F6C562A8052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440" name="TextBox 7439">
                        <a:extLst>
                          <a:ext uri="{FF2B5EF4-FFF2-40B4-BE49-F238E27FC236}">
                            <a16:creationId xmlns:a16="http://schemas.microsoft.com/office/drawing/2014/main" id="{3E4C4CB8-3DE2-B6AE-7CC3-FDED0B30E4AE}"/>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425" name="Group 7424">
                    <a:extLst>
                      <a:ext uri="{FF2B5EF4-FFF2-40B4-BE49-F238E27FC236}">
                        <a16:creationId xmlns:a16="http://schemas.microsoft.com/office/drawing/2014/main" id="{44360326-81A4-8127-2994-43E9B7A7DC67}"/>
                      </a:ext>
                    </a:extLst>
                  </p:cNvPr>
                  <p:cNvGrpSpPr/>
                  <p:nvPr/>
                </p:nvGrpSpPr>
                <p:grpSpPr>
                  <a:xfrm>
                    <a:off x="6197413" y="3225768"/>
                    <a:ext cx="393192" cy="393192"/>
                    <a:chOff x="6389147" y="3932622"/>
                    <a:chExt cx="393192" cy="393192"/>
                  </a:xfrm>
                </p:grpSpPr>
                <p:grpSp>
                  <p:nvGrpSpPr>
                    <p:cNvPr id="7426" name="Group 7425">
                      <a:extLst>
                        <a:ext uri="{FF2B5EF4-FFF2-40B4-BE49-F238E27FC236}">
                          <a16:creationId xmlns:a16="http://schemas.microsoft.com/office/drawing/2014/main" id="{30A8F879-0BC8-E897-E212-87773F6399BA}"/>
                        </a:ext>
                      </a:extLst>
                    </p:cNvPr>
                    <p:cNvGrpSpPr/>
                    <p:nvPr/>
                  </p:nvGrpSpPr>
                  <p:grpSpPr>
                    <a:xfrm flipH="1">
                      <a:off x="6478587" y="4022061"/>
                      <a:ext cx="214313" cy="214313"/>
                      <a:chOff x="5354637" y="3446463"/>
                      <a:chExt cx="214313" cy="214313"/>
                    </a:xfrm>
                  </p:grpSpPr>
                  <p:sp>
                    <p:nvSpPr>
                      <p:cNvPr id="7434" name="Arc 7433">
                        <a:extLst>
                          <a:ext uri="{FF2B5EF4-FFF2-40B4-BE49-F238E27FC236}">
                            <a16:creationId xmlns:a16="http://schemas.microsoft.com/office/drawing/2014/main" id="{DC554178-DDF2-8743-696F-DA0B3B4F10C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435" name="Arc 7434">
                        <a:extLst>
                          <a:ext uri="{FF2B5EF4-FFF2-40B4-BE49-F238E27FC236}">
                            <a16:creationId xmlns:a16="http://schemas.microsoft.com/office/drawing/2014/main" id="{2FED04BE-D60E-CA5F-600B-10518D26F3B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427" name="Group 7426">
                      <a:extLst>
                        <a:ext uri="{FF2B5EF4-FFF2-40B4-BE49-F238E27FC236}">
                          <a16:creationId xmlns:a16="http://schemas.microsoft.com/office/drawing/2014/main" id="{6187256B-3B32-C02D-9D0F-E867C223FE71}"/>
                        </a:ext>
                      </a:extLst>
                    </p:cNvPr>
                    <p:cNvGrpSpPr/>
                    <p:nvPr/>
                  </p:nvGrpSpPr>
                  <p:grpSpPr>
                    <a:xfrm rot="7200000" flipH="1">
                      <a:off x="6434137" y="3977611"/>
                      <a:ext cx="303213" cy="303213"/>
                      <a:chOff x="5354637" y="3446463"/>
                      <a:chExt cx="214313" cy="214313"/>
                    </a:xfrm>
                  </p:grpSpPr>
                  <p:sp>
                    <p:nvSpPr>
                      <p:cNvPr id="7432" name="Arc 7431">
                        <a:extLst>
                          <a:ext uri="{FF2B5EF4-FFF2-40B4-BE49-F238E27FC236}">
                            <a16:creationId xmlns:a16="http://schemas.microsoft.com/office/drawing/2014/main" id="{31CCF676-F9F3-38F8-A209-620B20DA836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433" name="Arc 7432">
                        <a:extLst>
                          <a:ext uri="{FF2B5EF4-FFF2-40B4-BE49-F238E27FC236}">
                            <a16:creationId xmlns:a16="http://schemas.microsoft.com/office/drawing/2014/main" id="{8A26CC78-1DF8-DF3C-AB64-33C45433D64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428" name="Group 7427">
                      <a:extLst>
                        <a:ext uri="{FF2B5EF4-FFF2-40B4-BE49-F238E27FC236}">
                          <a16:creationId xmlns:a16="http://schemas.microsoft.com/office/drawing/2014/main" id="{018F5EBD-F654-7C51-A583-1C4E35F8AE9C}"/>
                        </a:ext>
                      </a:extLst>
                    </p:cNvPr>
                    <p:cNvGrpSpPr/>
                    <p:nvPr/>
                  </p:nvGrpSpPr>
                  <p:grpSpPr>
                    <a:xfrm rot="14400000" flipH="1">
                      <a:off x="6389147" y="3932622"/>
                      <a:ext cx="393192" cy="393192"/>
                      <a:chOff x="5354637" y="3446463"/>
                      <a:chExt cx="214313" cy="214313"/>
                    </a:xfrm>
                  </p:grpSpPr>
                  <p:sp>
                    <p:nvSpPr>
                      <p:cNvPr id="7430" name="Arc 7429">
                        <a:extLst>
                          <a:ext uri="{FF2B5EF4-FFF2-40B4-BE49-F238E27FC236}">
                            <a16:creationId xmlns:a16="http://schemas.microsoft.com/office/drawing/2014/main" id="{28F201CD-A841-8351-E91C-348E63E3293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431" name="Arc 7430">
                        <a:extLst>
                          <a:ext uri="{FF2B5EF4-FFF2-40B4-BE49-F238E27FC236}">
                            <a16:creationId xmlns:a16="http://schemas.microsoft.com/office/drawing/2014/main" id="{B4867CD9-713E-0E89-0EED-028CEED98BE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429" name="TextBox 7428">
                      <a:extLst>
                        <a:ext uri="{FF2B5EF4-FFF2-40B4-BE49-F238E27FC236}">
                          <a16:creationId xmlns:a16="http://schemas.microsoft.com/office/drawing/2014/main" id="{A52DA71E-877E-1128-FFA2-471089239180}"/>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375" name="Group 7374">
                  <a:extLst>
                    <a:ext uri="{FF2B5EF4-FFF2-40B4-BE49-F238E27FC236}">
                      <a16:creationId xmlns:a16="http://schemas.microsoft.com/office/drawing/2014/main" id="{47E6DC13-57E8-492D-99B5-57265036D082}"/>
                    </a:ext>
                  </a:extLst>
                </p:cNvPr>
                <p:cNvGrpSpPr/>
                <p:nvPr/>
              </p:nvGrpSpPr>
              <p:grpSpPr>
                <a:xfrm>
                  <a:off x="6069086" y="3246228"/>
                  <a:ext cx="1019224" cy="991639"/>
                  <a:chOff x="5886431" y="3225768"/>
                  <a:chExt cx="1019224" cy="991639"/>
                </a:xfrm>
              </p:grpSpPr>
              <p:grpSp>
                <p:nvGrpSpPr>
                  <p:cNvPr id="7376" name="Group 7375">
                    <a:extLst>
                      <a:ext uri="{FF2B5EF4-FFF2-40B4-BE49-F238E27FC236}">
                        <a16:creationId xmlns:a16="http://schemas.microsoft.com/office/drawing/2014/main" id="{5713BCDA-F82B-3E7E-DE84-0BB121AA4A22}"/>
                      </a:ext>
                    </a:extLst>
                  </p:cNvPr>
                  <p:cNvGrpSpPr/>
                  <p:nvPr/>
                </p:nvGrpSpPr>
                <p:grpSpPr>
                  <a:xfrm>
                    <a:off x="6197413" y="3824215"/>
                    <a:ext cx="393192" cy="393192"/>
                    <a:chOff x="5265196" y="3357021"/>
                    <a:chExt cx="393192" cy="393192"/>
                  </a:xfrm>
                </p:grpSpPr>
                <p:grpSp>
                  <p:nvGrpSpPr>
                    <p:cNvPr id="7411" name="Group 7410">
                      <a:extLst>
                        <a:ext uri="{FF2B5EF4-FFF2-40B4-BE49-F238E27FC236}">
                          <a16:creationId xmlns:a16="http://schemas.microsoft.com/office/drawing/2014/main" id="{714677C1-0E0A-CC2D-6113-135E2756B6B0}"/>
                        </a:ext>
                      </a:extLst>
                    </p:cNvPr>
                    <p:cNvGrpSpPr/>
                    <p:nvPr/>
                  </p:nvGrpSpPr>
                  <p:grpSpPr>
                    <a:xfrm rot="14400000">
                      <a:off x="5265196" y="3357021"/>
                      <a:ext cx="393192" cy="393192"/>
                      <a:chOff x="5354637" y="3446463"/>
                      <a:chExt cx="214313" cy="214313"/>
                    </a:xfrm>
                  </p:grpSpPr>
                  <p:sp>
                    <p:nvSpPr>
                      <p:cNvPr id="7420" name="Arc 7419">
                        <a:extLst>
                          <a:ext uri="{FF2B5EF4-FFF2-40B4-BE49-F238E27FC236}">
                            <a16:creationId xmlns:a16="http://schemas.microsoft.com/office/drawing/2014/main" id="{A56E1615-D739-E030-3915-E1A0581AAB1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421" name="Arc 7420">
                        <a:extLst>
                          <a:ext uri="{FF2B5EF4-FFF2-40B4-BE49-F238E27FC236}">
                            <a16:creationId xmlns:a16="http://schemas.microsoft.com/office/drawing/2014/main" id="{D64514CB-EBBB-CCF2-6E60-85DA8AB0E61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412" name="Group 7411">
                      <a:extLst>
                        <a:ext uri="{FF2B5EF4-FFF2-40B4-BE49-F238E27FC236}">
                          <a16:creationId xmlns:a16="http://schemas.microsoft.com/office/drawing/2014/main" id="{4D6A6765-F70E-75EA-1046-E564C424D377}"/>
                        </a:ext>
                      </a:extLst>
                    </p:cNvPr>
                    <p:cNvGrpSpPr/>
                    <p:nvPr/>
                  </p:nvGrpSpPr>
                  <p:grpSpPr>
                    <a:xfrm>
                      <a:off x="5310186" y="3402011"/>
                      <a:ext cx="303213" cy="303213"/>
                      <a:chOff x="5310186" y="3402011"/>
                      <a:chExt cx="303213" cy="303213"/>
                    </a:xfrm>
                  </p:grpSpPr>
                  <p:grpSp>
                    <p:nvGrpSpPr>
                      <p:cNvPr id="7413" name="Group 7412">
                        <a:extLst>
                          <a:ext uri="{FF2B5EF4-FFF2-40B4-BE49-F238E27FC236}">
                            <a16:creationId xmlns:a16="http://schemas.microsoft.com/office/drawing/2014/main" id="{6A9AB6B6-57D6-3557-7600-0A47986D3225}"/>
                          </a:ext>
                        </a:extLst>
                      </p:cNvPr>
                      <p:cNvGrpSpPr/>
                      <p:nvPr/>
                    </p:nvGrpSpPr>
                    <p:grpSpPr>
                      <a:xfrm>
                        <a:off x="5354636" y="3446461"/>
                        <a:ext cx="214313" cy="214313"/>
                        <a:chOff x="5354637" y="3446463"/>
                        <a:chExt cx="214313" cy="214313"/>
                      </a:xfrm>
                    </p:grpSpPr>
                    <p:sp>
                      <p:nvSpPr>
                        <p:cNvPr id="7418" name="Arc 7417">
                          <a:extLst>
                            <a:ext uri="{FF2B5EF4-FFF2-40B4-BE49-F238E27FC236}">
                              <a16:creationId xmlns:a16="http://schemas.microsoft.com/office/drawing/2014/main" id="{523C4487-E3DD-060F-BBAE-9B11618E9EE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419" name="Arc 7418">
                          <a:extLst>
                            <a:ext uri="{FF2B5EF4-FFF2-40B4-BE49-F238E27FC236}">
                              <a16:creationId xmlns:a16="http://schemas.microsoft.com/office/drawing/2014/main" id="{C76DB163-A013-1DA4-0E34-9850C268FC0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414" name="Group 7413">
                        <a:extLst>
                          <a:ext uri="{FF2B5EF4-FFF2-40B4-BE49-F238E27FC236}">
                            <a16:creationId xmlns:a16="http://schemas.microsoft.com/office/drawing/2014/main" id="{61F75B06-F527-4C43-1900-C6DC742DE2AA}"/>
                          </a:ext>
                        </a:extLst>
                      </p:cNvPr>
                      <p:cNvGrpSpPr/>
                      <p:nvPr/>
                    </p:nvGrpSpPr>
                    <p:grpSpPr>
                      <a:xfrm rot="7200000">
                        <a:off x="5310186" y="3402011"/>
                        <a:ext cx="303213" cy="303213"/>
                        <a:chOff x="5354637" y="3446463"/>
                        <a:chExt cx="214313" cy="214313"/>
                      </a:xfrm>
                    </p:grpSpPr>
                    <p:sp>
                      <p:nvSpPr>
                        <p:cNvPr id="7416" name="Arc 7415">
                          <a:extLst>
                            <a:ext uri="{FF2B5EF4-FFF2-40B4-BE49-F238E27FC236}">
                              <a16:creationId xmlns:a16="http://schemas.microsoft.com/office/drawing/2014/main" id="{63FC67D7-FC85-C55E-A92D-6693E863F2A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417" name="Arc 7416">
                          <a:extLst>
                            <a:ext uri="{FF2B5EF4-FFF2-40B4-BE49-F238E27FC236}">
                              <a16:creationId xmlns:a16="http://schemas.microsoft.com/office/drawing/2014/main" id="{EF05CCEC-F24A-A8D2-85A1-3A9CEE1B758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415" name="TextBox 7414">
                        <a:extLst>
                          <a:ext uri="{FF2B5EF4-FFF2-40B4-BE49-F238E27FC236}">
                            <a16:creationId xmlns:a16="http://schemas.microsoft.com/office/drawing/2014/main" id="{F93ADA08-24C6-BD36-4965-133231FD4DDA}"/>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377" name="Group 7376">
                    <a:extLst>
                      <a:ext uri="{FF2B5EF4-FFF2-40B4-BE49-F238E27FC236}">
                        <a16:creationId xmlns:a16="http://schemas.microsoft.com/office/drawing/2014/main" id="{5AFDA176-3DE0-426E-FCE7-45E5496AAD20}"/>
                      </a:ext>
                    </a:extLst>
                  </p:cNvPr>
                  <p:cNvGrpSpPr/>
                  <p:nvPr/>
                </p:nvGrpSpPr>
                <p:grpSpPr>
                  <a:xfrm>
                    <a:off x="5886431" y="3525040"/>
                    <a:ext cx="393192" cy="393192"/>
                    <a:chOff x="5265196" y="3932619"/>
                    <a:chExt cx="393192" cy="393192"/>
                  </a:xfrm>
                </p:grpSpPr>
                <p:grpSp>
                  <p:nvGrpSpPr>
                    <p:cNvPr id="7401" name="Group 7400">
                      <a:extLst>
                        <a:ext uri="{FF2B5EF4-FFF2-40B4-BE49-F238E27FC236}">
                          <a16:creationId xmlns:a16="http://schemas.microsoft.com/office/drawing/2014/main" id="{47654437-FDED-ABC2-73B7-663DD6D67332}"/>
                        </a:ext>
                      </a:extLst>
                    </p:cNvPr>
                    <p:cNvGrpSpPr/>
                    <p:nvPr/>
                  </p:nvGrpSpPr>
                  <p:grpSpPr>
                    <a:xfrm>
                      <a:off x="5354636" y="4022061"/>
                      <a:ext cx="214313" cy="214313"/>
                      <a:chOff x="5354637" y="3446463"/>
                      <a:chExt cx="214313" cy="214313"/>
                    </a:xfrm>
                  </p:grpSpPr>
                  <p:sp>
                    <p:nvSpPr>
                      <p:cNvPr id="7409" name="Arc 7408">
                        <a:extLst>
                          <a:ext uri="{FF2B5EF4-FFF2-40B4-BE49-F238E27FC236}">
                            <a16:creationId xmlns:a16="http://schemas.microsoft.com/office/drawing/2014/main" id="{023110C1-C475-8065-A364-3A982DF02D2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410" name="Arc 7409">
                        <a:extLst>
                          <a:ext uri="{FF2B5EF4-FFF2-40B4-BE49-F238E27FC236}">
                            <a16:creationId xmlns:a16="http://schemas.microsoft.com/office/drawing/2014/main" id="{33DF3F47-219F-FEA5-A7EE-E0BAB09B5F7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402" name="Group 7401">
                      <a:extLst>
                        <a:ext uri="{FF2B5EF4-FFF2-40B4-BE49-F238E27FC236}">
                          <a16:creationId xmlns:a16="http://schemas.microsoft.com/office/drawing/2014/main" id="{D0E73504-87A7-D05E-5334-7C87FFED6F78}"/>
                        </a:ext>
                      </a:extLst>
                    </p:cNvPr>
                    <p:cNvGrpSpPr/>
                    <p:nvPr/>
                  </p:nvGrpSpPr>
                  <p:grpSpPr>
                    <a:xfrm rot="14400000">
                      <a:off x="5310186" y="3977611"/>
                      <a:ext cx="303213" cy="303213"/>
                      <a:chOff x="5354637" y="3446463"/>
                      <a:chExt cx="214313" cy="214313"/>
                    </a:xfrm>
                  </p:grpSpPr>
                  <p:sp>
                    <p:nvSpPr>
                      <p:cNvPr id="7407" name="Arc 7406">
                        <a:extLst>
                          <a:ext uri="{FF2B5EF4-FFF2-40B4-BE49-F238E27FC236}">
                            <a16:creationId xmlns:a16="http://schemas.microsoft.com/office/drawing/2014/main" id="{92124E1C-3E5F-26CD-38C4-22A9CCB06F9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408" name="Arc 7407">
                        <a:extLst>
                          <a:ext uri="{FF2B5EF4-FFF2-40B4-BE49-F238E27FC236}">
                            <a16:creationId xmlns:a16="http://schemas.microsoft.com/office/drawing/2014/main" id="{877D5BA8-8F50-5567-5495-BB29519A5D3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403" name="Group 7402">
                      <a:extLst>
                        <a:ext uri="{FF2B5EF4-FFF2-40B4-BE49-F238E27FC236}">
                          <a16:creationId xmlns:a16="http://schemas.microsoft.com/office/drawing/2014/main" id="{98039AA6-D2F7-496F-6817-4DC581B1B84F}"/>
                        </a:ext>
                      </a:extLst>
                    </p:cNvPr>
                    <p:cNvGrpSpPr/>
                    <p:nvPr/>
                  </p:nvGrpSpPr>
                  <p:grpSpPr>
                    <a:xfrm rot="7200000">
                      <a:off x="5265196" y="3932619"/>
                      <a:ext cx="393192" cy="393192"/>
                      <a:chOff x="5354637" y="3446463"/>
                      <a:chExt cx="214313" cy="214313"/>
                    </a:xfrm>
                  </p:grpSpPr>
                  <p:sp>
                    <p:nvSpPr>
                      <p:cNvPr id="7405" name="Arc 7404">
                        <a:extLst>
                          <a:ext uri="{FF2B5EF4-FFF2-40B4-BE49-F238E27FC236}">
                            <a16:creationId xmlns:a16="http://schemas.microsoft.com/office/drawing/2014/main" id="{0B5A0A70-4278-EFC0-B998-A2EE26CFCCC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406" name="Arc 7405">
                        <a:extLst>
                          <a:ext uri="{FF2B5EF4-FFF2-40B4-BE49-F238E27FC236}">
                            <a16:creationId xmlns:a16="http://schemas.microsoft.com/office/drawing/2014/main" id="{5043562B-77F4-41CF-ECC3-3FCD29FB4E1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404" name="TextBox 7403">
                      <a:extLst>
                        <a:ext uri="{FF2B5EF4-FFF2-40B4-BE49-F238E27FC236}">
                          <a16:creationId xmlns:a16="http://schemas.microsoft.com/office/drawing/2014/main" id="{89FDD2DA-3BBD-8C4F-A145-FC468465B8AE}"/>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7378" name="Group 7377">
                    <a:extLst>
                      <a:ext uri="{FF2B5EF4-FFF2-40B4-BE49-F238E27FC236}">
                        <a16:creationId xmlns:a16="http://schemas.microsoft.com/office/drawing/2014/main" id="{977223CD-1612-2732-59CE-D8A43A5A3BC3}"/>
                      </a:ext>
                    </a:extLst>
                  </p:cNvPr>
                  <p:cNvGrpSpPr/>
                  <p:nvPr/>
                </p:nvGrpSpPr>
                <p:grpSpPr>
                  <a:xfrm>
                    <a:off x="6512463" y="3525040"/>
                    <a:ext cx="393192" cy="393192"/>
                    <a:chOff x="6389147" y="3357021"/>
                    <a:chExt cx="393192" cy="393192"/>
                  </a:xfrm>
                </p:grpSpPr>
                <p:grpSp>
                  <p:nvGrpSpPr>
                    <p:cNvPr id="7390" name="Group 7389">
                      <a:extLst>
                        <a:ext uri="{FF2B5EF4-FFF2-40B4-BE49-F238E27FC236}">
                          <a16:creationId xmlns:a16="http://schemas.microsoft.com/office/drawing/2014/main" id="{E45817ED-262D-DFAE-4AB6-987275C2DD55}"/>
                        </a:ext>
                      </a:extLst>
                    </p:cNvPr>
                    <p:cNvGrpSpPr/>
                    <p:nvPr/>
                  </p:nvGrpSpPr>
                  <p:grpSpPr>
                    <a:xfrm rot="7200000" flipH="1">
                      <a:off x="6389147" y="3357021"/>
                      <a:ext cx="393192" cy="393192"/>
                      <a:chOff x="5354637" y="3446463"/>
                      <a:chExt cx="214313" cy="214313"/>
                    </a:xfrm>
                  </p:grpSpPr>
                  <p:sp>
                    <p:nvSpPr>
                      <p:cNvPr id="7399" name="Arc 7398">
                        <a:extLst>
                          <a:ext uri="{FF2B5EF4-FFF2-40B4-BE49-F238E27FC236}">
                            <a16:creationId xmlns:a16="http://schemas.microsoft.com/office/drawing/2014/main" id="{654BF0D6-C5D8-4E59-ADD0-4468DF5C4AC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400" name="Arc 7399">
                        <a:extLst>
                          <a:ext uri="{FF2B5EF4-FFF2-40B4-BE49-F238E27FC236}">
                            <a16:creationId xmlns:a16="http://schemas.microsoft.com/office/drawing/2014/main" id="{0616EDC4-B8A6-804D-A082-9A46114874D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391" name="Group 7390">
                      <a:extLst>
                        <a:ext uri="{FF2B5EF4-FFF2-40B4-BE49-F238E27FC236}">
                          <a16:creationId xmlns:a16="http://schemas.microsoft.com/office/drawing/2014/main" id="{E0B59C98-80F4-4C88-65AD-9D18DC25685C}"/>
                        </a:ext>
                      </a:extLst>
                    </p:cNvPr>
                    <p:cNvGrpSpPr/>
                    <p:nvPr/>
                  </p:nvGrpSpPr>
                  <p:grpSpPr>
                    <a:xfrm>
                      <a:off x="6434137" y="3402011"/>
                      <a:ext cx="303213" cy="303213"/>
                      <a:chOff x="6434137" y="3402011"/>
                      <a:chExt cx="303213" cy="303213"/>
                    </a:xfrm>
                  </p:grpSpPr>
                  <p:grpSp>
                    <p:nvGrpSpPr>
                      <p:cNvPr id="7392" name="Group 7391">
                        <a:extLst>
                          <a:ext uri="{FF2B5EF4-FFF2-40B4-BE49-F238E27FC236}">
                            <a16:creationId xmlns:a16="http://schemas.microsoft.com/office/drawing/2014/main" id="{8675D3FD-D1BA-5214-32A0-C78B03057148}"/>
                          </a:ext>
                        </a:extLst>
                      </p:cNvPr>
                      <p:cNvGrpSpPr/>
                      <p:nvPr/>
                    </p:nvGrpSpPr>
                    <p:grpSpPr>
                      <a:xfrm flipH="1">
                        <a:off x="6478587" y="3446461"/>
                        <a:ext cx="214313" cy="214313"/>
                        <a:chOff x="5354637" y="3446463"/>
                        <a:chExt cx="214313" cy="214313"/>
                      </a:xfrm>
                    </p:grpSpPr>
                    <p:sp>
                      <p:nvSpPr>
                        <p:cNvPr id="7397" name="Arc 7396">
                          <a:extLst>
                            <a:ext uri="{FF2B5EF4-FFF2-40B4-BE49-F238E27FC236}">
                              <a16:creationId xmlns:a16="http://schemas.microsoft.com/office/drawing/2014/main" id="{9B6B5F70-8EFD-F8F1-8D9B-64A22BD21D8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398" name="Arc 7397">
                          <a:extLst>
                            <a:ext uri="{FF2B5EF4-FFF2-40B4-BE49-F238E27FC236}">
                              <a16:creationId xmlns:a16="http://schemas.microsoft.com/office/drawing/2014/main" id="{DBCB0809-32A0-3D98-22A5-2944FEE8E7E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393" name="Group 7392">
                        <a:extLst>
                          <a:ext uri="{FF2B5EF4-FFF2-40B4-BE49-F238E27FC236}">
                            <a16:creationId xmlns:a16="http://schemas.microsoft.com/office/drawing/2014/main" id="{74235C7A-6C3A-4EF4-A296-C981720886A2}"/>
                          </a:ext>
                        </a:extLst>
                      </p:cNvPr>
                      <p:cNvGrpSpPr/>
                      <p:nvPr/>
                    </p:nvGrpSpPr>
                    <p:grpSpPr>
                      <a:xfrm rot="14400000" flipH="1">
                        <a:off x="6434137" y="3402011"/>
                        <a:ext cx="303213" cy="303213"/>
                        <a:chOff x="5354637" y="3446463"/>
                        <a:chExt cx="214313" cy="214313"/>
                      </a:xfrm>
                    </p:grpSpPr>
                    <p:sp>
                      <p:nvSpPr>
                        <p:cNvPr id="7395" name="Arc 7394">
                          <a:extLst>
                            <a:ext uri="{FF2B5EF4-FFF2-40B4-BE49-F238E27FC236}">
                              <a16:creationId xmlns:a16="http://schemas.microsoft.com/office/drawing/2014/main" id="{649A7393-AF19-E2FC-F9BE-DB06BF13EA2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396" name="Arc 7395">
                          <a:extLst>
                            <a:ext uri="{FF2B5EF4-FFF2-40B4-BE49-F238E27FC236}">
                              <a16:creationId xmlns:a16="http://schemas.microsoft.com/office/drawing/2014/main" id="{3B1E2ACE-02FF-2E95-8AC4-86B29EF7B42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394" name="TextBox 7393">
                        <a:extLst>
                          <a:ext uri="{FF2B5EF4-FFF2-40B4-BE49-F238E27FC236}">
                            <a16:creationId xmlns:a16="http://schemas.microsoft.com/office/drawing/2014/main" id="{A2637BED-67E9-AFC3-9909-0561A31D6CC5}"/>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379" name="Group 7378">
                    <a:extLst>
                      <a:ext uri="{FF2B5EF4-FFF2-40B4-BE49-F238E27FC236}">
                        <a16:creationId xmlns:a16="http://schemas.microsoft.com/office/drawing/2014/main" id="{79575AC5-8839-71AA-6E30-50E6A73B72E6}"/>
                      </a:ext>
                    </a:extLst>
                  </p:cNvPr>
                  <p:cNvGrpSpPr/>
                  <p:nvPr/>
                </p:nvGrpSpPr>
                <p:grpSpPr>
                  <a:xfrm>
                    <a:off x="6197413" y="3225768"/>
                    <a:ext cx="393192" cy="393192"/>
                    <a:chOff x="6389147" y="3932622"/>
                    <a:chExt cx="393192" cy="393192"/>
                  </a:xfrm>
                </p:grpSpPr>
                <p:grpSp>
                  <p:nvGrpSpPr>
                    <p:cNvPr id="7380" name="Group 7379">
                      <a:extLst>
                        <a:ext uri="{FF2B5EF4-FFF2-40B4-BE49-F238E27FC236}">
                          <a16:creationId xmlns:a16="http://schemas.microsoft.com/office/drawing/2014/main" id="{7573DB9F-972B-1AFE-50B9-412043322E6C}"/>
                        </a:ext>
                      </a:extLst>
                    </p:cNvPr>
                    <p:cNvGrpSpPr/>
                    <p:nvPr/>
                  </p:nvGrpSpPr>
                  <p:grpSpPr>
                    <a:xfrm flipH="1">
                      <a:off x="6478587" y="4022061"/>
                      <a:ext cx="214313" cy="214313"/>
                      <a:chOff x="5354637" y="3446463"/>
                      <a:chExt cx="214313" cy="214313"/>
                    </a:xfrm>
                  </p:grpSpPr>
                  <p:sp>
                    <p:nvSpPr>
                      <p:cNvPr id="7388" name="Arc 7387">
                        <a:extLst>
                          <a:ext uri="{FF2B5EF4-FFF2-40B4-BE49-F238E27FC236}">
                            <a16:creationId xmlns:a16="http://schemas.microsoft.com/office/drawing/2014/main" id="{65181DD1-2188-3DBD-CB2D-F0F7779DF21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389" name="Arc 7388">
                        <a:extLst>
                          <a:ext uri="{FF2B5EF4-FFF2-40B4-BE49-F238E27FC236}">
                            <a16:creationId xmlns:a16="http://schemas.microsoft.com/office/drawing/2014/main" id="{8ECF09BB-6E02-7F11-9970-9E131D479DB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381" name="Group 7380">
                      <a:extLst>
                        <a:ext uri="{FF2B5EF4-FFF2-40B4-BE49-F238E27FC236}">
                          <a16:creationId xmlns:a16="http://schemas.microsoft.com/office/drawing/2014/main" id="{5344166A-8CD8-49DE-C68B-B94F491D4607}"/>
                        </a:ext>
                      </a:extLst>
                    </p:cNvPr>
                    <p:cNvGrpSpPr/>
                    <p:nvPr/>
                  </p:nvGrpSpPr>
                  <p:grpSpPr>
                    <a:xfrm rot="7200000" flipH="1">
                      <a:off x="6434137" y="3977611"/>
                      <a:ext cx="303213" cy="303213"/>
                      <a:chOff x="5354637" y="3446463"/>
                      <a:chExt cx="214313" cy="214313"/>
                    </a:xfrm>
                  </p:grpSpPr>
                  <p:sp>
                    <p:nvSpPr>
                      <p:cNvPr id="7386" name="Arc 7385">
                        <a:extLst>
                          <a:ext uri="{FF2B5EF4-FFF2-40B4-BE49-F238E27FC236}">
                            <a16:creationId xmlns:a16="http://schemas.microsoft.com/office/drawing/2014/main" id="{18FF1922-B5FE-77DD-C25E-E49B5B771FA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387" name="Arc 7386">
                        <a:extLst>
                          <a:ext uri="{FF2B5EF4-FFF2-40B4-BE49-F238E27FC236}">
                            <a16:creationId xmlns:a16="http://schemas.microsoft.com/office/drawing/2014/main" id="{197FC475-0FC3-D189-664C-FDD958F4943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382" name="Group 7381">
                      <a:extLst>
                        <a:ext uri="{FF2B5EF4-FFF2-40B4-BE49-F238E27FC236}">
                          <a16:creationId xmlns:a16="http://schemas.microsoft.com/office/drawing/2014/main" id="{74160A0E-EB92-F895-0BEE-7A32CD222CF6}"/>
                        </a:ext>
                      </a:extLst>
                    </p:cNvPr>
                    <p:cNvGrpSpPr/>
                    <p:nvPr/>
                  </p:nvGrpSpPr>
                  <p:grpSpPr>
                    <a:xfrm rot="14400000" flipH="1">
                      <a:off x="6389147" y="3932622"/>
                      <a:ext cx="393192" cy="393192"/>
                      <a:chOff x="5354637" y="3446463"/>
                      <a:chExt cx="214313" cy="214313"/>
                    </a:xfrm>
                  </p:grpSpPr>
                  <p:sp>
                    <p:nvSpPr>
                      <p:cNvPr id="7384" name="Arc 7383">
                        <a:extLst>
                          <a:ext uri="{FF2B5EF4-FFF2-40B4-BE49-F238E27FC236}">
                            <a16:creationId xmlns:a16="http://schemas.microsoft.com/office/drawing/2014/main" id="{494A74BF-9FB5-608A-20F0-F99290F9D5E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385" name="Arc 7384">
                        <a:extLst>
                          <a:ext uri="{FF2B5EF4-FFF2-40B4-BE49-F238E27FC236}">
                            <a16:creationId xmlns:a16="http://schemas.microsoft.com/office/drawing/2014/main" id="{CE5AC401-8E8B-99D3-9153-84E4C150565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383" name="TextBox 7382">
                      <a:extLst>
                        <a:ext uri="{FF2B5EF4-FFF2-40B4-BE49-F238E27FC236}">
                          <a16:creationId xmlns:a16="http://schemas.microsoft.com/office/drawing/2014/main" id="{CDD1FF28-BD90-4AE3-0CB3-42E9DE2B208A}"/>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7279" name="Group 7278">
                <a:extLst>
                  <a:ext uri="{FF2B5EF4-FFF2-40B4-BE49-F238E27FC236}">
                    <a16:creationId xmlns:a16="http://schemas.microsoft.com/office/drawing/2014/main" id="{25BB1AFA-7D4E-3031-1312-A4C7E1B20A14}"/>
                  </a:ext>
                </a:extLst>
              </p:cNvPr>
              <p:cNvGrpSpPr/>
              <p:nvPr/>
            </p:nvGrpSpPr>
            <p:grpSpPr>
              <a:xfrm>
                <a:off x="6065340" y="2039507"/>
                <a:ext cx="1643204" cy="1593124"/>
                <a:chOff x="5445106" y="2644743"/>
                <a:chExt cx="1643204" cy="1593124"/>
              </a:xfrm>
            </p:grpSpPr>
            <p:grpSp>
              <p:nvGrpSpPr>
                <p:cNvPr id="7280" name="Group 7279">
                  <a:extLst>
                    <a:ext uri="{FF2B5EF4-FFF2-40B4-BE49-F238E27FC236}">
                      <a16:creationId xmlns:a16="http://schemas.microsoft.com/office/drawing/2014/main" id="{F2F18083-F91F-F2FE-E9F1-AD5A3DA0DDCF}"/>
                    </a:ext>
                  </a:extLst>
                </p:cNvPr>
                <p:cNvGrpSpPr/>
                <p:nvPr/>
              </p:nvGrpSpPr>
              <p:grpSpPr>
                <a:xfrm>
                  <a:off x="5445106" y="2644743"/>
                  <a:ext cx="1019224" cy="991639"/>
                  <a:chOff x="5886431" y="3225768"/>
                  <a:chExt cx="1019224" cy="991639"/>
                </a:xfrm>
              </p:grpSpPr>
              <p:grpSp>
                <p:nvGrpSpPr>
                  <p:cNvPr id="7328" name="Group 7327">
                    <a:extLst>
                      <a:ext uri="{FF2B5EF4-FFF2-40B4-BE49-F238E27FC236}">
                        <a16:creationId xmlns:a16="http://schemas.microsoft.com/office/drawing/2014/main" id="{EE00C814-8F6B-0608-CE57-CCFBB21845EB}"/>
                      </a:ext>
                    </a:extLst>
                  </p:cNvPr>
                  <p:cNvGrpSpPr/>
                  <p:nvPr/>
                </p:nvGrpSpPr>
                <p:grpSpPr>
                  <a:xfrm>
                    <a:off x="6197413" y="3824215"/>
                    <a:ext cx="393192" cy="393192"/>
                    <a:chOff x="5265196" y="3357021"/>
                    <a:chExt cx="393192" cy="393192"/>
                  </a:xfrm>
                </p:grpSpPr>
                <p:grpSp>
                  <p:nvGrpSpPr>
                    <p:cNvPr id="7363" name="Group 7362">
                      <a:extLst>
                        <a:ext uri="{FF2B5EF4-FFF2-40B4-BE49-F238E27FC236}">
                          <a16:creationId xmlns:a16="http://schemas.microsoft.com/office/drawing/2014/main" id="{31E8E9FB-3CD0-BBA4-0472-6493E98AA4DB}"/>
                        </a:ext>
                      </a:extLst>
                    </p:cNvPr>
                    <p:cNvGrpSpPr/>
                    <p:nvPr/>
                  </p:nvGrpSpPr>
                  <p:grpSpPr>
                    <a:xfrm rot="14400000">
                      <a:off x="5265196" y="3357021"/>
                      <a:ext cx="393192" cy="393192"/>
                      <a:chOff x="5354637" y="3446463"/>
                      <a:chExt cx="214313" cy="214313"/>
                    </a:xfrm>
                  </p:grpSpPr>
                  <p:sp>
                    <p:nvSpPr>
                      <p:cNvPr id="7372" name="Arc 7371">
                        <a:extLst>
                          <a:ext uri="{FF2B5EF4-FFF2-40B4-BE49-F238E27FC236}">
                            <a16:creationId xmlns:a16="http://schemas.microsoft.com/office/drawing/2014/main" id="{93DADD93-E586-2855-B6ED-C8A4C58B033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373" name="Arc 7372">
                        <a:extLst>
                          <a:ext uri="{FF2B5EF4-FFF2-40B4-BE49-F238E27FC236}">
                            <a16:creationId xmlns:a16="http://schemas.microsoft.com/office/drawing/2014/main" id="{32A6A16D-9964-B00A-ED1E-584CE4E37CD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364" name="Group 7363">
                      <a:extLst>
                        <a:ext uri="{FF2B5EF4-FFF2-40B4-BE49-F238E27FC236}">
                          <a16:creationId xmlns:a16="http://schemas.microsoft.com/office/drawing/2014/main" id="{DA8845C1-82CD-541B-BF47-76703BCAACDD}"/>
                        </a:ext>
                      </a:extLst>
                    </p:cNvPr>
                    <p:cNvGrpSpPr/>
                    <p:nvPr/>
                  </p:nvGrpSpPr>
                  <p:grpSpPr>
                    <a:xfrm>
                      <a:off x="5310186" y="3402011"/>
                      <a:ext cx="303213" cy="303213"/>
                      <a:chOff x="5310186" y="3402011"/>
                      <a:chExt cx="303213" cy="303213"/>
                    </a:xfrm>
                  </p:grpSpPr>
                  <p:grpSp>
                    <p:nvGrpSpPr>
                      <p:cNvPr id="7365" name="Group 7364">
                        <a:extLst>
                          <a:ext uri="{FF2B5EF4-FFF2-40B4-BE49-F238E27FC236}">
                            <a16:creationId xmlns:a16="http://schemas.microsoft.com/office/drawing/2014/main" id="{25BAFDAA-0804-4838-EC64-A0F9C0DFE1AB}"/>
                          </a:ext>
                        </a:extLst>
                      </p:cNvPr>
                      <p:cNvGrpSpPr/>
                      <p:nvPr/>
                    </p:nvGrpSpPr>
                    <p:grpSpPr>
                      <a:xfrm>
                        <a:off x="5354636" y="3446461"/>
                        <a:ext cx="214313" cy="214313"/>
                        <a:chOff x="5354637" y="3446463"/>
                        <a:chExt cx="214313" cy="214313"/>
                      </a:xfrm>
                    </p:grpSpPr>
                    <p:sp>
                      <p:nvSpPr>
                        <p:cNvPr id="7370" name="Arc 7369">
                          <a:extLst>
                            <a:ext uri="{FF2B5EF4-FFF2-40B4-BE49-F238E27FC236}">
                              <a16:creationId xmlns:a16="http://schemas.microsoft.com/office/drawing/2014/main" id="{606A3424-AF52-208A-81B7-19BE23D317F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371" name="Arc 7370">
                          <a:extLst>
                            <a:ext uri="{FF2B5EF4-FFF2-40B4-BE49-F238E27FC236}">
                              <a16:creationId xmlns:a16="http://schemas.microsoft.com/office/drawing/2014/main" id="{059BC563-10FA-A448-22C3-1F9D5B6EE56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366" name="Group 7365">
                        <a:extLst>
                          <a:ext uri="{FF2B5EF4-FFF2-40B4-BE49-F238E27FC236}">
                            <a16:creationId xmlns:a16="http://schemas.microsoft.com/office/drawing/2014/main" id="{7E42E595-E5E9-BBAF-B9ED-014ADEE08AB9}"/>
                          </a:ext>
                        </a:extLst>
                      </p:cNvPr>
                      <p:cNvGrpSpPr/>
                      <p:nvPr/>
                    </p:nvGrpSpPr>
                    <p:grpSpPr>
                      <a:xfrm rot="7200000">
                        <a:off x="5310186" y="3402011"/>
                        <a:ext cx="303213" cy="303213"/>
                        <a:chOff x="5354637" y="3446463"/>
                        <a:chExt cx="214313" cy="214313"/>
                      </a:xfrm>
                    </p:grpSpPr>
                    <p:sp>
                      <p:nvSpPr>
                        <p:cNvPr id="7368" name="Arc 7367">
                          <a:extLst>
                            <a:ext uri="{FF2B5EF4-FFF2-40B4-BE49-F238E27FC236}">
                              <a16:creationId xmlns:a16="http://schemas.microsoft.com/office/drawing/2014/main" id="{85061069-DE98-2F69-CEBA-32505817ED7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369" name="Arc 7368">
                          <a:extLst>
                            <a:ext uri="{FF2B5EF4-FFF2-40B4-BE49-F238E27FC236}">
                              <a16:creationId xmlns:a16="http://schemas.microsoft.com/office/drawing/2014/main" id="{B4E0273C-7B90-C84D-0B9A-F5472E7E1E5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367" name="TextBox 7366">
                        <a:extLst>
                          <a:ext uri="{FF2B5EF4-FFF2-40B4-BE49-F238E27FC236}">
                            <a16:creationId xmlns:a16="http://schemas.microsoft.com/office/drawing/2014/main" id="{B4FD92DB-1203-59CA-4D72-381514F53C8E}"/>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329" name="Group 7328">
                    <a:extLst>
                      <a:ext uri="{FF2B5EF4-FFF2-40B4-BE49-F238E27FC236}">
                        <a16:creationId xmlns:a16="http://schemas.microsoft.com/office/drawing/2014/main" id="{476E835B-B86D-49AD-8F85-5ED2A1D87063}"/>
                      </a:ext>
                    </a:extLst>
                  </p:cNvPr>
                  <p:cNvGrpSpPr/>
                  <p:nvPr/>
                </p:nvGrpSpPr>
                <p:grpSpPr>
                  <a:xfrm>
                    <a:off x="5886431" y="3525040"/>
                    <a:ext cx="393192" cy="393192"/>
                    <a:chOff x="5265196" y="3932619"/>
                    <a:chExt cx="393192" cy="393192"/>
                  </a:xfrm>
                </p:grpSpPr>
                <p:grpSp>
                  <p:nvGrpSpPr>
                    <p:cNvPr id="7353" name="Group 7352">
                      <a:extLst>
                        <a:ext uri="{FF2B5EF4-FFF2-40B4-BE49-F238E27FC236}">
                          <a16:creationId xmlns:a16="http://schemas.microsoft.com/office/drawing/2014/main" id="{D4E762EE-F182-E76C-140A-1FCADD9F67D3}"/>
                        </a:ext>
                      </a:extLst>
                    </p:cNvPr>
                    <p:cNvGrpSpPr/>
                    <p:nvPr/>
                  </p:nvGrpSpPr>
                  <p:grpSpPr>
                    <a:xfrm>
                      <a:off x="5354636" y="4022061"/>
                      <a:ext cx="214313" cy="214313"/>
                      <a:chOff x="5354637" y="3446463"/>
                      <a:chExt cx="214313" cy="214313"/>
                    </a:xfrm>
                  </p:grpSpPr>
                  <p:sp>
                    <p:nvSpPr>
                      <p:cNvPr id="7361" name="Arc 7360">
                        <a:extLst>
                          <a:ext uri="{FF2B5EF4-FFF2-40B4-BE49-F238E27FC236}">
                            <a16:creationId xmlns:a16="http://schemas.microsoft.com/office/drawing/2014/main" id="{99F1AB4B-759E-BE82-40C9-336D71146BD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362" name="Arc 7361">
                        <a:extLst>
                          <a:ext uri="{FF2B5EF4-FFF2-40B4-BE49-F238E27FC236}">
                            <a16:creationId xmlns:a16="http://schemas.microsoft.com/office/drawing/2014/main" id="{965373FF-0146-75B4-A077-B5811468ADE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354" name="Group 7353">
                      <a:extLst>
                        <a:ext uri="{FF2B5EF4-FFF2-40B4-BE49-F238E27FC236}">
                          <a16:creationId xmlns:a16="http://schemas.microsoft.com/office/drawing/2014/main" id="{7708FF5F-5D01-1A0B-7E8B-889C01F9831D}"/>
                        </a:ext>
                      </a:extLst>
                    </p:cNvPr>
                    <p:cNvGrpSpPr/>
                    <p:nvPr/>
                  </p:nvGrpSpPr>
                  <p:grpSpPr>
                    <a:xfrm rot="14400000">
                      <a:off x="5310186" y="3977611"/>
                      <a:ext cx="303213" cy="303213"/>
                      <a:chOff x="5354637" y="3446463"/>
                      <a:chExt cx="214313" cy="214313"/>
                    </a:xfrm>
                  </p:grpSpPr>
                  <p:sp>
                    <p:nvSpPr>
                      <p:cNvPr id="7359" name="Arc 7358">
                        <a:extLst>
                          <a:ext uri="{FF2B5EF4-FFF2-40B4-BE49-F238E27FC236}">
                            <a16:creationId xmlns:a16="http://schemas.microsoft.com/office/drawing/2014/main" id="{95D81C1F-527E-304A-BA42-8F2F65F2E46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360" name="Arc 7359">
                        <a:extLst>
                          <a:ext uri="{FF2B5EF4-FFF2-40B4-BE49-F238E27FC236}">
                            <a16:creationId xmlns:a16="http://schemas.microsoft.com/office/drawing/2014/main" id="{C7C90C95-BA00-E698-3C45-61A055E680D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355" name="Group 7354">
                      <a:extLst>
                        <a:ext uri="{FF2B5EF4-FFF2-40B4-BE49-F238E27FC236}">
                          <a16:creationId xmlns:a16="http://schemas.microsoft.com/office/drawing/2014/main" id="{8CF532FE-FB7C-6B11-9472-7B959BFB33DE}"/>
                        </a:ext>
                      </a:extLst>
                    </p:cNvPr>
                    <p:cNvGrpSpPr/>
                    <p:nvPr/>
                  </p:nvGrpSpPr>
                  <p:grpSpPr>
                    <a:xfrm rot="7200000">
                      <a:off x="5265196" y="3932619"/>
                      <a:ext cx="393192" cy="393192"/>
                      <a:chOff x="5354637" y="3446463"/>
                      <a:chExt cx="214313" cy="214313"/>
                    </a:xfrm>
                  </p:grpSpPr>
                  <p:sp>
                    <p:nvSpPr>
                      <p:cNvPr id="7357" name="Arc 7356">
                        <a:extLst>
                          <a:ext uri="{FF2B5EF4-FFF2-40B4-BE49-F238E27FC236}">
                            <a16:creationId xmlns:a16="http://schemas.microsoft.com/office/drawing/2014/main" id="{F96F9822-D0A4-9FC4-6992-A214B7181C4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358" name="Arc 7357">
                        <a:extLst>
                          <a:ext uri="{FF2B5EF4-FFF2-40B4-BE49-F238E27FC236}">
                            <a16:creationId xmlns:a16="http://schemas.microsoft.com/office/drawing/2014/main" id="{1B4EF18A-E269-567E-36A0-587EB59174B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356" name="TextBox 7355">
                      <a:extLst>
                        <a:ext uri="{FF2B5EF4-FFF2-40B4-BE49-F238E27FC236}">
                          <a16:creationId xmlns:a16="http://schemas.microsoft.com/office/drawing/2014/main" id="{57AC4162-70CC-8461-8688-F75B71B29695}"/>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7330" name="Group 7329">
                    <a:extLst>
                      <a:ext uri="{FF2B5EF4-FFF2-40B4-BE49-F238E27FC236}">
                        <a16:creationId xmlns:a16="http://schemas.microsoft.com/office/drawing/2014/main" id="{18BEAD31-CE22-E505-72D8-2B7AEC05B20C}"/>
                      </a:ext>
                    </a:extLst>
                  </p:cNvPr>
                  <p:cNvGrpSpPr/>
                  <p:nvPr/>
                </p:nvGrpSpPr>
                <p:grpSpPr>
                  <a:xfrm>
                    <a:off x="6512463" y="3525040"/>
                    <a:ext cx="393192" cy="393192"/>
                    <a:chOff x="6389147" y="3357021"/>
                    <a:chExt cx="393192" cy="393192"/>
                  </a:xfrm>
                </p:grpSpPr>
                <p:grpSp>
                  <p:nvGrpSpPr>
                    <p:cNvPr id="7342" name="Group 7341">
                      <a:extLst>
                        <a:ext uri="{FF2B5EF4-FFF2-40B4-BE49-F238E27FC236}">
                          <a16:creationId xmlns:a16="http://schemas.microsoft.com/office/drawing/2014/main" id="{688D806F-ECC2-FC9C-DDCE-8D5F176FA730}"/>
                        </a:ext>
                      </a:extLst>
                    </p:cNvPr>
                    <p:cNvGrpSpPr/>
                    <p:nvPr/>
                  </p:nvGrpSpPr>
                  <p:grpSpPr>
                    <a:xfrm rot="7200000" flipH="1">
                      <a:off x="6389147" y="3357021"/>
                      <a:ext cx="393192" cy="393192"/>
                      <a:chOff x="5354637" y="3446463"/>
                      <a:chExt cx="214313" cy="214313"/>
                    </a:xfrm>
                  </p:grpSpPr>
                  <p:sp>
                    <p:nvSpPr>
                      <p:cNvPr id="7351" name="Arc 7350">
                        <a:extLst>
                          <a:ext uri="{FF2B5EF4-FFF2-40B4-BE49-F238E27FC236}">
                            <a16:creationId xmlns:a16="http://schemas.microsoft.com/office/drawing/2014/main" id="{9E4646E7-7DF2-A12C-CEA7-2E7FB424C78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352" name="Arc 7351">
                        <a:extLst>
                          <a:ext uri="{FF2B5EF4-FFF2-40B4-BE49-F238E27FC236}">
                            <a16:creationId xmlns:a16="http://schemas.microsoft.com/office/drawing/2014/main" id="{DF02CE64-6C43-DB11-6E2C-D658F71EDC4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343" name="Group 7342">
                      <a:extLst>
                        <a:ext uri="{FF2B5EF4-FFF2-40B4-BE49-F238E27FC236}">
                          <a16:creationId xmlns:a16="http://schemas.microsoft.com/office/drawing/2014/main" id="{4158DD90-3AC4-8544-27D8-27048F48FCAB}"/>
                        </a:ext>
                      </a:extLst>
                    </p:cNvPr>
                    <p:cNvGrpSpPr/>
                    <p:nvPr/>
                  </p:nvGrpSpPr>
                  <p:grpSpPr>
                    <a:xfrm>
                      <a:off x="6434137" y="3402011"/>
                      <a:ext cx="303213" cy="303213"/>
                      <a:chOff x="6434137" y="3402011"/>
                      <a:chExt cx="303213" cy="303213"/>
                    </a:xfrm>
                  </p:grpSpPr>
                  <p:grpSp>
                    <p:nvGrpSpPr>
                      <p:cNvPr id="7344" name="Group 7343">
                        <a:extLst>
                          <a:ext uri="{FF2B5EF4-FFF2-40B4-BE49-F238E27FC236}">
                            <a16:creationId xmlns:a16="http://schemas.microsoft.com/office/drawing/2014/main" id="{8D878408-B83E-87D2-50F5-3AA475886AFC}"/>
                          </a:ext>
                        </a:extLst>
                      </p:cNvPr>
                      <p:cNvGrpSpPr/>
                      <p:nvPr/>
                    </p:nvGrpSpPr>
                    <p:grpSpPr>
                      <a:xfrm flipH="1">
                        <a:off x="6478587" y="3446461"/>
                        <a:ext cx="214313" cy="214313"/>
                        <a:chOff x="5354637" y="3446463"/>
                        <a:chExt cx="214313" cy="214313"/>
                      </a:xfrm>
                    </p:grpSpPr>
                    <p:sp>
                      <p:nvSpPr>
                        <p:cNvPr id="7349" name="Arc 7348">
                          <a:extLst>
                            <a:ext uri="{FF2B5EF4-FFF2-40B4-BE49-F238E27FC236}">
                              <a16:creationId xmlns:a16="http://schemas.microsoft.com/office/drawing/2014/main" id="{64A6F569-2B90-3FC6-6587-29D6412CF2F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350" name="Arc 7349">
                          <a:extLst>
                            <a:ext uri="{FF2B5EF4-FFF2-40B4-BE49-F238E27FC236}">
                              <a16:creationId xmlns:a16="http://schemas.microsoft.com/office/drawing/2014/main" id="{CB1620DF-1715-6706-E514-45E40256BCE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345" name="Group 7344">
                        <a:extLst>
                          <a:ext uri="{FF2B5EF4-FFF2-40B4-BE49-F238E27FC236}">
                            <a16:creationId xmlns:a16="http://schemas.microsoft.com/office/drawing/2014/main" id="{0CD4916D-797D-7E39-A0AF-3C34DBAE932C}"/>
                          </a:ext>
                        </a:extLst>
                      </p:cNvPr>
                      <p:cNvGrpSpPr/>
                      <p:nvPr/>
                    </p:nvGrpSpPr>
                    <p:grpSpPr>
                      <a:xfrm rot="14400000" flipH="1">
                        <a:off x="6434137" y="3402011"/>
                        <a:ext cx="303213" cy="303213"/>
                        <a:chOff x="5354637" y="3446463"/>
                        <a:chExt cx="214313" cy="214313"/>
                      </a:xfrm>
                    </p:grpSpPr>
                    <p:sp>
                      <p:nvSpPr>
                        <p:cNvPr id="7347" name="Arc 7346">
                          <a:extLst>
                            <a:ext uri="{FF2B5EF4-FFF2-40B4-BE49-F238E27FC236}">
                              <a16:creationId xmlns:a16="http://schemas.microsoft.com/office/drawing/2014/main" id="{5CAB0B2D-1CA9-B54F-DCBC-71881977408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348" name="Arc 7347">
                          <a:extLst>
                            <a:ext uri="{FF2B5EF4-FFF2-40B4-BE49-F238E27FC236}">
                              <a16:creationId xmlns:a16="http://schemas.microsoft.com/office/drawing/2014/main" id="{A57DE7EF-DEEF-1825-B1FA-1BB5AAA2843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346" name="TextBox 7345">
                        <a:extLst>
                          <a:ext uri="{FF2B5EF4-FFF2-40B4-BE49-F238E27FC236}">
                            <a16:creationId xmlns:a16="http://schemas.microsoft.com/office/drawing/2014/main" id="{1B6685F4-A134-A445-E108-0288808C8BF2}"/>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331" name="Group 7330">
                    <a:extLst>
                      <a:ext uri="{FF2B5EF4-FFF2-40B4-BE49-F238E27FC236}">
                        <a16:creationId xmlns:a16="http://schemas.microsoft.com/office/drawing/2014/main" id="{8A89AA32-3B2B-9D10-C661-288FE1DED7BB}"/>
                      </a:ext>
                    </a:extLst>
                  </p:cNvPr>
                  <p:cNvGrpSpPr/>
                  <p:nvPr/>
                </p:nvGrpSpPr>
                <p:grpSpPr>
                  <a:xfrm>
                    <a:off x="6197413" y="3225768"/>
                    <a:ext cx="393192" cy="393192"/>
                    <a:chOff x="6389147" y="3932622"/>
                    <a:chExt cx="393192" cy="393192"/>
                  </a:xfrm>
                </p:grpSpPr>
                <p:grpSp>
                  <p:nvGrpSpPr>
                    <p:cNvPr id="7332" name="Group 7331">
                      <a:extLst>
                        <a:ext uri="{FF2B5EF4-FFF2-40B4-BE49-F238E27FC236}">
                          <a16:creationId xmlns:a16="http://schemas.microsoft.com/office/drawing/2014/main" id="{C1813E64-6AAE-D899-E05D-06B87F5F637D}"/>
                        </a:ext>
                      </a:extLst>
                    </p:cNvPr>
                    <p:cNvGrpSpPr/>
                    <p:nvPr/>
                  </p:nvGrpSpPr>
                  <p:grpSpPr>
                    <a:xfrm flipH="1">
                      <a:off x="6478587" y="4022061"/>
                      <a:ext cx="214313" cy="214313"/>
                      <a:chOff x="5354637" y="3446463"/>
                      <a:chExt cx="214313" cy="214313"/>
                    </a:xfrm>
                  </p:grpSpPr>
                  <p:sp>
                    <p:nvSpPr>
                      <p:cNvPr id="7340" name="Arc 7339">
                        <a:extLst>
                          <a:ext uri="{FF2B5EF4-FFF2-40B4-BE49-F238E27FC236}">
                            <a16:creationId xmlns:a16="http://schemas.microsoft.com/office/drawing/2014/main" id="{F032DC74-111E-C8B4-57C0-DF920C2FF7F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341" name="Arc 7340">
                        <a:extLst>
                          <a:ext uri="{FF2B5EF4-FFF2-40B4-BE49-F238E27FC236}">
                            <a16:creationId xmlns:a16="http://schemas.microsoft.com/office/drawing/2014/main" id="{2503204F-E631-F2D9-189C-AC34D6DBDC4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333" name="Group 7332">
                      <a:extLst>
                        <a:ext uri="{FF2B5EF4-FFF2-40B4-BE49-F238E27FC236}">
                          <a16:creationId xmlns:a16="http://schemas.microsoft.com/office/drawing/2014/main" id="{749DD866-85FD-60EA-798B-16AD0A76668C}"/>
                        </a:ext>
                      </a:extLst>
                    </p:cNvPr>
                    <p:cNvGrpSpPr/>
                    <p:nvPr/>
                  </p:nvGrpSpPr>
                  <p:grpSpPr>
                    <a:xfrm rot="7200000" flipH="1">
                      <a:off x="6434137" y="3977611"/>
                      <a:ext cx="303213" cy="303213"/>
                      <a:chOff x="5354637" y="3446463"/>
                      <a:chExt cx="214313" cy="214313"/>
                    </a:xfrm>
                  </p:grpSpPr>
                  <p:sp>
                    <p:nvSpPr>
                      <p:cNvPr id="7338" name="Arc 7337">
                        <a:extLst>
                          <a:ext uri="{FF2B5EF4-FFF2-40B4-BE49-F238E27FC236}">
                            <a16:creationId xmlns:a16="http://schemas.microsoft.com/office/drawing/2014/main" id="{202D8824-CE9E-5457-F6B2-CDAE8D21184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339" name="Arc 7338">
                        <a:extLst>
                          <a:ext uri="{FF2B5EF4-FFF2-40B4-BE49-F238E27FC236}">
                            <a16:creationId xmlns:a16="http://schemas.microsoft.com/office/drawing/2014/main" id="{35A1EC61-5513-BD0B-A231-241BD6C9F02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334" name="Group 7333">
                      <a:extLst>
                        <a:ext uri="{FF2B5EF4-FFF2-40B4-BE49-F238E27FC236}">
                          <a16:creationId xmlns:a16="http://schemas.microsoft.com/office/drawing/2014/main" id="{2B1CCE1E-ADFE-94C8-D82C-C04823CF6CC4}"/>
                        </a:ext>
                      </a:extLst>
                    </p:cNvPr>
                    <p:cNvGrpSpPr/>
                    <p:nvPr/>
                  </p:nvGrpSpPr>
                  <p:grpSpPr>
                    <a:xfrm rot="14400000" flipH="1">
                      <a:off x="6389147" y="3932622"/>
                      <a:ext cx="393192" cy="393192"/>
                      <a:chOff x="5354637" y="3446463"/>
                      <a:chExt cx="214313" cy="214313"/>
                    </a:xfrm>
                  </p:grpSpPr>
                  <p:sp>
                    <p:nvSpPr>
                      <p:cNvPr id="7336" name="Arc 7335">
                        <a:extLst>
                          <a:ext uri="{FF2B5EF4-FFF2-40B4-BE49-F238E27FC236}">
                            <a16:creationId xmlns:a16="http://schemas.microsoft.com/office/drawing/2014/main" id="{0ED2D0CE-6E61-A5EF-5C4C-9E5478D6EE0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337" name="Arc 7336">
                        <a:extLst>
                          <a:ext uri="{FF2B5EF4-FFF2-40B4-BE49-F238E27FC236}">
                            <a16:creationId xmlns:a16="http://schemas.microsoft.com/office/drawing/2014/main" id="{400ABBB7-DC15-BBBC-A450-7403180FCE1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335" name="TextBox 7334">
                      <a:extLst>
                        <a:ext uri="{FF2B5EF4-FFF2-40B4-BE49-F238E27FC236}">
                          <a16:creationId xmlns:a16="http://schemas.microsoft.com/office/drawing/2014/main" id="{AE247E10-FA57-DF2F-BF89-4A879EFB8D16}"/>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281" name="Group 7280">
                  <a:extLst>
                    <a:ext uri="{FF2B5EF4-FFF2-40B4-BE49-F238E27FC236}">
                      <a16:creationId xmlns:a16="http://schemas.microsoft.com/office/drawing/2014/main" id="{8F67D49D-B295-4ACC-C436-C702642AFC0D}"/>
                    </a:ext>
                  </a:extLst>
                </p:cNvPr>
                <p:cNvGrpSpPr/>
                <p:nvPr/>
              </p:nvGrpSpPr>
              <p:grpSpPr>
                <a:xfrm>
                  <a:off x="6069086" y="3246228"/>
                  <a:ext cx="1019224" cy="991639"/>
                  <a:chOff x="5886431" y="3225768"/>
                  <a:chExt cx="1019224" cy="991639"/>
                </a:xfrm>
              </p:grpSpPr>
              <p:grpSp>
                <p:nvGrpSpPr>
                  <p:cNvPr id="7282" name="Group 7281">
                    <a:extLst>
                      <a:ext uri="{FF2B5EF4-FFF2-40B4-BE49-F238E27FC236}">
                        <a16:creationId xmlns:a16="http://schemas.microsoft.com/office/drawing/2014/main" id="{5A9BC9C7-C0A2-F76C-3F77-8BB91D9D2982}"/>
                      </a:ext>
                    </a:extLst>
                  </p:cNvPr>
                  <p:cNvGrpSpPr/>
                  <p:nvPr/>
                </p:nvGrpSpPr>
                <p:grpSpPr>
                  <a:xfrm>
                    <a:off x="6197413" y="3824215"/>
                    <a:ext cx="393192" cy="393192"/>
                    <a:chOff x="5265196" y="3357021"/>
                    <a:chExt cx="393192" cy="393192"/>
                  </a:xfrm>
                </p:grpSpPr>
                <p:grpSp>
                  <p:nvGrpSpPr>
                    <p:cNvPr id="7317" name="Group 7316">
                      <a:extLst>
                        <a:ext uri="{FF2B5EF4-FFF2-40B4-BE49-F238E27FC236}">
                          <a16:creationId xmlns:a16="http://schemas.microsoft.com/office/drawing/2014/main" id="{DDD648AA-2335-3E45-C17B-BD37C93FF9C5}"/>
                        </a:ext>
                      </a:extLst>
                    </p:cNvPr>
                    <p:cNvGrpSpPr/>
                    <p:nvPr/>
                  </p:nvGrpSpPr>
                  <p:grpSpPr>
                    <a:xfrm rot="14400000">
                      <a:off x="5265196" y="3357021"/>
                      <a:ext cx="393192" cy="393192"/>
                      <a:chOff x="5354637" y="3446463"/>
                      <a:chExt cx="214313" cy="214313"/>
                    </a:xfrm>
                  </p:grpSpPr>
                  <p:sp>
                    <p:nvSpPr>
                      <p:cNvPr id="7326" name="Arc 7325">
                        <a:extLst>
                          <a:ext uri="{FF2B5EF4-FFF2-40B4-BE49-F238E27FC236}">
                            <a16:creationId xmlns:a16="http://schemas.microsoft.com/office/drawing/2014/main" id="{CBFC4394-2B63-D808-9CBA-26AA9078593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327" name="Arc 7326">
                        <a:extLst>
                          <a:ext uri="{FF2B5EF4-FFF2-40B4-BE49-F238E27FC236}">
                            <a16:creationId xmlns:a16="http://schemas.microsoft.com/office/drawing/2014/main" id="{AE40773D-87C6-0DC1-6C3D-3E2E198FCC0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318" name="Group 7317">
                      <a:extLst>
                        <a:ext uri="{FF2B5EF4-FFF2-40B4-BE49-F238E27FC236}">
                          <a16:creationId xmlns:a16="http://schemas.microsoft.com/office/drawing/2014/main" id="{AF236D09-15EA-E967-C500-79CCA873D4C5}"/>
                        </a:ext>
                      </a:extLst>
                    </p:cNvPr>
                    <p:cNvGrpSpPr/>
                    <p:nvPr/>
                  </p:nvGrpSpPr>
                  <p:grpSpPr>
                    <a:xfrm>
                      <a:off x="5310186" y="3402011"/>
                      <a:ext cx="303213" cy="303213"/>
                      <a:chOff x="5310186" y="3402011"/>
                      <a:chExt cx="303213" cy="303213"/>
                    </a:xfrm>
                  </p:grpSpPr>
                  <p:grpSp>
                    <p:nvGrpSpPr>
                      <p:cNvPr id="7319" name="Group 7318">
                        <a:extLst>
                          <a:ext uri="{FF2B5EF4-FFF2-40B4-BE49-F238E27FC236}">
                            <a16:creationId xmlns:a16="http://schemas.microsoft.com/office/drawing/2014/main" id="{6E83AAE8-C3BB-CA06-043B-97B7CDE84AAD}"/>
                          </a:ext>
                        </a:extLst>
                      </p:cNvPr>
                      <p:cNvGrpSpPr/>
                      <p:nvPr/>
                    </p:nvGrpSpPr>
                    <p:grpSpPr>
                      <a:xfrm>
                        <a:off x="5354636" y="3446461"/>
                        <a:ext cx="214313" cy="214313"/>
                        <a:chOff x="5354637" y="3446463"/>
                        <a:chExt cx="214313" cy="214313"/>
                      </a:xfrm>
                    </p:grpSpPr>
                    <p:sp>
                      <p:nvSpPr>
                        <p:cNvPr id="7324" name="Arc 7323">
                          <a:extLst>
                            <a:ext uri="{FF2B5EF4-FFF2-40B4-BE49-F238E27FC236}">
                              <a16:creationId xmlns:a16="http://schemas.microsoft.com/office/drawing/2014/main" id="{2AB9D067-7548-4E9D-D230-E2A146F37A5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325" name="Arc 7324">
                          <a:extLst>
                            <a:ext uri="{FF2B5EF4-FFF2-40B4-BE49-F238E27FC236}">
                              <a16:creationId xmlns:a16="http://schemas.microsoft.com/office/drawing/2014/main" id="{C3634B54-3E04-9189-0C42-EE9F3F56FED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320" name="Group 7319">
                        <a:extLst>
                          <a:ext uri="{FF2B5EF4-FFF2-40B4-BE49-F238E27FC236}">
                            <a16:creationId xmlns:a16="http://schemas.microsoft.com/office/drawing/2014/main" id="{7203BC86-ABFB-4E66-E414-6323AF370F8D}"/>
                          </a:ext>
                        </a:extLst>
                      </p:cNvPr>
                      <p:cNvGrpSpPr/>
                      <p:nvPr/>
                    </p:nvGrpSpPr>
                    <p:grpSpPr>
                      <a:xfrm rot="7200000">
                        <a:off x="5310186" y="3402011"/>
                        <a:ext cx="303213" cy="303213"/>
                        <a:chOff x="5354637" y="3446463"/>
                        <a:chExt cx="214313" cy="214313"/>
                      </a:xfrm>
                    </p:grpSpPr>
                    <p:sp>
                      <p:nvSpPr>
                        <p:cNvPr id="7322" name="Arc 7321">
                          <a:extLst>
                            <a:ext uri="{FF2B5EF4-FFF2-40B4-BE49-F238E27FC236}">
                              <a16:creationId xmlns:a16="http://schemas.microsoft.com/office/drawing/2014/main" id="{64456F02-B24F-8375-96D6-6CE3FE404C1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323" name="Arc 7322">
                          <a:extLst>
                            <a:ext uri="{FF2B5EF4-FFF2-40B4-BE49-F238E27FC236}">
                              <a16:creationId xmlns:a16="http://schemas.microsoft.com/office/drawing/2014/main" id="{F96CCE69-E78B-0CEF-78E1-7E5FBE62C1D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321" name="TextBox 7320">
                        <a:extLst>
                          <a:ext uri="{FF2B5EF4-FFF2-40B4-BE49-F238E27FC236}">
                            <a16:creationId xmlns:a16="http://schemas.microsoft.com/office/drawing/2014/main" id="{C32A9881-6FA5-5293-812A-294736CC5476}"/>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283" name="Group 7282">
                    <a:extLst>
                      <a:ext uri="{FF2B5EF4-FFF2-40B4-BE49-F238E27FC236}">
                        <a16:creationId xmlns:a16="http://schemas.microsoft.com/office/drawing/2014/main" id="{D1F525D5-9EA3-C740-ED53-2D19A596DA25}"/>
                      </a:ext>
                    </a:extLst>
                  </p:cNvPr>
                  <p:cNvGrpSpPr/>
                  <p:nvPr/>
                </p:nvGrpSpPr>
                <p:grpSpPr>
                  <a:xfrm>
                    <a:off x="5886431" y="3525040"/>
                    <a:ext cx="393192" cy="393192"/>
                    <a:chOff x="5265196" y="3932619"/>
                    <a:chExt cx="393192" cy="393192"/>
                  </a:xfrm>
                </p:grpSpPr>
                <p:grpSp>
                  <p:nvGrpSpPr>
                    <p:cNvPr id="7307" name="Group 7306">
                      <a:extLst>
                        <a:ext uri="{FF2B5EF4-FFF2-40B4-BE49-F238E27FC236}">
                          <a16:creationId xmlns:a16="http://schemas.microsoft.com/office/drawing/2014/main" id="{17C6BA08-1EB4-7B4F-8FA2-5F842439F4EA}"/>
                        </a:ext>
                      </a:extLst>
                    </p:cNvPr>
                    <p:cNvGrpSpPr/>
                    <p:nvPr/>
                  </p:nvGrpSpPr>
                  <p:grpSpPr>
                    <a:xfrm>
                      <a:off x="5354636" y="4022061"/>
                      <a:ext cx="214313" cy="214313"/>
                      <a:chOff x="5354637" y="3446463"/>
                      <a:chExt cx="214313" cy="214313"/>
                    </a:xfrm>
                  </p:grpSpPr>
                  <p:sp>
                    <p:nvSpPr>
                      <p:cNvPr id="7315" name="Arc 7314">
                        <a:extLst>
                          <a:ext uri="{FF2B5EF4-FFF2-40B4-BE49-F238E27FC236}">
                            <a16:creationId xmlns:a16="http://schemas.microsoft.com/office/drawing/2014/main" id="{012E2E64-8361-9561-05CE-293687B2242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316" name="Arc 7315">
                        <a:extLst>
                          <a:ext uri="{FF2B5EF4-FFF2-40B4-BE49-F238E27FC236}">
                            <a16:creationId xmlns:a16="http://schemas.microsoft.com/office/drawing/2014/main" id="{9C137B89-A5D2-3FAC-34BA-8A9DC384195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308" name="Group 7307">
                      <a:extLst>
                        <a:ext uri="{FF2B5EF4-FFF2-40B4-BE49-F238E27FC236}">
                          <a16:creationId xmlns:a16="http://schemas.microsoft.com/office/drawing/2014/main" id="{CCA85493-5D62-9969-D075-E76A87C86C00}"/>
                        </a:ext>
                      </a:extLst>
                    </p:cNvPr>
                    <p:cNvGrpSpPr/>
                    <p:nvPr/>
                  </p:nvGrpSpPr>
                  <p:grpSpPr>
                    <a:xfrm rot="14400000">
                      <a:off x="5310186" y="3977611"/>
                      <a:ext cx="303213" cy="303213"/>
                      <a:chOff x="5354637" y="3446463"/>
                      <a:chExt cx="214313" cy="214313"/>
                    </a:xfrm>
                  </p:grpSpPr>
                  <p:sp>
                    <p:nvSpPr>
                      <p:cNvPr id="7313" name="Arc 7312">
                        <a:extLst>
                          <a:ext uri="{FF2B5EF4-FFF2-40B4-BE49-F238E27FC236}">
                            <a16:creationId xmlns:a16="http://schemas.microsoft.com/office/drawing/2014/main" id="{61D74367-330F-7F1F-0BB1-17AD1DA8D5D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314" name="Arc 7313">
                        <a:extLst>
                          <a:ext uri="{FF2B5EF4-FFF2-40B4-BE49-F238E27FC236}">
                            <a16:creationId xmlns:a16="http://schemas.microsoft.com/office/drawing/2014/main" id="{E4822019-43B0-2168-5A27-EB011B04A5B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309" name="Group 7308">
                      <a:extLst>
                        <a:ext uri="{FF2B5EF4-FFF2-40B4-BE49-F238E27FC236}">
                          <a16:creationId xmlns:a16="http://schemas.microsoft.com/office/drawing/2014/main" id="{A1C25F8D-8EE0-601E-FBF2-595BB68520EA}"/>
                        </a:ext>
                      </a:extLst>
                    </p:cNvPr>
                    <p:cNvGrpSpPr/>
                    <p:nvPr/>
                  </p:nvGrpSpPr>
                  <p:grpSpPr>
                    <a:xfrm rot="7200000">
                      <a:off x="5265196" y="3932619"/>
                      <a:ext cx="393192" cy="393192"/>
                      <a:chOff x="5354637" y="3446463"/>
                      <a:chExt cx="214313" cy="214313"/>
                    </a:xfrm>
                  </p:grpSpPr>
                  <p:sp>
                    <p:nvSpPr>
                      <p:cNvPr id="7311" name="Arc 7310">
                        <a:extLst>
                          <a:ext uri="{FF2B5EF4-FFF2-40B4-BE49-F238E27FC236}">
                            <a16:creationId xmlns:a16="http://schemas.microsoft.com/office/drawing/2014/main" id="{F436DA5E-D079-DD1B-6DB8-392B16D149A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312" name="Arc 7311">
                        <a:extLst>
                          <a:ext uri="{FF2B5EF4-FFF2-40B4-BE49-F238E27FC236}">
                            <a16:creationId xmlns:a16="http://schemas.microsoft.com/office/drawing/2014/main" id="{97AA0934-A38A-9E8D-CB52-384D6541680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310" name="TextBox 7309">
                      <a:extLst>
                        <a:ext uri="{FF2B5EF4-FFF2-40B4-BE49-F238E27FC236}">
                          <a16:creationId xmlns:a16="http://schemas.microsoft.com/office/drawing/2014/main" id="{3EC38B3A-B44C-326F-1905-3CDB2BA0B2D3}"/>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7284" name="Group 7283">
                    <a:extLst>
                      <a:ext uri="{FF2B5EF4-FFF2-40B4-BE49-F238E27FC236}">
                        <a16:creationId xmlns:a16="http://schemas.microsoft.com/office/drawing/2014/main" id="{AC1FA47F-D7B6-FC9B-CAAA-4DC0888C6C6C}"/>
                      </a:ext>
                    </a:extLst>
                  </p:cNvPr>
                  <p:cNvGrpSpPr/>
                  <p:nvPr/>
                </p:nvGrpSpPr>
                <p:grpSpPr>
                  <a:xfrm>
                    <a:off x="6512463" y="3525040"/>
                    <a:ext cx="393192" cy="393192"/>
                    <a:chOff x="6389147" y="3357021"/>
                    <a:chExt cx="393192" cy="393192"/>
                  </a:xfrm>
                </p:grpSpPr>
                <p:grpSp>
                  <p:nvGrpSpPr>
                    <p:cNvPr id="7296" name="Group 7295">
                      <a:extLst>
                        <a:ext uri="{FF2B5EF4-FFF2-40B4-BE49-F238E27FC236}">
                          <a16:creationId xmlns:a16="http://schemas.microsoft.com/office/drawing/2014/main" id="{F71B1747-BF56-3532-C66F-9D87C38DF5FC}"/>
                        </a:ext>
                      </a:extLst>
                    </p:cNvPr>
                    <p:cNvGrpSpPr/>
                    <p:nvPr/>
                  </p:nvGrpSpPr>
                  <p:grpSpPr>
                    <a:xfrm rot="7200000" flipH="1">
                      <a:off x="6389147" y="3357021"/>
                      <a:ext cx="393192" cy="393192"/>
                      <a:chOff x="5354637" y="3446463"/>
                      <a:chExt cx="214313" cy="214313"/>
                    </a:xfrm>
                  </p:grpSpPr>
                  <p:sp>
                    <p:nvSpPr>
                      <p:cNvPr id="7305" name="Arc 7304">
                        <a:extLst>
                          <a:ext uri="{FF2B5EF4-FFF2-40B4-BE49-F238E27FC236}">
                            <a16:creationId xmlns:a16="http://schemas.microsoft.com/office/drawing/2014/main" id="{0C1451AD-8E64-652E-A30A-0278CFE6A33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306" name="Arc 7305">
                        <a:extLst>
                          <a:ext uri="{FF2B5EF4-FFF2-40B4-BE49-F238E27FC236}">
                            <a16:creationId xmlns:a16="http://schemas.microsoft.com/office/drawing/2014/main" id="{40795A4C-C1AC-2100-2201-0123A661553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297" name="Group 7296">
                      <a:extLst>
                        <a:ext uri="{FF2B5EF4-FFF2-40B4-BE49-F238E27FC236}">
                          <a16:creationId xmlns:a16="http://schemas.microsoft.com/office/drawing/2014/main" id="{8168C746-EF30-D61D-367D-22D2BC969149}"/>
                        </a:ext>
                      </a:extLst>
                    </p:cNvPr>
                    <p:cNvGrpSpPr/>
                    <p:nvPr/>
                  </p:nvGrpSpPr>
                  <p:grpSpPr>
                    <a:xfrm>
                      <a:off x="6434137" y="3402011"/>
                      <a:ext cx="303213" cy="303213"/>
                      <a:chOff x="6434137" y="3402011"/>
                      <a:chExt cx="303213" cy="303213"/>
                    </a:xfrm>
                  </p:grpSpPr>
                  <p:grpSp>
                    <p:nvGrpSpPr>
                      <p:cNvPr id="7298" name="Group 7297">
                        <a:extLst>
                          <a:ext uri="{FF2B5EF4-FFF2-40B4-BE49-F238E27FC236}">
                            <a16:creationId xmlns:a16="http://schemas.microsoft.com/office/drawing/2014/main" id="{B18EA350-5551-8A98-8A66-DDDB7D91CB1F}"/>
                          </a:ext>
                        </a:extLst>
                      </p:cNvPr>
                      <p:cNvGrpSpPr/>
                      <p:nvPr/>
                    </p:nvGrpSpPr>
                    <p:grpSpPr>
                      <a:xfrm flipH="1">
                        <a:off x="6478587" y="3446461"/>
                        <a:ext cx="214313" cy="214313"/>
                        <a:chOff x="5354637" y="3446463"/>
                        <a:chExt cx="214313" cy="214313"/>
                      </a:xfrm>
                    </p:grpSpPr>
                    <p:sp>
                      <p:nvSpPr>
                        <p:cNvPr id="7303" name="Arc 7302">
                          <a:extLst>
                            <a:ext uri="{FF2B5EF4-FFF2-40B4-BE49-F238E27FC236}">
                              <a16:creationId xmlns:a16="http://schemas.microsoft.com/office/drawing/2014/main" id="{977D51D4-8000-B50E-C298-B33BCDB68AF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304" name="Arc 7303">
                          <a:extLst>
                            <a:ext uri="{FF2B5EF4-FFF2-40B4-BE49-F238E27FC236}">
                              <a16:creationId xmlns:a16="http://schemas.microsoft.com/office/drawing/2014/main" id="{1236020A-D5B0-41B0-D4C0-CF2213E465D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299" name="Group 7298">
                        <a:extLst>
                          <a:ext uri="{FF2B5EF4-FFF2-40B4-BE49-F238E27FC236}">
                            <a16:creationId xmlns:a16="http://schemas.microsoft.com/office/drawing/2014/main" id="{5FD1D9F7-A0DC-749B-6255-55665A2B20DC}"/>
                          </a:ext>
                        </a:extLst>
                      </p:cNvPr>
                      <p:cNvGrpSpPr/>
                      <p:nvPr/>
                    </p:nvGrpSpPr>
                    <p:grpSpPr>
                      <a:xfrm rot="14400000" flipH="1">
                        <a:off x="6434137" y="3402011"/>
                        <a:ext cx="303213" cy="303213"/>
                        <a:chOff x="5354637" y="3446463"/>
                        <a:chExt cx="214313" cy="214313"/>
                      </a:xfrm>
                    </p:grpSpPr>
                    <p:sp>
                      <p:nvSpPr>
                        <p:cNvPr id="7301" name="Arc 7300">
                          <a:extLst>
                            <a:ext uri="{FF2B5EF4-FFF2-40B4-BE49-F238E27FC236}">
                              <a16:creationId xmlns:a16="http://schemas.microsoft.com/office/drawing/2014/main" id="{56875A3A-5BFF-E462-50CE-34803277A77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302" name="Arc 7301">
                          <a:extLst>
                            <a:ext uri="{FF2B5EF4-FFF2-40B4-BE49-F238E27FC236}">
                              <a16:creationId xmlns:a16="http://schemas.microsoft.com/office/drawing/2014/main" id="{7C6E0B8C-D614-0D79-93CD-E836ED7FE0C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300" name="TextBox 7299">
                        <a:extLst>
                          <a:ext uri="{FF2B5EF4-FFF2-40B4-BE49-F238E27FC236}">
                            <a16:creationId xmlns:a16="http://schemas.microsoft.com/office/drawing/2014/main" id="{433EF52D-097B-B6EA-D153-4FF228DBEAF9}"/>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285" name="Group 7284">
                    <a:extLst>
                      <a:ext uri="{FF2B5EF4-FFF2-40B4-BE49-F238E27FC236}">
                        <a16:creationId xmlns:a16="http://schemas.microsoft.com/office/drawing/2014/main" id="{AB1A16DF-384E-1B68-148F-0F39FACCADB2}"/>
                      </a:ext>
                    </a:extLst>
                  </p:cNvPr>
                  <p:cNvGrpSpPr/>
                  <p:nvPr/>
                </p:nvGrpSpPr>
                <p:grpSpPr>
                  <a:xfrm>
                    <a:off x="6197413" y="3225768"/>
                    <a:ext cx="393192" cy="393192"/>
                    <a:chOff x="6389147" y="3932622"/>
                    <a:chExt cx="393192" cy="393192"/>
                  </a:xfrm>
                </p:grpSpPr>
                <p:grpSp>
                  <p:nvGrpSpPr>
                    <p:cNvPr id="7286" name="Group 7285">
                      <a:extLst>
                        <a:ext uri="{FF2B5EF4-FFF2-40B4-BE49-F238E27FC236}">
                          <a16:creationId xmlns:a16="http://schemas.microsoft.com/office/drawing/2014/main" id="{8ED60CA9-9B28-3290-E8E4-63230EDBBFC0}"/>
                        </a:ext>
                      </a:extLst>
                    </p:cNvPr>
                    <p:cNvGrpSpPr/>
                    <p:nvPr/>
                  </p:nvGrpSpPr>
                  <p:grpSpPr>
                    <a:xfrm flipH="1">
                      <a:off x="6478587" y="4022061"/>
                      <a:ext cx="214313" cy="214313"/>
                      <a:chOff x="5354637" y="3446463"/>
                      <a:chExt cx="214313" cy="214313"/>
                    </a:xfrm>
                  </p:grpSpPr>
                  <p:sp>
                    <p:nvSpPr>
                      <p:cNvPr id="7294" name="Arc 7293">
                        <a:extLst>
                          <a:ext uri="{FF2B5EF4-FFF2-40B4-BE49-F238E27FC236}">
                            <a16:creationId xmlns:a16="http://schemas.microsoft.com/office/drawing/2014/main" id="{311FAC31-8156-6086-4B1A-A6B516DD333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295" name="Arc 7294">
                        <a:extLst>
                          <a:ext uri="{FF2B5EF4-FFF2-40B4-BE49-F238E27FC236}">
                            <a16:creationId xmlns:a16="http://schemas.microsoft.com/office/drawing/2014/main" id="{54DD98A8-3D4D-80BF-283A-3A4A977AC85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287" name="Group 7286">
                      <a:extLst>
                        <a:ext uri="{FF2B5EF4-FFF2-40B4-BE49-F238E27FC236}">
                          <a16:creationId xmlns:a16="http://schemas.microsoft.com/office/drawing/2014/main" id="{51903D72-0F73-45B3-F36F-3FB10D16F465}"/>
                        </a:ext>
                      </a:extLst>
                    </p:cNvPr>
                    <p:cNvGrpSpPr/>
                    <p:nvPr/>
                  </p:nvGrpSpPr>
                  <p:grpSpPr>
                    <a:xfrm rot="7200000" flipH="1">
                      <a:off x="6434137" y="3977611"/>
                      <a:ext cx="303213" cy="303213"/>
                      <a:chOff x="5354637" y="3446463"/>
                      <a:chExt cx="214313" cy="214313"/>
                    </a:xfrm>
                  </p:grpSpPr>
                  <p:sp>
                    <p:nvSpPr>
                      <p:cNvPr id="7292" name="Arc 7291">
                        <a:extLst>
                          <a:ext uri="{FF2B5EF4-FFF2-40B4-BE49-F238E27FC236}">
                            <a16:creationId xmlns:a16="http://schemas.microsoft.com/office/drawing/2014/main" id="{B29BC619-F789-BD78-964C-9D10A58F3AE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293" name="Arc 7292">
                        <a:extLst>
                          <a:ext uri="{FF2B5EF4-FFF2-40B4-BE49-F238E27FC236}">
                            <a16:creationId xmlns:a16="http://schemas.microsoft.com/office/drawing/2014/main" id="{E0A9C0B2-3E20-6804-99BC-A6DBF1C0891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288" name="Group 7287">
                      <a:extLst>
                        <a:ext uri="{FF2B5EF4-FFF2-40B4-BE49-F238E27FC236}">
                          <a16:creationId xmlns:a16="http://schemas.microsoft.com/office/drawing/2014/main" id="{1AF9B99F-CCB5-2DBD-B871-3D4266C61B1A}"/>
                        </a:ext>
                      </a:extLst>
                    </p:cNvPr>
                    <p:cNvGrpSpPr/>
                    <p:nvPr/>
                  </p:nvGrpSpPr>
                  <p:grpSpPr>
                    <a:xfrm rot="14400000" flipH="1">
                      <a:off x="6389147" y="3932622"/>
                      <a:ext cx="393192" cy="393192"/>
                      <a:chOff x="5354637" y="3446463"/>
                      <a:chExt cx="214313" cy="214313"/>
                    </a:xfrm>
                  </p:grpSpPr>
                  <p:sp>
                    <p:nvSpPr>
                      <p:cNvPr id="7290" name="Arc 7289">
                        <a:extLst>
                          <a:ext uri="{FF2B5EF4-FFF2-40B4-BE49-F238E27FC236}">
                            <a16:creationId xmlns:a16="http://schemas.microsoft.com/office/drawing/2014/main" id="{91ED8FD0-62F4-2BB7-5D4F-24F404FC30F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291" name="Arc 7290">
                        <a:extLst>
                          <a:ext uri="{FF2B5EF4-FFF2-40B4-BE49-F238E27FC236}">
                            <a16:creationId xmlns:a16="http://schemas.microsoft.com/office/drawing/2014/main" id="{644E5081-E284-5BD2-34E2-2BAB22FA0AC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289" name="TextBox 7288">
                      <a:extLst>
                        <a:ext uri="{FF2B5EF4-FFF2-40B4-BE49-F238E27FC236}">
                          <a16:creationId xmlns:a16="http://schemas.microsoft.com/office/drawing/2014/main" id="{06D58ABB-F739-43D7-47E6-3E35862BBAAE}"/>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6132" name="Group 6131">
              <a:extLst>
                <a:ext uri="{FF2B5EF4-FFF2-40B4-BE49-F238E27FC236}">
                  <a16:creationId xmlns:a16="http://schemas.microsoft.com/office/drawing/2014/main" id="{BF443E58-3DC2-CC86-43F0-AB54F9491895}"/>
                </a:ext>
              </a:extLst>
            </p:cNvPr>
            <p:cNvGrpSpPr/>
            <p:nvPr/>
          </p:nvGrpSpPr>
          <p:grpSpPr>
            <a:xfrm>
              <a:off x="5257729" y="-658620"/>
              <a:ext cx="2263438" cy="2198360"/>
              <a:chOff x="5445106" y="2039507"/>
              <a:chExt cx="2263438" cy="2198360"/>
            </a:xfrm>
          </p:grpSpPr>
          <p:grpSp>
            <p:nvGrpSpPr>
              <p:cNvPr id="7088" name="Group 7087">
                <a:extLst>
                  <a:ext uri="{FF2B5EF4-FFF2-40B4-BE49-F238E27FC236}">
                    <a16:creationId xmlns:a16="http://schemas.microsoft.com/office/drawing/2014/main" id="{AF37429D-AD4F-3D30-6568-9F6C4081AD66}"/>
                  </a:ext>
                </a:extLst>
              </p:cNvPr>
              <p:cNvGrpSpPr/>
              <p:nvPr/>
            </p:nvGrpSpPr>
            <p:grpSpPr>
              <a:xfrm>
                <a:off x="5445106" y="2644743"/>
                <a:ext cx="1643204" cy="1593124"/>
                <a:chOff x="5445106" y="2644743"/>
                <a:chExt cx="1643204" cy="1593124"/>
              </a:xfrm>
            </p:grpSpPr>
            <p:grpSp>
              <p:nvGrpSpPr>
                <p:cNvPr id="7184" name="Group 7183">
                  <a:extLst>
                    <a:ext uri="{FF2B5EF4-FFF2-40B4-BE49-F238E27FC236}">
                      <a16:creationId xmlns:a16="http://schemas.microsoft.com/office/drawing/2014/main" id="{8EB4139A-2E66-619B-5537-9EB973EEAA75}"/>
                    </a:ext>
                  </a:extLst>
                </p:cNvPr>
                <p:cNvGrpSpPr/>
                <p:nvPr/>
              </p:nvGrpSpPr>
              <p:grpSpPr>
                <a:xfrm>
                  <a:off x="5445106" y="2644743"/>
                  <a:ext cx="1019224" cy="991639"/>
                  <a:chOff x="5886431" y="3225768"/>
                  <a:chExt cx="1019224" cy="991639"/>
                </a:xfrm>
              </p:grpSpPr>
              <p:grpSp>
                <p:nvGrpSpPr>
                  <p:cNvPr id="7232" name="Group 7231">
                    <a:extLst>
                      <a:ext uri="{FF2B5EF4-FFF2-40B4-BE49-F238E27FC236}">
                        <a16:creationId xmlns:a16="http://schemas.microsoft.com/office/drawing/2014/main" id="{B2BBE975-422C-CE9F-419E-EB284CEC4292}"/>
                      </a:ext>
                    </a:extLst>
                  </p:cNvPr>
                  <p:cNvGrpSpPr/>
                  <p:nvPr/>
                </p:nvGrpSpPr>
                <p:grpSpPr>
                  <a:xfrm>
                    <a:off x="6197413" y="3824215"/>
                    <a:ext cx="393192" cy="393192"/>
                    <a:chOff x="5265196" y="3357021"/>
                    <a:chExt cx="393192" cy="393192"/>
                  </a:xfrm>
                </p:grpSpPr>
                <p:grpSp>
                  <p:nvGrpSpPr>
                    <p:cNvPr id="7267" name="Group 7266">
                      <a:extLst>
                        <a:ext uri="{FF2B5EF4-FFF2-40B4-BE49-F238E27FC236}">
                          <a16:creationId xmlns:a16="http://schemas.microsoft.com/office/drawing/2014/main" id="{9512F2D7-B451-B900-A8BA-D48805749F82}"/>
                        </a:ext>
                      </a:extLst>
                    </p:cNvPr>
                    <p:cNvGrpSpPr/>
                    <p:nvPr/>
                  </p:nvGrpSpPr>
                  <p:grpSpPr>
                    <a:xfrm rot="14400000">
                      <a:off x="5265196" y="3357021"/>
                      <a:ext cx="393192" cy="393192"/>
                      <a:chOff x="5354637" y="3446463"/>
                      <a:chExt cx="214313" cy="214313"/>
                    </a:xfrm>
                  </p:grpSpPr>
                  <p:sp>
                    <p:nvSpPr>
                      <p:cNvPr id="7276" name="Arc 7275">
                        <a:extLst>
                          <a:ext uri="{FF2B5EF4-FFF2-40B4-BE49-F238E27FC236}">
                            <a16:creationId xmlns:a16="http://schemas.microsoft.com/office/drawing/2014/main" id="{C9E6C2D7-CC6D-7DEF-09B0-D2244B3BBC8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277" name="Arc 7276">
                        <a:extLst>
                          <a:ext uri="{FF2B5EF4-FFF2-40B4-BE49-F238E27FC236}">
                            <a16:creationId xmlns:a16="http://schemas.microsoft.com/office/drawing/2014/main" id="{23AC7A57-B851-AD0D-F8D0-909E80A0C20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268" name="Group 7267">
                      <a:extLst>
                        <a:ext uri="{FF2B5EF4-FFF2-40B4-BE49-F238E27FC236}">
                          <a16:creationId xmlns:a16="http://schemas.microsoft.com/office/drawing/2014/main" id="{450FCBF1-7555-036E-AF4A-CA3657EA1F61}"/>
                        </a:ext>
                      </a:extLst>
                    </p:cNvPr>
                    <p:cNvGrpSpPr/>
                    <p:nvPr/>
                  </p:nvGrpSpPr>
                  <p:grpSpPr>
                    <a:xfrm>
                      <a:off x="5310186" y="3402011"/>
                      <a:ext cx="303213" cy="303213"/>
                      <a:chOff x="5310186" y="3402011"/>
                      <a:chExt cx="303213" cy="303213"/>
                    </a:xfrm>
                  </p:grpSpPr>
                  <p:grpSp>
                    <p:nvGrpSpPr>
                      <p:cNvPr id="7269" name="Group 7268">
                        <a:extLst>
                          <a:ext uri="{FF2B5EF4-FFF2-40B4-BE49-F238E27FC236}">
                            <a16:creationId xmlns:a16="http://schemas.microsoft.com/office/drawing/2014/main" id="{6531A331-8797-4EC8-D335-06CC8DBDF5C5}"/>
                          </a:ext>
                        </a:extLst>
                      </p:cNvPr>
                      <p:cNvGrpSpPr/>
                      <p:nvPr/>
                    </p:nvGrpSpPr>
                    <p:grpSpPr>
                      <a:xfrm>
                        <a:off x="5354636" y="3446461"/>
                        <a:ext cx="214313" cy="214313"/>
                        <a:chOff x="5354637" y="3446463"/>
                        <a:chExt cx="214313" cy="214313"/>
                      </a:xfrm>
                    </p:grpSpPr>
                    <p:sp>
                      <p:nvSpPr>
                        <p:cNvPr id="7274" name="Arc 7273">
                          <a:extLst>
                            <a:ext uri="{FF2B5EF4-FFF2-40B4-BE49-F238E27FC236}">
                              <a16:creationId xmlns:a16="http://schemas.microsoft.com/office/drawing/2014/main" id="{C50F5769-F8B7-523B-961B-E24933594EC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275" name="Arc 7274">
                          <a:extLst>
                            <a:ext uri="{FF2B5EF4-FFF2-40B4-BE49-F238E27FC236}">
                              <a16:creationId xmlns:a16="http://schemas.microsoft.com/office/drawing/2014/main" id="{9A8125F2-72FB-A71C-9C77-BA85A4739CF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270" name="Group 7269">
                        <a:extLst>
                          <a:ext uri="{FF2B5EF4-FFF2-40B4-BE49-F238E27FC236}">
                            <a16:creationId xmlns:a16="http://schemas.microsoft.com/office/drawing/2014/main" id="{9BB6C3F1-EB32-B43B-49DD-D6BFBEC9CC71}"/>
                          </a:ext>
                        </a:extLst>
                      </p:cNvPr>
                      <p:cNvGrpSpPr/>
                      <p:nvPr/>
                    </p:nvGrpSpPr>
                    <p:grpSpPr>
                      <a:xfrm rot="7200000">
                        <a:off x="5310186" y="3402011"/>
                        <a:ext cx="303213" cy="303213"/>
                        <a:chOff x="5354637" y="3446463"/>
                        <a:chExt cx="214313" cy="214313"/>
                      </a:xfrm>
                    </p:grpSpPr>
                    <p:sp>
                      <p:nvSpPr>
                        <p:cNvPr id="7272" name="Arc 7271">
                          <a:extLst>
                            <a:ext uri="{FF2B5EF4-FFF2-40B4-BE49-F238E27FC236}">
                              <a16:creationId xmlns:a16="http://schemas.microsoft.com/office/drawing/2014/main" id="{92552516-50D0-E5F6-C053-4EE5B45486C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273" name="Arc 7272">
                          <a:extLst>
                            <a:ext uri="{FF2B5EF4-FFF2-40B4-BE49-F238E27FC236}">
                              <a16:creationId xmlns:a16="http://schemas.microsoft.com/office/drawing/2014/main" id="{D31FF7E2-21D2-FD14-518B-82E1E9A010E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271" name="TextBox 7270">
                        <a:extLst>
                          <a:ext uri="{FF2B5EF4-FFF2-40B4-BE49-F238E27FC236}">
                            <a16:creationId xmlns:a16="http://schemas.microsoft.com/office/drawing/2014/main" id="{DA621929-0A00-851C-32DB-F25B8A217859}"/>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233" name="Group 7232">
                    <a:extLst>
                      <a:ext uri="{FF2B5EF4-FFF2-40B4-BE49-F238E27FC236}">
                        <a16:creationId xmlns:a16="http://schemas.microsoft.com/office/drawing/2014/main" id="{AF6D5DA6-BC80-84CA-DE96-31330C1F96EF}"/>
                      </a:ext>
                    </a:extLst>
                  </p:cNvPr>
                  <p:cNvGrpSpPr/>
                  <p:nvPr/>
                </p:nvGrpSpPr>
                <p:grpSpPr>
                  <a:xfrm>
                    <a:off x="5886431" y="3525040"/>
                    <a:ext cx="393192" cy="393192"/>
                    <a:chOff x="5265196" y="3932619"/>
                    <a:chExt cx="393192" cy="393192"/>
                  </a:xfrm>
                </p:grpSpPr>
                <p:grpSp>
                  <p:nvGrpSpPr>
                    <p:cNvPr id="7257" name="Group 7256">
                      <a:extLst>
                        <a:ext uri="{FF2B5EF4-FFF2-40B4-BE49-F238E27FC236}">
                          <a16:creationId xmlns:a16="http://schemas.microsoft.com/office/drawing/2014/main" id="{242F7DD0-6808-34C5-4F85-D07D0C277499}"/>
                        </a:ext>
                      </a:extLst>
                    </p:cNvPr>
                    <p:cNvGrpSpPr/>
                    <p:nvPr/>
                  </p:nvGrpSpPr>
                  <p:grpSpPr>
                    <a:xfrm>
                      <a:off x="5354636" y="4022061"/>
                      <a:ext cx="214313" cy="214313"/>
                      <a:chOff x="5354637" y="3446463"/>
                      <a:chExt cx="214313" cy="214313"/>
                    </a:xfrm>
                  </p:grpSpPr>
                  <p:sp>
                    <p:nvSpPr>
                      <p:cNvPr id="7265" name="Arc 7264">
                        <a:extLst>
                          <a:ext uri="{FF2B5EF4-FFF2-40B4-BE49-F238E27FC236}">
                            <a16:creationId xmlns:a16="http://schemas.microsoft.com/office/drawing/2014/main" id="{15BB362A-C14A-C906-66A7-217AE75C747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266" name="Arc 7265">
                        <a:extLst>
                          <a:ext uri="{FF2B5EF4-FFF2-40B4-BE49-F238E27FC236}">
                            <a16:creationId xmlns:a16="http://schemas.microsoft.com/office/drawing/2014/main" id="{DAEF61F8-9279-D9AB-4851-1D4CBD9B453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258" name="Group 7257">
                      <a:extLst>
                        <a:ext uri="{FF2B5EF4-FFF2-40B4-BE49-F238E27FC236}">
                          <a16:creationId xmlns:a16="http://schemas.microsoft.com/office/drawing/2014/main" id="{0FB0F75D-0B3E-2BC8-A7F5-B78E2BF8482B}"/>
                        </a:ext>
                      </a:extLst>
                    </p:cNvPr>
                    <p:cNvGrpSpPr/>
                    <p:nvPr/>
                  </p:nvGrpSpPr>
                  <p:grpSpPr>
                    <a:xfrm rot="14400000">
                      <a:off x="5310186" y="3977611"/>
                      <a:ext cx="303213" cy="303213"/>
                      <a:chOff x="5354637" y="3446463"/>
                      <a:chExt cx="214313" cy="214313"/>
                    </a:xfrm>
                  </p:grpSpPr>
                  <p:sp>
                    <p:nvSpPr>
                      <p:cNvPr id="7263" name="Arc 7262">
                        <a:extLst>
                          <a:ext uri="{FF2B5EF4-FFF2-40B4-BE49-F238E27FC236}">
                            <a16:creationId xmlns:a16="http://schemas.microsoft.com/office/drawing/2014/main" id="{B7683909-1457-492B-4A29-1212C0E4D98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264" name="Arc 7263">
                        <a:extLst>
                          <a:ext uri="{FF2B5EF4-FFF2-40B4-BE49-F238E27FC236}">
                            <a16:creationId xmlns:a16="http://schemas.microsoft.com/office/drawing/2014/main" id="{E9E744F9-C694-2F27-FE4C-06AFE456223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259" name="Group 7258">
                      <a:extLst>
                        <a:ext uri="{FF2B5EF4-FFF2-40B4-BE49-F238E27FC236}">
                          <a16:creationId xmlns:a16="http://schemas.microsoft.com/office/drawing/2014/main" id="{9AA26054-16AC-D647-D398-843EC7372A50}"/>
                        </a:ext>
                      </a:extLst>
                    </p:cNvPr>
                    <p:cNvGrpSpPr/>
                    <p:nvPr/>
                  </p:nvGrpSpPr>
                  <p:grpSpPr>
                    <a:xfrm rot="7200000">
                      <a:off x="5265196" y="3932619"/>
                      <a:ext cx="393192" cy="393192"/>
                      <a:chOff x="5354637" y="3446463"/>
                      <a:chExt cx="214313" cy="214313"/>
                    </a:xfrm>
                  </p:grpSpPr>
                  <p:sp>
                    <p:nvSpPr>
                      <p:cNvPr id="7261" name="Arc 7260">
                        <a:extLst>
                          <a:ext uri="{FF2B5EF4-FFF2-40B4-BE49-F238E27FC236}">
                            <a16:creationId xmlns:a16="http://schemas.microsoft.com/office/drawing/2014/main" id="{7DE17523-3D34-0575-3B04-E2F650445AE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262" name="Arc 7261">
                        <a:extLst>
                          <a:ext uri="{FF2B5EF4-FFF2-40B4-BE49-F238E27FC236}">
                            <a16:creationId xmlns:a16="http://schemas.microsoft.com/office/drawing/2014/main" id="{F92C750B-890A-5676-BC85-D7CFEDF1C02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260" name="TextBox 7259">
                      <a:extLst>
                        <a:ext uri="{FF2B5EF4-FFF2-40B4-BE49-F238E27FC236}">
                          <a16:creationId xmlns:a16="http://schemas.microsoft.com/office/drawing/2014/main" id="{FDFB59D7-475E-30EB-D919-F76CECFF4E85}"/>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7234" name="Group 7233">
                    <a:extLst>
                      <a:ext uri="{FF2B5EF4-FFF2-40B4-BE49-F238E27FC236}">
                        <a16:creationId xmlns:a16="http://schemas.microsoft.com/office/drawing/2014/main" id="{81C01947-6DEB-4F98-BEEE-4A3C5A162497}"/>
                      </a:ext>
                    </a:extLst>
                  </p:cNvPr>
                  <p:cNvGrpSpPr/>
                  <p:nvPr/>
                </p:nvGrpSpPr>
                <p:grpSpPr>
                  <a:xfrm>
                    <a:off x="6512463" y="3525040"/>
                    <a:ext cx="393192" cy="393192"/>
                    <a:chOff x="6389147" y="3357021"/>
                    <a:chExt cx="393192" cy="393192"/>
                  </a:xfrm>
                </p:grpSpPr>
                <p:grpSp>
                  <p:nvGrpSpPr>
                    <p:cNvPr id="7246" name="Group 7245">
                      <a:extLst>
                        <a:ext uri="{FF2B5EF4-FFF2-40B4-BE49-F238E27FC236}">
                          <a16:creationId xmlns:a16="http://schemas.microsoft.com/office/drawing/2014/main" id="{D38F62FA-F248-AF29-222E-789F3CE51D9D}"/>
                        </a:ext>
                      </a:extLst>
                    </p:cNvPr>
                    <p:cNvGrpSpPr/>
                    <p:nvPr/>
                  </p:nvGrpSpPr>
                  <p:grpSpPr>
                    <a:xfrm rot="7200000" flipH="1">
                      <a:off x="6389147" y="3357021"/>
                      <a:ext cx="393192" cy="393192"/>
                      <a:chOff x="5354637" y="3446463"/>
                      <a:chExt cx="214313" cy="214313"/>
                    </a:xfrm>
                  </p:grpSpPr>
                  <p:sp>
                    <p:nvSpPr>
                      <p:cNvPr id="7255" name="Arc 7254">
                        <a:extLst>
                          <a:ext uri="{FF2B5EF4-FFF2-40B4-BE49-F238E27FC236}">
                            <a16:creationId xmlns:a16="http://schemas.microsoft.com/office/drawing/2014/main" id="{C3007C49-BE49-B838-EDEC-5E004D4DCAD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256" name="Arc 7255">
                        <a:extLst>
                          <a:ext uri="{FF2B5EF4-FFF2-40B4-BE49-F238E27FC236}">
                            <a16:creationId xmlns:a16="http://schemas.microsoft.com/office/drawing/2014/main" id="{0BBAE122-50D7-2D08-8D4B-ABACFEF89A6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247" name="Group 7246">
                      <a:extLst>
                        <a:ext uri="{FF2B5EF4-FFF2-40B4-BE49-F238E27FC236}">
                          <a16:creationId xmlns:a16="http://schemas.microsoft.com/office/drawing/2014/main" id="{212FE50C-F694-16DD-C0CD-100F4E2F7393}"/>
                        </a:ext>
                      </a:extLst>
                    </p:cNvPr>
                    <p:cNvGrpSpPr/>
                    <p:nvPr/>
                  </p:nvGrpSpPr>
                  <p:grpSpPr>
                    <a:xfrm>
                      <a:off x="6434137" y="3402011"/>
                      <a:ext cx="303213" cy="303213"/>
                      <a:chOff x="6434137" y="3402011"/>
                      <a:chExt cx="303213" cy="303213"/>
                    </a:xfrm>
                  </p:grpSpPr>
                  <p:grpSp>
                    <p:nvGrpSpPr>
                      <p:cNvPr id="7248" name="Group 7247">
                        <a:extLst>
                          <a:ext uri="{FF2B5EF4-FFF2-40B4-BE49-F238E27FC236}">
                            <a16:creationId xmlns:a16="http://schemas.microsoft.com/office/drawing/2014/main" id="{E48A8848-E739-A8A0-90AA-0EC894DC93AF}"/>
                          </a:ext>
                        </a:extLst>
                      </p:cNvPr>
                      <p:cNvGrpSpPr/>
                      <p:nvPr/>
                    </p:nvGrpSpPr>
                    <p:grpSpPr>
                      <a:xfrm flipH="1">
                        <a:off x="6478587" y="3446461"/>
                        <a:ext cx="214313" cy="214313"/>
                        <a:chOff x="5354637" y="3446463"/>
                        <a:chExt cx="214313" cy="214313"/>
                      </a:xfrm>
                    </p:grpSpPr>
                    <p:sp>
                      <p:nvSpPr>
                        <p:cNvPr id="7253" name="Arc 7252">
                          <a:extLst>
                            <a:ext uri="{FF2B5EF4-FFF2-40B4-BE49-F238E27FC236}">
                              <a16:creationId xmlns:a16="http://schemas.microsoft.com/office/drawing/2014/main" id="{C208ECB5-2BA1-4765-1393-0CB7642FC3D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254" name="Arc 7253">
                          <a:extLst>
                            <a:ext uri="{FF2B5EF4-FFF2-40B4-BE49-F238E27FC236}">
                              <a16:creationId xmlns:a16="http://schemas.microsoft.com/office/drawing/2014/main" id="{7D12BE9E-D3D7-4518-6542-9380846712C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249" name="Group 7248">
                        <a:extLst>
                          <a:ext uri="{FF2B5EF4-FFF2-40B4-BE49-F238E27FC236}">
                            <a16:creationId xmlns:a16="http://schemas.microsoft.com/office/drawing/2014/main" id="{FFF8F539-AB4A-3790-79B5-62DFC49F6625}"/>
                          </a:ext>
                        </a:extLst>
                      </p:cNvPr>
                      <p:cNvGrpSpPr/>
                      <p:nvPr/>
                    </p:nvGrpSpPr>
                    <p:grpSpPr>
                      <a:xfrm rot="14400000" flipH="1">
                        <a:off x="6434137" y="3402011"/>
                        <a:ext cx="303213" cy="303213"/>
                        <a:chOff x="5354637" y="3446463"/>
                        <a:chExt cx="214313" cy="214313"/>
                      </a:xfrm>
                    </p:grpSpPr>
                    <p:sp>
                      <p:nvSpPr>
                        <p:cNvPr id="7251" name="Arc 7250">
                          <a:extLst>
                            <a:ext uri="{FF2B5EF4-FFF2-40B4-BE49-F238E27FC236}">
                              <a16:creationId xmlns:a16="http://schemas.microsoft.com/office/drawing/2014/main" id="{D2573F0B-C1CB-B0D6-9A49-93F920614D6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252" name="Arc 7251">
                          <a:extLst>
                            <a:ext uri="{FF2B5EF4-FFF2-40B4-BE49-F238E27FC236}">
                              <a16:creationId xmlns:a16="http://schemas.microsoft.com/office/drawing/2014/main" id="{E67757FB-91A2-2254-8E49-9FC17968107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250" name="TextBox 7249">
                        <a:extLst>
                          <a:ext uri="{FF2B5EF4-FFF2-40B4-BE49-F238E27FC236}">
                            <a16:creationId xmlns:a16="http://schemas.microsoft.com/office/drawing/2014/main" id="{5F9A2543-90E4-FAEA-0B0F-8E6CEE966EFD}"/>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235" name="Group 7234">
                    <a:extLst>
                      <a:ext uri="{FF2B5EF4-FFF2-40B4-BE49-F238E27FC236}">
                        <a16:creationId xmlns:a16="http://schemas.microsoft.com/office/drawing/2014/main" id="{7453F832-683A-F6C2-05FE-26FB50E60C0A}"/>
                      </a:ext>
                    </a:extLst>
                  </p:cNvPr>
                  <p:cNvGrpSpPr/>
                  <p:nvPr/>
                </p:nvGrpSpPr>
                <p:grpSpPr>
                  <a:xfrm>
                    <a:off x="6197413" y="3225768"/>
                    <a:ext cx="393192" cy="393192"/>
                    <a:chOff x="6389147" y="3932622"/>
                    <a:chExt cx="393192" cy="393192"/>
                  </a:xfrm>
                </p:grpSpPr>
                <p:grpSp>
                  <p:nvGrpSpPr>
                    <p:cNvPr id="7236" name="Group 7235">
                      <a:extLst>
                        <a:ext uri="{FF2B5EF4-FFF2-40B4-BE49-F238E27FC236}">
                          <a16:creationId xmlns:a16="http://schemas.microsoft.com/office/drawing/2014/main" id="{8401DCBA-E36D-0CFC-C82F-E2286BF5F12E}"/>
                        </a:ext>
                      </a:extLst>
                    </p:cNvPr>
                    <p:cNvGrpSpPr/>
                    <p:nvPr/>
                  </p:nvGrpSpPr>
                  <p:grpSpPr>
                    <a:xfrm flipH="1">
                      <a:off x="6478587" y="4022061"/>
                      <a:ext cx="214313" cy="214313"/>
                      <a:chOff x="5354637" y="3446463"/>
                      <a:chExt cx="214313" cy="214313"/>
                    </a:xfrm>
                  </p:grpSpPr>
                  <p:sp>
                    <p:nvSpPr>
                      <p:cNvPr id="7244" name="Arc 7243">
                        <a:extLst>
                          <a:ext uri="{FF2B5EF4-FFF2-40B4-BE49-F238E27FC236}">
                            <a16:creationId xmlns:a16="http://schemas.microsoft.com/office/drawing/2014/main" id="{CD3E93E8-E539-EA68-90BC-6D3609A5070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245" name="Arc 7244">
                        <a:extLst>
                          <a:ext uri="{FF2B5EF4-FFF2-40B4-BE49-F238E27FC236}">
                            <a16:creationId xmlns:a16="http://schemas.microsoft.com/office/drawing/2014/main" id="{8A451D0F-F37C-91D7-7099-2D18BA68B74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237" name="Group 7236">
                      <a:extLst>
                        <a:ext uri="{FF2B5EF4-FFF2-40B4-BE49-F238E27FC236}">
                          <a16:creationId xmlns:a16="http://schemas.microsoft.com/office/drawing/2014/main" id="{2D11432D-379F-F476-003A-976DD60D7F2B}"/>
                        </a:ext>
                      </a:extLst>
                    </p:cNvPr>
                    <p:cNvGrpSpPr/>
                    <p:nvPr/>
                  </p:nvGrpSpPr>
                  <p:grpSpPr>
                    <a:xfrm rot="7200000" flipH="1">
                      <a:off x="6434137" y="3977611"/>
                      <a:ext cx="303213" cy="303213"/>
                      <a:chOff x="5354637" y="3446463"/>
                      <a:chExt cx="214313" cy="214313"/>
                    </a:xfrm>
                  </p:grpSpPr>
                  <p:sp>
                    <p:nvSpPr>
                      <p:cNvPr id="7242" name="Arc 7241">
                        <a:extLst>
                          <a:ext uri="{FF2B5EF4-FFF2-40B4-BE49-F238E27FC236}">
                            <a16:creationId xmlns:a16="http://schemas.microsoft.com/office/drawing/2014/main" id="{4746B98B-F606-9F7B-26EE-A03148B3022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243" name="Arc 7242">
                        <a:extLst>
                          <a:ext uri="{FF2B5EF4-FFF2-40B4-BE49-F238E27FC236}">
                            <a16:creationId xmlns:a16="http://schemas.microsoft.com/office/drawing/2014/main" id="{25048691-A41A-0DD9-C49D-3223ABEF345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238" name="Group 7237">
                      <a:extLst>
                        <a:ext uri="{FF2B5EF4-FFF2-40B4-BE49-F238E27FC236}">
                          <a16:creationId xmlns:a16="http://schemas.microsoft.com/office/drawing/2014/main" id="{9393A4AA-E451-B801-3C08-B62BDA8B5130}"/>
                        </a:ext>
                      </a:extLst>
                    </p:cNvPr>
                    <p:cNvGrpSpPr/>
                    <p:nvPr/>
                  </p:nvGrpSpPr>
                  <p:grpSpPr>
                    <a:xfrm rot="14400000" flipH="1">
                      <a:off x="6389147" y="3932622"/>
                      <a:ext cx="393192" cy="393192"/>
                      <a:chOff x="5354637" y="3446463"/>
                      <a:chExt cx="214313" cy="214313"/>
                    </a:xfrm>
                  </p:grpSpPr>
                  <p:sp>
                    <p:nvSpPr>
                      <p:cNvPr id="7240" name="Arc 7239">
                        <a:extLst>
                          <a:ext uri="{FF2B5EF4-FFF2-40B4-BE49-F238E27FC236}">
                            <a16:creationId xmlns:a16="http://schemas.microsoft.com/office/drawing/2014/main" id="{ED0A8950-62C7-B0BD-6A6E-B755193DB7D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241" name="Arc 7240">
                        <a:extLst>
                          <a:ext uri="{FF2B5EF4-FFF2-40B4-BE49-F238E27FC236}">
                            <a16:creationId xmlns:a16="http://schemas.microsoft.com/office/drawing/2014/main" id="{01550DB3-EEC7-50C7-56DF-F771B9332EF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239" name="TextBox 7238">
                      <a:extLst>
                        <a:ext uri="{FF2B5EF4-FFF2-40B4-BE49-F238E27FC236}">
                          <a16:creationId xmlns:a16="http://schemas.microsoft.com/office/drawing/2014/main" id="{94BAD7F8-EF1F-384C-7EC7-A7C11D5EC188}"/>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185" name="Group 7184">
                  <a:extLst>
                    <a:ext uri="{FF2B5EF4-FFF2-40B4-BE49-F238E27FC236}">
                      <a16:creationId xmlns:a16="http://schemas.microsoft.com/office/drawing/2014/main" id="{4491B3F1-D048-B2CD-2A8D-FD41957838C5}"/>
                    </a:ext>
                  </a:extLst>
                </p:cNvPr>
                <p:cNvGrpSpPr/>
                <p:nvPr/>
              </p:nvGrpSpPr>
              <p:grpSpPr>
                <a:xfrm>
                  <a:off x="6069086" y="3246228"/>
                  <a:ext cx="1019224" cy="991639"/>
                  <a:chOff x="5886431" y="3225768"/>
                  <a:chExt cx="1019224" cy="991639"/>
                </a:xfrm>
              </p:grpSpPr>
              <p:grpSp>
                <p:nvGrpSpPr>
                  <p:cNvPr id="7186" name="Group 7185">
                    <a:extLst>
                      <a:ext uri="{FF2B5EF4-FFF2-40B4-BE49-F238E27FC236}">
                        <a16:creationId xmlns:a16="http://schemas.microsoft.com/office/drawing/2014/main" id="{776E719B-DD2E-33B2-213B-B5AFB750685D}"/>
                      </a:ext>
                    </a:extLst>
                  </p:cNvPr>
                  <p:cNvGrpSpPr/>
                  <p:nvPr/>
                </p:nvGrpSpPr>
                <p:grpSpPr>
                  <a:xfrm>
                    <a:off x="6197413" y="3824215"/>
                    <a:ext cx="393192" cy="393192"/>
                    <a:chOff x="5265196" y="3357021"/>
                    <a:chExt cx="393192" cy="393192"/>
                  </a:xfrm>
                </p:grpSpPr>
                <p:grpSp>
                  <p:nvGrpSpPr>
                    <p:cNvPr id="7221" name="Group 7220">
                      <a:extLst>
                        <a:ext uri="{FF2B5EF4-FFF2-40B4-BE49-F238E27FC236}">
                          <a16:creationId xmlns:a16="http://schemas.microsoft.com/office/drawing/2014/main" id="{6822DC94-F145-3A13-ACD5-9899EF7124A8}"/>
                        </a:ext>
                      </a:extLst>
                    </p:cNvPr>
                    <p:cNvGrpSpPr/>
                    <p:nvPr/>
                  </p:nvGrpSpPr>
                  <p:grpSpPr>
                    <a:xfrm rot="14400000">
                      <a:off x="5265196" y="3357021"/>
                      <a:ext cx="393192" cy="393192"/>
                      <a:chOff x="5354637" y="3446463"/>
                      <a:chExt cx="214313" cy="214313"/>
                    </a:xfrm>
                  </p:grpSpPr>
                  <p:sp>
                    <p:nvSpPr>
                      <p:cNvPr id="7230" name="Arc 7229">
                        <a:extLst>
                          <a:ext uri="{FF2B5EF4-FFF2-40B4-BE49-F238E27FC236}">
                            <a16:creationId xmlns:a16="http://schemas.microsoft.com/office/drawing/2014/main" id="{9B1F29C7-0ABA-001C-51E8-1F3BDD2F8F3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231" name="Arc 7230">
                        <a:extLst>
                          <a:ext uri="{FF2B5EF4-FFF2-40B4-BE49-F238E27FC236}">
                            <a16:creationId xmlns:a16="http://schemas.microsoft.com/office/drawing/2014/main" id="{604215CC-DF70-00A1-5C94-1B5A4B9970C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222" name="Group 7221">
                      <a:extLst>
                        <a:ext uri="{FF2B5EF4-FFF2-40B4-BE49-F238E27FC236}">
                          <a16:creationId xmlns:a16="http://schemas.microsoft.com/office/drawing/2014/main" id="{5EC0AE12-9421-906A-4532-436396B4EE12}"/>
                        </a:ext>
                      </a:extLst>
                    </p:cNvPr>
                    <p:cNvGrpSpPr/>
                    <p:nvPr/>
                  </p:nvGrpSpPr>
                  <p:grpSpPr>
                    <a:xfrm>
                      <a:off x="5310186" y="3402011"/>
                      <a:ext cx="303213" cy="303213"/>
                      <a:chOff x="5310186" y="3402011"/>
                      <a:chExt cx="303213" cy="303213"/>
                    </a:xfrm>
                  </p:grpSpPr>
                  <p:grpSp>
                    <p:nvGrpSpPr>
                      <p:cNvPr id="7223" name="Group 7222">
                        <a:extLst>
                          <a:ext uri="{FF2B5EF4-FFF2-40B4-BE49-F238E27FC236}">
                            <a16:creationId xmlns:a16="http://schemas.microsoft.com/office/drawing/2014/main" id="{90FF8F1B-CE26-36A2-6A7B-88DB61965219}"/>
                          </a:ext>
                        </a:extLst>
                      </p:cNvPr>
                      <p:cNvGrpSpPr/>
                      <p:nvPr/>
                    </p:nvGrpSpPr>
                    <p:grpSpPr>
                      <a:xfrm>
                        <a:off x="5354636" y="3446461"/>
                        <a:ext cx="214313" cy="214313"/>
                        <a:chOff x="5354637" y="3446463"/>
                        <a:chExt cx="214313" cy="214313"/>
                      </a:xfrm>
                    </p:grpSpPr>
                    <p:sp>
                      <p:nvSpPr>
                        <p:cNvPr id="7228" name="Arc 7227">
                          <a:extLst>
                            <a:ext uri="{FF2B5EF4-FFF2-40B4-BE49-F238E27FC236}">
                              <a16:creationId xmlns:a16="http://schemas.microsoft.com/office/drawing/2014/main" id="{8498BD64-3ECE-CDD0-D772-13029CA9F01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229" name="Arc 7228">
                          <a:extLst>
                            <a:ext uri="{FF2B5EF4-FFF2-40B4-BE49-F238E27FC236}">
                              <a16:creationId xmlns:a16="http://schemas.microsoft.com/office/drawing/2014/main" id="{4BB585F3-E517-029D-303E-66D31CD219B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224" name="Group 7223">
                        <a:extLst>
                          <a:ext uri="{FF2B5EF4-FFF2-40B4-BE49-F238E27FC236}">
                            <a16:creationId xmlns:a16="http://schemas.microsoft.com/office/drawing/2014/main" id="{B952C397-90EB-65CD-0F61-C27A36B2B29F}"/>
                          </a:ext>
                        </a:extLst>
                      </p:cNvPr>
                      <p:cNvGrpSpPr/>
                      <p:nvPr/>
                    </p:nvGrpSpPr>
                    <p:grpSpPr>
                      <a:xfrm rot="7200000">
                        <a:off x="5310186" y="3402011"/>
                        <a:ext cx="303213" cy="303213"/>
                        <a:chOff x="5354637" y="3446463"/>
                        <a:chExt cx="214313" cy="214313"/>
                      </a:xfrm>
                    </p:grpSpPr>
                    <p:sp>
                      <p:nvSpPr>
                        <p:cNvPr id="7226" name="Arc 7225">
                          <a:extLst>
                            <a:ext uri="{FF2B5EF4-FFF2-40B4-BE49-F238E27FC236}">
                              <a16:creationId xmlns:a16="http://schemas.microsoft.com/office/drawing/2014/main" id="{F7E89C76-3536-3B12-1CBA-DC31493AD24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227" name="Arc 7226">
                          <a:extLst>
                            <a:ext uri="{FF2B5EF4-FFF2-40B4-BE49-F238E27FC236}">
                              <a16:creationId xmlns:a16="http://schemas.microsoft.com/office/drawing/2014/main" id="{2CDEEC79-9CE9-CAA3-0F65-F51BFA4447F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225" name="TextBox 7224">
                        <a:extLst>
                          <a:ext uri="{FF2B5EF4-FFF2-40B4-BE49-F238E27FC236}">
                            <a16:creationId xmlns:a16="http://schemas.microsoft.com/office/drawing/2014/main" id="{9A14B608-27C6-8D26-8F61-9DA95103BA35}"/>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187" name="Group 7186">
                    <a:extLst>
                      <a:ext uri="{FF2B5EF4-FFF2-40B4-BE49-F238E27FC236}">
                        <a16:creationId xmlns:a16="http://schemas.microsoft.com/office/drawing/2014/main" id="{9296CDAA-255F-309B-ACC4-C06594D42E72}"/>
                      </a:ext>
                    </a:extLst>
                  </p:cNvPr>
                  <p:cNvGrpSpPr/>
                  <p:nvPr/>
                </p:nvGrpSpPr>
                <p:grpSpPr>
                  <a:xfrm>
                    <a:off x="5886431" y="3525040"/>
                    <a:ext cx="393192" cy="393192"/>
                    <a:chOff x="5265196" y="3932619"/>
                    <a:chExt cx="393192" cy="393192"/>
                  </a:xfrm>
                </p:grpSpPr>
                <p:grpSp>
                  <p:nvGrpSpPr>
                    <p:cNvPr id="7211" name="Group 7210">
                      <a:extLst>
                        <a:ext uri="{FF2B5EF4-FFF2-40B4-BE49-F238E27FC236}">
                          <a16:creationId xmlns:a16="http://schemas.microsoft.com/office/drawing/2014/main" id="{DA293436-2693-9F7D-5989-90FA312637B3}"/>
                        </a:ext>
                      </a:extLst>
                    </p:cNvPr>
                    <p:cNvGrpSpPr/>
                    <p:nvPr/>
                  </p:nvGrpSpPr>
                  <p:grpSpPr>
                    <a:xfrm>
                      <a:off x="5354636" y="4022061"/>
                      <a:ext cx="214313" cy="214313"/>
                      <a:chOff x="5354637" y="3446463"/>
                      <a:chExt cx="214313" cy="214313"/>
                    </a:xfrm>
                  </p:grpSpPr>
                  <p:sp>
                    <p:nvSpPr>
                      <p:cNvPr id="7219" name="Arc 7218">
                        <a:extLst>
                          <a:ext uri="{FF2B5EF4-FFF2-40B4-BE49-F238E27FC236}">
                            <a16:creationId xmlns:a16="http://schemas.microsoft.com/office/drawing/2014/main" id="{5BCB68FC-0344-9061-9F66-B3863969D95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220" name="Arc 7219">
                        <a:extLst>
                          <a:ext uri="{FF2B5EF4-FFF2-40B4-BE49-F238E27FC236}">
                            <a16:creationId xmlns:a16="http://schemas.microsoft.com/office/drawing/2014/main" id="{4C166DD5-7B43-D24D-2752-B9282DFCCBC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212" name="Group 7211">
                      <a:extLst>
                        <a:ext uri="{FF2B5EF4-FFF2-40B4-BE49-F238E27FC236}">
                          <a16:creationId xmlns:a16="http://schemas.microsoft.com/office/drawing/2014/main" id="{B37D3C24-B332-63F7-DF49-AC1E7BC357F7}"/>
                        </a:ext>
                      </a:extLst>
                    </p:cNvPr>
                    <p:cNvGrpSpPr/>
                    <p:nvPr/>
                  </p:nvGrpSpPr>
                  <p:grpSpPr>
                    <a:xfrm rot="14400000">
                      <a:off x="5310186" y="3977611"/>
                      <a:ext cx="303213" cy="303213"/>
                      <a:chOff x="5354637" y="3446463"/>
                      <a:chExt cx="214313" cy="214313"/>
                    </a:xfrm>
                  </p:grpSpPr>
                  <p:sp>
                    <p:nvSpPr>
                      <p:cNvPr id="7217" name="Arc 7216">
                        <a:extLst>
                          <a:ext uri="{FF2B5EF4-FFF2-40B4-BE49-F238E27FC236}">
                            <a16:creationId xmlns:a16="http://schemas.microsoft.com/office/drawing/2014/main" id="{00361555-4955-9684-E697-7013963242C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218" name="Arc 7217">
                        <a:extLst>
                          <a:ext uri="{FF2B5EF4-FFF2-40B4-BE49-F238E27FC236}">
                            <a16:creationId xmlns:a16="http://schemas.microsoft.com/office/drawing/2014/main" id="{9BE69C6E-C092-FA57-E061-AB2DA5002A3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213" name="Group 7212">
                      <a:extLst>
                        <a:ext uri="{FF2B5EF4-FFF2-40B4-BE49-F238E27FC236}">
                          <a16:creationId xmlns:a16="http://schemas.microsoft.com/office/drawing/2014/main" id="{0E60B9BE-6EE9-3732-B23D-F9485F672FE1}"/>
                        </a:ext>
                      </a:extLst>
                    </p:cNvPr>
                    <p:cNvGrpSpPr/>
                    <p:nvPr/>
                  </p:nvGrpSpPr>
                  <p:grpSpPr>
                    <a:xfrm rot="7200000">
                      <a:off x="5265196" y="3932619"/>
                      <a:ext cx="393192" cy="393192"/>
                      <a:chOff x="5354637" y="3446463"/>
                      <a:chExt cx="214313" cy="214313"/>
                    </a:xfrm>
                  </p:grpSpPr>
                  <p:sp>
                    <p:nvSpPr>
                      <p:cNvPr id="7215" name="Arc 7214">
                        <a:extLst>
                          <a:ext uri="{FF2B5EF4-FFF2-40B4-BE49-F238E27FC236}">
                            <a16:creationId xmlns:a16="http://schemas.microsoft.com/office/drawing/2014/main" id="{E7504761-2E68-1A7B-C016-A96BAD31C57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216" name="Arc 7215">
                        <a:extLst>
                          <a:ext uri="{FF2B5EF4-FFF2-40B4-BE49-F238E27FC236}">
                            <a16:creationId xmlns:a16="http://schemas.microsoft.com/office/drawing/2014/main" id="{36019F24-B0C8-F774-2D2E-4B4DED6E7B1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214" name="TextBox 7213">
                      <a:extLst>
                        <a:ext uri="{FF2B5EF4-FFF2-40B4-BE49-F238E27FC236}">
                          <a16:creationId xmlns:a16="http://schemas.microsoft.com/office/drawing/2014/main" id="{B54063C5-BD9B-97B2-A543-CF0A6B8B8064}"/>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7188" name="Group 7187">
                    <a:extLst>
                      <a:ext uri="{FF2B5EF4-FFF2-40B4-BE49-F238E27FC236}">
                        <a16:creationId xmlns:a16="http://schemas.microsoft.com/office/drawing/2014/main" id="{2F04309F-BE18-E5E2-DEC6-A3F61F4B30E9}"/>
                      </a:ext>
                    </a:extLst>
                  </p:cNvPr>
                  <p:cNvGrpSpPr/>
                  <p:nvPr/>
                </p:nvGrpSpPr>
                <p:grpSpPr>
                  <a:xfrm>
                    <a:off x="6512463" y="3525040"/>
                    <a:ext cx="393192" cy="393192"/>
                    <a:chOff x="6389147" y="3357021"/>
                    <a:chExt cx="393192" cy="393192"/>
                  </a:xfrm>
                </p:grpSpPr>
                <p:grpSp>
                  <p:nvGrpSpPr>
                    <p:cNvPr id="7200" name="Group 7199">
                      <a:extLst>
                        <a:ext uri="{FF2B5EF4-FFF2-40B4-BE49-F238E27FC236}">
                          <a16:creationId xmlns:a16="http://schemas.microsoft.com/office/drawing/2014/main" id="{06E45BD9-5C86-B72F-AC61-D4425E8E4FF5}"/>
                        </a:ext>
                      </a:extLst>
                    </p:cNvPr>
                    <p:cNvGrpSpPr/>
                    <p:nvPr/>
                  </p:nvGrpSpPr>
                  <p:grpSpPr>
                    <a:xfrm rot="7200000" flipH="1">
                      <a:off x="6389147" y="3357021"/>
                      <a:ext cx="393192" cy="393192"/>
                      <a:chOff x="5354637" y="3446463"/>
                      <a:chExt cx="214313" cy="214313"/>
                    </a:xfrm>
                  </p:grpSpPr>
                  <p:sp>
                    <p:nvSpPr>
                      <p:cNvPr id="7209" name="Arc 7208">
                        <a:extLst>
                          <a:ext uri="{FF2B5EF4-FFF2-40B4-BE49-F238E27FC236}">
                            <a16:creationId xmlns:a16="http://schemas.microsoft.com/office/drawing/2014/main" id="{2E2D903C-BEE7-467D-2651-B7855FC3BB3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210" name="Arc 7209">
                        <a:extLst>
                          <a:ext uri="{FF2B5EF4-FFF2-40B4-BE49-F238E27FC236}">
                            <a16:creationId xmlns:a16="http://schemas.microsoft.com/office/drawing/2014/main" id="{B6F57F4A-CF0D-57E6-8DD6-E1BAC3068F7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201" name="Group 7200">
                      <a:extLst>
                        <a:ext uri="{FF2B5EF4-FFF2-40B4-BE49-F238E27FC236}">
                          <a16:creationId xmlns:a16="http://schemas.microsoft.com/office/drawing/2014/main" id="{FE62BDAF-3074-33D8-BCB1-D456F8B0FF4C}"/>
                        </a:ext>
                      </a:extLst>
                    </p:cNvPr>
                    <p:cNvGrpSpPr/>
                    <p:nvPr/>
                  </p:nvGrpSpPr>
                  <p:grpSpPr>
                    <a:xfrm>
                      <a:off x="6434137" y="3402011"/>
                      <a:ext cx="303213" cy="303213"/>
                      <a:chOff x="6434137" y="3402011"/>
                      <a:chExt cx="303213" cy="303213"/>
                    </a:xfrm>
                  </p:grpSpPr>
                  <p:grpSp>
                    <p:nvGrpSpPr>
                      <p:cNvPr id="7202" name="Group 7201">
                        <a:extLst>
                          <a:ext uri="{FF2B5EF4-FFF2-40B4-BE49-F238E27FC236}">
                            <a16:creationId xmlns:a16="http://schemas.microsoft.com/office/drawing/2014/main" id="{D0B56EA0-528D-0FB6-13A1-F61DB3D96572}"/>
                          </a:ext>
                        </a:extLst>
                      </p:cNvPr>
                      <p:cNvGrpSpPr/>
                      <p:nvPr/>
                    </p:nvGrpSpPr>
                    <p:grpSpPr>
                      <a:xfrm flipH="1">
                        <a:off x="6478587" y="3446461"/>
                        <a:ext cx="214313" cy="214313"/>
                        <a:chOff x="5354637" y="3446463"/>
                        <a:chExt cx="214313" cy="214313"/>
                      </a:xfrm>
                    </p:grpSpPr>
                    <p:sp>
                      <p:nvSpPr>
                        <p:cNvPr id="7207" name="Arc 7206">
                          <a:extLst>
                            <a:ext uri="{FF2B5EF4-FFF2-40B4-BE49-F238E27FC236}">
                              <a16:creationId xmlns:a16="http://schemas.microsoft.com/office/drawing/2014/main" id="{1158AE58-0130-4DDB-F1B3-686DD15EFF6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208" name="Arc 7207">
                          <a:extLst>
                            <a:ext uri="{FF2B5EF4-FFF2-40B4-BE49-F238E27FC236}">
                              <a16:creationId xmlns:a16="http://schemas.microsoft.com/office/drawing/2014/main" id="{5D4C6CA0-FCD9-B0DF-AE5F-D771B67665D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203" name="Group 7202">
                        <a:extLst>
                          <a:ext uri="{FF2B5EF4-FFF2-40B4-BE49-F238E27FC236}">
                            <a16:creationId xmlns:a16="http://schemas.microsoft.com/office/drawing/2014/main" id="{DDE19CCE-599D-44F1-22C4-6E1F1701859D}"/>
                          </a:ext>
                        </a:extLst>
                      </p:cNvPr>
                      <p:cNvGrpSpPr/>
                      <p:nvPr/>
                    </p:nvGrpSpPr>
                    <p:grpSpPr>
                      <a:xfrm rot="14400000" flipH="1">
                        <a:off x="6434137" y="3402011"/>
                        <a:ext cx="303213" cy="303213"/>
                        <a:chOff x="5354637" y="3446463"/>
                        <a:chExt cx="214313" cy="214313"/>
                      </a:xfrm>
                    </p:grpSpPr>
                    <p:sp>
                      <p:nvSpPr>
                        <p:cNvPr id="7205" name="Arc 7204">
                          <a:extLst>
                            <a:ext uri="{FF2B5EF4-FFF2-40B4-BE49-F238E27FC236}">
                              <a16:creationId xmlns:a16="http://schemas.microsoft.com/office/drawing/2014/main" id="{19FD8B79-9716-B965-63EC-213A56C09F6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206" name="Arc 7205">
                          <a:extLst>
                            <a:ext uri="{FF2B5EF4-FFF2-40B4-BE49-F238E27FC236}">
                              <a16:creationId xmlns:a16="http://schemas.microsoft.com/office/drawing/2014/main" id="{FCD65738-2C3D-D580-1F9F-63A9CBFB959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204" name="TextBox 7203">
                        <a:extLst>
                          <a:ext uri="{FF2B5EF4-FFF2-40B4-BE49-F238E27FC236}">
                            <a16:creationId xmlns:a16="http://schemas.microsoft.com/office/drawing/2014/main" id="{C6F0C9C9-0C0A-66F6-183D-FBE10DDA12BD}"/>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189" name="Group 7188">
                    <a:extLst>
                      <a:ext uri="{FF2B5EF4-FFF2-40B4-BE49-F238E27FC236}">
                        <a16:creationId xmlns:a16="http://schemas.microsoft.com/office/drawing/2014/main" id="{078BA8DC-A698-5850-378D-2AD59FAA3C8E}"/>
                      </a:ext>
                    </a:extLst>
                  </p:cNvPr>
                  <p:cNvGrpSpPr/>
                  <p:nvPr/>
                </p:nvGrpSpPr>
                <p:grpSpPr>
                  <a:xfrm>
                    <a:off x="6197413" y="3225768"/>
                    <a:ext cx="393192" cy="393192"/>
                    <a:chOff x="6389147" y="3932622"/>
                    <a:chExt cx="393192" cy="393192"/>
                  </a:xfrm>
                </p:grpSpPr>
                <p:grpSp>
                  <p:nvGrpSpPr>
                    <p:cNvPr id="7190" name="Group 7189">
                      <a:extLst>
                        <a:ext uri="{FF2B5EF4-FFF2-40B4-BE49-F238E27FC236}">
                          <a16:creationId xmlns:a16="http://schemas.microsoft.com/office/drawing/2014/main" id="{A3973CB1-FFBF-0445-EC4E-F833D3A58745}"/>
                        </a:ext>
                      </a:extLst>
                    </p:cNvPr>
                    <p:cNvGrpSpPr/>
                    <p:nvPr/>
                  </p:nvGrpSpPr>
                  <p:grpSpPr>
                    <a:xfrm flipH="1">
                      <a:off x="6478587" y="4022061"/>
                      <a:ext cx="214313" cy="214313"/>
                      <a:chOff x="5354637" y="3446463"/>
                      <a:chExt cx="214313" cy="214313"/>
                    </a:xfrm>
                  </p:grpSpPr>
                  <p:sp>
                    <p:nvSpPr>
                      <p:cNvPr id="7198" name="Arc 7197">
                        <a:extLst>
                          <a:ext uri="{FF2B5EF4-FFF2-40B4-BE49-F238E27FC236}">
                            <a16:creationId xmlns:a16="http://schemas.microsoft.com/office/drawing/2014/main" id="{84CC528D-1B2C-114A-DF11-EE94EA11269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199" name="Arc 7198">
                        <a:extLst>
                          <a:ext uri="{FF2B5EF4-FFF2-40B4-BE49-F238E27FC236}">
                            <a16:creationId xmlns:a16="http://schemas.microsoft.com/office/drawing/2014/main" id="{DCF47685-3E46-34EC-00C6-64918390797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191" name="Group 7190">
                      <a:extLst>
                        <a:ext uri="{FF2B5EF4-FFF2-40B4-BE49-F238E27FC236}">
                          <a16:creationId xmlns:a16="http://schemas.microsoft.com/office/drawing/2014/main" id="{D4023B9E-8DB3-7507-F3B6-7A0A894B4ACF}"/>
                        </a:ext>
                      </a:extLst>
                    </p:cNvPr>
                    <p:cNvGrpSpPr/>
                    <p:nvPr/>
                  </p:nvGrpSpPr>
                  <p:grpSpPr>
                    <a:xfrm rot="7200000" flipH="1">
                      <a:off x="6434137" y="3977611"/>
                      <a:ext cx="303213" cy="303213"/>
                      <a:chOff x="5354637" y="3446463"/>
                      <a:chExt cx="214313" cy="214313"/>
                    </a:xfrm>
                  </p:grpSpPr>
                  <p:sp>
                    <p:nvSpPr>
                      <p:cNvPr id="7196" name="Arc 7195">
                        <a:extLst>
                          <a:ext uri="{FF2B5EF4-FFF2-40B4-BE49-F238E27FC236}">
                            <a16:creationId xmlns:a16="http://schemas.microsoft.com/office/drawing/2014/main" id="{B3DC1F96-611F-031A-A736-48589CE34AE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197" name="Arc 7196">
                        <a:extLst>
                          <a:ext uri="{FF2B5EF4-FFF2-40B4-BE49-F238E27FC236}">
                            <a16:creationId xmlns:a16="http://schemas.microsoft.com/office/drawing/2014/main" id="{D9E4FF8F-84C3-96DA-75ED-724924281A9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192" name="Group 7191">
                      <a:extLst>
                        <a:ext uri="{FF2B5EF4-FFF2-40B4-BE49-F238E27FC236}">
                          <a16:creationId xmlns:a16="http://schemas.microsoft.com/office/drawing/2014/main" id="{526302D4-B811-9184-8644-70F14364F5C0}"/>
                        </a:ext>
                      </a:extLst>
                    </p:cNvPr>
                    <p:cNvGrpSpPr/>
                    <p:nvPr/>
                  </p:nvGrpSpPr>
                  <p:grpSpPr>
                    <a:xfrm rot="14400000" flipH="1">
                      <a:off x="6389147" y="3932622"/>
                      <a:ext cx="393192" cy="393192"/>
                      <a:chOff x="5354637" y="3446463"/>
                      <a:chExt cx="214313" cy="214313"/>
                    </a:xfrm>
                  </p:grpSpPr>
                  <p:sp>
                    <p:nvSpPr>
                      <p:cNvPr id="7194" name="Arc 7193">
                        <a:extLst>
                          <a:ext uri="{FF2B5EF4-FFF2-40B4-BE49-F238E27FC236}">
                            <a16:creationId xmlns:a16="http://schemas.microsoft.com/office/drawing/2014/main" id="{E4CB9912-DA91-9D91-685F-F4409A61F1A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195" name="Arc 7194">
                        <a:extLst>
                          <a:ext uri="{FF2B5EF4-FFF2-40B4-BE49-F238E27FC236}">
                            <a16:creationId xmlns:a16="http://schemas.microsoft.com/office/drawing/2014/main" id="{C119FAEC-BD61-1DFD-5024-BA3CE16B70F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193" name="TextBox 7192">
                      <a:extLst>
                        <a:ext uri="{FF2B5EF4-FFF2-40B4-BE49-F238E27FC236}">
                          <a16:creationId xmlns:a16="http://schemas.microsoft.com/office/drawing/2014/main" id="{6CA17F45-749A-1422-083D-523A44CC43A2}"/>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7089" name="Group 7088">
                <a:extLst>
                  <a:ext uri="{FF2B5EF4-FFF2-40B4-BE49-F238E27FC236}">
                    <a16:creationId xmlns:a16="http://schemas.microsoft.com/office/drawing/2014/main" id="{04E01B7D-0E9D-EF2B-AA5C-BD72A78BDFB4}"/>
                  </a:ext>
                </a:extLst>
              </p:cNvPr>
              <p:cNvGrpSpPr/>
              <p:nvPr/>
            </p:nvGrpSpPr>
            <p:grpSpPr>
              <a:xfrm>
                <a:off x="6065340" y="2039507"/>
                <a:ext cx="1643204" cy="1593124"/>
                <a:chOff x="5445106" y="2644743"/>
                <a:chExt cx="1643204" cy="1593124"/>
              </a:xfrm>
            </p:grpSpPr>
            <p:grpSp>
              <p:nvGrpSpPr>
                <p:cNvPr id="7090" name="Group 7089">
                  <a:extLst>
                    <a:ext uri="{FF2B5EF4-FFF2-40B4-BE49-F238E27FC236}">
                      <a16:creationId xmlns:a16="http://schemas.microsoft.com/office/drawing/2014/main" id="{EECF7B9E-46CB-74C7-F34B-DEB9197A4323}"/>
                    </a:ext>
                  </a:extLst>
                </p:cNvPr>
                <p:cNvGrpSpPr/>
                <p:nvPr/>
              </p:nvGrpSpPr>
              <p:grpSpPr>
                <a:xfrm>
                  <a:off x="5445106" y="2644743"/>
                  <a:ext cx="1019224" cy="991639"/>
                  <a:chOff x="5886431" y="3225768"/>
                  <a:chExt cx="1019224" cy="991639"/>
                </a:xfrm>
              </p:grpSpPr>
              <p:grpSp>
                <p:nvGrpSpPr>
                  <p:cNvPr id="7138" name="Group 7137">
                    <a:extLst>
                      <a:ext uri="{FF2B5EF4-FFF2-40B4-BE49-F238E27FC236}">
                        <a16:creationId xmlns:a16="http://schemas.microsoft.com/office/drawing/2014/main" id="{675549E4-694F-679E-3A5D-3277B6B3345F}"/>
                      </a:ext>
                    </a:extLst>
                  </p:cNvPr>
                  <p:cNvGrpSpPr/>
                  <p:nvPr/>
                </p:nvGrpSpPr>
                <p:grpSpPr>
                  <a:xfrm>
                    <a:off x="6197413" y="3824215"/>
                    <a:ext cx="393192" cy="393192"/>
                    <a:chOff x="5265196" y="3357021"/>
                    <a:chExt cx="393192" cy="393192"/>
                  </a:xfrm>
                </p:grpSpPr>
                <p:grpSp>
                  <p:nvGrpSpPr>
                    <p:cNvPr id="7173" name="Group 7172">
                      <a:extLst>
                        <a:ext uri="{FF2B5EF4-FFF2-40B4-BE49-F238E27FC236}">
                          <a16:creationId xmlns:a16="http://schemas.microsoft.com/office/drawing/2014/main" id="{812CE4C5-5F39-4DA4-CDAF-549596C830D9}"/>
                        </a:ext>
                      </a:extLst>
                    </p:cNvPr>
                    <p:cNvGrpSpPr/>
                    <p:nvPr/>
                  </p:nvGrpSpPr>
                  <p:grpSpPr>
                    <a:xfrm rot="14400000">
                      <a:off x="5265196" y="3357021"/>
                      <a:ext cx="393192" cy="393192"/>
                      <a:chOff x="5354637" y="3446463"/>
                      <a:chExt cx="214313" cy="214313"/>
                    </a:xfrm>
                  </p:grpSpPr>
                  <p:sp>
                    <p:nvSpPr>
                      <p:cNvPr id="7182" name="Arc 7181">
                        <a:extLst>
                          <a:ext uri="{FF2B5EF4-FFF2-40B4-BE49-F238E27FC236}">
                            <a16:creationId xmlns:a16="http://schemas.microsoft.com/office/drawing/2014/main" id="{CBE02496-5A5B-1560-2033-1666DE6DADE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183" name="Arc 7182">
                        <a:extLst>
                          <a:ext uri="{FF2B5EF4-FFF2-40B4-BE49-F238E27FC236}">
                            <a16:creationId xmlns:a16="http://schemas.microsoft.com/office/drawing/2014/main" id="{BC1AABE4-7BD7-11CC-0AEB-1FF8802222F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174" name="Group 7173">
                      <a:extLst>
                        <a:ext uri="{FF2B5EF4-FFF2-40B4-BE49-F238E27FC236}">
                          <a16:creationId xmlns:a16="http://schemas.microsoft.com/office/drawing/2014/main" id="{4CD8AA5B-B53B-FC9F-1105-36D66E995BE8}"/>
                        </a:ext>
                      </a:extLst>
                    </p:cNvPr>
                    <p:cNvGrpSpPr/>
                    <p:nvPr/>
                  </p:nvGrpSpPr>
                  <p:grpSpPr>
                    <a:xfrm>
                      <a:off x="5310186" y="3402011"/>
                      <a:ext cx="303213" cy="303213"/>
                      <a:chOff x="5310186" y="3402011"/>
                      <a:chExt cx="303213" cy="303213"/>
                    </a:xfrm>
                  </p:grpSpPr>
                  <p:grpSp>
                    <p:nvGrpSpPr>
                      <p:cNvPr id="7175" name="Group 7174">
                        <a:extLst>
                          <a:ext uri="{FF2B5EF4-FFF2-40B4-BE49-F238E27FC236}">
                            <a16:creationId xmlns:a16="http://schemas.microsoft.com/office/drawing/2014/main" id="{F6529CCE-E78F-F8D6-BCE1-2706A4F7E033}"/>
                          </a:ext>
                        </a:extLst>
                      </p:cNvPr>
                      <p:cNvGrpSpPr/>
                      <p:nvPr/>
                    </p:nvGrpSpPr>
                    <p:grpSpPr>
                      <a:xfrm>
                        <a:off x="5354636" y="3446461"/>
                        <a:ext cx="214313" cy="214313"/>
                        <a:chOff x="5354637" y="3446463"/>
                        <a:chExt cx="214313" cy="214313"/>
                      </a:xfrm>
                    </p:grpSpPr>
                    <p:sp>
                      <p:nvSpPr>
                        <p:cNvPr id="7180" name="Arc 7179">
                          <a:extLst>
                            <a:ext uri="{FF2B5EF4-FFF2-40B4-BE49-F238E27FC236}">
                              <a16:creationId xmlns:a16="http://schemas.microsoft.com/office/drawing/2014/main" id="{C44C32BC-A689-8C54-5C17-3C386887394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181" name="Arc 7180">
                          <a:extLst>
                            <a:ext uri="{FF2B5EF4-FFF2-40B4-BE49-F238E27FC236}">
                              <a16:creationId xmlns:a16="http://schemas.microsoft.com/office/drawing/2014/main" id="{56457781-A4FD-0B6A-6B6E-13100F5B16D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176" name="Group 7175">
                        <a:extLst>
                          <a:ext uri="{FF2B5EF4-FFF2-40B4-BE49-F238E27FC236}">
                            <a16:creationId xmlns:a16="http://schemas.microsoft.com/office/drawing/2014/main" id="{4240328C-BDED-84F6-338D-D3B207D10507}"/>
                          </a:ext>
                        </a:extLst>
                      </p:cNvPr>
                      <p:cNvGrpSpPr/>
                      <p:nvPr/>
                    </p:nvGrpSpPr>
                    <p:grpSpPr>
                      <a:xfrm rot="7200000">
                        <a:off x="5310186" y="3402011"/>
                        <a:ext cx="303213" cy="303213"/>
                        <a:chOff x="5354637" y="3446463"/>
                        <a:chExt cx="214313" cy="214313"/>
                      </a:xfrm>
                    </p:grpSpPr>
                    <p:sp>
                      <p:nvSpPr>
                        <p:cNvPr id="7178" name="Arc 7177">
                          <a:extLst>
                            <a:ext uri="{FF2B5EF4-FFF2-40B4-BE49-F238E27FC236}">
                              <a16:creationId xmlns:a16="http://schemas.microsoft.com/office/drawing/2014/main" id="{46DDE559-B9F4-263D-6C90-1131DBF5F80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179" name="Arc 7178">
                          <a:extLst>
                            <a:ext uri="{FF2B5EF4-FFF2-40B4-BE49-F238E27FC236}">
                              <a16:creationId xmlns:a16="http://schemas.microsoft.com/office/drawing/2014/main" id="{FE02B410-A8A2-04DD-C6BF-BACC66E59EC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177" name="TextBox 7176">
                        <a:extLst>
                          <a:ext uri="{FF2B5EF4-FFF2-40B4-BE49-F238E27FC236}">
                            <a16:creationId xmlns:a16="http://schemas.microsoft.com/office/drawing/2014/main" id="{DE8561C7-3D58-F99D-78A1-7F0EB1D9FB1F}"/>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139" name="Group 7138">
                    <a:extLst>
                      <a:ext uri="{FF2B5EF4-FFF2-40B4-BE49-F238E27FC236}">
                        <a16:creationId xmlns:a16="http://schemas.microsoft.com/office/drawing/2014/main" id="{6A459721-5183-EC8A-71CE-E47A34A3E650}"/>
                      </a:ext>
                    </a:extLst>
                  </p:cNvPr>
                  <p:cNvGrpSpPr/>
                  <p:nvPr/>
                </p:nvGrpSpPr>
                <p:grpSpPr>
                  <a:xfrm>
                    <a:off x="5886431" y="3525040"/>
                    <a:ext cx="393192" cy="393192"/>
                    <a:chOff x="5265196" y="3932619"/>
                    <a:chExt cx="393192" cy="393192"/>
                  </a:xfrm>
                </p:grpSpPr>
                <p:grpSp>
                  <p:nvGrpSpPr>
                    <p:cNvPr id="7163" name="Group 7162">
                      <a:extLst>
                        <a:ext uri="{FF2B5EF4-FFF2-40B4-BE49-F238E27FC236}">
                          <a16:creationId xmlns:a16="http://schemas.microsoft.com/office/drawing/2014/main" id="{AD979BA9-94B9-F7C6-D2FD-C5B3CAF96683}"/>
                        </a:ext>
                      </a:extLst>
                    </p:cNvPr>
                    <p:cNvGrpSpPr/>
                    <p:nvPr/>
                  </p:nvGrpSpPr>
                  <p:grpSpPr>
                    <a:xfrm>
                      <a:off x="5354636" y="4022061"/>
                      <a:ext cx="214313" cy="214313"/>
                      <a:chOff x="5354637" y="3446463"/>
                      <a:chExt cx="214313" cy="214313"/>
                    </a:xfrm>
                  </p:grpSpPr>
                  <p:sp>
                    <p:nvSpPr>
                      <p:cNvPr id="7171" name="Arc 7170">
                        <a:extLst>
                          <a:ext uri="{FF2B5EF4-FFF2-40B4-BE49-F238E27FC236}">
                            <a16:creationId xmlns:a16="http://schemas.microsoft.com/office/drawing/2014/main" id="{435E7F95-A40A-C0C5-D12F-5052CF47F7D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172" name="Arc 7171">
                        <a:extLst>
                          <a:ext uri="{FF2B5EF4-FFF2-40B4-BE49-F238E27FC236}">
                            <a16:creationId xmlns:a16="http://schemas.microsoft.com/office/drawing/2014/main" id="{5E513B12-0E23-4B09-4494-C29C2FC28D9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164" name="Group 7163">
                      <a:extLst>
                        <a:ext uri="{FF2B5EF4-FFF2-40B4-BE49-F238E27FC236}">
                          <a16:creationId xmlns:a16="http://schemas.microsoft.com/office/drawing/2014/main" id="{EC73CFB0-6C76-8755-D971-82064C47B99F}"/>
                        </a:ext>
                      </a:extLst>
                    </p:cNvPr>
                    <p:cNvGrpSpPr/>
                    <p:nvPr/>
                  </p:nvGrpSpPr>
                  <p:grpSpPr>
                    <a:xfrm rot="14400000">
                      <a:off x="5310186" y="3977611"/>
                      <a:ext cx="303213" cy="303213"/>
                      <a:chOff x="5354637" y="3446463"/>
                      <a:chExt cx="214313" cy="214313"/>
                    </a:xfrm>
                  </p:grpSpPr>
                  <p:sp>
                    <p:nvSpPr>
                      <p:cNvPr id="7169" name="Arc 7168">
                        <a:extLst>
                          <a:ext uri="{FF2B5EF4-FFF2-40B4-BE49-F238E27FC236}">
                            <a16:creationId xmlns:a16="http://schemas.microsoft.com/office/drawing/2014/main" id="{C7E005C9-9280-3B99-687F-FE202010F00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170" name="Arc 7169">
                        <a:extLst>
                          <a:ext uri="{FF2B5EF4-FFF2-40B4-BE49-F238E27FC236}">
                            <a16:creationId xmlns:a16="http://schemas.microsoft.com/office/drawing/2014/main" id="{4C6D89A5-3FAC-B547-02C0-7C1BF7A370B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165" name="Group 7164">
                      <a:extLst>
                        <a:ext uri="{FF2B5EF4-FFF2-40B4-BE49-F238E27FC236}">
                          <a16:creationId xmlns:a16="http://schemas.microsoft.com/office/drawing/2014/main" id="{340096C1-5752-3F11-8190-98DAEA07851E}"/>
                        </a:ext>
                      </a:extLst>
                    </p:cNvPr>
                    <p:cNvGrpSpPr/>
                    <p:nvPr/>
                  </p:nvGrpSpPr>
                  <p:grpSpPr>
                    <a:xfrm rot="7200000">
                      <a:off x="5265196" y="3932619"/>
                      <a:ext cx="393192" cy="393192"/>
                      <a:chOff x="5354637" y="3446463"/>
                      <a:chExt cx="214313" cy="214313"/>
                    </a:xfrm>
                  </p:grpSpPr>
                  <p:sp>
                    <p:nvSpPr>
                      <p:cNvPr id="7167" name="Arc 7166">
                        <a:extLst>
                          <a:ext uri="{FF2B5EF4-FFF2-40B4-BE49-F238E27FC236}">
                            <a16:creationId xmlns:a16="http://schemas.microsoft.com/office/drawing/2014/main" id="{ABD81A3B-45C3-3C5D-37F4-922DF8004D6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168" name="Arc 7167">
                        <a:extLst>
                          <a:ext uri="{FF2B5EF4-FFF2-40B4-BE49-F238E27FC236}">
                            <a16:creationId xmlns:a16="http://schemas.microsoft.com/office/drawing/2014/main" id="{A8BC9E6F-97A3-DAB8-0ACF-DA8B380358C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166" name="TextBox 7165">
                      <a:extLst>
                        <a:ext uri="{FF2B5EF4-FFF2-40B4-BE49-F238E27FC236}">
                          <a16:creationId xmlns:a16="http://schemas.microsoft.com/office/drawing/2014/main" id="{4BE8E447-879D-4F04-7E78-50E819C55DFE}"/>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7140" name="Group 7139">
                    <a:extLst>
                      <a:ext uri="{FF2B5EF4-FFF2-40B4-BE49-F238E27FC236}">
                        <a16:creationId xmlns:a16="http://schemas.microsoft.com/office/drawing/2014/main" id="{35553D97-0C4C-DF80-0F0A-576C0C0D8151}"/>
                      </a:ext>
                    </a:extLst>
                  </p:cNvPr>
                  <p:cNvGrpSpPr/>
                  <p:nvPr/>
                </p:nvGrpSpPr>
                <p:grpSpPr>
                  <a:xfrm>
                    <a:off x="6512463" y="3525040"/>
                    <a:ext cx="393192" cy="393192"/>
                    <a:chOff x="6389147" y="3357021"/>
                    <a:chExt cx="393192" cy="393192"/>
                  </a:xfrm>
                </p:grpSpPr>
                <p:grpSp>
                  <p:nvGrpSpPr>
                    <p:cNvPr id="7152" name="Group 7151">
                      <a:extLst>
                        <a:ext uri="{FF2B5EF4-FFF2-40B4-BE49-F238E27FC236}">
                          <a16:creationId xmlns:a16="http://schemas.microsoft.com/office/drawing/2014/main" id="{A32BC53B-53C5-F3F4-FA43-04D5E35FD51F}"/>
                        </a:ext>
                      </a:extLst>
                    </p:cNvPr>
                    <p:cNvGrpSpPr/>
                    <p:nvPr/>
                  </p:nvGrpSpPr>
                  <p:grpSpPr>
                    <a:xfrm rot="7200000" flipH="1">
                      <a:off x="6389147" y="3357021"/>
                      <a:ext cx="393192" cy="393192"/>
                      <a:chOff x="5354637" y="3446463"/>
                      <a:chExt cx="214313" cy="214313"/>
                    </a:xfrm>
                  </p:grpSpPr>
                  <p:sp>
                    <p:nvSpPr>
                      <p:cNvPr id="7161" name="Arc 7160">
                        <a:extLst>
                          <a:ext uri="{FF2B5EF4-FFF2-40B4-BE49-F238E27FC236}">
                            <a16:creationId xmlns:a16="http://schemas.microsoft.com/office/drawing/2014/main" id="{CDA4B1DE-C45E-AE44-8B22-894EDA408D3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162" name="Arc 7161">
                        <a:extLst>
                          <a:ext uri="{FF2B5EF4-FFF2-40B4-BE49-F238E27FC236}">
                            <a16:creationId xmlns:a16="http://schemas.microsoft.com/office/drawing/2014/main" id="{A57A655D-10C4-5D6D-C659-4CAA606425C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153" name="Group 7152">
                      <a:extLst>
                        <a:ext uri="{FF2B5EF4-FFF2-40B4-BE49-F238E27FC236}">
                          <a16:creationId xmlns:a16="http://schemas.microsoft.com/office/drawing/2014/main" id="{7F1E5E00-9AF4-8AE9-5278-9A35023EA9AE}"/>
                        </a:ext>
                      </a:extLst>
                    </p:cNvPr>
                    <p:cNvGrpSpPr/>
                    <p:nvPr/>
                  </p:nvGrpSpPr>
                  <p:grpSpPr>
                    <a:xfrm>
                      <a:off x="6434137" y="3402011"/>
                      <a:ext cx="303213" cy="303213"/>
                      <a:chOff x="6434137" y="3402011"/>
                      <a:chExt cx="303213" cy="303213"/>
                    </a:xfrm>
                  </p:grpSpPr>
                  <p:grpSp>
                    <p:nvGrpSpPr>
                      <p:cNvPr id="7154" name="Group 7153">
                        <a:extLst>
                          <a:ext uri="{FF2B5EF4-FFF2-40B4-BE49-F238E27FC236}">
                            <a16:creationId xmlns:a16="http://schemas.microsoft.com/office/drawing/2014/main" id="{05614291-5271-5964-5434-A5FE37564767}"/>
                          </a:ext>
                        </a:extLst>
                      </p:cNvPr>
                      <p:cNvGrpSpPr/>
                      <p:nvPr/>
                    </p:nvGrpSpPr>
                    <p:grpSpPr>
                      <a:xfrm flipH="1">
                        <a:off x="6478587" y="3446461"/>
                        <a:ext cx="214313" cy="214313"/>
                        <a:chOff x="5354637" y="3446463"/>
                        <a:chExt cx="214313" cy="214313"/>
                      </a:xfrm>
                    </p:grpSpPr>
                    <p:sp>
                      <p:nvSpPr>
                        <p:cNvPr id="7159" name="Arc 7158">
                          <a:extLst>
                            <a:ext uri="{FF2B5EF4-FFF2-40B4-BE49-F238E27FC236}">
                              <a16:creationId xmlns:a16="http://schemas.microsoft.com/office/drawing/2014/main" id="{4EDAF498-DEAC-83FF-5D28-6F1DA3F33FB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160" name="Arc 7159">
                          <a:extLst>
                            <a:ext uri="{FF2B5EF4-FFF2-40B4-BE49-F238E27FC236}">
                              <a16:creationId xmlns:a16="http://schemas.microsoft.com/office/drawing/2014/main" id="{23088120-DD0E-C1D1-A382-5A57507F86E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155" name="Group 7154">
                        <a:extLst>
                          <a:ext uri="{FF2B5EF4-FFF2-40B4-BE49-F238E27FC236}">
                            <a16:creationId xmlns:a16="http://schemas.microsoft.com/office/drawing/2014/main" id="{FF5AC85F-5C39-433C-FDC9-FABA544B920A}"/>
                          </a:ext>
                        </a:extLst>
                      </p:cNvPr>
                      <p:cNvGrpSpPr/>
                      <p:nvPr/>
                    </p:nvGrpSpPr>
                    <p:grpSpPr>
                      <a:xfrm rot="14400000" flipH="1">
                        <a:off x="6434137" y="3402011"/>
                        <a:ext cx="303213" cy="303213"/>
                        <a:chOff x="5354637" y="3446463"/>
                        <a:chExt cx="214313" cy="214313"/>
                      </a:xfrm>
                    </p:grpSpPr>
                    <p:sp>
                      <p:nvSpPr>
                        <p:cNvPr id="7157" name="Arc 7156">
                          <a:extLst>
                            <a:ext uri="{FF2B5EF4-FFF2-40B4-BE49-F238E27FC236}">
                              <a16:creationId xmlns:a16="http://schemas.microsoft.com/office/drawing/2014/main" id="{B0521FBD-07B4-1C2C-05E8-B925C909E38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158" name="Arc 7157">
                          <a:extLst>
                            <a:ext uri="{FF2B5EF4-FFF2-40B4-BE49-F238E27FC236}">
                              <a16:creationId xmlns:a16="http://schemas.microsoft.com/office/drawing/2014/main" id="{3089336B-B3B6-B3C0-68A6-30A4D4850AC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156" name="TextBox 7155">
                        <a:extLst>
                          <a:ext uri="{FF2B5EF4-FFF2-40B4-BE49-F238E27FC236}">
                            <a16:creationId xmlns:a16="http://schemas.microsoft.com/office/drawing/2014/main" id="{C25E9BDE-F321-D0F8-D076-5A82C47520B1}"/>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141" name="Group 7140">
                    <a:extLst>
                      <a:ext uri="{FF2B5EF4-FFF2-40B4-BE49-F238E27FC236}">
                        <a16:creationId xmlns:a16="http://schemas.microsoft.com/office/drawing/2014/main" id="{BA5AC09E-A025-E4D7-B470-5D1A197678E4}"/>
                      </a:ext>
                    </a:extLst>
                  </p:cNvPr>
                  <p:cNvGrpSpPr/>
                  <p:nvPr/>
                </p:nvGrpSpPr>
                <p:grpSpPr>
                  <a:xfrm>
                    <a:off x="6197413" y="3225768"/>
                    <a:ext cx="393192" cy="393192"/>
                    <a:chOff x="6389147" y="3932622"/>
                    <a:chExt cx="393192" cy="393192"/>
                  </a:xfrm>
                </p:grpSpPr>
                <p:grpSp>
                  <p:nvGrpSpPr>
                    <p:cNvPr id="7142" name="Group 7141">
                      <a:extLst>
                        <a:ext uri="{FF2B5EF4-FFF2-40B4-BE49-F238E27FC236}">
                          <a16:creationId xmlns:a16="http://schemas.microsoft.com/office/drawing/2014/main" id="{C84B0562-DBB3-620A-3015-8808BA7209B9}"/>
                        </a:ext>
                      </a:extLst>
                    </p:cNvPr>
                    <p:cNvGrpSpPr/>
                    <p:nvPr/>
                  </p:nvGrpSpPr>
                  <p:grpSpPr>
                    <a:xfrm flipH="1">
                      <a:off x="6478587" y="4022061"/>
                      <a:ext cx="214313" cy="214313"/>
                      <a:chOff x="5354637" y="3446463"/>
                      <a:chExt cx="214313" cy="214313"/>
                    </a:xfrm>
                  </p:grpSpPr>
                  <p:sp>
                    <p:nvSpPr>
                      <p:cNvPr id="7150" name="Arc 7149">
                        <a:extLst>
                          <a:ext uri="{FF2B5EF4-FFF2-40B4-BE49-F238E27FC236}">
                            <a16:creationId xmlns:a16="http://schemas.microsoft.com/office/drawing/2014/main" id="{0D09BEA0-1457-71B7-ABA6-81BFFFFD9B4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151" name="Arc 7150">
                        <a:extLst>
                          <a:ext uri="{FF2B5EF4-FFF2-40B4-BE49-F238E27FC236}">
                            <a16:creationId xmlns:a16="http://schemas.microsoft.com/office/drawing/2014/main" id="{73F1A180-8B5A-7DF1-2B50-2A9A63C9DCC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143" name="Group 7142">
                      <a:extLst>
                        <a:ext uri="{FF2B5EF4-FFF2-40B4-BE49-F238E27FC236}">
                          <a16:creationId xmlns:a16="http://schemas.microsoft.com/office/drawing/2014/main" id="{D93DBACD-888C-5445-4BCE-534B8315A129}"/>
                        </a:ext>
                      </a:extLst>
                    </p:cNvPr>
                    <p:cNvGrpSpPr/>
                    <p:nvPr/>
                  </p:nvGrpSpPr>
                  <p:grpSpPr>
                    <a:xfrm rot="7200000" flipH="1">
                      <a:off x="6434137" y="3977611"/>
                      <a:ext cx="303213" cy="303213"/>
                      <a:chOff x="5354637" y="3446463"/>
                      <a:chExt cx="214313" cy="214313"/>
                    </a:xfrm>
                  </p:grpSpPr>
                  <p:sp>
                    <p:nvSpPr>
                      <p:cNvPr id="7148" name="Arc 7147">
                        <a:extLst>
                          <a:ext uri="{FF2B5EF4-FFF2-40B4-BE49-F238E27FC236}">
                            <a16:creationId xmlns:a16="http://schemas.microsoft.com/office/drawing/2014/main" id="{F1DD87EA-57DB-F7ED-30AD-973719AF28B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149" name="Arc 7148">
                        <a:extLst>
                          <a:ext uri="{FF2B5EF4-FFF2-40B4-BE49-F238E27FC236}">
                            <a16:creationId xmlns:a16="http://schemas.microsoft.com/office/drawing/2014/main" id="{533C43D3-7952-C396-1862-08637F3D6FA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144" name="Group 7143">
                      <a:extLst>
                        <a:ext uri="{FF2B5EF4-FFF2-40B4-BE49-F238E27FC236}">
                          <a16:creationId xmlns:a16="http://schemas.microsoft.com/office/drawing/2014/main" id="{3ADDA685-A9D3-2A94-81F5-57C004A6F410}"/>
                        </a:ext>
                      </a:extLst>
                    </p:cNvPr>
                    <p:cNvGrpSpPr/>
                    <p:nvPr/>
                  </p:nvGrpSpPr>
                  <p:grpSpPr>
                    <a:xfrm rot="14400000" flipH="1">
                      <a:off x="6389147" y="3932622"/>
                      <a:ext cx="393192" cy="393192"/>
                      <a:chOff x="5354637" y="3446463"/>
                      <a:chExt cx="214313" cy="214313"/>
                    </a:xfrm>
                  </p:grpSpPr>
                  <p:sp>
                    <p:nvSpPr>
                      <p:cNvPr id="7146" name="Arc 7145">
                        <a:extLst>
                          <a:ext uri="{FF2B5EF4-FFF2-40B4-BE49-F238E27FC236}">
                            <a16:creationId xmlns:a16="http://schemas.microsoft.com/office/drawing/2014/main" id="{F7B96046-5E9A-0922-DF78-B6F64976DC9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147" name="Arc 7146">
                        <a:extLst>
                          <a:ext uri="{FF2B5EF4-FFF2-40B4-BE49-F238E27FC236}">
                            <a16:creationId xmlns:a16="http://schemas.microsoft.com/office/drawing/2014/main" id="{F2A0FC5F-57B4-D239-85A4-E0BB760C20A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145" name="TextBox 7144">
                      <a:extLst>
                        <a:ext uri="{FF2B5EF4-FFF2-40B4-BE49-F238E27FC236}">
                          <a16:creationId xmlns:a16="http://schemas.microsoft.com/office/drawing/2014/main" id="{DBE44AEB-9FDA-D4AE-90A8-89963FC9C147}"/>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091" name="Group 7090">
                  <a:extLst>
                    <a:ext uri="{FF2B5EF4-FFF2-40B4-BE49-F238E27FC236}">
                      <a16:creationId xmlns:a16="http://schemas.microsoft.com/office/drawing/2014/main" id="{B841C939-0C37-5084-CBC2-6F4202A0B1A1}"/>
                    </a:ext>
                  </a:extLst>
                </p:cNvPr>
                <p:cNvGrpSpPr/>
                <p:nvPr/>
              </p:nvGrpSpPr>
              <p:grpSpPr>
                <a:xfrm>
                  <a:off x="6069086" y="3246228"/>
                  <a:ext cx="1019224" cy="991639"/>
                  <a:chOff x="5886431" y="3225768"/>
                  <a:chExt cx="1019224" cy="991639"/>
                </a:xfrm>
              </p:grpSpPr>
              <p:grpSp>
                <p:nvGrpSpPr>
                  <p:cNvPr id="7092" name="Group 7091">
                    <a:extLst>
                      <a:ext uri="{FF2B5EF4-FFF2-40B4-BE49-F238E27FC236}">
                        <a16:creationId xmlns:a16="http://schemas.microsoft.com/office/drawing/2014/main" id="{A9D8EEDB-D989-840D-271A-F93A43EFAFB6}"/>
                      </a:ext>
                    </a:extLst>
                  </p:cNvPr>
                  <p:cNvGrpSpPr/>
                  <p:nvPr/>
                </p:nvGrpSpPr>
                <p:grpSpPr>
                  <a:xfrm>
                    <a:off x="6197413" y="3824215"/>
                    <a:ext cx="393192" cy="393192"/>
                    <a:chOff x="5265196" y="3357021"/>
                    <a:chExt cx="393192" cy="393192"/>
                  </a:xfrm>
                </p:grpSpPr>
                <p:grpSp>
                  <p:nvGrpSpPr>
                    <p:cNvPr id="7127" name="Group 7126">
                      <a:extLst>
                        <a:ext uri="{FF2B5EF4-FFF2-40B4-BE49-F238E27FC236}">
                          <a16:creationId xmlns:a16="http://schemas.microsoft.com/office/drawing/2014/main" id="{E7AE0124-1920-8C0A-2D62-FD93F5541004}"/>
                        </a:ext>
                      </a:extLst>
                    </p:cNvPr>
                    <p:cNvGrpSpPr/>
                    <p:nvPr/>
                  </p:nvGrpSpPr>
                  <p:grpSpPr>
                    <a:xfrm rot="14400000">
                      <a:off x="5265196" y="3357021"/>
                      <a:ext cx="393192" cy="393192"/>
                      <a:chOff x="5354637" y="3446463"/>
                      <a:chExt cx="214313" cy="214313"/>
                    </a:xfrm>
                  </p:grpSpPr>
                  <p:sp>
                    <p:nvSpPr>
                      <p:cNvPr id="7136" name="Arc 7135">
                        <a:extLst>
                          <a:ext uri="{FF2B5EF4-FFF2-40B4-BE49-F238E27FC236}">
                            <a16:creationId xmlns:a16="http://schemas.microsoft.com/office/drawing/2014/main" id="{7ED9930F-BDC2-3F44-F0B2-A99E6F816A1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137" name="Arc 7136">
                        <a:extLst>
                          <a:ext uri="{FF2B5EF4-FFF2-40B4-BE49-F238E27FC236}">
                            <a16:creationId xmlns:a16="http://schemas.microsoft.com/office/drawing/2014/main" id="{D7684876-6EC8-087A-733B-A3292F6E785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128" name="Group 7127">
                      <a:extLst>
                        <a:ext uri="{FF2B5EF4-FFF2-40B4-BE49-F238E27FC236}">
                          <a16:creationId xmlns:a16="http://schemas.microsoft.com/office/drawing/2014/main" id="{17A4F861-04EA-5E2A-E582-CD5D35A5E819}"/>
                        </a:ext>
                      </a:extLst>
                    </p:cNvPr>
                    <p:cNvGrpSpPr/>
                    <p:nvPr/>
                  </p:nvGrpSpPr>
                  <p:grpSpPr>
                    <a:xfrm>
                      <a:off x="5310186" y="3402011"/>
                      <a:ext cx="303213" cy="303213"/>
                      <a:chOff x="5310186" y="3402011"/>
                      <a:chExt cx="303213" cy="303213"/>
                    </a:xfrm>
                  </p:grpSpPr>
                  <p:grpSp>
                    <p:nvGrpSpPr>
                      <p:cNvPr id="7129" name="Group 7128">
                        <a:extLst>
                          <a:ext uri="{FF2B5EF4-FFF2-40B4-BE49-F238E27FC236}">
                            <a16:creationId xmlns:a16="http://schemas.microsoft.com/office/drawing/2014/main" id="{B6CADE6A-6344-3A61-CD84-429FCB3861EB}"/>
                          </a:ext>
                        </a:extLst>
                      </p:cNvPr>
                      <p:cNvGrpSpPr/>
                      <p:nvPr/>
                    </p:nvGrpSpPr>
                    <p:grpSpPr>
                      <a:xfrm>
                        <a:off x="5354636" y="3446461"/>
                        <a:ext cx="214313" cy="214313"/>
                        <a:chOff x="5354637" y="3446463"/>
                        <a:chExt cx="214313" cy="214313"/>
                      </a:xfrm>
                    </p:grpSpPr>
                    <p:sp>
                      <p:nvSpPr>
                        <p:cNvPr id="7134" name="Arc 7133">
                          <a:extLst>
                            <a:ext uri="{FF2B5EF4-FFF2-40B4-BE49-F238E27FC236}">
                              <a16:creationId xmlns:a16="http://schemas.microsoft.com/office/drawing/2014/main" id="{CA69BFDE-A158-B31D-5745-4902868A9D3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135" name="Arc 7134">
                          <a:extLst>
                            <a:ext uri="{FF2B5EF4-FFF2-40B4-BE49-F238E27FC236}">
                              <a16:creationId xmlns:a16="http://schemas.microsoft.com/office/drawing/2014/main" id="{6B8FBD06-1825-E814-3108-F93E762E14A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130" name="Group 7129">
                        <a:extLst>
                          <a:ext uri="{FF2B5EF4-FFF2-40B4-BE49-F238E27FC236}">
                            <a16:creationId xmlns:a16="http://schemas.microsoft.com/office/drawing/2014/main" id="{F1D02AF5-EDD9-787D-9F25-9EC70CB9B83E}"/>
                          </a:ext>
                        </a:extLst>
                      </p:cNvPr>
                      <p:cNvGrpSpPr/>
                      <p:nvPr/>
                    </p:nvGrpSpPr>
                    <p:grpSpPr>
                      <a:xfrm rot="7200000">
                        <a:off x="5310186" y="3402011"/>
                        <a:ext cx="303213" cy="303213"/>
                        <a:chOff x="5354637" y="3446463"/>
                        <a:chExt cx="214313" cy="214313"/>
                      </a:xfrm>
                    </p:grpSpPr>
                    <p:sp>
                      <p:nvSpPr>
                        <p:cNvPr id="7132" name="Arc 7131">
                          <a:extLst>
                            <a:ext uri="{FF2B5EF4-FFF2-40B4-BE49-F238E27FC236}">
                              <a16:creationId xmlns:a16="http://schemas.microsoft.com/office/drawing/2014/main" id="{AF7D6299-54C0-E233-45AA-7879DA60CA6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133" name="Arc 7132">
                          <a:extLst>
                            <a:ext uri="{FF2B5EF4-FFF2-40B4-BE49-F238E27FC236}">
                              <a16:creationId xmlns:a16="http://schemas.microsoft.com/office/drawing/2014/main" id="{B93C8AA7-FB8F-6FBC-EABD-DE2C822BB30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131" name="TextBox 7130">
                        <a:extLst>
                          <a:ext uri="{FF2B5EF4-FFF2-40B4-BE49-F238E27FC236}">
                            <a16:creationId xmlns:a16="http://schemas.microsoft.com/office/drawing/2014/main" id="{8AAA0E54-FBDE-F1B6-7EB7-BD7EFBEFA291}"/>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093" name="Group 7092">
                    <a:extLst>
                      <a:ext uri="{FF2B5EF4-FFF2-40B4-BE49-F238E27FC236}">
                        <a16:creationId xmlns:a16="http://schemas.microsoft.com/office/drawing/2014/main" id="{228BED76-C58B-D19D-EFB1-BF003C8B73C5}"/>
                      </a:ext>
                    </a:extLst>
                  </p:cNvPr>
                  <p:cNvGrpSpPr/>
                  <p:nvPr/>
                </p:nvGrpSpPr>
                <p:grpSpPr>
                  <a:xfrm>
                    <a:off x="5886431" y="3525040"/>
                    <a:ext cx="393192" cy="393192"/>
                    <a:chOff x="5265196" y="3932619"/>
                    <a:chExt cx="393192" cy="393192"/>
                  </a:xfrm>
                </p:grpSpPr>
                <p:grpSp>
                  <p:nvGrpSpPr>
                    <p:cNvPr id="7117" name="Group 7116">
                      <a:extLst>
                        <a:ext uri="{FF2B5EF4-FFF2-40B4-BE49-F238E27FC236}">
                          <a16:creationId xmlns:a16="http://schemas.microsoft.com/office/drawing/2014/main" id="{DFACA832-B935-D087-C146-93891C990758}"/>
                        </a:ext>
                      </a:extLst>
                    </p:cNvPr>
                    <p:cNvGrpSpPr/>
                    <p:nvPr/>
                  </p:nvGrpSpPr>
                  <p:grpSpPr>
                    <a:xfrm>
                      <a:off x="5354636" y="4022061"/>
                      <a:ext cx="214313" cy="214313"/>
                      <a:chOff x="5354637" y="3446463"/>
                      <a:chExt cx="214313" cy="214313"/>
                    </a:xfrm>
                  </p:grpSpPr>
                  <p:sp>
                    <p:nvSpPr>
                      <p:cNvPr id="7125" name="Arc 7124">
                        <a:extLst>
                          <a:ext uri="{FF2B5EF4-FFF2-40B4-BE49-F238E27FC236}">
                            <a16:creationId xmlns:a16="http://schemas.microsoft.com/office/drawing/2014/main" id="{6DC64B5A-FF20-A807-B599-A4CB56838E2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126" name="Arc 7125">
                        <a:extLst>
                          <a:ext uri="{FF2B5EF4-FFF2-40B4-BE49-F238E27FC236}">
                            <a16:creationId xmlns:a16="http://schemas.microsoft.com/office/drawing/2014/main" id="{7DC89F0D-709E-80A4-FBF2-E17C9D64BAA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118" name="Group 7117">
                      <a:extLst>
                        <a:ext uri="{FF2B5EF4-FFF2-40B4-BE49-F238E27FC236}">
                          <a16:creationId xmlns:a16="http://schemas.microsoft.com/office/drawing/2014/main" id="{1E03642D-8D8F-47A3-31ED-D0CD93898151}"/>
                        </a:ext>
                      </a:extLst>
                    </p:cNvPr>
                    <p:cNvGrpSpPr/>
                    <p:nvPr/>
                  </p:nvGrpSpPr>
                  <p:grpSpPr>
                    <a:xfrm rot="14400000">
                      <a:off x="5310186" y="3977611"/>
                      <a:ext cx="303213" cy="303213"/>
                      <a:chOff x="5354637" y="3446463"/>
                      <a:chExt cx="214313" cy="214313"/>
                    </a:xfrm>
                  </p:grpSpPr>
                  <p:sp>
                    <p:nvSpPr>
                      <p:cNvPr id="7123" name="Arc 7122">
                        <a:extLst>
                          <a:ext uri="{FF2B5EF4-FFF2-40B4-BE49-F238E27FC236}">
                            <a16:creationId xmlns:a16="http://schemas.microsoft.com/office/drawing/2014/main" id="{033B5F54-5711-C9D0-12F4-06EBCFD0ED3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124" name="Arc 7123">
                        <a:extLst>
                          <a:ext uri="{FF2B5EF4-FFF2-40B4-BE49-F238E27FC236}">
                            <a16:creationId xmlns:a16="http://schemas.microsoft.com/office/drawing/2014/main" id="{22FBD177-C733-EC96-5786-3ACE451BF94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119" name="Group 7118">
                      <a:extLst>
                        <a:ext uri="{FF2B5EF4-FFF2-40B4-BE49-F238E27FC236}">
                          <a16:creationId xmlns:a16="http://schemas.microsoft.com/office/drawing/2014/main" id="{B2BD9F26-8356-ACE6-8499-D93ACE3E8530}"/>
                        </a:ext>
                      </a:extLst>
                    </p:cNvPr>
                    <p:cNvGrpSpPr/>
                    <p:nvPr/>
                  </p:nvGrpSpPr>
                  <p:grpSpPr>
                    <a:xfrm rot="7200000">
                      <a:off x="5265196" y="3932619"/>
                      <a:ext cx="393192" cy="393192"/>
                      <a:chOff x="5354637" y="3446463"/>
                      <a:chExt cx="214313" cy="214313"/>
                    </a:xfrm>
                  </p:grpSpPr>
                  <p:sp>
                    <p:nvSpPr>
                      <p:cNvPr id="7121" name="Arc 7120">
                        <a:extLst>
                          <a:ext uri="{FF2B5EF4-FFF2-40B4-BE49-F238E27FC236}">
                            <a16:creationId xmlns:a16="http://schemas.microsoft.com/office/drawing/2014/main" id="{E85C0C06-3E0D-DF71-E354-F78308320C6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122" name="Arc 7121">
                        <a:extLst>
                          <a:ext uri="{FF2B5EF4-FFF2-40B4-BE49-F238E27FC236}">
                            <a16:creationId xmlns:a16="http://schemas.microsoft.com/office/drawing/2014/main" id="{6A551B9E-9C03-785D-E5B6-FD3B42056B5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120" name="TextBox 7119">
                      <a:extLst>
                        <a:ext uri="{FF2B5EF4-FFF2-40B4-BE49-F238E27FC236}">
                          <a16:creationId xmlns:a16="http://schemas.microsoft.com/office/drawing/2014/main" id="{F96D81CB-1111-FF5A-9FE6-E5CB92EF3D08}"/>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7094" name="Group 7093">
                    <a:extLst>
                      <a:ext uri="{FF2B5EF4-FFF2-40B4-BE49-F238E27FC236}">
                        <a16:creationId xmlns:a16="http://schemas.microsoft.com/office/drawing/2014/main" id="{5DB8A46D-FD4C-8EAD-9BEE-4A8C2BB123C2}"/>
                      </a:ext>
                    </a:extLst>
                  </p:cNvPr>
                  <p:cNvGrpSpPr/>
                  <p:nvPr/>
                </p:nvGrpSpPr>
                <p:grpSpPr>
                  <a:xfrm>
                    <a:off x="6512463" y="3525040"/>
                    <a:ext cx="393192" cy="393192"/>
                    <a:chOff x="6389147" y="3357021"/>
                    <a:chExt cx="393192" cy="393192"/>
                  </a:xfrm>
                </p:grpSpPr>
                <p:grpSp>
                  <p:nvGrpSpPr>
                    <p:cNvPr id="7106" name="Group 7105">
                      <a:extLst>
                        <a:ext uri="{FF2B5EF4-FFF2-40B4-BE49-F238E27FC236}">
                          <a16:creationId xmlns:a16="http://schemas.microsoft.com/office/drawing/2014/main" id="{4068510D-6985-2AB1-3D14-F74FFCC23BBF}"/>
                        </a:ext>
                      </a:extLst>
                    </p:cNvPr>
                    <p:cNvGrpSpPr/>
                    <p:nvPr/>
                  </p:nvGrpSpPr>
                  <p:grpSpPr>
                    <a:xfrm rot="7200000" flipH="1">
                      <a:off x="6389147" y="3357021"/>
                      <a:ext cx="393192" cy="393192"/>
                      <a:chOff x="5354637" y="3446463"/>
                      <a:chExt cx="214313" cy="214313"/>
                    </a:xfrm>
                  </p:grpSpPr>
                  <p:sp>
                    <p:nvSpPr>
                      <p:cNvPr id="7115" name="Arc 7114">
                        <a:extLst>
                          <a:ext uri="{FF2B5EF4-FFF2-40B4-BE49-F238E27FC236}">
                            <a16:creationId xmlns:a16="http://schemas.microsoft.com/office/drawing/2014/main" id="{D0387040-E123-AB45-435C-291D508BAB9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116" name="Arc 7115">
                        <a:extLst>
                          <a:ext uri="{FF2B5EF4-FFF2-40B4-BE49-F238E27FC236}">
                            <a16:creationId xmlns:a16="http://schemas.microsoft.com/office/drawing/2014/main" id="{6A497D4A-B405-5B0A-8D66-0E6104988CE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107" name="Group 7106">
                      <a:extLst>
                        <a:ext uri="{FF2B5EF4-FFF2-40B4-BE49-F238E27FC236}">
                          <a16:creationId xmlns:a16="http://schemas.microsoft.com/office/drawing/2014/main" id="{BADD51E7-79F7-7DDB-C884-A1AAE13DBB98}"/>
                        </a:ext>
                      </a:extLst>
                    </p:cNvPr>
                    <p:cNvGrpSpPr/>
                    <p:nvPr/>
                  </p:nvGrpSpPr>
                  <p:grpSpPr>
                    <a:xfrm>
                      <a:off x="6434137" y="3402011"/>
                      <a:ext cx="303213" cy="303213"/>
                      <a:chOff x="6434137" y="3402011"/>
                      <a:chExt cx="303213" cy="303213"/>
                    </a:xfrm>
                  </p:grpSpPr>
                  <p:grpSp>
                    <p:nvGrpSpPr>
                      <p:cNvPr id="7108" name="Group 7107">
                        <a:extLst>
                          <a:ext uri="{FF2B5EF4-FFF2-40B4-BE49-F238E27FC236}">
                            <a16:creationId xmlns:a16="http://schemas.microsoft.com/office/drawing/2014/main" id="{9C10BC14-B09C-25D5-7B70-D661E88D3B41}"/>
                          </a:ext>
                        </a:extLst>
                      </p:cNvPr>
                      <p:cNvGrpSpPr/>
                      <p:nvPr/>
                    </p:nvGrpSpPr>
                    <p:grpSpPr>
                      <a:xfrm flipH="1">
                        <a:off x="6478587" y="3446461"/>
                        <a:ext cx="214313" cy="214313"/>
                        <a:chOff x="5354637" y="3446463"/>
                        <a:chExt cx="214313" cy="214313"/>
                      </a:xfrm>
                    </p:grpSpPr>
                    <p:sp>
                      <p:nvSpPr>
                        <p:cNvPr id="7113" name="Arc 7112">
                          <a:extLst>
                            <a:ext uri="{FF2B5EF4-FFF2-40B4-BE49-F238E27FC236}">
                              <a16:creationId xmlns:a16="http://schemas.microsoft.com/office/drawing/2014/main" id="{C6979FE5-15CA-0E08-5725-BD05AB8C44A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114" name="Arc 7113">
                          <a:extLst>
                            <a:ext uri="{FF2B5EF4-FFF2-40B4-BE49-F238E27FC236}">
                              <a16:creationId xmlns:a16="http://schemas.microsoft.com/office/drawing/2014/main" id="{6FE8A7FD-E151-CB11-2EAA-F3342490098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109" name="Group 7108">
                        <a:extLst>
                          <a:ext uri="{FF2B5EF4-FFF2-40B4-BE49-F238E27FC236}">
                            <a16:creationId xmlns:a16="http://schemas.microsoft.com/office/drawing/2014/main" id="{749CD3B3-778D-24BC-1366-D1A4013C519A}"/>
                          </a:ext>
                        </a:extLst>
                      </p:cNvPr>
                      <p:cNvGrpSpPr/>
                      <p:nvPr/>
                    </p:nvGrpSpPr>
                    <p:grpSpPr>
                      <a:xfrm rot="14400000" flipH="1">
                        <a:off x="6434137" y="3402011"/>
                        <a:ext cx="303213" cy="303213"/>
                        <a:chOff x="5354637" y="3446463"/>
                        <a:chExt cx="214313" cy="214313"/>
                      </a:xfrm>
                    </p:grpSpPr>
                    <p:sp>
                      <p:nvSpPr>
                        <p:cNvPr id="7111" name="Arc 7110">
                          <a:extLst>
                            <a:ext uri="{FF2B5EF4-FFF2-40B4-BE49-F238E27FC236}">
                              <a16:creationId xmlns:a16="http://schemas.microsoft.com/office/drawing/2014/main" id="{75656822-6A29-9701-5127-B18A98CBDF0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112" name="Arc 7111">
                          <a:extLst>
                            <a:ext uri="{FF2B5EF4-FFF2-40B4-BE49-F238E27FC236}">
                              <a16:creationId xmlns:a16="http://schemas.microsoft.com/office/drawing/2014/main" id="{8878B40A-EE2B-004E-E980-C53BE9C644E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110" name="TextBox 7109">
                        <a:extLst>
                          <a:ext uri="{FF2B5EF4-FFF2-40B4-BE49-F238E27FC236}">
                            <a16:creationId xmlns:a16="http://schemas.microsoft.com/office/drawing/2014/main" id="{10E5AFB3-FF34-2AFE-65F6-FB2DB8A49760}"/>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095" name="Group 7094">
                    <a:extLst>
                      <a:ext uri="{FF2B5EF4-FFF2-40B4-BE49-F238E27FC236}">
                        <a16:creationId xmlns:a16="http://schemas.microsoft.com/office/drawing/2014/main" id="{0D16EB97-4355-7FF7-BF7D-A7C0F8AFDFDD}"/>
                      </a:ext>
                    </a:extLst>
                  </p:cNvPr>
                  <p:cNvGrpSpPr/>
                  <p:nvPr/>
                </p:nvGrpSpPr>
                <p:grpSpPr>
                  <a:xfrm>
                    <a:off x="6197413" y="3225768"/>
                    <a:ext cx="393192" cy="393192"/>
                    <a:chOff x="6389147" y="3932622"/>
                    <a:chExt cx="393192" cy="393192"/>
                  </a:xfrm>
                </p:grpSpPr>
                <p:grpSp>
                  <p:nvGrpSpPr>
                    <p:cNvPr id="7096" name="Group 7095">
                      <a:extLst>
                        <a:ext uri="{FF2B5EF4-FFF2-40B4-BE49-F238E27FC236}">
                          <a16:creationId xmlns:a16="http://schemas.microsoft.com/office/drawing/2014/main" id="{A58F10B1-9E3B-D6C6-F419-05967EE575B6}"/>
                        </a:ext>
                      </a:extLst>
                    </p:cNvPr>
                    <p:cNvGrpSpPr/>
                    <p:nvPr/>
                  </p:nvGrpSpPr>
                  <p:grpSpPr>
                    <a:xfrm flipH="1">
                      <a:off x="6478587" y="4022061"/>
                      <a:ext cx="214313" cy="214313"/>
                      <a:chOff x="5354637" y="3446463"/>
                      <a:chExt cx="214313" cy="214313"/>
                    </a:xfrm>
                  </p:grpSpPr>
                  <p:sp>
                    <p:nvSpPr>
                      <p:cNvPr id="7104" name="Arc 7103">
                        <a:extLst>
                          <a:ext uri="{FF2B5EF4-FFF2-40B4-BE49-F238E27FC236}">
                            <a16:creationId xmlns:a16="http://schemas.microsoft.com/office/drawing/2014/main" id="{31C92AA7-28B2-BA49-6853-7ABF28AFC26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105" name="Arc 7104">
                        <a:extLst>
                          <a:ext uri="{FF2B5EF4-FFF2-40B4-BE49-F238E27FC236}">
                            <a16:creationId xmlns:a16="http://schemas.microsoft.com/office/drawing/2014/main" id="{8E17C917-1D4E-A0C4-649D-0797B6587C6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097" name="Group 7096">
                      <a:extLst>
                        <a:ext uri="{FF2B5EF4-FFF2-40B4-BE49-F238E27FC236}">
                          <a16:creationId xmlns:a16="http://schemas.microsoft.com/office/drawing/2014/main" id="{D7C20D70-A489-2264-71E3-A3FDABEC32CF}"/>
                        </a:ext>
                      </a:extLst>
                    </p:cNvPr>
                    <p:cNvGrpSpPr/>
                    <p:nvPr/>
                  </p:nvGrpSpPr>
                  <p:grpSpPr>
                    <a:xfrm rot="7200000" flipH="1">
                      <a:off x="6434137" y="3977611"/>
                      <a:ext cx="303213" cy="303213"/>
                      <a:chOff x="5354637" y="3446463"/>
                      <a:chExt cx="214313" cy="214313"/>
                    </a:xfrm>
                  </p:grpSpPr>
                  <p:sp>
                    <p:nvSpPr>
                      <p:cNvPr id="7102" name="Arc 7101">
                        <a:extLst>
                          <a:ext uri="{FF2B5EF4-FFF2-40B4-BE49-F238E27FC236}">
                            <a16:creationId xmlns:a16="http://schemas.microsoft.com/office/drawing/2014/main" id="{1AA85380-6735-6E88-9D24-F2EC4FD1E09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103" name="Arc 7102">
                        <a:extLst>
                          <a:ext uri="{FF2B5EF4-FFF2-40B4-BE49-F238E27FC236}">
                            <a16:creationId xmlns:a16="http://schemas.microsoft.com/office/drawing/2014/main" id="{71EF07E4-AE62-66AA-4D66-39D41390841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098" name="Group 7097">
                      <a:extLst>
                        <a:ext uri="{FF2B5EF4-FFF2-40B4-BE49-F238E27FC236}">
                          <a16:creationId xmlns:a16="http://schemas.microsoft.com/office/drawing/2014/main" id="{68E4AB1F-BE27-D01A-995C-E2114AD916B5}"/>
                        </a:ext>
                      </a:extLst>
                    </p:cNvPr>
                    <p:cNvGrpSpPr/>
                    <p:nvPr/>
                  </p:nvGrpSpPr>
                  <p:grpSpPr>
                    <a:xfrm rot="14400000" flipH="1">
                      <a:off x="6389147" y="3932622"/>
                      <a:ext cx="393192" cy="393192"/>
                      <a:chOff x="5354637" y="3446463"/>
                      <a:chExt cx="214313" cy="214313"/>
                    </a:xfrm>
                  </p:grpSpPr>
                  <p:sp>
                    <p:nvSpPr>
                      <p:cNvPr id="7100" name="Arc 7099">
                        <a:extLst>
                          <a:ext uri="{FF2B5EF4-FFF2-40B4-BE49-F238E27FC236}">
                            <a16:creationId xmlns:a16="http://schemas.microsoft.com/office/drawing/2014/main" id="{608D8E8D-1D26-049D-2A55-5142EC6AB8C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101" name="Arc 7100">
                        <a:extLst>
                          <a:ext uri="{FF2B5EF4-FFF2-40B4-BE49-F238E27FC236}">
                            <a16:creationId xmlns:a16="http://schemas.microsoft.com/office/drawing/2014/main" id="{C4F80A61-4C97-ACD7-5033-BD2A9E17E99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099" name="TextBox 7098">
                      <a:extLst>
                        <a:ext uri="{FF2B5EF4-FFF2-40B4-BE49-F238E27FC236}">
                          <a16:creationId xmlns:a16="http://schemas.microsoft.com/office/drawing/2014/main" id="{A63430D8-1F99-8113-E34D-C4C428949F29}"/>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6133" name="Group 6132">
              <a:extLst>
                <a:ext uri="{FF2B5EF4-FFF2-40B4-BE49-F238E27FC236}">
                  <a16:creationId xmlns:a16="http://schemas.microsoft.com/office/drawing/2014/main" id="{F47F7A3B-055A-11BC-C4AD-D7229DDC7AD0}"/>
                </a:ext>
              </a:extLst>
            </p:cNvPr>
            <p:cNvGrpSpPr/>
            <p:nvPr/>
          </p:nvGrpSpPr>
          <p:grpSpPr>
            <a:xfrm>
              <a:off x="3814867" y="-515566"/>
              <a:ext cx="2263438" cy="2198360"/>
              <a:chOff x="5445106" y="2039507"/>
              <a:chExt cx="2263438" cy="2198360"/>
            </a:xfrm>
          </p:grpSpPr>
          <p:grpSp>
            <p:nvGrpSpPr>
              <p:cNvPr id="6898" name="Group 6897">
                <a:extLst>
                  <a:ext uri="{FF2B5EF4-FFF2-40B4-BE49-F238E27FC236}">
                    <a16:creationId xmlns:a16="http://schemas.microsoft.com/office/drawing/2014/main" id="{F9D8D31D-89CF-7588-426B-3A62C845A9EE}"/>
                  </a:ext>
                </a:extLst>
              </p:cNvPr>
              <p:cNvGrpSpPr/>
              <p:nvPr/>
            </p:nvGrpSpPr>
            <p:grpSpPr>
              <a:xfrm>
                <a:off x="5445106" y="2644743"/>
                <a:ext cx="1643204" cy="1593124"/>
                <a:chOff x="5445106" y="2644743"/>
                <a:chExt cx="1643204" cy="1593124"/>
              </a:xfrm>
            </p:grpSpPr>
            <p:grpSp>
              <p:nvGrpSpPr>
                <p:cNvPr id="6994" name="Group 6993">
                  <a:extLst>
                    <a:ext uri="{FF2B5EF4-FFF2-40B4-BE49-F238E27FC236}">
                      <a16:creationId xmlns:a16="http://schemas.microsoft.com/office/drawing/2014/main" id="{944A0BA4-4188-BC3A-1AF3-23F752B3D815}"/>
                    </a:ext>
                  </a:extLst>
                </p:cNvPr>
                <p:cNvGrpSpPr/>
                <p:nvPr/>
              </p:nvGrpSpPr>
              <p:grpSpPr>
                <a:xfrm>
                  <a:off x="5445106" y="2644743"/>
                  <a:ext cx="1019224" cy="991639"/>
                  <a:chOff x="5886431" y="3225768"/>
                  <a:chExt cx="1019224" cy="991639"/>
                </a:xfrm>
              </p:grpSpPr>
              <p:grpSp>
                <p:nvGrpSpPr>
                  <p:cNvPr id="7042" name="Group 7041">
                    <a:extLst>
                      <a:ext uri="{FF2B5EF4-FFF2-40B4-BE49-F238E27FC236}">
                        <a16:creationId xmlns:a16="http://schemas.microsoft.com/office/drawing/2014/main" id="{29164C6F-A068-A188-5355-55C9B5EC77FD}"/>
                      </a:ext>
                    </a:extLst>
                  </p:cNvPr>
                  <p:cNvGrpSpPr/>
                  <p:nvPr/>
                </p:nvGrpSpPr>
                <p:grpSpPr>
                  <a:xfrm>
                    <a:off x="6197413" y="3824215"/>
                    <a:ext cx="393192" cy="393192"/>
                    <a:chOff x="5265196" y="3357021"/>
                    <a:chExt cx="393192" cy="393192"/>
                  </a:xfrm>
                </p:grpSpPr>
                <p:grpSp>
                  <p:nvGrpSpPr>
                    <p:cNvPr id="7077" name="Group 7076">
                      <a:extLst>
                        <a:ext uri="{FF2B5EF4-FFF2-40B4-BE49-F238E27FC236}">
                          <a16:creationId xmlns:a16="http://schemas.microsoft.com/office/drawing/2014/main" id="{8B722329-77F0-F65F-CB61-0EAB8E318407}"/>
                        </a:ext>
                      </a:extLst>
                    </p:cNvPr>
                    <p:cNvGrpSpPr/>
                    <p:nvPr/>
                  </p:nvGrpSpPr>
                  <p:grpSpPr>
                    <a:xfrm rot="14400000">
                      <a:off x="5265196" y="3357021"/>
                      <a:ext cx="393192" cy="393192"/>
                      <a:chOff x="5354637" y="3446463"/>
                      <a:chExt cx="214313" cy="214313"/>
                    </a:xfrm>
                  </p:grpSpPr>
                  <p:sp>
                    <p:nvSpPr>
                      <p:cNvPr id="7086" name="Arc 7085">
                        <a:extLst>
                          <a:ext uri="{FF2B5EF4-FFF2-40B4-BE49-F238E27FC236}">
                            <a16:creationId xmlns:a16="http://schemas.microsoft.com/office/drawing/2014/main" id="{77DB43ED-82DC-3E6D-EC7B-A521525587B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87" name="Arc 7086">
                        <a:extLst>
                          <a:ext uri="{FF2B5EF4-FFF2-40B4-BE49-F238E27FC236}">
                            <a16:creationId xmlns:a16="http://schemas.microsoft.com/office/drawing/2014/main" id="{105D7545-2B90-F40D-DE9A-D1B627929EF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078" name="Group 7077">
                      <a:extLst>
                        <a:ext uri="{FF2B5EF4-FFF2-40B4-BE49-F238E27FC236}">
                          <a16:creationId xmlns:a16="http://schemas.microsoft.com/office/drawing/2014/main" id="{3D0CDE8B-60E1-100E-7CFA-E56C11CF88AA}"/>
                        </a:ext>
                      </a:extLst>
                    </p:cNvPr>
                    <p:cNvGrpSpPr/>
                    <p:nvPr/>
                  </p:nvGrpSpPr>
                  <p:grpSpPr>
                    <a:xfrm>
                      <a:off x="5310186" y="3402011"/>
                      <a:ext cx="303213" cy="303213"/>
                      <a:chOff x="5310186" y="3402011"/>
                      <a:chExt cx="303213" cy="303213"/>
                    </a:xfrm>
                  </p:grpSpPr>
                  <p:grpSp>
                    <p:nvGrpSpPr>
                      <p:cNvPr id="7079" name="Group 7078">
                        <a:extLst>
                          <a:ext uri="{FF2B5EF4-FFF2-40B4-BE49-F238E27FC236}">
                            <a16:creationId xmlns:a16="http://schemas.microsoft.com/office/drawing/2014/main" id="{BD6C8063-12E2-7FE8-94C5-30F65CB276DA}"/>
                          </a:ext>
                        </a:extLst>
                      </p:cNvPr>
                      <p:cNvGrpSpPr/>
                      <p:nvPr/>
                    </p:nvGrpSpPr>
                    <p:grpSpPr>
                      <a:xfrm>
                        <a:off x="5354636" y="3446461"/>
                        <a:ext cx="214313" cy="214313"/>
                        <a:chOff x="5354637" y="3446463"/>
                        <a:chExt cx="214313" cy="214313"/>
                      </a:xfrm>
                    </p:grpSpPr>
                    <p:sp>
                      <p:nvSpPr>
                        <p:cNvPr id="7084" name="Arc 7083">
                          <a:extLst>
                            <a:ext uri="{FF2B5EF4-FFF2-40B4-BE49-F238E27FC236}">
                              <a16:creationId xmlns:a16="http://schemas.microsoft.com/office/drawing/2014/main" id="{DA839D31-CC09-3634-5932-EEDA7A30C1D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85" name="Arc 7084">
                          <a:extLst>
                            <a:ext uri="{FF2B5EF4-FFF2-40B4-BE49-F238E27FC236}">
                              <a16:creationId xmlns:a16="http://schemas.microsoft.com/office/drawing/2014/main" id="{495EEAA4-CAD6-BB3D-6255-3BF45390055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080" name="Group 7079">
                        <a:extLst>
                          <a:ext uri="{FF2B5EF4-FFF2-40B4-BE49-F238E27FC236}">
                            <a16:creationId xmlns:a16="http://schemas.microsoft.com/office/drawing/2014/main" id="{8E6C7E07-514E-DA94-57EE-E6104A0EFA9E}"/>
                          </a:ext>
                        </a:extLst>
                      </p:cNvPr>
                      <p:cNvGrpSpPr/>
                      <p:nvPr/>
                    </p:nvGrpSpPr>
                    <p:grpSpPr>
                      <a:xfrm rot="7200000">
                        <a:off x="5310186" y="3402011"/>
                        <a:ext cx="303213" cy="303213"/>
                        <a:chOff x="5354637" y="3446463"/>
                        <a:chExt cx="214313" cy="214313"/>
                      </a:xfrm>
                    </p:grpSpPr>
                    <p:sp>
                      <p:nvSpPr>
                        <p:cNvPr id="7082" name="Arc 7081">
                          <a:extLst>
                            <a:ext uri="{FF2B5EF4-FFF2-40B4-BE49-F238E27FC236}">
                              <a16:creationId xmlns:a16="http://schemas.microsoft.com/office/drawing/2014/main" id="{7C6D9F7A-6168-5FA7-61C9-94AA5F3DE54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83" name="Arc 7082">
                          <a:extLst>
                            <a:ext uri="{FF2B5EF4-FFF2-40B4-BE49-F238E27FC236}">
                              <a16:creationId xmlns:a16="http://schemas.microsoft.com/office/drawing/2014/main" id="{D5DBCBF9-0707-C785-BADA-33EEBD9CD61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081" name="TextBox 7080">
                        <a:extLst>
                          <a:ext uri="{FF2B5EF4-FFF2-40B4-BE49-F238E27FC236}">
                            <a16:creationId xmlns:a16="http://schemas.microsoft.com/office/drawing/2014/main" id="{03F98F20-956E-24C7-20A3-59E1C54D269F}"/>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043" name="Group 7042">
                    <a:extLst>
                      <a:ext uri="{FF2B5EF4-FFF2-40B4-BE49-F238E27FC236}">
                        <a16:creationId xmlns:a16="http://schemas.microsoft.com/office/drawing/2014/main" id="{E3C0CB34-3FCD-F50C-2BFD-B8950CBB3B81}"/>
                      </a:ext>
                    </a:extLst>
                  </p:cNvPr>
                  <p:cNvGrpSpPr/>
                  <p:nvPr/>
                </p:nvGrpSpPr>
                <p:grpSpPr>
                  <a:xfrm>
                    <a:off x="5886431" y="3525040"/>
                    <a:ext cx="393192" cy="393192"/>
                    <a:chOff x="5265196" y="3932619"/>
                    <a:chExt cx="393192" cy="393192"/>
                  </a:xfrm>
                </p:grpSpPr>
                <p:grpSp>
                  <p:nvGrpSpPr>
                    <p:cNvPr id="7067" name="Group 7066">
                      <a:extLst>
                        <a:ext uri="{FF2B5EF4-FFF2-40B4-BE49-F238E27FC236}">
                          <a16:creationId xmlns:a16="http://schemas.microsoft.com/office/drawing/2014/main" id="{97607B3D-4F93-580B-8721-3D0A5BD2F90F}"/>
                        </a:ext>
                      </a:extLst>
                    </p:cNvPr>
                    <p:cNvGrpSpPr/>
                    <p:nvPr/>
                  </p:nvGrpSpPr>
                  <p:grpSpPr>
                    <a:xfrm>
                      <a:off x="5354636" y="4022061"/>
                      <a:ext cx="214313" cy="214313"/>
                      <a:chOff x="5354637" y="3446463"/>
                      <a:chExt cx="214313" cy="214313"/>
                    </a:xfrm>
                  </p:grpSpPr>
                  <p:sp>
                    <p:nvSpPr>
                      <p:cNvPr id="7075" name="Arc 7074">
                        <a:extLst>
                          <a:ext uri="{FF2B5EF4-FFF2-40B4-BE49-F238E27FC236}">
                            <a16:creationId xmlns:a16="http://schemas.microsoft.com/office/drawing/2014/main" id="{A738638D-414E-7BF5-2B0A-5E469B50B6C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76" name="Arc 7075">
                        <a:extLst>
                          <a:ext uri="{FF2B5EF4-FFF2-40B4-BE49-F238E27FC236}">
                            <a16:creationId xmlns:a16="http://schemas.microsoft.com/office/drawing/2014/main" id="{1B9594C1-1DCC-94E6-56C6-2F9BC598075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068" name="Group 7067">
                      <a:extLst>
                        <a:ext uri="{FF2B5EF4-FFF2-40B4-BE49-F238E27FC236}">
                          <a16:creationId xmlns:a16="http://schemas.microsoft.com/office/drawing/2014/main" id="{142A788C-9F70-94B0-2DEE-753F7D71CFC9}"/>
                        </a:ext>
                      </a:extLst>
                    </p:cNvPr>
                    <p:cNvGrpSpPr/>
                    <p:nvPr/>
                  </p:nvGrpSpPr>
                  <p:grpSpPr>
                    <a:xfrm rot="14400000">
                      <a:off x="5310186" y="3977611"/>
                      <a:ext cx="303213" cy="303213"/>
                      <a:chOff x="5354637" y="3446463"/>
                      <a:chExt cx="214313" cy="214313"/>
                    </a:xfrm>
                  </p:grpSpPr>
                  <p:sp>
                    <p:nvSpPr>
                      <p:cNvPr id="7073" name="Arc 7072">
                        <a:extLst>
                          <a:ext uri="{FF2B5EF4-FFF2-40B4-BE49-F238E27FC236}">
                            <a16:creationId xmlns:a16="http://schemas.microsoft.com/office/drawing/2014/main" id="{765B5796-4BB9-814B-9D1F-A8662D9E9DB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74" name="Arc 7073">
                        <a:extLst>
                          <a:ext uri="{FF2B5EF4-FFF2-40B4-BE49-F238E27FC236}">
                            <a16:creationId xmlns:a16="http://schemas.microsoft.com/office/drawing/2014/main" id="{BB38D6AC-7F35-5DCE-0367-560E5C356FB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069" name="Group 7068">
                      <a:extLst>
                        <a:ext uri="{FF2B5EF4-FFF2-40B4-BE49-F238E27FC236}">
                          <a16:creationId xmlns:a16="http://schemas.microsoft.com/office/drawing/2014/main" id="{819161FF-AC97-0908-0DC4-F3DE9F198F3D}"/>
                        </a:ext>
                      </a:extLst>
                    </p:cNvPr>
                    <p:cNvGrpSpPr/>
                    <p:nvPr/>
                  </p:nvGrpSpPr>
                  <p:grpSpPr>
                    <a:xfrm rot="7200000">
                      <a:off x="5265196" y="3932619"/>
                      <a:ext cx="393192" cy="393192"/>
                      <a:chOff x="5354637" y="3446463"/>
                      <a:chExt cx="214313" cy="214313"/>
                    </a:xfrm>
                  </p:grpSpPr>
                  <p:sp>
                    <p:nvSpPr>
                      <p:cNvPr id="7071" name="Arc 7070">
                        <a:extLst>
                          <a:ext uri="{FF2B5EF4-FFF2-40B4-BE49-F238E27FC236}">
                            <a16:creationId xmlns:a16="http://schemas.microsoft.com/office/drawing/2014/main" id="{16543D58-3AA1-360C-A94C-8BC31AC1877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72" name="Arc 7071">
                        <a:extLst>
                          <a:ext uri="{FF2B5EF4-FFF2-40B4-BE49-F238E27FC236}">
                            <a16:creationId xmlns:a16="http://schemas.microsoft.com/office/drawing/2014/main" id="{12D56964-7A8F-FE7D-2FD9-DE87A62E05C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070" name="TextBox 7069">
                      <a:extLst>
                        <a:ext uri="{FF2B5EF4-FFF2-40B4-BE49-F238E27FC236}">
                          <a16:creationId xmlns:a16="http://schemas.microsoft.com/office/drawing/2014/main" id="{A1AECA8D-EBD3-7C43-A15C-5BB73A0DB778}"/>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7044" name="Group 7043">
                    <a:extLst>
                      <a:ext uri="{FF2B5EF4-FFF2-40B4-BE49-F238E27FC236}">
                        <a16:creationId xmlns:a16="http://schemas.microsoft.com/office/drawing/2014/main" id="{86D054D6-4D8F-F069-8FA2-CB6EA64F9D3E}"/>
                      </a:ext>
                    </a:extLst>
                  </p:cNvPr>
                  <p:cNvGrpSpPr/>
                  <p:nvPr/>
                </p:nvGrpSpPr>
                <p:grpSpPr>
                  <a:xfrm>
                    <a:off x="6512463" y="3525040"/>
                    <a:ext cx="393192" cy="393192"/>
                    <a:chOff x="6389147" y="3357021"/>
                    <a:chExt cx="393192" cy="393192"/>
                  </a:xfrm>
                </p:grpSpPr>
                <p:grpSp>
                  <p:nvGrpSpPr>
                    <p:cNvPr id="7056" name="Group 7055">
                      <a:extLst>
                        <a:ext uri="{FF2B5EF4-FFF2-40B4-BE49-F238E27FC236}">
                          <a16:creationId xmlns:a16="http://schemas.microsoft.com/office/drawing/2014/main" id="{94E77123-65C9-9EA2-98C5-384DB8FFFFD4}"/>
                        </a:ext>
                      </a:extLst>
                    </p:cNvPr>
                    <p:cNvGrpSpPr/>
                    <p:nvPr/>
                  </p:nvGrpSpPr>
                  <p:grpSpPr>
                    <a:xfrm rot="7200000" flipH="1">
                      <a:off x="6389147" y="3357021"/>
                      <a:ext cx="393192" cy="393192"/>
                      <a:chOff x="5354637" y="3446463"/>
                      <a:chExt cx="214313" cy="214313"/>
                    </a:xfrm>
                  </p:grpSpPr>
                  <p:sp>
                    <p:nvSpPr>
                      <p:cNvPr id="7065" name="Arc 7064">
                        <a:extLst>
                          <a:ext uri="{FF2B5EF4-FFF2-40B4-BE49-F238E27FC236}">
                            <a16:creationId xmlns:a16="http://schemas.microsoft.com/office/drawing/2014/main" id="{E968A942-80BC-DB89-A2F2-E59190A324A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66" name="Arc 7065">
                        <a:extLst>
                          <a:ext uri="{FF2B5EF4-FFF2-40B4-BE49-F238E27FC236}">
                            <a16:creationId xmlns:a16="http://schemas.microsoft.com/office/drawing/2014/main" id="{45F3C906-C95A-0E43-8981-39826650CED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057" name="Group 7056">
                      <a:extLst>
                        <a:ext uri="{FF2B5EF4-FFF2-40B4-BE49-F238E27FC236}">
                          <a16:creationId xmlns:a16="http://schemas.microsoft.com/office/drawing/2014/main" id="{8B4D0485-2B8A-E458-EA6F-FA27F0602FDC}"/>
                        </a:ext>
                      </a:extLst>
                    </p:cNvPr>
                    <p:cNvGrpSpPr/>
                    <p:nvPr/>
                  </p:nvGrpSpPr>
                  <p:grpSpPr>
                    <a:xfrm>
                      <a:off x="6434137" y="3402011"/>
                      <a:ext cx="303213" cy="303213"/>
                      <a:chOff x="6434137" y="3402011"/>
                      <a:chExt cx="303213" cy="303213"/>
                    </a:xfrm>
                  </p:grpSpPr>
                  <p:grpSp>
                    <p:nvGrpSpPr>
                      <p:cNvPr id="7058" name="Group 7057">
                        <a:extLst>
                          <a:ext uri="{FF2B5EF4-FFF2-40B4-BE49-F238E27FC236}">
                            <a16:creationId xmlns:a16="http://schemas.microsoft.com/office/drawing/2014/main" id="{08F908E2-B8A5-FACA-6D76-0D5C832805D5}"/>
                          </a:ext>
                        </a:extLst>
                      </p:cNvPr>
                      <p:cNvGrpSpPr/>
                      <p:nvPr/>
                    </p:nvGrpSpPr>
                    <p:grpSpPr>
                      <a:xfrm flipH="1">
                        <a:off x="6478587" y="3446461"/>
                        <a:ext cx="214313" cy="214313"/>
                        <a:chOff x="5354637" y="3446463"/>
                        <a:chExt cx="214313" cy="214313"/>
                      </a:xfrm>
                    </p:grpSpPr>
                    <p:sp>
                      <p:nvSpPr>
                        <p:cNvPr id="7063" name="Arc 7062">
                          <a:extLst>
                            <a:ext uri="{FF2B5EF4-FFF2-40B4-BE49-F238E27FC236}">
                              <a16:creationId xmlns:a16="http://schemas.microsoft.com/office/drawing/2014/main" id="{8E11E47F-7F74-36E7-9588-95D5DB6B46B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64" name="Arc 7063">
                          <a:extLst>
                            <a:ext uri="{FF2B5EF4-FFF2-40B4-BE49-F238E27FC236}">
                              <a16:creationId xmlns:a16="http://schemas.microsoft.com/office/drawing/2014/main" id="{F5B83BB4-AC8F-1A13-8801-8A8F5CCF0F3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059" name="Group 7058">
                        <a:extLst>
                          <a:ext uri="{FF2B5EF4-FFF2-40B4-BE49-F238E27FC236}">
                            <a16:creationId xmlns:a16="http://schemas.microsoft.com/office/drawing/2014/main" id="{07581449-4D4C-7F95-B444-526C2B3210E8}"/>
                          </a:ext>
                        </a:extLst>
                      </p:cNvPr>
                      <p:cNvGrpSpPr/>
                      <p:nvPr/>
                    </p:nvGrpSpPr>
                    <p:grpSpPr>
                      <a:xfrm rot="14400000" flipH="1">
                        <a:off x="6434137" y="3402011"/>
                        <a:ext cx="303213" cy="303213"/>
                        <a:chOff x="5354637" y="3446463"/>
                        <a:chExt cx="214313" cy="214313"/>
                      </a:xfrm>
                    </p:grpSpPr>
                    <p:sp>
                      <p:nvSpPr>
                        <p:cNvPr id="7061" name="Arc 7060">
                          <a:extLst>
                            <a:ext uri="{FF2B5EF4-FFF2-40B4-BE49-F238E27FC236}">
                              <a16:creationId xmlns:a16="http://schemas.microsoft.com/office/drawing/2014/main" id="{27E1BBA8-C9DB-F437-1219-4905C377D0F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62" name="Arc 7061">
                          <a:extLst>
                            <a:ext uri="{FF2B5EF4-FFF2-40B4-BE49-F238E27FC236}">
                              <a16:creationId xmlns:a16="http://schemas.microsoft.com/office/drawing/2014/main" id="{EBB5E2E5-3C61-F53D-F1B9-6DAA03CD435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060" name="TextBox 7059">
                        <a:extLst>
                          <a:ext uri="{FF2B5EF4-FFF2-40B4-BE49-F238E27FC236}">
                            <a16:creationId xmlns:a16="http://schemas.microsoft.com/office/drawing/2014/main" id="{4AD0BBD2-5A64-DECE-D41F-B38616E39D07}"/>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7045" name="Group 7044">
                    <a:extLst>
                      <a:ext uri="{FF2B5EF4-FFF2-40B4-BE49-F238E27FC236}">
                        <a16:creationId xmlns:a16="http://schemas.microsoft.com/office/drawing/2014/main" id="{9D2345EC-F433-BEE6-C4C1-D9A991589924}"/>
                      </a:ext>
                    </a:extLst>
                  </p:cNvPr>
                  <p:cNvGrpSpPr/>
                  <p:nvPr/>
                </p:nvGrpSpPr>
                <p:grpSpPr>
                  <a:xfrm>
                    <a:off x="6197413" y="3225768"/>
                    <a:ext cx="393192" cy="393192"/>
                    <a:chOff x="6389147" y="3932622"/>
                    <a:chExt cx="393192" cy="393192"/>
                  </a:xfrm>
                </p:grpSpPr>
                <p:grpSp>
                  <p:nvGrpSpPr>
                    <p:cNvPr id="7046" name="Group 7045">
                      <a:extLst>
                        <a:ext uri="{FF2B5EF4-FFF2-40B4-BE49-F238E27FC236}">
                          <a16:creationId xmlns:a16="http://schemas.microsoft.com/office/drawing/2014/main" id="{D95EFA3A-CE10-1272-E41C-3302632E7CA3}"/>
                        </a:ext>
                      </a:extLst>
                    </p:cNvPr>
                    <p:cNvGrpSpPr/>
                    <p:nvPr/>
                  </p:nvGrpSpPr>
                  <p:grpSpPr>
                    <a:xfrm flipH="1">
                      <a:off x="6478587" y="4022061"/>
                      <a:ext cx="214313" cy="214313"/>
                      <a:chOff x="5354637" y="3446463"/>
                      <a:chExt cx="214313" cy="214313"/>
                    </a:xfrm>
                  </p:grpSpPr>
                  <p:sp>
                    <p:nvSpPr>
                      <p:cNvPr id="7054" name="Arc 7053">
                        <a:extLst>
                          <a:ext uri="{FF2B5EF4-FFF2-40B4-BE49-F238E27FC236}">
                            <a16:creationId xmlns:a16="http://schemas.microsoft.com/office/drawing/2014/main" id="{418E0836-5D40-4395-6BA5-7090FD193E0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55" name="Arc 7054">
                        <a:extLst>
                          <a:ext uri="{FF2B5EF4-FFF2-40B4-BE49-F238E27FC236}">
                            <a16:creationId xmlns:a16="http://schemas.microsoft.com/office/drawing/2014/main" id="{62B46822-E12E-54BA-9CAE-BCFFA0E41C1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047" name="Group 7046">
                      <a:extLst>
                        <a:ext uri="{FF2B5EF4-FFF2-40B4-BE49-F238E27FC236}">
                          <a16:creationId xmlns:a16="http://schemas.microsoft.com/office/drawing/2014/main" id="{038500A2-37BC-E977-FD5B-FCFF6AC9FBB8}"/>
                        </a:ext>
                      </a:extLst>
                    </p:cNvPr>
                    <p:cNvGrpSpPr/>
                    <p:nvPr/>
                  </p:nvGrpSpPr>
                  <p:grpSpPr>
                    <a:xfrm rot="7200000" flipH="1">
                      <a:off x="6434137" y="3977611"/>
                      <a:ext cx="303213" cy="303213"/>
                      <a:chOff x="5354637" y="3446463"/>
                      <a:chExt cx="214313" cy="214313"/>
                    </a:xfrm>
                  </p:grpSpPr>
                  <p:sp>
                    <p:nvSpPr>
                      <p:cNvPr id="7052" name="Arc 7051">
                        <a:extLst>
                          <a:ext uri="{FF2B5EF4-FFF2-40B4-BE49-F238E27FC236}">
                            <a16:creationId xmlns:a16="http://schemas.microsoft.com/office/drawing/2014/main" id="{666F0055-E62A-9FEF-2140-72CF5B89BAC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53" name="Arc 7052">
                        <a:extLst>
                          <a:ext uri="{FF2B5EF4-FFF2-40B4-BE49-F238E27FC236}">
                            <a16:creationId xmlns:a16="http://schemas.microsoft.com/office/drawing/2014/main" id="{69E664CF-E476-69EF-7C8D-A7948CA8A94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048" name="Group 7047">
                      <a:extLst>
                        <a:ext uri="{FF2B5EF4-FFF2-40B4-BE49-F238E27FC236}">
                          <a16:creationId xmlns:a16="http://schemas.microsoft.com/office/drawing/2014/main" id="{025409EF-0A8B-037B-3A5B-468D89D183BE}"/>
                        </a:ext>
                      </a:extLst>
                    </p:cNvPr>
                    <p:cNvGrpSpPr/>
                    <p:nvPr/>
                  </p:nvGrpSpPr>
                  <p:grpSpPr>
                    <a:xfrm rot="14400000" flipH="1">
                      <a:off x="6389147" y="3932622"/>
                      <a:ext cx="393192" cy="393192"/>
                      <a:chOff x="5354637" y="3446463"/>
                      <a:chExt cx="214313" cy="214313"/>
                    </a:xfrm>
                  </p:grpSpPr>
                  <p:sp>
                    <p:nvSpPr>
                      <p:cNvPr id="7050" name="Arc 7049">
                        <a:extLst>
                          <a:ext uri="{FF2B5EF4-FFF2-40B4-BE49-F238E27FC236}">
                            <a16:creationId xmlns:a16="http://schemas.microsoft.com/office/drawing/2014/main" id="{D1A69D85-1157-A738-24C5-1D32CA5FC80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51" name="Arc 7050">
                        <a:extLst>
                          <a:ext uri="{FF2B5EF4-FFF2-40B4-BE49-F238E27FC236}">
                            <a16:creationId xmlns:a16="http://schemas.microsoft.com/office/drawing/2014/main" id="{18634FB0-7C17-46BA-C566-98EB584B643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049" name="TextBox 7048">
                      <a:extLst>
                        <a:ext uri="{FF2B5EF4-FFF2-40B4-BE49-F238E27FC236}">
                          <a16:creationId xmlns:a16="http://schemas.microsoft.com/office/drawing/2014/main" id="{F3875182-8CAF-92FF-6B0E-12264561718D}"/>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995" name="Group 6994">
                  <a:extLst>
                    <a:ext uri="{FF2B5EF4-FFF2-40B4-BE49-F238E27FC236}">
                      <a16:creationId xmlns:a16="http://schemas.microsoft.com/office/drawing/2014/main" id="{67FFF275-9523-652D-AB8D-ABC5CE87F049}"/>
                    </a:ext>
                  </a:extLst>
                </p:cNvPr>
                <p:cNvGrpSpPr/>
                <p:nvPr/>
              </p:nvGrpSpPr>
              <p:grpSpPr>
                <a:xfrm>
                  <a:off x="6069086" y="3246228"/>
                  <a:ext cx="1019224" cy="991639"/>
                  <a:chOff x="5886431" y="3225768"/>
                  <a:chExt cx="1019224" cy="991639"/>
                </a:xfrm>
              </p:grpSpPr>
              <p:grpSp>
                <p:nvGrpSpPr>
                  <p:cNvPr id="6996" name="Group 6995">
                    <a:extLst>
                      <a:ext uri="{FF2B5EF4-FFF2-40B4-BE49-F238E27FC236}">
                        <a16:creationId xmlns:a16="http://schemas.microsoft.com/office/drawing/2014/main" id="{683FFD72-7F94-CA8F-520B-F5EB381D50E7}"/>
                      </a:ext>
                    </a:extLst>
                  </p:cNvPr>
                  <p:cNvGrpSpPr/>
                  <p:nvPr/>
                </p:nvGrpSpPr>
                <p:grpSpPr>
                  <a:xfrm>
                    <a:off x="6197413" y="3824215"/>
                    <a:ext cx="393192" cy="393192"/>
                    <a:chOff x="5265196" y="3357021"/>
                    <a:chExt cx="393192" cy="393192"/>
                  </a:xfrm>
                </p:grpSpPr>
                <p:grpSp>
                  <p:nvGrpSpPr>
                    <p:cNvPr id="7031" name="Group 7030">
                      <a:extLst>
                        <a:ext uri="{FF2B5EF4-FFF2-40B4-BE49-F238E27FC236}">
                          <a16:creationId xmlns:a16="http://schemas.microsoft.com/office/drawing/2014/main" id="{4FC240F1-81EA-5CD1-2873-66E61673283A}"/>
                        </a:ext>
                      </a:extLst>
                    </p:cNvPr>
                    <p:cNvGrpSpPr/>
                    <p:nvPr/>
                  </p:nvGrpSpPr>
                  <p:grpSpPr>
                    <a:xfrm rot="14400000">
                      <a:off x="5265196" y="3357021"/>
                      <a:ext cx="393192" cy="393192"/>
                      <a:chOff x="5354637" y="3446463"/>
                      <a:chExt cx="214313" cy="214313"/>
                    </a:xfrm>
                  </p:grpSpPr>
                  <p:sp>
                    <p:nvSpPr>
                      <p:cNvPr id="7040" name="Arc 7039">
                        <a:extLst>
                          <a:ext uri="{FF2B5EF4-FFF2-40B4-BE49-F238E27FC236}">
                            <a16:creationId xmlns:a16="http://schemas.microsoft.com/office/drawing/2014/main" id="{D320F027-6339-80FD-8E45-B917ED8119D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41" name="Arc 7040">
                        <a:extLst>
                          <a:ext uri="{FF2B5EF4-FFF2-40B4-BE49-F238E27FC236}">
                            <a16:creationId xmlns:a16="http://schemas.microsoft.com/office/drawing/2014/main" id="{4E0BB6DD-340E-BEEE-CAC9-9963E4720E9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032" name="Group 7031">
                      <a:extLst>
                        <a:ext uri="{FF2B5EF4-FFF2-40B4-BE49-F238E27FC236}">
                          <a16:creationId xmlns:a16="http://schemas.microsoft.com/office/drawing/2014/main" id="{D4A32D75-95BD-2E5F-111F-C603BA4ABCB9}"/>
                        </a:ext>
                      </a:extLst>
                    </p:cNvPr>
                    <p:cNvGrpSpPr/>
                    <p:nvPr/>
                  </p:nvGrpSpPr>
                  <p:grpSpPr>
                    <a:xfrm>
                      <a:off x="5310186" y="3402011"/>
                      <a:ext cx="303213" cy="303213"/>
                      <a:chOff x="5310186" y="3402011"/>
                      <a:chExt cx="303213" cy="303213"/>
                    </a:xfrm>
                  </p:grpSpPr>
                  <p:grpSp>
                    <p:nvGrpSpPr>
                      <p:cNvPr id="7033" name="Group 7032">
                        <a:extLst>
                          <a:ext uri="{FF2B5EF4-FFF2-40B4-BE49-F238E27FC236}">
                            <a16:creationId xmlns:a16="http://schemas.microsoft.com/office/drawing/2014/main" id="{A0D6DCD0-8CC7-18A5-4281-5A683EF668C3}"/>
                          </a:ext>
                        </a:extLst>
                      </p:cNvPr>
                      <p:cNvGrpSpPr/>
                      <p:nvPr/>
                    </p:nvGrpSpPr>
                    <p:grpSpPr>
                      <a:xfrm>
                        <a:off x="5354636" y="3446461"/>
                        <a:ext cx="214313" cy="214313"/>
                        <a:chOff x="5354637" y="3446463"/>
                        <a:chExt cx="214313" cy="214313"/>
                      </a:xfrm>
                    </p:grpSpPr>
                    <p:sp>
                      <p:nvSpPr>
                        <p:cNvPr id="7038" name="Arc 7037">
                          <a:extLst>
                            <a:ext uri="{FF2B5EF4-FFF2-40B4-BE49-F238E27FC236}">
                              <a16:creationId xmlns:a16="http://schemas.microsoft.com/office/drawing/2014/main" id="{E190FFDA-1CC9-62B4-A618-F730CCA0430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39" name="Arc 7038">
                          <a:extLst>
                            <a:ext uri="{FF2B5EF4-FFF2-40B4-BE49-F238E27FC236}">
                              <a16:creationId xmlns:a16="http://schemas.microsoft.com/office/drawing/2014/main" id="{AE05ADB1-28E2-F8AD-6A49-9977146CFFD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034" name="Group 7033">
                        <a:extLst>
                          <a:ext uri="{FF2B5EF4-FFF2-40B4-BE49-F238E27FC236}">
                            <a16:creationId xmlns:a16="http://schemas.microsoft.com/office/drawing/2014/main" id="{08FB707C-95AC-CCE6-1703-683EFAAB17F6}"/>
                          </a:ext>
                        </a:extLst>
                      </p:cNvPr>
                      <p:cNvGrpSpPr/>
                      <p:nvPr/>
                    </p:nvGrpSpPr>
                    <p:grpSpPr>
                      <a:xfrm rot="7200000">
                        <a:off x="5310186" y="3402011"/>
                        <a:ext cx="303213" cy="303213"/>
                        <a:chOff x="5354637" y="3446463"/>
                        <a:chExt cx="214313" cy="214313"/>
                      </a:xfrm>
                    </p:grpSpPr>
                    <p:sp>
                      <p:nvSpPr>
                        <p:cNvPr id="7036" name="Arc 7035">
                          <a:extLst>
                            <a:ext uri="{FF2B5EF4-FFF2-40B4-BE49-F238E27FC236}">
                              <a16:creationId xmlns:a16="http://schemas.microsoft.com/office/drawing/2014/main" id="{2C530C48-98CC-BDF1-5BD3-8E2F298BAE8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37" name="Arc 7036">
                          <a:extLst>
                            <a:ext uri="{FF2B5EF4-FFF2-40B4-BE49-F238E27FC236}">
                              <a16:creationId xmlns:a16="http://schemas.microsoft.com/office/drawing/2014/main" id="{755AC7F0-4A47-12D2-2DA2-6D273759A9A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035" name="TextBox 7034">
                        <a:extLst>
                          <a:ext uri="{FF2B5EF4-FFF2-40B4-BE49-F238E27FC236}">
                            <a16:creationId xmlns:a16="http://schemas.microsoft.com/office/drawing/2014/main" id="{B3A76DB4-B85C-A87B-EC2E-C2238A6D82A1}"/>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997" name="Group 6996">
                    <a:extLst>
                      <a:ext uri="{FF2B5EF4-FFF2-40B4-BE49-F238E27FC236}">
                        <a16:creationId xmlns:a16="http://schemas.microsoft.com/office/drawing/2014/main" id="{898B80FB-1896-8694-BC5E-F7DF1216059B}"/>
                      </a:ext>
                    </a:extLst>
                  </p:cNvPr>
                  <p:cNvGrpSpPr/>
                  <p:nvPr/>
                </p:nvGrpSpPr>
                <p:grpSpPr>
                  <a:xfrm>
                    <a:off x="5886431" y="3525040"/>
                    <a:ext cx="393192" cy="393192"/>
                    <a:chOff x="5265196" y="3932619"/>
                    <a:chExt cx="393192" cy="393192"/>
                  </a:xfrm>
                </p:grpSpPr>
                <p:grpSp>
                  <p:nvGrpSpPr>
                    <p:cNvPr id="7021" name="Group 7020">
                      <a:extLst>
                        <a:ext uri="{FF2B5EF4-FFF2-40B4-BE49-F238E27FC236}">
                          <a16:creationId xmlns:a16="http://schemas.microsoft.com/office/drawing/2014/main" id="{4E58FD29-AB69-11AC-1E84-5426A1CBD9B1}"/>
                        </a:ext>
                      </a:extLst>
                    </p:cNvPr>
                    <p:cNvGrpSpPr/>
                    <p:nvPr/>
                  </p:nvGrpSpPr>
                  <p:grpSpPr>
                    <a:xfrm>
                      <a:off x="5354636" y="4022061"/>
                      <a:ext cx="214313" cy="214313"/>
                      <a:chOff x="5354637" y="3446463"/>
                      <a:chExt cx="214313" cy="214313"/>
                    </a:xfrm>
                  </p:grpSpPr>
                  <p:sp>
                    <p:nvSpPr>
                      <p:cNvPr id="7029" name="Arc 7028">
                        <a:extLst>
                          <a:ext uri="{FF2B5EF4-FFF2-40B4-BE49-F238E27FC236}">
                            <a16:creationId xmlns:a16="http://schemas.microsoft.com/office/drawing/2014/main" id="{B48AAA79-BDD0-4621-2052-BA96F93F9DC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30" name="Arc 7029">
                        <a:extLst>
                          <a:ext uri="{FF2B5EF4-FFF2-40B4-BE49-F238E27FC236}">
                            <a16:creationId xmlns:a16="http://schemas.microsoft.com/office/drawing/2014/main" id="{700AE73C-FF4F-22D1-B5B7-EBD8CEB8F5F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022" name="Group 7021">
                      <a:extLst>
                        <a:ext uri="{FF2B5EF4-FFF2-40B4-BE49-F238E27FC236}">
                          <a16:creationId xmlns:a16="http://schemas.microsoft.com/office/drawing/2014/main" id="{48CAD892-E8DE-551C-7B82-5C6E63BA818F}"/>
                        </a:ext>
                      </a:extLst>
                    </p:cNvPr>
                    <p:cNvGrpSpPr/>
                    <p:nvPr/>
                  </p:nvGrpSpPr>
                  <p:grpSpPr>
                    <a:xfrm rot="14400000">
                      <a:off x="5310186" y="3977611"/>
                      <a:ext cx="303213" cy="303213"/>
                      <a:chOff x="5354637" y="3446463"/>
                      <a:chExt cx="214313" cy="214313"/>
                    </a:xfrm>
                  </p:grpSpPr>
                  <p:sp>
                    <p:nvSpPr>
                      <p:cNvPr id="7027" name="Arc 7026">
                        <a:extLst>
                          <a:ext uri="{FF2B5EF4-FFF2-40B4-BE49-F238E27FC236}">
                            <a16:creationId xmlns:a16="http://schemas.microsoft.com/office/drawing/2014/main" id="{B815C8A7-8B71-79C0-50B0-5A509555777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8" name="Arc 7027">
                        <a:extLst>
                          <a:ext uri="{FF2B5EF4-FFF2-40B4-BE49-F238E27FC236}">
                            <a16:creationId xmlns:a16="http://schemas.microsoft.com/office/drawing/2014/main" id="{5824E36B-081B-CB26-006B-BA6421F6324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023" name="Group 7022">
                      <a:extLst>
                        <a:ext uri="{FF2B5EF4-FFF2-40B4-BE49-F238E27FC236}">
                          <a16:creationId xmlns:a16="http://schemas.microsoft.com/office/drawing/2014/main" id="{CE763814-1D4A-51C0-B457-0D8335546AB2}"/>
                        </a:ext>
                      </a:extLst>
                    </p:cNvPr>
                    <p:cNvGrpSpPr/>
                    <p:nvPr/>
                  </p:nvGrpSpPr>
                  <p:grpSpPr>
                    <a:xfrm rot="7200000">
                      <a:off x="5265196" y="3932619"/>
                      <a:ext cx="393192" cy="393192"/>
                      <a:chOff x="5354637" y="3446463"/>
                      <a:chExt cx="214313" cy="214313"/>
                    </a:xfrm>
                  </p:grpSpPr>
                  <p:sp>
                    <p:nvSpPr>
                      <p:cNvPr id="7025" name="Arc 7024">
                        <a:extLst>
                          <a:ext uri="{FF2B5EF4-FFF2-40B4-BE49-F238E27FC236}">
                            <a16:creationId xmlns:a16="http://schemas.microsoft.com/office/drawing/2014/main" id="{A800481D-7FAA-70BF-E66A-843C740118F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6" name="Arc 7025">
                        <a:extLst>
                          <a:ext uri="{FF2B5EF4-FFF2-40B4-BE49-F238E27FC236}">
                            <a16:creationId xmlns:a16="http://schemas.microsoft.com/office/drawing/2014/main" id="{D890C68B-AFC8-BB2F-7154-3E9842D12F9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024" name="TextBox 7023">
                      <a:extLst>
                        <a:ext uri="{FF2B5EF4-FFF2-40B4-BE49-F238E27FC236}">
                          <a16:creationId xmlns:a16="http://schemas.microsoft.com/office/drawing/2014/main" id="{C1590E82-EE0E-A969-91BF-DA2D0183491F}"/>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6998" name="Group 6997">
                    <a:extLst>
                      <a:ext uri="{FF2B5EF4-FFF2-40B4-BE49-F238E27FC236}">
                        <a16:creationId xmlns:a16="http://schemas.microsoft.com/office/drawing/2014/main" id="{1D7FD7DE-7303-7D2A-C9C1-F6639F3AB3B3}"/>
                      </a:ext>
                    </a:extLst>
                  </p:cNvPr>
                  <p:cNvGrpSpPr/>
                  <p:nvPr/>
                </p:nvGrpSpPr>
                <p:grpSpPr>
                  <a:xfrm>
                    <a:off x="6512463" y="3525040"/>
                    <a:ext cx="393192" cy="393192"/>
                    <a:chOff x="6389147" y="3357021"/>
                    <a:chExt cx="393192" cy="393192"/>
                  </a:xfrm>
                </p:grpSpPr>
                <p:grpSp>
                  <p:nvGrpSpPr>
                    <p:cNvPr id="7010" name="Group 7009">
                      <a:extLst>
                        <a:ext uri="{FF2B5EF4-FFF2-40B4-BE49-F238E27FC236}">
                          <a16:creationId xmlns:a16="http://schemas.microsoft.com/office/drawing/2014/main" id="{4B051CB6-27CA-BC60-928B-A56EFA0C328E}"/>
                        </a:ext>
                      </a:extLst>
                    </p:cNvPr>
                    <p:cNvGrpSpPr/>
                    <p:nvPr/>
                  </p:nvGrpSpPr>
                  <p:grpSpPr>
                    <a:xfrm rot="7200000" flipH="1">
                      <a:off x="6389147" y="3357021"/>
                      <a:ext cx="393192" cy="393192"/>
                      <a:chOff x="5354637" y="3446463"/>
                      <a:chExt cx="214313" cy="214313"/>
                    </a:xfrm>
                  </p:grpSpPr>
                  <p:sp>
                    <p:nvSpPr>
                      <p:cNvPr id="7019" name="Arc 7018">
                        <a:extLst>
                          <a:ext uri="{FF2B5EF4-FFF2-40B4-BE49-F238E27FC236}">
                            <a16:creationId xmlns:a16="http://schemas.microsoft.com/office/drawing/2014/main" id="{0966DDE7-D86D-C778-CB8A-DCBB0C45274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20" name="Arc 7019">
                        <a:extLst>
                          <a:ext uri="{FF2B5EF4-FFF2-40B4-BE49-F238E27FC236}">
                            <a16:creationId xmlns:a16="http://schemas.microsoft.com/office/drawing/2014/main" id="{D8B1E3B2-D480-8060-0545-3D9BDB31C50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011" name="Group 7010">
                      <a:extLst>
                        <a:ext uri="{FF2B5EF4-FFF2-40B4-BE49-F238E27FC236}">
                          <a16:creationId xmlns:a16="http://schemas.microsoft.com/office/drawing/2014/main" id="{89BC5B11-0787-ADE6-D8B8-64F9DF8BC938}"/>
                        </a:ext>
                      </a:extLst>
                    </p:cNvPr>
                    <p:cNvGrpSpPr/>
                    <p:nvPr/>
                  </p:nvGrpSpPr>
                  <p:grpSpPr>
                    <a:xfrm>
                      <a:off x="6434137" y="3402011"/>
                      <a:ext cx="303213" cy="303213"/>
                      <a:chOff x="6434137" y="3402011"/>
                      <a:chExt cx="303213" cy="303213"/>
                    </a:xfrm>
                  </p:grpSpPr>
                  <p:grpSp>
                    <p:nvGrpSpPr>
                      <p:cNvPr id="7012" name="Group 7011">
                        <a:extLst>
                          <a:ext uri="{FF2B5EF4-FFF2-40B4-BE49-F238E27FC236}">
                            <a16:creationId xmlns:a16="http://schemas.microsoft.com/office/drawing/2014/main" id="{E1DB7F4B-FA3B-FA00-B1B9-728BBD4000BD}"/>
                          </a:ext>
                        </a:extLst>
                      </p:cNvPr>
                      <p:cNvGrpSpPr/>
                      <p:nvPr/>
                    </p:nvGrpSpPr>
                    <p:grpSpPr>
                      <a:xfrm flipH="1">
                        <a:off x="6478587" y="3446461"/>
                        <a:ext cx="214313" cy="214313"/>
                        <a:chOff x="5354637" y="3446463"/>
                        <a:chExt cx="214313" cy="214313"/>
                      </a:xfrm>
                    </p:grpSpPr>
                    <p:sp>
                      <p:nvSpPr>
                        <p:cNvPr id="7017" name="Arc 7016">
                          <a:extLst>
                            <a:ext uri="{FF2B5EF4-FFF2-40B4-BE49-F238E27FC236}">
                              <a16:creationId xmlns:a16="http://schemas.microsoft.com/office/drawing/2014/main" id="{2E50BEBC-42C5-A95C-0417-620DA8EC4F1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18" name="Arc 7017">
                          <a:extLst>
                            <a:ext uri="{FF2B5EF4-FFF2-40B4-BE49-F238E27FC236}">
                              <a16:creationId xmlns:a16="http://schemas.microsoft.com/office/drawing/2014/main" id="{E1712D1B-60D8-C2AE-703D-68BEF566CF4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013" name="Group 7012">
                        <a:extLst>
                          <a:ext uri="{FF2B5EF4-FFF2-40B4-BE49-F238E27FC236}">
                            <a16:creationId xmlns:a16="http://schemas.microsoft.com/office/drawing/2014/main" id="{CA3577AE-B89D-52A8-93A8-286CFAAD3192}"/>
                          </a:ext>
                        </a:extLst>
                      </p:cNvPr>
                      <p:cNvGrpSpPr/>
                      <p:nvPr/>
                    </p:nvGrpSpPr>
                    <p:grpSpPr>
                      <a:xfrm rot="14400000" flipH="1">
                        <a:off x="6434137" y="3402011"/>
                        <a:ext cx="303213" cy="303213"/>
                        <a:chOff x="5354637" y="3446463"/>
                        <a:chExt cx="214313" cy="214313"/>
                      </a:xfrm>
                    </p:grpSpPr>
                    <p:sp>
                      <p:nvSpPr>
                        <p:cNvPr id="7015" name="Arc 7014">
                          <a:extLst>
                            <a:ext uri="{FF2B5EF4-FFF2-40B4-BE49-F238E27FC236}">
                              <a16:creationId xmlns:a16="http://schemas.microsoft.com/office/drawing/2014/main" id="{076C7889-82C6-2779-BB6B-BF0762A99F8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16" name="Arc 7015">
                          <a:extLst>
                            <a:ext uri="{FF2B5EF4-FFF2-40B4-BE49-F238E27FC236}">
                              <a16:creationId xmlns:a16="http://schemas.microsoft.com/office/drawing/2014/main" id="{C047925B-0367-5FD4-3F20-6407D8A80A5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014" name="TextBox 7013">
                        <a:extLst>
                          <a:ext uri="{FF2B5EF4-FFF2-40B4-BE49-F238E27FC236}">
                            <a16:creationId xmlns:a16="http://schemas.microsoft.com/office/drawing/2014/main" id="{35EF593B-AB24-2218-9FCA-F03F88E393FE}"/>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999" name="Group 6998">
                    <a:extLst>
                      <a:ext uri="{FF2B5EF4-FFF2-40B4-BE49-F238E27FC236}">
                        <a16:creationId xmlns:a16="http://schemas.microsoft.com/office/drawing/2014/main" id="{04FE6B34-E92E-8442-7FB6-A4E4BD132007}"/>
                      </a:ext>
                    </a:extLst>
                  </p:cNvPr>
                  <p:cNvGrpSpPr/>
                  <p:nvPr/>
                </p:nvGrpSpPr>
                <p:grpSpPr>
                  <a:xfrm>
                    <a:off x="6197413" y="3225768"/>
                    <a:ext cx="393192" cy="393192"/>
                    <a:chOff x="6389147" y="3932622"/>
                    <a:chExt cx="393192" cy="393192"/>
                  </a:xfrm>
                </p:grpSpPr>
                <p:grpSp>
                  <p:nvGrpSpPr>
                    <p:cNvPr id="7000" name="Group 6999">
                      <a:extLst>
                        <a:ext uri="{FF2B5EF4-FFF2-40B4-BE49-F238E27FC236}">
                          <a16:creationId xmlns:a16="http://schemas.microsoft.com/office/drawing/2014/main" id="{90F68F86-9D99-4DDD-A777-E9C77229EF44}"/>
                        </a:ext>
                      </a:extLst>
                    </p:cNvPr>
                    <p:cNvGrpSpPr/>
                    <p:nvPr/>
                  </p:nvGrpSpPr>
                  <p:grpSpPr>
                    <a:xfrm flipH="1">
                      <a:off x="6478587" y="4022061"/>
                      <a:ext cx="214313" cy="214313"/>
                      <a:chOff x="5354637" y="3446463"/>
                      <a:chExt cx="214313" cy="214313"/>
                    </a:xfrm>
                  </p:grpSpPr>
                  <p:sp>
                    <p:nvSpPr>
                      <p:cNvPr id="7008" name="Arc 7007">
                        <a:extLst>
                          <a:ext uri="{FF2B5EF4-FFF2-40B4-BE49-F238E27FC236}">
                            <a16:creationId xmlns:a16="http://schemas.microsoft.com/office/drawing/2014/main" id="{5040565E-6421-B018-D083-B80B3EAEB3F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9" name="Arc 7008">
                        <a:extLst>
                          <a:ext uri="{FF2B5EF4-FFF2-40B4-BE49-F238E27FC236}">
                            <a16:creationId xmlns:a16="http://schemas.microsoft.com/office/drawing/2014/main" id="{79BC77CE-827F-7A1F-AD4A-5DB241D43E9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001" name="Group 7000">
                      <a:extLst>
                        <a:ext uri="{FF2B5EF4-FFF2-40B4-BE49-F238E27FC236}">
                          <a16:creationId xmlns:a16="http://schemas.microsoft.com/office/drawing/2014/main" id="{DC744EAD-3B7E-BF3B-011D-EBF43C9CBD5A}"/>
                        </a:ext>
                      </a:extLst>
                    </p:cNvPr>
                    <p:cNvGrpSpPr/>
                    <p:nvPr/>
                  </p:nvGrpSpPr>
                  <p:grpSpPr>
                    <a:xfrm rot="7200000" flipH="1">
                      <a:off x="6434137" y="3977611"/>
                      <a:ext cx="303213" cy="303213"/>
                      <a:chOff x="5354637" y="3446463"/>
                      <a:chExt cx="214313" cy="214313"/>
                    </a:xfrm>
                  </p:grpSpPr>
                  <p:sp>
                    <p:nvSpPr>
                      <p:cNvPr id="7006" name="Arc 7005">
                        <a:extLst>
                          <a:ext uri="{FF2B5EF4-FFF2-40B4-BE49-F238E27FC236}">
                            <a16:creationId xmlns:a16="http://schemas.microsoft.com/office/drawing/2014/main" id="{E763D56D-7671-8B6F-E270-F45E280E412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7" name="Arc 7006">
                        <a:extLst>
                          <a:ext uri="{FF2B5EF4-FFF2-40B4-BE49-F238E27FC236}">
                            <a16:creationId xmlns:a16="http://schemas.microsoft.com/office/drawing/2014/main" id="{38F3C1CC-A5FE-2F2E-F7D5-2CCFE55CF9B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7002" name="Group 7001">
                      <a:extLst>
                        <a:ext uri="{FF2B5EF4-FFF2-40B4-BE49-F238E27FC236}">
                          <a16:creationId xmlns:a16="http://schemas.microsoft.com/office/drawing/2014/main" id="{C9DB1BB2-2C7F-2DAF-B697-44D135C7E7CB}"/>
                        </a:ext>
                      </a:extLst>
                    </p:cNvPr>
                    <p:cNvGrpSpPr/>
                    <p:nvPr/>
                  </p:nvGrpSpPr>
                  <p:grpSpPr>
                    <a:xfrm rot="14400000" flipH="1">
                      <a:off x="6389147" y="3932622"/>
                      <a:ext cx="393192" cy="393192"/>
                      <a:chOff x="5354637" y="3446463"/>
                      <a:chExt cx="214313" cy="214313"/>
                    </a:xfrm>
                  </p:grpSpPr>
                  <p:sp>
                    <p:nvSpPr>
                      <p:cNvPr id="7004" name="Arc 7003">
                        <a:extLst>
                          <a:ext uri="{FF2B5EF4-FFF2-40B4-BE49-F238E27FC236}">
                            <a16:creationId xmlns:a16="http://schemas.microsoft.com/office/drawing/2014/main" id="{D60B6E58-AC14-FCAE-2C4B-C19A532543E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05" name="Arc 7004">
                        <a:extLst>
                          <a:ext uri="{FF2B5EF4-FFF2-40B4-BE49-F238E27FC236}">
                            <a16:creationId xmlns:a16="http://schemas.microsoft.com/office/drawing/2014/main" id="{71371F52-2D01-C690-7710-62AC9ED5B48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7003" name="TextBox 7002">
                      <a:extLst>
                        <a:ext uri="{FF2B5EF4-FFF2-40B4-BE49-F238E27FC236}">
                          <a16:creationId xmlns:a16="http://schemas.microsoft.com/office/drawing/2014/main" id="{DDE9D9DE-DF69-3526-7D5C-DAD532DEAAD2}"/>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6899" name="Group 6898">
                <a:extLst>
                  <a:ext uri="{FF2B5EF4-FFF2-40B4-BE49-F238E27FC236}">
                    <a16:creationId xmlns:a16="http://schemas.microsoft.com/office/drawing/2014/main" id="{7BB1477F-F170-5458-A85A-21746C04083F}"/>
                  </a:ext>
                </a:extLst>
              </p:cNvPr>
              <p:cNvGrpSpPr/>
              <p:nvPr/>
            </p:nvGrpSpPr>
            <p:grpSpPr>
              <a:xfrm>
                <a:off x="6065340" y="2039507"/>
                <a:ext cx="1643204" cy="1593124"/>
                <a:chOff x="5445106" y="2644743"/>
                <a:chExt cx="1643204" cy="1593124"/>
              </a:xfrm>
            </p:grpSpPr>
            <p:grpSp>
              <p:nvGrpSpPr>
                <p:cNvPr id="6900" name="Group 6899">
                  <a:extLst>
                    <a:ext uri="{FF2B5EF4-FFF2-40B4-BE49-F238E27FC236}">
                      <a16:creationId xmlns:a16="http://schemas.microsoft.com/office/drawing/2014/main" id="{852CB89B-23D2-D023-13F3-420060C196C2}"/>
                    </a:ext>
                  </a:extLst>
                </p:cNvPr>
                <p:cNvGrpSpPr/>
                <p:nvPr/>
              </p:nvGrpSpPr>
              <p:grpSpPr>
                <a:xfrm>
                  <a:off x="5445106" y="2644743"/>
                  <a:ext cx="1019224" cy="991639"/>
                  <a:chOff x="5886431" y="3225768"/>
                  <a:chExt cx="1019224" cy="991639"/>
                </a:xfrm>
              </p:grpSpPr>
              <p:grpSp>
                <p:nvGrpSpPr>
                  <p:cNvPr id="6948" name="Group 6947">
                    <a:extLst>
                      <a:ext uri="{FF2B5EF4-FFF2-40B4-BE49-F238E27FC236}">
                        <a16:creationId xmlns:a16="http://schemas.microsoft.com/office/drawing/2014/main" id="{C77D018C-B1E1-4F0C-AC67-3C63814B22A6}"/>
                      </a:ext>
                    </a:extLst>
                  </p:cNvPr>
                  <p:cNvGrpSpPr/>
                  <p:nvPr/>
                </p:nvGrpSpPr>
                <p:grpSpPr>
                  <a:xfrm>
                    <a:off x="6197413" y="3824215"/>
                    <a:ext cx="393192" cy="393192"/>
                    <a:chOff x="5265196" y="3357021"/>
                    <a:chExt cx="393192" cy="393192"/>
                  </a:xfrm>
                </p:grpSpPr>
                <p:grpSp>
                  <p:nvGrpSpPr>
                    <p:cNvPr id="6983" name="Group 6982">
                      <a:extLst>
                        <a:ext uri="{FF2B5EF4-FFF2-40B4-BE49-F238E27FC236}">
                          <a16:creationId xmlns:a16="http://schemas.microsoft.com/office/drawing/2014/main" id="{051B60C3-30A7-352C-C5A3-B67103FD8BF7}"/>
                        </a:ext>
                      </a:extLst>
                    </p:cNvPr>
                    <p:cNvGrpSpPr/>
                    <p:nvPr/>
                  </p:nvGrpSpPr>
                  <p:grpSpPr>
                    <a:xfrm rot="14400000">
                      <a:off x="5265196" y="3357021"/>
                      <a:ext cx="393192" cy="393192"/>
                      <a:chOff x="5354637" y="3446463"/>
                      <a:chExt cx="214313" cy="214313"/>
                    </a:xfrm>
                  </p:grpSpPr>
                  <p:sp>
                    <p:nvSpPr>
                      <p:cNvPr id="6992" name="Arc 6991">
                        <a:extLst>
                          <a:ext uri="{FF2B5EF4-FFF2-40B4-BE49-F238E27FC236}">
                            <a16:creationId xmlns:a16="http://schemas.microsoft.com/office/drawing/2014/main" id="{B5C11C2C-D8DC-2F68-D594-97E76F5E213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93" name="Arc 6992">
                        <a:extLst>
                          <a:ext uri="{FF2B5EF4-FFF2-40B4-BE49-F238E27FC236}">
                            <a16:creationId xmlns:a16="http://schemas.microsoft.com/office/drawing/2014/main" id="{530B8299-12C3-ADC0-B77C-73BBB3E19D1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984" name="Group 6983">
                      <a:extLst>
                        <a:ext uri="{FF2B5EF4-FFF2-40B4-BE49-F238E27FC236}">
                          <a16:creationId xmlns:a16="http://schemas.microsoft.com/office/drawing/2014/main" id="{3D248C00-3B3B-2460-88F1-CDB3BDDB3000}"/>
                        </a:ext>
                      </a:extLst>
                    </p:cNvPr>
                    <p:cNvGrpSpPr/>
                    <p:nvPr/>
                  </p:nvGrpSpPr>
                  <p:grpSpPr>
                    <a:xfrm>
                      <a:off x="5310186" y="3402011"/>
                      <a:ext cx="303213" cy="303213"/>
                      <a:chOff x="5310186" y="3402011"/>
                      <a:chExt cx="303213" cy="303213"/>
                    </a:xfrm>
                  </p:grpSpPr>
                  <p:grpSp>
                    <p:nvGrpSpPr>
                      <p:cNvPr id="6985" name="Group 6984">
                        <a:extLst>
                          <a:ext uri="{FF2B5EF4-FFF2-40B4-BE49-F238E27FC236}">
                            <a16:creationId xmlns:a16="http://schemas.microsoft.com/office/drawing/2014/main" id="{60D3745F-45A7-9FC7-4BA2-2FCE3E6EFB0C}"/>
                          </a:ext>
                        </a:extLst>
                      </p:cNvPr>
                      <p:cNvGrpSpPr/>
                      <p:nvPr/>
                    </p:nvGrpSpPr>
                    <p:grpSpPr>
                      <a:xfrm>
                        <a:off x="5354636" y="3446461"/>
                        <a:ext cx="214313" cy="214313"/>
                        <a:chOff x="5354637" y="3446463"/>
                        <a:chExt cx="214313" cy="214313"/>
                      </a:xfrm>
                    </p:grpSpPr>
                    <p:sp>
                      <p:nvSpPr>
                        <p:cNvPr id="6990" name="Arc 6989">
                          <a:extLst>
                            <a:ext uri="{FF2B5EF4-FFF2-40B4-BE49-F238E27FC236}">
                              <a16:creationId xmlns:a16="http://schemas.microsoft.com/office/drawing/2014/main" id="{7D502324-3A03-B301-B4A8-51FB056DE27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91" name="Arc 6990">
                          <a:extLst>
                            <a:ext uri="{FF2B5EF4-FFF2-40B4-BE49-F238E27FC236}">
                              <a16:creationId xmlns:a16="http://schemas.microsoft.com/office/drawing/2014/main" id="{D7C99625-51AC-F57A-B0DF-22B4662BD61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986" name="Group 6985">
                        <a:extLst>
                          <a:ext uri="{FF2B5EF4-FFF2-40B4-BE49-F238E27FC236}">
                            <a16:creationId xmlns:a16="http://schemas.microsoft.com/office/drawing/2014/main" id="{51649AA7-1294-8B95-6187-FCF362D2EBBE}"/>
                          </a:ext>
                        </a:extLst>
                      </p:cNvPr>
                      <p:cNvGrpSpPr/>
                      <p:nvPr/>
                    </p:nvGrpSpPr>
                    <p:grpSpPr>
                      <a:xfrm rot="7200000">
                        <a:off x="5310186" y="3402011"/>
                        <a:ext cx="303213" cy="303213"/>
                        <a:chOff x="5354637" y="3446463"/>
                        <a:chExt cx="214313" cy="214313"/>
                      </a:xfrm>
                    </p:grpSpPr>
                    <p:sp>
                      <p:nvSpPr>
                        <p:cNvPr id="6988" name="Arc 6987">
                          <a:extLst>
                            <a:ext uri="{FF2B5EF4-FFF2-40B4-BE49-F238E27FC236}">
                              <a16:creationId xmlns:a16="http://schemas.microsoft.com/office/drawing/2014/main" id="{D9FDCD8F-FD0A-F638-2FC8-C5BEB54BF94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89" name="Arc 6988">
                          <a:extLst>
                            <a:ext uri="{FF2B5EF4-FFF2-40B4-BE49-F238E27FC236}">
                              <a16:creationId xmlns:a16="http://schemas.microsoft.com/office/drawing/2014/main" id="{754E7CBD-8CC7-EFBD-1C49-93FDE3C9B48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987" name="TextBox 6986">
                        <a:extLst>
                          <a:ext uri="{FF2B5EF4-FFF2-40B4-BE49-F238E27FC236}">
                            <a16:creationId xmlns:a16="http://schemas.microsoft.com/office/drawing/2014/main" id="{7E426B8D-7B6C-A3B6-6506-1AF93790ED1D}"/>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949" name="Group 6948">
                    <a:extLst>
                      <a:ext uri="{FF2B5EF4-FFF2-40B4-BE49-F238E27FC236}">
                        <a16:creationId xmlns:a16="http://schemas.microsoft.com/office/drawing/2014/main" id="{802504DC-086A-C9EA-C415-ADF4D28E8C6A}"/>
                      </a:ext>
                    </a:extLst>
                  </p:cNvPr>
                  <p:cNvGrpSpPr/>
                  <p:nvPr/>
                </p:nvGrpSpPr>
                <p:grpSpPr>
                  <a:xfrm>
                    <a:off x="5886431" y="3525040"/>
                    <a:ext cx="393192" cy="393192"/>
                    <a:chOff x="5265196" y="3932619"/>
                    <a:chExt cx="393192" cy="393192"/>
                  </a:xfrm>
                </p:grpSpPr>
                <p:grpSp>
                  <p:nvGrpSpPr>
                    <p:cNvPr id="6973" name="Group 6972">
                      <a:extLst>
                        <a:ext uri="{FF2B5EF4-FFF2-40B4-BE49-F238E27FC236}">
                          <a16:creationId xmlns:a16="http://schemas.microsoft.com/office/drawing/2014/main" id="{DDC2BAB7-C39F-2E7D-0643-27BFD7E7FE6C}"/>
                        </a:ext>
                      </a:extLst>
                    </p:cNvPr>
                    <p:cNvGrpSpPr/>
                    <p:nvPr/>
                  </p:nvGrpSpPr>
                  <p:grpSpPr>
                    <a:xfrm>
                      <a:off x="5354636" y="4022061"/>
                      <a:ext cx="214313" cy="214313"/>
                      <a:chOff x="5354637" y="3446463"/>
                      <a:chExt cx="214313" cy="214313"/>
                    </a:xfrm>
                  </p:grpSpPr>
                  <p:sp>
                    <p:nvSpPr>
                      <p:cNvPr id="6981" name="Arc 6980">
                        <a:extLst>
                          <a:ext uri="{FF2B5EF4-FFF2-40B4-BE49-F238E27FC236}">
                            <a16:creationId xmlns:a16="http://schemas.microsoft.com/office/drawing/2014/main" id="{EA72F371-1738-4258-2375-E69C020BEBD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82" name="Arc 6981">
                        <a:extLst>
                          <a:ext uri="{FF2B5EF4-FFF2-40B4-BE49-F238E27FC236}">
                            <a16:creationId xmlns:a16="http://schemas.microsoft.com/office/drawing/2014/main" id="{A2DCD316-3F91-AF9D-8188-AC15A67FD53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974" name="Group 6973">
                      <a:extLst>
                        <a:ext uri="{FF2B5EF4-FFF2-40B4-BE49-F238E27FC236}">
                          <a16:creationId xmlns:a16="http://schemas.microsoft.com/office/drawing/2014/main" id="{C02EFD34-7B34-C64C-AD5B-BC86FFFECA8D}"/>
                        </a:ext>
                      </a:extLst>
                    </p:cNvPr>
                    <p:cNvGrpSpPr/>
                    <p:nvPr/>
                  </p:nvGrpSpPr>
                  <p:grpSpPr>
                    <a:xfrm rot="14400000">
                      <a:off x="5310186" y="3977611"/>
                      <a:ext cx="303213" cy="303213"/>
                      <a:chOff x="5354637" y="3446463"/>
                      <a:chExt cx="214313" cy="214313"/>
                    </a:xfrm>
                  </p:grpSpPr>
                  <p:sp>
                    <p:nvSpPr>
                      <p:cNvPr id="6979" name="Arc 6978">
                        <a:extLst>
                          <a:ext uri="{FF2B5EF4-FFF2-40B4-BE49-F238E27FC236}">
                            <a16:creationId xmlns:a16="http://schemas.microsoft.com/office/drawing/2014/main" id="{82601630-D64D-E2B1-BFED-3D46664014A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80" name="Arc 6979">
                        <a:extLst>
                          <a:ext uri="{FF2B5EF4-FFF2-40B4-BE49-F238E27FC236}">
                            <a16:creationId xmlns:a16="http://schemas.microsoft.com/office/drawing/2014/main" id="{DD71BD6A-B4FF-9BD7-C049-01A0AC9348B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975" name="Group 6974">
                      <a:extLst>
                        <a:ext uri="{FF2B5EF4-FFF2-40B4-BE49-F238E27FC236}">
                          <a16:creationId xmlns:a16="http://schemas.microsoft.com/office/drawing/2014/main" id="{9ACEFE28-40BA-F660-097F-C085507A7745}"/>
                        </a:ext>
                      </a:extLst>
                    </p:cNvPr>
                    <p:cNvGrpSpPr/>
                    <p:nvPr/>
                  </p:nvGrpSpPr>
                  <p:grpSpPr>
                    <a:xfrm rot="7200000">
                      <a:off x="5265196" y="3932619"/>
                      <a:ext cx="393192" cy="393192"/>
                      <a:chOff x="5354637" y="3446463"/>
                      <a:chExt cx="214313" cy="214313"/>
                    </a:xfrm>
                  </p:grpSpPr>
                  <p:sp>
                    <p:nvSpPr>
                      <p:cNvPr id="6977" name="Arc 6976">
                        <a:extLst>
                          <a:ext uri="{FF2B5EF4-FFF2-40B4-BE49-F238E27FC236}">
                            <a16:creationId xmlns:a16="http://schemas.microsoft.com/office/drawing/2014/main" id="{922DB186-F957-DD8F-75B2-288FFC47C16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78" name="Arc 6977">
                        <a:extLst>
                          <a:ext uri="{FF2B5EF4-FFF2-40B4-BE49-F238E27FC236}">
                            <a16:creationId xmlns:a16="http://schemas.microsoft.com/office/drawing/2014/main" id="{CE761839-FF31-1F9A-4466-43C9106ED82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976" name="TextBox 6975">
                      <a:extLst>
                        <a:ext uri="{FF2B5EF4-FFF2-40B4-BE49-F238E27FC236}">
                          <a16:creationId xmlns:a16="http://schemas.microsoft.com/office/drawing/2014/main" id="{21E93C4F-8782-D81E-D881-2EAF0BB4CBE4}"/>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6950" name="Group 6949">
                    <a:extLst>
                      <a:ext uri="{FF2B5EF4-FFF2-40B4-BE49-F238E27FC236}">
                        <a16:creationId xmlns:a16="http://schemas.microsoft.com/office/drawing/2014/main" id="{F4F57AC9-7FCE-053A-E3C3-033587F7C8A8}"/>
                      </a:ext>
                    </a:extLst>
                  </p:cNvPr>
                  <p:cNvGrpSpPr/>
                  <p:nvPr/>
                </p:nvGrpSpPr>
                <p:grpSpPr>
                  <a:xfrm>
                    <a:off x="6512463" y="3525040"/>
                    <a:ext cx="393192" cy="393192"/>
                    <a:chOff x="6389147" y="3357021"/>
                    <a:chExt cx="393192" cy="393192"/>
                  </a:xfrm>
                </p:grpSpPr>
                <p:grpSp>
                  <p:nvGrpSpPr>
                    <p:cNvPr id="6962" name="Group 6961">
                      <a:extLst>
                        <a:ext uri="{FF2B5EF4-FFF2-40B4-BE49-F238E27FC236}">
                          <a16:creationId xmlns:a16="http://schemas.microsoft.com/office/drawing/2014/main" id="{54A95D68-6886-CE53-8290-654570DBE2C8}"/>
                        </a:ext>
                      </a:extLst>
                    </p:cNvPr>
                    <p:cNvGrpSpPr/>
                    <p:nvPr/>
                  </p:nvGrpSpPr>
                  <p:grpSpPr>
                    <a:xfrm rot="7200000" flipH="1">
                      <a:off x="6389147" y="3357021"/>
                      <a:ext cx="393192" cy="393192"/>
                      <a:chOff x="5354637" y="3446463"/>
                      <a:chExt cx="214313" cy="214313"/>
                    </a:xfrm>
                  </p:grpSpPr>
                  <p:sp>
                    <p:nvSpPr>
                      <p:cNvPr id="6971" name="Arc 6970">
                        <a:extLst>
                          <a:ext uri="{FF2B5EF4-FFF2-40B4-BE49-F238E27FC236}">
                            <a16:creationId xmlns:a16="http://schemas.microsoft.com/office/drawing/2014/main" id="{3266E71D-1898-18AB-F5BE-3C617B7A9D1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72" name="Arc 6971">
                        <a:extLst>
                          <a:ext uri="{FF2B5EF4-FFF2-40B4-BE49-F238E27FC236}">
                            <a16:creationId xmlns:a16="http://schemas.microsoft.com/office/drawing/2014/main" id="{812B70C2-B6FB-6111-9FAB-C74183423FF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963" name="Group 6962">
                      <a:extLst>
                        <a:ext uri="{FF2B5EF4-FFF2-40B4-BE49-F238E27FC236}">
                          <a16:creationId xmlns:a16="http://schemas.microsoft.com/office/drawing/2014/main" id="{847A9483-BE88-0FF9-3B91-AA65CEBDF2B7}"/>
                        </a:ext>
                      </a:extLst>
                    </p:cNvPr>
                    <p:cNvGrpSpPr/>
                    <p:nvPr/>
                  </p:nvGrpSpPr>
                  <p:grpSpPr>
                    <a:xfrm>
                      <a:off x="6434137" y="3402011"/>
                      <a:ext cx="303213" cy="303213"/>
                      <a:chOff x="6434137" y="3402011"/>
                      <a:chExt cx="303213" cy="303213"/>
                    </a:xfrm>
                  </p:grpSpPr>
                  <p:grpSp>
                    <p:nvGrpSpPr>
                      <p:cNvPr id="6964" name="Group 6963">
                        <a:extLst>
                          <a:ext uri="{FF2B5EF4-FFF2-40B4-BE49-F238E27FC236}">
                            <a16:creationId xmlns:a16="http://schemas.microsoft.com/office/drawing/2014/main" id="{2513EB05-4DE8-31CC-AF05-C97A9AC0C353}"/>
                          </a:ext>
                        </a:extLst>
                      </p:cNvPr>
                      <p:cNvGrpSpPr/>
                      <p:nvPr/>
                    </p:nvGrpSpPr>
                    <p:grpSpPr>
                      <a:xfrm flipH="1">
                        <a:off x="6478587" y="3446461"/>
                        <a:ext cx="214313" cy="214313"/>
                        <a:chOff x="5354637" y="3446463"/>
                        <a:chExt cx="214313" cy="214313"/>
                      </a:xfrm>
                    </p:grpSpPr>
                    <p:sp>
                      <p:nvSpPr>
                        <p:cNvPr id="6969" name="Arc 6968">
                          <a:extLst>
                            <a:ext uri="{FF2B5EF4-FFF2-40B4-BE49-F238E27FC236}">
                              <a16:creationId xmlns:a16="http://schemas.microsoft.com/office/drawing/2014/main" id="{9DF1296B-68A6-BD78-C237-C4EFA19CE32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70" name="Arc 6969">
                          <a:extLst>
                            <a:ext uri="{FF2B5EF4-FFF2-40B4-BE49-F238E27FC236}">
                              <a16:creationId xmlns:a16="http://schemas.microsoft.com/office/drawing/2014/main" id="{07ED7E78-4C7F-52EC-822D-EF09023A202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965" name="Group 6964">
                        <a:extLst>
                          <a:ext uri="{FF2B5EF4-FFF2-40B4-BE49-F238E27FC236}">
                            <a16:creationId xmlns:a16="http://schemas.microsoft.com/office/drawing/2014/main" id="{7F2CEB39-2CC7-1F81-E7C8-0A44A8AD2102}"/>
                          </a:ext>
                        </a:extLst>
                      </p:cNvPr>
                      <p:cNvGrpSpPr/>
                      <p:nvPr/>
                    </p:nvGrpSpPr>
                    <p:grpSpPr>
                      <a:xfrm rot="14400000" flipH="1">
                        <a:off x="6434137" y="3402011"/>
                        <a:ext cx="303213" cy="303213"/>
                        <a:chOff x="5354637" y="3446463"/>
                        <a:chExt cx="214313" cy="214313"/>
                      </a:xfrm>
                    </p:grpSpPr>
                    <p:sp>
                      <p:nvSpPr>
                        <p:cNvPr id="6967" name="Arc 6966">
                          <a:extLst>
                            <a:ext uri="{FF2B5EF4-FFF2-40B4-BE49-F238E27FC236}">
                              <a16:creationId xmlns:a16="http://schemas.microsoft.com/office/drawing/2014/main" id="{77C5D4D6-5B47-62AC-E733-518D6B7DA3B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68" name="Arc 6967">
                          <a:extLst>
                            <a:ext uri="{FF2B5EF4-FFF2-40B4-BE49-F238E27FC236}">
                              <a16:creationId xmlns:a16="http://schemas.microsoft.com/office/drawing/2014/main" id="{C5A0A5F4-72BE-D5B6-949C-1B6673D6E06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966" name="TextBox 6965">
                        <a:extLst>
                          <a:ext uri="{FF2B5EF4-FFF2-40B4-BE49-F238E27FC236}">
                            <a16:creationId xmlns:a16="http://schemas.microsoft.com/office/drawing/2014/main" id="{F1105DB4-9DE4-6C5B-8F32-AF99AC8E0DC2}"/>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951" name="Group 6950">
                    <a:extLst>
                      <a:ext uri="{FF2B5EF4-FFF2-40B4-BE49-F238E27FC236}">
                        <a16:creationId xmlns:a16="http://schemas.microsoft.com/office/drawing/2014/main" id="{E5D0FE06-2BC0-C05F-441C-5EFF8009D7A3}"/>
                      </a:ext>
                    </a:extLst>
                  </p:cNvPr>
                  <p:cNvGrpSpPr/>
                  <p:nvPr/>
                </p:nvGrpSpPr>
                <p:grpSpPr>
                  <a:xfrm>
                    <a:off x="6197413" y="3225768"/>
                    <a:ext cx="393192" cy="393192"/>
                    <a:chOff x="6389147" y="3932622"/>
                    <a:chExt cx="393192" cy="393192"/>
                  </a:xfrm>
                </p:grpSpPr>
                <p:grpSp>
                  <p:nvGrpSpPr>
                    <p:cNvPr id="6952" name="Group 6951">
                      <a:extLst>
                        <a:ext uri="{FF2B5EF4-FFF2-40B4-BE49-F238E27FC236}">
                          <a16:creationId xmlns:a16="http://schemas.microsoft.com/office/drawing/2014/main" id="{26F6CC0A-853F-7AFA-7FB8-88BA013E7994}"/>
                        </a:ext>
                      </a:extLst>
                    </p:cNvPr>
                    <p:cNvGrpSpPr/>
                    <p:nvPr/>
                  </p:nvGrpSpPr>
                  <p:grpSpPr>
                    <a:xfrm flipH="1">
                      <a:off x="6478587" y="4022061"/>
                      <a:ext cx="214313" cy="214313"/>
                      <a:chOff x="5354637" y="3446463"/>
                      <a:chExt cx="214313" cy="214313"/>
                    </a:xfrm>
                  </p:grpSpPr>
                  <p:sp>
                    <p:nvSpPr>
                      <p:cNvPr id="6960" name="Arc 6959">
                        <a:extLst>
                          <a:ext uri="{FF2B5EF4-FFF2-40B4-BE49-F238E27FC236}">
                            <a16:creationId xmlns:a16="http://schemas.microsoft.com/office/drawing/2014/main" id="{8A2F91A4-DB06-A2A9-443B-5B3162AFE88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61" name="Arc 6960">
                        <a:extLst>
                          <a:ext uri="{FF2B5EF4-FFF2-40B4-BE49-F238E27FC236}">
                            <a16:creationId xmlns:a16="http://schemas.microsoft.com/office/drawing/2014/main" id="{EC357A9D-7FC8-200A-DCB9-328BC223BA4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953" name="Group 6952">
                      <a:extLst>
                        <a:ext uri="{FF2B5EF4-FFF2-40B4-BE49-F238E27FC236}">
                          <a16:creationId xmlns:a16="http://schemas.microsoft.com/office/drawing/2014/main" id="{80A20701-9B38-4D93-8868-16F22B72E4B6}"/>
                        </a:ext>
                      </a:extLst>
                    </p:cNvPr>
                    <p:cNvGrpSpPr/>
                    <p:nvPr/>
                  </p:nvGrpSpPr>
                  <p:grpSpPr>
                    <a:xfrm rot="7200000" flipH="1">
                      <a:off x="6434137" y="3977611"/>
                      <a:ext cx="303213" cy="303213"/>
                      <a:chOff x="5354637" y="3446463"/>
                      <a:chExt cx="214313" cy="214313"/>
                    </a:xfrm>
                  </p:grpSpPr>
                  <p:sp>
                    <p:nvSpPr>
                      <p:cNvPr id="6958" name="Arc 6957">
                        <a:extLst>
                          <a:ext uri="{FF2B5EF4-FFF2-40B4-BE49-F238E27FC236}">
                            <a16:creationId xmlns:a16="http://schemas.microsoft.com/office/drawing/2014/main" id="{A77EAC55-8842-9E23-BD43-8EACCA10BB6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59" name="Arc 6958">
                        <a:extLst>
                          <a:ext uri="{FF2B5EF4-FFF2-40B4-BE49-F238E27FC236}">
                            <a16:creationId xmlns:a16="http://schemas.microsoft.com/office/drawing/2014/main" id="{981BA6C8-4C52-620E-72F2-FB73B50B363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954" name="Group 6953">
                      <a:extLst>
                        <a:ext uri="{FF2B5EF4-FFF2-40B4-BE49-F238E27FC236}">
                          <a16:creationId xmlns:a16="http://schemas.microsoft.com/office/drawing/2014/main" id="{BFD10812-6249-C151-4495-68CAE3DF4ED4}"/>
                        </a:ext>
                      </a:extLst>
                    </p:cNvPr>
                    <p:cNvGrpSpPr/>
                    <p:nvPr/>
                  </p:nvGrpSpPr>
                  <p:grpSpPr>
                    <a:xfrm rot="14400000" flipH="1">
                      <a:off x="6389147" y="3932622"/>
                      <a:ext cx="393192" cy="393192"/>
                      <a:chOff x="5354637" y="3446463"/>
                      <a:chExt cx="214313" cy="214313"/>
                    </a:xfrm>
                  </p:grpSpPr>
                  <p:sp>
                    <p:nvSpPr>
                      <p:cNvPr id="6956" name="Arc 6955">
                        <a:extLst>
                          <a:ext uri="{FF2B5EF4-FFF2-40B4-BE49-F238E27FC236}">
                            <a16:creationId xmlns:a16="http://schemas.microsoft.com/office/drawing/2014/main" id="{7115DE34-C046-E3AD-5A19-3BB1400D7FB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57" name="Arc 6956">
                        <a:extLst>
                          <a:ext uri="{FF2B5EF4-FFF2-40B4-BE49-F238E27FC236}">
                            <a16:creationId xmlns:a16="http://schemas.microsoft.com/office/drawing/2014/main" id="{83240C03-F2A5-FA33-4E2F-FF9F2B34B3D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955" name="TextBox 6954">
                      <a:extLst>
                        <a:ext uri="{FF2B5EF4-FFF2-40B4-BE49-F238E27FC236}">
                          <a16:creationId xmlns:a16="http://schemas.microsoft.com/office/drawing/2014/main" id="{15B8D122-CBEC-5A42-49AC-9B88D8F7EA56}"/>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901" name="Group 6900">
                  <a:extLst>
                    <a:ext uri="{FF2B5EF4-FFF2-40B4-BE49-F238E27FC236}">
                      <a16:creationId xmlns:a16="http://schemas.microsoft.com/office/drawing/2014/main" id="{EA08C88A-6BBB-0C0E-1887-A67C83BD7EC3}"/>
                    </a:ext>
                  </a:extLst>
                </p:cNvPr>
                <p:cNvGrpSpPr/>
                <p:nvPr/>
              </p:nvGrpSpPr>
              <p:grpSpPr>
                <a:xfrm>
                  <a:off x="6069086" y="3246228"/>
                  <a:ext cx="1019224" cy="991639"/>
                  <a:chOff x="5886431" y="3225768"/>
                  <a:chExt cx="1019224" cy="991639"/>
                </a:xfrm>
              </p:grpSpPr>
              <p:grpSp>
                <p:nvGrpSpPr>
                  <p:cNvPr id="6902" name="Group 6901">
                    <a:extLst>
                      <a:ext uri="{FF2B5EF4-FFF2-40B4-BE49-F238E27FC236}">
                        <a16:creationId xmlns:a16="http://schemas.microsoft.com/office/drawing/2014/main" id="{EA6C68A2-343A-56C8-804D-E5E6EFFBA4C6}"/>
                      </a:ext>
                    </a:extLst>
                  </p:cNvPr>
                  <p:cNvGrpSpPr/>
                  <p:nvPr/>
                </p:nvGrpSpPr>
                <p:grpSpPr>
                  <a:xfrm>
                    <a:off x="6197413" y="3824215"/>
                    <a:ext cx="393192" cy="393192"/>
                    <a:chOff x="5265196" y="3357021"/>
                    <a:chExt cx="393192" cy="393192"/>
                  </a:xfrm>
                </p:grpSpPr>
                <p:grpSp>
                  <p:nvGrpSpPr>
                    <p:cNvPr id="6937" name="Group 6936">
                      <a:extLst>
                        <a:ext uri="{FF2B5EF4-FFF2-40B4-BE49-F238E27FC236}">
                          <a16:creationId xmlns:a16="http://schemas.microsoft.com/office/drawing/2014/main" id="{7E327F57-C164-5D09-9218-2486022CEBC1}"/>
                        </a:ext>
                      </a:extLst>
                    </p:cNvPr>
                    <p:cNvGrpSpPr/>
                    <p:nvPr/>
                  </p:nvGrpSpPr>
                  <p:grpSpPr>
                    <a:xfrm rot="14400000">
                      <a:off x="5265196" y="3357021"/>
                      <a:ext cx="393192" cy="393192"/>
                      <a:chOff x="5354637" y="3446463"/>
                      <a:chExt cx="214313" cy="214313"/>
                    </a:xfrm>
                  </p:grpSpPr>
                  <p:sp>
                    <p:nvSpPr>
                      <p:cNvPr id="6946" name="Arc 6945">
                        <a:extLst>
                          <a:ext uri="{FF2B5EF4-FFF2-40B4-BE49-F238E27FC236}">
                            <a16:creationId xmlns:a16="http://schemas.microsoft.com/office/drawing/2014/main" id="{FE5017F4-5C08-7254-5FC5-77BA4A94DF4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47" name="Arc 6946">
                        <a:extLst>
                          <a:ext uri="{FF2B5EF4-FFF2-40B4-BE49-F238E27FC236}">
                            <a16:creationId xmlns:a16="http://schemas.microsoft.com/office/drawing/2014/main" id="{F546FF0E-C4CC-B48A-A38F-AAE84699245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938" name="Group 6937">
                      <a:extLst>
                        <a:ext uri="{FF2B5EF4-FFF2-40B4-BE49-F238E27FC236}">
                          <a16:creationId xmlns:a16="http://schemas.microsoft.com/office/drawing/2014/main" id="{19C34BC9-15F6-344C-3F72-1FDA77E116F6}"/>
                        </a:ext>
                      </a:extLst>
                    </p:cNvPr>
                    <p:cNvGrpSpPr/>
                    <p:nvPr/>
                  </p:nvGrpSpPr>
                  <p:grpSpPr>
                    <a:xfrm>
                      <a:off x="5310186" y="3402011"/>
                      <a:ext cx="303213" cy="303213"/>
                      <a:chOff x="5310186" y="3402011"/>
                      <a:chExt cx="303213" cy="303213"/>
                    </a:xfrm>
                  </p:grpSpPr>
                  <p:grpSp>
                    <p:nvGrpSpPr>
                      <p:cNvPr id="6939" name="Group 6938">
                        <a:extLst>
                          <a:ext uri="{FF2B5EF4-FFF2-40B4-BE49-F238E27FC236}">
                            <a16:creationId xmlns:a16="http://schemas.microsoft.com/office/drawing/2014/main" id="{C6B8FA89-6D96-E929-BBE9-A65A993E29D7}"/>
                          </a:ext>
                        </a:extLst>
                      </p:cNvPr>
                      <p:cNvGrpSpPr/>
                      <p:nvPr/>
                    </p:nvGrpSpPr>
                    <p:grpSpPr>
                      <a:xfrm>
                        <a:off x="5354636" y="3446461"/>
                        <a:ext cx="214313" cy="214313"/>
                        <a:chOff x="5354637" y="3446463"/>
                        <a:chExt cx="214313" cy="214313"/>
                      </a:xfrm>
                    </p:grpSpPr>
                    <p:sp>
                      <p:nvSpPr>
                        <p:cNvPr id="6944" name="Arc 6943">
                          <a:extLst>
                            <a:ext uri="{FF2B5EF4-FFF2-40B4-BE49-F238E27FC236}">
                              <a16:creationId xmlns:a16="http://schemas.microsoft.com/office/drawing/2014/main" id="{92FB0E0F-2962-320E-722D-311F13ADAA3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45" name="Arc 6944">
                          <a:extLst>
                            <a:ext uri="{FF2B5EF4-FFF2-40B4-BE49-F238E27FC236}">
                              <a16:creationId xmlns:a16="http://schemas.microsoft.com/office/drawing/2014/main" id="{B48AD375-3965-A3A6-A868-6F7B9BB6C72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940" name="Group 6939">
                        <a:extLst>
                          <a:ext uri="{FF2B5EF4-FFF2-40B4-BE49-F238E27FC236}">
                            <a16:creationId xmlns:a16="http://schemas.microsoft.com/office/drawing/2014/main" id="{6897DF6F-0036-0470-B02C-351EE07ACD27}"/>
                          </a:ext>
                        </a:extLst>
                      </p:cNvPr>
                      <p:cNvGrpSpPr/>
                      <p:nvPr/>
                    </p:nvGrpSpPr>
                    <p:grpSpPr>
                      <a:xfrm rot="7200000">
                        <a:off x="5310186" y="3402011"/>
                        <a:ext cx="303213" cy="303213"/>
                        <a:chOff x="5354637" y="3446463"/>
                        <a:chExt cx="214313" cy="214313"/>
                      </a:xfrm>
                    </p:grpSpPr>
                    <p:sp>
                      <p:nvSpPr>
                        <p:cNvPr id="6942" name="Arc 6941">
                          <a:extLst>
                            <a:ext uri="{FF2B5EF4-FFF2-40B4-BE49-F238E27FC236}">
                              <a16:creationId xmlns:a16="http://schemas.microsoft.com/office/drawing/2014/main" id="{4E54D58D-50C0-E7A8-0673-102E434F1C7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43" name="Arc 6942">
                          <a:extLst>
                            <a:ext uri="{FF2B5EF4-FFF2-40B4-BE49-F238E27FC236}">
                              <a16:creationId xmlns:a16="http://schemas.microsoft.com/office/drawing/2014/main" id="{048D9DBF-F069-A687-950E-64A926BB2EF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941" name="TextBox 6940">
                        <a:extLst>
                          <a:ext uri="{FF2B5EF4-FFF2-40B4-BE49-F238E27FC236}">
                            <a16:creationId xmlns:a16="http://schemas.microsoft.com/office/drawing/2014/main" id="{42FF9FC7-4D17-0395-DEA0-7EAB2606D92E}"/>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903" name="Group 6902">
                    <a:extLst>
                      <a:ext uri="{FF2B5EF4-FFF2-40B4-BE49-F238E27FC236}">
                        <a16:creationId xmlns:a16="http://schemas.microsoft.com/office/drawing/2014/main" id="{6D652DC9-B872-CCCA-06DD-0B66AB94423C}"/>
                      </a:ext>
                    </a:extLst>
                  </p:cNvPr>
                  <p:cNvGrpSpPr/>
                  <p:nvPr/>
                </p:nvGrpSpPr>
                <p:grpSpPr>
                  <a:xfrm>
                    <a:off x="5886431" y="3525040"/>
                    <a:ext cx="393192" cy="393192"/>
                    <a:chOff x="5265196" y="3932619"/>
                    <a:chExt cx="393192" cy="393192"/>
                  </a:xfrm>
                </p:grpSpPr>
                <p:grpSp>
                  <p:nvGrpSpPr>
                    <p:cNvPr id="6927" name="Group 6926">
                      <a:extLst>
                        <a:ext uri="{FF2B5EF4-FFF2-40B4-BE49-F238E27FC236}">
                          <a16:creationId xmlns:a16="http://schemas.microsoft.com/office/drawing/2014/main" id="{3B5109C7-4F21-265E-1ED6-9C5392678225}"/>
                        </a:ext>
                      </a:extLst>
                    </p:cNvPr>
                    <p:cNvGrpSpPr/>
                    <p:nvPr/>
                  </p:nvGrpSpPr>
                  <p:grpSpPr>
                    <a:xfrm>
                      <a:off x="5354636" y="4022061"/>
                      <a:ext cx="214313" cy="214313"/>
                      <a:chOff x="5354637" y="3446463"/>
                      <a:chExt cx="214313" cy="214313"/>
                    </a:xfrm>
                  </p:grpSpPr>
                  <p:sp>
                    <p:nvSpPr>
                      <p:cNvPr id="6935" name="Arc 6934">
                        <a:extLst>
                          <a:ext uri="{FF2B5EF4-FFF2-40B4-BE49-F238E27FC236}">
                            <a16:creationId xmlns:a16="http://schemas.microsoft.com/office/drawing/2014/main" id="{04BA4DBF-EA67-F2BE-D686-574D0B0F65B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36" name="Arc 6935">
                        <a:extLst>
                          <a:ext uri="{FF2B5EF4-FFF2-40B4-BE49-F238E27FC236}">
                            <a16:creationId xmlns:a16="http://schemas.microsoft.com/office/drawing/2014/main" id="{31B49DCE-B377-4BE5-8DF2-B5F6C2A79F3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928" name="Group 6927">
                      <a:extLst>
                        <a:ext uri="{FF2B5EF4-FFF2-40B4-BE49-F238E27FC236}">
                          <a16:creationId xmlns:a16="http://schemas.microsoft.com/office/drawing/2014/main" id="{F09404E3-23F7-7C3D-18F0-015A45859371}"/>
                        </a:ext>
                      </a:extLst>
                    </p:cNvPr>
                    <p:cNvGrpSpPr/>
                    <p:nvPr/>
                  </p:nvGrpSpPr>
                  <p:grpSpPr>
                    <a:xfrm rot="14400000">
                      <a:off x="5310186" y="3977611"/>
                      <a:ext cx="303213" cy="303213"/>
                      <a:chOff x="5354637" y="3446463"/>
                      <a:chExt cx="214313" cy="214313"/>
                    </a:xfrm>
                  </p:grpSpPr>
                  <p:sp>
                    <p:nvSpPr>
                      <p:cNvPr id="6933" name="Arc 6932">
                        <a:extLst>
                          <a:ext uri="{FF2B5EF4-FFF2-40B4-BE49-F238E27FC236}">
                            <a16:creationId xmlns:a16="http://schemas.microsoft.com/office/drawing/2014/main" id="{21A1959D-7E02-60E2-9434-D3E15314D30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34" name="Arc 6933">
                        <a:extLst>
                          <a:ext uri="{FF2B5EF4-FFF2-40B4-BE49-F238E27FC236}">
                            <a16:creationId xmlns:a16="http://schemas.microsoft.com/office/drawing/2014/main" id="{7F2D0D19-580D-AF82-4B5C-F81C0F0839D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929" name="Group 6928">
                      <a:extLst>
                        <a:ext uri="{FF2B5EF4-FFF2-40B4-BE49-F238E27FC236}">
                          <a16:creationId xmlns:a16="http://schemas.microsoft.com/office/drawing/2014/main" id="{C69BE7F6-08C1-B9AB-2DA5-2D6368EE4C77}"/>
                        </a:ext>
                      </a:extLst>
                    </p:cNvPr>
                    <p:cNvGrpSpPr/>
                    <p:nvPr/>
                  </p:nvGrpSpPr>
                  <p:grpSpPr>
                    <a:xfrm rot="7200000">
                      <a:off x="5265196" y="3932619"/>
                      <a:ext cx="393192" cy="393192"/>
                      <a:chOff x="5354637" y="3446463"/>
                      <a:chExt cx="214313" cy="214313"/>
                    </a:xfrm>
                  </p:grpSpPr>
                  <p:sp>
                    <p:nvSpPr>
                      <p:cNvPr id="6931" name="Arc 6930">
                        <a:extLst>
                          <a:ext uri="{FF2B5EF4-FFF2-40B4-BE49-F238E27FC236}">
                            <a16:creationId xmlns:a16="http://schemas.microsoft.com/office/drawing/2014/main" id="{06583C9C-2076-CCDC-5026-C4C0739E691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32" name="Arc 6931">
                        <a:extLst>
                          <a:ext uri="{FF2B5EF4-FFF2-40B4-BE49-F238E27FC236}">
                            <a16:creationId xmlns:a16="http://schemas.microsoft.com/office/drawing/2014/main" id="{04B97CD8-AEEE-6F76-74CD-05E9E239827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930" name="TextBox 6929">
                      <a:extLst>
                        <a:ext uri="{FF2B5EF4-FFF2-40B4-BE49-F238E27FC236}">
                          <a16:creationId xmlns:a16="http://schemas.microsoft.com/office/drawing/2014/main" id="{3BDC613D-09FC-6CB6-EBFC-00EDEDAF0A34}"/>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6904" name="Group 6903">
                    <a:extLst>
                      <a:ext uri="{FF2B5EF4-FFF2-40B4-BE49-F238E27FC236}">
                        <a16:creationId xmlns:a16="http://schemas.microsoft.com/office/drawing/2014/main" id="{9B94F8C2-DC01-E7B6-99D3-01D931BB2CB7}"/>
                      </a:ext>
                    </a:extLst>
                  </p:cNvPr>
                  <p:cNvGrpSpPr/>
                  <p:nvPr/>
                </p:nvGrpSpPr>
                <p:grpSpPr>
                  <a:xfrm>
                    <a:off x="6512463" y="3525040"/>
                    <a:ext cx="393192" cy="393192"/>
                    <a:chOff x="6389147" y="3357021"/>
                    <a:chExt cx="393192" cy="393192"/>
                  </a:xfrm>
                </p:grpSpPr>
                <p:grpSp>
                  <p:nvGrpSpPr>
                    <p:cNvPr id="6916" name="Group 6915">
                      <a:extLst>
                        <a:ext uri="{FF2B5EF4-FFF2-40B4-BE49-F238E27FC236}">
                          <a16:creationId xmlns:a16="http://schemas.microsoft.com/office/drawing/2014/main" id="{0F12C829-3F3D-575B-0EA7-6A8B23B8345D}"/>
                        </a:ext>
                      </a:extLst>
                    </p:cNvPr>
                    <p:cNvGrpSpPr/>
                    <p:nvPr/>
                  </p:nvGrpSpPr>
                  <p:grpSpPr>
                    <a:xfrm rot="7200000" flipH="1">
                      <a:off x="6389147" y="3357021"/>
                      <a:ext cx="393192" cy="393192"/>
                      <a:chOff x="5354637" y="3446463"/>
                      <a:chExt cx="214313" cy="214313"/>
                    </a:xfrm>
                  </p:grpSpPr>
                  <p:sp>
                    <p:nvSpPr>
                      <p:cNvPr id="6925" name="Arc 6924">
                        <a:extLst>
                          <a:ext uri="{FF2B5EF4-FFF2-40B4-BE49-F238E27FC236}">
                            <a16:creationId xmlns:a16="http://schemas.microsoft.com/office/drawing/2014/main" id="{36BC0485-4407-A022-8F4E-3A2B0D3B522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26" name="Arc 6925">
                        <a:extLst>
                          <a:ext uri="{FF2B5EF4-FFF2-40B4-BE49-F238E27FC236}">
                            <a16:creationId xmlns:a16="http://schemas.microsoft.com/office/drawing/2014/main" id="{3F8595BD-75D1-E1DE-5A77-2CD972D3002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917" name="Group 6916">
                      <a:extLst>
                        <a:ext uri="{FF2B5EF4-FFF2-40B4-BE49-F238E27FC236}">
                          <a16:creationId xmlns:a16="http://schemas.microsoft.com/office/drawing/2014/main" id="{6C990632-CCDA-B460-6BB0-AA46EB2584E4}"/>
                        </a:ext>
                      </a:extLst>
                    </p:cNvPr>
                    <p:cNvGrpSpPr/>
                    <p:nvPr/>
                  </p:nvGrpSpPr>
                  <p:grpSpPr>
                    <a:xfrm>
                      <a:off x="6434137" y="3402011"/>
                      <a:ext cx="303213" cy="303213"/>
                      <a:chOff x="6434137" y="3402011"/>
                      <a:chExt cx="303213" cy="303213"/>
                    </a:xfrm>
                  </p:grpSpPr>
                  <p:grpSp>
                    <p:nvGrpSpPr>
                      <p:cNvPr id="6918" name="Group 6917">
                        <a:extLst>
                          <a:ext uri="{FF2B5EF4-FFF2-40B4-BE49-F238E27FC236}">
                            <a16:creationId xmlns:a16="http://schemas.microsoft.com/office/drawing/2014/main" id="{9201D456-196B-9B97-5E9B-342B9278C5D4}"/>
                          </a:ext>
                        </a:extLst>
                      </p:cNvPr>
                      <p:cNvGrpSpPr/>
                      <p:nvPr/>
                    </p:nvGrpSpPr>
                    <p:grpSpPr>
                      <a:xfrm flipH="1">
                        <a:off x="6478587" y="3446461"/>
                        <a:ext cx="214313" cy="214313"/>
                        <a:chOff x="5354637" y="3446463"/>
                        <a:chExt cx="214313" cy="214313"/>
                      </a:xfrm>
                    </p:grpSpPr>
                    <p:sp>
                      <p:nvSpPr>
                        <p:cNvPr id="6923" name="Arc 6922">
                          <a:extLst>
                            <a:ext uri="{FF2B5EF4-FFF2-40B4-BE49-F238E27FC236}">
                              <a16:creationId xmlns:a16="http://schemas.microsoft.com/office/drawing/2014/main" id="{5D294410-882D-10BD-465D-C6D0E19A0D1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24" name="Arc 6923">
                          <a:extLst>
                            <a:ext uri="{FF2B5EF4-FFF2-40B4-BE49-F238E27FC236}">
                              <a16:creationId xmlns:a16="http://schemas.microsoft.com/office/drawing/2014/main" id="{74B534B4-4E81-C797-6228-7476EDA4F82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919" name="Group 6918">
                        <a:extLst>
                          <a:ext uri="{FF2B5EF4-FFF2-40B4-BE49-F238E27FC236}">
                            <a16:creationId xmlns:a16="http://schemas.microsoft.com/office/drawing/2014/main" id="{441720AF-8E12-92CD-4AC2-05BD4DEAFB25}"/>
                          </a:ext>
                        </a:extLst>
                      </p:cNvPr>
                      <p:cNvGrpSpPr/>
                      <p:nvPr/>
                    </p:nvGrpSpPr>
                    <p:grpSpPr>
                      <a:xfrm rot="14400000" flipH="1">
                        <a:off x="6434137" y="3402011"/>
                        <a:ext cx="303213" cy="303213"/>
                        <a:chOff x="5354637" y="3446463"/>
                        <a:chExt cx="214313" cy="214313"/>
                      </a:xfrm>
                    </p:grpSpPr>
                    <p:sp>
                      <p:nvSpPr>
                        <p:cNvPr id="6921" name="Arc 6920">
                          <a:extLst>
                            <a:ext uri="{FF2B5EF4-FFF2-40B4-BE49-F238E27FC236}">
                              <a16:creationId xmlns:a16="http://schemas.microsoft.com/office/drawing/2014/main" id="{BD58DDB7-117E-0236-8369-1A96F64B113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22" name="Arc 6921">
                          <a:extLst>
                            <a:ext uri="{FF2B5EF4-FFF2-40B4-BE49-F238E27FC236}">
                              <a16:creationId xmlns:a16="http://schemas.microsoft.com/office/drawing/2014/main" id="{298840AB-88F0-1865-FB95-9F5EB2FC619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920" name="TextBox 6919">
                        <a:extLst>
                          <a:ext uri="{FF2B5EF4-FFF2-40B4-BE49-F238E27FC236}">
                            <a16:creationId xmlns:a16="http://schemas.microsoft.com/office/drawing/2014/main" id="{F02279A3-27E6-3410-37A3-65285C4C7403}"/>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905" name="Group 6904">
                    <a:extLst>
                      <a:ext uri="{FF2B5EF4-FFF2-40B4-BE49-F238E27FC236}">
                        <a16:creationId xmlns:a16="http://schemas.microsoft.com/office/drawing/2014/main" id="{0117E162-28F1-BCDA-15A9-CA7553CA3CEC}"/>
                      </a:ext>
                    </a:extLst>
                  </p:cNvPr>
                  <p:cNvGrpSpPr/>
                  <p:nvPr/>
                </p:nvGrpSpPr>
                <p:grpSpPr>
                  <a:xfrm>
                    <a:off x="6197413" y="3225768"/>
                    <a:ext cx="393192" cy="393192"/>
                    <a:chOff x="6389147" y="3932622"/>
                    <a:chExt cx="393192" cy="393192"/>
                  </a:xfrm>
                </p:grpSpPr>
                <p:grpSp>
                  <p:nvGrpSpPr>
                    <p:cNvPr id="6906" name="Group 6905">
                      <a:extLst>
                        <a:ext uri="{FF2B5EF4-FFF2-40B4-BE49-F238E27FC236}">
                          <a16:creationId xmlns:a16="http://schemas.microsoft.com/office/drawing/2014/main" id="{3E0D4352-5B6B-DFAC-3FBF-65F55D3919A2}"/>
                        </a:ext>
                      </a:extLst>
                    </p:cNvPr>
                    <p:cNvGrpSpPr/>
                    <p:nvPr/>
                  </p:nvGrpSpPr>
                  <p:grpSpPr>
                    <a:xfrm flipH="1">
                      <a:off x="6478587" y="4022061"/>
                      <a:ext cx="214313" cy="214313"/>
                      <a:chOff x="5354637" y="3446463"/>
                      <a:chExt cx="214313" cy="214313"/>
                    </a:xfrm>
                  </p:grpSpPr>
                  <p:sp>
                    <p:nvSpPr>
                      <p:cNvPr id="6914" name="Arc 6913">
                        <a:extLst>
                          <a:ext uri="{FF2B5EF4-FFF2-40B4-BE49-F238E27FC236}">
                            <a16:creationId xmlns:a16="http://schemas.microsoft.com/office/drawing/2014/main" id="{CB769DB5-36B4-9A93-3103-99E4DE3DD36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15" name="Arc 6914">
                        <a:extLst>
                          <a:ext uri="{FF2B5EF4-FFF2-40B4-BE49-F238E27FC236}">
                            <a16:creationId xmlns:a16="http://schemas.microsoft.com/office/drawing/2014/main" id="{116536FC-02A9-3C0A-55C4-600563E5655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907" name="Group 6906">
                      <a:extLst>
                        <a:ext uri="{FF2B5EF4-FFF2-40B4-BE49-F238E27FC236}">
                          <a16:creationId xmlns:a16="http://schemas.microsoft.com/office/drawing/2014/main" id="{CB9FFA6F-C2BA-7219-79FD-DF91F54FEF9D}"/>
                        </a:ext>
                      </a:extLst>
                    </p:cNvPr>
                    <p:cNvGrpSpPr/>
                    <p:nvPr/>
                  </p:nvGrpSpPr>
                  <p:grpSpPr>
                    <a:xfrm rot="7200000" flipH="1">
                      <a:off x="6434137" y="3977611"/>
                      <a:ext cx="303213" cy="303213"/>
                      <a:chOff x="5354637" y="3446463"/>
                      <a:chExt cx="214313" cy="214313"/>
                    </a:xfrm>
                  </p:grpSpPr>
                  <p:sp>
                    <p:nvSpPr>
                      <p:cNvPr id="6912" name="Arc 6911">
                        <a:extLst>
                          <a:ext uri="{FF2B5EF4-FFF2-40B4-BE49-F238E27FC236}">
                            <a16:creationId xmlns:a16="http://schemas.microsoft.com/office/drawing/2014/main" id="{B5DA2C92-5216-C22E-AC2C-8789BF79CB6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13" name="Arc 6912">
                        <a:extLst>
                          <a:ext uri="{FF2B5EF4-FFF2-40B4-BE49-F238E27FC236}">
                            <a16:creationId xmlns:a16="http://schemas.microsoft.com/office/drawing/2014/main" id="{89C618F1-4BF8-57AC-AC2C-4566DC04305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908" name="Group 6907">
                      <a:extLst>
                        <a:ext uri="{FF2B5EF4-FFF2-40B4-BE49-F238E27FC236}">
                          <a16:creationId xmlns:a16="http://schemas.microsoft.com/office/drawing/2014/main" id="{3C8E669C-B58D-227E-1DAA-365B6E4BB14C}"/>
                        </a:ext>
                      </a:extLst>
                    </p:cNvPr>
                    <p:cNvGrpSpPr/>
                    <p:nvPr/>
                  </p:nvGrpSpPr>
                  <p:grpSpPr>
                    <a:xfrm rot="14400000" flipH="1">
                      <a:off x="6389147" y="3932622"/>
                      <a:ext cx="393192" cy="393192"/>
                      <a:chOff x="5354637" y="3446463"/>
                      <a:chExt cx="214313" cy="214313"/>
                    </a:xfrm>
                  </p:grpSpPr>
                  <p:sp>
                    <p:nvSpPr>
                      <p:cNvPr id="6910" name="Arc 6909">
                        <a:extLst>
                          <a:ext uri="{FF2B5EF4-FFF2-40B4-BE49-F238E27FC236}">
                            <a16:creationId xmlns:a16="http://schemas.microsoft.com/office/drawing/2014/main" id="{88A7EB32-F5E5-8E81-6717-77E80EFB782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911" name="Arc 6910">
                        <a:extLst>
                          <a:ext uri="{FF2B5EF4-FFF2-40B4-BE49-F238E27FC236}">
                            <a16:creationId xmlns:a16="http://schemas.microsoft.com/office/drawing/2014/main" id="{74F30FB6-FB03-E7CF-F997-7AEACFE0EC5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909" name="TextBox 6908">
                      <a:extLst>
                        <a:ext uri="{FF2B5EF4-FFF2-40B4-BE49-F238E27FC236}">
                          <a16:creationId xmlns:a16="http://schemas.microsoft.com/office/drawing/2014/main" id="{1B30A497-6470-87B2-0A1B-19AF0BB8D31D}"/>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6134" name="Group 6133">
              <a:extLst>
                <a:ext uri="{FF2B5EF4-FFF2-40B4-BE49-F238E27FC236}">
                  <a16:creationId xmlns:a16="http://schemas.microsoft.com/office/drawing/2014/main" id="{5BEFB11D-86EE-7105-3C7F-6F41864C481C}"/>
                </a:ext>
              </a:extLst>
            </p:cNvPr>
            <p:cNvGrpSpPr/>
            <p:nvPr/>
          </p:nvGrpSpPr>
          <p:grpSpPr>
            <a:xfrm>
              <a:off x="3119327" y="697943"/>
              <a:ext cx="2263438" cy="2198360"/>
              <a:chOff x="5445106" y="2039507"/>
              <a:chExt cx="2263438" cy="2198360"/>
            </a:xfrm>
          </p:grpSpPr>
          <p:grpSp>
            <p:nvGrpSpPr>
              <p:cNvPr id="6708" name="Group 6707">
                <a:extLst>
                  <a:ext uri="{FF2B5EF4-FFF2-40B4-BE49-F238E27FC236}">
                    <a16:creationId xmlns:a16="http://schemas.microsoft.com/office/drawing/2014/main" id="{97E7D1BA-2FDB-9301-6807-F2E27D2CEB5C}"/>
                  </a:ext>
                </a:extLst>
              </p:cNvPr>
              <p:cNvGrpSpPr/>
              <p:nvPr/>
            </p:nvGrpSpPr>
            <p:grpSpPr>
              <a:xfrm>
                <a:off x="5445106" y="2644743"/>
                <a:ext cx="1643204" cy="1593124"/>
                <a:chOff x="5445106" y="2644743"/>
                <a:chExt cx="1643204" cy="1593124"/>
              </a:xfrm>
            </p:grpSpPr>
            <p:grpSp>
              <p:nvGrpSpPr>
                <p:cNvPr id="6804" name="Group 6803">
                  <a:extLst>
                    <a:ext uri="{FF2B5EF4-FFF2-40B4-BE49-F238E27FC236}">
                      <a16:creationId xmlns:a16="http://schemas.microsoft.com/office/drawing/2014/main" id="{405AB399-88C1-EB04-1FAB-2CE60EC80225}"/>
                    </a:ext>
                  </a:extLst>
                </p:cNvPr>
                <p:cNvGrpSpPr/>
                <p:nvPr/>
              </p:nvGrpSpPr>
              <p:grpSpPr>
                <a:xfrm>
                  <a:off x="5445106" y="2644743"/>
                  <a:ext cx="1019224" cy="991639"/>
                  <a:chOff x="5886431" y="3225768"/>
                  <a:chExt cx="1019224" cy="991639"/>
                </a:xfrm>
              </p:grpSpPr>
              <p:grpSp>
                <p:nvGrpSpPr>
                  <p:cNvPr id="6852" name="Group 6851">
                    <a:extLst>
                      <a:ext uri="{FF2B5EF4-FFF2-40B4-BE49-F238E27FC236}">
                        <a16:creationId xmlns:a16="http://schemas.microsoft.com/office/drawing/2014/main" id="{82199AA8-148F-E99C-3591-D1363C8D0B67}"/>
                      </a:ext>
                    </a:extLst>
                  </p:cNvPr>
                  <p:cNvGrpSpPr/>
                  <p:nvPr/>
                </p:nvGrpSpPr>
                <p:grpSpPr>
                  <a:xfrm>
                    <a:off x="6197413" y="3824215"/>
                    <a:ext cx="393192" cy="393192"/>
                    <a:chOff x="5265196" y="3357021"/>
                    <a:chExt cx="393192" cy="393192"/>
                  </a:xfrm>
                </p:grpSpPr>
                <p:grpSp>
                  <p:nvGrpSpPr>
                    <p:cNvPr id="6887" name="Group 6886">
                      <a:extLst>
                        <a:ext uri="{FF2B5EF4-FFF2-40B4-BE49-F238E27FC236}">
                          <a16:creationId xmlns:a16="http://schemas.microsoft.com/office/drawing/2014/main" id="{B8C51B58-88C9-268E-A41E-00EC3234E13B}"/>
                        </a:ext>
                      </a:extLst>
                    </p:cNvPr>
                    <p:cNvGrpSpPr/>
                    <p:nvPr/>
                  </p:nvGrpSpPr>
                  <p:grpSpPr>
                    <a:xfrm rot="14400000">
                      <a:off x="5265196" y="3357021"/>
                      <a:ext cx="393192" cy="393192"/>
                      <a:chOff x="5354637" y="3446463"/>
                      <a:chExt cx="214313" cy="214313"/>
                    </a:xfrm>
                  </p:grpSpPr>
                  <p:sp>
                    <p:nvSpPr>
                      <p:cNvPr id="6896" name="Arc 6895">
                        <a:extLst>
                          <a:ext uri="{FF2B5EF4-FFF2-40B4-BE49-F238E27FC236}">
                            <a16:creationId xmlns:a16="http://schemas.microsoft.com/office/drawing/2014/main" id="{BA38CBD5-1275-68F9-37B1-D486904580A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897" name="Arc 6896">
                        <a:extLst>
                          <a:ext uri="{FF2B5EF4-FFF2-40B4-BE49-F238E27FC236}">
                            <a16:creationId xmlns:a16="http://schemas.microsoft.com/office/drawing/2014/main" id="{287C5EF5-F031-0564-C009-BDA1B5B9341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888" name="Group 6887">
                      <a:extLst>
                        <a:ext uri="{FF2B5EF4-FFF2-40B4-BE49-F238E27FC236}">
                          <a16:creationId xmlns:a16="http://schemas.microsoft.com/office/drawing/2014/main" id="{3891ADE4-0951-163E-07B2-0A2C38D414B4}"/>
                        </a:ext>
                      </a:extLst>
                    </p:cNvPr>
                    <p:cNvGrpSpPr/>
                    <p:nvPr/>
                  </p:nvGrpSpPr>
                  <p:grpSpPr>
                    <a:xfrm>
                      <a:off x="5310186" y="3402011"/>
                      <a:ext cx="303213" cy="303213"/>
                      <a:chOff x="5310186" y="3402011"/>
                      <a:chExt cx="303213" cy="303213"/>
                    </a:xfrm>
                  </p:grpSpPr>
                  <p:grpSp>
                    <p:nvGrpSpPr>
                      <p:cNvPr id="6889" name="Group 6888">
                        <a:extLst>
                          <a:ext uri="{FF2B5EF4-FFF2-40B4-BE49-F238E27FC236}">
                            <a16:creationId xmlns:a16="http://schemas.microsoft.com/office/drawing/2014/main" id="{2A51E461-E51F-5956-CD90-5C49B2EC3CDA}"/>
                          </a:ext>
                        </a:extLst>
                      </p:cNvPr>
                      <p:cNvGrpSpPr/>
                      <p:nvPr/>
                    </p:nvGrpSpPr>
                    <p:grpSpPr>
                      <a:xfrm>
                        <a:off x="5354636" y="3446461"/>
                        <a:ext cx="214313" cy="214313"/>
                        <a:chOff x="5354637" y="3446463"/>
                        <a:chExt cx="214313" cy="214313"/>
                      </a:xfrm>
                    </p:grpSpPr>
                    <p:sp>
                      <p:nvSpPr>
                        <p:cNvPr id="6894" name="Arc 6893">
                          <a:extLst>
                            <a:ext uri="{FF2B5EF4-FFF2-40B4-BE49-F238E27FC236}">
                              <a16:creationId xmlns:a16="http://schemas.microsoft.com/office/drawing/2014/main" id="{9E65B4D6-E913-566F-A482-1D0BCCB0110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895" name="Arc 6894">
                          <a:extLst>
                            <a:ext uri="{FF2B5EF4-FFF2-40B4-BE49-F238E27FC236}">
                              <a16:creationId xmlns:a16="http://schemas.microsoft.com/office/drawing/2014/main" id="{162D3D0C-1C26-0E9A-1FD3-737A93D71D9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890" name="Group 6889">
                        <a:extLst>
                          <a:ext uri="{FF2B5EF4-FFF2-40B4-BE49-F238E27FC236}">
                            <a16:creationId xmlns:a16="http://schemas.microsoft.com/office/drawing/2014/main" id="{2F6CAC7A-9A97-1D66-557E-C52C5863C2A2}"/>
                          </a:ext>
                        </a:extLst>
                      </p:cNvPr>
                      <p:cNvGrpSpPr/>
                      <p:nvPr/>
                    </p:nvGrpSpPr>
                    <p:grpSpPr>
                      <a:xfrm rot="7200000">
                        <a:off x="5310186" y="3402011"/>
                        <a:ext cx="303213" cy="303213"/>
                        <a:chOff x="5354637" y="3446463"/>
                        <a:chExt cx="214313" cy="214313"/>
                      </a:xfrm>
                    </p:grpSpPr>
                    <p:sp>
                      <p:nvSpPr>
                        <p:cNvPr id="6892" name="Arc 6891">
                          <a:extLst>
                            <a:ext uri="{FF2B5EF4-FFF2-40B4-BE49-F238E27FC236}">
                              <a16:creationId xmlns:a16="http://schemas.microsoft.com/office/drawing/2014/main" id="{EC7616A0-8B62-ACFC-6989-C40FEE56872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893" name="Arc 6892">
                          <a:extLst>
                            <a:ext uri="{FF2B5EF4-FFF2-40B4-BE49-F238E27FC236}">
                              <a16:creationId xmlns:a16="http://schemas.microsoft.com/office/drawing/2014/main" id="{7B11258F-4B20-3138-FBC2-58BCE484DCF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891" name="TextBox 6890">
                        <a:extLst>
                          <a:ext uri="{FF2B5EF4-FFF2-40B4-BE49-F238E27FC236}">
                            <a16:creationId xmlns:a16="http://schemas.microsoft.com/office/drawing/2014/main" id="{5B0464B2-D5BC-190C-072F-777BF683DD8B}"/>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853" name="Group 6852">
                    <a:extLst>
                      <a:ext uri="{FF2B5EF4-FFF2-40B4-BE49-F238E27FC236}">
                        <a16:creationId xmlns:a16="http://schemas.microsoft.com/office/drawing/2014/main" id="{B3486249-24CF-04C0-3EC5-3EE573A39135}"/>
                      </a:ext>
                    </a:extLst>
                  </p:cNvPr>
                  <p:cNvGrpSpPr/>
                  <p:nvPr/>
                </p:nvGrpSpPr>
                <p:grpSpPr>
                  <a:xfrm>
                    <a:off x="5886431" y="3525040"/>
                    <a:ext cx="393192" cy="393192"/>
                    <a:chOff x="5265196" y="3932619"/>
                    <a:chExt cx="393192" cy="393192"/>
                  </a:xfrm>
                </p:grpSpPr>
                <p:grpSp>
                  <p:nvGrpSpPr>
                    <p:cNvPr id="6877" name="Group 6876">
                      <a:extLst>
                        <a:ext uri="{FF2B5EF4-FFF2-40B4-BE49-F238E27FC236}">
                          <a16:creationId xmlns:a16="http://schemas.microsoft.com/office/drawing/2014/main" id="{776CF147-85EE-7A62-3449-2E662FF30C2D}"/>
                        </a:ext>
                      </a:extLst>
                    </p:cNvPr>
                    <p:cNvGrpSpPr/>
                    <p:nvPr/>
                  </p:nvGrpSpPr>
                  <p:grpSpPr>
                    <a:xfrm>
                      <a:off x="5354636" y="4022061"/>
                      <a:ext cx="214313" cy="214313"/>
                      <a:chOff x="5354637" y="3446463"/>
                      <a:chExt cx="214313" cy="214313"/>
                    </a:xfrm>
                  </p:grpSpPr>
                  <p:sp>
                    <p:nvSpPr>
                      <p:cNvPr id="6885" name="Arc 6884">
                        <a:extLst>
                          <a:ext uri="{FF2B5EF4-FFF2-40B4-BE49-F238E27FC236}">
                            <a16:creationId xmlns:a16="http://schemas.microsoft.com/office/drawing/2014/main" id="{3E110C48-78F7-152B-DA33-6143C606252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886" name="Arc 6885">
                        <a:extLst>
                          <a:ext uri="{FF2B5EF4-FFF2-40B4-BE49-F238E27FC236}">
                            <a16:creationId xmlns:a16="http://schemas.microsoft.com/office/drawing/2014/main" id="{E198128E-4CD0-130A-655E-DD6A675D6E8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878" name="Group 6877">
                      <a:extLst>
                        <a:ext uri="{FF2B5EF4-FFF2-40B4-BE49-F238E27FC236}">
                          <a16:creationId xmlns:a16="http://schemas.microsoft.com/office/drawing/2014/main" id="{2EAA5235-6A33-636A-B1DC-007CC0123399}"/>
                        </a:ext>
                      </a:extLst>
                    </p:cNvPr>
                    <p:cNvGrpSpPr/>
                    <p:nvPr/>
                  </p:nvGrpSpPr>
                  <p:grpSpPr>
                    <a:xfrm rot="14400000">
                      <a:off x="5310186" y="3977611"/>
                      <a:ext cx="303213" cy="303213"/>
                      <a:chOff x="5354637" y="3446463"/>
                      <a:chExt cx="214313" cy="214313"/>
                    </a:xfrm>
                  </p:grpSpPr>
                  <p:sp>
                    <p:nvSpPr>
                      <p:cNvPr id="6883" name="Arc 6882">
                        <a:extLst>
                          <a:ext uri="{FF2B5EF4-FFF2-40B4-BE49-F238E27FC236}">
                            <a16:creationId xmlns:a16="http://schemas.microsoft.com/office/drawing/2014/main" id="{329B3F9D-1967-3519-5C10-F4A1EDEE913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884" name="Arc 6883">
                        <a:extLst>
                          <a:ext uri="{FF2B5EF4-FFF2-40B4-BE49-F238E27FC236}">
                            <a16:creationId xmlns:a16="http://schemas.microsoft.com/office/drawing/2014/main" id="{CA9B0210-E353-20C5-5A12-13D82E00527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879" name="Group 6878">
                      <a:extLst>
                        <a:ext uri="{FF2B5EF4-FFF2-40B4-BE49-F238E27FC236}">
                          <a16:creationId xmlns:a16="http://schemas.microsoft.com/office/drawing/2014/main" id="{29262005-4A69-6FBD-8FB5-EC25DEEAE38F}"/>
                        </a:ext>
                      </a:extLst>
                    </p:cNvPr>
                    <p:cNvGrpSpPr/>
                    <p:nvPr/>
                  </p:nvGrpSpPr>
                  <p:grpSpPr>
                    <a:xfrm rot="7200000">
                      <a:off x="5265196" y="3932619"/>
                      <a:ext cx="393192" cy="393192"/>
                      <a:chOff x="5354637" y="3446463"/>
                      <a:chExt cx="214313" cy="214313"/>
                    </a:xfrm>
                  </p:grpSpPr>
                  <p:sp>
                    <p:nvSpPr>
                      <p:cNvPr id="6881" name="Arc 6880">
                        <a:extLst>
                          <a:ext uri="{FF2B5EF4-FFF2-40B4-BE49-F238E27FC236}">
                            <a16:creationId xmlns:a16="http://schemas.microsoft.com/office/drawing/2014/main" id="{DA1A1C4C-02E9-A74E-F885-A400621DA71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882" name="Arc 6881">
                        <a:extLst>
                          <a:ext uri="{FF2B5EF4-FFF2-40B4-BE49-F238E27FC236}">
                            <a16:creationId xmlns:a16="http://schemas.microsoft.com/office/drawing/2014/main" id="{87B2AAE3-95C5-6CB9-43FC-1940FA00455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880" name="TextBox 6879">
                      <a:extLst>
                        <a:ext uri="{FF2B5EF4-FFF2-40B4-BE49-F238E27FC236}">
                          <a16:creationId xmlns:a16="http://schemas.microsoft.com/office/drawing/2014/main" id="{7C2C2DD0-D41A-3D8A-355D-544C95FECE6F}"/>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6854" name="Group 6853">
                    <a:extLst>
                      <a:ext uri="{FF2B5EF4-FFF2-40B4-BE49-F238E27FC236}">
                        <a16:creationId xmlns:a16="http://schemas.microsoft.com/office/drawing/2014/main" id="{4ACB9CF4-03F7-EE39-6E3E-D2D6DDE0B1A6}"/>
                      </a:ext>
                    </a:extLst>
                  </p:cNvPr>
                  <p:cNvGrpSpPr/>
                  <p:nvPr/>
                </p:nvGrpSpPr>
                <p:grpSpPr>
                  <a:xfrm>
                    <a:off x="6512463" y="3525040"/>
                    <a:ext cx="393192" cy="393192"/>
                    <a:chOff x="6389147" y="3357021"/>
                    <a:chExt cx="393192" cy="393192"/>
                  </a:xfrm>
                </p:grpSpPr>
                <p:grpSp>
                  <p:nvGrpSpPr>
                    <p:cNvPr id="6866" name="Group 6865">
                      <a:extLst>
                        <a:ext uri="{FF2B5EF4-FFF2-40B4-BE49-F238E27FC236}">
                          <a16:creationId xmlns:a16="http://schemas.microsoft.com/office/drawing/2014/main" id="{5CA39A50-7767-3AAE-61D2-DA66714B5C50}"/>
                        </a:ext>
                      </a:extLst>
                    </p:cNvPr>
                    <p:cNvGrpSpPr/>
                    <p:nvPr/>
                  </p:nvGrpSpPr>
                  <p:grpSpPr>
                    <a:xfrm rot="7200000" flipH="1">
                      <a:off x="6389147" y="3357021"/>
                      <a:ext cx="393192" cy="393192"/>
                      <a:chOff x="5354637" y="3446463"/>
                      <a:chExt cx="214313" cy="214313"/>
                    </a:xfrm>
                  </p:grpSpPr>
                  <p:sp>
                    <p:nvSpPr>
                      <p:cNvPr id="6875" name="Arc 6874">
                        <a:extLst>
                          <a:ext uri="{FF2B5EF4-FFF2-40B4-BE49-F238E27FC236}">
                            <a16:creationId xmlns:a16="http://schemas.microsoft.com/office/drawing/2014/main" id="{187B0265-0780-62CC-E126-14DD85B84BF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876" name="Arc 6875">
                        <a:extLst>
                          <a:ext uri="{FF2B5EF4-FFF2-40B4-BE49-F238E27FC236}">
                            <a16:creationId xmlns:a16="http://schemas.microsoft.com/office/drawing/2014/main" id="{20D54556-F08C-5602-B0AF-A283A8B065C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867" name="Group 6866">
                      <a:extLst>
                        <a:ext uri="{FF2B5EF4-FFF2-40B4-BE49-F238E27FC236}">
                          <a16:creationId xmlns:a16="http://schemas.microsoft.com/office/drawing/2014/main" id="{41688EA0-E12E-42A6-AAE5-9C7FEF38D0AE}"/>
                        </a:ext>
                      </a:extLst>
                    </p:cNvPr>
                    <p:cNvGrpSpPr/>
                    <p:nvPr/>
                  </p:nvGrpSpPr>
                  <p:grpSpPr>
                    <a:xfrm>
                      <a:off x="6434137" y="3402011"/>
                      <a:ext cx="303213" cy="303213"/>
                      <a:chOff x="6434137" y="3402011"/>
                      <a:chExt cx="303213" cy="303213"/>
                    </a:xfrm>
                  </p:grpSpPr>
                  <p:grpSp>
                    <p:nvGrpSpPr>
                      <p:cNvPr id="6868" name="Group 6867">
                        <a:extLst>
                          <a:ext uri="{FF2B5EF4-FFF2-40B4-BE49-F238E27FC236}">
                            <a16:creationId xmlns:a16="http://schemas.microsoft.com/office/drawing/2014/main" id="{A36940BC-8636-CFAF-7728-E5FF9E296BE6}"/>
                          </a:ext>
                        </a:extLst>
                      </p:cNvPr>
                      <p:cNvGrpSpPr/>
                      <p:nvPr/>
                    </p:nvGrpSpPr>
                    <p:grpSpPr>
                      <a:xfrm flipH="1">
                        <a:off x="6478587" y="3446461"/>
                        <a:ext cx="214313" cy="214313"/>
                        <a:chOff x="5354637" y="3446463"/>
                        <a:chExt cx="214313" cy="214313"/>
                      </a:xfrm>
                    </p:grpSpPr>
                    <p:sp>
                      <p:nvSpPr>
                        <p:cNvPr id="6873" name="Arc 6872">
                          <a:extLst>
                            <a:ext uri="{FF2B5EF4-FFF2-40B4-BE49-F238E27FC236}">
                              <a16:creationId xmlns:a16="http://schemas.microsoft.com/office/drawing/2014/main" id="{BA1515FA-A815-1719-CAE3-0370D1D5AA9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874" name="Arc 6873">
                          <a:extLst>
                            <a:ext uri="{FF2B5EF4-FFF2-40B4-BE49-F238E27FC236}">
                              <a16:creationId xmlns:a16="http://schemas.microsoft.com/office/drawing/2014/main" id="{5ECB9A7D-BE6A-5094-C025-6CB29A0F113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869" name="Group 6868">
                        <a:extLst>
                          <a:ext uri="{FF2B5EF4-FFF2-40B4-BE49-F238E27FC236}">
                            <a16:creationId xmlns:a16="http://schemas.microsoft.com/office/drawing/2014/main" id="{CC90D045-4F09-1976-C078-6529DD09507A}"/>
                          </a:ext>
                        </a:extLst>
                      </p:cNvPr>
                      <p:cNvGrpSpPr/>
                      <p:nvPr/>
                    </p:nvGrpSpPr>
                    <p:grpSpPr>
                      <a:xfrm rot="14400000" flipH="1">
                        <a:off x="6434137" y="3402011"/>
                        <a:ext cx="303213" cy="303213"/>
                        <a:chOff x="5354637" y="3446463"/>
                        <a:chExt cx="214313" cy="214313"/>
                      </a:xfrm>
                    </p:grpSpPr>
                    <p:sp>
                      <p:nvSpPr>
                        <p:cNvPr id="6871" name="Arc 6870">
                          <a:extLst>
                            <a:ext uri="{FF2B5EF4-FFF2-40B4-BE49-F238E27FC236}">
                              <a16:creationId xmlns:a16="http://schemas.microsoft.com/office/drawing/2014/main" id="{75B768AB-2654-4612-3C3D-048E84DE653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872" name="Arc 6871">
                          <a:extLst>
                            <a:ext uri="{FF2B5EF4-FFF2-40B4-BE49-F238E27FC236}">
                              <a16:creationId xmlns:a16="http://schemas.microsoft.com/office/drawing/2014/main" id="{3D0AF4F6-E5EE-0A2C-327F-BE6D876F1AF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870" name="TextBox 6869">
                        <a:extLst>
                          <a:ext uri="{FF2B5EF4-FFF2-40B4-BE49-F238E27FC236}">
                            <a16:creationId xmlns:a16="http://schemas.microsoft.com/office/drawing/2014/main" id="{BF490379-B243-3C55-F1A8-B8C4026578E5}"/>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855" name="Group 6854">
                    <a:extLst>
                      <a:ext uri="{FF2B5EF4-FFF2-40B4-BE49-F238E27FC236}">
                        <a16:creationId xmlns:a16="http://schemas.microsoft.com/office/drawing/2014/main" id="{7AD54322-9EDD-AA5E-1A35-4E41C0148FEB}"/>
                      </a:ext>
                    </a:extLst>
                  </p:cNvPr>
                  <p:cNvGrpSpPr/>
                  <p:nvPr/>
                </p:nvGrpSpPr>
                <p:grpSpPr>
                  <a:xfrm>
                    <a:off x="6197413" y="3225768"/>
                    <a:ext cx="393192" cy="393192"/>
                    <a:chOff x="6389147" y="3932622"/>
                    <a:chExt cx="393192" cy="393192"/>
                  </a:xfrm>
                </p:grpSpPr>
                <p:grpSp>
                  <p:nvGrpSpPr>
                    <p:cNvPr id="6856" name="Group 6855">
                      <a:extLst>
                        <a:ext uri="{FF2B5EF4-FFF2-40B4-BE49-F238E27FC236}">
                          <a16:creationId xmlns:a16="http://schemas.microsoft.com/office/drawing/2014/main" id="{802CF524-D860-030F-4C7B-C04920DF8B53}"/>
                        </a:ext>
                      </a:extLst>
                    </p:cNvPr>
                    <p:cNvGrpSpPr/>
                    <p:nvPr/>
                  </p:nvGrpSpPr>
                  <p:grpSpPr>
                    <a:xfrm flipH="1">
                      <a:off x="6478587" y="4022061"/>
                      <a:ext cx="214313" cy="214313"/>
                      <a:chOff x="5354637" y="3446463"/>
                      <a:chExt cx="214313" cy="214313"/>
                    </a:xfrm>
                  </p:grpSpPr>
                  <p:sp>
                    <p:nvSpPr>
                      <p:cNvPr id="6864" name="Arc 6863">
                        <a:extLst>
                          <a:ext uri="{FF2B5EF4-FFF2-40B4-BE49-F238E27FC236}">
                            <a16:creationId xmlns:a16="http://schemas.microsoft.com/office/drawing/2014/main" id="{18F7045E-74BC-F7E6-0EAE-57644D5697B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865" name="Arc 6864">
                        <a:extLst>
                          <a:ext uri="{FF2B5EF4-FFF2-40B4-BE49-F238E27FC236}">
                            <a16:creationId xmlns:a16="http://schemas.microsoft.com/office/drawing/2014/main" id="{0DA196BD-20EC-8C82-40F9-E70C7644928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857" name="Group 6856">
                      <a:extLst>
                        <a:ext uri="{FF2B5EF4-FFF2-40B4-BE49-F238E27FC236}">
                          <a16:creationId xmlns:a16="http://schemas.microsoft.com/office/drawing/2014/main" id="{E0D3E622-733C-584E-1F63-CFCF1672B469}"/>
                        </a:ext>
                      </a:extLst>
                    </p:cNvPr>
                    <p:cNvGrpSpPr/>
                    <p:nvPr/>
                  </p:nvGrpSpPr>
                  <p:grpSpPr>
                    <a:xfrm rot="7200000" flipH="1">
                      <a:off x="6434137" y="3977611"/>
                      <a:ext cx="303213" cy="303213"/>
                      <a:chOff x="5354637" y="3446463"/>
                      <a:chExt cx="214313" cy="214313"/>
                    </a:xfrm>
                  </p:grpSpPr>
                  <p:sp>
                    <p:nvSpPr>
                      <p:cNvPr id="6862" name="Arc 6861">
                        <a:extLst>
                          <a:ext uri="{FF2B5EF4-FFF2-40B4-BE49-F238E27FC236}">
                            <a16:creationId xmlns:a16="http://schemas.microsoft.com/office/drawing/2014/main" id="{64B4D31C-2B9E-FC2B-6EC3-0512A30B42F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863" name="Arc 6862">
                        <a:extLst>
                          <a:ext uri="{FF2B5EF4-FFF2-40B4-BE49-F238E27FC236}">
                            <a16:creationId xmlns:a16="http://schemas.microsoft.com/office/drawing/2014/main" id="{63E67A3D-1C1C-F2EE-B17E-3FFB2C2BC1F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858" name="Group 6857">
                      <a:extLst>
                        <a:ext uri="{FF2B5EF4-FFF2-40B4-BE49-F238E27FC236}">
                          <a16:creationId xmlns:a16="http://schemas.microsoft.com/office/drawing/2014/main" id="{450DF090-3E8D-3060-7ADF-383BD845445C}"/>
                        </a:ext>
                      </a:extLst>
                    </p:cNvPr>
                    <p:cNvGrpSpPr/>
                    <p:nvPr/>
                  </p:nvGrpSpPr>
                  <p:grpSpPr>
                    <a:xfrm rot="14400000" flipH="1">
                      <a:off x="6389147" y="3932622"/>
                      <a:ext cx="393192" cy="393192"/>
                      <a:chOff x="5354637" y="3446463"/>
                      <a:chExt cx="214313" cy="214313"/>
                    </a:xfrm>
                  </p:grpSpPr>
                  <p:sp>
                    <p:nvSpPr>
                      <p:cNvPr id="6860" name="Arc 6859">
                        <a:extLst>
                          <a:ext uri="{FF2B5EF4-FFF2-40B4-BE49-F238E27FC236}">
                            <a16:creationId xmlns:a16="http://schemas.microsoft.com/office/drawing/2014/main" id="{FE0DB261-F478-D49D-C80C-7ED91AB6725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861" name="Arc 6860">
                        <a:extLst>
                          <a:ext uri="{FF2B5EF4-FFF2-40B4-BE49-F238E27FC236}">
                            <a16:creationId xmlns:a16="http://schemas.microsoft.com/office/drawing/2014/main" id="{B394D9CF-35A7-550D-A6FF-7E681E8EE84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859" name="TextBox 6858">
                      <a:extLst>
                        <a:ext uri="{FF2B5EF4-FFF2-40B4-BE49-F238E27FC236}">
                          <a16:creationId xmlns:a16="http://schemas.microsoft.com/office/drawing/2014/main" id="{1C8CA2E1-6D55-5DC5-077C-1D4A23E1F53E}"/>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805" name="Group 6804">
                  <a:extLst>
                    <a:ext uri="{FF2B5EF4-FFF2-40B4-BE49-F238E27FC236}">
                      <a16:creationId xmlns:a16="http://schemas.microsoft.com/office/drawing/2014/main" id="{914B8A62-7284-048E-A6D7-539AAA5C9295}"/>
                    </a:ext>
                  </a:extLst>
                </p:cNvPr>
                <p:cNvGrpSpPr/>
                <p:nvPr/>
              </p:nvGrpSpPr>
              <p:grpSpPr>
                <a:xfrm>
                  <a:off x="6069086" y="3246228"/>
                  <a:ext cx="1019224" cy="991639"/>
                  <a:chOff x="5886431" y="3225768"/>
                  <a:chExt cx="1019224" cy="991639"/>
                </a:xfrm>
              </p:grpSpPr>
              <p:grpSp>
                <p:nvGrpSpPr>
                  <p:cNvPr id="6806" name="Group 6805">
                    <a:extLst>
                      <a:ext uri="{FF2B5EF4-FFF2-40B4-BE49-F238E27FC236}">
                        <a16:creationId xmlns:a16="http://schemas.microsoft.com/office/drawing/2014/main" id="{F31E2E24-A660-6E4E-AB2C-1CB2E4926B1D}"/>
                      </a:ext>
                    </a:extLst>
                  </p:cNvPr>
                  <p:cNvGrpSpPr/>
                  <p:nvPr/>
                </p:nvGrpSpPr>
                <p:grpSpPr>
                  <a:xfrm>
                    <a:off x="6197413" y="3824215"/>
                    <a:ext cx="393192" cy="393192"/>
                    <a:chOff x="5265196" y="3357021"/>
                    <a:chExt cx="393192" cy="393192"/>
                  </a:xfrm>
                </p:grpSpPr>
                <p:grpSp>
                  <p:nvGrpSpPr>
                    <p:cNvPr id="6841" name="Group 6840">
                      <a:extLst>
                        <a:ext uri="{FF2B5EF4-FFF2-40B4-BE49-F238E27FC236}">
                          <a16:creationId xmlns:a16="http://schemas.microsoft.com/office/drawing/2014/main" id="{F6A89E61-A56C-599B-A688-D10F3778BE83}"/>
                        </a:ext>
                      </a:extLst>
                    </p:cNvPr>
                    <p:cNvGrpSpPr/>
                    <p:nvPr/>
                  </p:nvGrpSpPr>
                  <p:grpSpPr>
                    <a:xfrm rot="14400000">
                      <a:off x="5265196" y="3357021"/>
                      <a:ext cx="393192" cy="393192"/>
                      <a:chOff x="5354637" y="3446463"/>
                      <a:chExt cx="214313" cy="214313"/>
                    </a:xfrm>
                  </p:grpSpPr>
                  <p:sp>
                    <p:nvSpPr>
                      <p:cNvPr id="6850" name="Arc 6849">
                        <a:extLst>
                          <a:ext uri="{FF2B5EF4-FFF2-40B4-BE49-F238E27FC236}">
                            <a16:creationId xmlns:a16="http://schemas.microsoft.com/office/drawing/2014/main" id="{BAEE5959-0407-7D9D-A138-5081A884F62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851" name="Arc 6850">
                        <a:extLst>
                          <a:ext uri="{FF2B5EF4-FFF2-40B4-BE49-F238E27FC236}">
                            <a16:creationId xmlns:a16="http://schemas.microsoft.com/office/drawing/2014/main" id="{9EE150C6-483A-5605-5CC1-D8468775CFD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842" name="Group 6841">
                      <a:extLst>
                        <a:ext uri="{FF2B5EF4-FFF2-40B4-BE49-F238E27FC236}">
                          <a16:creationId xmlns:a16="http://schemas.microsoft.com/office/drawing/2014/main" id="{0580D8F8-B8EA-36B5-7BAC-59A9FEE3AABB}"/>
                        </a:ext>
                      </a:extLst>
                    </p:cNvPr>
                    <p:cNvGrpSpPr/>
                    <p:nvPr/>
                  </p:nvGrpSpPr>
                  <p:grpSpPr>
                    <a:xfrm>
                      <a:off x="5310186" y="3402011"/>
                      <a:ext cx="303213" cy="303213"/>
                      <a:chOff x="5310186" y="3402011"/>
                      <a:chExt cx="303213" cy="303213"/>
                    </a:xfrm>
                  </p:grpSpPr>
                  <p:grpSp>
                    <p:nvGrpSpPr>
                      <p:cNvPr id="6843" name="Group 6842">
                        <a:extLst>
                          <a:ext uri="{FF2B5EF4-FFF2-40B4-BE49-F238E27FC236}">
                            <a16:creationId xmlns:a16="http://schemas.microsoft.com/office/drawing/2014/main" id="{B7DA31A5-1E37-2048-231B-FE82604423C6}"/>
                          </a:ext>
                        </a:extLst>
                      </p:cNvPr>
                      <p:cNvGrpSpPr/>
                      <p:nvPr/>
                    </p:nvGrpSpPr>
                    <p:grpSpPr>
                      <a:xfrm>
                        <a:off x="5354636" y="3446461"/>
                        <a:ext cx="214313" cy="214313"/>
                        <a:chOff x="5354637" y="3446463"/>
                        <a:chExt cx="214313" cy="214313"/>
                      </a:xfrm>
                    </p:grpSpPr>
                    <p:sp>
                      <p:nvSpPr>
                        <p:cNvPr id="6848" name="Arc 6847">
                          <a:extLst>
                            <a:ext uri="{FF2B5EF4-FFF2-40B4-BE49-F238E27FC236}">
                              <a16:creationId xmlns:a16="http://schemas.microsoft.com/office/drawing/2014/main" id="{01CA6F31-7683-F6EB-FC03-E98E864CFF3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849" name="Arc 6848">
                          <a:extLst>
                            <a:ext uri="{FF2B5EF4-FFF2-40B4-BE49-F238E27FC236}">
                              <a16:creationId xmlns:a16="http://schemas.microsoft.com/office/drawing/2014/main" id="{EDED6D4B-4EF2-FCED-0692-A866572EAF6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844" name="Group 6843">
                        <a:extLst>
                          <a:ext uri="{FF2B5EF4-FFF2-40B4-BE49-F238E27FC236}">
                            <a16:creationId xmlns:a16="http://schemas.microsoft.com/office/drawing/2014/main" id="{617BCBFE-491F-A681-FEE6-048CBA027004}"/>
                          </a:ext>
                        </a:extLst>
                      </p:cNvPr>
                      <p:cNvGrpSpPr/>
                      <p:nvPr/>
                    </p:nvGrpSpPr>
                    <p:grpSpPr>
                      <a:xfrm rot="7200000">
                        <a:off x="5310186" y="3402011"/>
                        <a:ext cx="303213" cy="303213"/>
                        <a:chOff x="5354637" y="3446463"/>
                        <a:chExt cx="214313" cy="214313"/>
                      </a:xfrm>
                    </p:grpSpPr>
                    <p:sp>
                      <p:nvSpPr>
                        <p:cNvPr id="6846" name="Arc 6845">
                          <a:extLst>
                            <a:ext uri="{FF2B5EF4-FFF2-40B4-BE49-F238E27FC236}">
                              <a16:creationId xmlns:a16="http://schemas.microsoft.com/office/drawing/2014/main" id="{28996043-CFBF-BCA1-90A8-9DB24DC8208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847" name="Arc 6846">
                          <a:extLst>
                            <a:ext uri="{FF2B5EF4-FFF2-40B4-BE49-F238E27FC236}">
                              <a16:creationId xmlns:a16="http://schemas.microsoft.com/office/drawing/2014/main" id="{33C40315-DF69-CC9C-4D27-D363D588984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845" name="TextBox 6844">
                        <a:extLst>
                          <a:ext uri="{FF2B5EF4-FFF2-40B4-BE49-F238E27FC236}">
                            <a16:creationId xmlns:a16="http://schemas.microsoft.com/office/drawing/2014/main" id="{F8E60274-971B-0791-140E-C8690A1A0F7A}"/>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807" name="Group 6806">
                    <a:extLst>
                      <a:ext uri="{FF2B5EF4-FFF2-40B4-BE49-F238E27FC236}">
                        <a16:creationId xmlns:a16="http://schemas.microsoft.com/office/drawing/2014/main" id="{ABF83820-33B4-4E2B-459C-1A19784C7D37}"/>
                      </a:ext>
                    </a:extLst>
                  </p:cNvPr>
                  <p:cNvGrpSpPr/>
                  <p:nvPr/>
                </p:nvGrpSpPr>
                <p:grpSpPr>
                  <a:xfrm>
                    <a:off x="5886431" y="3525040"/>
                    <a:ext cx="393192" cy="393192"/>
                    <a:chOff x="5265196" y="3932619"/>
                    <a:chExt cx="393192" cy="393192"/>
                  </a:xfrm>
                </p:grpSpPr>
                <p:grpSp>
                  <p:nvGrpSpPr>
                    <p:cNvPr id="6831" name="Group 6830">
                      <a:extLst>
                        <a:ext uri="{FF2B5EF4-FFF2-40B4-BE49-F238E27FC236}">
                          <a16:creationId xmlns:a16="http://schemas.microsoft.com/office/drawing/2014/main" id="{F9391C88-AF91-70D3-D03C-4096AF9B881E}"/>
                        </a:ext>
                      </a:extLst>
                    </p:cNvPr>
                    <p:cNvGrpSpPr/>
                    <p:nvPr/>
                  </p:nvGrpSpPr>
                  <p:grpSpPr>
                    <a:xfrm>
                      <a:off x="5354636" y="4022061"/>
                      <a:ext cx="214313" cy="214313"/>
                      <a:chOff x="5354637" y="3446463"/>
                      <a:chExt cx="214313" cy="214313"/>
                    </a:xfrm>
                  </p:grpSpPr>
                  <p:sp>
                    <p:nvSpPr>
                      <p:cNvPr id="6839" name="Arc 6838">
                        <a:extLst>
                          <a:ext uri="{FF2B5EF4-FFF2-40B4-BE49-F238E27FC236}">
                            <a16:creationId xmlns:a16="http://schemas.microsoft.com/office/drawing/2014/main" id="{C2DAAE75-01A1-B81D-C654-90E326C8828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840" name="Arc 6839">
                        <a:extLst>
                          <a:ext uri="{FF2B5EF4-FFF2-40B4-BE49-F238E27FC236}">
                            <a16:creationId xmlns:a16="http://schemas.microsoft.com/office/drawing/2014/main" id="{34716B0B-5C5A-46E2-E533-B8B3584853F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832" name="Group 6831">
                      <a:extLst>
                        <a:ext uri="{FF2B5EF4-FFF2-40B4-BE49-F238E27FC236}">
                          <a16:creationId xmlns:a16="http://schemas.microsoft.com/office/drawing/2014/main" id="{BF1C351A-00D3-FA05-9E45-A8B6C78B6F51}"/>
                        </a:ext>
                      </a:extLst>
                    </p:cNvPr>
                    <p:cNvGrpSpPr/>
                    <p:nvPr/>
                  </p:nvGrpSpPr>
                  <p:grpSpPr>
                    <a:xfrm rot="14400000">
                      <a:off x="5310186" y="3977611"/>
                      <a:ext cx="303213" cy="303213"/>
                      <a:chOff x="5354637" y="3446463"/>
                      <a:chExt cx="214313" cy="214313"/>
                    </a:xfrm>
                  </p:grpSpPr>
                  <p:sp>
                    <p:nvSpPr>
                      <p:cNvPr id="6837" name="Arc 6836">
                        <a:extLst>
                          <a:ext uri="{FF2B5EF4-FFF2-40B4-BE49-F238E27FC236}">
                            <a16:creationId xmlns:a16="http://schemas.microsoft.com/office/drawing/2014/main" id="{830D3360-233B-701F-A325-1FB703BD800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838" name="Arc 6837">
                        <a:extLst>
                          <a:ext uri="{FF2B5EF4-FFF2-40B4-BE49-F238E27FC236}">
                            <a16:creationId xmlns:a16="http://schemas.microsoft.com/office/drawing/2014/main" id="{E320AF8B-89A1-E9A5-29F8-42F6BF6626B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833" name="Group 6832">
                      <a:extLst>
                        <a:ext uri="{FF2B5EF4-FFF2-40B4-BE49-F238E27FC236}">
                          <a16:creationId xmlns:a16="http://schemas.microsoft.com/office/drawing/2014/main" id="{70BC318F-C286-614A-9711-1592BB162D87}"/>
                        </a:ext>
                      </a:extLst>
                    </p:cNvPr>
                    <p:cNvGrpSpPr/>
                    <p:nvPr/>
                  </p:nvGrpSpPr>
                  <p:grpSpPr>
                    <a:xfrm rot="7200000">
                      <a:off x="5265196" y="3932619"/>
                      <a:ext cx="393192" cy="393192"/>
                      <a:chOff x="5354637" y="3446463"/>
                      <a:chExt cx="214313" cy="214313"/>
                    </a:xfrm>
                  </p:grpSpPr>
                  <p:sp>
                    <p:nvSpPr>
                      <p:cNvPr id="6835" name="Arc 6834">
                        <a:extLst>
                          <a:ext uri="{FF2B5EF4-FFF2-40B4-BE49-F238E27FC236}">
                            <a16:creationId xmlns:a16="http://schemas.microsoft.com/office/drawing/2014/main" id="{D60D2E61-893C-3151-4F3D-FF36F47F6A9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836" name="Arc 6835">
                        <a:extLst>
                          <a:ext uri="{FF2B5EF4-FFF2-40B4-BE49-F238E27FC236}">
                            <a16:creationId xmlns:a16="http://schemas.microsoft.com/office/drawing/2014/main" id="{1D3399CD-4855-1B5C-F36B-A30A64D5A9B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834" name="TextBox 6833">
                      <a:extLst>
                        <a:ext uri="{FF2B5EF4-FFF2-40B4-BE49-F238E27FC236}">
                          <a16:creationId xmlns:a16="http://schemas.microsoft.com/office/drawing/2014/main" id="{3A469C0B-BF0E-7283-FF2B-978C84395754}"/>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6808" name="Group 6807">
                    <a:extLst>
                      <a:ext uri="{FF2B5EF4-FFF2-40B4-BE49-F238E27FC236}">
                        <a16:creationId xmlns:a16="http://schemas.microsoft.com/office/drawing/2014/main" id="{65A95831-065F-1C09-6C9D-DD742E08C3C5}"/>
                      </a:ext>
                    </a:extLst>
                  </p:cNvPr>
                  <p:cNvGrpSpPr/>
                  <p:nvPr/>
                </p:nvGrpSpPr>
                <p:grpSpPr>
                  <a:xfrm>
                    <a:off x="6512463" y="3525040"/>
                    <a:ext cx="393192" cy="393192"/>
                    <a:chOff x="6389147" y="3357021"/>
                    <a:chExt cx="393192" cy="393192"/>
                  </a:xfrm>
                </p:grpSpPr>
                <p:grpSp>
                  <p:nvGrpSpPr>
                    <p:cNvPr id="6820" name="Group 6819">
                      <a:extLst>
                        <a:ext uri="{FF2B5EF4-FFF2-40B4-BE49-F238E27FC236}">
                          <a16:creationId xmlns:a16="http://schemas.microsoft.com/office/drawing/2014/main" id="{71EC485F-0626-0D83-36D6-2081235D7572}"/>
                        </a:ext>
                      </a:extLst>
                    </p:cNvPr>
                    <p:cNvGrpSpPr/>
                    <p:nvPr/>
                  </p:nvGrpSpPr>
                  <p:grpSpPr>
                    <a:xfrm rot="7200000" flipH="1">
                      <a:off x="6389147" y="3357021"/>
                      <a:ext cx="393192" cy="393192"/>
                      <a:chOff x="5354637" y="3446463"/>
                      <a:chExt cx="214313" cy="214313"/>
                    </a:xfrm>
                  </p:grpSpPr>
                  <p:sp>
                    <p:nvSpPr>
                      <p:cNvPr id="6829" name="Arc 6828">
                        <a:extLst>
                          <a:ext uri="{FF2B5EF4-FFF2-40B4-BE49-F238E27FC236}">
                            <a16:creationId xmlns:a16="http://schemas.microsoft.com/office/drawing/2014/main" id="{A89F22C2-6EF2-A5A6-60C7-39B33F8F852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830" name="Arc 6829">
                        <a:extLst>
                          <a:ext uri="{FF2B5EF4-FFF2-40B4-BE49-F238E27FC236}">
                            <a16:creationId xmlns:a16="http://schemas.microsoft.com/office/drawing/2014/main" id="{727D66D5-382A-F7E6-809E-EE61CC243F5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821" name="Group 6820">
                      <a:extLst>
                        <a:ext uri="{FF2B5EF4-FFF2-40B4-BE49-F238E27FC236}">
                          <a16:creationId xmlns:a16="http://schemas.microsoft.com/office/drawing/2014/main" id="{C09C55FA-AD75-DEDB-B30A-7485C5388ECB}"/>
                        </a:ext>
                      </a:extLst>
                    </p:cNvPr>
                    <p:cNvGrpSpPr/>
                    <p:nvPr/>
                  </p:nvGrpSpPr>
                  <p:grpSpPr>
                    <a:xfrm>
                      <a:off x="6434137" y="3402011"/>
                      <a:ext cx="303213" cy="303213"/>
                      <a:chOff x="6434137" y="3402011"/>
                      <a:chExt cx="303213" cy="303213"/>
                    </a:xfrm>
                  </p:grpSpPr>
                  <p:grpSp>
                    <p:nvGrpSpPr>
                      <p:cNvPr id="6822" name="Group 6821">
                        <a:extLst>
                          <a:ext uri="{FF2B5EF4-FFF2-40B4-BE49-F238E27FC236}">
                            <a16:creationId xmlns:a16="http://schemas.microsoft.com/office/drawing/2014/main" id="{B3EADB7C-58F4-F76F-F67E-751CA8072901}"/>
                          </a:ext>
                        </a:extLst>
                      </p:cNvPr>
                      <p:cNvGrpSpPr/>
                      <p:nvPr/>
                    </p:nvGrpSpPr>
                    <p:grpSpPr>
                      <a:xfrm flipH="1">
                        <a:off x="6478587" y="3446461"/>
                        <a:ext cx="214313" cy="214313"/>
                        <a:chOff x="5354637" y="3446463"/>
                        <a:chExt cx="214313" cy="214313"/>
                      </a:xfrm>
                    </p:grpSpPr>
                    <p:sp>
                      <p:nvSpPr>
                        <p:cNvPr id="6827" name="Arc 6826">
                          <a:extLst>
                            <a:ext uri="{FF2B5EF4-FFF2-40B4-BE49-F238E27FC236}">
                              <a16:creationId xmlns:a16="http://schemas.microsoft.com/office/drawing/2014/main" id="{F345A025-1A0A-CFC9-0437-425635762C0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828" name="Arc 6827">
                          <a:extLst>
                            <a:ext uri="{FF2B5EF4-FFF2-40B4-BE49-F238E27FC236}">
                              <a16:creationId xmlns:a16="http://schemas.microsoft.com/office/drawing/2014/main" id="{89E808AE-5A3B-DAB3-4836-066C6CF48A9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823" name="Group 6822">
                        <a:extLst>
                          <a:ext uri="{FF2B5EF4-FFF2-40B4-BE49-F238E27FC236}">
                            <a16:creationId xmlns:a16="http://schemas.microsoft.com/office/drawing/2014/main" id="{4F5ACC07-34EE-1F44-FC1F-224EF4FAC4C3}"/>
                          </a:ext>
                        </a:extLst>
                      </p:cNvPr>
                      <p:cNvGrpSpPr/>
                      <p:nvPr/>
                    </p:nvGrpSpPr>
                    <p:grpSpPr>
                      <a:xfrm rot="14400000" flipH="1">
                        <a:off x="6434137" y="3402011"/>
                        <a:ext cx="303213" cy="303213"/>
                        <a:chOff x="5354637" y="3446463"/>
                        <a:chExt cx="214313" cy="214313"/>
                      </a:xfrm>
                    </p:grpSpPr>
                    <p:sp>
                      <p:nvSpPr>
                        <p:cNvPr id="6825" name="Arc 6824">
                          <a:extLst>
                            <a:ext uri="{FF2B5EF4-FFF2-40B4-BE49-F238E27FC236}">
                              <a16:creationId xmlns:a16="http://schemas.microsoft.com/office/drawing/2014/main" id="{BE7C08F2-B568-E875-D732-63A84D0D8DF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826" name="Arc 6825">
                          <a:extLst>
                            <a:ext uri="{FF2B5EF4-FFF2-40B4-BE49-F238E27FC236}">
                              <a16:creationId xmlns:a16="http://schemas.microsoft.com/office/drawing/2014/main" id="{DBB901FC-D710-7A70-D17A-2821284D08A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824" name="TextBox 6823">
                        <a:extLst>
                          <a:ext uri="{FF2B5EF4-FFF2-40B4-BE49-F238E27FC236}">
                            <a16:creationId xmlns:a16="http://schemas.microsoft.com/office/drawing/2014/main" id="{6F1A285A-D187-A755-EE67-D3CC276E560D}"/>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809" name="Group 6808">
                    <a:extLst>
                      <a:ext uri="{FF2B5EF4-FFF2-40B4-BE49-F238E27FC236}">
                        <a16:creationId xmlns:a16="http://schemas.microsoft.com/office/drawing/2014/main" id="{F89BDF40-730B-C7C3-E8F4-3ED3CF465AD3}"/>
                      </a:ext>
                    </a:extLst>
                  </p:cNvPr>
                  <p:cNvGrpSpPr/>
                  <p:nvPr/>
                </p:nvGrpSpPr>
                <p:grpSpPr>
                  <a:xfrm>
                    <a:off x="6197413" y="3225768"/>
                    <a:ext cx="393192" cy="393192"/>
                    <a:chOff x="6389147" y="3932622"/>
                    <a:chExt cx="393192" cy="393192"/>
                  </a:xfrm>
                </p:grpSpPr>
                <p:grpSp>
                  <p:nvGrpSpPr>
                    <p:cNvPr id="6810" name="Group 6809">
                      <a:extLst>
                        <a:ext uri="{FF2B5EF4-FFF2-40B4-BE49-F238E27FC236}">
                          <a16:creationId xmlns:a16="http://schemas.microsoft.com/office/drawing/2014/main" id="{568BB044-6290-DD99-7717-3B3EFDD66B1D}"/>
                        </a:ext>
                      </a:extLst>
                    </p:cNvPr>
                    <p:cNvGrpSpPr/>
                    <p:nvPr/>
                  </p:nvGrpSpPr>
                  <p:grpSpPr>
                    <a:xfrm flipH="1">
                      <a:off x="6478587" y="4022061"/>
                      <a:ext cx="214313" cy="214313"/>
                      <a:chOff x="5354637" y="3446463"/>
                      <a:chExt cx="214313" cy="214313"/>
                    </a:xfrm>
                  </p:grpSpPr>
                  <p:sp>
                    <p:nvSpPr>
                      <p:cNvPr id="6818" name="Arc 6817">
                        <a:extLst>
                          <a:ext uri="{FF2B5EF4-FFF2-40B4-BE49-F238E27FC236}">
                            <a16:creationId xmlns:a16="http://schemas.microsoft.com/office/drawing/2014/main" id="{65E6C11B-2870-4D70-E789-460E00B5F83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819" name="Arc 6818">
                        <a:extLst>
                          <a:ext uri="{FF2B5EF4-FFF2-40B4-BE49-F238E27FC236}">
                            <a16:creationId xmlns:a16="http://schemas.microsoft.com/office/drawing/2014/main" id="{5C0DB256-C2B5-40DC-2279-4E79AE0CE02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811" name="Group 6810">
                      <a:extLst>
                        <a:ext uri="{FF2B5EF4-FFF2-40B4-BE49-F238E27FC236}">
                          <a16:creationId xmlns:a16="http://schemas.microsoft.com/office/drawing/2014/main" id="{03459D7A-E8FD-72DE-DF6D-45685168E250}"/>
                        </a:ext>
                      </a:extLst>
                    </p:cNvPr>
                    <p:cNvGrpSpPr/>
                    <p:nvPr/>
                  </p:nvGrpSpPr>
                  <p:grpSpPr>
                    <a:xfrm rot="7200000" flipH="1">
                      <a:off x="6434137" y="3977611"/>
                      <a:ext cx="303213" cy="303213"/>
                      <a:chOff x="5354637" y="3446463"/>
                      <a:chExt cx="214313" cy="214313"/>
                    </a:xfrm>
                  </p:grpSpPr>
                  <p:sp>
                    <p:nvSpPr>
                      <p:cNvPr id="6816" name="Arc 6815">
                        <a:extLst>
                          <a:ext uri="{FF2B5EF4-FFF2-40B4-BE49-F238E27FC236}">
                            <a16:creationId xmlns:a16="http://schemas.microsoft.com/office/drawing/2014/main" id="{1345823B-C608-6693-5F81-9AFF6A442DA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817" name="Arc 6816">
                        <a:extLst>
                          <a:ext uri="{FF2B5EF4-FFF2-40B4-BE49-F238E27FC236}">
                            <a16:creationId xmlns:a16="http://schemas.microsoft.com/office/drawing/2014/main" id="{4CB9DAD9-D6CC-2BFF-2D0C-A7DFCD7C377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812" name="Group 6811">
                      <a:extLst>
                        <a:ext uri="{FF2B5EF4-FFF2-40B4-BE49-F238E27FC236}">
                          <a16:creationId xmlns:a16="http://schemas.microsoft.com/office/drawing/2014/main" id="{B9432B56-15DB-2077-329B-949F16152CBF}"/>
                        </a:ext>
                      </a:extLst>
                    </p:cNvPr>
                    <p:cNvGrpSpPr/>
                    <p:nvPr/>
                  </p:nvGrpSpPr>
                  <p:grpSpPr>
                    <a:xfrm rot="14400000" flipH="1">
                      <a:off x="6389147" y="3932622"/>
                      <a:ext cx="393192" cy="393192"/>
                      <a:chOff x="5354637" y="3446463"/>
                      <a:chExt cx="214313" cy="214313"/>
                    </a:xfrm>
                  </p:grpSpPr>
                  <p:sp>
                    <p:nvSpPr>
                      <p:cNvPr id="6814" name="Arc 6813">
                        <a:extLst>
                          <a:ext uri="{FF2B5EF4-FFF2-40B4-BE49-F238E27FC236}">
                            <a16:creationId xmlns:a16="http://schemas.microsoft.com/office/drawing/2014/main" id="{660E46E4-0505-A1CE-193D-B21839D3D06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815" name="Arc 6814">
                        <a:extLst>
                          <a:ext uri="{FF2B5EF4-FFF2-40B4-BE49-F238E27FC236}">
                            <a16:creationId xmlns:a16="http://schemas.microsoft.com/office/drawing/2014/main" id="{6C42F7B4-B522-0548-FCC5-88E31A47804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813" name="TextBox 6812">
                      <a:extLst>
                        <a:ext uri="{FF2B5EF4-FFF2-40B4-BE49-F238E27FC236}">
                          <a16:creationId xmlns:a16="http://schemas.microsoft.com/office/drawing/2014/main" id="{F163455C-F191-1E21-4718-2DA935CEB3F9}"/>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6709" name="Group 6708">
                <a:extLst>
                  <a:ext uri="{FF2B5EF4-FFF2-40B4-BE49-F238E27FC236}">
                    <a16:creationId xmlns:a16="http://schemas.microsoft.com/office/drawing/2014/main" id="{D3409EAF-5271-8BEE-A9D0-BB2DBE57DF02}"/>
                  </a:ext>
                </a:extLst>
              </p:cNvPr>
              <p:cNvGrpSpPr/>
              <p:nvPr/>
            </p:nvGrpSpPr>
            <p:grpSpPr>
              <a:xfrm>
                <a:off x="6065340" y="2039507"/>
                <a:ext cx="1643204" cy="1593124"/>
                <a:chOff x="5445106" y="2644743"/>
                <a:chExt cx="1643204" cy="1593124"/>
              </a:xfrm>
            </p:grpSpPr>
            <p:grpSp>
              <p:nvGrpSpPr>
                <p:cNvPr id="6710" name="Group 6709">
                  <a:extLst>
                    <a:ext uri="{FF2B5EF4-FFF2-40B4-BE49-F238E27FC236}">
                      <a16:creationId xmlns:a16="http://schemas.microsoft.com/office/drawing/2014/main" id="{D4322D2B-E5CD-8D67-90ED-FCEEC7D5BE1C}"/>
                    </a:ext>
                  </a:extLst>
                </p:cNvPr>
                <p:cNvGrpSpPr/>
                <p:nvPr/>
              </p:nvGrpSpPr>
              <p:grpSpPr>
                <a:xfrm>
                  <a:off x="5445106" y="2644743"/>
                  <a:ext cx="1019224" cy="991639"/>
                  <a:chOff x="5886431" y="3225768"/>
                  <a:chExt cx="1019224" cy="991639"/>
                </a:xfrm>
              </p:grpSpPr>
              <p:grpSp>
                <p:nvGrpSpPr>
                  <p:cNvPr id="6758" name="Group 6757">
                    <a:extLst>
                      <a:ext uri="{FF2B5EF4-FFF2-40B4-BE49-F238E27FC236}">
                        <a16:creationId xmlns:a16="http://schemas.microsoft.com/office/drawing/2014/main" id="{584B1015-1F32-39EA-A00A-4F359C61836D}"/>
                      </a:ext>
                    </a:extLst>
                  </p:cNvPr>
                  <p:cNvGrpSpPr/>
                  <p:nvPr/>
                </p:nvGrpSpPr>
                <p:grpSpPr>
                  <a:xfrm>
                    <a:off x="6197413" y="3824215"/>
                    <a:ext cx="393192" cy="393192"/>
                    <a:chOff x="5265196" y="3357021"/>
                    <a:chExt cx="393192" cy="393192"/>
                  </a:xfrm>
                </p:grpSpPr>
                <p:grpSp>
                  <p:nvGrpSpPr>
                    <p:cNvPr id="6793" name="Group 6792">
                      <a:extLst>
                        <a:ext uri="{FF2B5EF4-FFF2-40B4-BE49-F238E27FC236}">
                          <a16:creationId xmlns:a16="http://schemas.microsoft.com/office/drawing/2014/main" id="{D69E8683-BF4E-9134-E336-62DBBEBA84A4}"/>
                        </a:ext>
                      </a:extLst>
                    </p:cNvPr>
                    <p:cNvGrpSpPr/>
                    <p:nvPr/>
                  </p:nvGrpSpPr>
                  <p:grpSpPr>
                    <a:xfrm rot="14400000">
                      <a:off x="5265196" y="3357021"/>
                      <a:ext cx="393192" cy="393192"/>
                      <a:chOff x="5354637" y="3446463"/>
                      <a:chExt cx="214313" cy="214313"/>
                    </a:xfrm>
                  </p:grpSpPr>
                  <p:sp>
                    <p:nvSpPr>
                      <p:cNvPr id="6802" name="Arc 6801">
                        <a:extLst>
                          <a:ext uri="{FF2B5EF4-FFF2-40B4-BE49-F238E27FC236}">
                            <a16:creationId xmlns:a16="http://schemas.microsoft.com/office/drawing/2014/main" id="{82883860-C910-349E-A638-7E0AE036885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803" name="Arc 6802">
                        <a:extLst>
                          <a:ext uri="{FF2B5EF4-FFF2-40B4-BE49-F238E27FC236}">
                            <a16:creationId xmlns:a16="http://schemas.microsoft.com/office/drawing/2014/main" id="{8EA6D106-C1A0-E157-3194-85B409A1911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794" name="Group 6793">
                      <a:extLst>
                        <a:ext uri="{FF2B5EF4-FFF2-40B4-BE49-F238E27FC236}">
                          <a16:creationId xmlns:a16="http://schemas.microsoft.com/office/drawing/2014/main" id="{97E79691-7D34-B2E8-BC08-ED0FDCC68A79}"/>
                        </a:ext>
                      </a:extLst>
                    </p:cNvPr>
                    <p:cNvGrpSpPr/>
                    <p:nvPr/>
                  </p:nvGrpSpPr>
                  <p:grpSpPr>
                    <a:xfrm>
                      <a:off x="5310186" y="3402011"/>
                      <a:ext cx="303213" cy="303213"/>
                      <a:chOff x="5310186" y="3402011"/>
                      <a:chExt cx="303213" cy="303213"/>
                    </a:xfrm>
                  </p:grpSpPr>
                  <p:grpSp>
                    <p:nvGrpSpPr>
                      <p:cNvPr id="6795" name="Group 6794">
                        <a:extLst>
                          <a:ext uri="{FF2B5EF4-FFF2-40B4-BE49-F238E27FC236}">
                            <a16:creationId xmlns:a16="http://schemas.microsoft.com/office/drawing/2014/main" id="{089260E9-1796-D45E-FCE7-FD7EAB9CCEF8}"/>
                          </a:ext>
                        </a:extLst>
                      </p:cNvPr>
                      <p:cNvGrpSpPr/>
                      <p:nvPr/>
                    </p:nvGrpSpPr>
                    <p:grpSpPr>
                      <a:xfrm>
                        <a:off x="5354636" y="3446461"/>
                        <a:ext cx="214313" cy="214313"/>
                        <a:chOff x="5354637" y="3446463"/>
                        <a:chExt cx="214313" cy="214313"/>
                      </a:xfrm>
                    </p:grpSpPr>
                    <p:sp>
                      <p:nvSpPr>
                        <p:cNvPr id="6800" name="Arc 6799">
                          <a:extLst>
                            <a:ext uri="{FF2B5EF4-FFF2-40B4-BE49-F238E27FC236}">
                              <a16:creationId xmlns:a16="http://schemas.microsoft.com/office/drawing/2014/main" id="{27460D90-7480-B32D-4D9B-F6A6A8AB84E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801" name="Arc 6800">
                          <a:extLst>
                            <a:ext uri="{FF2B5EF4-FFF2-40B4-BE49-F238E27FC236}">
                              <a16:creationId xmlns:a16="http://schemas.microsoft.com/office/drawing/2014/main" id="{C0F4BEE8-6211-22E2-5645-2C119FAF8BE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796" name="Group 6795">
                        <a:extLst>
                          <a:ext uri="{FF2B5EF4-FFF2-40B4-BE49-F238E27FC236}">
                            <a16:creationId xmlns:a16="http://schemas.microsoft.com/office/drawing/2014/main" id="{E537CDC6-C264-78C3-2ADF-EB9F7F588DF0}"/>
                          </a:ext>
                        </a:extLst>
                      </p:cNvPr>
                      <p:cNvGrpSpPr/>
                      <p:nvPr/>
                    </p:nvGrpSpPr>
                    <p:grpSpPr>
                      <a:xfrm rot="7200000">
                        <a:off x="5310186" y="3402011"/>
                        <a:ext cx="303213" cy="303213"/>
                        <a:chOff x="5354637" y="3446463"/>
                        <a:chExt cx="214313" cy="214313"/>
                      </a:xfrm>
                    </p:grpSpPr>
                    <p:sp>
                      <p:nvSpPr>
                        <p:cNvPr id="6798" name="Arc 6797">
                          <a:extLst>
                            <a:ext uri="{FF2B5EF4-FFF2-40B4-BE49-F238E27FC236}">
                              <a16:creationId xmlns:a16="http://schemas.microsoft.com/office/drawing/2014/main" id="{CA4166B9-3374-27EE-B673-108ED3EC148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799" name="Arc 6798">
                          <a:extLst>
                            <a:ext uri="{FF2B5EF4-FFF2-40B4-BE49-F238E27FC236}">
                              <a16:creationId xmlns:a16="http://schemas.microsoft.com/office/drawing/2014/main" id="{D9E919F0-954D-F79F-7E12-60EE918238C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797" name="TextBox 6796">
                        <a:extLst>
                          <a:ext uri="{FF2B5EF4-FFF2-40B4-BE49-F238E27FC236}">
                            <a16:creationId xmlns:a16="http://schemas.microsoft.com/office/drawing/2014/main" id="{BB8F0361-47F6-3547-3C2D-CB3E82DDB28B}"/>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759" name="Group 6758">
                    <a:extLst>
                      <a:ext uri="{FF2B5EF4-FFF2-40B4-BE49-F238E27FC236}">
                        <a16:creationId xmlns:a16="http://schemas.microsoft.com/office/drawing/2014/main" id="{8654C08F-EFF9-B4D3-E7D6-6FFB671AF2ED}"/>
                      </a:ext>
                    </a:extLst>
                  </p:cNvPr>
                  <p:cNvGrpSpPr/>
                  <p:nvPr/>
                </p:nvGrpSpPr>
                <p:grpSpPr>
                  <a:xfrm>
                    <a:off x="5886431" y="3525040"/>
                    <a:ext cx="393192" cy="393192"/>
                    <a:chOff x="5265196" y="3932619"/>
                    <a:chExt cx="393192" cy="393192"/>
                  </a:xfrm>
                </p:grpSpPr>
                <p:grpSp>
                  <p:nvGrpSpPr>
                    <p:cNvPr id="6783" name="Group 6782">
                      <a:extLst>
                        <a:ext uri="{FF2B5EF4-FFF2-40B4-BE49-F238E27FC236}">
                          <a16:creationId xmlns:a16="http://schemas.microsoft.com/office/drawing/2014/main" id="{73440C93-576A-0511-89BD-966B3D499563}"/>
                        </a:ext>
                      </a:extLst>
                    </p:cNvPr>
                    <p:cNvGrpSpPr/>
                    <p:nvPr/>
                  </p:nvGrpSpPr>
                  <p:grpSpPr>
                    <a:xfrm>
                      <a:off x="5354636" y="4022061"/>
                      <a:ext cx="214313" cy="214313"/>
                      <a:chOff x="5354637" y="3446463"/>
                      <a:chExt cx="214313" cy="214313"/>
                    </a:xfrm>
                  </p:grpSpPr>
                  <p:sp>
                    <p:nvSpPr>
                      <p:cNvPr id="6791" name="Arc 6790">
                        <a:extLst>
                          <a:ext uri="{FF2B5EF4-FFF2-40B4-BE49-F238E27FC236}">
                            <a16:creationId xmlns:a16="http://schemas.microsoft.com/office/drawing/2014/main" id="{3AA24091-6610-594B-B11A-C0DEFFB4470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792" name="Arc 6791">
                        <a:extLst>
                          <a:ext uri="{FF2B5EF4-FFF2-40B4-BE49-F238E27FC236}">
                            <a16:creationId xmlns:a16="http://schemas.microsoft.com/office/drawing/2014/main" id="{B92BDF9F-8125-41A0-230F-7FD034C61CC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784" name="Group 6783">
                      <a:extLst>
                        <a:ext uri="{FF2B5EF4-FFF2-40B4-BE49-F238E27FC236}">
                          <a16:creationId xmlns:a16="http://schemas.microsoft.com/office/drawing/2014/main" id="{63F8F5C5-197D-6A44-C566-D85255CAF78B}"/>
                        </a:ext>
                      </a:extLst>
                    </p:cNvPr>
                    <p:cNvGrpSpPr/>
                    <p:nvPr/>
                  </p:nvGrpSpPr>
                  <p:grpSpPr>
                    <a:xfrm rot="14400000">
                      <a:off x="5310186" y="3977611"/>
                      <a:ext cx="303213" cy="303213"/>
                      <a:chOff x="5354637" y="3446463"/>
                      <a:chExt cx="214313" cy="214313"/>
                    </a:xfrm>
                  </p:grpSpPr>
                  <p:sp>
                    <p:nvSpPr>
                      <p:cNvPr id="6789" name="Arc 6788">
                        <a:extLst>
                          <a:ext uri="{FF2B5EF4-FFF2-40B4-BE49-F238E27FC236}">
                            <a16:creationId xmlns:a16="http://schemas.microsoft.com/office/drawing/2014/main" id="{3F8B3CB7-958C-5157-A747-238F920F7EF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790" name="Arc 6789">
                        <a:extLst>
                          <a:ext uri="{FF2B5EF4-FFF2-40B4-BE49-F238E27FC236}">
                            <a16:creationId xmlns:a16="http://schemas.microsoft.com/office/drawing/2014/main" id="{A2AF1CEE-3700-6949-1057-FEAC38FF996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785" name="Group 6784">
                      <a:extLst>
                        <a:ext uri="{FF2B5EF4-FFF2-40B4-BE49-F238E27FC236}">
                          <a16:creationId xmlns:a16="http://schemas.microsoft.com/office/drawing/2014/main" id="{B807474B-B17B-9AA6-4238-E2D612A864C6}"/>
                        </a:ext>
                      </a:extLst>
                    </p:cNvPr>
                    <p:cNvGrpSpPr/>
                    <p:nvPr/>
                  </p:nvGrpSpPr>
                  <p:grpSpPr>
                    <a:xfrm rot="7200000">
                      <a:off x="5265196" y="3932619"/>
                      <a:ext cx="393192" cy="393192"/>
                      <a:chOff x="5354637" y="3446463"/>
                      <a:chExt cx="214313" cy="214313"/>
                    </a:xfrm>
                  </p:grpSpPr>
                  <p:sp>
                    <p:nvSpPr>
                      <p:cNvPr id="6787" name="Arc 6786">
                        <a:extLst>
                          <a:ext uri="{FF2B5EF4-FFF2-40B4-BE49-F238E27FC236}">
                            <a16:creationId xmlns:a16="http://schemas.microsoft.com/office/drawing/2014/main" id="{6900C600-7B8B-5184-16BD-FA3DB9384AF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788" name="Arc 6787">
                        <a:extLst>
                          <a:ext uri="{FF2B5EF4-FFF2-40B4-BE49-F238E27FC236}">
                            <a16:creationId xmlns:a16="http://schemas.microsoft.com/office/drawing/2014/main" id="{224036B7-3438-D52D-DC47-31290B9A825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786" name="TextBox 6785">
                      <a:extLst>
                        <a:ext uri="{FF2B5EF4-FFF2-40B4-BE49-F238E27FC236}">
                          <a16:creationId xmlns:a16="http://schemas.microsoft.com/office/drawing/2014/main" id="{F2E6E2FC-BBCF-2149-FD61-97222BA30A6C}"/>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6760" name="Group 6759">
                    <a:extLst>
                      <a:ext uri="{FF2B5EF4-FFF2-40B4-BE49-F238E27FC236}">
                        <a16:creationId xmlns:a16="http://schemas.microsoft.com/office/drawing/2014/main" id="{A88CD503-39D2-E0CE-A4DB-E3BD3CFBEA4A}"/>
                      </a:ext>
                    </a:extLst>
                  </p:cNvPr>
                  <p:cNvGrpSpPr/>
                  <p:nvPr/>
                </p:nvGrpSpPr>
                <p:grpSpPr>
                  <a:xfrm>
                    <a:off x="6512463" y="3525040"/>
                    <a:ext cx="393192" cy="393192"/>
                    <a:chOff x="6389147" y="3357021"/>
                    <a:chExt cx="393192" cy="393192"/>
                  </a:xfrm>
                </p:grpSpPr>
                <p:grpSp>
                  <p:nvGrpSpPr>
                    <p:cNvPr id="6772" name="Group 6771">
                      <a:extLst>
                        <a:ext uri="{FF2B5EF4-FFF2-40B4-BE49-F238E27FC236}">
                          <a16:creationId xmlns:a16="http://schemas.microsoft.com/office/drawing/2014/main" id="{57F0B61B-71EC-DD3A-3E6F-4F5857C75FCC}"/>
                        </a:ext>
                      </a:extLst>
                    </p:cNvPr>
                    <p:cNvGrpSpPr/>
                    <p:nvPr/>
                  </p:nvGrpSpPr>
                  <p:grpSpPr>
                    <a:xfrm rot="7200000" flipH="1">
                      <a:off x="6389147" y="3357021"/>
                      <a:ext cx="393192" cy="393192"/>
                      <a:chOff x="5354637" y="3446463"/>
                      <a:chExt cx="214313" cy="214313"/>
                    </a:xfrm>
                  </p:grpSpPr>
                  <p:sp>
                    <p:nvSpPr>
                      <p:cNvPr id="6781" name="Arc 6780">
                        <a:extLst>
                          <a:ext uri="{FF2B5EF4-FFF2-40B4-BE49-F238E27FC236}">
                            <a16:creationId xmlns:a16="http://schemas.microsoft.com/office/drawing/2014/main" id="{5230A865-EE0D-536B-CAFB-D79D48FFD52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782" name="Arc 6781">
                        <a:extLst>
                          <a:ext uri="{FF2B5EF4-FFF2-40B4-BE49-F238E27FC236}">
                            <a16:creationId xmlns:a16="http://schemas.microsoft.com/office/drawing/2014/main" id="{BE7C212B-C446-2C61-80A1-68C97DD6563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773" name="Group 6772">
                      <a:extLst>
                        <a:ext uri="{FF2B5EF4-FFF2-40B4-BE49-F238E27FC236}">
                          <a16:creationId xmlns:a16="http://schemas.microsoft.com/office/drawing/2014/main" id="{7547D87D-5843-50E7-8848-9CB3C4B840FD}"/>
                        </a:ext>
                      </a:extLst>
                    </p:cNvPr>
                    <p:cNvGrpSpPr/>
                    <p:nvPr/>
                  </p:nvGrpSpPr>
                  <p:grpSpPr>
                    <a:xfrm>
                      <a:off x="6434137" y="3402011"/>
                      <a:ext cx="303213" cy="303213"/>
                      <a:chOff x="6434137" y="3402011"/>
                      <a:chExt cx="303213" cy="303213"/>
                    </a:xfrm>
                  </p:grpSpPr>
                  <p:grpSp>
                    <p:nvGrpSpPr>
                      <p:cNvPr id="6774" name="Group 6773">
                        <a:extLst>
                          <a:ext uri="{FF2B5EF4-FFF2-40B4-BE49-F238E27FC236}">
                            <a16:creationId xmlns:a16="http://schemas.microsoft.com/office/drawing/2014/main" id="{726B15AC-C4F3-D5DC-8AF4-6DF5F7E2D577}"/>
                          </a:ext>
                        </a:extLst>
                      </p:cNvPr>
                      <p:cNvGrpSpPr/>
                      <p:nvPr/>
                    </p:nvGrpSpPr>
                    <p:grpSpPr>
                      <a:xfrm flipH="1">
                        <a:off x="6478587" y="3446461"/>
                        <a:ext cx="214313" cy="214313"/>
                        <a:chOff x="5354637" y="3446463"/>
                        <a:chExt cx="214313" cy="214313"/>
                      </a:xfrm>
                    </p:grpSpPr>
                    <p:sp>
                      <p:nvSpPr>
                        <p:cNvPr id="6779" name="Arc 6778">
                          <a:extLst>
                            <a:ext uri="{FF2B5EF4-FFF2-40B4-BE49-F238E27FC236}">
                              <a16:creationId xmlns:a16="http://schemas.microsoft.com/office/drawing/2014/main" id="{30C42098-E4EF-1949-9C89-B0FD9804DAB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780" name="Arc 6779">
                          <a:extLst>
                            <a:ext uri="{FF2B5EF4-FFF2-40B4-BE49-F238E27FC236}">
                              <a16:creationId xmlns:a16="http://schemas.microsoft.com/office/drawing/2014/main" id="{FE9B3078-2D4F-E753-CEEE-6F05E46AFAF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775" name="Group 6774">
                        <a:extLst>
                          <a:ext uri="{FF2B5EF4-FFF2-40B4-BE49-F238E27FC236}">
                            <a16:creationId xmlns:a16="http://schemas.microsoft.com/office/drawing/2014/main" id="{5D9C5A0C-1B32-2166-4301-4A9E1E479A70}"/>
                          </a:ext>
                        </a:extLst>
                      </p:cNvPr>
                      <p:cNvGrpSpPr/>
                      <p:nvPr/>
                    </p:nvGrpSpPr>
                    <p:grpSpPr>
                      <a:xfrm rot="14400000" flipH="1">
                        <a:off x="6434137" y="3402011"/>
                        <a:ext cx="303213" cy="303213"/>
                        <a:chOff x="5354637" y="3446463"/>
                        <a:chExt cx="214313" cy="214313"/>
                      </a:xfrm>
                    </p:grpSpPr>
                    <p:sp>
                      <p:nvSpPr>
                        <p:cNvPr id="6777" name="Arc 6776">
                          <a:extLst>
                            <a:ext uri="{FF2B5EF4-FFF2-40B4-BE49-F238E27FC236}">
                              <a16:creationId xmlns:a16="http://schemas.microsoft.com/office/drawing/2014/main" id="{5370DE21-3082-AEEF-59B6-406C53F855B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778" name="Arc 6777">
                          <a:extLst>
                            <a:ext uri="{FF2B5EF4-FFF2-40B4-BE49-F238E27FC236}">
                              <a16:creationId xmlns:a16="http://schemas.microsoft.com/office/drawing/2014/main" id="{12E38119-7D1E-50A6-9BF9-83420608684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776" name="TextBox 6775">
                        <a:extLst>
                          <a:ext uri="{FF2B5EF4-FFF2-40B4-BE49-F238E27FC236}">
                            <a16:creationId xmlns:a16="http://schemas.microsoft.com/office/drawing/2014/main" id="{2CD5F11D-DD78-C521-58CB-62E1AA4E9619}"/>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761" name="Group 6760">
                    <a:extLst>
                      <a:ext uri="{FF2B5EF4-FFF2-40B4-BE49-F238E27FC236}">
                        <a16:creationId xmlns:a16="http://schemas.microsoft.com/office/drawing/2014/main" id="{FC278A87-6604-68A7-52E7-E8BE366C4C52}"/>
                      </a:ext>
                    </a:extLst>
                  </p:cNvPr>
                  <p:cNvGrpSpPr/>
                  <p:nvPr/>
                </p:nvGrpSpPr>
                <p:grpSpPr>
                  <a:xfrm>
                    <a:off x="6197413" y="3225768"/>
                    <a:ext cx="393192" cy="393192"/>
                    <a:chOff x="6389147" y="3932622"/>
                    <a:chExt cx="393192" cy="393192"/>
                  </a:xfrm>
                </p:grpSpPr>
                <p:grpSp>
                  <p:nvGrpSpPr>
                    <p:cNvPr id="6762" name="Group 6761">
                      <a:extLst>
                        <a:ext uri="{FF2B5EF4-FFF2-40B4-BE49-F238E27FC236}">
                          <a16:creationId xmlns:a16="http://schemas.microsoft.com/office/drawing/2014/main" id="{5E186609-E8A3-E106-3FE0-0D1157021259}"/>
                        </a:ext>
                      </a:extLst>
                    </p:cNvPr>
                    <p:cNvGrpSpPr/>
                    <p:nvPr/>
                  </p:nvGrpSpPr>
                  <p:grpSpPr>
                    <a:xfrm flipH="1">
                      <a:off x="6478587" y="4022061"/>
                      <a:ext cx="214313" cy="214313"/>
                      <a:chOff x="5354637" y="3446463"/>
                      <a:chExt cx="214313" cy="214313"/>
                    </a:xfrm>
                  </p:grpSpPr>
                  <p:sp>
                    <p:nvSpPr>
                      <p:cNvPr id="6770" name="Arc 6769">
                        <a:extLst>
                          <a:ext uri="{FF2B5EF4-FFF2-40B4-BE49-F238E27FC236}">
                            <a16:creationId xmlns:a16="http://schemas.microsoft.com/office/drawing/2014/main" id="{1536A7A3-54FB-2904-D9D4-52F7FA839EB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771" name="Arc 6770">
                        <a:extLst>
                          <a:ext uri="{FF2B5EF4-FFF2-40B4-BE49-F238E27FC236}">
                            <a16:creationId xmlns:a16="http://schemas.microsoft.com/office/drawing/2014/main" id="{8290817C-5B41-790D-4439-C70C27754DA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763" name="Group 6762">
                      <a:extLst>
                        <a:ext uri="{FF2B5EF4-FFF2-40B4-BE49-F238E27FC236}">
                          <a16:creationId xmlns:a16="http://schemas.microsoft.com/office/drawing/2014/main" id="{D65B27EB-381F-855A-B87D-0EEECD021513}"/>
                        </a:ext>
                      </a:extLst>
                    </p:cNvPr>
                    <p:cNvGrpSpPr/>
                    <p:nvPr/>
                  </p:nvGrpSpPr>
                  <p:grpSpPr>
                    <a:xfrm rot="7200000" flipH="1">
                      <a:off x="6434137" y="3977611"/>
                      <a:ext cx="303213" cy="303213"/>
                      <a:chOff x="5354637" y="3446463"/>
                      <a:chExt cx="214313" cy="214313"/>
                    </a:xfrm>
                  </p:grpSpPr>
                  <p:sp>
                    <p:nvSpPr>
                      <p:cNvPr id="6768" name="Arc 6767">
                        <a:extLst>
                          <a:ext uri="{FF2B5EF4-FFF2-40B4-BE49-F238E27FC236}">
                            <a16:creationId xmlns:a16="http://schemas.microsoft.com/office/drawing/2014/main" id="{F74C96FD-E801-2CB8-5703-98B9CE137D3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769" name="Arc 6768">
                        <a:extLst>
                          <a:ext uri="{FF2B5EF4-FFF2-40B4-BE49-F238E27FC236}">
                            <a16:creationId xmlns:a16="http://schemas.microsoft.com/office/drawing/2014/main" id="{DBFD37BE-35E9-23DB-0D58-A34594AC22B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764" name="Group 6763">
                      <a:extLst>
                        <a:ext uri="{FF2B5EF4-FFF2-40B4-BE49-F238E27FC236}">
                          <a16:creationId xmlns:a16="http://schemas.microsoft.com/office/drawing/2014/main" id="{334A0FD2-8F24-A070-3539-A6CB82697F35}"/>
                        </a:ext>
                      </a:extLst>
                    </p:cNvPr>
                    <p:cNvGrpSpPr/>
                    <p:nvPr/>
                  </p:nvGrpSpPr>
                  <p:grpSpPr>
                    <a:xfrm rot="14400000" flipH="1">
                      <a:off x="6389147" y="3932622"/>
                      <a:ext cx="393192" cy="393192"/>
                      <a:chOff x="5354637" y="3446463"/>
                      <a:chExt cx="214313" cy="214313"/>
                    </a:xfrm>
                  </p:grpSpPr>
                  <p:sp>
                    <p:nvSpPr>
                      <p:cNvPr id="6766" name="Arc 6765">
                        <a:extLst>
                          <a:ext uri="{FF2B5EF4-FFF2-40B4-BE49-F238E27FC236}">
                            <a16:creationId xmlns:a16="http://schemas.microsoft.com/office/drawing/2014/main" id="{AC3BC6C1-C6E0-FD12-1A03-93779DDBB92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767" name="Arc 6766">
                        <a:extLst>
                          <a:ext uri="{FF2B5EF4-FFF2-40B4-BE49-F238E27FC236}">
                            <a16:creationId xmlns:a16="http://schemas.microsoft.com/office/drawing/2014/main" id="{219E16D3-CC5D-DFFC-E7EC-4BF1A5F900F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765" name="TextBox 6764">
                      <a:extLst>
                        <a:ext uri="{FF2B5EF4-FFF2-40B4-BE49-F238E27FC236}">
                          <a16:creationId xmlns:a16="http://schemas.microsoft.com/office/drawing/2014/main" id="{F5AC757C-119C-5F7C-20D4-368E348E8192}"/>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711" name="Group 6710">
                  <a:extLst>
                    <a:ext uri="{FF2B5EF4-FFF2-40B4-BE49-F238E27FC236}">
                      <a16:creationId xmlns:a16="http://schemas.microsoft.com/office/drawing/2014/main" id="{67560E0B-733C-9B2D-D93F-2402D774E36C}"/>
                    </a:ext>
                  </a:extLst>
                </p:cNvPr>
                <p:cNvGrpSpPr/>
                <p:nvPr/>
              </p:nvGrpSpPr>
              <p:grpSpPr>
                <a:xfrm>
                  <a:off x="6069086" y="3246228"/>
                  <a:ext cx="1019224" cy="991639"/>
                  <a:chOff x="5886431" y="3225768"/>
                  <a:chExt cx="1019224" cy="991639"/>
                </a:xfrm>
              </p:grpSpPr>
              <p:grpSp>
                <p:nvGrpSpPr>
                  <p:cNvPr id="6712" name="Group 6711">
                    <a:extLst>
                      <a:ext uri="{FF2B5EF4-FFF2-40B4-BE49-F238E27FC236}">
                        <a16:creationId xmlns:a16="http://schemas.microsoft.com/office/drawing/2014/main" id="{7E5679D1-DEC5-9753-1B8B-86A2253FD18B}"/>
                      </a:ext>
                    </a:extLst>
                  </p:cNvPr>
                  <p:cNvGrpSpPr/>
                  <p:nvPr/>
                </p:nvGrpSpPr>
                <p:grpSpPr>
                  <a:xfrm>
                    <a:off x="6197413" y="3824215"/>
                    <a:ext cx="393192" cy="393192"/>
                    <a:chOff x="5265196" y="3357021"/>
                    <a:chExt cx="393192" cy="393192"/>
                  </a:xfrm>
                </p:grpSpPr>
                <p:grpSp>
                  <p:nvGrpSpPr>
                    <p:cNvPr id="6747" name="Group 6746">
                      <a:extLst>
                        <a:ext uri="{FF2B5EF4-FFF2-40B4-BE49-F238E27FC236}">
                          <a16:creationId xmlns:a16="http://schemas.microsoft.com/office/drawing/2014/main" id="{167584AB-52A1-D622-3C74-57BCA8DA52AA}"/>
                        </a:ext>
                      </a:extLst>
                    </p:cNvPr>
                    <p:cNvGrpSpPr/>
                    <p:nvPr/>
                  </p:nvGrpSpPr>
                  <p:grpSpPr>
                    <a:xfrm rot="14400000">
                      <a:off x="5265196" y="3357021"/>
                      <a:ext cx="393192" cy="393192"/>
                      <a:chOff x="5354637" y="3446463"/>
                      <a:chExt cx="214313" cy="214313"/>
                    </a:xfrm>
                  </p:grpSpPr>
                  <p:sp>
                    <p:nvSpPr>
                      <p:cNvPr id="6756" name="Arc 6755">
                        <a:extLst>
                          <a:ext uri="{FF2B5EF4-FFF2-40B4-BE49-F238E27FC236}">
                            <a16:creationId xmlns:a16="http://schemas.microsoft.com/office/drawing/2014/main" id="{3C5321DD-9409-97A9-27E5-5DC4B0406DE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757" name="Arc 6756">
                        <a:extLst>
                          <a:ext uri="{FF2B5EF4-FFF2-40B4-BE49-F238E27FC236}">
                            <a16:creationId xmlns:a16="http://schemas.microsoft.com/office/drawing/2014/main" id="{5D2A2BD4-ED58-402D-522F-BCB7F45F969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748" name="Group 6747">
                      <a:extLst>
                        <a:ext uri="{FF2B5EF4-FFF2-40B4-BE49-F238E27FC236}">
                          <a16:creationId xmlns:a16="http://schemas.microsoft.com/office/drawing/2014/main" id="{BC317311-E24A-43BA-F81E-C1E5585D8026}"/>
                        </a:ext>
                      </a:extLst>
                    </p:cNvPr>
                    <p:cNvGrpSpPr/>
                    <p:nvPr/>
                  </p:nvGrpSpPr>
                  <p:grpSpPr>
                    <a:xfrm>
                      <a:off x="5310186" y="3402011"/>
                      <a:ext cx="303213" cy="303213"/>
                      <a:chOff x="5310186" y="3402011"/>
                      <a:chExt cx="303213" cy="303213"/>
                    </a:xfrm>
                  </p:grpSpPr>
                  <p:grpSp>
                    <p:nvGrpSpPr>
                      <p:cNvPr id="6749" name="Group 6748">
                        <a:extLst>
                          <a:ext uri="{FF2B5EF4-FFF2-40B4-BE49-F238E27FC236}">
                            <a16:creationId xmlns:a16="http://schemas.microsoft.com/office/drawing/2014/main" id="{2890F7C9-C8BA-9BA6-1264-914ED2CACCED}"/>
                          </a:ext>
                        </a:extLst>
                      </p:cNvPr>
                      <p:cNvGrpSpPr/>
                      <p:nvPr/>
                    </p:nvGrpSpPr>
                    <p:grpSpPr>
                      <a:xfrm>
                        <a:off x="5354636" y="3446461"/>
                        <a:ext cx="214313" cy="214313"/>
                        <a:chOff x="5354637" y="3446463"/>
                        <a:chExt cx="214313" cy="214313"/>
                      </a:xfrm>
                    </p:grpSpPr>
                    <p:sp>
                      <p:nvSpPr>
                        <p:cNvPr id="6754" name="Arc 6753">
                          <a:extLst>
                            <a:ext uri="{FF2B5EF4-FFF2-40B4-BE49-F238E27FC236}">
                              <a16:creationId xmlns:a16="http://schemas.microsoft.com/office/drawing/2014/main" id="{3147E6B3-24B5-C821-08AB-34D664EEF14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755" name="Arc 6754">
                          <a:extLst>
                            <a:ext uri="{FF2B5EF4-FFF2-40B4-BE49-F238E27FC236}">
                              <a16:creationId xmlns:a16="http://schemas.microsoft.com/office/drawing/2014/main" id="{927C30A2-D0A7-E84E-3D61-CA73CF15539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750" name="Group 6749">
                        <a:extLst>
                          <a:ext uri="{FF2B5EF4-FFF2-40B4-BE49-F238E27FC236}">
                            <a16:creationId xmlns:a16="http://schemas.microsoft.com/office/drawing/2014/main" id="{97EAC7A0-854C-0F6D-7F48-B484C712814E}"/>
                          </a:ext>
                        </a:extLst>
                      </p:cNvPr>
                      <p:cNvGrpSpPr/>
                      <p:nvPr/>
                    </p:nvGrpSpPr>
                    <p:grpSpPr>
                      <a:xfrm rot="7200000">
                        <a:off x="5310186" y="3402011"/>
                        <a:ext cx="303213" cy="303213"/>
                        <a:chOff x="5354637" y="3446463"/>
                        <a:chExt cx="214313" cy="214313"/>
                      </a:xfrm>
                    </p:grpSpPr>
                    <p:sp>
                      <p:nvSpPr>
                        <p:cNvPr id="6752" name="Arc 6751">
                          <a:extLst>
                            <a:ext uri="{FF2B5EF4-FFF2-40B4-BE49-F238E27FC236}">
                              <a16:creationId xmlns:a16="http://schemas.microsoft.com/office/drawing/2014/main" id="{E0BAFA08-FAF3-1800-6DB3-1E40099BF15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753" name="Arc 6752">
                          <a:extLst>
                            <a:ext uri="{FF2B5EF4-FFF2-40B4-BE49-F238E27FC236}">
                              <a16:creationId xmlns:a16="http://schemas.microsoft.com/office/drawing/2014/main" id="{F64788BF-DEB4-5DDC-90C3-5FAB7EE2FD4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751" name="TextBox 6750">
                        <a:extLst>
                          <a:ext uri="{FF2B5EF4-FFF2-40B4-BE49-F238E27FC236}">
                            <a16:creationId xmlns:a16="http://schemas.microsoft.com/office/drawing/2014/main" id="{0B0E68EE-3065-BF54-FC5A-C65D018982A2}"/>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713" name="Group 6712">
                    <a:extLst>
                      <a:ext uri="{FF2B5EF4-FFF2-40B4-BE49-F238E27FC236}">
                        <a16:creationId xmlns:a16="http://schemas.microsoft.com/office/drawing/2014/main" id="{0448DAC9-7892-FA23-B58E-BA02BF2510AF}"/>
                      </a:ext>
                    </a:extLst>
                  </p:cNvPr>
                  <p:cNvGrpSpPr/>
                  <p:nvPr/>
                </p:nvGrpSpPr>
                <p:grpSpPr>
                  <a:xfrm>
                    <a:off x="5886431" y="3525040"/>
                    <a:ext cx="393192" cy="393192"/>
                    <a:chOff x="5265196" y="3932619"/>
                    <a:chExt cx="393192" cy="393192"/>
                  </a:xfrm>
                </p:grpSpPr>
                <p:grpSp>
                  <p:nvGrpSpPr>
                    <p:cNvPr id="6737" name="Group 6736">
                      <a:extLst>
                        <a:ext uri="{FF2B5EF4-FFF2-40B4-BE49-F238E27FC236}">
                          <a16:creationId xmlns:a16="http://schemas.microsoft.com/office/drawing/2014/main" id="{C3A3D66D-DA7B-4E32-D886-F7D22D2F2113}"/>
                        </a:ext>
                      </a:extLst>
                    </p:cNvPr>
                    <p:cNvGrpSpPr/>
                    <p:nvPr/>
                  </p:nvGrpSpPr>
                  <p:grpSpPr>
                    <a:xfrm>
                      <a:off x="5354636" y="4022061"/>
                      <a:ext cx="214313" cy="214313"/>
                      <a:chOff x="5354637" y="3446463"/>
                      <a:chExt cx="214313" cy="214313"/>
                    </a:xfrm>
                  </p:grpSpPr>
                  <p:sp>
                    <p:nvSpPr>
                      <p:cNvPr id="6745" name="Arc 6744">
                        <a:extLst>
                          <a:ext uri="{FF2B5EF4-FFF2-40B4-BE49-F238E27FC236}">
                            <a16:creationId xmlns:a16="http://schemas.microsoft.com/office/drawing/2014/main" id="{511771B6-F244-9BFA-0EEF-13A82399DA2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746" name="Arc 6745">
                        <a:extLst>
                          <a:ext uri="{FF2B5EF4-FFF2-40B4-BE49-F238E27FC236}">
                            <a16:creationId xmlns:a16="http://schemas.microsoft.com/office/drawing/2014/main" id="{173750D9-BE3B-5FA2-D16A-231C91B7BE2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738" name="Group 6737">
                      <a:extLst>
                        <a:ext uri="{FF2B5EF4-FFF2-40B4-BE49-F238E27FC236}">
                          <a16:creationId xmlns:a16="http://schemas.microsoft.com/office/drawing/2014/main" id="{2989C625-00D3-D331-571F-0BDC6A101170}"/>
                        </a:ext>
                      </a:extLst>
                    </p:cNvPr>
                    <p:cNvGrpSpPr/>
                    <p:nvPr/>
                  </p:nvGrpSpPr>
                  <p:grpSpPr>
                    <a:xfrm rot="14400000">
                      <a:off x="5310186" y="3977611"/>
                      <a:ext cx="303213" cy="303213"/>
                      <a:chOff x="5354637" y="3446463"/>
                      <a:chExt cx="214313" cy="214313"/>
                    </a:xfrm>
                  </p:grpSpPr>
                  <p:sp>
                    <p:nvSpPr>
                      <p:cNvPr id="6743" name="Arc 6742">
                        <a:extLst>
                          <a:ext uri="{FF2B5EF4-FFF2-40B4-BE49-F238E27FC236}">
                            <a16:creationId xmlns:a16="http://schemas.microsoft.com/office/drawing/2014/main" id="{6021E0D0-DB3A-559D-EF42-F7DE360E030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744" name="Arc 6743">
                        <a:extLst>
                          <a:ext uri="{FF2B5EF4-FFF2-40B4-BE49-F238E27FC236}">
                            <a16:creationId xmlns:a16="http://schemas.microsoft.com/office/drawing/2014/main" id="{B641B618-6BCF-FA38-1333-E527ACEC1DE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739" name="Group 6738">
                      <a:extLst>
                        <a:ext uri="{FF2B5EF4-FFF2-40B4-BE49-F238E27FC236}">
                          <a16:creationId xmlns:a16="http://schemas.microsoft.com/office/drawing/2014/main" id="{45D91901-248B-605C-BC1E-BDB6DB8F52B7}"/>
                        </a:ext>
                      </a:extLst>
                    </p:cNvPr>
                    <p:cNvGrpSpPr/>
                    <p:nvPr/>
                  </p:nvGrpSpPr>
                  <p:grpSpPr>
                    <a:xfrm rot="7200000">
                      <a:off x="5265196" y="3932619"/>
                      <a:ext cx="393192" cy="393192"/>
                      <a:chOff x="5354637" y="3446463"/>
                      <a:chExt cx="214313" cy="214313"/>
                    </a:xfrm>
                  </p:grpSpPr>
                  <p:sp>
                    <p:nvSpPr>
                      <p:cNvPr id="6741" name="Arc 6740">
                        <a:extLst>
                          <a:ext uri="{FF2B5EF4-FFF2-40B4-BE49-F238E27FC236}">
                            <a16:creationId xmlns:a16="http://schemas.microsoft.com/office/drawing/2014/main" id="{F6BBD3E7-0F19-B1DD-0255-F9195F6B93C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742" name="Arc 6741">
                        <a:extLst>
                          <a:ext uri="{FF2B5EF4-FFF2-40B4-BE49-F238E27FC236}">
                            <a16:creationId xmlns:a16="http://schemas.microsoft.com/office/drawing/2014/main" id="{39835BC2-FEE7-2698-8FCF-67623D184B2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740" name="TextBox 6739">
                      <a:extLst>
                        <a:ext uri="{FF2B5EF4-FFF2-40B4-BE49-F238E27FC236}">
                          <a16:creationId xmlns:a16="http://schemas.microsoft.com/office/drawing/2014/main" id="{DD8512C2-ED45-A7E4-17B7-251DC7979B0F}"/>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6714" name="Group 6713">
                    <a:extLst>
                      <a:ext uri="{FF2B5EF4-FFF2-40B4-BE49-F238E27FC236}">
                        <a16:creationId xmlns:a16="http://schemas.microsoft.com/office/drawing/2014/main" id="{DB4D3B2D-0678-9888-AF09-7BFB006B6A3E}"/>
                      </a:ext>
                    </a:extLst>
                  </p:cNvPr>
                  <p:cNvGrpSpPr/>
                  <p:nvPr/>
                </p:nvGrpSpPr>
                <p:grpSpPr>
                  <a:xfrm>
                    <a:off x="6512463" y="3525040"/>
                    <a:ext cx="393192" cy="393192"/>
                    <a:chOff x="6389147" y="3357021"/>
                    <a:chExt cx="393192" cy="393192"/>
                  </a:xfrm>
                </p:grpSpPr>
                <p:grpSp>
                  <p:nvGrpSpPr>
                    <p:cNvPr id="6726" name="Group 6725">
                      <a:extLst>
                        <a:ext uri="{FF2B5EF4-FFF2-40B4-BE49-F238E27FC236}">
                          <a16:creationId xmlns:a16="http://schemas.microsoft.com/office/drawing/2014/main" id="{4208B474-C451-060F-55D3-3957124D9DB2}"/>
                        </a:ext>
                      </a:extLst>
                    </p:cNvPr>
                    <p:cNvGrpSpPr/>
                    <p:nvPr/>
                  </p:nvGrpSpPr>
                  <p:grpSpPr>
                    <a:xfrm rot="7200000" flipH="1">
                      <a:off x="6389147" y="3357021"/>
                      <a:ext cx="393192" cy="393192"/>
                      <a:chOff x="5354637" y="3446463"/>
                      <a:chExt cx="214313" cy="214313"/>
                    </a:xfrm>
                  </p:grpSpPr>
                  <p:sp>
                    <p:nvSpPr>
                      <p:cNvPr id="6735" name="Arc 6734">
                        <a:extLst>
                          <a:ext uri="{FF2B5EF4-FFF2-40B4-BE49-F238E27FC236}">
                            <a16:creationId xmlns:a16="http://schemas.microsoft.com/office/drawing/2014/main" id="{CD7397C2-BB31-8547-D978-A4625C9993A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736" name="Arc 6735">
                        <a:extLst>
                          <a:ext uri="{FF2B5EF4-FFF2-40B4-BE49-F238E27FC236}">
                            <a16:creationId xmlns:a16="http://schemas.microsoft.com/office/drawing/2014/main" id="{FBA91A26-FD32-5996-C0E8-3C8283D673C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727" name="Group 6726">
                      <a:extLst>
                        <a:ext uri="{FF2B5EF4-FFF2-40B4-BE49-F238E27FC236}">
                          <a16:creationId xmlns:a16="http://schemas.microsoft.com/office/drawing/2014/main" id="{879C4878-3ED7-9529-3391-ABF11AAD0009}"/>
                        </a:ext>
                      </a:extLst>
                    </p:cNvPr>
                    <p:cNvGrpSpPr/>
                    <p:nvPr/>
                  </p:nvGrpSpPr>
                  <p:grpSpPr>
                    <a:xfrm>
                      <a:off x="6434137" y="3402011"/>
                      <a:ext cx="303213" cy="303213"/>
                      <a:chOff x="6434137" y="3402011"/>
                      <a:chExt cx="303213" cy="303213"/>
                    </a:xfrm>
                  </p:grpSpPr>
                  <p:grpSp>
                    <p:nvGrpSpPr>
                      <p:cNvPr id="6728" name="Group 6727">
                        <a:extLst>
                          <a:ext uri="{FF2B5EF4-FFF2-40B4-BE49-F238E27FC236}">
                            <a16:creationId xmlns:a16="http://schemas.microsoft.com/office/drawing/2014/main" id="{992354F5-093F-FDF4-B3AB-D1733B06FC62}"/>
                          </a:ext>
                        </a:extLst>
                      </p:cNvPr>
                      <p:cNvGrpSpPr/>
                      <p:nvPr/>
                    </p:nvGrpSpPr>
                    <p:grpSpPr>
                      <a:xfrm flipH="1">
                        <a:off x="6478587" y="3446461"/>
                        <a:ext cx="214313" cy="214313"/>
                        <a:chOff x="5354637" y="3446463"/>
                        <a:chExt cx="214313" cy="214313"/>
                      </a:xfrm>
                    </p:grpSpPr>
                    <p:sp>
                      <p:nvSpPr>
                        <p:cNvPr id="6733" name="Arc 6732">
                          <a:extLst>
                            <a:ext uri="{FF2B5EF4-FFF2-40B4-BE49-F238E27FC236}">
                              <a16:creationId xmlns:a16="http://schemas.microsoft.com/office/drawing/2014/main" id="{ADA0248F-1471-5365-AC5A-69B1F1D4590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734" name="Arc 6733">
                          <a:extLst>
                            <a:ext uri="{FF2B5EF4-FFF2-40B4-BE49-F238E27FC236}">
                              <a16:creationId xmlns:a16="http://schemas.microsoft.com/office/drawing/2014/main" id="{E9630EB0-4BF9-D759-2642-04BE22FB9BF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729" name="Group 6728">
                        <a:extLst>
                          <a:ext uri="{FF2B5EF4-FFF2-40B4-BE49-F238E27FC236}">
                            <a16:creationId xmlns:a16="http://schemas.microsoft.com/office/drawing/2014/main" id="{F02F417E-B682-9311-9D1E-9C0A8F6AD95C}"/>
                          </a:ext>
                        </a:extLst>
                      </p:cNvPr>
                      <p:cNvGrpSpPr/>
                      <p:nvPr/>
                    </p:nvGrpSpPr>
                    <p:grpSpPr>
                      <a:xfrm rot="14400000" flipH="1">
                        <a:off x="6434137" y="3402011"/>
                        <a:ext cx="303213" cy="303213"/>
                        <a:chOff x="5354637" y="3446463"/>
                        <a:chExt cx="214313" cy="214313"/>
                      </a:xfrm>
                    </p:grpSpPr>
                    <p:sp>
                      <p:nvSpPr>
                        <p:cNvPr id="6731" name="Arc 6730">
                          <a:extLst>
                            <a:ext uri="{FF2B5EF4-FFF2-40B4-BE49-F238E27FC236}">
                              <a16:creationId xmlns:a16="http://schemas.microsoft.com/office/drawing/2014/main" id="{FCF26A88-C106-F9B9-8536-645CA787D6C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732" name="Arc 6731">
                          <a:extLst>
                            <a:ext uri="{FF2B5EF4-FFF2-40B4-BE49-F238E27FC236}">
                              <a16:creationId xmlns:a16="http://schemas.microsoft.com/office/drawing/2014/main" id="{8134AF35-2181-EB78-BEB8-DE2BEF58DBC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730" name="TextBox 6729">
                        <a:extLst>
                          <a:ext uri="{FF2B5EF4-FFF2-40B4-BE49-F238E27FC236}">
                            <a16:creationId xmlns:a16="http://schemas.microsoft.com/office/drawing/2014/main" id="{661F8C42-B867-45CE-4AF9-AFD005F195B4}"/>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715" name="Group 6714">
                    <a:extLst>
                      <a:ext uri="{FF2B5EF4-FFF2-40B4-BE49-F238E27FC236}">
                        <a16:creationId xmlns:a16="http://schemas.microsoft.com/office/drawing/2014/main" id="{53A796C8-BEAB-B638-E0F2-740B45AAD358}"/>
                      </a:ext>
                    </a:extLst>
                  </p:cNvPr>
                  <p:cNvGrpSpPr/>
                  <p:nvPr/>
                </p:nvGrpSpPr>
                <p:grpSpPr>
                  <a:xfrm>
                    <a:off x="6197413" y="3225768"/>
                    <a:ext cx="393192" cy="393192"/>
                    <a:chOff x="6389147" y="3932622"/>
                    <a:chExt cx="393192" cy="393192"/>
                  </a:xfrm>
                </p:grpSpPr>
                <p:grpSp>
                  <p:nvGrpSpPr>
                    <p:cNvPr id="6716" name="Group 6715">
                      <a:extLst>
                        <a:ext uri="{FF2B5EF4-FFF2-40B4-BE49-F238E27FC236}">
                          <a16:creationId xmlns:a16="http://schemas.microsoft.com/office/drawing/2014/main" id="{416F19A0-B97F-0008-1407-7663B8FA516B}"/>
                        </a:ext>
                      </a:extLst>
                    </p:cNvPr>
                    <p:cNvGrpSpPr/>
                    <p:nvPr/>
                  </p:nvGrpSpPr>
                  <p:grpSpPr>
                    <a:xfrm flipH="1">
                      <a:off x="6478587" y="4022061"/>
                      <a:ext cx="214313" cy="214313"/>
                      <a:chOff x="5354637" y="3446463"/>
                      <a:chExt cx="214313" cy="214313"/>
                    </a:xfrm>
                  </p:grpSpPr>
                  <p:sp>
                    <p:nvSpPr>
                      <p:cNvPr id="6724" name="Arc 6723">
                        <a:extLst>
                          <a:ext uri="{FF2B5EF4-FFF2-40B4-BE49-F238E27FC236}">
                            <a16:creationId xmlns:a16="http://schemas.microsoft.com/office/drawing/2014/main" id="{52FD9C01-8271-1C22-B0AC-FC79C47CEA4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725" name="Arc 6724">
                        <a:extLst>
                          <a:ext uri="{FF2B5EF4-FFF2-40B4-BE49-F238E27FC236}">
                            <a16:creationId xmlns:a16="http://schemas.microsoft.com/office/drawing/2014/main" id="{95CA4A9A-2D12-4E12-9FFC-5D3E3A88B15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717" name="Group 6716">
                      <a:extLst>
                        <a:ext uri="{FF2B5EF4-FFF2-40B4-BE49-F238E27FC236}">
                          <a16:creationId xmlns:a16="http://schemas.microsoft.com/office/drawing/2014/main" id="{1D08D0F5-B795-2CBD-4815-CECECB27DA0E}"/>
                        </a:ext>
                      </a:extLst>
                    </p:cNvPr>
                    <p:cNvGrpSpPr/>
                    <p:nvPr/>
                  </p:nvGrpSpPr>
                  <p:grpSpPr>
                    <a:xfrm rot="7200000" flipH="1">
                      <a:off x="6434137" y="3977611"/>
                      <a:ext cx="303213" cy="303213"/>
                      <a:chOff x="5354637" y="3446463"/>
                      <a:chExt cx="214313" cy="214313"/>
                    </a:xfrm>
                  </p:grpSpPr>
                  <p:sp>
                    <p:nvSpPr>
                      <p:cNvPr id="6722" name="Arc 6721">
                        <a:extLst>
                          <a:ext uri="{FF2B5EF4-FFF2-40B4-BE49-F238E27FC236}">
                            <a16:creationId xmlns:a16="http://schemas.microsoft.com/office/drawing/2014/main" id="{C1A56811-6E54-AC03-65CF-28778742B26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723" name="Arc 6722">
                        <a:extLst>
                          <a:ext uri="{FF2B5EF4-FFF2-40B4-BE49-F238E27FC236}">
                            <a16:creationId xmlns:a16="http://schemas.microsoft.com/office/drawing/2014/main" id="{D8115DED-F28E-41E4-B13D-D3FD729C757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718" name="Group 6717">
                      <a:extLst>
                        <a:ext uri="{FF2B5EF4-FFF2-40B4-BE49-F238E27FC236}">
                          <a16:creationId xmlns:a16="http://schemas.microsoft.com/office/drawing/2014/main" id="{4F0A3C1F-A622-BF27-CE6C-B7A438FE53F1}"/>
                        </a:ext>
                      </a:extLst>
                    </p:cNvPr>
                    <p:cNvGrpSpPr/>
                    <p:nvPr/>
                  </p:nvGrpSpPr>
                  <p:grpSpPr>
                    <a:xfrm rot="14400000" flipH="1">
                      <a:off x="6389147" y="3932622"/>
                      <a:ext cx="393192" cy="393192"/>
                      <a:chOff x="5354637" y="3446463"/>
                      <a:chExt cx="214313" cy="214313"/>
                    </a:xfrm>
                  </p:grpSpPr>
                  <p:sp>
                    <p:nvSpPr>
                      <p:cNvPr id="6720" name="Arc 6719">
                        <a:extLst>
                          <a:ext uri="{FF2B5EF4-FFF2-40B4-BE49-F238E27FC236}">
                            <a16:creationId xmlns:a16="http://schemas.microsoft.com/office/drawing/2014/main" id="{09775461-303F-CC56-6E77-C37139B6426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721" name="Arc 6720">
                        <a:extLst>
                          <a:ext uri="{FF2B5EF4-FFF2-40B4-BE49-F238E27FC236}">
                            <a16:creationId xmlns:a16="http://schemas.microsoft.com/office/drawing/2014/main" id="{DE29F802-79FA-4FAD-1C8F-067257A02E9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719" name="TextBox 6718">
                      <a:extLst>
                        <a:ext uri="{FF2B5EF4-FFF2-40B4-BE49-F238E27FC236}">
                          <a16:creationId xmlns:a16="http://schemas.microsoft.com/office/drawing/2014/main" id="{060587E9-4BCC-2BA3-412E-B1AABB8D1A00}"/>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6135" name="Group 6134">
              <a:extLst>
                <a:ext uri="{FF2B5EF4-FFF2-40B4-BE49-F238E27FC236}">
                  <a16:creationId xmlns:a16="http://schemas.microsoft.com/office/drawing/2014/main" id="{89A2FE43-50B7-3EB6-E598-4D759574121A}"/>
                </a:ext>
              </a:extLst>
            </p:cNvPr>
            <p:cNvGrpSpPr/>
            <p:nvPr/>
          </p:nvGrpSpPr>
          <p:grpSpPr>
            <a:xfrm>
              <a:off x="-111183" y="663612"/>
              <a:ext cx="2263438" cy="2198360"/>
              <a:chOff x="5445106" y="2039507"/>
              <a:chExt cx="2263438" cy="2198360"/>
            </a:xfrm>
          </p:grpSpPr>
          <p:grpSp>
            <p:nvGrpSpPr>
              <p:cNvPr id="6518" name="Group 6517">
                <a:extLst>
                  <a:ext uri="{FF2B5EF4-FFF2-40B4-BE49-F238E27FC236}">
                    <a16:creationId xmlns:a16="http://schemas.microsoft.com/office/drawing/2014/main" id="{F0BD20DF-D367-59D8-F8C1-B0092E1381EA}"/>
                  </a:ext>
                </a:extLst>
              </p:cNvPr>
              <p:cNvGrpSpPr/>
              <p:nvPr/>
            </p:nvGrpSpPr>
            <p:grpSpPr>
              <a:xfrm>
                <a:off x="5445106" y="2644743"/>
                <a:ext cx="1643204" cy="1593124"/>
                <a:chOff x="5445106" y="2644743"/>
                <a:chExt cx="1643204" cy="1593124"/>
              </a:xfrm>
            </p:grpSpPr>
            <p:grpSp>
              <p:nvGrpSpPr>
                <p:cNvPr id="6614" name="Group 6613">
                  <a:extLst>
                    <a:ext uri="{FF2B5EF4-FFF2-40B4-BE49-F238E27FC236}">
                      <a16:creationId xmlns:a16="http://schemas.microsoft.com/office/drawing/2014/main" id="{4EF0B243-F5F0-B8F6-94DE-8F6FD17142AC}"/>
                    </a:ext>
                  </a:extLst>
                </p:cNvPr>
                <p:cNvGrpSpPr/>
                <p:nvPr/>
              </p:nvGrpSpPr>
              <p:grpSpPr>
                <a:xfrm>
                  <a:off x="5445106" y="2644743"/>
                  <a:ext cx="1019224" cy="991639"/>
                  <a:chOff x="5886431" y="3225768"/>
                  <a:chExt cx="1019224" cy="991639"/>
                </a:xfrm>
              </p:grpSpPr>
              <p:grpSp>
                <p:nvGrpSpPr>
                  <p:cNvPr id="6662" name="Group 6661">
                    <a:extLst>
                      <a:ext uri="{FF2B5EF4-FFF2-40B4-BE49-F238E27FC236}">
                        <a16:creationId xmlns:a16="http://schemas.microsoft.com/office/drawing/2014/main" id="{FDF4FF29-442E-A6C2-ED21-52A50C59965B}"/>
                      </a:ext>
                    </a:extLst>
                  </p:cNvPr>
                  <p:cNvGrpSpPr/>
                  <p:nvPr/>
                </p:nvGrpSpPr>
                <p:grpSpPr>
                  <a:xfrm>
                    <a:off x="6197413" y="3824215"/>
                    <a:ext cx="393192" cy="393192"/>
                    <a:chOff x="5265196" y="3357021"/>
                    <a:chExt cx="393192" cy="393192"/>
                  </a:xfrm>
                </p:grpSpPr>
                <p:grpSp>
                  <p:nvGrpSpPr>
                    <p:cNvPr id="6697" name="Group 6696">
                      <a:extLst>
                        <a:ext uri="{FF2B5EF4-FFF2-40B4-BE49-F238E27FC236}">
                          <a16:creationId xmlns:a16="http://schemas.microsoft.com/office/drawing/2014/main" id="{C9C39CA9-E65D-7DE1-8ED1-4431C55213F7}"/>
                        </a:ext>
                      </a:extLst>
                    </p:cNvPr>
                    <p:cNvGrpSpPr/>
                    <p:nvPr/>
                  </p:nvGrpSpPr>
                  <p:grpSpPr>
                    <a:xfrm rot="14400000">
                      <a:off x="5265196" y="3357021"/>
                      <a:ext cx="393192" cy="393192"/>
                      <a:chOff x="5354637" y="3446463"/>
                      <a:chExt cx="214313" cy="214313"/>
                    </a:xfrm>
                  </p:grpSpPr>
                  <p:sp>
                    <p:nvSpPr>
                      <p:cNvPr id="6706" name="Arc 6705">
                        <a:extLst>
                          <a:ext uri="{FF2B5EF4-FFF2-40B4-BE49-F238E27FC236}">
                            <a16:creationId xmlns:a16="http://schemas.microsoft.com/office/drawing/2014/main" id="{EE76780F-F986-78CB-BADE-D6300CFAAE3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707" name="Arc 6706">
                        <a:extLst>
                          <a:ext uri="{FF2B5EF4-FFF2-40B4-BE49-F238E27FC236}">
                            <a16:creationId xmlns:a16="http://schemas.microsoft.com/office/drawing/2014/main" id="{99621D47-D246-4DE0-6949-7A4B280C3F0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698" name="Group 6697">
                      <a:extLst>
                        <a:ext uri="{FF2B5EF4-FFF2-40B4-BE49-F238E27FC236}">
                          <a16:creationId xmlns:a16="http://schemas.microsoft.com/office/drawing/2014/main" id="{D8F92268-8DE8-535D-F01F-A9149EB3F9ED}"/>
                        </a:ext>
                      </a:extLst>
                    </p:cNvPr>
                    <p:cNvGrpSpPr/>
                    <p:nvPr/>
                  </p:nvGrpSpPr>
                  <p:grpSpPr>
                    <a:xfrm>
                      <a:off x="5310186" y="3402011"/>
                      <a:ext cx="303213" cy="303213"/>
                      <a:chOff x="5310186" y="3402011"/>
                      <a:chExt cx="303213" cy="303213"/>
                    </a:xfrm>
                  </p:grpSpPr>
                  <p:grpSp>
                    <p:nvGrpSpPr>
                      <p:cNvPr id="6699" name="Group 6698">
                        <a:extLst>
                          <a:ext uri="{FF2B5EF4-FFF2-40B4-BE49-F238E27FC236}">
                            <a16:creationId xmlns:a16="http://schemas.microsoft.com/office/drawing/2014/main" id="{9B713197-B7BF-A531-3458-797CF3A35CD4}"/>
                          </a:ext>
                        </a:extLst>
                      </p:cNvPr>
                      <p:cNvGrpSpPr/>
                      <p:nvPr/>
                    </p:nvGrpSpPr>
                    <p:grpSpPr>
                      <a:xfrm>
                        <a:off x="5354636" y="3446461"/>
                        <a:ext cx="214313" cy="214313"/>
                        <a:chOff x="5354637" y="3446463"/>
                        <a:chExt cx="214313" cy="214313"/>
                      </a:xfrm>
                    </p:grpSpPr>
                    <p:sp>
                      <p:nvSpPr>
                        <p:cNvPr id="6704" name="Arc 6703">
                          <a:extLst>
                            <a:ext uri="{FF2B5EF4-FFF2-40B4-BE49-F238E27FC236}">
                              <a16:creationId xmlns:a16="http://schemas.microsoft.com/office/drawing/2014/main" id="{DA8E9704-D7C4-276D-4639-7A6C9F3A872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705" name="Arc 6704">
                          <a:extLst>
                            <a:ext uri="{FF2B5EF4-FFF2-40B4-BE49-F238E27FC236}">
                              <a16:creationId xmlns:a16="http://schemas.microsoft.com/office/drawing/2014/main" id="{AD75F5BA-A1BA-6D5C-8CE0-CE195F5EEF3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700" name="Group 6699">
                        <a:extLst>
                          <a:ext uri="{FF2B5EF4-FFF2-40B4-BE49-F238E27FC236}">
                            <a16:creationId xmlns:a16="http://schemas.microsoft.com/office/drawing/2014/main" id="{E03B5359-4B65-D26F-7D10-00DB88FC0DD4}"/>
                          </a:ext>
                        </a:extLst>
                      </p:cNvPr>
                      <p:cNvGrpSpPr/>
                      <p:nvPr/>
                    </p:nvGrpSpPr>
                    <p:grpSpPr>
                      <a:xfrm rot="7200000">
                        <a:off x="5310186" y="3402011"/>
                        <a:ext cx="303213" cy="303213"/>
                        <a:chOff x="5354637" y="3446463"/>
                        <a:chExt cx="214313" cy="214313"/>
                      </a:xfrm>
                    </p:grpSpPr>
                    <p:sp>
                      <p:nvSpPr>
                        <p:cNvPr id="6702" name="Arc 6701">
                          <a:extLst>
                            <a:ext uri="{FF2B5EF4-FFF2-40B4-BE49-F238E27FC236}">
                              <a16:creationId xmlns:a16="http://schemas.microsoft.com/office/drawing/2014/main" id="{87CF6F6E-885B-8920-60B8-F5E41B5D438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703" name="Arc 6702">
                          <a:extLst>
                            <a:ext uri="{FF2B5EF4-FFF2-40B4-BE49-F238E27FC236}">
                              <a16:creationId xmlns:a16="http://schemas.microsoft.com/office/drawing/2014/main" id="{C2063B5A-951D-02B9-500D-1EFA0BF13FC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701" name="TextBox 6700">
                        <a:extLst>
                          <a:ext uri="{FF2B5EF4-FFF2-40B4-BE49-F238E27FC236}">
                            <a16:creationId xmlns:a16="http://schemas.microsoft.com/office/drawing/2014/main" id="{A4FF5477-D275-9C9E-4F6F-DD4CF5181F1F}"/>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663" name="Group 6662">
                    <a:extLst>
                      <a:ext uri="{FF2B5EF4-FFF2-40B4-BE49-F238E27FC236}">
                        <a16:creationId xmlns:a16="http://schemas.microsoft.com/office/drawing/2014/main" id="{F9BFFA74-6285-1F67-20C6-CE59F89124F7}"/>
                      </a:ext>
                    </a:extLst>
                  </p:cNvPr>
                  <p:cNvGrpSpPr/>
                  <p:nvPr/>
                </p:nvGrpSpPr>
                <p:grpSpPr>
                  <a:xfrm>
                    <a:off x="5886431" y="3525040"/>
                    <a:ext cx="393192" cy="393192"/>
                    <a:chOff x="5265196" y="3932619"/>
                    <a:chExt cx="393192" cy="393192"/>
                  </a:xfrm>
                </p:grpSpPr>
                <p:grpSp>
                  <p:nvGrpSpPr>
                    <p:cNvPr id="6687" name="Group 6686">
                      <a:extLst>
                        <a:ext uri="{FF2B5EF4-FFF2-40B4-BE49-F238E27FC236}">
                          <a16:creationId xmlns:a16="http://schemas.microsoft.com/office/drawing/2014/main" id="{065AC2A6-D3BE-C9FD-EB0E-DC582C96B5D0}"/>
                        </a:ext>
                      </a:extLst>
                    </p:cNvPr>
                    <p:cNvGrpSpPr/>
                    <p:nvPr/>
                  </p:nvGrpSpPr>
                  <p:grpSpPr>
                    <a:xfrm>
                      <a:off x="5354636" y="4022061"/>
                      <a:ext cx="214313" cy="214313"/>
                      <a:chOff x="5354637" y="3446463"/>
                      <a:chExt cx="214313" cy="214313"/>
                    </a:xfrm>
                  </p:grpSpPr>
                  <p:sp>
                    <p:nvSpPr>
                      <p:cNvPr id="6695" name="Arc 6694">
                        <a:extLst>
                          <a:ext uri="{FF2B5EF4-FFF2-40B4-BE49-F238E27FC236}">
                            <a16:creationId xmlns:a16="http://schemas.microsoft.com/office/drawing/2014/main" id="{A05F5486-240E-8BD5-00B1-E461DAC521C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96" name="Arc 6695">
                        <a:extLst>
                          <a:ext uri="{FF2B5EF4-FFF2-40B4-BE49-F238E27FC236}">
                            <a16:creationId xmlns:a16="http://schemas.microsoft.com/office/drawing/2014/main" id="{4D3291D8-6FC4-2790-A5EA-958578B1F68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688" name="Group 6687">
                      <a:extLst>
                        <a:ext uri="{FF2B5EF4-FFF2-40B4-BE49-F238E27FC236}">
                          <a16:creationId xmlns:a16="http://schemas.microsoft.com/office/drawing/2014/main" id="{5C7009EE-FDD4-8170-348A-F7FB87BDBA3B}"/>
                        </a:ext>
                      </a:extLst>
                    </p:cNvPr>
                    <p:cNvGrpSpPr/>
                    <p:nvPr/>
                  </p:nvGrpSpPr>
                  <p:grpSpPr>
                    <a:xfrm rot="14400000">
                      <a:off x="5310186" y="3977611"/>
                      <a:ext cx="303213" cy="303213"/>
                      <a:chOff x="5354637" y="3446463"/>
                      <a:chExt cx="214313" cy="214313"/>
                    </a:xfrm>
                  </p:grpSpPr>
                  <p:sp>
                    <p:nvSpPr>
                      <p:cNvPr id="6693" name="Arc 6692">
                        <a:extLst>
                          <a:ext uri="{FF2B5EF4-FFF2-40B4-BE49-F238E27FC236}">
                            <a16:creationId xmlns:a16="http://schemas.microsoft.com/office/drawing/2014/main" id="{82FA162B-D862-4765-00D1-A0EEBEC6DA2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94" name="Arc 6693">
                        <a:extLst>
                          <a:ext uri="{FF2B5EF4-FFF2-40B4-BE49-F238E27FC236}">
                            <a16:creationId xmlns:a16="http://schemas.microsoft.com/office/drawing/2014/main" id="{13E09AB0-E77F-FA0B-13CA-24BCB53F48B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689" name="Group 6688">
                      <a:extLst>
                        <a:ext uri="{FF2B5EF4-FFF2-40B4-BE49-F238E27FC236}">
                          <a16:creationId xmlns:a16="http://schemas.microsoft.com/office/drawing/2014/main" id="{91A411BC-3D16-F42B-DCAC-F10C53679D4F}"/>
                        </a:ext>
                      </a:extLst>
                    </p:cNvPr>
                    <p:cNvGrpSpPr/>
                    <p:nvPr/>
                  </p:nvGrpSpPr>
                  <p:grpSpPr>
                    <a:xfrm rot="7200000">
                      <a:off x="5265196" y="3932619"/>
                      <a:ext cx="393192" cy="393192"/>
                      <a:chOff x="5354637" y="3446463"/>
                      <a:chExt cx="214313" cy="214313"/>
                    </a:xfrm>
                  </p:grpSpPr>
                  <p:sp>
                    <p:nvSpPr>
                      <p:cNvPr id="6691" name="Arc 6690">
                        <a:extLst>
                          <a:ext uri="{FF2B5EF4-FFF2-40B4-BE49-F238E27FC236}">
                            <a16:creationId xmlns:a16="http://schemas.microsoft.com/office/drawing/2014/main" id="{7D09FF0B-6EAB-134D-FF99-025B12BB45F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92" name="Arc 6691">
                        <a:extLst>
                          <a:ext uri="{FF2B5EF4-FFF2-40B4-BE49-F238E27FC236}">
                            <a16:creationId xmlns:a16="http://schemas.microsoft.com/office/drawing/2014/main" id="{304CED70-D2F2-A98E-0351-7B85ADFC939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690" name="TextBox 6689">
                      <a:extLst>
                        <a:ext uri="{FF2B5EF4-FFF2-40B4-BE49-F238E27FC236}">
                          <a16:creationId xmlns:a16="http://schemas.microsoft.com/office/drawing/2014/main" id="{B0DAA993-10D3-7F33-397A-F17D43F22DEB}"/>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6664" name="Group 6663">
                    <a:extLst>
                      <a:ext uri="{FF2B5EF4-FFF2-40B4-BE49-F238E27FC236}">
                        <a16:creationId xmlns:a16="http://schemas.microsoft.com/office/drawing/2014/main" id="{1CA43C7F-5487-5F9B-D0AD-781F8A505189}"/>
                      </a:ext>
                    </a:extLst>
                  </p:cNvPr>
                  <p:cNvGrpSpPr/>
                  <p:nvPr/>
                </p:nvGrpSpPr>
                <p:grpSpPr>
                  <a:xfrm>
                    <a:off x="6512463" y="3525040"/>
                    <a:ext cx="393192" cy="393192"/>
                    <a:chOff x="6389147" y="3357021"/>
                    <a:chExt cx="393192" cy="393192"/>
                  </a:xfrm>
                </p:grpSpPr>
                <p:grpSp>
                  <p:nvGrpSpPr>
                    <p:cNvPr id="6676" name="Group 6675">
                      <a:extLst>
                        <a:ext uri="{FF2B5EF4-FFF2-40B4-BE49-F238E27FC236}">
                          <a16:creationId xmlns:a16="http://schemas.microsoft.com/office/drawing/2014/main" id="{B2A5D5E0-1E3D-E1D3-656A-4A9526CA4C02}"/>
                        </a:ext>
                      </a:extLst>
                    </p:cNvPr>
                    <p:cNvGrpSpPr/>
                    <p:nvPr/>
                  </p:nvGrpSpPr>
                  <p:grpSpPr>
                    <a:xfrm rot="7200000" flipH="1">
                      <a:off x="6389147" y="3357021"/>
                      <a:ext cx="393192" cy="393192"/>
                      <a:chOff x="5354637" y="3446463"/>
                      <a:chExt cx="214313" cy="214313"/>
                    </a:xfrm>
                  </p:grpSpPr>
                  <p:sp>
                    <p:nvSpPr>
                      <p:cNvPr id="6685" name="Arc 6684">
                        <a:extLst>
                          <a:ext uri="{FF2B5EF4-FFF2-40B4-BE49-F238E27FC236}">
                            <a16:creationId xmlns:a16="http://schemas.microsoft.com/office/drawing/2014/main" id="{BE1582D8-EB27-6399-021D-59E40E69582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86" name="Arc 6685">
                        <a:extLst>
                          <a:ext uri="{FF2B5EF4-FFF2-40B4-BE49-F238E27FC236}">
                            <a16:creationId xmlns:a16="http://schemas.microsoft.com/office/drawing/2014/main" id="{3F299EA8-6CD4-5632-50E8-38496AD4E33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677" name="Group 6676">
                      <a:extLst>
                        <a:ext uri="{FF2B5EF4-FFF2-40B4-BE49-F238E27FC236}">
                          <a16:creationId xmlns:a16="http://schemas.microsoft.com/office/drawing/2014/main" id="{38FB1A82-1584-B729-D74D-8296071CABEF}"/>
                        </a:ext>
                      </a:extLst>
                    </p:cNvPr>
                    <p:cNvGrpSpPr/>
                    <p:nvPr/>
                  </p:nvGrpSpPr>
                  <p:grpSpPr>
                    <a:xfrm>
                      <a:off x="6434137" y="3402011"/>
                      <a:ext cx="303213" cy="303213"/>
                      <a:chOff x="6434137" y="3402011"/>
                      <a:chExt cx="303213" cy="303213"/>
                    </a:xfrm>
                  </p:grpSpPr>
                  <p:grpSp>
                    <p:nvGrpSpPr>
                      <p:cNvPr id="6678" name="Group 6677">
                        <a:extLst>
                          <a:ext uri="{FF2B5EF4-FFF2-40B4-BE49-F238E27FC236}">
                            <a16:creationId xmlns:a16="http://schemas.microsoft.com/office/drawing/2014/main" id="{1D1172DF-136F-51B4-B0CE-BA2AECC65DC5}"/>
                          </a:ext>
                        </a:extLst>
                      </p:cNvPr>
                      <p:cNvGrpSpPr/>
                      <p:nvPr/>
                    </p:nvGrpSpPr>
                    <p:grpSpPr>
                      <a:xfrm flipH="1">
                        <a:off x="6478587" y="3446461"/>
                        <a:ext cx="214313" cy="214313"/>
                        <a:chOff x="5354637" y="3446463"/>
                        <a:chExt cx="214313" cy="214313"/>
                      </a:xfrm>
                    </p:grpSpPr>
                    <p:sp>
                      <p:nvSpPr>
                        <p:cNvPr id="6683" name="Arc 6682">
                          <a:extLst>
                            <a:ext uri="{FF2B5EF4-FFF2-40B4-BE49-F238E27FC236}">
                              <a16:creationId xmlns:a16="http://schemas.microsoft.com/office/drawing/2014/main" id="{C1BC36AF-4436-CF63-F184-85D3C50C7FD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84" name="Arc 6683">
                          <a:extLst>
                            <a:ext uri="{FF2B5EF4-FFF2-40B4-BE49-F238E27FC236}">
                              <a16:creationId xmlns:a16="http://schemas.microsoft.com/office/drawing/2014/main" id="{C1502896-6918-DDB3-F6E9-904BB06BB31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679" name="Group 6678">
                        <a:extLst>
                          <a:ext uri="{FF2B5EF4-FFF2-40B4-BE49-F238E27FC236}">
                            <a16:creationId xmlns:a16="http://schemas.microsoft.com/office/drawing/2014/main" id="{F171DCA1-9A98-49A2-9735-536CFE08D930}"/>
                          </a:ext>
                        </a:extLst>
                      </p:cNvPr>
                      <p:cNvGrpSpPr/>
                      <p:nvPr/>
                    </p:nvGrpSpPr>
                    <p:grpSpPr>
                      <a:xfrm rot="14400000" flipH="1">
                        <a:off x="6434137" y="3402011"/>
                        <a:ext cx="303213" cy="303213"/>
                        <a:chOff x="5354637" y="3446463"/>
                        <a:chExt cx="214313" cy="214313"/>
                      </a:xfrm>
                    </p:grpSpPr>
                    <p:sp>
                      <p:nvSpPr>
                        <p:cNvPr id="6681" name="Arc 6680">
                          <a:extLst>
                            <a:ext uri="{FF2B5EF4-FFF2-40B4-BE49-F238E27FC236}">
                              <a16:creationId xmlns:a16="http://schemas.microsoft.com/office/drawing/2014/main" id="{25702A05-81F1-F584-1845-9A500082E82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82" name="Arc 6681">
                          <a:extLst>
                            <a:ext uri="{FF2B5EF4-FFF2-40B4-BE49-F238E27FC236}">
                              <a16:creationId xmlns:a16="http://schemas.microsoft.com/office/drawing/2014/main" id="{1442B4EB-FE76-B08E-1B18-251B180C50B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680" name="TextBox 6679">
                        <a:extLst>
                          <a:ext uri="{FF2B5EF4-FFF2-40B4-BE49-F238E27FC236}">
                            <a16:creationId xmlns:a16="http://schemas.microsoft.com/office/drawing/2014/main" id="{2E9B0E19-13DF-6F75-B500-AB6B25EF1D5E}"/>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665" name="Group 6664">
                    <a:extLst>
                      <a:ext uri="{FF2B5EF4-FFF2-40B4-BE49-F238E27FC236}">
                        <a16:creationId xmlns:a16="http://schemas.microsoft.com/office/drawing/2014/main" id="{18694434-0115-F424-4B29-32ADD3DAABA1}"/>
                      </a:ext>
                    </a:extLst>
                  </p:cNvPr>
                  <p:cNvGrpSpPr/>
                  <p:nvPr/>
                </p:nvGrpSpPr>
                <p:grpSpPr>
                  <a:xfrm>
                    <a:off x="6197413" y="3225768"/>
                    <a:ext cx="393192" cy="393192"/>
                    <a:chOff x="6389147" y="3932622"/>
                    <a:chExt cx="393192" cy="393192"/>
                  </a:xfrm>
                </p:grpSpPr>
                <p:grpSp>
                  <p:nvGrpSpPr>
                    <p:cNvPr id="6666" name="Group 6665">
                      <a:extLst>
                        <a:ext uri="{FF2B5EF4-FFF2-40B4-BE49-F238E27FC236}">
                          <a16:creationId xmlns:a16="http://schemas.microsoft.com/office/drawing/2014/main" id="{F6BC79D1-A44B-C8EC-21A4-A9555599DB27}"/>
                        </a:ext>
                      </a:extLst>
                    </p:cNvPr>
                    <p:cNvGrpSpPr/>
                    <p:nvPr/>
                  </p:nvGrpSpPr>
                  <p:grpSpPr>
                    <a:xfrm flipH="1">
                      <a:off x="6478587" y="4022061"/>
                      <a:ext cx="214313" cy="214313"/>
                      <a:chOff x="5354637" y="3446463"/>
                      <a:chExt cx="214313" cy="214313"/>
                    </a:xfrm>
                  </p:grpSpPr>
                  <p:sp>
                    <p:nvSpPr>
                      <p:cNvPr id="6674" name="Arc 6673">
                        <a:extLst>
                          <a:ext uri="{FF2B5EF4-FFF2-40B4-BE49-F238E27FC236}">
                            <a16:creationId xmlns:a16="http://schemas.microsoft.com/office/drawing/2014/main" id="{6BC5A150-B996-7AD6-A9D0-8C608DFDE14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75" name="Arc 6674">
                        <a:extLst>
                          <a:ext uri="{FF2B5EF4-FFF2-40B4-BE49-F238E27FC236}">
                            <a16:creationId xmlns:a16="http://schemas.microsoft.com/office/drawing/2014/main" id="{29A9A874-8869-B754-F440-78B126CEBE1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667" name="Group 6666">
                      <a:extLst>
                        <a:ext uri="{FF2B5EF4-FFF2-40B4-BE49-F238E27FC236}">
                          <a16:creationId xmlns:a16="http://schemas.microsoft.com/office/drawing/2014/main" id="{49169195-732C-B82D-29FE-600DD6599117}"/>
                        </a:ext>
                      </a:extLst>
                    </p:cNvPr>
                    <p:cNvGrpSpPr/>
                    <p:nvPr/>
                  </p:nvGrpSpPr>
                  <p:grpSpPr>
                    <a:xfrm rot="7200000" flipH="1">
                      <a:off x="6434137" y="3977611"/>
                      <a:ext cx="303213" cy="303213"/>
                      <a:chOff x="5354637" y="3446463"/>
                      <a:chExt cx="214313" cy="214313"/>
                    </a:xfrm>
                  </p:grpSpPr>
                  <p:sp>
                    <p:nvSpPr>
                      <p:cNvPr id="6672" name="Arc 6671">
                        <a:extLst>
                          <a:ext uri="{FF2B5EF4-FFF2-40B4-BE49-F238E27FC236}">
                            <a16:creationId xmlns:a16="http://schemas.microsoft.com/office/drawing/2014/main" id="{CCCD607D-F146-C8FC-A69E-6B9F88895F8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73" name="Arc 6672">
                        <a:extLst>
                          <a:ext uri="{FF2B5EF4-FFF2-40B4-BE49-F238E27FC236}">
                            <a16:creationId xmlns:a16="http://schemas.microsoft.com/office/drawing/2014/main" id="{86F098B0-F3B9-4DBD-C67C-E13D931773D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668" name="Group 6667">
                      <a:extLst>
                        <a:ext uri="{FF2B5EF4-FFF2-40B4-BE49-F238E27FC236}">
                          <a16:creationId xmlns:a16="http://schemas.microsoft.com/office/drawing/2014/main" id="{5FAD72E3-03B5-E95D-E020-6EA0365F797A}"/>
                        </a:ext>
                      </a:extLst>
                    </p:cNvPr>
                    <p:cNvGrpSpPr/>
                    <p:nvPr/>
                  </p:nvGrpSpPr>
                  <p:grpSpPr>
                    <a:xfrm rot="14400000" flipH="1">
                      <a:off x="6389147" y="3932622"/>
                      <a:ext cx="393192" cy="393192"/>
                      <a:chOff x="5354637" y="3446463"/>
                      <a:chExt cx="214313" cy="214313"/>
                    </a:xfrm>
                  </p:grpSpPr>
                  <p:sp>
                    <p:nvSpPr>
                      <p:cNvPr id="6670" name="Arc 6669">
                        <a:extLst>
                          <a:ext uri="{FF2B5EF4-FFF2-40B4-BE49-F238E27FC236}">
                            <a16:creationId xmlns:a16="http://schemas.microsoft.com/office/drawing/2014/main" id="{640BC178-FAE0-4195-443B-CDA8DDC07F0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71" name="Arc 6670">
                        <a:extLst>
                          <a:ext uri="{FF2B5EF4-FFF2-40B4-BE49-F238E27FC236}">
                            <a16:creationId xmlns:a16="http://schemas.microsoft.com/office/drawing/2014/main" id="{0F21476A-1EF3-EDD0-EA43-E4DF5EC9E52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669" name="TextBox 6668">
                      <a:extLst>
                        <a:ext uri="{FF2B5EF4-FFF2-40B4-BE49-F238E27FC236}">
                          <a16:creationId xmlns:a16="http://schemas.microsoft.com/office/drawing/2014/main" id="{BB7DD88A-D94D-C419-5D2A-5DA0D4CC1F99}"/>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615" name="Group 6614">
                  <a:extLst>
                    <a:ext uri="{FF2B5EF4-FFF2-40B4-BE49-F238E27FC236}">
                      <a16:creationId xmlns:a16="http://schemas.microsoft.com/office/drawing/2014/main" id="{DBA6DD91-10FF-3204-EC1F-2EDF826F902A}"/>
                    </a:ext>
                  </a:extLst>
                </p:cNvPr>
                <p:cNvGrpSpPr/>
                <p:nvPr/>
              </p:nvGrpSpPr>
              <p:grpSpPr>
                <a:xfrm>
                  <a:off x="6069086" y="3246228"/>
                  <a:ext cx="1019224" cy="991639"/>
                  <a:chOff x="5886431" y="3225768"/>
                  <a:chExt cx="1019224" cy="991639"/>
                </a:xfrm>
              </p:grpSpPr>
              <p:grpSp>
                <p:nvGrpSpPr>
                  <p:cNvPr id="6616" name="Group 6615">
                    <a:extLst>
                      <a:ext uri="{FF2B5EF4-FFF2-40B4-BE49-F238E27FC236}">
                        <a16:creationId xmlns:a16="http://schemas.microsoft.com/office/drawing/2014/main" id="{CC3BDD99-4D50-1E3B-1934-C35E05D98DAA}"/>
                      </a:ext>
                    </a:extLst>
                  </p:cNvPr>
                  <p:cNvGrpSpPr/>
                  <p:nvPr/>
                </p:nvGrpSpPr>
                <p:grpSpPr>
                  <a:xfrm>
                    <a:off x="6197413" y="3824215"/>
                    <a:ext cx="393192" cy="393192"/>
                    <a:chOff x="5265196" y="3357021"/>
                    <a:chExt cx="393192" cy="393192"/>
                  </a:xfrm>
                </p:grpSpPr>
                <p:grpSp>
                  <p:nvGrpSpPr>
                    <p:cNvPr id="6651" name="Group 6650">
                      <a:extLst>
                        <a:ext uri="{FF2B5EF4-FFF2-40B4-BE49-F238E27FC236}">
                          <a16:creationId xmlns:a16="http://schemas.microsoft.com/office/drawing/2014/main" id="{40624ACD-06A0-DD7C-8E38-59EB89D43C93}"/>
                        </a:ext>
                      </a:extLst>
                    </p:cNvPr>
                    <p:cNvGrpSpPr/>
                    <p:nvPr/>
                  </p:nvGrpSpPr>
                  <p:grpSpPr>
                    <a:xfrm rot="14400000">
                      <a:off x="5265196" y="3357021"/>
                      <a:ext cx="393192" cy="393192"/>
                      <a:chOff x="5354637" y="3446463"/>
                      <a:chExt cx="214313" cy="214313"/>
                    </a:xfrm>
                  </p:grpSpPr>
                  <p:sp>
                    <p:nvSpPr>
                      <p:cNvPr id="6660" name="Arc 6659">
                        <a:extLst>
                          <a:ext uri="{FF2B5EF4-FFF2-40B4-BE49-F238E27FC236}">
                            <a16:creationId xmlns:a16="http://schemas.microsoft.com/office/drawing/2014/main" id="{679E5F4E-0635-250B-D503-6181511F95D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61" name="Arc 6660">
                        <a:extLst>
                          <a:ext uri="{FF2B5EF4-FFF2-40B4-BE49-F238E27FC236}">
                            <a16:creationId xmlns:a16="http://schemas.microsoft.com/office/drawing/2014/main" id="{3C061651-1F59-9B1D-A8CF-8BEBE64CED0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652" name="Group 6651">
                      <a:extLst>
                        <a:ext uri="{FF2B5EF4-FFF2-40B4-BE49-F238E27FC236}">
                          <a16:creationId xmlns:a16="http://schemas.microsoft.com/office/drawing/2014/main" id="{82A0458F-582B-15A6-A712-E105C6FFD8CB}"/>
                        </a:ext>
                      </a:extLst>
                    </p:cNvPr>
                    <p:cNvGrpSpPr/>
                    <p:nvPr/>
                  </p:nvGrpSpPr>
                  <p:grpSpPr>
                    <a:xfrm>
                      <a:off x="5310186" y="3402011"/>
                      <a:ext cx="303213" cy="303213"/>
                      <a:chOff x="5310186" y="3402011"/>
                      <a:chExt cx="303213" cy="303213"/>
                    </a:xfrm>
                  </p:grpSpPr>
                  <p:grpSp>
                    <p:nvGrpSpPr>
                      <p:cNvPr id="6653" name="Group 6652">
                        <a:extLst>
                          <a:ext uri="{FF2B5EF4-FFF2-40B4-BE49-F238E27FC236}">
                            <a16:creationId xmlns:a16="http://schemas.microsoft.com/office/drawing/2014/main" id="{453D296D-9DE0-C439-D58D-9DB22B74876A}"/>
                          </a:ext>
                        </a:extLst>
                      </p:cNvPr>
                      <p:cNvGrpSpPr/>
                      <p:nvPr/>
                    </p:nvGrpSpPr>
                    <p:grpSpPr>
                      <a:xfrm>
                        <a:off x="5354636" y="3446461"/>
                        <a:ext cx="214313" cy="214313"/>
                        <a:chOff x="5354637" y="3446463"/>
                        <a:chExt cx="214313" cy="214313"/>
                      </a:xfrm>
                    </p:grpSpPr>
                    <p:sp>
                      <p:nvSpPr>
                        <p:cNvPr id="6658" name="Arc 6657">
                          <a:extLst>
                            <a:ext uri="{FF2B5EF4-FFF2-40B4-BE49-F238E27FC236}">
                              <a16:creationId xmlns:a16="http://schemas.microsoft.com/office/drawing/2014/main" id="{291B9835-F79B-E044-B1AA-4ED52B93D04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59" name="Arc 6658">
                          <a:extLst>
                            <a:ext uri="{FF2B5EF4-FFF2-40B4-BE49-F238E27FC236}">
                              <a16:creationId xmlns:a16="http://schemas.microsoft.com/office/drawing/2014/main" id="{4E14AD7C-C597-B0E2-8544-83FA64817DD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654" name="Group 6653">
                        <a:extLst>
                          <a:ext uri="{FF2B5EF4-FFF2-40B4-BE49-F238E27FC236}">
                            <a16:creationId xmlns:a16="http://schemas.microsoft.com/office/drawing/2014/main" id="{EFD388EE-67D7-33A7-D2AA-FFF80F0F94E3}"/>
                          </a:ext>
                        </a:extLst>
                      </p:cNvPr>
                      <p:cNvGrpSpPr/>
                      <p:nvPr/>
                    </p:nvGrpSpPr>
                    <p:grpSpPr>
                      <a:xfrm rot="7200000">
                        <a:off x="5310186" y="3402011"/>
                        <a:ext cx="303213" cy="303213"/>
                        <a:chOff x="5354637" y="3446463"/>
                        <a:chExt cx="214313" cy="214313"/>
                      </a:xfrm>
                    </p:grpSpPr>
                    <p:sp>
                      <p:nvSpPr>
                        <p:cNvPr id="6656" name="Arc 6655">
                          <a:extLst>
                            <a:ext uri="{FF2B5EF4-FFF2-40B4-BE49-F238E27FC236}">
                              <a16:creationId xmlns:a16="http://schemas.microsoft.com/office/drawing/2014/main" id="{030AFF7A-F21E-1B8C-599E-C104E06C8B4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57" name="Arc 6656">
                          <a:extLst>
                            <a:ext uri="{FF2B5EF4-FFF2-40B4-BE49-F238E27FC236}">
                              <a16:creationId xmlns:a16="http://schemas.microsoft.com/office/drawing/2014/main" id="{83B5776C-4A20-5C7F-3EFB-6FC2A1F8C8E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655" name="TextBox 6654">
                        <a:extLst>
                          <a:ext uri="{FF2B5EF4-FFF2-40B4-BE49-F238E27FC236}">
                            <a16:creationId xmlns:a16="http://schemas.microsoft.com/office/drawing/2014/main" id="{2A3BB897-8829-BC3F-EA75-54D5267FA3C5}"/>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617" name="Group 6616">
                    <a:extLst>
                      <a:ext uri="{FF2B5EF4-FFF2-40B4-BE49-F238E27FC236}">
                        <a16:creationId xmlns:a16="http://schemas.microsoft.com/office/drawing/2014/main" id="{6B211332-C481-4A38-10B3-8CB4F3B912B7}"/>
                      </a:ext>
                    </a:extLst>
                  </p:cNvPr>
                  <p:cNvGrpSpPr/>
                  <p:nvPr/>
                </p:nvGrpSpPr>
                <p:grpSpPr>
                  <a:xfrm>
                    <a:off x="5886431" y="3525040"/>
                    <a:ext cx="393192" cy="393192"/>
                    <a:chOff x="5265196" y="3932619"/>
                    <a:chExt cx="393192" cy="393192"/>
                  </a:xfrm>
                </p:grpSpPr>
                <p:grpSp>
                  <p:nvGrpSpPr>
                    <p:cNvPr id="6641" name="Group 6640">
                      <a:extLst>
                        <a:ext uri="{FF2B5EF4-FFF2-40B4-BE49-F238E27FC236}">
                          <a16:creationId xmlns:a16="http://schemas.microsoft.com/office/drawing/2014/main" id="{AC2EE83A-B761-D3C1-573D-84F467495275}"/>
                        </a:ext>
                      </a:extLst>
                    </p:cNvPr>
                    <p:cNvGrpSpPr/>
                    <p:nvPr/>
                  </p:nvGrpSpPr>
                  <p:grpSpPr>
                    <a:xfrm>
                      <a:off x="5354636" y="4022061"/>
                      <a:ext cx="214313" cy="214313"/>
                      <a:chOff x="5354637" y="3446463"/>
                      <a:chExt cx="214313" cy="214313"/>
                    </a:xfrm>
                  </p:grpSpPr>
                  <p:sp>
                    <p:nvSpPr>
                      <p:cNvPr id="6649" name="Arc 6648">
                        <a:extLst>
                          <a:ext uri="{FF2B5EF4-FFF2-40B4-BE49-F238E27FC236}">
                            <a16:creationId xmlns:a16="http://schemas.microsoft.com/office/drawing/2014/main" id="{D9457A15-0C26-1FDB-B108-3DF4F6E1ECC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50" name="Arc 6649">
                        <a:extLst>
                          <a:ext uri="{FF2B5EF4-FFF2-40B4-BE49-F238E27FC236}">
                            <a16:creationId xmlns:a16="http://schemas.microsoft.com/office/drawing/2014/main" id="{D621415C-C7A3-0409-9563-D420233A03C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642" name="Group 6641">
                      <a:extLst>
                        <a:ext uri="{FF2B5EF4-FFF2-40B4-BE49-F238E27FC236}">
                          <a16:creationId xmlns:a16="http://schemas.microsoft.com/office/drawing/2014/main" id="{75DDC3A4-E375-26F4-400B-647C76C83609}"/>
                        </a:ext>
                      </a:extLst>
                    </p:cNvPr>
                    <p:cNvGrpSpPr/>
                    <p:nvPr/>
                  </p:nvGrpSpPr>
                  <p:grpSpPr>
                    <a:xfrm rot="14400000">
                      <a:off x="5310186" y="3977611"/>
                      <a:ext cx="303213" cy="303213"/>
                      <a:chOff x="5354637" y="3446463"/>
                      <a:chExt cx="214313" cy="214313"/>
                    </a:xfrm>
                  </p:grpSpPr>
                  <p:sp>
                    <p:nvSpPr>
                      <p:cNvPr id="6647" name="Arc 6646">
                        <a:extLst>
                          <a:ext uri="{FF2B5EF4-FFF2-40B4-BE49-F238E27FC236}">
                            <a16:creationId xmlns:a16="http://schemas.microsoft.com/office/drawing/2014/main" id="{884E5D41-E2AB-65E1-E150-CAA79807A76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48" name="Arc 6647">
                        <a:extLst>
                          <a:ext uri="{FF2B5EF4-FFF2-40B4-BE49-F238E27FC236}">
                            <a16:creationId xmlns:a16="http://schemas.microsoft.com/office/drawing/2014/main" id="{1B23E40A-CCFD-4AB2-B6EE-DF39A6DCC74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643" name="Group 6642">
                      <a:extLst>
                        <a:ext uri="{FF2B5EF4-FFF2-40B4-BE49-F238E27FC236}">
                          <a16:creationId xmlns:a16="http://schemas.microsoft.com/office/drawing/2014/main" id="{70A75821-366C-D6BF-7034-0A975BD62220}"/>
                        </a:ext>
                      </a:extLst>
                    </p:cNvPr>
                    <p:cNvGrpSpPr/>
                    <p:nvPr/>
                  </p:nvGrpSpPr>
                  <p:grpSpPr>
                    <a:xfrm rot="7200000">
                      <a:off x="5265196" y="3932619"/>
                      <a:ext cx="393192" cy="393192"/>
                      <a:chOff x="5354637" y="3446463"/>
                      <a:chExt cx="214313" cy="214313"/>
                    </a:xfrm>
                  </p:grpSpPr>
                  <p:sp>
                    <p:nvSpPr>
                      <p:cNvPr id="6645" name="Arc 6644">
                        <a:extLst>
                          <a:ext uri="{FF2B5EF4-FFF2-40B4-BE49-F238E27FC236}">
                            <a16:creationId xmlns:a16="http://schemas.microsoft.com/office/drawing/2014/main" id="{ECD449B5-BD9F-4846-619D-A95AD88BD4C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46" name="Arc 6645">
                        <a:extLst>
                          <a:ext uri="{FF2B5EF4-FFF2-40B4-BE49-F238E27FC236}">
                            <a16:creationId xmlns:a16="http://schemas.microsoft.com/office/drawing/2014/main" id="{1936D06B-5584-9091-E8BF-EB5D1406F72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644" name="TextBox 6643">
                      <a:extLst>
                        <a:ext uri="{FF2B5EF4-FFF2-40B4-BE49-F238E27FC236}">
                          <a16:creationId xmlns:a16="http://schemas.microsoft.com/office/drawing/2014/main" id="{93833A1E-0B9F-37EA-B120-D23A799E11A9}"/>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6618" name="Group 6617">
                    <a:extLst>
                      <a:ext uri="{FF2B5EF4-FFF2-40B4-BE49-F238E27FC236}">
                        <a16:creationId xmlns:a16="http://schemas.microsoft.com/office/drawing/2014/main" id="{C171C5ED-55DA-8480-AC2E-2B56F27A7374}"/>
                      </a:ext>
                    </a:extLst>
                  </p:cNvPr>
                  <p:cNvGrpSpPr/>
                  <p:nvPr/>
                </p:nvGrpSpPr>
                <p:grpSpPr>
                  <a:xfrm>
                    <a:off x="6512463" y="3525040"/>
                    <a:ext cx="393192" cy="393192"/>
                    <a:chOff x="6389147" y="3357021"/>
                    <a:chExt cx="393192" cy="393192"/>
                  </a:xfrm>
                </p:grpSpPr>
                <p:grpSp>
                  <p:nvGrpSpPr>
                    <p:cNvPr id="6630" name="Group 6629">
                      <a:extLst>
                        <a:ext uri="{FF2B5EF4-FFF2-40B4-BE49-F238E27FC236}">
                          <a16:creationId xmlns:a16="http://schemas.microsoft.com/office/drawing/2014/main" id="{E78C71BD-CC63-E279-4699-81106AA22C36}"/>
                        </a:ext>
                      </a:extLst>
                    </p:cNvPr>
                    <p:cNvGrpSpPr/>
                    <p:nvPr/>
                  </p:nvGrpSpPr>
                  <p:grpSpPr>
                    <a:xfrm rot="7200000" flipH="1">
                      <a:off x="6389147" y="3357021"/>
                      <a:ext cx="393192" cy="393192"/>
                      <a:chOff x="5354637" y="3446463"/>
                      <a:chExt cx="214313" cy="214313"/>
                    </a:xfrm>
                  </p:grpSpPr>
                  <p:sp>
                    <p:nvSpPr>
                      <p:cNvPr id="6639" name="Arc 6638">
                        <a:extLst>
                          <a:ext uri="{FF2B5EF4-FFF2-40B4-BE49-F238E27FC236}">
                            <a16:creationId xmlns:a16="http://schemas.microsoft.com/office/drawing/2014/main" id="{3B43ADF6-6FA9-A45F-8833-D95C36C441C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40" name="Arc 6639">
                        <a:extLst>
                          <a:ext uri="{FF2B5EF4-FFF2-40B4-BE49-F238E27FC236}">
                            <a16:creationId xmlns:a16="http://schemas.microsoft.com/office/drawing/2014/main" id="{51840346-A467-27A0-4301-D1B6DFCE710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631" name="Group 6630">
                      <a:extLst>
                        <a:ext uri="{FF2B5EF4-FFF2-40B4-BE49-F238E27FC236}">
                          <a16:creationId xmlns:a16="http://schemas.microsoft.com/office/drawing/2014/main" id="{E3B8026F-866F-9CC2-BCBA-BC84AE6AEEA4}"/>
                        </a:ext>
                      </a:extLst>
                    </p:cNvPr>
                    <p:cNvGrpSpPr/>
                    <p:nvPr/>
                  </p:nvGrpSpPr>
                  <p:grpSpPr>
                    <a:xfrm>
                      <a:off x="6434137" y="3402011"/>
                      <a:ext cx="303213" cy="303213"/>
                      <a:chOff x="6434137" y="3402011"/>
                      <a:chExt cx="303213" cy="303213"/>
                    </a:xfrm>
                  </p:grpSpPr>
                  <p:grpSp>
                    <p:nvGrpSpPr>
                      <p:cNvPr id="6632" name="Group 6631">
                        <a:extLst>
                          <a:ext uri="{FF2B5EF4-FFF2-40B4-BE49-F238E27FC236}">
                            <a16:creationId xmlns:a16="http://schemas.microsoft.com/office/drawing/2014/main" id="{72FBEDD5-DB0E-B504-9679-A0094FF1BFA0}"/>
                          </a:ext>
                        </a:extLst>
                      </p:cNvPr>
                      <p:cNvGrpSpPr/>
                      <p:nvPr/>
                    </p:nvGrpSpPr>
                    <p:grpSpPr>
                      <a:xfrm flipH="1">
                        <a:off x="6478587" y="3446461"/>
                        <a:ext cx="214313" cy="214313"/>
                        <a:chOff x="5354637" y="3446463"/>
                        <a:chExt cx="214313" cy="214313"/>
                      </a:xfrm>
                    </p:grpSpPr>
                    <p:sp>
                      <p:nvSpPr>
                        <p:cNvPr id="6637" name="Arc 6636">
                          <a:extLst>
                            <a:ext uri="{FF2B5EF4-FFF2-40B4-BE49-F238E27FC236}">
                              <a16:creationId xmlns:a16="http://schemas.microsoft.com/office/drawing/2014/main" id="{6B0BD689-7F79-6658-BBCF-099D3FBD678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38" name="Arc 6637">
                          <a:extLst>
                            <a:ext uri="{FF2B5EF4-FFF2-40B4-BE49-F238E27FC236}">
                              <a16:creationId xmlns:a16="http://schemas.microsoft.com/office/drawing/2014/main" id="{02FC2C1E-0AE9-961D-7AC1-8BE31C248FB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633" name="Group 6632">
                        <a:extLst>
                          <a:ext uri="{FF2B5EF4-FFF2-40B4-BE49-F238E27FC236}">
                            <a16:creationId xmlns:a16="http://schemas.microsoft.com/office/drawing/2014/main" id="{50E9872B-E070-F8FA-25DD-4231D7F7466E}"/>
                          </a:ext>
                        </a:extLst>
                      </p:cNvPr>
                      <p:cNvGrpSpPr/>
                      <p:nvPr/>
                    </p:nvGrpSpPr>
                    <p:grpSpPr>
                      <a:xfrm rot="14400000" flipH="1">
                        <a:off x="6434137" y="3402011"/>
                        <a:ext cx="303213" cy="303213"/>
                        <a:chOff x="5354637" y="3446463"/>
                        <a:chExt cx="214313" cy="214313"/>
                      </a:xfrm>
                    </p:grpSpPr>
                    <p:sp>
                      <p:nvSpPr>
                        <p:cNvPr id="6635" name="Arc 6634">
                          <a:extLst>
                            <a:ext uri="{FF2B5EF4-FFF2-40B4-BE49-F238E27FC236}">
                              <a16:creationId xmlns:a16="http://schemas.microsoft.com/office/drawing/2014/main" id="{C2C85FA7-EAAC-97D0-882D-E8A891A6D21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36" name="Arc 6635">
                          <a:extLst>
                            <a:ext uri="{FF2B5EF4-FFF2-40B4-BE49-F238E27FC236}">
                              <a16:creationId xmlns:a16="http://schemas.microsoft.com/office/drawing/2014/main" id="{24ADFB09-572A-F98C-BD5D-4CF98A8DF5C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634" name="TextBox 6633">
                        <a:extLst>
                          <a:ext uri="{FF2B5EF4-FFF2-40B4-BE49-F238E27FC236}">
                            <a16:creationId xmlns:a16="http://schemas.microsoft.com/office/drawing/2014/main" id="{A37DFD6B-9FE3-5239-3D7C-D9F9D09FFDCD}"/>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619" name="Group 6618">
                    <a:extLst>
                      <a:ext uri="{FF2B5EF4-FFF2-40B4-BE49-F238E27FC236}">
                        <a16:creationId xmlns:a16="http://schemas.microsoft.com/office/drawing/2014/main" id="{09C4874D-957A-85F1-894A-20A7327C2A2B}"/>
                      </a:ext>
                    </a:extLst>
                  </p:cNvPr>
                  <p:cNvGrpSpPr/>
                  <p:nvPr/>
                </p:nvGrpSpPr>
                <p:grpSpPr>
                  <a:xfrm>
                    <a:off x="6197413" y="3225768"/>
                    <a:ext cx="393192" cy="393192"/>
                    <a:chOff x="6389147" y="3932622"/>
                    <a:chExt cx="393192" cy="393192"/>
                  </a:xfrm>
                </p:grpSpPr>
                <p:grpSp>
                  <p:nvGrpSpPr>
                    <p:cNvPr id="6620" name="Group 6619">
                      <a:extLst>
                        <a:ext uri="{FF2B5EF4-FFF2-40B4-BE49-F238E27FC236}">
                          <a16:creationId xmlns:a16="http://schemas.microsoft.com/office/drawing/2014/main" id="{71494F6D-BF6F-FD9A-C4F2-C698EBAB9DE6}"/>
                        </a:ext>
                      </a:extLst>
                    </p:cNvPr>
                    <p:cNvGrpSpPr/>
                    <p:nvPr/>
                  </p:nvGrpSpPr>
                  <p:grpSpPr>
                    <a:xfrm flipH="1">
                      <a:off x="6478587" y="4022061"/>
                      <a:ext cx="214313" cy="214313"/>
                      <a:chOff x="5354637" y="3446463"/>
                      <a:chExt cx="214313" cy="214313"/>
                    </a:xfrm>
                  </p:grpSpPr>
                  <p:sp>
                    <p:nvSpPr>
                      <p:cNvPr id="6628" name="Arc 6627">
                        <a:extLst>
                          <a:ext uri="{FF2B5EF4-FFF2-40B4-BE49-F238E27FC236}">
                            <a16:creationId xmlns:a16="http://schemas.microsoft.com/office/drawing/2014/main" id="{C35C9A5E-C652-7C22-A55E-7C0182B09DA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29" name="Arc 6628">
                        <a:extLst>
                          <a:ext uri="{FF2B5EF4-FFF2-40B4-BE49-F238E27FC236}">
                            <a16:creationId xmlns:a16="http://schemas.microsoft.com/office/drawing/2014/main" id="{23EEF792-4D07-5E44-7140-15563E5DE7E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621" name="Group 6620">
                      <a:extLst>
                        <a:ext uri="{FF2B5EF4-FFF2-40B4-BE49-F238E27FC236}">
                          <a16:creationId xmlns:a16="http://schemas.microsoft.com/office/drawing/2014/main" id="{C86246B4-2B72-1CFA-1088-7E3736DF78CE}"/>
                        </a:ext>
                      </a:extLst>
                    </p:cNvPr>
                    <p:cNvGrpSpPr/>
                    <p:nvPr/>
                  </p:nvGrpSpPr>
                  <p:grpSpPr>
                    <a:xfrm rot="7200000" flipH="1">
                      <a:off x="6434137" y="3977611"/>
                      <a:ext cx="303213" cy="303213"/>
                      <a:chOff x="5354637" y="3446463"/>
                      <a:chExt cx="214313" cy="214313"/>
                    </a:xfrm>
                  </p:grpSpPr>
                  <p:sp>
                    <p:nvSpPr>
                      <p:cNvPr id="6626" name="Arc 6625">
                        <a:extLst>
                          <a:ext uri="{FF2B5EF4-FFF2-40B4-BE49-F238E27FC236}">
                            <a16:creationId xmlns:a16="http://schemas.microsoft.com/office/drawing/2014/main" id="{09A2B4CD-04D4-173C-09AC-715E837C4BF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27" name="Arc 6626">
                        <a:extLst>
                          <a:ext uri="{FF2B5EF4-FFF2-40B4-BE49-F238E27FC236}">
                            <a16:creationId xmlns:a16="http://schemas.microsoft.com/office/drawing/2014/main" id="{E0AF9BC5-2362-C308-7950-1FC33298BD5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622" name="Group 6621">
                      <a:extLst>
                        <a:ext uri="{FF2B5EF4-FFF2-40B4-BE49-F238E27FC236}">
                          <a16:creationId xmlns:a16="http://schemas.microsoft.com/office/drawing/2014/main" id="{CBF0A612-0C0E-0C93-48F7-2F9C9849F43B}"/>
                        </a:ext>
                      </a:extLst>
                    </p:cNvPr>
                    <p:cNvGrpSpPr/>
                    <p:nvPr/>
                  </p:nvGrpSpPr>
                  <p:grpSpPr>
                    <a:xfrm rot="14400000" flipH="1">
                      <a:off x="6389147" y="3932622"/>
                      <a:ext cx="393192" cy="393192"/>
                      <a:chOff x="5354637" y="3446463"/>
                      <a:chExt cx="214313" cy="214313"/>
                    </a:xfrm>
                  </p:grpSpPr>
                  <p:sp>
                    <p:nvSpPr>
                      <p:cNvPr id="6624" name="Arc 6623">
                        <a:extLst>
                          <a:ext uri="{FF2B5EF4-FFF2-40B4-BE49-F238E27FC236}">
                            <a16:creationId xmlns:a16="http://schemas.microsoft.com/office/drawing/2014/main" id="{F4E23526-A07F-3EC1-7981-78028072376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25" name="Arc 6624">
                        <a:extLst>
                          <a:ext uri="{FF2B5EF4-FFF2-40B4-BE49-F238E27FC236}">
                            <a16:creationId xmlns:a16="http://schemas.microsoft.com/office/drawing/2014/main" id="{5EEEF425-0D9F-E991-2D4C-7F3E3DDEA73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623" name="TextBox 6622">
                      <a:extLst>
                        <a:ext uri="{FF2B5EF4-FFF2-40B4-BE49-F238E27FC236}">
                          <a16:creationId xmlns:a16="http://schemas.microsoft.com/office/drawing/2014/main" id="{68477FE5-3F18-4C95-5914-0C751C0126B1}"/>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6519" name="Group 6518">
                <a:extLst>
                  <a:ext uri="{FF2B5EF4-FFF2-40B4-BE49-F238E27FC236}">
                    <a16:creationId xmlns:a16="http://schemas.microsoft.com/office/drawing/2014/main" id="{D2C41992-8FB7-B188-9657-D05F8FC51E94}"/>
                  </a:ext>
                </a:extLst>
              </p:cNvPr>
              <p:cNvGrpSpPr/>
              <p:nvPr/>
            </p:nvGrpSpPr>
            <p:grpSpPr>
              <a:xfrm>
                <a:off x="6065340" y="2039507"/>
                <a:ext cx="1643204" cy="1593124"/>
                <a:chOff x="5445106" y="2644743"/>
                <a:chExt cx="1643204" cy="1593124"/>
              </a:xfrm>
            </p:grpSpPr>
            <p:grpSp>
              <p:nvGrpSpPr>
                <p:cNvPr id="6520" name="Group 6519">
                  <a:extLst>
                    <a:ext uri="{FF2B5EF4-FFF2-40B4-BE49-F238E27FC236}">
                      <a16:creationId xmlns:a16="http://schemas.microsoft.com/office/drawing/2014/main" id="{DC16D52B-792D-A456-933F-FC8AC0FB4727}"/>
                    </a:ext>
                  </a:extLst>
                </p:cNvPr>
                <p:cNvGrpSpPr/>
                <p:nvPr/>
              </p:nvGrpSpPr>
              <p:grpSpPr>
                <a:xfrm>
                  <a:off x="5445106" y="2644743"/>
                  <a:ext cx="1019224" cy="991639"/>
                  <a:chOff x="5886431" y="3225768"/>
                  <a:chExt cx="1019224" cy="991639"/>
                </a:xfrm>
              </p:grpSpPr>
              <p:grpSp>
                <p:nvGrpSpPr>
                  <p:cNvPr id="6568" name="Group 6567">
                    <a:extLst>
                      <a:ext uri="{FF2B5EF4-FFF2-40B4-BE49-F238E27FC236}">
                        <a16:creationId xmlns:a16="http://schemas.microsoft.com/office/drawing/2014/main" id="{1BD27477-5849-820F-EE8C-0FAA45E31DD9}"/>
                      </a:ext>
                    </a:extLst>
                  </p:cNvPr>
                  <p:cNvGrpSpPr/>
                  <p:nvPr/>
                </p:nvGrpSpPr>
                <p:grpSpPr>
                  <a:xfrm>
                    <a:off x="6197413" y="3824215"/>
                    <a:ext cx="393192" cy="393192"/>
                    <a:chOff x="5265196" y="3357021"/>
                    <a:chExt cx="393192" cy="393192"/>
                  </a:xfrm>
                </p:grpSpPr>
                <p:grpSp>
                  <p:nvGrpSpPr>
                    <p:cNvPr id="6603" name="Group 6602">
                      <a:extLst>
                        <a:ext uri="{FF2B5EF4-FFF2-40B4-BE49-F238E27FC236}">
                          <a16:creationId xmlns:a16="http://schemas.microsoft.com/office/drawing/2014/main" id="{18006956-C322-7C82-BEF1-68DA47FA506E}"/>
                        </a:ext>
                      </a:extLst>
                    </p:cNvPr>
                    <p:cNvGrpSpPr/>
                    <p:nvPr/>
                  </p:nvGrpSpPr>
                  <p:grpSpPr>
                    <a:xfrm rot="14400000">
                      <a:off x="5265196" y="3357021"/>
                      <a:ext cx="393192" cy="393192"/>
                      <a:chOff x="5354637" y="3446463"/>
                      <a:chExt cx="214313" cy="214313"/>
                    </a:xfrm>
                  </p:grpSpPr>
                  <p:sp>
                    <p:nvSpPr>
                      <p:cNvPr id="6612" name="Arc 6611">
                        <a:extLst>
                          <a:ext uri="{FF2B5EF4-FFF2-40B4-BE49-F238E27FC236}">
                            <a16:creationId xmlns:a16="http://schemas.microsoft.com/office/drawing/2014/main" id="{A7189FE9-08BA-D826-5C6C-C1A961DFD4E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13" name="Arc 6612">
                        <a:extLst>
                          <a:ext uri="{FF2B5EF4-FFF2-40B4-BE49-F238E27FC236}">
                            <a16:creationId xmlns:a16="http://schemas.microsoft.com/office/drawing/2014/main" id="{D684987B-A3E3-1EB8-6EA7-BD13F993B18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604" name="Group 6603">
                      <a:extLst>
                        <a:ext uri="{FF2B5EF4-FFF2-40B4-BE49-F238E27FC236}">
                          <a16:creationId xmlns:a16="http://schemas.microsoft.com/office/drawing/2014/main" id="{4D103452-53DE-BDBE-0F69-CC77C6AF786E}"/>
                        </a:ext>
                      </a:extLst>
                    </p:cNvPr>
                    <p:cNvGrpSpPr/>
                    <p:nvPr/>
                  </p:nvGrpSpPr>
                  <p:grpSpPr>
                    <a:xfrm>
                      <a:off x="5310186" y="3402011"/>
                      <a:ext cx="303213" cy="303213"/>
                      <a:chOff x="5310186" y="3402011"/>
                      <a:chExt cx="303213" cy="303213"/>
                    </a:xfrm>
                  </p:grpSpPr>
                  <p:grpSp>
                    <p:nvGrpSpPr>
                      <p:cNvPr id="6605" name="Group 6604">
                        <a:extLst>
                          <a:ext uri="{FF2B5EF4-FFF2-40B4-BE49-F238E27FC236}">
                            <a16:creationId xmlns:a16="http://schemas.microsoft.com/office/drawing/2014/main" id="{CBC77267-554F-0911-BDE0-E4C6DE4A9F1C}"/>
                          </a:ext>
                        </a:extLst>
                      </p:cNvPr>
                      <p:cNvGrpSpPr/>
                      <p:nvPr/>
                    </p:nvGrpSpPr>
                    <p:grpSpPr>
                      <a:xfrm>
                        <a:off x="5354636" y="3446461"/>
                        <a:ext cx="214313" cy="214313"/>
                        <a:chOff x="5354637" y="3446463"/>
                        <a:chExt cx="214313" cy="214313"/>
                      </a:xfrm>
                    </p:grpSpPr>
                    <p:sp>
                      <p:nvSpPr>
                        <p:cNvPr id="6610" name="Arc 6609">
                          <a:extLst>
                            <a:ext uri="{FF2B5EF4-FFF2-40B4-BE49-F238E27FC236}">
                              <a16:creationId xmlns:a16="http://schemas.microsoft.com/office/drawing/2014/main" id="{67E6184D-C74D-B8EB-0EF8-5FCD0E4C9B6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11" name="Arc 6610">
                          <a:extLst>
                            <a:ext uri="{FF2B5EF4-FFF2-40B4-BE49-F238E27FC236}">
                              <a16:creationId xmlns:a16="http://schemas.microsoft.com/office/drawing/2014/main" id="{41009BDC-849B-7407-FA8F-19916443F23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606" name="Group 6605">
                        <a:extLst>
                          <a:ext uri="{FF2B5EF4-FFF2-40B4-BE49-F238E27FC236}">
                            <a16:creationId xmlns:a16="http://schemas.microsoft.com/office/drawing/2014/main" id="{7F52D439-6326-C58C-2323-954A6CF73D19}"/>
                          </a:ext>
                        </a:extLst>
                      </p:cNvPr>
                      <p:cNvGrpSpPr/>
                      <p:nvPr/>
                    </p:nvGrpSpPr>
                    <p:grpSpPr>
                      <a:xfrm rot="7200000">
                        <a:off x="5310186" y="3402011"/>
                        <a:ext cx="303213" cy="303213"/>
                        <a:chOff x="5354637" y="3446463"/>
                        <a:chExt cx="214313" cy="214313"/>
                      </a:xfrm>
                    </p:grpSpPr>
                    <p:sp>
                      <p:nvSpPr>
                        <p:cNvPr id="6608" name="Arc 6607">
                          <a:extLst>
                            <a:ext uri="{FF2B5EF4-FFF2-40B4-BE49-F238E27FC236}">
                              <a16:creationId xmlns:a16="http://schemas.microsoft.com/office/drawing/2014/main" id="{851FED74-A0AD-C679-E54E-13D65FBCAF7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09" name="Arc 6608">
                          <a:extLst>
                            <a:ext uri="{FF2B5EF4-FFF2-40B4-BE49-F238E27FC236}">
                              <a16:creationId xmlns:a16="http://schemas.microsoft.com/office/drawing/2014/main" id="{D01C1AAA-22BB-F97A-BBE2-497B95739A9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607" name="TextBox 6606">
                        <a:extLst>
                          <a:ext uri="{FF2B5EF4-FFF2-40B4-BE49-F238E27FC236}">
                            <a16:creationId xmlns:a16="http://schemas.microsoft.com/office/drawing/2014/main" id="{4A51400D-0957-AD03-68EA-E5E940AE52B5}"/>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569" name="Group 6568">
                    <a:extLst>
                      <a:ext uri="{FF2B5EF4-FFF2-40B4-BE49-F238E27FC236}">
                        <a16:creationId xmlns:a16="http://schemas.microsoft.com/office/drawing/2014/main" id="{E6E42844-4308-3C5C-A82F-AB0675F9E25A}"/>
                      </a:ext>
                    </a:extLst>
                  </p:cNvPr>
                  <p:cNvGrpSpPr/>
                  <p:nvPr/>
                </p:nvGrpSpPr>
                <p:grpSpPr>
                  <a:xfrm>
                    <a:off x="5886431" y="3525040"/>
                    <a:ext cx="393192" cy="393192"/>
                    <a:chOff x="5265196" y="3932619"/>
                    <a:chExt cx="393192" cy="393192"/>
                  </a:xfrm>
                </p:grpSpPr>
                <p:grpSp>
                  <p:nvGrpSpPr>
                    <p:cNvPr id="6593" name="Group 6592">
                      <a:extLst>
                        <a:ext uri="{FF2B5EF4-FFF2-40B4-BE49-F238E27FC236}">
                          <a16:creationId xmlns:a16="http://schemas.microsoft.com/office/drawing/2014/main" id="{0FEB9EDD-D59D-E864-2916-191FA7B2AAEA}"/>
                        </a:ext>
                      </a:extLst>
                    </p:cNvPr>
                    <p:cNvGrpSpPr/>
                    <p:nvPr/>
                  </p:nvGrpSpPr>
                  <p:grpSpPr>
                    <a:xfrm>
                      <a:off x="5354636" y="4022061"/>
                      <a:ext cx="214313" cy="214313"/>
                      <a:chOff x="5354637" y="3446463"/>
                      <a:chExt cx="214313" cy="214313"/>
                    </a:xfrm>
                  </p:grpSpPr>
                  <p:sp>
                    <p:nvSpPr>
                      <p:cNvPr id="6601" name="Arc 6600">
                        <a:extLst>
                          <a:ext uri="{FF2B5EF4-FFF2-40B4-BE49-F238E27FC236}">
                            <a16:creationId xmlns:a16="http://schemas.microsoft.com/office/drawing/2014/main" id="{CE3C7BAC-F46A-DC6B-54FB-45CB3473A31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02" name="Arc 6601">
                        <a:extLst>
                          <a:ext uri="{FF2B5EF4-FFF2-40B4-BE49-F238E27FC236}">
                            <a16:creationId xmlns:a16="http://schemas.microsoft.com/office/drawing/2014/main" id="{1E74AEE1-E316-B484-F4BE-DF6D831FFED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594" name="Group 6593">
                      <a:extLst>
                        <a:ext uri="{FF2B5EF4-FFF2-40B4-BE49-F238E27FC236}">
                          <a16:creationId xmlns:a16="http://schemas.microsoft.com/office/drawing/2014/main" id="{CA602429-FFE3-1443-C6BC-E660C86051F7}"/>
                        </a:ext>
                      </a:extLst>
                    </p:cNvPr>
                    <p:cNvGrpSpPr/>
                    <p:nvPr/>
                  </p:nvGrpSpPr>
                  <p:grpSpPr>
                    <a:xfrm rot="14400000">
                      <a:off x="5310186" y="3977611"/>
                      <a:ext cx="303213" cy="303213"/>
                      <a:chOff x="5354637" y="3446463"/>
                      <a:chExt cx="214313" cy="214313"/>
                    </a:xfrm>
                  </p:grpSpPr>
                  <p:sp>
                    <p:nvSpPr>
                      <p:cNvPr id="6599" name="Arc 6598">
                        <a:extLst>
                          <a:ext uri="{FF2B5EF4-FFF2-40B4-BE49-F238E27FC236}">
                            <a16:creationId xmlns:a16="http://schemas.microsoft.com/office/drawing/2014/main" id="{49830F5E-A181-1FE6-1D43-C2CC2D8303C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00" name="Arc 6599">
                        <a:extLst>
                          <a:ext uri="{FF2B5EF4-FFF2-40B4-BE49-F238E27FC236}">
                            <a16:creationId xmlns:a16="http://schemas.microsoft.com/office/drawing/2014/main" id="{E18DED03-8FA6-31DF-AD2C-AA14F18C984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595" name="Group 6594">
                      <a:extLst>
                        <a:ext uri="{FF2B5EF4-FFF2-40B4-BE49-F238E27FC236}">
                          <a16:creationId xmlns:a16="http://schemas.microsoft.com/office/drawing/2014/main" id="{BA326D5D-3912-205A-8C3E-02419FE789D9}"/>
                        </a:ext>
                      </a:extLst>
                    </p:cNvPr>
                    <p:cNvGrpSpPr/>
                    <p:nvPr/>
                  </p:nvGrpSpPr>
                  <p:grpSpPr>
                    <a:xfrm rot="7200000">
                      <a:off x="5265196" y="3932619"/>
                      <a:ext cx="393192" cy="393192"/>
                      <a:chOff x="5354637" y="3446463"/>
                      <a:chExt cx="214313" cy="214313"/>
                    </a:xfrm>
                  </p:grpSpPr>
                  <p:sp>
                    <p:nvSpPr>
                      <p:cNvPr id="6597" name="Arc 6596">
                        <a:extLst>
                          <a:ext uri="{FF2B5EF4-FFF2-40B4-BE49-F238E27FC236}">
                            <a16:creationId xmlns:a16="http://schemas.microsoft.com/office/drawing/2014/main" id="{5332E43B-9909-22BD-BBA6-07B5F76B8F7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598" name="Arc 6597">
                        <a:extLst>
                          <a:ext uri="{FF2B5EF4-FFF2-40B4-BE49-F238E27FC236}">
                            <a16:creationId xmlns:a16="http://schemas.microsoft.com/office/drawing/2014/main" id="{4FA5CA9E-D9DD-72C7-BE95-3138A19A70C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596" name="TextBox 6595">
                      <a:extLst>
                        <a:ext uri="{FF2B5EF4-FFF2-40B4-BE49-F238E27FC236}">
                          <a16:creationId xmlns:a16="http://schemas.microsoft.com/office/drawing/2014/main" id="{72F4A26A-D1B4-991E-02A7-D903F7DE694B}"/>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6570" name="Group 6569">
                    <a:extLst>
                      <a:ext uri="{FF2B5EF4-FFF2-40B4-BE49-F238E27FC236}">
                        <a16:creationId xmlns:a16="http://schemas.microsoft.com/office/drawing/2014/main" id="{6ED934F3-0BA9-87DB-9219-427C7A179B05}"/>
                      </a:ext>
                    </a:extLst>
                  </p:cNvPr>
                  <p:cNvGrpSpPr/>
                  <p:nvPr/>
                </p:nvGrpSpPr>
                <p:grpSpPr>
                  <a:xfrm>
                    <a:off x="6512463" y="3525040"/>
                    <a:ext cx="393192" cy="393192"/>
                    <a:chOff x="6389147" y="3357021"/>
                    <a:chExt cx="393192" cy="393192"/>
                  </a:xfrm>
                </p:grpSpPr>
                <p:grpSp>
                  <p:nvGrpSpPr>
                    <p:cNvPr id="6582" name="Group 6581">
                      <a:extLst>
                        <a:ext uri="{FF2B5EF4-FFF2-40B4-BE49-F238E27FC236}">
                          <a16:creationId xmlns:a16="http://schemas.microsoft.com/office/drawing/2014/main" id="{9CC3984A-D0E5-3438-541A-3591936E1E97}"/>
                        </a:ext>
                      </a:extLst>
                    </p:cNvPr>
                    <p:cNvGrpSpPr/>
                    <p:nvPr/>
                  </p:nvGrpSpPr>
                  <p:grpSpPr>
                    <a:xfrm rot="7200000" flipH="1">
                      <a:off x="6389147" y="3357021"/>
                      <a:ext cx="393192" cy="393192"/>
                      <a:chOff x="5354637" y="3446463"/>
                      <a:chExt cx="214313" cy="214313"/>
                    </a:xfrm>
                  </p:grpSpPr>
                  <p:sp>
                    <p:nvSpPr>
                      <p:cNvPr id="6591" name="Arc 6590">
                        <a:extLst>
                          <a:ext uri="{FF2B5EF4-FFF2-40B4-BE49-F238E27FC236}">
                            <a16:creationId xmlns:a16="http://schemas.microsoft.com/office/drawing/2014/main" id="{820D9430-DEF6-2BF2-4606-D20D09DEB83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592" name="Arc 6591">
                        <a:extLst>
                          <a:ext uri="{FF2B5EF4-FFF2-40B4-BE49-F238E27FC236}">
                            <a16:creationId xmlns:a16="http://schemas.microsoft.com/office/drawing/2014/main" id="{9A25FE3B-9F60-C7A1-0FB4-F2624310087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583" name="Group 6582">
                      <a:extLst>
                        <a:ext uri="{FF2B5EF4-FFF2-40B4-BE49-F238E27FC236}">
                          <a16:creationId xmlns:a16="http://schemas.microsoft.com/office/drawing/2014/main" id="{0534ADCB-C7B8-3D9C-894F-EBF292ADA732}"/>
                        </a:ext>
                      </a:extLst>
                    </p:cNvPr>
                    <p:cNvGrpSpPr/>
                    <p:nvPr/>
                  </p:nvGrpSpPr>
                  <p:grpSpPr>
                    <a:xfrm>
                      <a:off x="6434137" y="3402011"/>
                      <a:ext cx="303213" cy="303213"/>
                      <a:chOff x="6434137" y="3402011"/>
                      <a:chExt cx="303213" cy="303213"/>
                    </a:xfrm>
                  </p:grpSpPr>
                  <p:grpSp>
                    <p:nvGrpSpPr>
                      <p:cNvPr id="6584" name="Group 6583">
                        <a:extLst>
                          <a:ext uri="{FF2B5EF4-FFF2-40B4-BE49-F238E27FC236}">
                            <a16:creationId xmlns:a16="http://schemas.microsoft.com/office/drawing/2014/main" id="{B3D82625-6631-2B39-C890-06DFE024ABF1}"/>
                          </a:ext>
                        </a:extLst>
                      </p:cNvPr>
                      <p:cNvGrpSpPr/>
                      <p:nvPr/>
                    </p:nvGrpSpPr>
                    <p:grpSpPr>
                      <a:xfrm flipH="1">
                        <a:off x="6478587" y="3446461"/>
                        <a:ext cx="214313" cy="214313"/>
                        <a:chOff x="5354637" y="3446463"/>
                        <a:chExt cx="214313" cy="214313"/>
                      </a:xfrm>
                    </p:grpSpPr>
                    <p:sp>
                      <p:nvSpPr>
                        <p:cNvPr id="6589" name="Arc 6588">
                          <a:extLst>
                            <a:ext uri="{FF2B5EF4-FFF2-40B4-BE49-F238E27FC236}">
                              <a16:creationId xmlns:a16="http://schemas.microsoft.com/office/drawing/2014/main" id="{98EF969F-FFEC-F0B5-B3B4-5C946C2E42C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590" name="Arc 6589">
                          <a:extLst>
                            <a:ext uri="{FF2B5EF4-FFF2-40B4-BE49-F238E27FC236}">
                              <a16:creationId xmlns:a16="http://schemas.microsoft.com/office/drawing/2014/main" id="{DFBAF1E7-79D4-1E07-3844-418688575E5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585" name="Group 6584">
                        <a:extLst>
                          <a:ext uri="{FF2B5EF4-FFF2-40B4-BE49-F238E27FC236}">
                            <a16:creationId xmlns:a16="http://schemas.microsoft.com/office/drawing/2014/main" id="{D79842D6-B7E4-A4E3-D38A-368852AAB33B}"/>
                          </a:ext>
                        </a:extLst>
                      </p:cNvPr>
                      <p:cNvGrpSpPr/>
                      <p:nvPr/>
                    </p:nvGrpSpPr>
                    <p:grpSpPr>
                      <a:xfrm rot="14400000" flipH="1">
                        <a:off x="6434137" y="3402011"/>
                        <a:ext cx="303213" cy="303213"/>
                        <a:chOff x="5354637" y="3446463"/>
                        <a:chExt cx="214313" cy="214313"/>
                      </a:xfrm>
                    </p:grpSpPr>
                    <p:sp>
                      <p:nvSpPr>
                        <p:cNvPr id="6587" name="Arc 6586">
                          <a:extLst>
                            <a:ext uri="{FF2B5EF4-FFF2-40B4-BE49-F238E27FC236}">
                              <a16:creationId xmlns:a16="http://schemas.microsoft.com/office/drawing/2014/main" id="{77D3BE60-0DFC-DB44-1784-5B5B446CB3B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588" name="Arc 6587">
                          <a:extLst>
                            <a:ext uri="{FF2B5EF4-FFF2-40B4-BE49-F238E27FC236}">
                              <a16:creationId xmlns:a16="http://schemas.microsoft.com/office/drawing/2014/main" id="{CA9047DB-5505-5164-8AB0-91561CE85D1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586" name="TextBox 6585">
                        <a:extLst>
                          <a:ext uri="{FF2B5EF4-FFF2-40B4-BE49-F238E27FC236}">
                            <a16:creationId xmlns:a16="http://schemas.microsoft.com/office/drawing/2014/main" id="{ED742B17-9948-BC40-580B-346AD30C479D}"/>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571" name="Group 6570">
                    <a:extLst>
                      <a:ext uri="{FF2B5EF4-FFF2-40B4-BE49-F238E27FC236}">
                        <a16:creationId xmlns:a16="http://schemas.microsoft.com/office/drawing/2014/main" id="{F2D66BD7-6799-80A4-1C58-5763DB7EBE3B}"/>
                      </a:ext>
                    </a:extLst>
                  </p:cNvPr>
                  <p:cNvGrpSpPr/>
                  <p:nvPr/>
                </p:nvGrpSpPr>
                <p:grpSpPr>
                  <a:xfrm>
                    <a:off x="6197413" y="3225768"/>
                    <a:ext cx="393192" cy="393192"/>
                    <a:chOff x="6389147" y="3932622"/>
                    <a:chExt cx="393192" cy="393192"/>
                  </a:xfrm>
                </p:grpSpPr>
                <p:grpSp>
                  <p:nvGrpSpPr>
                    <p:cNvPr id="6572" name="Group 6571">
                      <a:extLst>
                        <a:ext uri="{FF2B5EF4-FFF2-40B4-BE49-F238E27FC236}">
                          <a16:creationId xmlns:a16="http://schemas.microsoft.com/office/drawing/2014/main" id="{0B43CFCC-A531-33C3-D0E4-AD3C6B0F4626}"/>
                        </a:ext>
                      </a:extLst>
                    </p:cNvPr>
                    <p:cNvGrpSpPr/>
                    <p:nvPr/>
                  </p:nvGrpSpPr>
                  <p:grpSpPr>
                    <a:xfrm flipH="1">
                      <a:off x="6478587" y="4022061"/>
                      <a:ext cx="214313" cy="214313"/>
                      <a:chOff x="5354637" y="3446463"/>
                      <a:chExt cx="214313" cy="214313"/>
                    </a:xfrm>
                  </p:grpSpPr>
                  <p:sp>
                    <p:nvSpPr>
                      <p:cNvPr id="6580" name="Arc 6579">
                        <a:extLst>
                          <a:ext uri="{FF2B5EF4-FFF2-40B4-BE49-F238E27FC236}">
                            <a16:creationId xmlns:a16="http://schemas.microsoft.com/office/drawing/2014/main" id="{EDF96667-18DF-3D62-64A6-AACAC4A21A8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581" name="Arc 6580">
                        <a:extLst>
                          <a:ext uri="{FF2B5EF4-FFF2-40B4-BE49-F238E27FC236}">
                            <a16:creationId xmlns:a16="http://schemas.microsoft.com/office/drawing/2014/main" id="{1E1194C7-6DFB-CEB2-8379-262D792C831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573" name="Group 6572">
                      <a:extLst>
                        <a:ext uri="{FF2B5EF4-FFF2-40B4-BE49-F238E27FC236}">
                          <a16:creationId xmlns:a16="http://schemas.microsoft.com/office/drawing/2014/main" id="{F7C41C02-B653-A2F9-139B-6F0EE3E4FFFA}"/>
                        </a:ext>
                      </a:extLst>
                    </p:cNvPr>
                    <p:cNvGrpSpPr/>
                    <p:nvPr/>
                  </p:nvGrpSpPr>
                  <p:grpSpPr>
                    <a:xfrm rot="7200000" flipH="1">
                      <a:off x="6434137" y="3977611"/>
                      <a:ext cx="303213" cy="303213"/>
                      <a:chOff x="5354637" y="3446463"/>
                      <a:chExt cx="214313" cy="214313"/>
                    </a:xfrm>
                  </p:grpSpPr>
                  <p:sp>
                    <p:nvSpPr>
                      <p:cNvPr id="6578" name="Arc 6577">
                        <a:extLst>
                          <a:ext uri="{FF2B5EF4-FFF2-40B4-BE49-F238E27FC236}">
                            <a16:creationId xmlns:a16="http://schemas.microsoft.com/office/drawing/2014/main" id="{6E8DB73D-C078-5B50-65A0-4A83E813DB5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579" name="Arc 6578">
                        <a:extLst>
                          <a:ext uri="{FF2B5EF4-FFF2-40B4-BE49-F238E27FC236}">
                            <a16:creationId xmlns:a16="http://schemas.microsoft.com/office/drawing/2014/main" id="{BF8E10BA-FE55-A370-E750-F848DBBBD80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574" name="Group 6573">
                      <a:extLst>
                        <a:ext uri="{FF2B5EF4-FFF2-40B4-BE49-F238E27FC236}">
                          <a16:creationId xmlns:a16="http://schemas.microsoft.com/office/drawing/2014/main" id="{260CCC37-8AEA-F3EF-2746-26AED791EFA8}"/>
                        </a:ext>
                      </a:extLst>
                    </p:cNvPr>
                    <p:cNvGrpSpPr/>
                    <p:nvPr/>
                  </p:nvGrpSpPr>
                  <p:grpSpPr>
                    <a:xfrm rot="14400000" flipH="1">
                      <a:off x="6389147" y="3932622"/>
                      <a:ext cx="393192" cy="393192"/>
                      <a:chOff x="5354637" y="3446463"/>
                      <a:chExt cx="214313" cy="214313"/>
                    </a:xfrm>
                  </p:grpSpPr>
                  <p:sp>
                    <p:nvSpPr>
                      <p:cNvPr id="6576" name="Arc 6575">
                        <a:extLst>
                          <a:ext uri="{FF2B5EF4-FFF2-40B4-BE49-F238E27FC236}">
                            <a16:creationId xmlns:a16="http://schemas.microsoft.com/office/drawing/2014/main" id="{7129B16D-6853-2E3F-ECF0-50A38A4B472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577" name="Arc 6576">
                        <a:extLst>
                          <a:ext uri="{FF2B5EF4-FFF2-40B4-BE49-F238E27FC236}">
                            <a16:creationId xmlns:a16="http://schemas.microsoft.com/office/drawing/2014/main" id="{28D96F65-D504-DD25-8C70-DFE7F27EA0D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575" name="TextBox 6574">
                      <a:extLst>
                        <a:ext uri="{FF2B5EF4-FFF2-40B4-BE49-F238E27FC236}">
                          <a16:creationId xmlns:a16="http://schemas.microsoft.com/office/drawing/2014/main" id="{F5B940F2-CADD-8B3D-D15A-04D87ABBF013}"/>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521" name="Group 6520">
                  <a:extLst>
                    <a:ext uri="{FF2B5EF4-FFF2-40B4-BE49-F238E27FC236}">
                      <a16:creationId xmlns:a16="http://schemas.microsoft.com/office/drawing/2014/main" id="{9B091A23-4165-53B3-A972-82EFA1762C35}"/>
                    </a:ext>
                  </a:extLst>
                </p:cNvPr>
                <p:cNvGrpSpPr/>
                <p:nvPr/>
              </p:nvGrpSpPr>
              <p:grpSpPr>
                <a:xfrm>
                  <a:off x="6069086" y="3246228"/>
                  <a:ext cx="1019224" cy="991639"/>
                  <a:chOff x="5886431" y="3225768"/>
                  <a:chExt cx="1019224" cy="991639"/>
                </a:xfrm>
              </p:grpSpPr>
              <p:grpSp>
                <p:nvGrpSpPr>
                  <p:cNvPr id="6522" name="Group 6521">
                    <a:extLst>
                      <a:ext uri="{FF2B5EF4-FFF2-40B4-BE49-F238E27FC236}">
                        <a16:creationId xmlns:a16="http://schemas.microsoft.com/office/drawing/2014/main" id="{1208E6A9-96B8-7CD5-BCE5-3AE79A306DA3}"/>
                      </a:ext>
                    </a:extLst>
                  </p:cNvPr>
                  <p:cNvGrpSpPr/>
                  <p:nvPr/>
                </p:nvGrpSpPr>
                <p:grpSpPr>
                  <a:xfrm>
                    <a:off x="6197413" y="3824215"/>
                    <a:ext cx="393192" cy="393192"/>
                    <a:chOff x="5265196" y="3357021"/>
                    <a:chExt cx="393192" cy="393192"/>
                  </a:xfrm>
                </p:grpSpPr>
                <p:grpSp>
                  <p:nvGrpSpPr>
                    <p:cNvPr id="6557" name="Group 6556">
                      <a:extLst>
                        <a:ext uri="{FF2B5EF4-FFF2-40B4-BE49-F238E27FC236}">
                          <a16:creationId xmlns:a16="http://schemas.microsoft.com/office/drawing/2014/main" id="{D6498B58-B207-4544-66F4-4DEECEEEA32A}"/>
                        </a:ext>
                      </a:extLst>
                    </p:cNvPr>
                    <p:cNvGrpSpPr/>
                    <p:nvPr/>
                  </p:nvGrpSpPr>
                  <p:grpSpPr>
                    <a:xfrm rot="14400000">
                      <a:off x="5265196" y="3357021"/>
                      <a:ext cx="393192" cy="393192"/>
                      <a:chOff x="5354637" y="3446463"/>
                      <a:chExt cx="214313" cy="214313"/>
                    </a:xfrm>
                  </p:grpSpPr>
                  <p:sp>
                    <p:nvSpPr>
                      <p:cNvPr id="6566" name="Arc 6565">
                        <a:extLst>
                          <a:ext uri="{FF2B5EF4-FFF2-40B4-BE49-F238E27FC236}">
                            <a16:creationId xmlns:a16="http://schemas.microsoft.com/office/drawing/2014/main" id="{9C3AC946-D551-3237-8BCE-04B9FCECD83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567" name="Arc 6566">
                        <a:extLst>
                          <a:ext uri="{FF2B5EF4-FFF2-40B4-BE49-F238E27FC236}">
                            <a16:creationId xmlns:a16="http://schemas.microsoft.com/office/drawing/2014/main" id="{1D761EDD-88A1-12C7-B2AD-34A5481E245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558" name="Group 6557">
                      <a:extLst>
                        <a:ext uri="{FF2B5EF4-FFF2-40B4-BE49-F238E27FC236}">
                          <a16:creationId xmlns:a16="http://schemas.microsoft.com/office/drawing/2014/main" id="{C504F7E5-62A6-E4DD-2E25-EA65AA875B76}"/>
                        </a:ext>
                      </a:extLst>
                    </p:cNvPr>
                    <p:cNvGrpSpPr/>
                    <p:nvPr/>
                  </p:nvGrpSpPr>
                  <p:grpSpPr>
                    <a:xfrm>
                      <a:off x="5310186" y="3402011"/>
                      <a:ext cx="303213" cy="303213"/>
                      <a:chOff x="5310186" y="3402011"/>
                      <a:chExt cx="303213" cy="303213"/>
                    </a:xfrm>
                  </p:grpSpPr>
                  <p:grpSp>
                    <p:nvGrpSpPr>
                      <p:cNvPr id="6559" name="Group 6558">
                        <a:extLst>
                          <a:ext uri="{FF2B5EF4-FFF2-40B4-BE49-F238E27FC236}">
                            <a16:creationId xmlns:a16="http://schemas.microsoft.com/office/drawing/2014/main" id="{27F95BEF-E9BC-810E-38E2-6DD3BA2B8068}"/>
                          </a:ext>
                        </a:extLst>
                      </p:cNvPr>
                      <p:cNvGrpSpPr/>
                      <p:nvPr/>
                    </p:nvGrpSpPr>
                    <p:grpSpPr>
                      <a:xfrm>
                        <a:off x="5354636" y="3446461"/>
                        <a:ext cx="214313" cy="214313"/>
                        <a:chOff x="5354637" y="3446463"/>
                        <a:chExt cx="214313" cy="214313"/>
                      </a:xfrm>
                    </p:grpSpPr>
                    <p:sp>
                      <p:nvSpPr>
                        <p:cNvPr id="6564" name="Arc 6563">
                          <a:extLst>
                            <a:ext uri="{FF2B5EF4-FFF2-40B4-BE49-F238E27FC236}">
                              <a16:creationId xmlns:a16="http://schemas.microsoft.com/office/drawing/2014/main" id="{F7C484C8-8E2A-E6DB-B755-EE8718ACB9B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565" name="Arc 6564">
                          <a:extLst>
                            <a:ext uri="{FF2B5EF4-FFF2-40B4-BE49-F238E27FC236}">
                              <a16:creationId xmlns:a16="http://schemas.microsoft.com/office/drawing/2014/main" id="{48F9BE0E-759E-021F-7115-020AEFE250A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560" name="Group 6559">
                        <a:extLst>
                          <a:ext uri="{FF2B5EF4-FFF2-40B4-BE49-F238E27FC236}">
                            <a16:creationId xmlns:a16="http://schemas.microsoft.com/office/drawing/2014/main" id="{E37F9EA6-2F52-9CE6-4798-081D7A031D29}"/>
                          </a:ext>
                        </a:extLst>
                      </p:cNvPr>
                      <p:cNvGrpSpPr/>
                      <p:nvPr/>
                    </p:nvGrpSpPr>
                    <p:grpSpPr>
                      <a:xfrm rot="7200000">
                        <a:off x="5310186" y="3402011"/>
                        <a:ext cx="303213" cy="303213"/>
                        <a:chOff x="5354637" y="3446463"/>
                        <a:chExt cx="214313" cy="214313"/>
                      </a:xfrm>
                    </p:grpSpPr>
                    <p:sp>
                      <p:nvSpPr>
                        <p:cNvPr id="6562" name="Arc 6561">
                          <a:extLst>
                            <a:ext uri="{FF2B5EF4-FFF2-40B4-BE49-F238E27FC236}">
                              <a16:creationId xmlns:a16="http://schemas.microsoft.com/office/drawing/2014/main" id="{FCBC25CE-4654-9AD7-6FB4-7657C5E8564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563" name="Arc 6562">
                          <a:extLst>
                            <a:ext uri="{FF2B5EF4-FFF2-40B4-BE49-F238E27FC236}">
                              <a16:creationId xmlns:a16="http://schemas.microsoft.com/office/drawing/2014/main" id="{E1B0A274-C992-D825-0F43-54DC8861385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561" name="TextBox 6560">
                        <a:extLst>
                          <a:ext uri="{FF2B5EF4-FFF2-40B4-BE49-F238E27FC236}">
                            <a16:creationId xmlns:a16="http://schemas.microsoft.com/office/drawing/2014/main" id="{AD7D6F28-0074-991B-A1D1-E15B1A10B67D}"/>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523" name="Group 6522">
                    <a:extLst>
                      <a:ext uri="{FF2B5EF4-FFF2-40B4-BE49-F238E27FC236}">
                        <a16:creationId xmlns:a16="http://schemas.microsoft.com/office/drawing/2014/main" id="{C175745A-C34F-6982-59AA-0337300D5C8E}"/>
                      </a:ext>
                    </a:extLst>
                  </p:cNvPr>
                  <p:cNvGrpSpPr/>
                  <p:nvPr/>
                </p:nvGrpSpPr>
                <p:grpSpPr>
                  <a:xfrm>
                    <a:off x="5886431" y="3525040"/>
                    <a:ext cx="393192" cy="393192"/>
                    <a:chOff x="5265196" y="3932619"/>
                    <a:chExt cx="393192" cy="393192"/>
                  </a:xfrm>
                </p:grpSpPr>
                <p:grpSp>
                  <p:nvGrpSpPr>
                    <p:cNvPr id="6547" name="Group 6546">
                      <a:extLst>
                        <a:ext uri="{FF2B5EF4-FFF2-40B4-BE49-F238E27FC236}">
                          <a16:creationId xmlns:a16="http://schemas.microsoft.com/office/drawing/2014/main" id="{671E9F19-8EA1-0830-0E2E-9AC4D6625352}"/>
                        </a:ext>
                      </a:extLst>
                    </p:cNvPr>
                    <p:cNvGrpSpPr/>
                    <p:nvPr/>
                  </p:nvGrpSpPr>
                  <p:grpSpPr>
                    <a:xfrm>
                      <a:off x="5354636" y="4022061"/>
                      <a:ext cx="214313" cy="214313"/>
                      <a:chOff x="5354637" y="3446463"/>
                      <a:chExt cx="214313" cy="214313"/>
                    </a:xfrm>
                  </p:grpSpPr>
                  <p:sp>
                    <p:nvSpPr>
                      <p:cNvPr id="6555" name="Arc 6554">
                        <a:extLst>
                          <a:ext uri="{FF2B5EF4-FFF2-40B4-BE49-F238E27FC236}">
                            <a16:creationId xmlns:a16="http://schemas.microsoft.com/office/drawing/2014/main" id="{1CEC8837-4A78-D674-ABD6-5592122289C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556" name="Arc 6555">
                        <a:extLst>
                          <a:ext uri="{FF2B5EF4-FFF2-40B4-BE49-F238E27FC236}">
                            <a16:creationId xmlns:a16="http://schemas.microsoft.com/office/drawing/2014/main" id="{310631A3-C816-411F-137B-C14667E591E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548" name="Group 6547">
                      <a:extLst>
                        <a:ext uri="{FF2B5EF4-FFF2-40B4-BE49-F238E27FC236}">
                          <a16:creationId xmlns:a16="http://schemas.microsoft.com/office/drawing/2014/main" id="{A75037DD-388F-AED8-2D87-E32B040728D5}"/>
                        </a:ext>
                      </a:extLst>
                    </p:cNvPr>
                    <p:cNvGrpSpPr/>
                    <p:nvPr/>
                  </p:nvGrpSpPr>
                  <p:grpSpPr>
                    <a:xfrm rot="14400000">
                      <a:off x="5310186" y="3977611"/>
                      <a:ext cx="303213" cy="303213"/>
                      <a:chOff x="5354637" y="3446463"/>
                      <a:chExt cx="214313" cy="214313"/>
                    </a:xfrm>
                  </p:grpSpPr>
                  <p:sp>
                    <p:nvSpPr>
                      <p:cNvPr id="6553" name="Arc 6552">
                        <a:extLst>
                          <a:ext uri="{FF2B5EF4-FFF2-40B4-BE49-F238E27FC236}">
                            <a16:creationId xmlns:a16="http://schemas.microsoft.com/office/drawing/2014/main" id="{260FBE8E-9CBB-0C4A-71FB-222B48E1A81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554" name="Arc 6553">
                        <a:extLst>
                          <a:ext uri="{FF2B5EF4-FFF2-40B4-BE49-F238E27FC236}">
                            <a16:creationId xmlns:a16="http://schemas.microsoft.com/office/drawing/2014/main" id="{76F69127-6DCD-695F-E25C-2FBC6E1BEF0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549" name="Group 6548">
                      <a:extLst>
                        <a:ext uri="{FF2B5EF4-FFF2-40B4-BE49-F238E27FC236}">
                          <a16:creationId xmlns:a16="http://schemas.microsoft.com/office/drawing/2014/main" id="{332D2DC4-3659-2B01-E15D-E58D16E00E20}"/>
                        </a:ext>
                      </a:extLst>
                    </p:cNvPr>
                    <p:cNvGrpSpPr/>
                    <p:nvPr/>
                  </p:nvGrpSpPr>
                  <p:grpSpPr>
                    <a:xfrm rot="7200000">
                      <a:off x="5265196" y="3932619"/>
                      <a:ext cx="393192" cy="393192"/>
                      <a:chOff x="5354637" y="3446463"/>
                      <a:chExt cx="214313" cy="214313"/>
                    </a:xfrm>
                  </p:grpSpPr>
                  <p:sp>
                    <p:nvSpPr>
                      <p:cNvPr id="6551" name="Arc 6550">
                        <a:extLst>
                          <a:ext uri="{FF2B5EF4-FFF2-40B4-BE49-F238E27FC236}">
                            <a16:creationId xmlns:a16="http://schemas.microsoft.com/office/drawing/2014/main" id="{186E2BC1-8D1E-826C-0848-89093EF21B1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552" name="Arc 6551">
                        <a:extLst>
                          <a:ext uri="{FF2B5EF4-FFF2-40B4-BE49-F238E27FC236}">
                            <a16:creationId xmlns:a16="http://schemas.microsoft.com/office/drawing/2014/main" id="{C1D08489-A47E-611E-C2D2-43131078DD2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550" name="TextBox 6549">
                      <a:extLst>
                        <a:ext uri="{FF2B5EF4-FFF2-40B4-BE49-F238E27FC236}">
                          <a16:creationId xmlns:a16="http://schemas.microsoft.com/office/drawing/2014/main" id="{EB93FF51-87B0-3B0B-E38D-7CB6E1EE4A8A}"/>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6524" name="Group 6523">
                    <a:extLst>
                      <a:ext uri="{FF2B5EF4-FFF2-40B4-BE49-F238E27FC236}">
                        <a16:creationId xmlns:a16="http://schemas.microsoft.com/office/drawing/2014/main" id="{4F50C0E8-256B-3A16-BEE1-AD084BC135D1}"/>
                      </a:ext>
                    </a:extLst>
                  </p:cNvPr>
                  <p:cNvGrpSpPr/>
                  <p:nvPr/>
                </p:nvGrpSpPr>
                <p:grpSpPr>
                  <a:xfrm>
                    <a:off x="6512463" y="3525040"/>
                    <a:ext cx="393192" cy="393192"/>
                    <a:chOff x="6389147" y="3357021"/>
                    <a:chExt cx="393192" cy="393192"/>
                  </a:xfrm>
                </p:grpSpPr>
                <p:grpSp>
                  <p:nvGrpSpPr>
                    <p:cNvPr id="6536" name="Group 6535">
                      <a:extLst>
                        <a:ext uri="{FF2B5EF4-FFF2-40B4-BE49-F238E27FC236}">
                          <a16:creationId xmlns:a16="http://schemas.microsoft.com/office/drawing/2014/main" id="{513FF26E-82E4-EF4B-3358-027173DE2583}"/>
                        </a:ext>
                      </a:extLst>
                    </p:cNvPr>
                    <p:cNvGrpSpPr/>
                    <p:nvPr/>
                  </p:nvGrpSpPr>
                  <p:grpSpPr>
                    <a:xfrm rot="7200000" flipH="1">
                      <a:off x="6389147" y="3357021"/>
                      <a:ext cx="393192" cy="393192"/>
                      <a:chOff x="5354637" y="3446463"/>
                      <a:chExt cx="214313" cy="214313"/>
                    </a:xfrm>
                  </p:grpSpPr>
                  <p:sp>
                    <p:nvSpPr>
                      <p:cNvPr id="6545" name="Arc 6544">
                        <a:extLst>
                          <a:ext uri="{FF2B5EF4-FFF2-40B4-BE49-F238E27FC236}">
                            <a16:creationId xmlns:a16="http://schemas.microsoft.com/office/drawing/2014/main" id="{DB0CB167-2D0D-ABA0-81EE-45D4ABD8277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546" name="Arc 6545">
                        <a:extLst>
                          <a:ext uri="{FF2B5EF4-FFF2-40B4-BE49-F238E27FC236}">
                            <a16:creationId xmlns:a16="http://schemas.microsoft.com/office/drawing/2014/main" id="{5B2B759A-1D40-C3FA-D8BC-03194F72D70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537" name="Group 6536">
                      <a:extLst>
                        <a:ext uri="{FF2B5EF4-FFF2-40B4-BE49-F238E27FC236}">
                          <a16:creationId xmlns:a16="http://schemas.microsoft.com/office/drawing/2014/main" id="{FF709F13-235D-3362-476F-4BFED4CE1579}"/>
                        </a:ext>
                      </a:extLst>
                    </p:cNvPr>
                    <p:cNvGrpSpPr/>
                    <p:nvPr/>
                  </p:nvGrpSpPr>
                  <p:grpSpPr>
                    <a:xfrm>
                      <a:off x="6434137" y="3402011"/>
                      <a:ext cx="303213" cy="303213"/>
                      <a:chOff x="6434137" y="3402011"/>
                      <a:chExt cx="303213" cy="303213"/>
                    </a:xfrm>
                  </p:grpSpPr>
                  <p:grpSp>
                    <p:nvGrpSpPr>
                      <p:cNvPr id="6538" name="Group 6537">
                        <a:extLst>
                          <a:ext uri="{FF2B5EF4-FFF2-40B4-BE49-F238E27FC236}">
                            <a16:creationId xmlns:a16="http://schemas.microsoft.com/office/drawing/2014/main" id="{B89B5CB3-3497-5EAE-A0DF-1DF48DDC13A2}"/>
                          </a:ext>
                        </a:extLst>
                      </p:cNvPr>
                      <p:cNvGrpSpPr/>
                      <p:nvPr/>
                    </p:nvGrpSpPr>
                    <p:grpSpPr>
                      <a:xfrm flipH="1">
                        <a:off x="6478587" y="3446461"/>
                        <a:ext cx="214313" cy="214313"/>
                        <a:chOff x="5354637" y="3446463"/>
                        <a:chExt cx="214313" cy="214313"/>
                      </a:xfrm>
                    </p:grpSpPr>
                    <p:sp>
                      <p:nvSpPr>
                        <p:cNvPr id="6543" name="Arc 6542">
                          <a:extLst>
                            <a:ext uri="{FF2B5EF4-FFF2-40B4-BE49-F238E27FC236}">
                              <a16:creationId xmlns:a16="http://schemas.microsoft.com/office/drawing/2014/main" id="{A96359A4-E386-1636-27F2-A9F0E7D74F6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544" name="Arc 6543">
                          <a:extLst>
                            <a:ext uri="{FF2B5EF4-FFF2-40B4-BE49-F238E27FC236}">
                              <a16:creationId xmlns:a16="http://schemas.microsoft.com/office/drawing/2014/main" id="{A2270A18-129A-D2C4-D7ED-22A108B5273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539" name="Group 6538">
                        <a:extLst>
                          <a:ext uri="{FF2B5EF4-FFF2-40B4-BE49-F238E27FC236}">
                            <a16:creationId xmlns:a16="http://schemas.microsoft.com/office/drawing/2014/main" id="{7ADA767B-412C-F043-2133-E2DB0031414D}"/>
                          </a:ext>
                        </a:extLst>
                      </p:cNvPr>
                      <p:cNvGrpSpPr/>
                      <p:nvPr/>
                    </p:nvGrpSpPr>
                    <p:grpSpPr>
                      <a:xfrm rot="14400000" flipH="1">
                        <a:off x="6434137" y="3402011"/>
                        <a:ext cx="303213" cy="303213"/>
                        <a:chOff x="5354637" y="3446463"/>
                        <a:chExt cx="214313" cy="214313"/>
                      </a:xfrm>
                    </p:grpSpPr>
                    <p:sp>
                      <p:nvSpPr>
                        <p:cNvPr id="6541" name="Arc 6540">
                          <a:extLst>
                            <a:ext uri="{FF2B5EF4-FFF2-40B4-BE49-F238E27FC236}">
                              <a16:creationId xmlns:a16="http://schemas.microsoft.com/office/drawing/2014/main" id="{D7C99E3C-45D6-46FC-E4FC-F1D7E1C31D7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542" name="Arc 6541">
                          <a:extLst>
                            <a:ext uri="{FF2B5EF4-FFF2-40B4-BE49-F238E27FC236}">
                              <a16:creationId xmlns:a16="http://schemas.microsoft.com/office/drawing/2014/main" id="{E0CBEC86-643C-E859-E9F2-98DEEDDB120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540" name="TextBox 6539">
                        <a:extLst>
                          <a:ext uri="{FF2B5EF4-FFF2-40B4-BE49-F238E27FC236}">
                            <a16:creationId xmlns:a16="http://schemas.microsoft.com/office/drawing/2014/main" id="{FF6BF076-3905-E677-8B05-6BE63482D9D3}"/>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525" name="Group 6524">
                    <a:extLst>
                      <a:ext uri="{FF2B5EF4-FFF2-40B4-BE49-F238E27FC236}">
                        <a16:creationId xmlns:a16="http://schemas.microsoft.com/office/drawing/2014/main" id="{011C2A5E-93D8-FBC8-9B3A-F36D63C1B8A1}"/>
                      </a:ext>
                    </a:extLst>
                  </p:cNvPr>
                  <p:cNvGrpSpPr/>
                  <p:nvPr/>
                </p:nvGrpSpPr>
                <p:grpSpPr>
                  <a:xfrm>
                    <a:off x="6197413" y="3225768"/>
                    <a:ext cx="393192" cy="393192"/>
                    <a:chOff x="6389147" y="3932622"/>
                    <a:chExt cx="393192" cy="393192"/>
                  </a:xfrm>
                </p:grpSpPr>
                <p:grpSp>
                  <p:nvGrpSpPr>
                    <p:cNvPr id="6526" name="Group 6525">
                      <a:extLst>
                        <a:ext uri="{FF2B5EF4-FFF2-40B4-BE49-F238E27FC236}">
                          <a16:creationId xmlns:a16="http://schemas.microsoft.com/office/drawing/2014/main" id="{46DDAFDE-4F6E-3F03-865F-8F7AD0F62753}"/>
                        </a:ext>
                      </a:extLst>
                    </p:cNvPr>
                    <p:cNvGrpSpPr/>
                    <p:nvPr/>
                  </p:nvGrpSpPr>
                  <p:grpSpPr>
                    <a:xfrm flipH="1">
                      <a:off x="6478587" y="4022061"/>
                      <a:ext cx="214313" cy="214313"/>
                      <a:chOff x="5354637" y="3446463"/>
                      <a:chExt cx="214313" cy="214313"/>
                    </a:xfrm>
                  </p:grpSpPr>
                  <p:sp>
                    <p:nvSpPr>
                      <p:cNvPr id="6534" name="Arc 6533">
                        <a:extLst>
                          <a:ext uri="{FF2B5EF4-FFF2-40B4-BE49-F238E27FC236}">
                            <a16:creationId xmlns:a16="http://schemas.microsoft.com/office/drawing/2014/main" id="{539CF2BB-BBFD-46C6-BCF7-66DADB4BDE5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535" name="Arc 6534">
                        <a:extLst>
                          <a:ext uri="{FF2B5EF4-FFF2-40B4-BE49-F238E27FC236}">
                            <a16:creationId xmlns:a16="http://schemas.microsoft.com/office/drawing/2014/main" id="{B414DC8D-1918-E28B-4D5C-EC7771B201B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527" name="Group 6526">
                      <a:extLst>
                        <a:ext uri="{FF2B5EF4-FFF2-40B4-BE49-F238E27FC236}">
                          <a16:creationId xmlns:a16="http://schemas.microsoft.com/office/drawing/2014/main" id="{CA16B5DB-CCDC-4FE8-C40A-B27AD968AC69}"/>
                        </a:ext>
                      </a:extLst>
                    </p:cNvPr>
                    <p:cNvGrpSpPr/>
                    <p:nvPr/>
                  </p:nvGrpSpPr>
                  <p:grpSpPr>
                    <a:xfrm rot="7200000" flipH="1">
                      <a:off x="6434137" y="3977611"/>
                      <a:ext cx="303213" cy="303213"/>
                      <a:chOff x="5354637" y="3446463"/>
                      <a:chExt cx="214313" cy="214313"/>
                    </a:xfrm>
                  </p:grpSpPr>
                  <p:sp>
                    <p:nvSpPr>
                      <p:cNvPr id="6532" name="Arc 6531">
                        <a:extLst>
                          <a:ext uri="{FF2B5EF4-FFF2-40B4-BE49-F238E27FC236}">
                            <a16:creationId xmlns:a16="http://schemas.microsoft.com/office/drawing/2014/main" id="{ACE66AD5-A479-0FC5-A7C9-7876B4B8123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533" name="Arc 6532">
                        <a:extLst>
                          <a:ext uri="{FF2B5EF4-FFF2-40B4-BE49-F238E27FC236}">
                            <a16:creationId xmlns:a16="http://schemas.microsoft.com/office/drawing/2014/main" id="{8771EE91-C071-71A5-4899-F9F3C735DE0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528" name="Group 6527">
                      <a:extLst>
                        <a:ext uri="{FF2B5EF4-FFF2-40B4-BE49-F238E27FC236}">
                          <a16:creationId xmlns:a16="http://schemas.microsoft.com/office/drawing/2014/main" id="{7DDAC4B6-1250-A67D-82E5-15FE96A3F07A}"/>
                        </a:ext>
                      </a:extLst>
                    </p:cNvPr>
                    <p:cNvGrpSpPr/>
                    <p:nvPr/>
                  </p:nvGrpSpPr>
                  <p:grpSpPr>
                    <a:xfrm rot="14400000" flipH="1">
                      <a:off x="6389147" y="3932622"/>
                      <a:ext cx="393192" cy="393192"/>
                      <a:chOff x="5354637" y="3446463"/>
                      <a:chExt cx="214313" cy="214313"/>
                    </a:xfrm>
                  </p:grpSpPr>
                  <p:sp>
                    <p:nvSpPr>
                      <p:cNvPr id="6530" name="Arc 6529">
                        <a:extLst>
                          <a:ext uri="{FF2B5EF4-FFF2-40B4-BE49-F238E27FC236}">
                            <a16:creationId xmlns:a16="http://schemas.microsoft.com/office/drawing/2014/main" id="{DBFDB787-DDFA-C3D6-611F-E3AB786117A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531" name="Arc 6530">
                        <a:extLst>
                          <a:ext uri="{FF2B5EF4-FFF2-40B4-BE49-F238E27FC236}">
                            <a16:creationId xmlns:a16="http://schemas.microsoft.com/office/drawing/2014/main" id="{E979F8E0-FE7A-C802-D4AF-18CA1460DE7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529" name="TextBox 6528">
                      <a:extLst>
                        <a:ext uri="{FF2B5EF4-FFF2-40B4-BE49-F238E27FC236}">
                          <a16:creationId xmlns:a16="http://schemas.microsoft.com/office/drawing/2014/main" id="{8AD8EF01-1975-103E-92FC-67D3AE528236}"/>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6136" name="Group 6135">
              <a:extLst>
                <a:ext uri="{FF2B5EF4-FFF2-40B4-BE49-F238E27FC236}">
                  <a16:creationId xmlns:a16="http://schemas.microsoft.com/office/drawing/2014/main" id="{C17A0B03-6B74-24EC-8660-990A4155849B}"/>
                </a:ext>
              </a:extLst>
            </p:cNvPr>
            <p:cNvGrpSpPr/>
            <p:nvPr/>
          </p:nvGrpSpPr>
          <p:grpSpPr>
            <a:xfrm>
              <a:off x="1677244" y="638235"/>
              <a:ext cx="2263438" cy="2198360"/>
              <a:chOff x="5445106" y="2039507"/>
              <a:chExt cx="2263438" cy="2198360"/>
            </a:xfrm>
          </p:grpSpPr>
          <p:grpSp>
            <p:nvGrpSpPr>
              <p:cNvPr id="6328" name="Group 6327">
                <a:extLst>
                  <a:ext uri="{FF2B5EF4-FFF2-40B4-BE49-F238E27FC236}">
                    <a16:creationId xmlns:a16="http://schemas.microsoft.com/office/drawing/2014/main" id="{75D7038F-0E81-EA1A-D391-415D40BC0FB3}"/>
                  </a:ext>
                </a:extLst>
              </p:cNvPr>
              <p:cNvGrpSpPr/>
              <p:nvPr/>
            </p:nvGrpSpPr>
            <p:grpSpPr>
              <a:xfrm>
                <a:off x="5445106" y="2644743"/>
                <a:ext cx="1643204" cy="1593124"/>
                <a:chOff x="5445106" y="2644743"/>
                <a:chExt cx="1643204" cy="1593124"/>
              </a:xfrm>
            </p:grpSpPr>
            <p:grpSp>
              <p:nvGrpSpPr>
                <p:cNvPr id="6424" name="Group 6423">
                  <a:extLst>
                    <a:ext uri="{FF2B5EF4-FFF2-40B4-BE49-F238E27FC236}">
                      <a16:creationId xmlns:a16="http://schemas.microsoft.com/office/drawing/2014/main" id="{C1053062-8004-1C6E-0A4C-12F7310104AA}"/>
                    </a:ext>
                  </a:extLst>
                </p:cNvPr>
                <p:cNvGrpSpPr/>
                <p:nvPr/>
              </p:nvGrpSpPr>
              <p:grpSpPr>
                <a:xfrm>
                  <a:off x="5445106" y="2644743"/>
                  <a:ext cx="1019224" cy="991639"/>
                  <a:chOff x="5886431" y="3225768"/>
                  <a:chExt cx="1019224" cy="991639"/>
                </a:xfrm>
              </p:grpSpPr>
              <p:grpSp>
                <p:nvGrpSpPr>
                  <p:cNvPr id="6472" name="Group 6471">
                    <a:extLst>
                      <a:ext uri="{FF2B5EF4-FFF2-40B4-BE49-F238E27FC236}">
                        <a16:creationId xmlns:a16="http://schemas.microsoft.com/office/drawing/2014/main" id="{6BD3976B-810A-EF61-6A8D-D414CE562CDD}"/>
                      </a:ext>
                    </a:extLst>
                  </p:cNvPr>
                  <p:cNvGrpSpPr/>
                  <p:nvPr/>
                </p:nvGrpSpPr>
                <p:grpSpPr>
                  <a:xfrm>
                    <a:off x="6197413" y="3824215"/>
                    <a:ext cx="393192" cy="393192"/>
                    <a:chOff x="5265196" y="3357021"/>
                    <a:chExt cx="393192" cy="393192"/>
                  </a:xfrm>
                </p:grpSpPr>
                <p:grpSp>
                  <p:nvGrpSpPr>
                    <p:cNvPr id="6507" name="Group 6506">
                      <a:extLst>
                        <a:ext uri="{FF2B5EF4-FFF2-40B4-BE49-F238E27FC236}">
                          <a16:creationId xmlns:a16="http://schemas.microsoft.com/office/drawing/2014/main" id="{18A94909-42C3-872B-D132-9F725C4DEDA2}"/>
                        </a:ext>
                      </a:extLst>
                    </p:cNvPr>
                    <p:cNvGrpSpPr/>
                    <p:nvPr/>
                  </p:nvGrpSpPr>
                  <p:grpSpPr>
                    <a:xfrm rot="14400000">
                      <a:off x="5265196" y="3357021"/>
                      <a:ext cx="393192" cy="393192"/>
                      <a:chOff x="5354637" y="3446463"/>
                      <a:chExt cx="214313" cy="214313"/>
                    </a:xfrm>
                  </p:grpSpPr>
                  <p:sp>
                    <p:nvSpPr>
                      <p:cNvPr id="6516" name="Arc 6515">
                        <a:extLst>
                          <a:ext uri="{FF2B5EF4-FFF2-40B4-BE49-F238E27FC236}">
                            <a16:creationId xmlns:a16="http://schemas.microsoft.com/office/drawing/2014/main" id="{97C241AC-9A13-768F-93B7-751AB9E019A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517" name="Arc 6516">
                        <a:extLst>
                          <a:ext uri="{FF2B5EF4-FFF2-40B4-BE49-F238E27FC236}">
                            <a16:creationId xmlns:a16="http://schemas.microsoft.com/office/drawing/2014/main" id="{2840C24A-9DA2-F81E-F0A7-1AEF886F825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508" name="Group 6507">
                      <a:extLst>
                        <a:ext uri="{FF2B5EF4-FFF2-40B4-BE49-F238E27FC236}">
                          <a16:creationId xmlns:a16="http://schemas.microsoft.com/office/drawing/2014/main" id="{B6330022-B2F3-2641-C94D-C0805D7A9380}"/>
                        </a:ext>
                      </a:extLst>
                    </p:cNvPr>
                    <p:cNvGrpSpPr/>
                    <p:nvPr/>
                  </p:nvGrpSpPr>
                  <p:grpSpPr>
                    <a:xfrm>
                      <a:off x="5310186" y="3402011"/>
                      <a:ext cx="303213" cy="303213"/>
                      <a:chOff x="5310186" y="3402011"/>
                      <a:chExt cx="303213" cy="303213"/>
                    </a:xfrm>
                  </p:grpSpPr>
                  <p:grpSp>
                    <p:nvGrpSpPr>
                      <p:cNvPr id="6509" name="Group 6508">
                        <a:extLst>
                          <a:ext uri="{FF2B5EF4-FFF2-40B4-BE49-F238E27FC236}">
                            <a16:creationId xmlns:a16="http://schemas.microsoft.com/office/drawing/2014/main" id="{CA23A55D-CC01-DDDF-72CD-03E9E256A740}"/>
                          </a:ext>
                        </a:extLst>
                      </p:cNvPr>
                      <p:cNvGrpSpPr/>
                      <p:nvPr/>
                    </p:nvGrpSpPr>
                    <p:grpSpPr>
                      <a:xfrm>
                        <a:off x="5354636" y="3446461"/>
                        <a:ext cx="214313" cy="214313"/>
                        <a:chOff x="5354637" y="3446463"/>
                        <a:chExt cx="214313" cy="214313"/>
                      </a:xfrm>
                    </p:grpSpPr>
                    <p:sp>
                      <p:nvSpPr>
                        <p:cNvPr id="6514" name="Arc 6513">
                          <a:extLst>
                            <a:ext uri="{FF2B5EF4-FFF2-40B4-BE49-F238E27FC236}">
                              <a16:creationId xmlns:a16="http://schemas.microsoft.com/office/drawing/2014/main" id="{390782C3-AD9A-6BE0-D22F-AE7446077AB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515" name="Arc 6514">
                          <a:extLst>
                            <a:ext uri="{FF2B5EF4-FFF2-40B4-BE49-F238E27FC236}">
                              <a16:creationId xmlns:a16="http://schemas.microsoft.com/office/drawing/2014/main" id="{DB60A38E-797F-87DD-1E49-057CA7C00B6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510" name="Group 6509">
                        <a:extLst>
                          <a:ext uri="{FF2B5EF4-FFF2-40B4-BE49-F238E27FC236}">
                            <a16:creationId xmlns:a16="http://schemas.microsoft.com/office/drawing/2014/main" id="{CFADA909-2DC8-48D1-AD8A-9621136DF2A4}"/>
                          </a:ext>
                        </a:extLst>
                      </p:cNvPr>
                      <p:cNvGrpSpPr/>
                      <p:nvPr/>
                    </p:nvGrpSpPr>
                    <p:grpSpPr>
                      <a:xfrm rot="7200000">
                        <a:off x="5310186" y="3402011"/>
                        <a:ext cx="303213" cy="303213"/>
                        <a:chOff x="5354637" y="3446463"/>
                        <a:chExt cx="214313" cy="214313"/>
                      </a:xfrm>
                    </p:grpSpPr>
                    <p:sp>
                      <p:nvSpPr>
                        <p:cNvPr id="6512" name="Arc 6511">
                          <a:extLst>
                            <a:ext uri="{FF2B5EF4-FFF2-40B4-BE49-F238E27FC236}">
                              <a16:creationId xmlns:a16="http://schemas.microsoft.com/office/drawing/2014/main" id="{6EF91424-BDD6-DE8D-E993-D36348A6B8C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513" name="Arc 6512">
                          <a:extLst>
                            <a:ext uri="{FF2B5EF4-FFF2-40B4-BE49-F238E27FC236}">
                              <a16:creationId xmlns:a16="http://schemas.microsoft.com/office/drawing/2014/main" id="{1856933C-6262-9A5E-2E70-76BC3A618A9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511" name="TextBox 6510">
                        <a:extLst>
                          <a:ext uri="{FF2B5EF4-FFF2-40B4-BE49-F238E27FC236}">
                            <a16:creationId xmlns:a16="http://schemas.microsoft.com/office/drawing/2014/main" id="{B4EFF8E1-324F-9955-709A-9342ED4A3617}"/>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473" name="Group 6472">
                    <a:extLst>
                      <a:ext uri="{FF2B5EF4-FFF2-40B4-BE49-F238E27FC236}">
                        <a16:creationId xmlns:a16="http://schemas.microsoft.com/office/drawing/2014/main" id="{6FF99DCC-37C8-AE12-CAFF-9CB3534C4681}"/>
                      </a:ext>
                    </a:extLst>
                  </p:cNvPr>
                  <p:cNvGrpSpPr/>
                  <p:nvPr/>
                </p:nvGrpSpPr>
                <p:grpSpPr>
                  <a:xfrm>
                    <a:off x="5886431" y="3525040"/>
                    <a:ext cx="393192" cy="393192"/>
                    <a:chOff x="5265196" y="3932619"/>
                    <a:chExt cx="393192" cy="393192"/>
                  </a:xfrm>
                </p:grpSpPr>
                <p:grpSp>
                  <p:nvGrpSpPr>
                    <p:cNvPr id="6497" name="Group 6496">
                      <a:extLst>
                        <a:ext uri="{FF2B5EF4-FFF2-40B4-BE49-F238E27FC236}">
                          <a16:creationId xmlns:a16="http://schemas.microsoft.com/office/drawing/2014/main" id="{32CD0554-BEC2-D220-FC84-DF70CB13A07F}"/>
                        </a:ext>
                      </a:extLst>
                    </p:cNvPr>
                    <p:cNvGrpSpPr/>
                    <p:nvPr/>
                  </p:nvGrpSpPr>
                  <p:grpSpPr>
                    <a:xfrm>
                      <a:off x="5354636" y="4022061"/>
                      <a:ext cx="214313" cy="214313"/>
                      <a:chOff x="5354637" y="3446463"/>
                      <a:chExt cx="214313" cy="214313"/>
                    </a:xfrm>
                  </p:grpSpPr>
                  <p:sp>
                    <p:nvSpPr>
                      <p:cNvPr id="6505" name="Arc 6504">
                        <a:extLst>
                          <a:ext uri="{FF2B5EF4-FFF2-40B4-BE49-F238E27FC236}">
                            <a16:creationId xmlns:a16="http://schemas.microsoft.com/office/drawing/2014/main" id="{ADC74D79-6ED0-E6D8-1612-64B4C9BE613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506" name="Arc 6505">
                        <a:extLst>
                          <a:ext uri="{FF2B5EF4-FFF2-40B4-BE49-F238E27FC236}">
                            <a16:creationId xmlns:a16="http://schemas.microsoft.com/office/drawing/2014/main" id="{C5A9E221-A0A2-12B3-0451-05B34766467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498" name="Group 6497">
                      <a:extLst>
                        <a:ext uri="{FF2B5EF4-FFF2-40B4-BE49-F238E27FC236}">
                          <a16:creationId xmlns:a16="http://schemas.microsoft.com/office/drawing/2014/main" id="{FB57BB92-AC9A-98DF-2F1B-38AC26B8E865}"/>
                        </a:ext>
                      </a:extLst>
                    </p:cNvPr>
                    <p:cNvGrpSpPr/>
                    <p:nvPr/>
                  </p:nvGrpSpPr>
                  <p:grpSpPr>
                    <a:xfrm rot="14400000">
                      <a:off x="5310186" y="3977611"/>
                      <a:ext cx="303213" cy="303213"/>
                      <a:chOff x="5354637" y="3446463"/>
                      <a:chExt cx="214313" cy="214313"/>
                    </a:xfrm>
                  </p:grpSpPr>
                  <p:sp>
                    <p:nvSpPr>
                      <p:cNvPr id="6503" name="Arc 6502">
                        <a:extLst>
                          <a:ext uri="{FF2B5EF4-FFF2-40B4-BE49-F238E27FC236}">
                            <a16:creationId xmlns:a16="http://schemas.microsoft.com/office/drawing/2014/main" id="{B0552FC8-E8FD-E613-AA40-A40DADDC6F5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504" name="Arc 6503">
                        <a:extLst>
                          <a:ext uri="{FF2B5EF4-FFF2-40B4-BE49-F238E27FC236}">
                            <a16:creationId xmlns:a16="http://schemas.microsoft.com/office/drawing/2014/main" id="{2B4FED7A-E2DC-BD2D-CCE5-64F881FBCE3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499" name="Group 6498">
                      <a:extLst>
                        <a:ext uri="{FF2B5EF4-FFF2-40B4-BE49-F238E27FC236}">
                          <a16:creationId xmlns:a16="http://schemas.microsoft.com/office/drawing/2014/main" id="{68683112-A4ED-5CB0-9E87-CD415D13A251}"/>
                        </a:ext>
                      </a:extLst>
                    </p:cNvPr>
                    <p:cNvGrpSpPr/>
                    <p:nvPr/>
                  </p:nvGrpSpPr>
                  <p:grpSpPr>
                    <a:xfrm rot="7200000">
                      <a:off x="5265196" y="3932619"/>
                      <a:ext cx="393192" cy="393192"/>
                      <a:chOff x="5354637" y="3446463"/>
                      <a:chExt cx="214313" cy="214313"/>
                    </a:xfrm>
                  </p:grpSpPr>
                  <p:sp>
                    <p:nvSpPr>
                      <p:cNvPr id="6501" name="Arc 6500">
                        <a:extLst>
                          <a:ext uri="{FF2B5EF4-FFF2-40B4-BE49-F238E27FC236}">
                            <a16:creationId xmlns:a16="http://schemas.microsoft.com/office/drawing/2014/main" id="{467D3D89-A9A7-96BC-C1D5-FABE89E0E52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502" name="Arc 6501">
                        <a:extLst>
                          <a:ext uri="{FF2B5EF4-FFF2-40B4-BE49-F238E27FC236}">
                            <a16:creationId xmlns:a16="http://schemas.microsoft.com/office/drawing/2014/main" id="{C3349BDB-8D06-2FCB-7942-DB99E0E97A6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500" name="TextBox 6499">
                      <a:extLst>
                        <a:ext uri="{FF2B5EF4-FFF2-40B4-BE49-F238E27FC236}">
                          <a16:creationId xmlns:a16="http://schemas.microsoft.com/office/drawing/2014/main" id="{A11F8A30-3E35-7F41-A1D3-990AC4656680}"/>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6474" name="Group 6473">
                    <a:extLst>
                      <a:ext uri="{FF2B5EF4-FFF2-40B4-BE49-F238E27FC236}">
                        <a16:creationId xmlns:a16="http://schemas.microsoft.com/office/drawing/2014/main" id="{1713FC85-89C3-349E-8822-BEC3CCF276DF}"/>
                      </a:ext>
                    </a:extLst>
                  </p:cNvPr>
                  <p:cNvGrpSpPr/>
                  <p:nvPr/>
                </p:nvGrpSpPr>
                <p:grpSpPr>
                  <a:xfrm>
                    <a:off x="6512463" y="3525040"/>
                    <a:ext cx="393192" cy="393192"/>
                    <a:chOff x="6389147" y="3357021"/>
                    <a:chExt cx="393192" cy="393192"/>
                  </a:xfrm>
                </p:grpSpPr>
                <p:grpSp>
                  <p:nvGrpSpPr>
                    <p:cNvPr id="6486" name="Group 6485">
                      <a:extLst>
                        <a:ext uri="{FF2B5EF4-FFF2-40B4-BE49-F238E27FC236}">
                          <a16:creationId xmlns:a16="http://schemas.microsoft.com/office/drawing/2014/main" id="{F7C1473D-E4EE-21E0-A573-B0157DF205A4}"/>
                        </a:ext>
                      </a:extLst>
                    </p:cNvPr>
                    <p:cNvGrpSpPr/>
                    <p:nvPr/>
                  </p:nvGrpSpPr>
                  <p:grpSpPr>
                    <a:xfrm rot="7200000" flipH="1">
                      <a:off x="6389147" y="3357021"/>
                      <a:ext cx="393192" cy="393192"/>
                      <a:chOff x="5354637" y="3446463"/>
                      <a:chExt cx="214313" cy="214313"/>
                    </a:xfrm>
                  </p:grpSpPr>
                  <p:sp>
                    <p:nvSpPr>
                      <p:cNvPr id="6495" name="Arc 6494">
                        <a:extLst>
                          <a:ext uri="{FF2B5EF4-FFF2-40B4-BE49-F238E27FC236}">
                            <a16:creationId xmlns:a16="http://schemas.microsoft.com/office/drawing/2014/main" id="{BA706158-F515-14A8-EF4E-871BF4D6DFA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496" name="Arc 6495">
                        <a:extLst>
                          <a:ext uri="{FF2B5EF4-FFF2-40B4-BE49-F238E27FC236}">
                            <a16:creationId xmlns:a16="http://schemas.microsoft.com/office/drawing/2014/main" id="{E54ECE46-8D3D-51CF-497C-D0150EA10FC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487" name="Group 6486">
                      <a:extLst>
                        <a:ext uri="{FF2B5EF4-FFF2-40B4-BE49-F238E27FC236}">
                          <a16:creationId xmlns:a16="http://schemas.microsoft.com/office/drawing/2014/main" id="{E3DBDA5D-6617-65D8-F339-2F1A13EBBDE8}"/>
                        </a:ext>
                      </a:extLst>
                    </p:cNvPr>
                    <p:cNvGrpSpPr/>
                    <p:nvPr/>
                  </p:nvGrpSpPr>
                  <p:grpSpPr>
                    <a:xfrm>
                      <a:off x="6434137" y="3402011"/>
                      <a:ext cx="303213" cy="303213"/>
                      <a:chOff x="6434137" y="3402011"/>
                      <a:chExt cx="303213" cy="303213"/>
                    </a:xfrm>
                  </p:grpSpPr>
                  <p:grpSp>
                    <p:nvGrpSpPr>
                      <p:cNvPr id="6488" name="Group 6487">
                        <a:extLst>
                          <a:ext uri="{FF2B5EF4-FFF2-40B4-BE49-F238E27FC236}">
                            <a16:creationId xmlns:a16="http://schemas.microsoft.com/office/drawing/2014/main" id="{0C6B56CE-1F46-74FD-8676-C5431CE49C69}"/>
                          </a:ext>
                        </a:extLst>
                      </p:cNvPr>
                      <p:cNvGrpSpPr/>
                      <p:nvPr/>
                    </p:nvGrpSpPr>
                    <p:grpSpPr>
                      <a:xfrm flipH="1">
                        <a:off x="6478587" y="3446461"/>
                        <a:ext cx="214313" cy="214313"/>
                        <a:chOff x="5354637" y="3446463"/>
                        <a:chExt cx="214313" cy="214313"/>
                      </a:xfrm>
                    </p:grpSpPr>
                    <p:sp>
                      <p:nvSpPr>
                        <p:cNvPr id="6493" name="Arc 6492">
                          <a:extLst>
                            <a:ext uri="{FF2B5EF4-FFF2-40B4-BE49-F238E27FC236}">
                              <a16:creationId xmlns:a16="http://schemas.microsoft.com/office/drawing/2014/main" id="{5A7A37D5-145F-3957-3835-D84AE9C87AA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494" name="Arc 6493">
                          <a:extLst>
                            <a:ext uri="{FF2B5EF4-FFF2-40B4-BE49-F238E27FC236}">
                              <a16:creationId xmlns:a16="http://schemas.microsoft.com/office/drawing/2014/main" id="{9DD9A730-8A4D-1EA0-92DB-2CD945778C0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489" name="Group 6488">
                        <a:extLst>
                          <a:ext uri="{FF2B5EF4-FFF2-40B4-BE49-F238E27FC236}">
                            <a16:creationId xmlns:a16="http://schemas.microsoft.com/office/drawing/2014/main" id="{089DB191-FBA3-2E10-1D82-9E8D2C591158}"/>
                          </a:ext>
                        </a:extLst>
                      </p:cNvPr>
                      <p:cNvGrpSpPr/>
                      <p:nvPr/>
                    </p:nvGrpSpPr>
                    <p:grpSpPr>
                      <a:xfrm rot="14400000" flipH="1">
                        <a:off x="6434137" y="3402011"/>
                        <a:ext cx="303213" cy="303213"/>
                        <a:chOff x="5354637" y="3446463"/>
                        <a:chExt cx="214313" cy="214313"/>
                      </a:xfrm>
                    </p:grpSpPr>
                    <p:sp>
                      <p:nvSpPr>
                        <p:cNvPr id="6491" name="Arc 6490">
                          <a:extLst>
                            <a:ext uri="{FF2B5EF4-FFF2-40B4-BE49-F238E27FC236}">
                              <a16:creationId xmlns:a16="http://schemas.microsoft.com/office/drawing/2014/main" id="{FEE92B43-8E05-BF74-3F04-713689365AB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492" name="Arc 6491">
                          <a:extLst>
                            <a:ext uri="{FF2B5EF4-FFF2-40B4-BE49-F238E27FC236}">
                              <a16:creationId xmlns:a16="http://schemas.microsoft.com/office/drawing/2014/main" id="{D4E23505-0A0E-90D2-9BF7-09E94427437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490" name="TextBox 6489">
                        <a:extLst>
                          <a:ext uri="{FF2B5EF4-FFF2-40B4-BE49-F238E27FC236}">
                            <a16:creationId xmlns:a16="http://schemas.microsoft.com/office/drawing/2014/main" id="{E5BDAB35-6818-271B-FA9B-DDCB811C4416}"/>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475" name="Group 6474">
                    <a:extLst>
                      <a:ext uri="{FF2B5EF4-FFF2-40B4-BE49-F238E27FC236}">
                        <a16:creationId xmlns:a16="http://schemas.microsoft.com/office/drawing/2014/main" id="{E705AFF9-FEFC-BB91-97EA-7B92FC15DCFB}"/>
                      </a:ext>
                    </a:extLst>
                  </p:cNvPr>
                  <p:cNvGrpSpPr/>
                  <p:nvPr/>
                </p:nvGrpSpPr>
                <p:grpSpPr>
                  <a:xfrm>
                    <a:off x="6197413" y="3225768"/>
                    <a:ext cx="393192" cy="393192"/>
                    <a:chOff x="6389147" y="3932622"/>
                    <a:chExt cx="393192" cy="393192"/>
                  </a:xfrm>
                </p:grpSpPr>
                <p:grpSp>
                  <p:nvGrpSpPr>
                    <p:cNvPr id="6476" name="Group 6475">
                      <a:extLst>
                        <a:ext uri="{FF2B5EF4-FFF2-40B4-BE49-F238E27FC236}">
                          <a16:creationId xmlns:a16="http://schemas.microsoft.com/office/drawing/2014/main" id="{1F232323-F363-1EC7-DC14-7B0E07FBB6C1}"/>
                        </a:ext>
                      </a:extLst>
                    </p:cNvPr>
                    <p:cNvGrpSpPr/>
                    <p:nvPr/>
                  </p:nvGrpSpPr>
                  <p:grpSpPr>
                    <a:xfrm flipH="1">
                      <a:off x="6478587" y="4022061"/>
                      <a:ext cx="214313" cy="214313"/>
                      <a:chOff x="5354637" y="3446463"/>
                      <a:chExt cx="214313" cy="214313"/>
                    </a:xfrm>
                  </p:grpSpPr>
                  <p:sp>
                    <p:nvSpPr>
                      <p:cNvPr id="6484" name="Arc 6483">
                        <a:extLst>
                          <a:ext uri="{FF2B5EF4-FFF2-40B4-BE49-F238E27FC236}">
                            <a16:creationId xmlns:a16="http://schemas.microsoft.com/office/drawing/2014/main" id="{27DE0676-6C5D-2F1D-9C24-58723551683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485" name="Arc 6484">
                        <a:extLst>
                          <a:ext uri="{FF2B5EF4-FFF2-40B4-BE49-F238E27FC236}">
                            <a16:creationId xmlns:a16="http://schemas.microsoft.com/office/drawing/2014/main" id="{2E42FB02-21FD-7BBD-A715-1B9B61863D5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477" name="Group 6476">
                      <a:extLst>
                        <a:ext uri="{FF2B5EF4-FFF2-40B4-BE49-F238E27FC236}">
                          <a16:creationId xmlns:a16="http://schemas.microsoft.com/office/drawing/2014/main" id="{5798A9E1-44F9-502F-88AD-27102AEADC14}"/>
                        </a:ext>
                      </a:extLst>
                    </p:cNvPr>
                    <p:cNvGrpSpPr/>
                    <p:nvPr/>
                  </p:nvGrpSpPr>
                  <p:grpSpPr>
                    <a:xfrm rot="7200000" flipH="1">
                      <a:off x="6434137" y="3977611"/>
                      <a:ext cx="303213" cy="303213"/>
                      <a:chOff x="5354637" y="3446463"/>
                      <a:chExt cx="214313" cy="214313"/>
                    </a:xfrm>
                  </p:grpSpPr>
                  <p:sp>
                    <p:nvSpPr>
                      <p:cNvPr id="6482" name="Arc 6481">
                        <a:extLst>
                          <a:ext uri="{FF2B5EF4-FFF2-40B4-BE49-F238E27FC236}">
                            <a16:creationId xmlns:a16="http://schemas.microsoft.com/office/drawing/2014/main" id="{40F2A96C-364B-1766-B70F-3976C5D03D2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483" name="Arc 6482">
                        <a:extLst>
                          <a:ext uri="{FF2B5EF4-FFF2-40B4-BE49-F238E27FC236}">
                            <a16:creationId xmlns:a16="http://schemas.microsoft.com/office/drawing/2014/main" id="{0087A11B-1B03-A73C-D89B-9F8132BA92A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478" name="Group 6477">
                      <a:extLst>
                        <a:ext uri="{FF2B5EF4-FFF2-40B4-BE49-F238E27FC236}">
                          <a16:creationId xmlns:a16="http://schemas.microsoft.com/office/drawing/2014/main" id="{D425711B-4502-F2AA-16D7-3188A0672670}"/>
                        </a:ext>
                      </a:extLst>
                    </p:cNvPr>
                    <p:cNvGrpSpPr/>
                    <p:nvPr/>
                  </p:nvGrpSpPr>
                  <p:grpSpPr>
                    <a:xfrm rot="14400000" flipH="1">
                      <a:off x="6389147" y="3932622"/>
                      <a:ext cx="393192" cy="393192"/>
                      <a:chOff x="5354637" y="3446463"/>
                      <a:chExt cx="214313" cy="214313"/>
                    </a:xfrm>
                  </p:grpSpPr>
                  <p:sp>
                    <p:nvSpPr>
                      <p:cNvPr id="6480" name="Arc 6479">
                        <a:extLst>
                          <a:ext uri="{FF2B5EF4-FFF2-40B4-BE49-F238E27FC236}">
                            <a16:creationId xmlns:a16="http://schemas.microsoft.com/office/drawing/2014/main" id="{8DFFE9B6-8D69-2248-BEAE-DE9B911E67E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481" name="Arc 6480">
                        <a:extLst>
                          <a:ext uri="{FF2B5EF4-FFF2-40B4-BE49-F238E27FC236}">
                            <a16:creationId xmlns:a16="http://schemas.microsoft.com/office/drawing/2014/main" id="{E5CAB881-3426-994A-E697-45B2E5FCB34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479" name="TextBox 6478">
                      <a:extLst>
                        <a:ext uri="{FF2B5EF4-FFF2-40B4-BE49-F238E27FC236}">
                          <a16:creationId xmlns:a16="http://schemas.microsoft.com/office/drawing/2014/main" id="{9C69A4E2-A74B-BF12-BA1F-3C738DF8BC20}"/>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425" name="Group 6424">
                  <a:extLst>
                    <a:ext uri="{FF2B5EF4-FFF2-40B4-BE49-F238E27FC236}">
                      <a16:creationId xmlns:a16="http://schemas.microsoft.com/office/drawing/2014/main" id="{731FF219-DC91-53E9-D368-D29D4E6E478A}"/>
                    </a:ext>
                  </a:extLst>
                </p:cNvPr>
                <p:cNvGrpSpPr/>
                <p:nvPr/>
              </p:nvGrpSpPr>
              <p:grpSpPr>
                <a:xfrm>
                  <a:off x="6069086" y="3246228"/>
                  <a:ext cx="1019224" cy="991639"/>
                  <a:chOff x="5886431" y="3225768"/>
                  <a:chExt cx="1019224" cy="991639"/>
                </a:xfrm>
              </p:grpSpPr>
              <p:grpSp>
                <p:nvGrpSpPr>
                  <p:cNvPr id="6426" name="Group 6425">
                    <a:extLst>
                      <a:ext uri="{FF2B5EF4-FFF2-40B4-BE49-F238E27FC236}">
                        <a16:creationId xmlns:a16="http://schemas.microsoft.com/office/drawing/2014/main" id="{F25CE49C-6B0A-CD41-B5C2-B7267A764D51}"/>
                      </a:ext>
                    </a:extLst>
                  </p:cNvPr>
                  <p:cNvGrpSpPr/>
                  <p:nvPr/>
                </p:nvGrpSpPr>
                <p:grpSpPr>
                  <a:xfrm>
                    <a:off x="6197413" y="3824215"/>
                    <a:ext cx="393192" cy="393192"/>
                    <a:chOff x="5265196" y="3357021"/>
                    <a:chExt cx="393192" cy="393192"/>
                  </a:xfrm>
                </p:grpSpPr>
                <p:grpSp>
                  <p:nvGrpSpPr>
                    <p:cNvPr id="6461" name="Group 6460">
                      <a:extLst>
                        <a:ext uri="{FF2B5EF4-FFF2-40B4-BE49-F238E27FC236}">
                          <a16:creationId xmlns:a16="http://schemas.microsoft.com/office/drawing/2014/main" id="{34895902-0B9A-0649-D9AD-7CC73B0273FF}"/>
                        </a:ext>
                      </a:extLst>
                    </p:cNvPr>
                    <p:cNvGrpSpPr/>
                    <p:nvPr/>
                  </p:nvGrpSpPr>
                  <p:grpSpPr>
                    <a:xfrm rot="14400000">
                      <a:off x="5265196" y="3357021"/>
                      <a:ext cx="393192" cy="393192"/>
                      <a:chOff x="5354637" y="3446463"/>
                      <a:chExt cx="214313" cy="214313"/>
                    </a:xfrm>
                  </p:grpSpPr>
                  <p:sp>
                    <p:nvSpPr>
                      <p:cNvPr id="6470" name="Arc 6469">
                        <a:extLst>
                          <a:ext uri="{FF2B5EF4-FFF2-40B4-BE49-F238E27FC236}">
                            <a16:creationId xmlns:a16="http://schemas.microsoft.com/office/drawing/2014/main" id="{2E203D59-8A25-4F41-2DF6-CE468265671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471" name="Arc 6470">
                        <a:extLst>
                          <a:ext uri="{FF2B5EF4-FFF2-40B4-BE49-F238E27FC236}">
                            <a16:creationId xmlns:a16="http://schemas.microsoft.com/office/drawing/2014/main" id="{619E4E11-56BC-B12B-C403-618BFD08A4C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462" name="Group 6461">
                      <a:extLst>
                        <a:ext uri="{FF2B5EF4-FFF2-40B4-BE49-F238E27FC236}">
                          <a16:creationId xmlns:a16="http://schemas.microsoft.com/office/drawing/2014/main" id="{8E4FDFF1-C56A-2263-0B5F-0080AD65AC59}"/>
                        </a:ext>
                      </a:extLst>
                    </p:cNvPr>
                    <p:cNvGrpSpPr/>
                    <p:nvPr/>
                  </p:nvGrpSpPr>
                  <p:grpSpPr>
                    <a:xfrm>
                      <a:off x="5310186" y="3402011"/>
                      <a:ext cx="303213" cy="303213"/>
                      <a:chOff x="5310186" y="3402011"/>
                      <a:chExt cx="303213" cy="303213"/>
                    </a:xfrm>
                  </p:grpSpPr>
                  <p:grpSp>
                    <p:nvGrpSpPr>
                      <p:cNvPr id="6463" name="Group 6462">
                        <a:extLst>
                          <a:ext uri="{FF2B5EF4-FFF2-40B4-BE49-F238E27FC236}">
                            <a16:creationId xmlns:a16="http://schemas.microsoft.com/office/drawing/2014/main" id="{0D08EC8B-9DE9-8120-ECCA-963B100294C6}"/>
                          </a:ext>
                        </a:extLst>
                      </p:cNvPr>
                      <p:cNvGrpSpPr/>
                      <p:nvPr/>
                    </p:nvGrpSpPr>
                    <p:grpSpPr>
                      <a:xfrm>
                        <a:off x="5354636" y="3446461"/>
                        <a:ext cx="214313" cy="214313"/>
                        <a:chOff x="5354637" y="3446463"/>
                        <a:chExt cx="214313" cy="214313"/>
                      </a:xfrm>
                    </p:grpSpPr>
                    <p:sp>
                      <p:nvSpPr>
                        <p:cNvPr id="6468" name="Arc 6467">
                          <a:extLst>
                            <a:ext uri="{FF2B5EF4-FFF2-40B4-BE49-F238E27FC236}">
                              <a16:creationId xmlns:a16="http://schemas.microsoft.com/office/drawing/2014/main" id="{CB3356C2-FE01-5413-8B72-B5459A693D8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469" name="Arc 6468">
                          <a:extLst>
                            <a:ext uri="{FF2B5EF4-FFF2-40B4-BE49-F238E27FC236}">
                              <a16:creationId xmlns:a16="http://schemas.microsoft.com/office/drawing/2014/main" id="{A30D36DB-3505-F6EF-7410-F6D59E852F7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464" name="Group 6463">
                        <a:extLst>
                          <a:ext uri="{FF2B5EF4-FFF2-40B4-BE49-F238E27FC236}">
                            <a16:creationId xmlns:a16="http://schemas.microsoft.com/office/drawing/2014/main" id="{5C673CFA-29A4-3527-AAD8-B0C515435E4F}"/>
                          </a:ext>
                        </a:extLst>
                      </p:cNvPr>
                      <p:cNvGrpSpPr/>
                      <p:nvPr/>
                    </p:nvGrpSpPr>
                    <p:grpSpPr>
                      <a:xfrm rot="7200000">
                        <a:off x="5310186" y="3402011"/>
                        <a:ext cx="303213" cy="303213"/>
                        <a:chOff x="5354637" y="3446463"/>
                        <a:chExt cx="214313" cy="214313"/>
                      </a:xfrm>
                    </p:grpSpPr>
                    <p:sp>
                      <p:nvSpPr>
                        <p:cNvPr id="6466" name="Arc 6465">
                          <a:extLst>
                            <a:ext uri="{FF2B5EF4-FFF2-40B4-BE49-F238E27FC236}">
                              <a16:creationId xmlns:a16="http://schemas.microsoft.com/office/drawing/2014/main" id="{FEC52A63-5D09-68C0-C429-9C6D3F85696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467" name="Arc 6466">
                          <a:extLst>
                            <a:ext uri="{FF2B5EF4-FFF2-40B4-BE49-F238E27FC236}">
                              <a16:creationId xmlns:a16="http://schemas.microsoft.com/office/drawing/2014/main" id="{7F187F8E-C2FF-64B6-D059-A1D10E04BA0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465" name="TextBox 6464">
                        <a:extLst>
                          <a:ext uri="{FF2B5EF4-FFF2-40B4-BE49-F238E27FC236}">
                            <a16:creationId xmlns:a16="http://schemas.microsoft.com/office/drawing/2014/main" id="{C2446CD5-8AC9-32A1-485E-BEA2237BE170}"/>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427" name="Group 6426">
                    <a:extLst>
                      <a:ext uri="{FF2B5EF4-FFF2-40B4-BE49-F238E27FC236}">
                        <a16:creationId xmlns:a16="http://schemas.microsoft.com/office/drawing/2014/main" id="{F5E7CB20-554D-7EF4-9CEE-F184AA5E43E0}"/>
                      </a:ext>
                    </a:extLst>
                  </p:cNvPr>
                  <p:cNvGrpSpPr/>
                  <p:nvPr/>
                </p:nvGrpSpPr>
                <p:grpSpPr>
                  <a:xfrm>
                    <a:off x="5886431" y="3525040"/>
                    <a:ext cx="393192" cy="393192"/>
                    <a:chOff x="5265196" y="3932619"/>
                    <a:chExt cx="393192" cy="393192"/>
                  </a:xfrm>
                </p:grpSpPr>
                <p:grpSp>
                  <p:nvGrpSpPr>
                    <p:cNvPr id="6451" name="Group 6450">
                      <a:extLst>
                        <a:ext uri="{FF2B5EF4-FFF2-40B4-BE49-F238E27FC236}">
                          <a16:creationId xmlns:a16="http://schemas.microsoft.com/office/drawing/2014/main" id="{C3AE259E-690C-F818-A319-CC04C03DE2B7}"/>
                        </a:ext>
                      </a:extLst>
                    </p:cNvPr>
                    <p:cNvGrpSpPr/>
                    <p:nvPr/>
                  </p:nvGrpSpPr>
                  <p:grpSpPr>
                    <a:xfrm>
                      <a:off x="5354636" y="4022061"/>
                      <a:ext cx="214313" cy="214313"/>
                      <a:chOff x="5354637" y="3446463"/>
                      <a:chExt cx="214313" cy="214313"/>
                    </a:xfrm>
                  </p:grpSpPr>
                  <p:sp>
                    <p:nvSpPr>
                      <p:cNvPr id="6459" name="Arc 6458">
                        <a:extLst>
                          <a:ext uri="{FF2B5EF4-FFF2-40B4-BE49-F238E27FC236}">
                            <a16:creationId xmlns:a16="http://schemas.microsoft.com/office/drawing/2014/main" id="{42102C2E-17AA-DA6E-5C7C-49DE845E322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460" name="Arc 6459">
                        <a:extLst>
                          <a:ext uri="{FF2B5EF4-FFF2-40B4-BE49-F238E27FC236}">
                            <a16:creationId xmlns:a16="http://schemas.microsoft.com/office/drawing/2014/main" id="{E44DF522-37CF-4917-45E0-BBBA29D6BC1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452" name="Group 6451">
                      <a:extLst>
                        <a:ext uri="{FF2B5EF4-FFF2-40B4-BE49-F238E27FC236}">
                          <a16:creationId xmlns:a16="http://schemas.microsoft.com/office/drawing/2014/main" id="{100A23B4-BF8B-5562-D311-C88ACB1413BB}"/>
                        </a:ext>
                      </a:extLst>
                    </p:cNvPr>
                    <p:cNvGrpSpPr/>
                    <p:nvPr/>
                  </p:nvGrpSpPr>
                  <p:grpSpPr>
                    <a:xfrm rot="14400000">
                      <a:off x="5310186" y="3977611"/>
                      <a:ext cx="303213" cy="303213"/>
                      <a:chOff x="5354637" y="3446463"/>
                      <a:chExt cx="214313" cy="214313"/>
                    </a:xfrm>
                  </p:grpSpPr>
                  <p:sp>
                    <p:nvSpPr>
                      <p:cNvPr id="6457" name="Arc 6456">
                        <a:extLst>
                          <a:ext uri="{FF2B5EF4-FFF2-40B4-BE49-F238E27FC236}">
                            <a16:creationId xmlns:a16="http://schemas.microsoft.com/office/drawing/2014/main" id="{4BE67E8F-6599-B600-8DF0-934C7B1B74A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458" name="Arc 6457">
                        <a:extLst>
                          <a:ext uri="{FF2B5EF4-FFF2-40B4-BE49-F238E27FC236}">
                            <a16:creationId xmlns:a16="http://schemas.microsoft.com/office/drawing/2014/main" id="{6F3D3A0F-B041-682B-AE9E-1F2CA1C71DF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453" name="Group 6452">
                      <a:extLst>
                        <a:ext uri="{FF2B5EF4-FFF2-40B4-BE49-F238E27FC236}">
                          <a16:creationId xmlns:a16="http://schemas.microsoft.com/office/drawing/2014/main" id="{C0CCE0D6-7E93-0315-E41D-679F3C2A8526}"/>
                        </a:ext>
                      </a:extLst>
                    </p:cNvPr>
                    <p:cNvGrpSpPr/>
                    <p:nvPr/>
                  </p:nvGrpSpPr>
                  <p:grpSpPr>
                    <a:xfrm rot="7200000">
                      <a:off x="5265196" y="3932619"/>
                      <a:ext cx="393192" cy="393192"/>
                      <a:chOff x="5354637" y="3446463"/>
                      <a:chExt cx="214313" cy="214313"/>
                    </a:xfrm>
                  </p:grpSpPr>
                  <p:sp>
                    <p:nvSpPr>
                      <p:cNvPr id="6455" name="Arc 6454">
                        <a:extLst>
                          <a:ext uri="{FF2B5EF4-FFF2-40B4-BE49-F238E27FC236}">
                            <a16:creationId xmlns:a16="http://schemas.microsoft.com/office/drawing/2014/main" id="{04B6D074-EE0F-206C-AA23-6583339C2DF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456" name="Arc 6455">
                        <a:extLst>
                          <a:ext uri="{FF2B5EF4-FFF2-40B4-BE49-F238E27FC236}">
                            <a16:creationId xmlns:a16="http://schemas.microsoft.com/office/drawing/2014/main" id="{19815240-238C-CCAD-13B0-922FED94C1F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454" name="TextBox 6453">
                      <a:extLst>
                        <a:ext uri="{FF2B5EF4-FFF2-40B4-BE49-F238E27FC236}">
                          <a16:creationId xmlns:a16="http://schemas.microsoft.com/office/drawing/2014/main" id="{884A2010-4499-C4F7-29D4-567BB7BA3908}"/>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6428" name="Group 6427">
                    <a:extLst>
                      <a:ext uri="{FF2B5EF4-FFF2-40B4-BE49-F238E27FC236}">
                        <a16:creationId xmlns:a16="http://schemas.microsoft.com/office/drawing/2014/main" id="{F17A815F-AC18-EBD8-C54D-A7BEE7D12C87}"/>
                      </a:ext>
                    </a:extLst>
                  </p:cNvPr>
                  <p:cNvGrpSpPr/>
                  <p:nvPr/>
                </p:nvGrpSpPr>
                <p:grpSpPr>
                  <a:xfrm>
                    <a:off x="6512463" y="3525040"/>
                    <a:ext cx="393192" cy="393192"/>
                    <a:chOff x="6389147" y="3357021"/>
                    <a:chExt cx="393192" cy="393192"/>
                  </a:xfrm>
                </p:grpSpPr>
                <p:grpSp>
                  <p:nvGrpSpPr>
                    <p:cNvPr id="6440" name="Group 6439">
                      <a:extLst>
                        <a:ext uri="{FF2B5EF4-FFF2-40B4-BE49-F238E27FC236}">
                          <a16:creationId xmlns:a16="http://schemas.microsoft.com/office/drawing/2014/main" id="{49784BDA-19F8-087D-9162-F3AA9BB1A9EE}"/>
                        </a:ext>
                      </a:extLst>
                    </p:cNvPr>
                    <p:cNvGrpSpPr/>
                    <p:nvPr/>
                  </p:nvGrpSpPr>
                  <p:grpSpPr>
                    <a:xfrm rot="7200000" flipH="1">
                      <a:off x="6389147" y="3357021"/>
                      <a:ext cx="393192" cy="393192"/>
                      <a:chOff x="5354637" y="3446463"/>
                      <a:chExt cx="214313" cy="214313"/>
                    </a:xfrm>
                  </p:grpSpPr>
                  <p:sp>
                    <p:nvSpPr>
                      <p:cNvPr id="6449" name="Arc 6448">
                        <a:extLst>
                          <a:ext uri="{FF2B5EF4-FFF2-40B4-BE49-F238E27FC236}">
                            <a16:creationId xmlns:a16="http://schemas.microsoft.com/office/drawing/2014/main" id="{D6948373-7EF8-4C47-D4CB-2A89E530C95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450" name="Arc 6449">
                        <a:extLst>
                          <a:ext uri="{FF2B5EF4-FFF2-40B4-BE49-F238E27FC236}">
                            <a16:creationId xmlns:a16="http://schemas.microsoft.com/office/drawing/2014/main" id="{F4871628-530D-8173-D053-C3C987B7E96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441" name="Group 6440">
                      <a:extLst>
                        <a:ext uri="{FF2B5EF4-FFF2-40B4-BE49-F238E27FC236}">
                          <a16:creationId xmlns:a16="http://schemas.microsoft.com/office/drawing/2014/main" id="{1224232F-C485-4059-C89A-999733279B93}"/>
                        </a:ext>
                      </a:extLst>
                    </p:cNvPr>
                    <p:cNvGrpSpPr/>
                    <p:nvPr/>
                  </p:nvGrpSpPr>
                  <p:grpSpPr>
                    <a:xfrm>
                      <a:off x="6434137" y="3402011"/>
                      <a:ext cx="303213" cy="303213"/>
                      <a:chOff x="6434137" y="3402011"/>
                      <a:chExt cx="303213" cy="303213"/>
                    </a:xfrm>
                  </p:grpSpPr>
                  <p:grpSp>
                    <p:nvGrpSpPr>
                      <p:cNvPr id="6442" name="Group 6441">
                        <a:extLst>
                          <a:ext uri="{FF2B5EF4-FFF2-40B4-BE49-F238E27FC236}">
                            <a16:creationId xmlns:a16="http://schemas.microsoft.com/office/drawing/2014/main" id="{6C16B2B9-FA83-8185-F7E9-D5CC46B074B5}"/>
                          </a:ext>
                        </a:extLst>
                      </p:cNvPr>
                      <p:cNvGrpSpPr/>
                      <p:nvPr/>
                    </p:nvGrpSpPr>
                    <p:grpSpPr>
                      <a:xfrm flipH="1">
                        <a:off x="6478587" y="3446461"/>
                        <a:ext cx="214313" cy="214313"/>
                        <a:chOff x="5354637" y="3446463"/>
                        <a:chExt cx="214313" cy="214313"/>
                      </a:xfrm>
                    </p:grpSpPr>
                    <p:sp>
                      <p:nvSpPr>
                        <p:cNvPr id="6447" name="Arc 6446">
                          <a:extLst>
                            <a:ext uri="{FF2B5EF4-FFF2-40B4-BE49-F238E27FC236}">
                              <a16:creationId xmlns:a16="http://schemas.microsoft.com/office/drawing/2014/main" id="{CA17B605-A09B-A5E6-BCF4-FEDBF19A8DF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448" name="Arc 6447">
                          <a:extLst>
                            <a:ext uri="{FF2B5EF4-FFF2-40B4-BE49-F238E27FC236}">
                              <a16:creationId xmlns:a16="http://schemas.microsoft.com/office/drawing/2014/main" id="{BDAA0493-2F53-1C33-0A95-31D9B6F10A3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443" name="Group 6442">
                        <a:extLst>
                          <a:ext uri="{FF2B5EF4-FFF2-40B4-BE49-F238E27FC236}">
                            <a16:creationId xmlns:a16="http://schemas.microsoft.com/office/drawing/2014/main" id="{F9B85144-9FCA-FC8B-C84F-2926B0CC22E0}"/>
                          </a:ext>
                        </a:extLst>
                      </p:cNvPr>
                      <p:cNvGrpSpPr/>
                      <p:nvPr/>
                    </p:nvGrpSpPr>
                    <p:grpSpPr>
                      <a:xfrm rot="14400000" flipH="1">
                        <a:off x="6434137" y="3402011"/>
                        <a:ext cx="303213" cy="303213"/>
                        <a:chOff x="5354637" y="3446463"/>
                        <a:chExt cx="214313" cy="214313"/>
                      </a:xfrm>
                    </p:grpSpPr>
                    <p:sp>
                      <p:nvSpPr>
                        <p:cNvPr id="6445" name="Arc 6444">
                          <a:extLst>
                            <a:ext uri="{FF2B5EF4-FFF2-40B4-BE49-F238E27FC236}">
                              <a16:creationId xmlns:a16="http://schemas.microsoft.com/office/drawing/2014/main" id="{56C9E9AE-122C-0237-009C-4C6BB1583DA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446" name="Arc 6445">
                          <a:extLst>
                            <a:ext uri="{FF2B5EF4-FFF2-40B4-BE49-F238E27FC236}">
                              <a16:creationId xmlns:a16="http://schemas.microsoft.com/office/drawing/2014/main" id="{9371DEEB-79C4-EF09-35D8-60633A2D937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444" name="TextBox 6443">
                        <a:extLst>
                          <a:ext uri="{FF2B5EF4-FFF2-40B4-BE49-F238E27FC236}">
                            <a16:creationId xmlns:a16="http://schemas.microsoft.com/office/drawing/2014/main" id="{D42C447C-89E5-3E21-A925-2A9EB4466ED5}"/>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429" name="Group 6428">
                    <a:extLst>
                      <a:ext uri="{FF2B5EF4-FFF2-40B4-BE49-F238E27FC236}">
                        <a16:creationId xmlns:a16="http://schemas.microsoft.com/office/drawing/2014/main" id="{972FCF56-A1EA-F7CA-F3FD-A96A068420D9}"/>
                      </a:ext>
                    </a:extLst>
                  </p:cNvPr>
                  <p:cNvGrpSpPr/>
                  <p:nvPr/>
                </p:nvGrpSpPr>
                <p:grpSpPr>
                  <a:xfrm>
                    <a:off x="6197413" y="3225768"/>
                    <a:ext cx="393192" cy="393192"/>
                    <a:chOff x="6389147" y="3932622"/>
                    <a:chExt cx="393192" cy="393192"/>
                  </a:xfrm>
                </p:grpSpPr>
                <p:grpSp>
                  <p:nvGrpSpPr>
                    <p:cNvPr id="6430" name="Group 6429">
                      <a:extLst>
                        <a:ext uri="{FF2B5EF4-FFF2-40B4-BE49-F238E27FC236}">
                          <a16:creationId xmlns:a16="http://schemas.microsoft.com/office/drawing/2014/main" id="{6F5F4C1F-2A5E-20F5-74B3-0B7636E07B5F}"/>
                        </a:ext>
                      </a:extLst>
                    </p:cNvPr>
                    <p:cNvGrpSpPr/>
                    <p:nvPr/>
                  </p:nvGrpSpPr>
                  <p:grpSpPr>
                    <a:xfrm flipH="1">
                      <a:off x="6478587" y="4022061"/>
                      <a:ext cx="214313" cy="214313"/>
                      <a:chOff x="5354637" y="3446463"/>
                      <a:chExt cx="214313" cy="214313"/>
                    </a:xfrm>
                  </p:grpSpPr>
                  <p:sp>
                    <p:nvSpPr>
                      <p:cNvPr id="6438" name="Arc 6437">
                        <a:extLst>
                          <a:ext uri="{FF2B5EF4-FFF2-40B4-BE49-F238E27FC236}">
                            <a16:creationId xmlns:a16="http://schemas.microsoft.com/office/drawing/2014/main" id="{38EF682A-8EAB-9C55-3501-5BD6E8BA250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439" name="Arc 6438">
                        <a:extLst>
                          <a:ext uri="{FF2B5EF4-FFF2-40B4-BE49-F238E27FC236}">
                            <a16:creationId xmlns:a16="http://schemas.microsoft.com/office/drawing/2014/main" id="{472592C4-4D23-6D8C-A392-A5A8CBA1385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431" name="Group 6430">
                      <a:extLst>
                        <a:ext uri="{FF2B5EF4-FFF2-40B4-BE49-F238E27FC236}">
                          <a16:creationId xmlns:a16="http://schemas.microsoft.com/office/drawing/2014/main" id="{0C211D33-4829-0747-8A66-C2EA155B88DF}"/>
                        </a:ext>
                      </a:extLst>
                    </p:cNvPr>
                    <p:cNvGrpSpPr/>
                    <p:nvPr/>
                  </p:nvGrpSpPr>
                  <p:grpSpPr>
                    <a:xfrm rot="7200000" flipH="1">
                      <a:off x="6434137" y="3977611"/>
                      <a:ext cx="303213" cy="303213"/>
                      <a:chOff x="5354637" y="3446463"/>
                      <a:chExt cx="214313" cy="214313"/>
                    </a:xfrm>
                  </p:grpSpPr>
                  <p:sp>
                    <p:nvSpPr>
                      <p:cNvPr id="6436" name="Arc 6435">
                        <a:extLst>
                          <a:ext uri="{FF2B5EF4-FFF2-40B4-BE49-F238E27FC236}">
                            <a16:creationId xmlns:a16="http://schemas.microsoft.com/office/drawing/2014/main" id="{EC48FDDA-FB1E-162A-E95D-CD3BB9B3F89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437" name="Arc 6436">
                        <a:extLst>
                          <a:ext uri="{FF2B5EF4-FFF2-40B4-BE49-F238E27FC236}">
                            <a16:creationId xmlns:a16="http://schemas.microsoft.com/office/drawing/2014/main" id="{97701F94-C05F-FBBA-54E9-E40F2AA50E2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432" name="Group 6431">
                      <a:extLst>
                        <a:ext uri="{FF2B5EF4-FFF2-40B4-BE49-F238E27FC236}">
                          <a16:creationId xmlns:a16="http://schemas.microsoft.com/office/drawing/2014/main" id="{95B0FBD0-7128-DC9A-95BD-2BABD13965BB}"/>
                        </a:ext>
                      </a:extLst>
                    </p:cNvPr>
                    <p:cNvGrpSpPr/>
                    <p:nvPr/>
                  </p:nvGrpSpPr>
                  <p:grpSpPr>
                    <a:xfrm rot="14400000" flipH="1">
                      <a:off x="6389147" y="3932622"/>
                      <a:ext cx="393192" cy="393192"/>
                      <a:chOff x="5354637" y="3446463"/>
                      <a:chExt cx="214313" cy="214313"/>
                    </a:xfrm>
                  </p:grpSpPr>
                  <p:sp>
                    <p:nvSpPr>
                      <p:cNvPr id="6434" name="Arc 6433">
                        <a:extLst>
                          <a:ext uri="{FF2B5EF4-FFF2-40B4-BE49-F238E27FC236}">
                            <a16:creationId xmlns:a16="http://schemas.microsoft.com/office/drawing/2014/main" id="{AA0C8E09-7903-F258-29B2-D40B1214726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435" name="Arc 6434">
                        <a:extLst>
                          <a:ext uri="{FF2B5EF4-FFF2-40B4-BE49-F238E27FC236}">
                            <a16:creationId xmlns:a16="http://schemas.microsoft.com/office/drawing/2014/main" id="{A7ED5C0F-B622-D0CF-7E00-BABCD2AF90A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433" name="TextBox 6432">
                      <a:extLst>
                        <a:ext uri="{FF2B5EF4-FFF2-40B4-BE49-F238E27FC236}">
                          <a16:creationId xmlns:a16="http://schemas.microsoft.com/office/drawing/2014/main" id="{DF298574-2599-D95F-D575-6A17E66C06C4}"/>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6329" name="Group 6328">
                <a:extLst>
                  <a:ext uri="{FF2B5EF4-FFF2-40B4-BE49-F238E27FC236}">
                    <a16:creationId xmlns:a16="http://schemas.microsoft.com/office/drawing/2014/main" id="{33E9D6FF-DC1C-720D-8C9A-0A40AA55436E}"/>
                  </a:ext>
                </a:extLst>
              </p:cNvPr>
              <p:cNvGrpSpPr/>
              <p:nvPr/>
            </p:nvGrpSpPr>
            <p:grpSpPr>
              <a:xfrm>
                <a:off x="6065340" y="2039507"/>
                <a:ext cx="1643204" cy="1593124"/>
                <a:chOff x="5445106" y="2644743"/>
                <a:chExt cx="1643204" cy="1593124"/>
              </a:xfrm>
            </p:grpSpPr>
            <p:grpSp>
              <p:nvGrpSpPr>
                <p:cNvPr id="6330" name="Group 6329">
                  <a:extLst>
                    <a:ext uri="{FF2B5EF4-FFF2-40B4-BE49-F238E27FC236}">
                      <a16:creationId xmlns:a16="http://schemas.microsoft.com/office/drawing/2014/main" id="{65546D36-0074-D469-3723-21CF083B098D}"/>
                    </a:ext>
                  </a:extLst>
                </p:cNvPr>
                <p:cNvGrpSpPr/>
                <p:nvPr/>
              </p:nvGrpSpPr>
              <p:grpSpPr>
                <a:xfrm>
                  <a:off x="5445106" y="2644743"/>
                  <a:ext cx="1019224" cy="991639"/>
                  <a:chOff x="5886431" y="3225768"/>
                  <a:chExt cx="1019224" cy="991639"/>
                </a:xfrm>
              </p:grpSpPr>
              <p:grpSp>
                <p:nvGrpSpPr>
                  <p:cNvPr id="6378" name="Group 6377">
                    <a:extLst>
                      <a:ext uri="{FF2B5EF4-FFF2-40B4-BE49-F238E27FC236}">
                        <a16:creationId xmlns:a16="http://schemas.microsoft.com/office/drawing/2014/main" id="{214DBD10-3AAA-C0A7-E8D6-FB162326062A}"/>
                      </a:ext>
                    </a:extLst>
                  </p:cNvPr>
                  <p:cNvGrpSpPr/>
                  <p:nvPr/>
                </p:nvGrpSpPr>
                <p:grpSpPr>
                  <a:xfrm>
                    <a:off x="6197413" y="3824215"/>
                    <a:ext cx="393192" cy="393192"/>
                    <a:chOff x="5265196" y="3357021"/>
                    <a:chExt cx="393192" cy="393192"/>
                  </a:xfrm>
                </p:grpSpPr>
                <p:grpSp>
                  <p:nvGrpSpPr>
                    <p:cNvPr id="6413" name="Group 6412">
                      <a:extLst>
                        <a:ext uri="{FF2B5EF4-FFF2-40B4-BE49-F238E27FC236}">
                          <a16:creationId xmlns:a16="http://schemas.microsoft.com/office/drawing/2014/main" id="{13A9134F-68B8-9B23-75C5-F80C90972575}"/>
                        </a:ext>
                      </a:extLst>
                    </p:cNvPr>
                    <p:cNvGrpSpPr/>
                    <p:nvPr/>
                  </p:nvGrpSpPr>
                  <p:grpSpPr>
                    <a:xfrm rot="14400000">
                      <a:off x="5265196" y="3357021"/>
                      <a:ext cx="393192" cy="393192"/>
                      <a:chOff x="5354637" y="3446463"/>
                      <a:chExt cx="214313" cy="214313"/>
                    </a:xfrm>
                  </p:grpSpPr>
                  <p:sp>
                    <p:nvSpPr>
                      <p:cNvPr id="6422" name="Arc 6421">
                        <a:extLst>
                          <a:ext uri="{FF2B5EF4-FFF2-40B4-BE49-F238E27FC236}">
                            <a16:creationId xmlns:a16="http://schemas.microsoft.com/office/drawing/2014/main" id="{E8F3BCD1-8902-4C49-BB84-701C5983AAF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423" name="Arc 6422">
                        <a:extLst>
                          <a:ext uri="{FF2B5EF4-FFF2-40B4-BE49-F238E27FC236}">
                            <a16:creationId xmlns:a16="http://schemas.microsoft.com/office/drawing/2014/main" id="{C02FA278-3329-BA2E-0F9D-E157D6A046C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414" name="Group 6413">
                      <a:extLst>
                        <a:ext uri="{FF2B5EF4-FFF2-40B4-BE49-F238E27FC236}">
                          <a16:creationId xmlns:a16="http://schemas.microsoft.com/office/drawing/2014/main" id="{65A8C7D9-A571-0D77-0DD2-C9F4EF0692DE}"/>
                        </a:ext>
                      </a:extLst>
                    </p:cNvPr>
                    <p:cNvGrpSpPr/>
                    <p:nvPr/>
                  </p:nvGrpSpPr>
                  <p:grpSpPr>
                    <a:xfrm>
                      <a:off x="5310186" y="3402011"/>
                      <a:ext cx="303213" cy="303213"/>
                      <a:chOff x="5310186" y="3402011"/>
                      <a:chExt cx="303213" cy="303213"/>
                    </a:xfrm>
                  </p:grpSpPr>
                  <p:grpSp>
                    <p:nvGrpSpPr>
                      <p:cNvPr id="6415" name="Group 6414">
                        <a:extLst>
                          <a:ext uri="{FF2B5EF4-FFF2-40B4-BE49-F238E27FC236}">
                            <a16:creationId xmlns:a16="http://schemas.microsoft.com/office/drawing/2014/main" id="{2792F6C5-A9FB-AF70-B087-4B2FD396B393}"/>
                          </a:ext>
                        </a:extLst>
                      </p:cNvPr>
                      <p:cNvGrpSpPr/>
                      <p:nvPr/>
                    </p:nvGrpSpPr>
                    <p:grpSpPr>
                      <a:xfrm>
                        <a:off x="5354636" y="3446461"/>
                        <a:ext cx="214313" cy="214313"/>
                        <a:chOff x="5354637" y="3446463"/>
                        <a:chExt cx="214313" cy="214313"/>
                      </a:xfrm>
                    </p:grpSpPr>
                    <p:sp>
                      <p:nvSpPr>
                        <p:cNvPr id="6420" name="Arc 6419">
                          <a:extLst>
                            <a:ext uri="{FF2B5EF4-FFF2-40B4-BE49-F238E27FC236}">
                              <a16:creationId xmlns:a16="http://schemas.microsoft.com/office/drawing/2014/main" id="{B070FAD2-2392-1259-4D07-0BDE9C8308A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421" name="Arc 6420">
                          <a:extLst>
                            <a:ext uri="{FF2B5EF4-FFF2-40B4-BE49-F238E27FC236}">
                              <a16:creationId xmlns:a16="http://schemas.microsoft.com/office/drawing/2014/main" id="{137F041F-2E55-5C1E-0B2E-A9CD68C5DB1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416" name="Group 6415">
                        <a:extLst>
                          <a:ext uri="{FF2B5EF4-FFF2-40B4-BE49-F238E27FC236}">
                            <a16:creationId xmlns:a16="http://schemas.microsoft.com/office/drawing/2014/main" id="{7253837E-5B3F-68D0-B471-15A03531BAA8}"/>
                          </a:ext>
                        </a:extLst>
                      </p:cNvPr>
                      <p:cNvGrpSpPr/>
                      <p:nvPr/>
                    </p:nvGrpSpPr>
                    <p:grpSpPr>
                      <a:xfrm rot="7200000">
                        <a:off x="5310186" y="3402011"/>
                        <a:ext cx="303213" cy="303213"/>
                        <a:chOff x="5354637" y="3446463"/>
                        <a:chExt cx="214313" cy="214313"/>
                      </a:xfrm>
                    </p:grpSpPr>
                    <p:sp>
                      <p:nvSpPr>
                        <p:cNvPr id="6418" name="Arc 6417">
                          <a:extLst>
                            <a:ext uri="{FF2B5EF4-FFF2-40B4-BE49-F238E27FC236}">
                              <a16:creationId xmlns:a16="http://schemas.microsoft.com/office/drawing/2014/main" id="{F0AE713A-0B8E-01C3-6685-A6200A68BBE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419" name="Arc 6418">
                          <a:extLst>
                            <a:ext uri="{FF2B5EF4-FFF2-40B4-BE49-F238E27FC236}">
                              <a16:creationId xmlns:a16="http://schemas.microsoft.com/office/drawing/2014/main" id="{2BC77BF6-C12A-0FDD-54BC-D29B228BE28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417" name="TextBox 6416">
                        <a:extLst>
                          <a:ext uri="{FF2B5EF4-FFF2-40B4-BE49-F238E27FC236}">
                            <a16:creationId xmlns:a16="http://schemas.microsoft.com/office/drawing/2014/main" id="{25398CDA-4826-DBB6-6801-8DF0EA4353B1}"/>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379" name="Group 6378">
                    <a:extLst>
                      <a:ext uri="{FF2B5EF4-FFF2-40B4-BE49-F238E27FC236}">
                        <a16:creationId xmlns:a16="http://schemas.microsoft.com/office/drawing/2014/main" id="{7B1301BC-9F3B-715E-35D0-BCD33F9B820A}"/>
                      </a:ext>
                    </a:extLst>
                  </p:cNvPr>
                  <p:cNvGrpSpPr/>
                  <p:nvPr/>
                </p:nvGrpSpPr>
                <p:grpSpPr>
                  <a:xfrm>
                    <a:off x="5886431" y="3525040"/>
                    <a:ext cx="393192" cy="393192"/>
                    <a:chOff x="5265196" y="3932619"/>
                    <a:chExt cx="393192" cy="393192"/>
                  </a:xfrm>
                </p:grpSpPr>
                <p:grpSp>
                  <p:nvGrpSpPr>
                    <p:cNvPr id="6403" name="Group 6402">
                      <a:extLst>
                        <a:ext uri="{FF2B5EF4-FFF2-40B4-BE49-F238E27FC236}">
                          <a16:creationId xmlns:a16="http://schemas.microsoft.com/office/drawing/2014/main" id="{93AA7B27-F7C1-9F28-8B28-0D44A96F0A0F}"/>
                        </a:ext>
                      </a:extLst>
                    </p:cNvPr>
                    <p:cNvGrpSpPr/>
                    <p:nvPr/>
                  </p:nvGrpSpPr>
                  <p:grpSpPr>
                    <a:xfrm>
                      <a:off x="5354636" y="4022061"/>
                      <a:ext cx="214313" cy="214313"/>
                      <a:chOff x="5354637" y="3446463"/>
                      <a:chExt cx="214313" cy="214313"/>
                    </a:xfrm>
                  </p:grpSpPr>
                  <p:sp>
                    <p:nvSpPr>
                      <p:cNvPr id="6411" name="Arc 6410">
                        <a:extLst>
                          <a:ext uri="{FF2B5EF4-FFF2-40B4-BE49-F238E27FC236}">
                            <a16:creationId xmlns:a16="http://schemas.microsoft.com/office/drawing/2014/main" id="{AF2FA75F-D268-0894-9A54-AF6EB00B19D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412" name="Arc 6411">
                        <a:extLst>
                          <a:ext uri="{FF2B5EF4-FFF2-40B4-BE49-F238E27FC236}">
                            <a16:creationId xmlns:a16="http://schemas.microsoft.com/office/drawing/2014/main" id="{7782309B-F3BE-28E2-9000-42831D4AB82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404" name="Group 6403">
                      <a:extLst>
                        <a:ext uri="{FF2B5EF4-FFF2-40B4-BE49-F238E27FC236}">
                          <a16:creationId xmlns:a16="http://schemas.microsoft.com/office/drawing/2014/main" id="{DC4D9E29-C9CF-CF14-F5C1-C9C98572DE77}"/>
                        </a:ext>
                      </a:extLst>
                    </p:cNvPr>
                    <p:cNvGrpSpPr/>
                    <p:nvPr/>
                  </p:nvGrpSpPr>
                  <p:grpSpPr>
                    <a:xfrm rot="14400000">
                      <a:off x="5310186" y="3977611"/>
                      <a:ext cx="303213" cy="303213"/>
                      <a:chOff x="5354637" y="3446463"/>
                      <a:chExt cx="214313" cy="214313"/>
                    </a:xfrm>
                  </p:grpSpPr>
                  <p:sp>
                    <p:nvSpPr>
                      <p:cNvPr id="6409" name="Arc 6408">
                        <a:extLst>
                          <a:ext uri="{FF2B5EF4-FFF2-40B4-BE49-F238E27FC236}">
                            <a16:creationId xmlns:a16="http://schemas.microsoft.com/office/drawing/2014/main" id="{14B70829-D369-03FB-A59C-857A69D5932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410" name="Arc 6409">
                        <a:extLst>
                          <a:ext uri="{FF2B5EF4-FFF2-40B4-BE49-F238E27FC236}">
                            <a16:creationId xmlns:a16="http://schemas.microsoft.com/office/drawing/2014/main" id="{298E28C7-6022-B012-757E-821A98DABC3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405" name="Group 6404">
                      <a:extLst>
                        <a:ext uri="{FF2B5EF4-FFF2-40B4-BE49-F238E27FC236}">
                          <a16:creationId xmlns:a16="http://schemas.microsoft.com/office/drawing/2014/main" id="{6FCB148A-1B2E-FDF6-A466-62692ACB8F13}"/>
                        </a:ext>
                      </a:extLst>
                    </p:cNvPr>
                    <p:cNvGrpSpPr/>
                    <p:nvPr/>
                  </p:nvGrpSpPr>
                  <p:grpSpPr>
                    <a:xfrm rot="7200000">
                      <a:off x="5265196" y="3932619"/>
                      <a:ext cx="393192" cy="393192"/>
                      <a:chOff x="5354637" y="3446463"/>
                      <a:chExt cx="214313" cy="214313"/>
                    </a:xfrm>
                  </p:grpSpPr>
                  <p:sp>
                    <p:nvSpPr>
                      <p:cNvPr id="6407" name="Arc 6406">
                        <a:extLst>
                          <a:ext uri="{FF2B5EF4-FFF2-40B4-BE49-F238E27FC236}">
                            <a16:creationId xmlns:a16="http://schemas.microsoft.com/office/drawing/2014/main" id="{21CF3A99-A377-0AF5-07BE-70FCB219894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408" name="Arc 6407">
                        <a:extLst>
                          <a:ext uri="{FF2B5EF4-FFF2-40B4-BE49-F238E27FC236}">
                            <a16:creationId xmlns:a16="http://schemas.microsoft.com/office/drawing/2014/main" id="{C0D10F1F-784C-02B0-564F-E301B65C128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406" name="TextBox 6405">
                      <a:extLst>
                        <a:ext uri="{FF2B5EF4-FFF2-40B4-BE49-F238E27FC236}">
                          <a16:creationId xmlns:a16="http://schemas.microsoft.com/office/drawing/2014/main" id="{7859AC19-2FE7-D427-B3F7-3CE2C167230B}"/>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6380" name="Group 6379">
                    <a:extLst>
                      <a:ext uri="{FF2B5EF4-FFF2-40B4-BE49-F238E27FC236}">
                        <a16:creationId xmlns:a16="http://schemas.microsoft.com/office/drawing/2014/main" id="{7168EDD1-E22F-C50A-DE00-B8F569C67B7F}"/>
                      </a:ext>
                    </a:extLst>
                  </p:cNvPr>
                  <p:cNvGrpSpPr/>
                  <p:nvPr/>
                </p:nvGrpSpPr>
                <p:grpSpPr>
                  <a:xfrm>
                    <a:off x="6512463" y="3525040"/>
                    <a:ext cx="393192" cy="393192"/>
                    <a:chOff x="6389147" y="3357021"/>
                    <a:chExt cx="393192" cy="393192"/>
                  </a:xfrm>
                </p:grpSpPr>
                <p:grpSp>
                  <p:nvGrpSpPr>
                    <p:cNvPr id="6392" name="Group 6391">
                      <a:extLst>
                        <a:ext uri="{FF2B5EF4-FFF2-40B4-BE49-F238E27FC236}">
                          <a16:creationId xmlns:a16="http://schemas.microsoft.com/office/drawing/2014/main" id="{91B3191A-F7DF-E5F9-3E36-301D79814F2D}"/>
                        </a:ext>
                      </a:extLst>
                    </p:cNvPr>
                    <p:cNvGrpSpPr/>
                    <p:nvPr/>
                  </p:nvGrpSpPr>
                  <p:grpSpPr>
                    <a:xfrm rot="7200000" flipH="1">
                      <a:off x="6389147" y="3357021"/>
                      <a:ext cx="393192" cy="393192"/>
                      <a:chOff x="5354637" y="3446463"/>
                      <a:chExt cx="214313" cy="214313"/>
                    </a:xfrm>
                  </p:grpSpPr>
                  <p:sp>
                    <p:nvSpPr>
                      <p:cNvPr id="6401" name="Arc 6400">
                        <a:extLst>
                          <a:ext uri="{FF2B5EF4-FFF2-40B4-BE49-F238E27FC236}">
                            <a16:creationId xmlns:a16="http://schemas.microsoft.com/office/drawing/2014/main" id="{CC77B56E-7D74-BFCD-3986-BA7BD5F77D6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402" name="Arc 6401">
                        <a:extLst>
                          <a:ext uri="{FF2B5EF4-FFF2-40B4-BE49-F238E27FC236}">
                            <a16:creationId xmlns:a16="http://schemas.microsoft.com/office/drawing/2014/main" id="{A3343805-4493-E60B-C535-3C2B8027B19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393" name="Group 6392">
                      <a:extLst>
                        <a:ext uri="{FF2B5EF4-FFF2-40B4-BE49-F238E27FC236}">
                          <a16:creationId xmlns:a16="http://schemas.microsoft.com/office/drawing/2014/main" id="{C28E402F-06B9-CC38-0C3A-0903962A6C2E}"/>
                        </a:ext>
                      </a:extLst>
                    </p:cNvPr>
                    <p:cNvGrpSpPr/>
                    <p:nvPr/>
                  </p:nvGrpSpPr>
                  <p:grpSpPr>
                    <a:xfrm>
                      <a:off x="6434137" y="3402011"/>
                      <a:ext cx="303213" cy="303213"/>
                      <a:chOff x="6434137" y="3402011"/>
                      <a:chExt cx="303213" cy="303213"/>
                    </a:xfrm>
                  </p:grpSpPr>
                  <p:grpSp>
                    <p:nvGrpSpPr>
                      <p:cNvPr id="6394" name="Group 6393">
                        <a:extLst>
                          <a:ext uri="{FF2B5EF4-FFF2-40B4-BE49-F238E27FC236}">
                            <a16:creationId xmlns:a16="http://schemas.microsoft.com/office/drawing/2014/main" id="{CACFD41E-5A88-25DC-FE5D-03546BC1DC62}"/>
                          </a:ext>
                        </a:extLst>
                      </p:cNvPr>
                      <p:cNvGrpSpPr/>
                      <p:nvPr/>
                    </p:nvGrpSpPr>
                    <p:grpSpPr>
                      <a:xfrm flipH="1">
                        <a:off x="6478587" y="3446461"/>
                        <a:ext cx="214313" cy="214313"/>
                        <a:chOff x="5354637" y="3446463"/>
                        <a:chExt cx="214313" cy="214313"/>
                      </a:xfrm>
                    </p:grpSpPr>
                    <p:sp>
                      <p:nvSpPr>
                        <p:cNvPr id="6399" name="Arc 6398">
                          <a:extLst>
                            <a:ext uri="{FF2B5EF4-FFF2-40B4-BE49-F238E27FC236}">
                              <a16:creationId xmlns:a16="http://schemas.microsoft.com/office/drawing/2014/main" id="{BE444EC6-8B76-DDF0-B1FA-951B77A20FC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400" name="Arc 6399">
                          <a:extLst>
                            <a:ext uri="{FF2B5EF4-FFF2-40B4-BE49-F238E27FC236}">
                              <a16:creationId xmlns:a16="http://schemas.microsoft.com/office/drawing/2014/main" id="{708504BD-32B4-41ED-D0A4-C0FE6002745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395" name="Group 6394">
                        <a:extLst>
                          <a:ext uri="{FF2B5EF4-FFF2-40B4-BE49-F238E27FC236}">
                            <a16:creationId xmlns:a16="http://schemas.microsoft.com/office/drawing/2014/main" id="{763F9C4F-9A28-3A56-8335-BF54E7C51A6F}"/>
                          </a:ext>
                        </a:extLst>
                      </p:cNvPr>
                      <p:cNvGrpSpPr/>
                      <p:nvPr/>
                    </p:nvGrpSpPr>
                    <p:grpSpPr>
                      <a:xfrm rot="14400000" flipH="1">
                        <a:off x="6434137" y="3402011"/>
                        <a:ext cx="303213" cy="303213"/>
                        <a:chOff x="5354637" y="3446463"/>
                        <a:chExt cx="214313" cy="214313"/>
                      </a:xfrm>
                    </p:grpSpPr>
                    <p:sp>
                      <p:nvSpPr>
                        <p:cNvPr id="6397" name="Arc 6396">
                          <a:extLst>
                            <a:ext uri="{FF2B5EF4-FFF2-40B4-BE49-F238E27FC236}">
                              <a16:creationId xmlns:a16="http://schemas.microsoft.com/office/drawing/2014/main" id="{1735BF7F-F313-15ED-2BE9-A8835B7E6C0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398" name="Arc 6397">
                          <a:extLst>
                            <a:ext uri="{FF2B5EF4-FFF2-40B4-BE49-F238E27FC236}">
                              <a16:creationId xmlns:a16="http://schemas.microsoft.com/office/drawing/2014/main" id="{16FEC76E-D59C-A090-8E10-150ACF39AB9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396" name="TextBox 6395">
                        <a:extLst>
                          <a:ext uri="{FF2B5EF4-FFF2-40B4-BE49-F238E27FC236}">
                            <a16:creationId xmlns:a16="http://schemas.microsoft.com/office/drawing/2014/main" id="{82250ED6-51EF-E462-6C05-2F5AF89C4148}"/>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381" name="Group 6380">
                    <a:extLst>
                      <a:ext uri="{FF2B5EF4-FFF2-40B4-BE49-F238E27FC236}">
                        <a16:creationId xmlns:a16="http://schemas.microsoft.com/office/drawing/2014/main" id="{204F70EF-9FAC-05BF-EFA5-FD526134A07D}"/>
                      </a:ext>
                    </a:extLst>
                  </p:cNvPr>
                  <p:cNvGrpSpPr/>
                  <p:nvPr/>
                </p:nvGrpSpPr>
                <p:grpSpPr>
                  <a:xfrm>
                    <a:off x="6197413" y="3225768"/>
                    <a:ext cx="393192" cy="393192"/>
                    <a:chOff x="6389147" y="3932622"/>
                    <a:chExt cx="393192" cy="393192"/>
                  </a:xfrm>
                </p:grpSpPr>
                <p:grpSp>
                  <p:nvGrpSpPr>
                    <p:cNvPr id="6382" name="Group 6381">
                      <a:extLst>
                        <a:ext uri="{FF2B5EF4-FFF2-40B4-BE49-F238E27FC236}">
                          <a16:creationId xmlns:a16="http://schemas.microsoft.com/office/drawing/2014/main" id="{01375AA8-8729-9028-16B5-B2CA5E79B00F}"/>
                        </a:ext>
                      </a:extLst>
                    </p:cNvPr>
                    <p:cNvGrpSpPr/>
                    <p:nvPr/>
                  </p:nvGrpSpPr>
                  <p:grpSpPr>
                    <a:xfrm flipH="1">
                      <a:off x="6478587" y="4022061"/>
                      <a:ext cx="214313" cy="214313"/>
                      <a:chOff x="5354637" y="3446463"/>
                      <a:chExt cx="214313" cy="214313"/>
                    </a:xfrm>
                  </p:grpSpPr>
                  <p:sp>
                    <p:nvSpPr>
                      <p:cNvPr id="6390" name="Arc 6389">
                        <a:extLst>
                          <a:ext uri="{FF2B5EF4-FFF2-40B4-BE49-F238E27FC236}">
                            <a16:creationId xmlns:a16="http://schemas.microsoft.com/office/drawing/2014/main" id="{35F03EC7-A5B7-33D8-1833-4EED095ECD6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391" name="Arc 6390">
                        <a:extLst>
                          <a:ext uri="{FF2B5EF4-FFF2-40B4-BE49-F238E27FC236}">
                            <a16:creationId xmlns:a16="http://schemas.microsoft.com/office/drawing/2014/main" id="{99E7277B-E919-15DB-A918-C0A9DA89D90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383" name="Group 6382">
                      <a:extLst>
                        <a:ext uri="{FF2B5EF4-FFF2-40B4-BE49-F238E27FC236}">
                          <a16:creationId xmlns:a16="http://schemas.microsoft.com/office/drawing/2014/main" id="{D3F1DB34-6C53-0A17-FFEC-011DDDC22F62}"/>
                        </a:ext>
                      </a:extLst>
                    </p:cNvPr>
                    <p:cNvGrpSpPr/>
                    <p:nvPr/>
                  </p:nvGrpSpPr>
                  <p:grpSpPr>
                    <a:xfrm rot="7200000" flipH="1">
                      <a:off x="6434137" y="3977611"/>
                      <a:ext cx="303213" cy="303213"/>
                      <a:chOff x="5354637" y="3446463"/>
                      <a:chExt cx="214313" cy="214313"/>
                    </a:xfrm>
                  </p:grpSpPr>
                  <p:sp>
                    <p:nvSpPr>
                      <p:cNvPr id="6388" name="Arc 6387">
                        <a:extLst>
                          <a:ext uri="{FF2B5EF4-FFF2-40B4-BE49-F238E27FC236}">
                            <a16:creationId xmlns:a16="http://schemas.microsoft.com/office/drawing/2014/main" id="{F7191D76-889C-799D-B94B-C36EB5A5F7D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389" name="Arc 6388">
                        <a:extLst>
                          <a:ext uri="{FF2B5EF4-FFF2-40B4-BE49-F238E27FC236}">
                            <a16:creationId xmlns:a16="http://schemas.microsoft.com/office/drawing/2014/main" id="{8293CA79-A9D6-A009-1EB4-2FAB11547CA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384" name="Group 6383">
                      <a:extLst>
                        <a:ext uri="{FF2B5EF4-FFF2-40B4-BE49-F238E27FC236}">
                          <a16:creationId xmlns:a16="http://schemas.microsoft.com/office/drawing/2014/main" id="{9B0FDCF1-79C2-67A6-D3DF-BB4C28C5301F}"/>
                        </a:ext>
                      </a:extLst>
                    </p:cNvPr>
                    <p:cNvGrpSpPr/>
                    <p:nvPr/>
                  </p:nvGrpSpPr>
                  <p:grpSpPr>
                    <a:xfrm rot="14400000" flipH="1">
                      <a:off x="6389147" y="3932622"/>
                      <a:ext cx="393192" cy="393192"/>
                      <a:chOff x="5354637" y="3446463"/>
                      <a:chExt cx="214313" cy="214313"/>
                    </a:xfrm>
                  </p:grpSpPr>
                  <p:sp>
                    <p:nvSpPr>
                      <p:cNvPr id="6386" name="Arc 6385">
                        <a:extLst>
                          <a:ext uri="{FF2B5EF4-FFF2-40B4-BE49-F238E27FC236}">
                            <a16:creationId xmlns:a16="http://schemas.microsoft.com/office/drawing/2014/main" id="{12EDE4D4-B109-3F70-232A-BE525526FC1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387" name="Arc 6386">
                        <a:extLst>
                          <a:ext uri="{FF2B5EF4-FFF2-40B4-BE49-F238E27FC236}">
                            <a16:creationId xmlns:a16="http://schemas.microsoft.com/office/drawing/2014/main" id="{B5635846-9296-3505-CE9D-51A277CC9C8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385" name="TextBox 6384">
                      <a:extLst>
                        <a:ext uri="{FF2B5EF4-FFF2-40B4-BE49-F238E27FC236}">
                          <a16:creationId xmlns:a16="http://schemas.microsoft.com/office/drawing/2014/main" id="{21619752-349E-FD6C-455F-273F565780F0}"/>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331" name="Group 6330">
                  <a:extLst>
                    <a:ext uri="{FF2B5EF4-FFF2-40B4-BE49-F238E27FC236}">
                      <a16:creationId xmlns:a16="http://schemas.microsoft.com/office/drawing/2014/main" id="{54C28AD1-6B89-F2E1-2D58-C09B123C1256}"/>
                    </a:ext>
                  </a:extLst>
                </p:cNvPr>
                <p:cNvGrpSpPr/>
                <p:nvPr/>
              </p:nvGrpSpPr>
              <p:grpSpPr>
                <a:xfrm>
                  <a:off x="6069086" y="3246228"/>
                  <a:ext cx="1019224" cy="991639"/>
                  <a:chOff x="5886431" y="3225768"/>
                  <a:chExt cx="1019224" cy="991639"/>
                </a:xfrm>
              </p:grpSpPr>
              <p:grpSp>
                <p:nvGrpSpPr>
                  <p:cNvPr id="6332" name="Group 6331">
                    <a:extLst>
                      <a:ext uri="{FF2B5EF4-FFF2-40B4-BE49-F238E27FC236}">
                        <a16:creationId xmlns:a16="http://schemas.microsoft.com/office/drawing/2014/main" id="{E8BF0C29-646A-8DEA-E923-D507E607CCC8}"/>
                      </a:ext>
                    </a:extLst>
                  </p:cNvPr>
                  <p:cNvGrpSpPr/>
                  <p:nvPr/>
                </p:nvGrpSpPr>
                <p:grpSpPr>
                  <a:xfrm>
                    <a:off x="6197413" y="3824215"/>
                    <a:ext cx="393192" cy="393192"/>
                    <a:chOff x="5265196" y="3357021"/>
                    <a:chExt cx="393192" cy="393192"/>
                  </a:xfrm>
                </p:grpSpPr>
                <p:grpSp>
                  <p:nvGrpSpPr>
                    <p:cNvPr id="6367" name="Group 6366">
                      <a:extLst>
                        <a:ext uri="{FF2B5EF4-FFF2-40B4-BE49-F238E27FC236}">
                          <a16:creationId xmlns:a16="http://schemas.microsoft.com/office/drawing/2014/main" id="{2A08392F-E6E6-1C58-4038-E6C294C0E74E}"/>
                        </a:ext>
                      </a:extLst>
                    </p:cNvPr>
                    <p:cNvGrpSpPr/>
                    <p:nvPr/>
                  </p:nvGrpSpPr>
                  <p:grpSpPr>
                    <a:xfrm rot="14400000">
                      <a:off x="5265196" y="3357021"/>
                      <a:ext cx="393192" cy="393192"/>
                      <a:chOff x="5354637" y="3446463"/>
                      <a:chExt cx="214313" cy="214313"/>
                    </a:xfrm>
                  </p:grpSpPr>
                  <p:sp>
                    <p:nvSpPr>
                      <p:cNvPr id="6376" name="Arc 6375">
                        <a:extLst>
                          <a:ext uri="{FF2B5EF4-FFF2-40B4-BE49-F238E27FC236}">
                            <a16:creationId xmlns:a16="http://schemas.microsoft.com/office/drawing/2014/main" id="{A9370D4E-D468-0077-D11B-6976426D7D2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377" name="Arc 6376">
                        <a:extLst>
                          <a:ext uri="{FF2B5EF4-FFF2-40B4-BE49-F238E27FC236}">
                            <a16:creationId xmlns:a16="http://schemas.microsoft.com/office/drawing/2014/main" id="{83F9B8A2-1D5F-1BE5-E02D-BB6B52BE85E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368" name="Group 6367">
                      <a:extLst>
                        <a:ext uri="{FF2B5EF4-FFF2-40B4-BE49-F238E27FC236}">
                          <a16:creationId xmlns:a16="http://schemas.microsoft.com/office/drawing/2014/main" id="{66061D9E-F9B8-1E63-9355-EC952522688B}"/>
                        </a:ext>
                      </a:extLst>
                    </p:cNvPr>
                    <p:cNvGrpSpPr/>
                    <p:nvPr/>
                  </p:nvGrpSpPr>
                  <p:grpSpPr>
                    <a:xfrm>
                      <a:off x="5310186" y="3402011"/>
                      <a:ext cx="303213" cy="303213"/>
                      <a:chOff x="5310186" y="3402011"/>
                      <a:chExt cx="303213" cy="303213"/>
                    </a:xfrm>
                  </p:grpSpPr>
                  <p:grpSp>
                    <p:nvGrpSpPr>
                      <p:cNvPr id="6369" name="Group 6368">
                        <a:extLst>
                          <a:ext uri="{FF2B5EF4-FFF2-40B4-BE49-F238E27FC236}">
                            <a16:creationId xmlns:a16="http://schemas.microsoft.com/office/drawing/2014/main" id="{0E7DC73D-06C1-9436-5F1A-C3F57B2D0AC4}"/>
                          </a:ext>
                        </a:extLst>
                      </p:cNvPr>
                      <p:cNvGrpSpPr/>
                      <p:nvPr/>
                    </p:nvGrpSpPr>
                    <p:grpSpPr>
                      <a:xfrm>
                        <a:off x="5354636" y="3446461"/>
                        <a:ext cx="214313" cy="214313"/>
                        <a:chOff x="5354637" y="3446463"/>
                        <a:chExt cx="214313" cy="214313"/>
                      </a:xfrm>
                    </p:grpSpPr>
                    <p:sp>
                      <p:nvSpPr>
                        <p:cNvPr id="6374" name="Arc 6373">
                          <a:extLst>
                            <a:ext uri="{FF2B5EF4-FFF2-40B4-BE49-F238E27FC236}">
                              <a16:creationId xmlns:a16="http://schemas.microsoft.com/office/drawing/2014/main" id="{91D42A2F-308A-F959-8FC4-BA4A6DD0FE8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375" name="Arc 6374">
                          <a:extLst>
                            <a:ext uri="{FF2B5EF4-FFF2-40B4-BE49-F238E27FC236}">
                              <a16:creationId xmlns:a16="http://schemas.microsoft.com/office/drawing/2014/main" id="{62DCEE96-A4FF-3179-823D-DC5E98EBC16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370" name="Group 6369">
                        <a:extLst>
                          <a:ext uri="{FF2B5EF4-FFF2-40B4-BE49-F238E27FC236}">
                            <a16:creationId xmlns:a16="http://schemas.microsoft.com/office/drawing/2014/main" id="{1DE7AD9B-5F2E-948E-2300-BE6D2C2D2440}"/>
                          </a:ext>
                        </a:extLst>
                      </p:cNvPr>
                      <p:cNvGrpSpPr/>
                      <p:nvPr/>
                    </p:nvGrpSpPr>
                    <p:grpSpPr>
                      <a:xfrm rot="7200000">
                        <a:off x="5310186" y="3402011"/>
                        <a:ext cx="303213" cy="303213"/>
                        <a:chOff x="5354637" y="3446463"/>
                        <a:chExt cx="214313" cy="214313"/>
                      </a:xfrm>
                    </p:grpSpPr>
                    <p:sp>
                      <p:nvSpPr>
                        <p:cNvPr id="6372" name="Arc 6371">
                          <a:extLst>
                            <a:ext uri="{FF2B5EF4-FFF2-40B4-BE49-F238E27FC236}">
                              <a16:creationId xmlns:a16="http://schemas.microsoft.com/office/drawing/2014/main" id="{32EFC099-5353-83B2-8963-05AA1BAB2E1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373" name="Arc 6372">
                          <a:extLst>
                            <a:ext uri="{FF2B5EF4-FFF2-40B4-BE49-F238E27FC236}">
                              <a16:creationId xmlns:a16="http://schemas.microsoft.com/office/drawing/2014/main" id="{658BC388-C66E-FE47-D455-0A188A1F9BC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371" name="TextBox 6370">
                        <a:extLst>
                          <a:ext uri="{FF2B5EF4-FFF2-40B4-BE49-F238E27FC236}">
                            <a16:creationId xmlns:a16="http://schemas.microsoft.com/office/drawing/2014/main" id="{815B09E0-0940-1150-6843-ACFF20E45420}"/>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333" name="Group 6332">
                    <a:extLst>
                      <a:ext uri="{FF2B5EF4-FFF2-40B4-BE49-F238E27FC236}">
                        <a16:creationId xmlns:a16="http://schemas.microsoft.com/office/drawing/2014/main" id="{A1A17903-2A74-2453-8F6B-6D72D97A829B}"/>
                      </a:ext>
                    </a:extLst>
                  </p:cNvPr>
                  <p:cNvGrpSpPr/>
                  <p:nvPr/>
                </p:nvGrpSpPr>
                <p:grpSpPr>
                  <a:xfrm>
                    <a:off x="5886431" y="3525040"/>
                    <a:ext cx="393192" cy="393192"/>
                    <a:chOff x="5265196" y="3932619"/>
                    <a:chExt cx="393192" cy="393192"/>
                  </a:xfrm>
                </p:grpSpPr>
                <p:grpSp>
                  <p:nvGrpSpPr>
                    <p:cNvPr id="6357" name="Group 6356">
                      <a:extLst>
                        <a:ext uri="{FF2B5EF4-FFF2-40B4-BE49-F238E27FC236}">
                          <a16:creationId xmlns:a16="http://schemas.microsoft.com/office/drawing/2014/main" id="{3E816DBB-E999-0878-55B0-11E2DE8182B6}"/>
                        </a:ext>
                      </a:extLst>
                    </p:cNvPr>
                    <p:cNvGrpSpPr/>
                    <p:nvPr/>
                  </p:nvGrpSpPr>
                  <p:grpSpPr>
                    <a:xfrm>
                      <a:off x="5354636" y="4022061"/>
                      <a:ext cx="214313" cy="214313"/>
                      <a:chOff x="5354637" y="3446463"/>
                      <a:chExt cx="214313" cy="214313"/>
                    </a:xfrm>
                  </p:grpSpPr>
                  <p:sp>
                    <p:nvSpPr>
                      <p:cNvPr id="6365" name="Arc 6364">
                        <a:extLst>
                          <a:ext uri="{FF2B5EF4-FFF2-40B4-BE49-F238E27FC236}">
                            <a16:creationId xmlns:a16="http://schemas.microsoft.com/office/drawing/2014/main" id="{08338B2E-525D-4644-CFB2-9AE2CBE5A80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366" name="Arc 6365">
                        <a:extLst>
                          <a:ext uri="{FF2B5EF4-FFF2-40B4-BE49-F238E27FC236}">
                            <a16:creationId xmlns:a16="http://schemas.microsoft.com/office/drawing/2014/main" id="{ED59052B-EE76-798B-81A5-344F935CAEC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358" name="Group 6357">
                      <a:extLst>
                        <a:ext uri="{FF2B5EF4-FFF2-40B4-BE49-F238E27FC236}">
                          <a16:creationId xmlns:a16="http://schemas.microsoft.com/office/drawing/2014/main" id="{E55C7890-2AE1-2D5B-1EFB-9646648F3E14}"/>
                        </a:ext>
                      </a:extLst>
                    </p:cNvPr>
                    <p:cNvGrpSpPr/>
                    <p:nvPr/>
                  </p:nvGrpSpPr>
                  <p:grpSpPr>
                    <a:xfrm rot="14400000">
                      <a:off x="5310186" y="3977611"/>
                      <a:ext cx="303213" cy="303213"/>
                      <a:chOff x="5354637" y="3446463"/>
                      <a:chExt cx="214313" cy="214313"/>
                    </a:xfrm>
                  </p:grpSpPr>
                  <p:sp>
                    <p:nvSpPr>
                      <p:cNvPr id="6363" name="Arc 6362">
                        <a:extLst>
                          <a:ext uri="{FF2B5EF4-FFF2-40B4-BE49-F238E27FC236}">
                            <a16:creationId xmlns:a16="http://schemas.microsoft.com/office/drawing/2014/main" id="{88C2A17B-30A1-1FC3-5208-B64AA9F2DFD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364" name="Arc 6363">
                        <a:extLst>
                          <a:ext uri="{FF2B5EF4-FFF2-40B4-BE49-F238E27FC236}">
                            <a16:creationId xmlns:a16="http://schemas.microsoft.com/office/drawing/2014/main" id="{83CA31FB-C4B8-14CC-666D-D2D52FC9906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359" name="Group 6358">
                      <a:extLst>
                        <a:ext uri="{FF2B5EF4-FFF2-40B4-BE49-F238E27FC236}">
                          <a16:creationId xmlns:a16="http://schemas.microsoft.com/office/drawing/2014/main" id="{B98A7CEB-8F5E-393E-D767-DD80493C51FB}"/>
                        </a:ext>
                      </a:extLst>
                    </p:cNvPr>
                    <p:cNvGrpSpPr/>
                    <p:nvPr/>
                  </p:nvGrpSpPr>
                  <p:grpSpPr>
                    <a:xfrm rot="7200000">
                      <a:off x="5265196" y="3932619"/>
                      <a:ext cx="393192" cy="393192"/>
                      <a:chOff x="5354637" y="3446463"/>
                      <a:chExt cx="214313" cy="214313"/>
                    </a:xfrm>
                  </p:grpSpPr>
                  <p:sp>
                    <p:nvSpPr>
                      <p:cNvPr id="6361" name="Arc 6360">
                        <a:extLst>
                          <a:ext uri="{FF2B5EF4-FFF2-40B4-BE49-F238E27FC236}">
                            <a16:creationId xmlns:a16="http://schemas.microsoft.com/office/drawing/2014/main" id="{62412440-3403-AC30-49BF-12D0AC7AF09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362" name="Arc 6361">
                        <a:extLst>
                          <a:ext uri="{FF2B5EF4-FFF2-40B4-BE49-F238E27FC236}">
                            <a16:creationId xmlns:a16="http://schemas.microsoft.com/office/drawing/2014/main" id="{77D1C484-55CA-446F-0CF0-617972A1BF7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360" name="TextBox 6359">
                      <a:extLst>
                        <a:ext uri="{FF2B5EF4-FFF2-40B4-BE49-F238E27FC236}">
                          <a16:creationId xmlns:a16="http://schemas.microsoft.com/office/drawing/2014/main" id="{02FB7C64-185A-1089-54E1-0DFA81181308}"/>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6334" name="Group 6333">
                    <a:extLst>
                      <a:ext uri="{FF2B5EF4-FFF2-40B4-BE49-F238E27FC236}">
                        <a16:creationId xmlns:a16="http://schemas.microsoft.com/office/drawing/2014/main" id="{9BED86E3-4D6E-65E0-9723-E082DCB4BBE7}"/>
                      </a:ext>
                    </a:extLst>
                  </p:cNvPr>
                  <p:cNvGrpSpPr/>
                  <p:nvPr/>
                </p:nvGrpSpPr>
                <p:grpSpPr>
                  <a:xfrm>
                    <a:off x="6512463" y="3525040"/>
                    <a:ext cx="393192" cy="393192"/>
                    <a:chOff x="6389147" y="3357021"/>
                    <a:chExt cx="393192" cy="393192"/>
                  </a:xfrm>
                </p:grpSpPr>
                <p:grpSp>
                  <p:nvGrpSpPr>
                    <p:cNvPr id="6346" name="Group 6345">
                      <a:extLst>
                        <a:ext uri="{FF2B5EF4-FFF2-40B4-BE49-F238E27FC236}">
                          <a16:creationId xmlns:a16="http://schemas.microsoft.com/office/drawing/2014/main" id="{9128A5E3-EB13-8098-6363-59B013D8F077}"/>
                        </a:ext>
                      </a:extLst>
                    </p:cNvPr>
                    <p:cNvGrpSpPr/>
                    <p:nvPr/>
                  </p:nvGrpSpPr>
                  <p:grpSpPr>
                    <a:xfrm rot="7200000" flipH="1">
                      <a:off x="6389147" y="3357021"/>
                      <a:ext cx="393192" cy="393192"/>
                      <a:chOff x="5354637" y="3446463"/>
                      <a:chExt cx="214313" cy="214313"/>
                    </a:xfrm>
                  </p:grpSpPr>
                  <p:sp>
                    <p:nvSpPr>
                      <p:cNvPr id="6355" name="Arc 6354">
                        <a:extLst>
                          <a:ext uri="{FF2B5EF4-FFF2-40B4-BE49-F238E27FC236}">
                            <a16:creationId xmlns:a16="http://schemas.microsoft.com/office/drawing/2014/main" id="{CB7892E7-488C-A798-4A65-59633E358C5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356" name="Arc 6355">
                        <a:extLst>
                          <a:ext uri="{FF2B5EF4-FFF2-40B4-BE49-F238E27FC236}">
                            <a16:creationId xmlns:a16="http://schemas.microsoft.com/office/drawing/2014/main" id="{CD5FEE7E-BEE2-767F-378B-66A59F7462B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347" name="Group 6346">
                      <a:extLst>
                        <a:ext uri="{FF2B5EF4-FFF2-40B4-BE49-F238E27FC236}">
                          <a16:creationId xmlns:a16="http://schemas.microsoft.com/office/drawing/2014/main" id="{4418B9F0-6FFD-EB9D-2186-0B89A14D6C4C}"/>
                        </a:ext>
                      </a:extLst>
                    </p:cNvPr>
                    <p:cNvGrpSpPr/>
                    <p:nvPr/>
                  </p:nvGrpSpPr>
                  <p:grpSpPr>
                    <a:xfrm>
                      <a:off x="6434137" y="3402011"/>
                      <a:ext cx="303213" cy="303213"/>
                      <a:chOff x="6434137" y="3402011"/>
                      <a:chExt cx="303213" cy="303213"/>
                    </a:xfrm>
                  </p:grpSpPr>
                  <p:grpSp>
                    <p:nvGrpSpPr>
                      <p:cNvPr id="6348" name="Group 6347">
                        <a:extLst>
                          <a:ext uri="{FF2B5EF4-FFF2-40B4-BE49-F238E27FC236}">
                            <a16:creationId xmlns:a16="http://schemas.microsoft.com/office/drawing/2014/main" id="{8F532887-964A-D400-A996-E4186503ECEF}"/>
                          </a:ext>
                        </a:extLst>
                      </p:cNvPr>
                      <p:cNvGrpSpPr/>
                      <p:nvPr/>
                    </p:nvGrpSpPr>
                    <p:grpSpPr>
                      <a:xfrm flipH="1">
                        <a:off x="6478587" y="3446461"/>
                        <a:ext cx="214313" cy="214313"/>
                        <a:chOff x="5354637" y="3446463"/>
                        <a:chExt cx="214313" cy="214313"/>
                      </a:xfrm>
                    </p:grpSpPr>
                    <p:sp>
                      <p:nvSpPr>
                        <p:cNvPr id="6353" name="Arc 6352">
                          <a:extLst>
                            <a:ext uri="{FF2B5EF4-FFF2-40B4-BE49-F238E27FC236}">
                              <a16:creationId xmlns:a16="http://schemas.microsoft.com/office/drawing/2014/main" id="{837A57E3-1A0F-D2B9-3440-53988D05955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354" name="Arc 6353">
                          <a:extLst>
                            <a:ext uri="{FF2B5EF4-FFF2-40B4-BE49-F238E27FC236}">
                              <a16:creationId xmlns:a16="http://schemas.microsoft.com/office/drawing/2014/main" id="{2129C854-B3DC-1B36-697C-5E18F0AADAA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349" name="Group 6348">
                        <a:extLst>
                          <a:ext uri="{FF2B5EF4-FFF2-40B4-BE49-F238E27FC236}">
                            <a16:creationId xmlns:a16="http://schemas.microsoft.com/office/drawing/2014/main" id="{9D054943-9277-1F92-45A0-BB97E8912080}"/>
                          </a:ext>
                        </a:extLst>
                      </p:cNvPr>
                      <p:cNvGrpSpPr/>
                      <p:nvPr/>
                    </p:nvGrpSpPr>
                    <p:grpSpPr>
                      <a:xfrm rot="14400000" flipH="1">
                        <a:off x="6434137" y="3402011"/>
                        <a:ext cx="303213" cy="303213"/>
                        <a:chOff x="5354637" y="3446463"/>
                        <a:chExt cx="214313" cy="214313"/>
                      </a:xfrm>
                    </p:grpSpPr>
                    <p:sp>
                      <p:nvSpPr>
                        <p:cNvPr id="6351" name="Arc 6350">
                          <a:extLst>
                            <a:ext uri="{FF2B5EF4-FFF2-40B4-BE49-F238E27FC236}">
                              <a16:creationId xmlns:a16="http://schemas.microsoft.com/office/drawing/2014/main" id="{B116DB65-F5DF-25D3-0AD6-16011063C36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352" name="Arc 6351">
                          <a:extLst>
                            <a:ext uri="{FF2B5EF4-FFF2-40B4-BE49-F238E27FC236}">
                              <a16:creationId xmlns:a16="http://schemas.microsoft.com/office/drawing/2014/main" id="{C8E7E177-2025-F969-2ED3-2C50F7D92A3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350" name="TextBox 6349">
                        <a:extLst>
                          <a:ext uri="{FF2B5EF4-FFF2-40B4-BE49-F238E27FC236}">
                            <a16:creationId xmlns:a16="http://schemas.microsoft.com/office/drawing/2014/main" id="{BE369E5C-0756-ED17-ADE0-73095066C6BA}"/>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335" name="Group 6334">
                    <a:extLst>
                      <a:ext uri="{FF2B5EF4-FFF2-40B4-BE49-F238E27FC236}">
                        <a16:creationId xmlns:a16="http://schemas.microsoft.com/office/drawing/2014/main" id="{8E6E7498-97E6-A79B-430A-43B5D345E535}"/>
                      </a:ext>
                    </a:extLst>
                  </p:cNvPr>
                  <p:cNvGrpSpPr/>
                  <p:nvPr/>
                </p:nvGrpSpPr>
                <p:grpSpPr>
                  <a:xfrm>
                    <a:off x="6197413" y="3225768"/>
                    <a:ext cx="393192" cy="393192"/>
                    <a:chOff x="6389147" y="3932622"/>
                    <a:chExt cx="393192" cy="393192"/>
                  </a:xfrm>
                </p:grpSpPr>
                <p:grpSp>
                  <p:nvGrpSpPr>
                    <p:cNvPr id="6336" name="Group 6335">
                      <a:extLst>
                        <a:ext uri="{FF2B5EF4-FFF2-40B4-BE49-F238E27FC236}">
                          <a16:creationId xmlns:a16="http://schemas.microsoft.com/office/drawing/2014/main" id="{5D434268-5D10-A192-7B37-3F08BD0C107A}"/>
                        </a:ext>
                      </a:extLst>
                    </p:cNvPr>
                    <p:cNvGrpSpPr/>
                    <p:nvPr/>
                  </p:nvGrpSpPr>
                  <p:grpSpPr>
                    <a:xfrm flipH="1">
                      <a:off x="6478587" y="4022061"/>
                      <a:ext cx="214313" cy="214313"/>
                      <a:chOff x="5354637" y="3446463"/>
                      <a:chExt cx="214313" cy="214313"/>
                    </a:xfrm>
                  </p:grpSpPr>
                  <p:sp>
                    <p:nvSpPr>
                      <p:cNvPr id="6344" name="Arc 6343">
                        <a:extLst>
                          <a:ext uri="{FF2B5EF4-FFF2-40B4-BE49-F238E27FC236}">
                            <a16:creationId xmlns:a16="http://schemas.microsoft.com/office/drawing/2014/main" id="{1981A9C8-FEC1-FF5D-E3F1-BC9CD8E1700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345" name="Arc 6344">
                        <a:extLst>
                          <a:ext uri="{FF2B5EF4-FFF2-40B4-BE49-F238E27FC236}">
                            <a16:creationId xmlns:a16="http://schemas.microsoft.com/office/drawing/2014/main" id="{5C456273-FC2F-CB17-ECA2-F6A18353D56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337" name="Group 6336">
                      <a:extLst>
                        <a:ext uri="{FF2B5EF4-FFF2-40B4-BE49-F238E27FC236}">
                          <a16:creationId xmlns:a16="http://schemas.microsoft.com/office/drawing/2014/main" id="{6F97E736-BA4E-F450-F9FB-660DA63DB552}"/>
                        </a:ext>
                      </a:extLst>
                    </p:cNvPr>
                    <p:cNvGrpSpPr/>
                    <p:nvPr/>
                  </p:nvGrpSpPr>
                  <p:grpSpPr>
                    <a:xfrm rot="7200000" flipH="1">
                      <a:off x="6434137" y="3977611"/>
                      <a:ext cx="303213" cy="303213"/>
                      <a:chOff x="5354637" y="3446463"/>
                      <a:chExt cx="214313" cy="214313"/>
                    </a:xfrm>
                  </p:grpSpPr>
                  <p:sp>
                    <p:nvSpPr>
                      <p:cNvPr id="6342" name="Arc 6341">
                        <a:extLst>
                          <a:ext uri="{FF2B5EF4-FFF2-40B4-BE49-F238E27FC236}">
                            <a16:creationId xmlns:a16="http://schemas.microsoft.com/office/drawing/2014/main" id="{CA4C68E2-DF2A-A6CF-9929-2B260449B8A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343" name="Arc 6342">
                        <a:extLst>
                          <a:ext uri="{FF2B5EF4-FFF2-40B4-BE49-F238E27FC236}">
                            <a16:creationId xmlns:a16="http://schemas.microsoft.com/office/drawing/2014/main" id="{663DE545-A9A5-6C97-BA39-FF91CB3CF59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338" name="Group 6337">
                      <a:extLst>
                        <a:ext uri="{FF2B5EF4-FFF2-40B4-BE49-F238E27FC236}">
                          <a16:creationId xmlns:a16="http://schemas.microsoft.com/office/drawing/2014/main" id="{750B2311-6102-447F-FE72-160A3993BDE7}"/>
                        </a:ext>
                      </a:extLst>
                    </p:cNvPr>
                    <p:cNvGrpSpPr/>
                    <p:nvPr/>
                  </p:nvGrpSpPr>
                  <p:grpSpPr>
                    <a:xfrm rot="14400000" flipH="1">
                      <a:off x="6389147" y="3932622"/>
                      <a:ext cx="393192" cy="393192"/>
                      <a:chOff x="5354637" y="3446463"/>
                      <a:chExt cx="214313" cy="214313"/>
                    </a:xfrm>
                  </p:grpSpPr>
                  <p:sp>
                    <p:nvSpPr>
                      <p:cNvPr id="6340" name="Arc 6339">
                        <a:extLst>
                          <a:ext uri="{FF2B5EF4-FFF2-40B4-BE49-F238E27FC236}">
                            <a16:creationId xmlns:a16="http://schemas.microsoft.com/office/drawing/2014/main" id="{42DFFD96-7CF6-5269-D4D3-EC26883A4A7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341" name="Arc 6340">
                        <a:extLst>
                          <a:ext uri="{FF2B5EF4-FFF2-40B4-BE49-F238E27FC236}">
                            <a16:creationId xmlns:a16="http://schemas.microsoft.com/office/drawing/2014/main" id="{653BA400-6032-CAEC-D6EF-1728A45518D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339" name="TextBox 6338">
                      <a:extLst>
                        <a:ext uri="{FF2B5EF4-FFF2-40B4-BE49-F238E27FC236}">
                          <a16:creationId xmlns:a16="http://schemas.microsoft.com/office/drawing/2014/main" id="{1116D7D8-C764-F9E2-A843-6003406B1D0E}"/>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6137" name="Group 6136">
              <a:extLst>
                <a:ext uri="{FF2B5EF4-FFF2-40B4-BE49-F238E27FC236}">
                  <a16:creationId xmlns:a16="http://schemas.microsoft.com/office/drawing/2014/main" id="{57264255-CB81-FDBF-FF31-B68ED5119BBF}"/>
                </a:ext>
              </a:extLst>
            </p:cNvPr>
            <p:cNvGrpSpPr/>
            <p:nvPr/>
          </p:nvGrpSpPr>
          <p:grpSpPr>
            <a:xfrm>
              <a:off x="10942563" y="432400"/>
              <a:ext cx="2263438" cy="2198360"/>
              <a:chOff x="5445106" y="2039507"/>
              <a:chExt cx="2263438" cy="2198360"/>
            </a:xfrm>
          </p:grpSpPr>
          <p:grpSp>
            <p:nvGrpSpPr>
              <p:cNvPr id="6138" name="Group 6137">
                <a:extLst>
                  <a:ext uri="{FF2B5EF4-FFF2-40B4-BE49-F238E27FC236}">
                    <a16:creationId xmlns:a16="http://schemas.microsoft.com/office/drawing/2014/main" id="{C5101734-E786-ED66-AF84-F3F7E28D6D40}"/>
                  </a:ext>
                </a:extLst>
              </p:cNvPr>
              <p:cNvGrpSpPr/>
              <p:nvPr/>
            </p:nvGrpSpPr>
            <p:grpSpPr>
              <a:xfrm>
                <a:off x="5445106" y="2644743"/>
                <a:ext cx="1643204" cy="1593124"/>
                <a:chOff x="5445106" y="2644743"/>
                <a:chExt cx="1643204" cy="1593124"/>
              </a:xfrm>
            </p:grpSpPr>
            <p:grpSp>
              <p:nvGrpSpPr>
                <p:cNvPr id="6234" name="Group 6233">
                  <a:extLst>
                    <a:ext uri="{FF2B5EF4-FFF2-40B4-BE49-F238E27FC236}">
                      <a16:creationId xmlns:a16="http://schemas.microsoft.com/office/drawing/2014/main" id="{D660EF04-33C1-404E-34FB-260A3B34FF99}"/>
                    </a:ext>
                  </a:extLst>
                </p:cNvPr>
                <p:cNvGrpSpPr/>
                <p:nvPr/>
              </p:nvGrpSpPr>
              <p:grpSpPr>
                <a:xfrm>
                  <a:off x="5445106" y="2644743"/>
                  <a:ext cx="1019224" cy="991639"/>
                  <a:chOff x="5886431" y="3225768"/>
                  <a:chExt cx="1019224" cy="991639"/>
                </a:xfrm>
              </p:grpSpPr>
              <p:grpSp>
                <p:nvGrpSpPr>
                  <p:cNvPr id="6282" name="Group 6281">
                    <a:extLst>
                      <a:ext uri="{FF2B5EF4-FFF2-40B4-BE49-F238E27FC236}">
                        <a16:creationId xmlns:a16="http://schemas.microsoft.com/office/drawing/2014/main" id="{A5352B6A-836C-7E33-5876-694B37BD9A28}"/>
                      </a:ext>
                    </a:extLst>
                  </p:cNvPr>
                  <p:cNvGrpSpPr/>
                  <p:nvPr/>
                </p:nvGrpSpPr>
                <p:grpSpPr>
                  <a:xfrm>
                    <a:off x="6197413" y="3824215"/>
                    <a:ext cx="393192" cy="393192"/>
                    <a:chOff x="5265196" y="3357021"/>
                    <a:chExt cx="393192" cy="393192"/>
                  </a:xfrm>
                </p:grpSpPr>
                <p:grpSp>
                  <p:nvGrpSpPr>
                    <p:cNvPr id="6317" name="Group 6316">
                      <a:extLst>
                        <a:ext uri="{FF2B5EF4-FFF2-40B4-BE49-F238E27FC236}">
                          <a16:creationId xmlns:a16="http://schemas.microsoft.com/office/drawing/2014/main" id="{A37733E1-8413-9F12-813E-887BE3CE6230}"/>
                        </a:ext>
                      </a:extLst>
                    </p:cNvPr>
                    <p:cNvGrpSpPr/>
                    <p:nvPr/>
                  </p:nvGrpSpPr>
                  <p:grpSpPr>
                    <a:xfrm rot="14400000">
                      <a:off x="5265196" y="3357021"/>
                      <a:ext cx="393192" cy="393192"/>
                      <a:chOff x="5354637" y="3446463"/>
                      <a:chExt cx="214313" cy="214313"/>
                    </a:xfrm>
                  </p:grpSpPr>
                  <p:sp>
                    <p:nvSpPr>
                      <p:cNvPr id="6326" name="Arc 6325">
                        <a:extLst>
                          <a:ext uri="{FF2B5EF4-FFF2-40B4-BE49-F238E27FC236}">
                            <a16:creationId xmlns:a16="http://schemas.microsoft.com/office/drawing/2014/main" id="{6E18C636-E74E-43EC-C7A3-1D79BE9E5D9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327" name="Arc 6326">
                        <a:extLst>
                          <a:ext uri="{FF2B5EF4-FFF2-40B4-BE49-F238E27FC236}">
                            <a16:creationId xmlns:a16="http://schemas.microsoft.com/office/drawing/2014/main" id="{B9E7B19F-0E94-6E45-FA00-B4B7FD77714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318" name="Group 6317">
                      <a:extLst>
                        <a:ext uri="{FF2B5EF4-FFF2-40B4-BE49-F238E27FC236}">
                          <a16:creationId xmlns:a16="http://schemas.microsoft.com/office/drawing/2014/main" id="{0179FB3F-4931-DECE-2832-A22D11A1B860}"/>
                        </a:ext>
                      </a:extLst>
                    </p:cNvPr>
                    <p:cNvGrpSpPr/>
                    <p:nvPr/>
                  </p:nvGrpSpPr>
                  <p:grpSpPr>
                    <a:xfrm>
                      <a:off x="5310186" y="3402011"/>
                      <a:ext cx="303213" cy="303213"/>
                      <a:chOff x="5310186" y="3402011"/>
                      <a:chExt cx="303213" cy="303213"/>
                    </a:xfrm>
                  </p:grpSpPr>
                  <p:grpSp>
                    <p:nvGrpSpPr>
                      <p:cNvPr id="6319" name="Group 6318">
                        <a:extLst>
                          <a:ext uri="{FF2B5EF4-FFF2-40B4-BE49-F238E27FC236}">
                            <a16:creationId xmlns:a16="http://schemas.microsoft.com/office/drawing/2014/main" id="{2EC6404E-C419-C33C-89CA-62B6B8E01D16}"/>
                          </a:ext>
                        </a:extLst>
                      </p:cNvPr>
                      <p:cNvGrpSpPr/>
                      <p:nvPr/>
                    </p:nvGrpSpPr>
                    <p:grpSpPr>
                      <a:xfrm>
                        <a:off x="5354636" y="3446461"/>
                        <a:ext cx="214313" cy="214313"/>
                        <a:chOff x="5354637" y="3446463"/>
                        <a:chExt cx="214313" cy="214313"/>
                      </a:xfrm>
                    </p:grpSpPr>
                    <p:sp>
                      <p:nvSpPr>
                        <p:cNvPr id="6324" name="Arc 6323">
                          <a:extLst>
                            <a:ext uri="{FF2B5EF4-FFF2-40B4-BE49-F238E27FC236}">
                              <a16:creationId xmlns:a16="http://schemas.microsoft.com/office/drawing/2014/main" id="{EEDF85ED-E2F9-D627-D93E-34E6F3F5A72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325" name="Arc 6324">
                          <a:extLst>
                            <a:ext uri="{FF2B5EF4-FFF2-40B4-BE49-F238E27FC236}">
                              <a16:creationId xmlns:a16="http://schemas.microsoft.com/office/drawing/2014/main" id="{A471B240-276A-D865-7E06-631239EDB5F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320" name="Group 6319">
                        <a:extLst>
                          <a:ext uri="{FF2B5EF4-FFF2-40B4-BE49-F238E27FC236}">
                            <a16:creationId xmlns:a16="http://schemas.microsoft.com/office/drawing/2014/main" id="{F1F0F360-C590-44D2-C9BC-4487F866653C}"/>
                          </a:ext>
                        </a:extLst>
                      </p:cNvPr>
                      <p:cNvGrpSpPr/>
                      <p:nvPr/>
                    </p:nvGrpSpPr>
                    <p:grpSpPr>
                      <a:xfrm rot="7200000">
                        <a:off x="5310186" y="3402011"/>
                        <a:ext cx="303213" cy="303213"/>
                        <a:chOff x="5354637" y="3446463"/>
                        <a:chExt cx="214313" cy="214313"/>
                      </a:xfrm>
                    </p:grpSpPr>
                    <p:sp>
                      <p:nvSpPr>
                        <p:cNvPr id="6322" name="Arc 6321">
                          <a:extLst>
                            <a:ext uri="{FF2B5EF4-FFF2-40B4-BE49-F238E27FC236}">
                              <a16:creationId xmlns:a16="http://schemas.microsoft.com/office/drawing/2014/main" id="{58A703E5-85F4-2872-6425-B3462D4A921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323" name="Arc 6322">
                          <a:extLst>
                            <a:ext uri="{FF2B5EF4-FFF2-40B4-BE49-F238E27FC236}">
                              <a16:creationId xmlns:a16="http://schemas.microsoft.com/office/drawing/2014/main" id="{6D8CC1F2-A139-8C9E-CEEF-520A13DE9B1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321" name="TextBox 6320">
                        <a:extLst>
                          <a:ext uri="{FF2B5EF4-FFF2-40B4-BE49-F238E27FC236}">
                            <a16:creationId xmlns:a16="http://schemas.microsoft.com/office/drawing/2014/main" id="{1949838D-6C79-E73C-4788-19DEC3C280B1}"/>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283" name="Group 6282">
                    <a:extLst>
                      <a:ext uri="{FF2B5EF4-FFF2-40B4-BE49-F238E27FC236}">
                        <a16:creationId xmlns:a16="http://schemas.microsoft.com/office/drawing/2014/main" id="{4376F1E8-1CD8-024D-F50D-4577FA417FB7}"/>
                      </a:ext>
                    </a:extLst>
                  </p:cNvPr>
                  <p:cNvGrpSpPr/>
                  <p:nvPr/>
                </p:nvGrpSpPr>
                <p:grpSpPr>
                  <a:xfrm>
                    <a:off x="5886431" y="3525040"/>
                    <a:ext cx="393192" cy="393192"/>
                    <a:chOff x="5265196" y="3932619"/>
                    <a:chExt cx="393192" cy="393192"/>
                  </a:xfrm>
                </p:grpSpPr>
                <p:grpSp>
                  <p:nvGrpSpPr>
                    <p:cNvPr id="6307" name="Group 6306">
                      <a:extLst>
                        <a:ext uri="{FF2B5EF4-FFF2-40B4-BE49-F238E27FC236}">
                          <a16:creationId xmlns:a16="http://schemas.microsoft.com/office/drawing/2014/main" id="{43356466-2F79-4198-25C3-FCF414BAEA57}"/>
                        </a:ext>
                      </a:extLst>
                    </p:cNvPr>
                    <p:cNvGrpSpPr/>
                    <p:nvPr/>
                  </p:nvGrpSpPr>
                  <p:grpSpPr>
                    <a:xfrm>
                      <a:off x="5354636" y="4022061"/>
                      <a:ext cx="214313" cy="214313"/>
                      <a:chOff x="5354637" y="3446463"/>
                      <a:chExt cx="214313" cy="214313"/>
                    </a:xfrm>
                  </p:grpSpPr>
                  <p:sp>
                    <p:nvSpPr>
                      <p:cNvPr id="6315" name="Arc 6314">
                        <a:extLst>
                          <a:ext uri="{FF2B5EF4-FFF2-40B4-BE49-F238E27FC236}">
                            <a16:creationId xmlns:a16="http://schemas.microsoft.com/office/drawing/2014/main" id="{D29E5077-6DB5-3C2F-E120-463A29B9DDF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316" name="Arc 6315">
                        <a:extLst>
                          <a:ext uri="{FF2B5EF4-FFF2-40B4-BE49-F238E27FC236}">
                            <a16:creationId xmlns:a16="http://schemas.microsoft.com/office/drawing/2014/main" id="{CEF1932F-E869-96B7-820D-49D11C42C82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308" name="Group 6307">
                      <a:extLst>
                        <a:ext uri="{FF2B5EF4-FFF2-40B4-BE49-F238E27FC236}">
                          <a16:creationId xmlns:a16="http://schemas.microsoft.com/office/drawing/2014/main" id="{882E8F35-76A2-2214-1127-DD6EA651700F}"/>
                        </a:ext>
                      </a:extLst>
                    </p:cNvPr>
                    <p:cNvGrpSpPr/>
                    <p:nvPr/>
                  </p:nvGrpSpPr>
                  <p:grpSpPr>
                    <a:xfrm rot="14400000">
                      <a:off x="5310186" y="3977611"/>
                      <a:ext cx="303213" cy="303213"/>
                      <a:chOff x="5354637" y="3446463"/>
                      <a:chExt cx="214313" cy="214313"/>
                    </a:xfrm>
                  </p:grpSpPr>
                  <p:sp>
                    <p:nvSpPr>
                      <p:cNvPr id="6313" name="Arc 6312">
                        <a:extLst>
                          <a:ext uri="{FF2B5EF4-FFF2-40B4-BE49-F238E27FC236}">
                            <a16:creationId xmlns:a16="http://schemas.microsoft.com/office/drawing/2014/main" id="{6CC7FB63-723F-4EDC-5320-76CB851D794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314" name="Arc 6313">
                        <a:extLst>
                          <a:ext uri="{FF2B5EF4-FFF2-40B4-BE49-F238E27FC236}">
                            <a16:creationId xmlns:a16="http://schemas.microsoft.com/office/drawing/2014/main" id="{FA9FAF6F-7BF8-25A1-88D0-4C2EDA33148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309" name="Group 6308">
                      <a:extLst>
                        <a:ext uri="{FF2B5EF4-FFF2-40B4-BE49-F238E27FC236}">
                          <a16:creationId xmlns:a16="http://schemas.microsoft.com/office/drawing/2014/main" id="{EBD3DCF7-41A6-FB6D-C16C-FB3DCDC17DAD}"/>
                        </a:ext>
                      </a:extLst>
                    </p:cNvPr>
                    <p:cNvGrpSpPr/>
                    <p:nvPr/>
                  </p:nvGrpSpPr>
                  <p:grpSpPr>
                    <a:xfrm rot="7200000">
                      <a:off x="5265196" y="3932619"/>
                      <a:ext cx="393192" cy="393192"/>
                      <a:chOff x="5354637" y="3446463"/>
                      <a:chExt cx="214313" cy="214313"/>
                    </a:xfrm>
                  </p:grpSpPr>
                  <p:sp>
                    <p:nvSpPr>
                      <p:cNvPr id="6311" name="Arc 6310">
                        <a:extLst>
                          <a:ext uri="{FF2B5EF4-FFF2-40B4-BE49-F238E27FC236}">
                            <a16:creationId xmlns:a16="http://schemas.microsoft.com/office/drawing/2014/main" id="{BE5353DB-8243-4EA5-B6CD-A37BF2D9659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312" name="Arc 6311">
                        <a:extLst>
                          <a:ext uri="{FF2B5EF4-FFF2-40B4-BE49-F238E27FC236}">
                            <a16:creationId xmlns:a16="http://schemas.microsoft.com/office/drawing/2014/main" id="{2D8990E0-8B60-F091-AEB6-3491129C86F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310" name="TextBox 6309">
                      <a:extLst>
                        <a:ext uri="{FF2B5EF4-FFF2-40B4-BE49-F238E27FC236}">
                          <a16:creationId xmlns:a16="http://schemas.microsoft.com/office/drawing/2014/main" id="{184DBCC1-8D0A-9232-F708-99B47B6404F2}"/>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6284" name="Group 6283">
                    <a:extLst>
                      <a:ext uri="{FF2B5EF4-FFF2-40B4-BE49-F238E27FC236}">
                        <a16:creationId xmlns:a16="http://schemas.microsoft.com/office/drawing/2014/main" id="{ECB016F4-45B3-A223-774C-D94F7B90A9CB}"/>
                      </a:ext>
                    </a:extLst>
                  </p:cNvPr>
                  <p:cNvGrpSpPr/>
                  <p:nvPr/>
                </p:nvGrpSpPr>
                <p:grpSpPr>
                  <a:xfrm>
                    <a:off x="6512463" y="3525040"/>
                    <a:ext cx="393192" cy="393192"/>
                    <a:chOff x="6389147" y="3357021"/>
                    <a:chExt cx="393192" cy="393192"/>
                  </a:xfrm>
                </p:grpSpPr>
                <p:grpSp>
                  <p:nvGrpSpPr>
                    <p:cNvPr id="6296" name="Group 6295">
                      <a:extLst>
                        <a:ext uri="{FF2B5EF4-FFF2-40B4-BE49-F238E27FC236}">
                          <a16:creationId xmlns:a16="http://schemas.microsoft.com/office/drawing/2014/main" id="{F3A3CA43-2E27-8837-4BB6-5B8312816CFC}"/>
                        </a:ext>
                      </a:extLst>
                    </p:cNvPr>
                    <p:cNvGrpSpPr/>
                    <p:nvPr/>
                  </p:nvGrpSpPr>
                  <p:grpSpPr>
                    <a:xfrm rot="7200000" flipH="1">
                      <a:off x="6389147" y="3357021"/>
                      <a:ext cx="393192" cy="393192"/>
                      <a:chOff x="5354637" y="3446463"/>
                      <a:chExt cx="214313" cy="214313"/>
                    </a:xfrm>
                  </p:grpSpPr>
                  <p:sp>
                    <p:nvSpPr>
                      <p:cNvPr id="6305" name="Arc 6304">
                        <a:extLst>
                          <a:ext uri="{FF2B5EF4-FFF2-40B4-BE49-F238E27FC236}">
                            <a16:creationId xmlns:a16="http://schemas.microsoft.com/office/drawing/2014/main" id="{8FD02559-986E-7FF0-DECD-E375CBD3CFA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306" name="Arc 6305">
                        <a:extLst>
                          <a:ext uri="{FF2B5EF4-FFF2-40B4-BE49-F238E27FC236}">
                            <a16:creationId xmlns:a16="http://schemas.microsoft.com/office/drawing/2014/main" id="{6CA3992B-91ED-CEEB-E117-CD46A1F7DCA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297" name="Group 6296">
                      <a:extLst>
                        <a:ext uri="{FF2B5EF4-FFF2-40B4-BE49-F238E27FC236}">
                          <a16:creationId xmlns:a16="http://schemas.microsoft.com/office/drawing/2014/main" id="{DA656BCB-88BF-652C-557C-D72E7BB811B6}"/>
                        </a:ext>
                      </a:extLst>
                    </p:cNvPr>
                    <p:cNvGrpSpPr/>
                    <p:nvPr/>
                  </p:nvGrpSpPr>
                  <p:grpSpPr>
                    <a:xfrm>
                      <a:off x="6434137" y="3402011"/>
                      <a:ext cx="303213" cy="303213"/>
                      <a:chOff x="6434137" y="3402011"/>
                      <a:chExt cx="303213" cy="303213"/>
                    </a:xfrm>
                  </p:grpSpPr>
                  <p:grpSp>
                    <p:nvGrpSpPr>
                      <p:cNvPr id="6298" name="Group 6297">
                        <a:extLst>
                          <a:ext uri="{FF2B5EF4-FFF2-40B4-BE49-F238E27FC236}">
                            <a16:creationId xmlns:a16="http://schemas.microsoft.com/office/drawing/2014/main" id="{0902CD65-FA99-3F62-BD18-4789251C675D}"/>
                          </a:ext>
                        </a:extLst>
                      </p:cNvPr>
                      <p:cNvGrpSpPr/>
                      <p:nvPr/>
                    </p:nvGrpSpPr>
                    <p:grpSpPr>
                      <a:xfrm flipH="1">
                        <a:off x="6478587" y="3446461"/>
                        <a:ext cx="214313" cy="214313"/>
                        <a:chOff x="5354637" y="3446463"/>
                        <a:chExt cx="214313" cy="214313"/>
                      </a:xfrm>
                    </p:grpSpPr>
                    <p:sp>
                      <p:nvSpPr>
                        <p:cNvPr id="6303" name="Arc 6302">
                          <a:extLst>
                            <a:ext uri="{FF2B5EF4-FFF2-40B4-BE49-F238E27FC236}">
                              <a16:creationId xmlns:a16="http://schemas.microsoft.com/office/drawing/2014/main" id="{EE6140EC-ECCD-4613-A7AF-24CBFF1E436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304" name="Arc 6303">
                          <a:extLst>
                            <a:ext uri="{FF2B5EF4-FFF2-40B4-BE49-F238E27FC236}">
                              <a16:creationId xmlns:a16="http://schemas.microsoft.com/office/drawing/2014/main" id="{9F9F395F-A2D9-DAEC-66CD-A9971D0DEB6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299" name="Group 6298">
                        <a:extLst>
                          <a:ext uri="{FF2B5EF4-FFF2-40B4-BE49-F238E27FC236}">
                            <a16:creationId xmlns:a16="http://schemas.microsoft.com/office/drawing/2014/main" id="{ACD1515A-E548-FAA0-FFF4-0FFFA97CB913}"/>
                          </a:ext>
                        </a:extLst>
                      </p:cNvPr>
                      <p:cNvGrpSpPr/>
                      <p:nvPr/>
                    </p:nvGrpSpPr>
                    <p:grpSpPr>
                      <a:xfrm rot="14400000" flipH="1">
                        <a:off x="6434137" y="3402011"/>
                        <a:ext cx="303213" cy="303213"/>
                        <a:chOff x="5354637" y="3446463"/>
                        <a:chExt cx="214313" cy="214313"/>
                      </a:xfrm>
                    </p:grpSpPr>
                    <p:sp>
                      <p:nvSpPr>
                        <p:cNvPr id="6301" name="Arc 6300">
                          <a:extLst>
                            <a:ext uri="{FF2B5EF4-FFF2-40B4-BE49-F238E27FC236}">
                              <a16:creationId xmlns:a16="http://schemas.microsoft.com/office/drawing/2014/main" id="{FAE82BAE-BD10-9038-BF00-43617584A3E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302" name="Arc 6301">
                          <a:extLst>
                            <a:ext uri="{FF2B5EF4-FFF2-40B4-BE49-F238E27FC236}">
                              <a16:creationId xmlns:a16="http://schemas.microsoft.com/office/drawing/2014/main" id="{8F0381F5-3314-8AC2-924C-6FFC4FB8B5D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300" name="TextBox 6299">
                        <a:extLst>
                          <a:ext uri="{FF2B5EF4-FFF2-40B4-BE49-F238E27FC236}">
                            <a16:creationId xmlns:a16="http://schemas.microsoft.com/office/drawing/2014/main" id="{15E755C4-E683-E56E-7F54-47D0B09EF61F}"/>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285" name="Group 6284">
                    <a:extLst>
                      <a:ext uri="{FF2B5EF4-FFF2-40B4-BE49-F238E27FC236}">
                        <a16:creationId xmlns:a16="http://schemas.microsoft.com/office/drawing/2014/main" id="{95401284-AFE0-E12F-2FE5-4150F7B51BFA}"/>
                      </a:ext>
                    </a:extLst>
                  </p:cNvPr>
                  <p:cNvGrpSpPr/>
                  <p:nvPr/>
                </p:nvGrpSpPr>
                <p:grpSpPr>
                  <a:xfrm>
                    <a:off x="6197413" y="3225768"/>
                    <a:ext cx="393192" cy="393192"/>
                    <a:chOff x="6389147" y="3932622"/>
                    <a:chExt cx="393192" cy="393192"/>
                  </a:xfrm>
                </p:grpSpPr>
                <p:grpSp>
                  <p:nvGrpSpPr>
                    <p:cNvPr id="6286" name="Group 6285">
                      <a:extLst>
                        <a:ext uri="{FF2B5EF4-FFF2-40B4-BE49-F238E27FC236}">
                          <a16:creationId xmlns:a16="http://schemas.microsoft.com/office/drawing/2014/main" id="{F19D4146-1AB3-7512-8A0F-2DCA5D0DE78A}"/>
                        </a:ext>
                      </a:extLst>
                    </p:cNvPr>
                    <p:cNvGrpSpPr/>
                    <p:nvPr/>
                  </p:nvGrpSpPr>
                  <p:grpSpPr>
                    <a:xfrm flipH="1">
                      <a:off x="6478587" y="4022061"/>
                      <a:ext cx="214313" cy="214313"/>
                      <a:chOff x="5354637" y="3446463"/>
                      <a:chExt cx="214313" cy="214313"/>
                    </a:xfrm>
                  </p:grpSpPr>
                  <p:sp>
                    <p:nvSpPr>
                      <p:cNvPr id="6294" name="Arc 6293">
                        <a:extLst>
                          <a:ext uri="{FF2B5EF4-FFF2-40B4-BE49-F238E27FC236}">
                            <a16:creationId xmlns:a16="http://schemas.microsoft.com/office/drawing/2014/main" id="{D7E85F53-BE76-E704-8431-A7C3A83B94D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295" name="Arc 6294">
                        <a:extLst>
                          <a:ext uri="{FF2B5EF4-FFF2-40B4-BE49-F238E27FC236}">
                            <a16:creationId xmlns:a16="http://schemas.microsoft.com/office/drawing/2014/main" id="{D35EB120-7E20-5A3D-4516-77A2193EEBB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287" name="Group 6286">
                      <a:extLst>
                        <a:ext uri="{FF2B5EF4-FFF2-40B4-BE49-F238E27FC236}">
                          <a16:creationId xmlns:a16="http://schemas.microsoft.com/office/drawing/2014/main" id="{C0A5BDFD-C595-7BCB-10AA-D42471E26DDA}"/>
                        </a:ext>
                      </a:extLst>
                    </p:cNvPr>
                    <p:cNvGrpSpPr/>
                    <p:nvPr/>
                  </p:nvGrpSpPr>
                  <p:grpSpPr>
                    <a:xfrm rot="7200000" flipH="1">
                      <a:off x="6434137" y="3977611"/>
                      <a:ext cx="303213" cy="303213"/>
                      <a:chOff x="5354637" y="3446463"/>
                      <a:chExt cx="214313" cy="214313"/>
                    </a:xfrm>
                  </p:grpSpPr>
                  <p:sp>
                    <p:nvSpPr>
                      <p:cNvPr id="6292" name="Arc 6291">
                        <a:extLst>
                          <a:ext uri="{FF2B5EF4-FFF2-40B4-BE49-F238E27FC236}">
                            <a16:creationId xmlns:a16="http://schemas.microsoft.com/office/drawing/2014/main" id="{1DEB2B23-5565-EC67-D444-1850AD39C54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293" name="Arc 6292">
                        <a:extLst>
                          <a:ext uri="{FF2B5EF4-FFF2-40B4-BE49-F238E27FC236}">
                            <a16:creationId xmlns:a16="http://schemas.microsoft.com/office/drawing/2014/main" id="{D20F0722-4748-F0C3-AD8A-A50F580FD53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288" name="Group 6287">
                      <a:extLst>
                        <a:ext uri="{FF2B5EF4-FFF2-40B4-BE49-F238E27FC236}">
                          <a16:creationId xmlns:a16="http://schemas.microsoft.com/office/drawing/2014/main" id="{3EFF413B-A8CB-953B-7066-B6F7407D202D}"/>
                        </a:ext>
                      </a:extLst>
                    </p:cNvPr>
                    <p:cNvGrpSpPr/>
                    <p:nvPr/>
                  </p:nvGrpSpPr>
                  <p:grpSpPr>
                    <a:xfrm rot="14400000" flipH="1">
                      <a:off x="6389147" y="3932622"/>
                      <a:ext cx="393192" cy="393192"/>
                      <a:chOff x="5354637" y="3446463"/>
                      <a:chExt cx="214313" cy="214313"/>
                    </a:xfrm>
                  </p:grpSpPr>
                  <p:sp>
                    <p:nvSpPr>
                      <p:cNvPr id="6290" name="Arc 6289">
                        <a:extLst>
                          <a:ext uri="{FF2B5EF4-FFF2-40B4-BE49-F238E27FC236}">
                            <a16:creationId xmlns:a16="http://schemas.microsoft.com/office/drawing/2014/main" id="{33FB07B2-2D22-6A96-E37D-D22C707724A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291" name="Arc 6290">
                        <a:extLst>
                          <a:ext uri="{FF2B5EF4-FFF2-40B4-BE49-F238E27FC236}">
                            <a16:creationId xmlns:a16="http://schemas.microsoft.com/office/drawing/2014/main" id="{171A1644-FC63-9932-AF54-9DAB576DE82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289" name="TextBox 6288">
                      <a:extLst>
                        <a:ext uri="{FF2B5EF4-FFF2-40B4-BE49-F238E27FC236}">
                          <a16:creationId xmlns:a16="http://schemas.microsoft.com/office/drawing/2014/main" id="{70B476A1-90CD-C370-C282-07A9F1F47B67}"/>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235" name="Group 6234">
                  <a:extLst>
                    <a:ext uri="{FF2B5EF4-FFF2-40B4-BE49-F238E27FC236}">
                      <a16:creationId xmlns:a16="http://schemas.microsoft.com/office/drawing/2014/main" id="{60F38570-4A8A-0342-5CAC-AA33E8F79E88}"/>
                    </a:ext>
                  </a:extLst>
                </p:cNvPr>
                <p:cNvGrpSpPr/>
                <p:nvPr/>
              </p:nvGrpSpPr>
              <p:grpSpPr>
                <a:xfrm>
                  <a:off x="6069086" y="3246228"/>
                  <a:ext cx="1019224" cy="991639"/>
                  <a:chOff x="5886431" y="3225768"/>
                  <a:chExt cx="1019224" cy="991639"/>
                </a:xfrm>
              </p:grpSpPr>
              <p:grpSp>
                <p:nvGrpSpPr>
                  <p:cNvPr id="6236" name="Group 6235">
                    <a:extLst>
                      <a:ext uri="{FF2B5EF4-FFF2-40B4-BE49-F238E27FC236}">
                        <a16:creationId xmlns:a16="http://schemas.microsoft.com/office/drawing/2014/main" id="{42975A50-C978-C745-D2DF-747AD3ED6D26}"/>
                      </a:ext>
                    </a:extLst>
                  </p:cNvPr>
                  <p:cNvGrpSpPr/>
                  <p:nvPr/>
                </p:nvGrpSpPr>
                <p:grpSpPr>
                  <a:xfrm>
                    <a:off x="6197413" y="3824215"/>
                    <a:ext cx="393192" cy="393192"/>
                    <a:chOff x="5265196" y="3357021"/>
                    <a:chExt cx="393192" cy="393192"/>
                  </a:xfrm>
                </p:grpSpPr>
                <p:grpSp>
                  <p:nvGrpSpPr>
                    <p:cNvPr id="6271" name="Group 6270">
                      <a:extLst>
                        <a:ext uri="{FF2B5EF4-FFF2-40B4-BE49-F238E27FC236}">
                          <a16:creationId xmlns:a16="http://schemas.microsoft.com/office/drawing/2014/main" id="{8973AA5F-9C9D-4E30-8021-95BC97F1C487}"/>
                        </a:ext>
                      </a:extLst>
                    </p:cNvPr>
                    <p:cNvGrpSpPr/>
                    <p:nvPr/>
                  </p:nvGrpSpPr>
                  <p:grpSpPr>
                    <a:xfrm rot="14400000">
                      <a:off x="5265196" y="3357021"/>
                      <a:ext cx="393192" cy="393192"/>
                      <a:chOff x="5354637" y="3446463"/>
                      <a:chExt cx="214313" cy="214313"/>
                    </a:xfrm>
                  </p:grpSpPr>
                  <p:sp>
                    <p:nvSpPr>
                      <p:cNvPr id="6280" name="Arc 6279">
                        <a:extLst>
                          <a:ext uri="{FF2B5EF4-FFF2-40B4-BE49-F238E27FC236}">
                            <a16:creationId xmlns:a16="http://schemas.microsoft.com/office/drawing/2014/main" id="{A4795BF7-3B48-223C-A070-5DC4AF508D7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281" name="Arc 6280">
                        <a:extLst>
                          <a:ext uri="{FF2B5EF4-FFF2-40B4-BE49-F238E27FC236}">
                            <a16:creationId xmlns:a16="http://schemas.microsoft.com/office/drawing/2014/main" id="{0465CBBB-0733-2C1A-F878-3D92D670EF2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272" name="Group 6271">
                      <a:extLst>
                        <a:ext uri="{FF2B5EF4-FFF2-40B4-BE49-F238E27FC236}">
                          <a16:creationId xmlns:a16="http://schemas.microsoft.com/office/drawing/2014/main" id="{320A3A69-4E23-DE78-B25B-F1A1D0AFF79E}"/>
                        </a:ext>
                      </a:extLst>
                    </p:cNvPr>
                    <p:cNvGrpSpPr/>
                    <p:nvPr/>
                  </p:nvGrpSpPr>
                  <p:grpSpPr>
                    <a:xfrm>
                      <a:off x="5310186" y="3402011"/>
                      <a:ext cx="303213" cy="303213"/>
                      <a:chOff x="5310186" y="3402011"/>
                      <a:chExt cx="303213" cy="303213"/>
                    </a:xfrm>
                  </p:grpSpPr>
                  <p:grpSp>
                    <p:nvGrpSpPr>
                      <p:cNvPr id="6273" name="Group 6272">
                        <a:extLst>
                          <a:ext uri="{FF2B5EF4-FFF2-40B4-BE49-F238E27FC236}">
                            <a16:creationId xmlns:a16="http://schemas.microsoft.com/office/drawing/2014/main" id="{49C3B040-46E1-1B2A-2774-869C7A9AE58B}"/>
                          </a:ext>
                        </a:extLst>
                      </p:cNvPr>
                      <p:cNvGrpSpPr/>
                      <p:nvPr/>
                    </p:nvGrpSpPr>
                    <p:grpSpPr>
                      <a:xfrm>
                        <a:off x="5354636" y="3446461"/>
                        <a:ext cx="214313" cy="214313"/>
                        <a:chOff x="5354637" y="3446463"/>
                        <a:chExt cx="214313" cy="214313"/>
                      </a:xfrm>
                    </p:grpSpPr>
                    <p:sp>
                      <p:nvSpPr>
                        <p:cNvPr id="6278" name="Arc 6277">
                          <a:extLst>
                            <a:ext uri="{FF2B5EF4-FFF2-40B4-BE49-F238E27FC236}">
                              <a16:creationId xmlns:a16="http://schemas.microsoft.com/office/drawing/2014/main" id="{5A3EC158-895D-EF8D-E05E-285CF92095C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279" name="Arc 6278">
                          <a:extLst>
                            <a:ext uri="{FF2B5EF4-FFF2-40B4-BE49-F238E27FC236}">
                              <a16:creationId xmlns:a16="http://schemas.microsoft.com/office/drawing/2014/main" id="{C2304EBD-B3FB-06D2-58AA-16A426FCB02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274" name="Group 6273">
                        <a:extLst>
                          <a:ext uri="{FF2B5EF4-FFF2-40B4-BE49-F238E27FC236}">
                            <a16:creationId xmlns:a16="http://schemas.microsoft.com/office/drawing/2014/main" id="{4074A72F-4835-39A6-25E5-52922A852321}"/>
                          </a:ext>
                        </a:extLst>
                      </p:cNvPr>
                      <p:cNvGrpSpPr/>
                      <p:nvPr/>
                    </p:nvGrpSpPr>
                    <p:grpSpPr>
                      <a:xfrm rot="7200000">
                        <a:off x="5310186" y="3402011"/>
                        <a:ext cx="303213" cy="303213"/>
                        <a:chOff x="5354637" y="3446463"/>
                        <a:chExt cx="214313" cy="214313"/>
                      </a:xfrm>
                    </p:grpSpPr>
                    <p:sp>
                      <p:nvSpPr>
                        <p:cNvPr id="6276" name="Arc 6275">
                          <a:extLst>
                            <a:ext uri="{FF2B5EF4-FFF2-40B4-BE49-F238E27FC236}">
                              <a16:creationId xmlns:a16="http://schemas.microsoft.com/office/drawing/2014/main" id="{9F3131B6-F3FA-F2D4-F898-502FCD235CC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277" name="Arc 6276">
                          <a:extLst>
                            <a:ext uri="{FF2B5EF4-FFF2-40B4-BE49-F238E27FC236}">
                              <a16:creationId xmlns:a16="http://schemas.microsoft.com/office/drawing/2014/main" id="{E229226D-1E23-73A9-40B5-34AFFAE308F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275" name="TextBox 6274">
                        <a:extLst>
                          <a:ext uri="{FF2B5EF4-FFF2-40B4-BE49-F238E27FC236}">
                            <a16:creationId xmlns:a16="http://schemas.microsoft.com/office/drawing/2014/main" id="{474C1705-26CA-0D94-B455-D5CF4EA56516}"/>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237" name="Group 6236">
                    <a:extLst>
                      <a:ext uri="{FF2B5EF4-FFF2-40B4-BE49-F238E27FC236}">
                        <a16:creationId xmlns:a16="http://schemas.microsoft.com/office/drawing/2014/main" id="{1A21888C-CD3D-427C-30E7-41F4523C0000}"/>
                      </a:ext>
                    </a:extLst>
                  </p:cNvPr>
                  <p:cNvGrpSpPr/>
                  <p:nvPr/>
                </p:nvGrpSpPr>
                <p:grpSpPr>
                  <a:xfrm>
                    <a:off x="5886431" y="3525040"/>
                    <a:ext cx="393192" cy="393192"/>
                    <a:chOff x="5265196" y="3932619"/>
                    <a:chExt cx="393192" cy="393192"/>
                  </a:xfrm>
                </p:grpSpPr>
                <p:grpSp>
                  <p:nvGrpSpPr>
                    <p:cNvPr id="6261" name="Group 6260">
                      <a:extLst>
                        <a:ext uri="{FF2B5EF4-FFF2-40B4-BE49-F238E27FC236}">
                          <a16:creationId xmlns:a16="http://schemas.microsoft.com/office/drawing/2014/main" id="{3E8310F0-AA27-ABA5-4370-8082D6E8EB75}"/>
                        </a:ext>
                      </a:extLst>
                    </p:cNvPr>
                    <p:cNvGrpSpPr/>
                    <p:nvPr/>
                  </p:nvGrpSpPr>
                  <p:grpSpPr>
                    <a:xfrm>
                      <a:off x="5354636" y="4022061"/>
                      <a:ext cx="214313" cy="214313"/>
                      <a:chOff x="5354637" y="3446463"/>
                      <a:chExt cx="214313" cy="214313"/>
                    </a:xfrm>
                  </p:grpSpPr>
                  <p:sp>
                    <p:nvSpPr>
                      <p:cNvPr id="6269" name="Arc 6268">
                        <a:extLst>
                          <a:ext uri="{FF2B5EF4-FFF2-40B4-BE49-F238E27FC236}">
                            <a16:creationId xmlns:a16="http://schemas.microsoft.com/office/drawing/2014/main" id="{37D50F2E-8F96-A6B3-8A56-8A7DD0FB7D7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270" name="Arc 6269">
                        <a:extLst>
                          <a:ext uri="{FF2B5EF4-FFF2-40B4-BE49-F238E27FC236}">
                            <a16:creationId xmlns:a16="http://schemas.microsoft.com/office/drawing/2014/main" id="{9A921D01-1164-8DF8-BBAF-42B3FD492D1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262" name="Group 6261">
                      <a:extLst>
                        <a:ext uri="{FF2B5EF4-FFF2-40B4-BE49-F238E27FC236}">
                          <a16:creationId xmlns:a16="http://schemas.microsoft.com/office/drawing/2014/main" id="{D73F63CF-BED0-51E4-B598-32816902374A}"/>
                        </a:ext>
                      </a:extLst>
                    </p:cNvPr>
                    <p:cNvGrpSpPr/>
                    <p:nvPr/>
                  </p:nvGrpSpPr>
                  <p:grpSpPr>
                    <a:xfrm rot="14400000">
                      <a:off x="5310186" y="3977611"/>
                      <a:ext cx="303213" cy="303213"/>
                      <a:chOff x="5354637" y="3446463"/>
                      <a:chExt cx="214313" cy="214313"/>
                    </a:xfrm>
                  </p:grpSpPr>
                  <p:sp>
                    <p:nvSpPr>
                      <p:cNvPr id="6267" name="Arc 6266">
                        <a:extLst>
                          <a:ext uri="{FF2B5EF4-FFF2-40B4-BE49-F238E27FC236}">
                            <a16:creationId xmlns:a16="http://schemas.microsoft.com/office/drawing/2014/main" id="{3622FD9D-EF71-326A-7D6A-176DD74DB88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268" name="Arc 6267">
                        <a:extLst>
                          <a:ext uri="{FF2B5EF4-FFF2-40B4-BE49-F238E27FC236}">
                            <a16:creationId xmlns:a16="http://schemas.microsoft.com/office/drawing/2014/main" id="{4A084455-4417-AF35-DDD0-D3540963354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263" name="Group 6262">
                      <a:extLst>
                        <a:ext uri="{FF2B5EF4-FFF2-40B4-BE49-F238E27FC236}">
                          <a16:creationId xmlns:a16="http://schemas.microsoft.com/office/drawing/2014/main" id="{D647F4BE-8920-EF8A-DFB0-53DBD2AE6E89}"/>
                        </a:ext>
                      </a:extLst>
                    </p:cNvPr>
                    <p:cNvGrpSpPr/>
                    <p:nvPr/>
                  </p:nvGrpSpPr>
                  <p:grpSpPr>
                    <a:xfrm rot="7200000">
                      <a:off x="5265196" y="3932619"/>
                      <a:ext cx="393192" cy="393192"/>
                      <a:chOff x="5354637" y="3446463"/>
                      <a:chExt cx="214313" cy="214313"/>
                    </a:xfrm>
                  </p:grpSpPr>
                  <p:sp>
                    <p:nvSpPr>
                      <p:cNvPr id="6265" name="Arc 6264">
                        <a:extLst>
                          <a:ext uri="{FF2B5EF4-FFF2-40B4-BE49-F238E27FC236}">
                            <a16:creationId xmlns:a16="http://schemas.microsoft.com/office/drawing/2014/main" id="{E13C881A-628A-06E7-7E33-AD2FC145FD5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266" name="Arc 6265">
                        <a:extLst>
                          <a:ext uri="{FF2B5EF4-FFF2-40B4-BE49-F238E27FC236}">
                            <a16:creationId xmlns:a16="http://schemas.microsoft.com/office/drawing/2014/main" id="{0139A385-1B6A-586C-EDE1-57DFCB69D98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264" name="TextBox 6263">
                      <a:extLst>
                        <a:ext uri="{FF2B5EF4-FFF2-40B4-BE49-F238E27FC236}">
                          <a16:creationId xmlns:a16="http://schemas.microsoft.com/office/drawing/2014/main" id="{535A8207-8E54-FECC-0237-FC9F8E88530B}"/>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6238" name="Group 6237">
                    <a:extLst>
                      <a:ext uri="{FF2B5EF4-FFF2-40B4-BE49-F238E27FC236}">
                        <a16:creationId xmlns:a16="http://schemas.microsoft.com/office/drawing/2014/main" id="{C756D164-BF9D-A54A-537C-75AF3ADDE0E9}"/>
                      </a:ext>
                    </a:extLst>
                  </p:cNvPr>
                  <p:cNvGrpSpPr/>
                  <p:nvPr/>
                </p:nvGrpSpPr>
                <p:grpSpPr>
                  <a:xfrm>
                    <a:off x="6512463" y="3525040"/>
                    <a:ext cx="393192" cy="393192"/>
                    <a:chOff x="6389147" y="3357021"/>
                    <a:chExt cx="393192" cy="393192"/>
                  </a:xfrm>
                </p:grpSpPr>
                <p:grpSp>
                  <p:nvGrpSpPr>
                    <p:cNvPr id="6250" name="Group 6249">
                      <a:extLst>
                        <a:ext uri="{FF2B5EF4-FFF2-40B4-BE49-F238E27FC236}">
                          <a16:creationId xmlns:a16="http://schemas.microsoft.com/office/drawing/2014/main" id="{964410D8-AE34-5696-AD19-B60916C10C49}"/>
                        </a:ext>
                      </a:extLst>
                    </p:cNvPr>
                    <p:cNvGrpSpPr/>
                    <p:nvPr/>
                  </p:nvGrpSpPr>
                  <p:grpSpPr>
                    <a:xfrm rot="7200000" flipH="1">
                      <a:off x="6389147" y="3357021"/>
                      <a:ext cx="393192" cy="393192"/>
                      <a:chOff x="5354637" y="3446463"/>
                      <a:chExt cx="214313" cy="214313"/>
                    </a:xfrm>
                  </p:grpSpPr>
                  <p:sp>
                    <p:nvSpPr>
                      <p:cNvPr id="6259" name="Arc 6258">
                        <a:extLst>
                          <a:ext uri="{FF2B5EF4-FFF2-40B4-BE49-F238E27FC236}">
                            <a16:creationId xmlns:a16="http://schemas.microsoft.com/office/drawing/2014/main" id="{B323071B-3748-3736-2543-98715EB3A53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260" name="Arc 6259">
                        <a:extLst>
                          <a:ext uri="{FF2B5EF4-FFF2-40B4-BE49-F238E27FC236}">
                            <a16:creationId xmlns:a16="http://schemas.microsoft.com/office/drawing/2014/main" id="{89A50F61-0BFF-3B12-26AA-31C06871431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251" name="Group 6250">
                      <a:extLst>
                        <a:ext uri="{FF2B5EF4-FFF2-40B4-BE49-F238E27FC236}">
                          <a16:creationId xmlns:a16="http://schemas.microsoft.com/office/drawing/2014/main" id="{D201F513-10E3-537E-7DBA-423029B04CEE}"/>
                        </a:ext>
                      </a:extLst>
                    </p:cNvPr>
                    <p:cNvGrpSpPr/>
                    <p:nvPr/>
                  </p:nvGrpSpPr>
                  <p:grpSpPr>
                    <a:xfrm>
                      <a:off x="6434137" y="3402011"/>
                      <a:ext cx="303213" cy="303213"/>
                      <a:chOff x="6434137" y="3402011"/>
                      <a:chExt cx="303213" cy="303213"/>
                    </a:xfrm>
                  </p:grpSpPr>
                  <p:grpSp>
                    <p:nvGrpSpPr>
                      <p:cNvPr id="6252" name="Group 6251">
                        <a:extLst>
                          <a:ext uri="{FF2B5EF4-FFF2-40B4-BE49-F238E27FC236}">
                            <a16:creationId xmlns:a16="http://schemas.microsoft.com/office/drawing/2014/main" id="{1B5914B4-CF7E-36DB-17C3-0DADFB2659FD}"/>
                          </a:ext>
                        </a:extLst>
                      </p:cNvPr>
                      <p:cNvGrpSpPr/>
                      <p:nvPr/>
                    </p:nvGrpSpPr>
                    <p:grpSpPr>
                      <a:xfrm flipH="1">
                        <a:off x="6478587" y="3446461"/>
                        <a:ext cx="214313" cy="214313"/>
                        <a:chOff x="5354637" y="3446463"/>
                        <a:chExt cx="214313" cy="214313"/>
                      </a:xfrm>
                    </p:grpSpPr>
                    <p:sp>
                      <p:nvSpPr>
                        <p:cNvPr id="6257" name="Arc 6256">
                          <a:extLst>
                            <a:ext uri="{FF2B5EF4-FFF2-40B4-BE49-F238E27FC236}">
                              <a16:creationId xmlns:a16="http://schemas.microsoft.com/office/drawing/2014/main" id="{454C2C1E-E558-2586-58CC-66FD209E0E3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258" name="Arc 6257">
                          <a:extLst>
                            <a:ext uri="{FF2B5EF4-FFF2-40B4-BE49-F238E27FC236}">
                              <a16:creationId xmlns:a16="http://schemas.microsoft.com/office/drawing/2014/main" id="{3759D88F-2114-FC57-7757-2709C7183B6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253" name="Group 6252">
                        <a:extLst>
                          <a:ext uri="{FF2B5EF4-FFF2-40B4-BE49-F238E27FC236}">
                            <a16:creationId xmlns:a16="http://schemas.microsoft.com/office/drawing/2014/main" id="{8D152EE0-537E-1CFB-0446-2F29F187FA3D}"/>
                          </a:ext>
                        </a:extLst>
                      </p:cNvPr>
                      <p:cNvGrpSpPr/>
                      <p:nvPr/>
                    </p:nvGrpSpPr>
                    <p:grpSpPr>
                      <a:xfrm rot="14400000" flipH="1">
                        <a:off x="6434137" y="3402011"/>
                        <a:ext cx="303213" cy="303213"/>
                        <a:chOff x="5354637" y="3446463"/>
                        <a:chExt cx="214313" cy="214313"/>
                      </a:xfrm>
                    </p:grpSpPr>
                    <p:sp>
                      <p:nvSpPr>
                        <p:cNvPr id="6255" name="Arc 6254">
                          <a:extLst>
                            <a:ext uri="{FF2B5EF4-FFF2-40B4-BE49-F238E27FC236}">
                              <a16:creationId xmlns:a16="http://schemas.microsoft.com/office/drawing/2014/main" id="{E6D81CE2-40B1-97AD-566B-0F13994FCF0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256" name="Arc 6255">
                          <a:extLst>
                            <a:ext uri="{FF2B5EF4-FFF2-40B4-BE49-F238E27FC236}">
                              <a16:creationId xmlns:a16="http://schemas.microsoft.com/office/drawing/2014/main" id="{748A3DCC-4569-580A-2677-DCAC8270FFE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254" name="TextBox 6253">
                        <a:extLst>
                          <a:ext uri="{FF2B5EF4-FFF2-40B4-BE49-F238E27FC236}">
                            <a16:creationId xmlns:a16="http://schemas.microsoft.com/office/drawing/2014/main" id="{74A09C80-3DCB-03A7-9711-E3AEE0B124EF}"/>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239" name="Group 6238">
                    <a:extLst>
                      <a:ext uri="{FF2B5EF4-FFF2-40B4-BE49-F238E27FC236}">
                        <a16:creationId xmlns:a16="http://schemas.microsoft.com/office/drawing/2014/main" id="{85F46C05-8352-4960-FA6A-B78284FBD312}"/>
                      </a:ext>
                    </a:extLst>
                  </p:cNvPr>
                  <p:cNvGrpSpPr/>
                  <p:nvPr/>
                </p:nvGrpSpPr>
                <p:grpSpPr>
                  <a:xfrm>
                    <a:off x="6197413" y="3225768"/>
                    <a:ext cx="393192" cy="393192"/>
                    <a:chOff x="6389147" y="3932622"/>
                    <a:chExt cx="393192" cy="393192"/>
                  </a:xfrm>
                </p:grpSpPr>
                <p:grpSp>
                  <p:nvGrpSpPr>
                    <p:cNvPr id="6240" name="Group 6239">
                      <a:extLst>
                        <a:ext uri="{FF2B5EF4-FFF2-40B4-BE49-F238E27FC236}">
                          <a16:creationId xmlns:a16="http://schemas.microsoft.com/office/drawing/2014/main" id="{557C0439-4950-E64E-00C8-65164ECB24ED}"/>
                        </a:ext>
                      </a:extLst>
                    </p:cNvPr>
                    <p:cNvGrpSpPr/>
                    <p:nvPr/>
                  </p:nvGrpSpPr>
                  <p:grpSpPr>
                    <a:xfrm flipH="1">
                      <a:off x="6478587" y="4022061"/>
                      <a:ext cx="214313" cy="214313"/>
                      <a:chOff x="5354637" y="3446463"/>
                      <a:chExt cx="214313" cy="214313"/>
                    </a:xfrm>
                  </p:grpSpPr>
                  <p:sp>
                    <p:nvSpPr>
                      <p:cNvPr id="6248" name="Arc 6247">
                        <a:extLst>
                          <a:ext uri="{FF2B5EF4-FFF2-40B4-BE49-F238E27FC236}">
                            <a16:creationId xmlns:a16="http://schemas.microsoft.com/office/drawing/2014/main" id="{54E3533E-E8A4-05BB-C8B8-94470407A2A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249" name="Arc 6248">
                        <a:extLst>
                          <a:ext uri="{FF2B5EF4-FFF2-40B4-BE49-F238E27FC236}">
                            <a16:creationId xmlns:a16="http://schemas.microsoft.com/office/drawing/2014/main" id="{F4A334AD-63E0-F204-09BC-46DF74F728A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241" name="Group 6240">
                      <a:extLst>
                        <a:ext uri="{FF2B5EF4-FFF2-40B4-BE49-F238E27FC236}">
                          <a16:creationId xmlns:a16="http://schemas.microsoft.com/office/drawing/2014/main" id="{ECC69A3C-15DC-5628-A85D-C0CB695F5924}"/>
                        </a:ext>
                      </a:extLst>
                    </p:cNvPr>
                    <p:cNvGrpSpPr/>
                    <p:nvPr/>
                  </p:nvGrpSpPr>
                  <p:grpSpPr>
                    <a:xfrm rot="7200000" flipH="1">
                      <a:off x="6434137" y="3977611"/>
                      <a:ext cx="303213" cy="303213"/>
                      <a:chOff x="5354637" y="3446463"/>
                      <a:chExt cx="214313" cy="214313"/>
                    </a:xfrm>
                  </p:grpSpPr>
                  <p:sp>
                    <p:nvSpPr>
                      <p:cNvPr id="6246" name="Arc 6245">
                        <a:extLst>
                          <a:ext uri="{FF2B5EF4-FFF2-40B4-BE49-F238E27FC236}">
                            <a16:creationId xmlns:a16="http://schemas.microsoft.com/office/drawing/2014/main" id="{B4D1ED5A-4AF0-6C71-29C9-BB7709CA9E1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247" name="Arc 6246">
                        <a:extLst>
                          <a:ext uri="{FF2B5EF4-FFF2-40B4-BE49-F238E27FC236}">
                            <a16:creationId xmlns:a16="http://schemas.microsoft.com/office/drawing/2014/main" id="{758C934F-31D8-AEB8-62A6-BE725722811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242" name="Group 6241">
                      <a:extLst>
                        <a:ext uri="{FF2B5EF4-FFF2-40B4-BE49-F238E27FC236}">
                          <a16:creationId xmlns:a16="http://schemas.microsoft.com/office/drawing/2014/main" id="{560C88F7-870A-E4DA-B597-7B6CC4D23016}"/>
                        </a:ext>
                      </a:extLst>
                    </p:cNvPr>
                    <p:cNvGrpSpPr/>
                    <p:nvPr/>
                  </p:nvGrpSpPr>
                  <p:grpSpPr>
                    <a:xfrm rot="14400000" flipH="1">
                      <a:off x="6389147" y="3932622"/>
                      <a:ext cx="393192" cy="393192"/>
                      <a:chOff x="5354637" y="3446463"/>
                      <a:chExt cx="214313" cy="214313"/>
                    </a:xfrm>
                  </p:grpSpPr>
                  <p:sp>
                    <p:nvSpPr>
                      <p:cNvPr id="6244" name="Arc 6243">
                        <a:extLst>
                          <a:ext uri="{FF2B5EF4-FFF2-40B4-BE49-F238E27FC236}">
                            <a16:creationId xmlns:a16="http://schemas.microsoft.com/office/drawing/2014/main" id="{264E6055-B0CC-2F2F-80B5-979A8D5EACD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245" name="Arc 6244">
                        <a:extLst>
                          <a:ext uri="{FF2B5EF4-FFF2-40B4-BE49-F238E27FC236}">
                            <a16:creationId xmlns:a16="http://schemas.microsoft.com/office/drawing/2014/main" id="{C1C99DC6-33F7-AA07-3693-FBA95C9046C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243" name="TextBox 6242">
                      <a:extLst>
                        <a:ext uri="{FF2B5EF4-FFF2-40B4-BE49-F238E27FC236}">
                          <a16:creationId xmlns:a16="http://schemas.microsoft.com/office/drawing/2014/main" id="{CBDFE502-460B-4826-3A6F-44D3335B29D0}"/>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6139" name="Group 6138">
                <a:extLst>
                  <a:ext uri="{FF2B5EF4-FFF2-40B4-BE49-F238E27FC236}">
                    <a16:creationId xmlns:a16="http://schemas.microsoft.com/office/drawing/2014/main" id="{0DD44308-F7E0-F445-217A-5C36ABC87646}"/>
                  </a:ext>
                </a:extLst>
              </p:cNvPr>
              <p:cNvGrpSpPr/>
              <p:nvPr/>
            </p:nvGrpSpPr>
            <p:grpSpPr>
              <a:xfrm>
                <a:off x="6065340" y="2039507"/>
                <a:ext cx="1643204" cy="1593124"/>
                <a:chOff x="5445106" y="2644743"/>
                <a:chExt cx="1643204" cy="1593124"/>
              </a:xfrm>
            </p:grpSpPr>
            <p:grpSp>
              <p:nvGrpSpPr>
                <p:cNvPr id="6140" name="Group 6139">
                  <a:extLst>
                    <a:ext uri="{FF2B5EF4-FFF2-40B4-BE49-F238E27FC236}">
                      <a16:creationId xmlns:a16="http://schemas.microsoft.com/office/drawing/2014/main" id="{DCF3BAC0-8669-AF85-559B-84B0225C03C2}"/>
                    </a:ext>
                  </a:extLst>
                </p:cNvPr>
                <p:cNvGrpSpPr/>
                <p:nvPr/>
              </p:nvGrpSpPr>
              <p:grpSpPr>
                <a:xfrm>
                  <a:off x="5445106" y="2644743"/>
                  <a:ext cx="1019224" cy="991639"/>
                  <a:chOff x="5886431" y="3225768"/>
                  <a:chExt cx="1019224" cy="991639"/>
                </a:xfrm>
              </p:grpSpPr>
              <p:grpSp>
                <p:nvGrpSpPr>
                  <p:cNvPr id="6188" name="Group 6187">
                    <a:extLst>
                      <a:ext uri="{FF2B5EF4-FFF2-40B4-BE49-F238E27FC236}">
                        <a16:creationId xmlns:a16="http://schemas.microsoft.com/office/drawing/2014/main" id="{B9FBCEFD-E14E-784E-21AB-8F1A34024BCE}"/>
                      </a:ext>
                    </a:extLst>
                  </p:cNvPr>
                  <p:cNvGrpSpPr/>
                  <p:nvPr/>
                </p:nvGrpSpPr>
                <p:grpSpPr>
                  <a:xfrm>
                    <a:off x="6197413" y="3824215"/>
                    <a:ext cx="393192" cy="393192"/>
                    <a:chOff x="5265196" y="3357021"/>
                    <a:chExt cx="393192" cy="393192"/>
                  </a:xfrm>
                </p:grpSpPr>
                <p:grpSp>
                  <p:nvGrpSpPr>
                    <p:cNvPr id="6223" name="Group 6222">
                      <a:extLst>
                        <a:ext uri="{FF2B5EF4-FFF2-40B4-BE49-F238E27FC236}">
                          <a16:creationId xmlns:a16="http://schemas.microsoft.com/office/drawing/2014/main" id="{FED77044-7523-A68C-1FCE-BB2C7050C88D}"/>
                        </a:ext>
                      </a:extLst>
                    </p:cNvPr>
                    <p:cNvGrpSpPr/>
                    <p:nvPr/>
                  </p:nvGrpSpPr>
                  <p:grpSpPr>
                    <a:xfrm rot="14400000">
                      <a:off x="5265196" y="3357021"/>
                      <a:ext cx="393192" cy="393192"/>
                      <a:chOff x="5354637" y="3446463"/>
                      <a:chExt cx="214313" cy="214313"/>
                    </a:xfrm>
                  </p:grpSpPr>
                  <p:sp>
                    <p:nvSpPr>
                      <p:cNvPr id="6232" name="Arc 6231">
                        <a:extLst>
                          <a:ext uri="{FF2B5EF4-FFF2-40B4-BE49-F238E27FC236}">
                            <a16:creationId xmlns:a16="http://schemas.microsoft.com/office/drawing/2014/main" id="{7BC5596B-0D22-D5E0-75DA-F6688F4030E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233" name="Arc 6232">
                        <a:extLst>
                          <a:ext uri="{FF2B5EF4-FFF2-40B4-BE49-F238E27FC236}">
                            <a16:creationId xmlns:a16="http://schemas.microsoft.com/office/drawing/2014/main" id="{6916AB46-7086-0B33-E6E7-3D643DA84EE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224" name="Group 6223">
                      <a:extLst>
                        <a:ext uri="{FF2B5EF4-FFF2-40B4-BE49-F238E27FC236}">
                          <a16:creationId xmlns:a16="http://schemas.microsoft.com/office/drawing/2014/main" id="{BA751FF3-7488-D36C-1F20-EECDE4E67B24}"/>
                        </a:ext>
                      </a:extLst>
                    </p:cNvPr>
                    <p:cNvGrpSpPr/>
                    <p:nvPr/>
                  </p:nvGrpSpPr>
                  <p:grpSpPr>
                    <a:xfrm>
                      <a:off x="5310186" y="3402011"/>
                      <a:ext cx="303213" cy="303213"/>
                      <a:chOff x="5310186" y="3402011"/>
                      <a:chExt cx="303213" cy="303213"/>
                    </a:xfrm>
                  </p:grpSpPr>
                  <p:grpSp>
                    <p:nvGrpSpPr>
                      <p:cNvPr id="6225" name="Group 6224">
                        <a:extLst>
                          <a:ext uri="{FF2B5EF4-FFF2-40B4-BE49-F238E27FC236}">
                            <a16:creationId xmlns:a16="http://schemas.microsoft.com/office/drawing/2014/main" id="{EEC77EE4-6C65-938A-9850-4409AF75A850}"/>
                          </a:ext>
                        </a:extLst>
                      </p:cNvPr>
                      <p:cNvGrpSpPr/>
                      <p:nvPr/>
                    </p:nvGrpSpPr>
                    <p:grpSpPr>
                      <a:xfrm>
                        <a:off x="5354636" y="3446461"/>
                        <a:ext cx="214313" cy="214313"/>
                        <a:chOff x="5354637" y="3446463"/>
                        <a:chExt cx="214313" cy="214313"/>
                      </a:xfrm>
                    </p:grpSpPr>
                    <p:sp>
                      <p:nvSpPr>
                        <p:cNvPr id="6230" name="Arc 6229">
                          <a:extLst>
                            <a:ext uri="{FF2B5EF4-FFF2-40B4-BE49-F238E27FC236}">
                              <a16:creationId xmlns:a16="http://schemas.microsoft.com/office/drawing/2014/main" id="{415DCCD2-6050-2AA9-AFB7-23579F34894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231" name="Arc 6230">
                          <a:extLst>
                            <a:ext uri="{FF2B5EF4-FFF2-40B4-BE49-F238E27FC236}">
                              <a16:creationId xmlns:a16="http://schemas.microsoft.com/office/drawing/2014/main" id="{68FE3782-7C6C-2C85-3806-018108A0F1D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226" name="Group 6225">
                        <a:extLst>
                          <a:ext uri="{FF2B5EF4-FFF2-40B4-BE49-F238E27FC236}">
                            <a16:creationId xmlns:a16="http://schemas.microsoft.com/office/drawing/2014/main" id="{8FC4DFCD-11FD-3E73-7B62-95E4FA1C04AE}"/>
                          </a:ext>
                        </a:extLst>
                      </p:cNvPr>
                      <p:cNvGrpSpPr/>
                      <p:nvPr/>
                    </p:nvGrpSpPr>
                    <p:grpSpPr>
                      <a:xfrm rot="7200000">
                        <a:off x="5310186" y="3402011"/>
                        <a:ext cx="303213" cy="303213"/>
                        <a:chOff x="5354637" y="3446463"/>
                        <a:chExt cx="214313" cy="214313"/>
                      </a:xfrm>
                    </p:grpSpPr>
                    <p:sp>
                      <p:nvSpPr>
                        <p:cNvPr id="6228" name="Arc 6227">
                          <a:extLst>
                            <a:ext uri="{FF2B5EF4-FFF2-40B4-BE49-F238E27FC236}">
                              <a16:creationId xmlns:a16="http://schemas.microsoft.com/office/drawing/2014/main" id="{7E3731DF-B0E0-E13B-50B8-098541378CF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229" name="Arc 6228">
                          <a:extLst>
                            <a:ext uri="{FF2B5EF4-FFF2-40B4-BE49-F238E27FC236}">
                              <a16:creationId xmlns:a16="http://schemas.microsoft.com/office/drawing/2014/main" id="{79793246-FC9E-A473-B27E-BD0C3879DEA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227" name="TextBox 6226">
                        <a:extLst>
                          <a:ext uri="{FF2B5EF4-FFF2-40B4-BE49-F238E27FC236}">
                            <a16:creationId xmlns:a16="http://schemas.microsoft.com/office/drawing/2014/main" id="{81B2E3F9-EB6F-374B-E5FB-9A95F96D7FCD}"/>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189" name="Group 6188">
                    <a:extLst>
                      <a:ext uri="{FF2B5EF4-FFF2-40B4-BE49-F238E27FC236}">
                        <a16:creationId xmlns:a16="http://schemas.microsoft.com/office/drawing/2014/main" id="{A6C4EA0B-D00D-4F75-7565-400B8F72F5F4}"/>
                      </a:ext>
                    </a:extLst>
                  </p:cNvPr>
                  <p:cNvGrpSpPr/>
                  <p:nvPr/>
                </p:nvGrpSpPr>
                <p:grpSpPr>
                  <a:xfrm>
                    <a:off x="5886431" y="3525040"/>
                    <a:ext cx="393192" cy="393192"/>
                    <a:chOff x="5265196" y="3932619"/>
                    <a:chExt cx="393192" cy="393192"/>
                  </a:xfrm>
                </p:grpSpPr>
                <p:grpSp>
                  <p:nvGrpSpPr>
                    <p:cNvPr id="6213" name="Group 6212">
                      <a:extLst>
                        <a:ext uri="{FF2B5EF4-FFF2-40B4-BE49-F238E27FC236}">
                          <a16:creationId xmlns:a16="http://schemas.microsoft.com/office/drawing/2014/main" id="{2969B8BB-7A13-4B8D-F46D-D7AC8AAE1C3C}"/>
                        </a:ext>
                      </a:extLst>
                    </p:cNvPr>
                    <p:cNvGrpSpPr/>
                    <p:nvPr/>
                  </p:nvGrpSpPr>
                  <p:grpSpPr>
                    <a:xfrm>
                      <a:off x="5354636" y="4022061"/>
                      <a:ext cx="214313" cy="214313"/>
                      <a:chOff x="5354637" y="3446463"/>
                      <a:chExt cx="214313" cy="214313"/>
                    </a:xfrm>
                  </p:grpSpPr>
                  <p:sp>
                    <p:nvSpPr>
                      <p:cNvPr id="6221" name="Arc 6220">
                        <a:extLst>
                          <a:ext uri="{FF2B5EF4-FFF2-40B4-BE49-F238E27FC236}">
                            <a16:creationId xmlns:a16="http://schemas.microsoft.com/office/drawing/2014/main" id="{C05B7992-9E27-8BE8-A5AC-2B84B3805C5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222" name="Arc 6221">
                        <a:extLst>
                          <a:ext uri="{FF2B5EF4-FFF2-40B4-BE49-F238E27FC236}">
                            <a16:creationId xmlns:a16="http://schemas.microsoft.com/office/drawing/2014/main" id="{8A1E9B4E-6855-872D-2CE2-1144CDF6612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214" name="Group 6213">
                      <a:extLst>
                        <a:ext uri="{FF2B5EF4-FFF2-40B4-BE49-F238E27FC236}">
                          <a16:creationId xmlns:a16="http://schemas.microsoft.com/office/drawing/2014/main" id="{7AFFAB82-EB6A-BC3C-3147-92AB08A8BD27}"/>
                        </a:ext>
                      </a:extLst>
                    </p:cNvPr>
                    <p:cNvGrpSpPr/>
                    <p:nvPr/>
                  </p:nvGrpSpPr>
                  <p:grpSpPr>
                    <a:xfrm rot="14400000">
                      <a:off x="5310186" y="3977611"/>
                      <a:ext cx="303213" cy="303213"/>
                      <a:chOff x="5354637" y="3446463"/>
                      <a:chExt cx="214313" cy="214313"/>
                    </a:xfrm>
                  </p:grpSpPr>
                  <p:sp>
                    <p:nvSpPr>
                      <p:cNvPr id="6219" name="Arc 6218">
                        <a:extLst>
                          <a:ext uri="{FF2B5EF4-FFF2-40B4-BE49-F238E27FC236}">
                            <a16:creationId xmlns:a16="http://schemas.microsoft.com/office/drawing/2014/main" id="{2C8A2021-9662-C8A3-6DB9-C76A76463CB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220" name="Arc 6219">
                        <a:extLst>
                          <a:ext uri="{FF2B5EF4-FFF2-40B4-BE49-F238E27FC236}">
                            <a16:creationId xmlns:a16="http://schemas.microsoft.com/office/drawing/2014/main" id="{6EDC7F3B-3F26-0606-E6A8-C3920070B0A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215" name="Group 6214">
                      <a:extLst>
                        <a:ext uri="{FF2B5EF4-FFF2-40B4-BE49-F238E27FC236}">
                          <a16:creationId xmlns:a16="http://schemas.microsoft.com/office/drawing/2014/main" id="{0CB4D145-1F08-D09A-D0AE-75437971150C}"/>
                        </a:ext>
                      </a:extLst>
                    </p:cNvPr>
                    <p:cNvGrpSpPr/>
                    <p:nvPr/>
                  </p:nvGrpSpPr>
                  <p:grpSpPr>
                    <a:xfrm rot="7200000">
                      <a:off x="5265196" y="3932619"/>
                      <a:ext cx="393192" cy="393192"/>
                      <a:chOff x="5354637" y="3446463"/>
                      <a:chExt cx="214313" cy="214313"/>
                    </a:xfrm>
                  </p:grpSpPr>
                  <p:sp>
                    <p:nvSpPr>
                      <p:cNvPr id="6217" name="Arc 6216">
                        <a:extLst>
                          <a:ext uri="{FF2B5EF4-FFF2-40B4-BE49-F238E27FC236}">
                            <a16:creationId xmlns:a16="http://schemas.microsoft.com/office/drawing/2014/main" id="{863582BD-AD27-7760-7165-A6AF75F56F6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218" name="Arc 6217">
                        <a:extLst>
                          <a:ext uri="{FF2B5EF4-FFF2-40B4-BE49-F238E27FC236}">
                            <a16:creationId xmlns:a16="http://schemas.microsoft.com/office/drawing/2014/main" id="{A218239D-CE8F-F078-4566-71E5E2F179D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216" name="TextBox 6215">
                      <a:extLst>
                        <a:ext uri="{FF2B5EF4-FFF2-40B4-BE49-F238E27FC236}">
                          <a16:creationId xmlns:a16="http://schemas.microsoft.com/office/drawing/2014/main" id="{0B15D9D0-8664-0216-E47E-49B7628FD24C}"/>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6190" name="Group 6189">
                    <a:extLst>
                      <a:ext uri="{FF2B5EF4-FFF2-40B4-BE49-F238E27FC236}">
                        <a16:creationId xmlns:a16="http://schemas.microsoft.com/office/drawing/2014/main" id="{206AA07B-74BD-FF1B-F815-4C1602CAB1DF}"/>
                      </a:ext>
                    </a:extLst>
                  </p:cNvPr>
                  <p:cNvGrpSpPr/>
                  <p:nvPr/>
                </p:nvGrpSpPr>
                <p:grpSpPr>
                  <a:xfrm>
                    <a:off x="6512463" y="3525040"/>
                    <a:ext cx="393192" cy="393192"/>
                    <a:chOff x="6389147" y="3357021"/>
                    <a:chExt cx="393192" cy="393192"/>
                  </a:xfrm>
                </p:grpSpPr>
                <p:grpSp>
                  <p:nvGrpSpPr>
                    <p:cNvPr id="6202" name="Group 6201">
                      <a:extLst>
                        <a:ext uri="{FF2B5EF4-FFF2-40B4-BE49-F238E27FC236}">
                          <a16:creationId xmlns:a16="http://schemas.microsoft.com/office/drawing/2014/main" id="{8EB2C24C-D7B7-7839-8DBA-8A5E1A817AED}"/>
                        </a:ext>
                      </a:extLst>
                    </p:cNvPr>
                    <p:cNvGrpSpPr/>
                    <p:nvPr/>
                  </p:nvGrpSpPr>
                  <p:grpSpPr>
                    <a:xfrm rot="7200000" flipH="1">
                      <a:off x="6389147" y="3357021"/>
                      <a:ext cx="393192" cy="393192"/>
                      <a:chOff x="5354637" y="3446463"/>
                      <a:chExt cx="214313" cy="214313"/>
                    </a:xfrm>
                  </p:grpSpPr>
                  <p:sp>
                    <p:nvSpPr>
                      <p:cNvPr id="6211" name="Arc 6210">
                        <a:extLst>
                          <a:ext uri="{FF2B5EF4-FFF2-40B4-BE49-F238E27FC236}">
                            <a16:creationId xmlns:a16="http://schemas.microsoft.com/office/drawing/2014/main" id="{8CDE0E34-4624-E939-9722-0EA7FD06E9A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212" name="Arc 6211">
                        <a:extLst>
                          <a:ext uri="{FF2B5EF4-FFF2-40B4-BE49-F238E27FC236}">
                            <a16:creationId xmlns:a16="http://schemas.microsoft.com/office/drawing/2014/main" id="{F85CBFFD-0194-CA4D-B980-07A262804E5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203" name="Group 6202">
                      <a:extLst>
                        <a:ext uri="{FF2B5EF4-FFF2-40B4-BE49-F238E27FC236}">
                          <a16:creationId xmlns:a16="http://schemas.microsoft.com/office/drawing/2014/main" id="{9CB1721C-3DBE-98A4-DB9E-7B4600020102}"/>
                        </a:ext>
                      </a:extLst>
                    </p:cNvPr>
                    <p:cNvGrpSpPr/>
                    <p:nvPr/>
                  </p:nvGrpSpPr>
                  <p:grpSpPr>
                    <a:xfrm>
                      <a:off x="6434137" y="3402011"/>
                      <a:ext cx="303213" cy="303213"/>
                      <a:chOff x="6434137" y="3402011"/>
                      <a:chExt cx="303213" cy="303213"/>
                    </a:xfrm>
                  </p:grpSpPr>
                  <p:grpSp>
                    <p:nvGrpSpPr>
                      <p:cNvPr id="6204" name="Group 6203">
                        <a:extLst>
                          <a:ext uri="{FF2B5EF4-FFF2-40B4-BE49-F238E27FC236}">
                            <a16:creationId xmlns:a16="http://schemas.microsoft.com/office/drawing/2014/main" id="{15972F12-DF5C-9F6B-2CDD-36E973307F31}"/>
                          </a:ext>
                        </a:extLst>
                      </p:cNvPr>
                      <p:cNvGrpSpPr/>
                      <p:nvPr/>
                    </p:nvGrpSpPr>
                    <p:grpSpPr>
                      <a:xfrm flipH="1">
                        <a:off x="6478587" y="3446461"/>
                        <a:ext cx="214313" cy="214313"/>
                        <a:chOff x="5354637" y="3446463"/>
                        <a:chExt cx="214313" cy="214313"/>
                      </a:xfrm>
                    </p:grpSpPr>
                    <p:sp>
                      <p:nvSpPr>
                        <p:cNvPr id="6209" name="Arc 6208">
                          <a:extLst>
                            <a:ext uri="{FF2B5EF4-FFF2-40B4-BE49-F238E27FC236}">
                              <a16:creationId xmlns:a16="http://schemas.microsoft.com/office/drawing/2014/main" id="{43EC7B3A-1B19-AC7F-E805-6F16A814E69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210" name="Arc 6209">
                          <a:extLst>
                            <a:ext uri="{FF2B5EF4-FFF2-40B4-BE49-F238E27FC236}">
                              <a16:creationId xmlns:a16="http://schemas.microsoft.com/office/drawing/2014/main" id="{DBDC9965-8CB9-58AA-AA3D-1824998B529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205" name="Group 6204">
                        <a:extLst>
                          <a:ext uri="{FF2B5EF4-FFF2-40B4-BE49-F238E27FC236}">
                            <a16:creationId xmlns:a16="http://schemas.microsoft.com/office/drawing/2014/main" id="{F9A0916D-2E01-A0D4-486D-E3FEDB2AE80D}"/>
                          </a:ext>
                        </a:extLst>
                      </p:cNvPr>
                      <p:cNvGrpSpPr/>
                      <p:nvPr/>
                    </p:nvGrpSpPr>
                    <p:grpSpPr>
                      <a:xfrm rot="14400000" flipH="1">
                        <a:off x="6434137" y="3402011"/>
                        <a:ext cx="303213" cy="303213"/>
                        <a:chOff x="5354637" y="3446463"/>
                        <a:chExt cx="214313" cy="214313"/>
                      </a:xfrm>
                    </p:grpSpPr>
                    <p:sp>
                      <p:nvSpPr>
                        <p:cNvPr id="6207" name="Arc 6206">
                          <a:extLst>
                            <a:ext uri="{FF2B5EF4-FFF2-40B4-BE49-F238E27FC236}">
                              <a16:creationId xmlns:a16="http://schemas.microsoft.com/office/drawing/2014/main" id="{5752600B-CC86-6253-9D3E-A3A9B11D197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208" name="Arc 6207">
                          <a:extLst>
                            <a:ext uri="{FF2B5EF4-FFF2-40B4-BE49-F238E27FC236}">
                              <a16:creationId xmlns:a16="http://schemas.microsoft.com/office/drawing/2014/main" id="{66EB1CA5-B328-5570-A248-63ADD8F1F2D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206" name="TextBox 6205">
                        <a:extLst>
                          <a:ext uri="{FF2B5EF4-FFF2-40B4-BE49-F238E27FC236}">
                            <a16:creationId xmlns:a16="http://schemas.microsoft.com/office/drawing/2014/main" id="{FBAAF264-FF30-7BE6-C6A0-D5A3A6B23910}"/>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191" name="Group 6190">
                    <a:extLst>
                      <a:ext uri="{FF2B5EF4-FFF2-40B4-BE49-F238E27FC236}">
                        <a16:creationId xmlns:a16="http://schemas.microsoft.com/office/drawing/2014/main" id="{C9A5EFE7-AD81-C8A0-44F5-FE389E1481BF}"/>
                      </a:ext>
                    </a:extLst>
                  </p:cNvPr>
                  <p:cNvGrpSpPr/>
                  <p:nvPr/>
                </p:nvGrpSpPr>
                <p:grpSpPr>
                  <a:xfrm>
                    <a:off x="6197413" y="3225768"/>
                    <a:ext cx="393192" cy="393192"/>
                    <a:chOff x="6389147" y="3932622"/>
                    <a:chExt cx="393192" cy="393192"/>
                  </a:xfrm>
                </p:grpSpPr>
                <p:grpSp>
                  <p:nvGrpSpPr>
                    <p:cNvPr id="6192" name="Group 6191">
                      <a:extLst>
                        <a:ext uri="{FF2B5EF4-FFF2-40B4-BE49-F238E27FC236}">
                          <a16:creationId xmlns:a16="http://schemas.microsoft.com/office/drawing/2014/main" id="{79B039B4-3A9D-6E9F-BB90-6F4356F9BFDE}"/>
                        </a:ext>
                      </a:extLst>
                    </p:cNvPr>
                    <p:cNvGrpSpPr/>
                    <p:nvPr/>
                  </p:nvGrpSpPr>
                  <p:grpSpPr>
                    <a:xfrm flipH="1">
                      <a:off x="6478587" y="4022061"/>
                      <a:ext cx="214313" cy="214313"/>
                      <a:chOff x="5354637" y="3446463"/>
                      <a:chExt cx="214313" cy="214313"/>
                    </a:xfrm>
                  </p:grpSpPr>
                  <p:sp>
                    <p:nvSpPr>
                      <p:cNvPr id="6200" name="Arc 6199">
                        <a:extLst>
                          <a:ext uri="{FF2B5EF4-FFF2-40B4-BE49-F238E27FC236}">
                            <a16:creationId xmlns:a16="http://schemas.microsoft.com/office/drawing/2014/main" id="{9A9A490E-2F25-C5CC-56C1-D8519EDB41B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201" name="Arc 6200">
                        <a:extLst>
                          <a:ext uri="{FF2B5EF4-FFF2-40B4-BE49-F238E27FC236}">
                            <a16:creationId xmlns:a16="http://schemas.microsoft.com/office/drawing/2014/main" id="{94C8AF65-5D6F-75CE-80C5-1409D1EC480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193" name="Group 6192">
                      <a:extLst>
                        <a:ext uri="{FF2B5EF4-FFF2-40B4-BE49-F238E27FC236}">
                          <a16:creationId xmlns:a16="http://schemas.microsoft.com/office/drawing/2014/main" id="{6417822A-75CE-446A-57D6-E2FAFDB4A799}"/>
                        </a:ext>
                      </a:extLst>
                    </p:cNvPr>
                    <p:cNvGrpSpPr/>
                    <p:nvPr/>
                  </p:nvGrpSpPr>
                  <p:grpSpPr>
                    <a:xfrm rot="7200000" flipH="1">
                      <a:off x="6434137" y="3977611"/>
                      <a:ext cx="303213" cy="303213"/>
                      <a:chOff x="5354637" y="3446463"/>
                      <a:chExt cx="214313" cy="214313"/>
                    </a:xfrm>
                  </p:grpSpPr>
                  <p:sp>
                    <p:nvSpPr>
                      <p:cNvPr id="6198" name="Arc 6197">
                        <a:extLst>
                          <a:ext uri="{FF2B5EF4-FFF2-40B4-BE49-F238E27FC236}">
                            <a16:creationId xmlns:a16="http://schemas.microsoft.com/office/drawing/2014/main" id="{78D195BC-A1A2-F476-CAC2-EE123EB4825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199" name="Arc 6198">
                        <a:extLst>
                          <a:ext uri="{FF2B5EF4-FFF2-40B4-BE49-F238E27FC236}">
                            <a16:creationId xmlns:a16="http://schemas.microsoft.com/office/drawing/2014/main" id="{95FEBC8C-37F1-789A-50FA-51D677F5013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194" name="Group 6193">
                      <a:extLst>
                        <a:ext uri="{FF2B5EF4-FFF2-40B4-BE49-F238E27FC236}">
                          <a16:creationId xmlns:a16="http://schemas.microsoft.com/office/drawing/2014/main" id="{F3F42E58-6678-7098-71D3-33CDC5B4648F}"/>
                        </a:ext>
                      </a:extLst>
                    </p:cNvPr>
                    <p:cNvGrpSpPr/>
                    <p:nvPr/>
                  </p:nvGrpSpPr>
                  <p:grpSpPr>
                    <a:xfrm rot="14400000" flipH="1">
                      <a:off x="6389147" y="3932622"/>
                      <a:ext cx="393192" cy="393192"/>
                      <a:chOff x="5354637" y="3446463"/>
                      <a:chExt cx="214313" cy="214313"/>
                    </a:xfrm>
                  </p:grpSpPr>
                  <p:sp>
                    <p:nvSpPr>
                      <p:cNvPr id="6196" name="Arc 6195">
                        <a:extLst>
                          <a:ext uri="{FF2B5EF4-FFF2-40B4-BE49-F238E27FC236}">
                            <a16:creationId xmlns:a16="http://schemas.microsoft.com/office/drawing/2014/main" id="{093D4AB4-9D88-CBD3-0D44-A079BA90CA4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197" name="Arc 6196">
                        <a:extLst>
                          <a:ext uri="{FF2B5EF4-FFF2-40B4-BE49-F238E27FC236}">
                            <a16:creationId xmlns:a16="http://schemas.microsoft.com/office/drawing/2014/main" id="{DC2F21EA-4084-9039-3222-F51A63368BC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195" name="TextBox 6194">
                      <a:extLst>
                        <a:ext uri="{FF2B5EF4-FFF2-40B4-BE49-F238E27FC236}">
                          <a16:creationId xmlns:a16="http://schemas.microsoft.com/office/drawing/2014/main" id="{362EA003-4DE0-2D49-7168-26B588B55AA0}"/>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141" name="Group 6140">
                  <a:extLst>
                    <a:ext uri="{FF2B5EF4-FFF2-40B4-BE49-F238E27FC236}">
                      <a16:creationId xmlns:a16="http://schemas.microsoft.com/office/drawing/2014/main" id="{F1C3F7F9-79F5-44C3-99C3-3AB2A2ECC9A1}"/>
                    </a:ext>
                  </a:extLst>
                </p:cNvPr>
                <p:cNvGrpSpPr/>
                <p:nvPr/>
              </p:nvGrpSpPr>
              <p:grpSpPr>
                <a:xfrm>
                  <a:off x="6069086" y="3246228"/>
                  <a:ext cx="1019224" cy="991639"/>
                  <a:chOff x="5886431" y="3225768"/>
                  <a:chExt cx="1019224" cy="991639"/>
                </a:xfrm>
              </p:grpSpPr>
              <p:grpSp>
                <p:nvGrpSpPr>
                  <p:cNvPr id="6142" name="Group 6141">
                    <a:extLst>
                      <a:ext uri="{FF2B5EF4-FFF2-40B4-BE49-F238E27FC236}">
                        <a16:creationId xmlns:a16="http://schemas.microsoft.com/office/drawing/2014/main" id="{D5B32AE2-631C-08C3-3017-13643444071B}"/>
                      </a:ext>
                    </a:extLst>
                  </p:cNvPr>
                  <p:cNvGrpSpPr/>
                  <p:nvPr/>
                </p:nvGrpSpPr>
                <p:grpSpPr>
                  <a:xfrm>
                    <a:off x="6197413" y="3824215"/>
                    <a:ext cx="393192" cy="393192"/>
                    <a:chOff x="5265196" y="3357021"/>
                    <a:chExt cx="393192" cy="393192"/>
                  </a:xfrm>
                </p:grpSpPr>
                <p:grpSp>
                  <p:nvGrpSpPr>
                    <p:cNvPr id="6177" name="Group 6176">
                      <a:extLst>
                        <a:ext uri="{FF2B5EF4-FFF2-40B4-BE49-F238E27FC236}">
                          <a16:creationId xmlns:a16="http://schemas.microsoft.com/office/drawing/2014/main" id="{6C658BAF-DD56-81A6-2961-0BEAC8468E5E}"/>
                        </a:ext>
                      </a:extLst>
                    </p:cNvPr>
                    <p:cNvGrpSpPr/>
                    <p:nvPr/>
                  </p:nvGrpSpPr>
                  <p:grpSpPr>
                    <a:xfrm rot="14400000">
                      <a:off x="5265196" y="3357021"/>
                      <a:ext cx="393192" cy="393192"/>
                      <a:chOff x="5354637" y="3446463"/>
                      <a:chExt cx="214313" cy="214313"/>
                    </a:xfrm>
                  </p:grpSpPr>
                  <p:sp>
                    <p:nvSpPr>
                      <p:cNvPr id="6186" name="Arc 6185">
                        <a:extLst>
                          <a:ext uri="{FF2B5EF4-FFF2-40B4-BE49-F238E27FC236}">
                            <a16:creationId xmlns:a16="http://schemas.microsoft.com/office/drawing/2014/main" id="{7194AB71-8C7B-76B3-CC39-9D88811127C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187" name="Arc 6186">
                        <a:extLst>
                          <a:ext uri="{FF2B5EF4-FFF2-40B4-BE49-F238E27FC236}">
                            <a16:creationId xmlns:a16="http://schemas.microsoft.com/office/drawing/2014/main" id="{1131EDB5-9707-F002-E04B-DF20E5C48B9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178" name="Group 6177">
                      <a:extLst>
                        <a:ext uri="{FF2B5EF4-FFF2-40B4-BE49-F238E27FC236}">
                          <a16:creationId xmlns:a16="http://schemas.microsoft.com/office/drawing/2014/main" id="{DDD5FADC-7B53-5CF6-341A-4EA0A788A9E0}"/>
                        </a:ext>
                      </a:extLst>
                    </p:cNvPr>
                    <p:cNvGrpSpPr/>
                    <p:nvPr/>
                  </p:nvGrpSpPr>
                  <p:grpSpPr>
                    <a:xfrm>
                      <a:off x="5310186" y="3402011"/>
                      <a:ext cx="303213" cy="303213"/>
                      <a:chOff x="5310186" y="3402011"/>
                      <a:chExt cx="303213" cy="303213"/>
                    </a:xfrm>
                  </p:grpSpPr>
                  <p:grpSp>
                    <p:nvGrpSpPr>
                      <p:cNvPr id="6179" name="Group 6178">
                        <a:extLst>
                          <a:ext uri="{FF2B5EF4-FFF2-40B4-BE49-F238E27FC236}">
                            <a16:creationId xmlns:a16="http://schemas.microsoft.com/office/drawing/2014/main" id="{A220C54F-75A1-4B97-796E-1F184A754ADD}"/>
                          </a:ext>
                        </a:extLst>
                      </p:cNvPr>
                      <p:cNvGrpSpPr/>
                      <p:nvPr/>
                    </p:nvGrpSpPr>
                    <p:grpSpPr>
                      <a:xfrm>
                        <a:off x="5354636" y="3446461"/>
                        <a:ext cx="214313" cy="214313"/>
                        <a:chOff x="5354637" y="3446463"/>
                        <a:chExt cx="214313" cy="214313"/>
                      </a:xfrm>
                    </p:grpSpPr>
                    <p:sp>
                      <p:nvSpPr>
                        <p:cNvPr id="6184" name="Arc 6183">
                          <a:extLst>
                            <a:ext uri="{FF2B5EF4-FFF2-40B4-BE49-F238E27FC236}">
                              <a16:creationId xmlns:a16="http://schemas.microsoft.com/office/drawing/2014/main" id="{24406536-B463-14E6-046A-9BA984096A1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185" name="Arc 6184">
                          <a:extLst>
                            <a:ext uri="{FF2B5EF4-FFF2-40B4-BE49-F238E27FC236}">
                              <a16:creationId xmlns:a16="http://schemas.microsoft.com/office/drawing/2014/main" id="{0C15865F-1B6A-2BA4-41B5-1456865D39F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180" name="Group 6179">
                        <a:extLst>
                          <a:ext uri="{FF2B5EF4-FFF2-40B4-BE49-F238E27FC236}">
                            <a16:creationId xmlns:a16="http://schemas.microsoft.com/office/drawing/2014/main" id="{A1D4DB4F-CA01-9BDF-855B-8FEED917F18A}"/>
                          </a:ext>
                        </a:extLst>
                      </p:cNvPr>
                      <p:cNvGrpSpPr/>
                      <p:nvPr/>
                    </p:nvGrpSpPr>
                    <p:grpSpPr>
                      <a:xfrm rot="7200000">
                        <a:off x="5310186" y="3402011"/>
                        <a:ext cx="303213" cy="303213"/>
                        <a:chOff x="5354637" y="3446463"/>
                        <a:chExt cx="214313" cy="214313"/>
                      </a:xfrm>
                    </p:grpSpPr>
                    <p:sp>
                      <p:nvSpPr>
                        <p:cNvPr id="6182" name="Arc 6181">
                          <a:extLst>
                            <a:ext uri="{FF2B5EF4-FFF2-40B4-BE49-F238E27FC236}">
                              <a16:creationId xmlns:a16="http://schemas.microsoft.com/office/drawing/2014/main" id="{FCEBFF55-F4E9-3B09-9F9F-DEDAA86E8AE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183" name="Arc 6182">
                          <a:extLst>
                            <a:ext uri="{FF2B5EF4-FFF2-40B4-BE49-F238E27FC236}">
                              <a16:creationId xmlns:a16="http://schemas.microsoft.com/office/drawing/2014/main" id="{CAEF6831-2512-0F59-A27E-1CE2A401C8A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181" name="TextBox 6180">
                        <a:extLst>
                          <a:ext uri="{FF2B5EF4-FFF2-40B4-BE49-F238E27FC236}">
                            <a16:creationId xmlns:a16="http://schemas.microsoft.com/office/drawing/2014/main" id="{103A93F0-FC32-2315-1E14-51354BF5E9E7}"/>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143" name="Group 6142">
                    <a:extLst>
                      <a:ext uri="{FF2B5EF4-FFF2-40B4-BE49-F238E27FC236}">
                        <a16:creationId xmlns:a16="http://schemas.microsoft.com/office/drawing/2014/main" id="{0F99F90D-B067-313D-DEA8-ED07A4D84E38}"/>
                      </a:ext>
                    </a:extLst>
                  </p:cNvPr>
                  <p:cNvGrpSpPr/>
                  <p:nvPr/>
                </p:nvGrpSpPr>
                <p:grpSpPr>
                  <a:xfrm>
                    <a:off x="5886431" y="3525040"/>
                    <a:ext cx="393192" cy="393192"/>
                    <a:chOff x="5265196" y="3932619"/>
                    <a:chExt cx="393192" cy="393192"/>
                  </a:xfrm>
                </p:grpSpPr>
                <p:grpSp>
                  <p:nvGrpSpPr>
                    <p:cNvPr id="6167" name="Group 6166">
                      <a:extLst>
                        <a:ext uri="{FF2B5EF4-FFF2-40B4-BE49-F238E27FC236}">
                          <a16:creationId xmlns:a16="http://schemas.microsoft.com/office/drawing/2014/main" id="{28C74726-72B0-887C-E3A1-88070DC9F42D}"/>
                        </a:ext>
                      </a:extLst>
                    </p:cNvPr>
                    <p:cNvGrpSpPr/>
                    <p:nvPr/>
                  </p:nvGrpSpPr>
                  <p:grpSpPr>
                    <a:xfrm>
                      <a:off x="5354636" y="4022061"/>
                      <a:ext cx="214313" cy="214313"/>
                      <a:chOff x="5354637" y="3446463"/>
                      <a:chExt cx="214313" cy="214313"/>
                    </a:xfrm>
                  </p:grpSpPr>
                  <p:sp>
                    <p:nvSpPr>
                      <p:cNvPr id="6175" name="Arc 6174">
                        <a:extLst>
                          <a:ext uri="{FF2B5EF4-FFF2-40B4-BE49-F238E27FC236}">
                            <a16:creationId xmlns:a16="http://schemas.microsoft.com/office/drawing/2014/main" id="{BCF04BAE-39AA-C6BB-35CD-94520F55030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176" name="Arc 6175">
                        <a:extLst>
                          <a:ext uri="{FF2B5EF4-FFF2-40B4-BE49-F238E27FC236}">
                            <a16:creationId xmlns:a16="http://schemas.microsoft.com/office/drawing/2014/main" id="{C8041917-2DAB-3810-41CD-214B233D0E7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168" name="Group 6167">
                      <a:extLst>
                        <a:ext uri="{FF2B5EF4-FFF2-40B4-BE49-F238E27FC236}">
                          <a16:creationId xmlns:a16="http://schemas.microsoft.com/office/drawing/2014/main" id="{9A00DA9C-0A47-9497-147F-6A770DDDCF7D}"/>
                        </a:ext>
                      </a:extLst>
                    </p:cNvPr>
                    <p:cNvGrpSpPr/>
                    <p:nvPr/>
                  </p:nvGrpSpPr>
                  <p:grpSpPr>
                    <a:xfrm rot="14400000">
                      <a:off x="5310186" y="3977611"/>
                      <a:ext cx="303213" cy="303213"/>
                      <a:chOff x="5354637" y="3446463"/>
                      <a:chExt cx="214313" cy="214313"/>
                    </a:xfrm>
                  </p:grpSpPr>
                  <p:sp>
                    <p:nvSpPr>
                      <p:cNvPr id="6173" name="Arc 6172">
                        <a:extLst>
                          <a:ext uri="{FF2B5EF4-FFF2-40B4-BE49-F238E27FC236}">
                            <a16:creationId xmlns:a16="http://schemas.microsoft.com/office/drawing/2014/main" id="{2594C580-1F02-3779-F214-3A38655E9DE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174" name="Arc 6173">
                        <a:extLst>
                          <a:ext uri="{FF2B5EF4-FFF2-40B4-BE49-F238E27FC236}">
                            <a16:creationId xmlns:a16="http://schemas.microsoft.com/office/drawing/2014/main" id="{B0AD19EE-4F94-BEAE-E1D0-0F55FBF0B92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169" name="Group 6168">
                      <a:extLst>
                        <a:ext uri="{FF2B5EF4-FFF2-40B4-BE49-F238E27FC236}">
                          <a16:creationId xmlns:a16="http://schemas.microsoft.com/office/drawing/2014/main" id="{17523719-494D-7981-AE0D-6E6FA66EE6E0}"/>
                        </a:ext>
                      </a:extLst>
                    </p:cNvPr>
                    <p:cNvGrpSpPr/>
                    <p:nvPr/>
                  </p:nvGrpSpPr>
                  <p:grpSpPr>
                    <a:xfrm rot="7200000">
                      <a:off x="5265196" y="3932619"/>
                      <a:ext cx="393192" cy="393192"/>
                      <a:chOff x="5354637" y="3446463"/>
                      <a:chExt cx="214313" cy="214313"/>
                    </a:xfrm>
                  </p:grpSpPr>
                  <p:sp>
                    <p:nvSpPr>
                      <p:cNvPr id="6171" name="Arc 6170">
                        <a:extLst>
                          <a:ext uri="{FF2B5EF4-FFF2-40B4-BE49-F238E27FC236}">
                            <a16:creationId xmlns:a16="http://schemas.microsoft.com/office/drawing/2014/main" id="{B634B0B7-349C-9B4C-D2D1-5C4EDE00F34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172" name="Arc 6171">
                        <a:extLst>
                          <a:ext uri="{FF2B5EF4-FFF2-40B4-BE49-F238E27FC236}">
                            <a16:creationId xmlns:a16="http://schemas.microsoft.com/office/drawing/2014/main" id="{691BEBFD-C2E4-2354-9454-464FB245316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170" name="TextBox 6169">
                      <a:extLst>
                        <a:ext uri="{FF2B5EF4-FFF2-40B4-BE49-F238E27FC236}">
                          <a16:creationId xmlns:a16="http://schemas.microsoft.com/office/drawing/2014/main" id="{534A012E-3EFC-47AF-6229-F126BC111771}"/>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6144" name="Group 6143">
                    <a:extLst>
                      <a:ext uri="{FF2B5EF4-FFF2-40B4-BE49-F238E27FC236}">
                        <a16:creationId xmlns:a16="http://schemas.microsoft.com/office/drawing/2014/main" id="{BED756A9-EB49-874F-F85C-22372FF0E6B1}"/>
                      </a:ext>
                    </a:extLst>
                  </p:cNvPr>
                  <p:cNvGrpSpPr/>
                  <p:nvPr/>
                </p:nvGrpSpPr>
                <p:grpSpPr>
                  <a:xfrm>
                    <a:off x="6512463" y="3525040"/>
                    <a:ext cx="393192" cy="393192"/>
                    <a:chOff x="6389147" y="3357021"/>
                    <a:chExt cx="393192" cy="393192"/>
                  </a:xfrm>
                </p:grpSpPr>
                <p:grpSp>
                  <p:nvGrpSpPr>
                    <p:cNvPr id="6156" name="Group 6155">
                      <a:extLst>
                        <a:ext uri="{FF2B5EF4-FFF2-40B4-BE49-F238E27FC236}">
                          <a16:creationId xmlns:a16="http://schemas.microsoft.com/office/drawing/2014/main" id="{9274B3A3-FDAC-CC9F-83F7-8CED35FA0C38}"/>
                        </a:ext>
                      </a:extLst>
                    </p:cNvPr>
                    <p:cNvGrpSpPr/>
                    <p:nvPr/>
                  </p:nvGrpSpPr>
                  <p:grpSpPr>
                    <a:xfrm rot="7200000" flipH="1">
                      <a:off x="6389147" y="3357021"/>
                      <a:ext cx="393192" cy="393192"/>
                      <a:chOff x="5354637" y="3446463"/>
                      <a:chExt cx="214313" cy="214313"/>
                    </a:xfrm>
                  </p:grpSpPr>
                  <p:sp>
                    <p:nvSpPr>
                      <p:cNvPr id="6165" name="Arc 6164">
                        <a:extLst>
                          <a:ext uri="{FF2B5EF4-FFF2-40B4-BE49-F238E27FC236}">
                            <a16:creationId xmlns:a16="http://schemas.microsoft.com/office/drawing/2014/main" id="{6C7CBF16-BA63-D406-4505-A0D0A335A43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166" name="Arc 6165">
                        <a:extLst>
                          <a:ext uri="{FF2B5EF4-FFF2-40B4-BE49-F238E27FC236}">
                            <a16:creationId xmlns:a16="http://schemas.microsoft.com/office/drawing/2014/main" id="{CBC011C5-88F8-632C-2EAF-A4048B09820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157" name="Group 6156">
                      <a:extLst>
                        <a:ext uri="{FF2B5EF4-FFF2-40B4-BE49-F238E27FC236}">
                          <a16:creationId xmlns:a16="http://schemas.microsoft.com/office/drawing/2014/main" id="{6CFC4481-076D-9BED-82CA-484F372852B1}"/>
                        </a:ext>
                      </a:extLst>
                    </p:cNvPr>
                    <p:cNvGrpSpPr/>
                    <p:nvPr/>
                  </p:nvGrpSpPr>
                  <p:grpSpPr>
                    <a:xfrm>
                      <a:off x="6434137" y="3402011"/>
                      <a:ext cx="303213" cy="303213"/>
                      <a:chOff x="6434137" y="3402011"/>
                      <a:chExt cx="303213" cy="303213"/>
                    </a:xfrm>
                  </p:grpSpPr>
                  <p:grpSp>
                    <p:nvGrpSpPr>
                      <p:cNvPr id="6158" name="Group 6157">
                        <a:extLst>
                          <a:ext uri="{FF2B5EF4-FFF2-40B4-BE49-F238E27FC236}">
                            <a16:creationId xmlns:a16="http://schemas.microsoft.com/office/drawing/2014/main" id="{153A8D76-8ADD-B681-2679-1053509135A7}"/>
                          </a:ext>
                        </a:extLst>
                      </p:cNvPr>
                      <p:cNvGrpSpPr/>
                      <p:nvPr/>
                    </p:nvGrpSpPr>
                    <p:grpSpPr>
                      <a:xfrm flipH="1">
                        <a:off x="6478587" y="3446461"/>
                        <a:ext cx="214313" cy="214313"/>
                        <a:chOff x="5354637" y="3446463"/>
                        <a:chExt cx="214313" cy="214313"/>
                      </a:xfrm>
                    </p:grpSpPr>
                    <p:sp>
                      <p:nvSpPr>
                        <p:cNvPr id="6163" name="Arc 6162">
                          <a:extLst>
                            <a:ext uri="{FF2B5EF4-FFF2-40B4-BE49-F238E27FC236}">
                              <a16:creationId xmlns:a16="http://schemas.microsoft.com/office/drawing/2014/main" id="{CC85ABBE-08F2-7137-6368-47115B9CEBC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164" name="Arc 6163">
                          <a:extLst>
                            <a:ext uri="{FF2B5EF4-FFF2-40B4-BE49-F238E27FC236}">
                              <a16:creationId xmlns:a16="http://schemas.microsoft.com/office/drawing/2014/main" id="{AB37FC1D-FC22-4BF5-FFB4-AA1DA36E004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159" name="Group 6158">
                        <a:extLst>
                          <a:ext uri="{FF2B5EF4-FFF2-40B4-BE49-F238E27FC236}">
                            <a16:creationId xmlns:a16="http://schemas.microsoft.com/office/drawing/2014/main" id="{4390AECF-9C3C-35A4-4B94-F98B2F7803F7}"/>
                          </a:ext>
                        </a:extLst>
                      </p:cNvPr>
                      <p:cNvGrpSpPr/>
                      <p:nvPr/>
                    </p:nvGrpSpPr>
                    <p:grpSpPr>
                      <a:xfrm rot="14400000" flipH="1">
                        <a:off x="6434137" y="3402011"/>
                        <a:ext cx="303213" cy="303213"/>
                        <a:chOff x="5354637" y="3446463"/>
                        <a:chExt cx="214313" cy="214313"/>
                      </a:xfrm>
                    </p:grpSpPr>
                    <p:sp>
                      <p:nvSpPr>
                        <p:cNvPr id="6161" name="Arc 6160">
                          <a:extLst>
                            <a:ext uri="{FF2B5EF4-FFF2-40B4-BE49-F238E27FC236}">
                              <a16:creationId xmlns:a16="http://schemas.microsoft.com/office/drawing/2014/main" id="{42726635-0461-5EE6-3988-ACF9D7AAE71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162" name="Arc 6161">
                          <a:extLst>
                            <a:ext uri="{FF2B5EF4-FFF2-40B4-BE49-F238E27FC236}">
                              <a16:creationId xmlns:a16="http://schemas.microsoft.com/office/drawing/2014/main" id="{8BD5AD10-141D-A1C8-27F1-64090643E35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160" name="TextBox 6159">
                        <a:extLst>
                          <a:ext uri="{FF2B5EF4-FFF2-40B4-BE49-F238E27FC236}">
                            <a16:creationId xmlns:a16="http://schemas.microsoft.com/office/drawing/2014/main" id="{F8B63B79-106B-CA56-5986-92F1738786F5}"/>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6145" name="Group 6144">
                    <a:extLst>
                      <a:ext uri="{FF2B5EF4-FFF2-40B4-BE49-F238E27FC236}">
                        <a16:creationId xmlns:a16="http://schemas.microsoft.com/office/drawing/2014/main" id="{8E70F46C-0057-AF5A-2787-B5B1E8F5C76E}"/>
                      </a:ext>
                    </a:extLst>
                  </p:cNvPr>
                  <p:cNvGrpSpPr/>
                  <p:nvPr/>
                </p:nvGrpSpPr>
                <p:grpSpPr>
                  <a:xfrm>
                    <a:off x="6197413" y="3225768"/>
                    <a:ext cx="393192" cy="393192"/>
                    <a:chOff x="6389147" y="3932622"/>
                    <a:chExt cx="393192" cy="393192"/>
                  </a:xfrm>
                </p:grpSpPr>
                <p:grpSp>
                  <p:nvGrpSpPr>
                    <p:cNvPr id="6146" name="Group 6145">
                      <a:extLst>
                        <a:ext uri="{FF2B5EF4-FFF2-40B4-BE49-F238E27FC236}">
                          <a16:creationId xmlns:a16="http://schemas.microsoft.com/office/drawing/2014/main" id="{84D7AD9A-3F34-63B9-F956-3A3009794934}"/>
                        </a:ext>
                      </a:extLst>
                    </p:cNvPr>
                    <p:cNvGrpSpPr/>
                    <p:nvPr/>
                  </p:nvGrpSpPr>
                  <p:grpSpPr>
                    <a:xfrm flipH="1">
                      <a:off x="6478587" y="4022061"/>
                      <a:ext cx="214313" cy="214313"/>
                      <a:chOff x="5354637" y="3446463"/>
                      <a:chExt cx="214313" cy="214313"/>
                    </a:xfrm>
                  </p:grpSpPr>
                  <p:sp>
                    <p:nvSpPr>
                      <p:cNvPr id="6154" name="Arc 6153">
                        <a:extLst>
                          <a:ext uri="{FF2B5EF4-FFF2-40B4-BE49-F238E27FC236}">
                            <a16:creationId xmlns:a16="http://schemas.microsoft.com/office/drawing/2014/main" id="{4037E8FC-FBAF-F4D6-D10F-F235964BBE6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155" name="Arc 6154">
                        <a:extLst>
                          <a:ext uri="{FF2B5EF4-FFF2-40B4-BE49-F238E27FC236}">
                            <a16:creationId xmlns:a16="http://schemas.microsoft.com/office/drawing/2014/main" id="{326AF0A1-AD23-8A9A-61F6-D154DA97682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147" name="Group 6146">
                      <a:extLst>
                        <a:ext uri="{FF2B5EF4-FFF2-40B4-BE49-F238E27FC236}">
                          <a16:creationId xmlns:a16="http://schemas.microsoft.com/office/drawing/2014/main" id="{22CEFF95-1440-6590-0713-2E51FEEBDCE0}"/>
                        </a:ext>
                      </a:extLst>
                    </p:cNvPr>
                    <p:cNvGrpSpPr/>
                    <p:nvPr/>
                  </p:nvGrpSpPr>
                  <p:grpSpPr>
                    <a:xfrm rot="7200000" flipH="1">
                      <a:off x="6434137" y="3977611"/>
                      <a:ext cx="303213" cy="303213"/>
                      <a:chOff x="5354637" y="3446463"/>
                      <a:chExt cx="214313" cy="214313"/>
                    </a:xfrm>
                  </p:grpSpPr>
                  <p:sp>
                    <p:nvSpPr>
                      <p:cNvPr id="6152" name="Arc 6151">
                        <a:extLst>
                          <a:ext uri="{FF2B5EF4-FFF2-40B4-BE49-F238E27FC236}">
                            <a16:creationId xmlns:a16="http://schemas.microsoft.com/office/drawing/2014/main" id="{519915BF-4B04-CC1C-DBD0-BBE0F145462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153" name="Arc 6152">
                        <a:extLst>
                          <a:ext uri="{FF2B5EF4-FFF2-40B4-BE49-F238E27FC236}">
                            <a16:creationId xmlns:a16="http://schemas.microsoft.com/office/drawing/2014/main" id="{F4076CF9-267A-DF54-8FB5-DE79BDA95C3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6148" name="Group 6147">
                      <a:extLst>
                        <a:ext uri="{FF2B5EF4-FFF2-40B4-BE49-F238E27FC236}">
                          <a16:creationId xmlns:a16="http://schemas.microsoft.com/office/drawing/2014/main" id="{23E3DB75-52DA-7A20-4584-1717FDBE13FA}"/>
                        </a:ext>
                      </a:extLst>
                    </p:cNvPr>
                    <p:cNvGrpSpPr/>
                    <p:nvPr/>
                  </p:nvGrpSpPr>
                  <p:grpSpPr>
                    <a:xfrm rot="14400000" flipH="1">
                      <a:off x="6389147" y="3932622"/>
                      <a:ext cx="393192" cy="393192"/>
                      <a:chOff x="5354637" y="3446463"/>
                      <a:chExt cx="214313" cy="214313"/>
                    </a:xfrm>
                  </p:grpSpPr>
                  <p:sp>
                    <p:nvSpPr>
                      <p:cNvPr id="6150" name="Arc 6149">
                        <a:extLst>
                          <a:ext uri="{FF2B5EF4-FFF2-40B4-BE49-F238E27FC236}">
                            <a16:creationId xmlns:a16="http://schemas.microsoft.com/office/drawing/2014/main" id="{FDD582D0-7E5F-2B83-73B7-4BBE86DD017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151" name="Arc 6150">
                        <a:extLst>
                          <a:ext uri="{FF2B5EF4-FFF2-40B4-BE49-F238E27FC236}">
                            <a16:creationId xmlns:a16="http://schemas.microsoft.com/office/drawing/2014/main" id="{EE8D38FE-9423-CDA5-2DEA-A05BE1B1764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6149" name="TextBox 6148">
                      <a:extLst>
                        <a:ext uri="{FF2B5EF4-FFF2-40B4-BE49-F238E27FC236}">
                          <a16:creationId xmlns:a16="http://schemas.microsoft.com/office/drawing/2014/main" id="{03377F4A-683F-2A73-560B-E8FB493514CC}"/>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sp>
        <p:nvSpPr>
          <p:cNvPr id="12235" name="Footer Placeholder 3">
            <a:extLst>
              <a:ext uri="{FF2B5EF4-FFF2-40B4-BE49-F238E27FC236}">
                <a16:creationId xmlns:a16="http://schemas.microsoft.com/office/drawing/2014/main" id="{80BF2007-5E26-2211-D85E-ED76C43F1C77}"/>
              </a:ext>
            </a:extLst>
          </p:cNvPr>
          <p:cNvSpPr txBox="1">
            <a:spLocks/>
          </p:cNvSpPr>
          <p:nvPr/>
        </p:nvSpPr>
        <p:spPr>
          <a:xfrm>
            <a:off x="-2715946" y="6355196"/>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Helvetica Neue" panose="02000503000000020004" pitchFamily="2" charset="0"/>
                <a:ea typeface="Helvetica Neue" panose="02000503000000020004" pitchFamily="2" charset="0"/>
                <a:cs typeface="Helvetica Neue" panose="02000503000000020004" pitchFamily="2"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t>J Mark Morris - Model of Nature</a:t>
            </a:r>
            <a:endParaRPr lang="en-US" dirty="0"/>
          </a:p>
        </p:txBody>
      </p:sp>
      <p:grpSp>
        <p:nvGrpSpPr>
          <p:cNvPr id="12236" name="Group 12235">
            <a:extLst>
              <a:ext uri="{FF2B5EF4-FFF2-40B4-BE49-F238E27FC236}">
                <a16:creationId xmlns:a16="http://schemas.microsoft.com/office/drawing/2014/main" id="{4AAA2C11-5C63-C1B6-26D4-666B6698D2AC}"/>
              </a:ext>
            </a:extLst>
          </p:cNvPr>
          <p:cNvGrpSpPr/>
          <p:nvPr/>
        </p:nvGrpSpPr>
        <p:grpSpPr>
          <a:xfrm flipV="1">
            <a:off x="-3149327" y="1105355"/>
            <a:ext cx="8726965" cy="2416401"/>
            <a:chOff x="-599392" y="-878204"/>
            <a:chExt cx="13805393" cy="3822563"/>
          </a:xfrm>
        </p:grpSpPr>
        <p:grpSp>
          <p:nvGrpSpPr>
            <p:cNvPr id="12237" name="Group 12236">
              <a:extLst>
                <a:ext uri="{FF2B5EF4-FFF2-40B4-BE49-F238E27FC236}">
                  <a16:creationId xmlns:a16="http://schemas.microsoft.com/office/drawing/2014/main" id="{A841F539-68DC-B87C-860C-BC4A6EDBBA6B}"/>
                </a:ext>
              </a:extLst>
            </p:cNvPr>
            <p:cNvGrpSpPr/>
            <p:nvPr/>
          </p:nvGrpSpPr>
          <p:grpSpPr>
            <a:xfrm>
              <a:off x="6811099" y="-681609"/>
              <a:ext cx="2263438" cy="2198360"/>
              <a:chOff x="5445106" y="2039507"/>
              <a:chExt cx="2263438" cy="2198360"/>
            </a:xfrm>
          </p:grpSpPr>
          <p:grpSp>
            <p:nvGrpSpPr>
              <p:cNvPr id="15103" name="Group 15102">
                <a:extLst>
                  <a:ext uri="{FF2B5EF4-FFF2-40B4-BE49-F238E27FC236}">
                    <a16:creationId xmlns:a16="http://schemas.microsoft.com/office/drawing/2014/main" id="{376026EB-294C-693A-CE40-CD87D9724A2C}"/>
                  </a:ext>
                </a:extLst>
              </p:cNvPr>
              <p:cNvGrpSpPr/>
              <p:nvPr/>
            </p:nvGrpSpPr>
            <p:grpSpPr>
              <a:xfrm>
                <a:off x="5445106" y="2644743"/>
                <a:ext cx="1643204" cy="1593124"/>
                <a:chOff x="5445106" y="2644743"/>
                <a:chExt cx="1643204" cy="1593124"/>
              </a:xfrm>
            </p:grpSpPr>
            <p:grpSp>
              <p:nvGrpSpPr>
                <p:cNvPr id="15199" name="Group 15198">
                  <a:extLst>
                    <a:ext uri="{FF2B5EF4-FFF2-40B4-BE49-F238E27FC236}">
                      <a16:creationId xmlns:a16="http://schemas.microsoft.com/office/drawing/2014/main" id="{9B085F1B-909B-9BE1-4F0C-EE506BAE9AAA}"/>
                    </a:ext>
                  </a:extLst>
                </p:cNvPr>
                <p:cNvGrpSpPr/>
                <p:nvPr/>
              </p:nvGrpSpPr>
              <p:grpSpPr>
                <a:xfrm>
                  <a:off x="5445106" y="2644743"/>
                  <a:ext cx="1019224" cy="991639"/>
                  <a:chOff x="5886431" y="3225768"/>
                  <a:chExt cx="1019224" cy="991639"/>
                </a:xfrm>
              </p:grpSpPr>
              <p:grpSp>
                <p:nvGrpSpPr>
                  <p:cNvPr id="15247" name="Group 15246">
                    <a:extLst>
                      <a:ext uri="{FF2B5EF4-FFF2-40B4-BE49-F238E27FC236}">
                        <a16:creationId xmlns:a16="http://schemas.microsoft.com/office/drawing/2014/main" id="{412CD72B-548B-149A-E770-055F724994BF}"/>
                      </a:ext>
                    </a:extLst>
                  </p:cNvPr>
                  <p:cNvGrpSpPr/>
                  <p:nvPr/>
                </p:nvGrpSpPr>
                <p:grpSpPr>
                  <a:xfrm>
                    <a:off x="6197413" y="3824215"/>
                    <a:ext cx="393192" cy="393192"/>
                    <a:chOff x="5265196" y="3357021"/>
                    <a:chExt cx="393192" cy="393192"/>
                  </a:xfrm>
                </p:grpSpPr>
                <p:grpSp>
                  <p:nvGrpSpPr>
                    <p:cNvPr id="15282" name="Group 15281">
                      <a:extLst>
                        <a:ext uri="{FF2B5EF4-FFF2-40B4-BE49-F238E27FC236}">
                          <a16:creationId xmlns:a16="http://schemas.microsoft.com/office/drawing/2014/main" id="{1BB1284D-37C9-DF1A-9E59-369A8EB898E9}"/>
                        </a:ext>
                      </a:extLst>
                    </p:cNvPr>
                    <p:cNvGrpSpPr/>
                    <p:nvPr/>
                  </p:nvGrpSpPr>
                  <p:grpSpPr>
                    <a:xfrm rot="14400000">
                      <a:off x="5265196" y="3357021"/>
                      <a:ext cx="393192" cy="393192"/>
                      <a:chOff x="5354637" y="3446463"/>
                      <a:chExt cx="214313" cy="214313"/>
                    </a:xfrm>
                  </p:grpSpPr>
                  <p:sp>
                    <p:nvSpPr>
                      <p:cNvPr id="15291" name="Arc 15290">
                        <a:extLst>
                          <a:ext uri="{FF2B5EF4-FFF2-40B4-BE49-F238E27FC236}">
                            <a16:creationId xmlns:a16="http://schemas.microsoft.com/office/drawing/2014/main" id="{16D19215-E6F6-FD0A-0962-719B1C2BBFF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292" name="Arc 15291">
                        <a:extLst>
                          <a:ext uri="{FF2B5EF4-FFF2-40B4-BE49-F238E27FC236}">
                            <a16:creationId xmlns:a16="http://schemas.microsoft.com/office/drawing/2014/main" id="{DD515F40-F7D8-13D9-6ABB-5BFB3884282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283" name="Group 15282">
                      <a:extLst>
                        <a:ext uri="{FF2B5EF4-FFF2-40B4-BE49-F238E27FC236}">
                          <a16:creationId xmlns:a16="http://schemas.microsoft.com/office/drawing/2014/main" id="{A46E58EE-4625-478A-CF5D-A174FCE51103}"/>
                        </a:ext>
                      </a:extLst>
                    </p:cNvPr>
                    <p:cNvGrpSpPr/>
                    <p:nvPr/>
                  </p:nvGrpSpPr>
                  <p:grpSpPr>
                    <a:xfrm>
                      <a:off x="5310186" y="3402011"/>
                      <a:ext cx="303213" cy="303213"/>
                      <a:chOff x="5310186" y="3402011"/>
                      <a:chExt cx="303213" cy="303213"/>
                    </a:xfrm>
                  </p:grpSpPr>
                  <p:grpSp>
                    <p:nvGrpSpPr>
                      <p:cNvPr id="15284" name="Group 15283">
                        <a:extLst>
                          <a:ext uri="{FF2B5EF4-FFF2-40B4-BE49-F238E27FC236}">
                            <a16:creationId xmlns:a16="http://schemas.microsoft.com/office/drawing/2014/main" id="{FC7F0164-99F4-BE3E-54A8-A1356549AACB}"/>
                          </a:ext>
                        </a:extLst>
                      </p:cNvPr>
                      <p:cNvGrpSpPr/>
                      <p:nvPr/>
                    </p:nvGrpSpPr>
                    <p:grpSpPr>
                      <a:xfrm>
                        <a:off x="5354636" y="3446461"/>
                        <a:ext cx="214313" cy="214313"/>
                        <a:chOff x="5354637" y="3446463"/>
                        <a:chExt cx="214313" cy="214313"/>
                      </a:xfrm>
                    </p:grpSpPr>
                    <p:sp>
                      <p:nvSpPr>
                        <p:cNvPr id="15289" name="Arc 15288">
                          <a:extLst>
                            <a:ext uri="{FF2B5EF4-FFF2-40B4-BE49-F238E27FC236}">
                              <a16:creationId xmlns:a16="http://schemas.microsoft.com/office/drawing/2014/main" id="{75FE7249-F7CC-EB35-625A-41A36731AD1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290" name="Arc 15289">
                          <a:extLst>
                            <a:ext uri="{FF2B5EF4-FFF2-40B4-BE49-F238E27FC236}">
                              <a16:creationId xmlns:a16="http://schemas.microsoft.com/office/drawing/2014/main" id="{98823054-3AB1-A3A0-DC00-FD454267076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285" name="Group 15284">
                        <a:extLst>
                          <a:ext uri="{FF2B5EF4-FFF2-40B4-BE49-F238E27FC236}">
                            <a16:creationId xmlns:a16="http://schemas.microsoft.com/office/drawing/2014/main" id="{504C8876-B963-812F-3200-37D6C762B831}"/>
                          </a:ext>
                        </a:extLst>
                      </p:cNvPr>
                      <p:cNvGrpSpPr/>
                      <p:nvPr/>
                    </p:nvGrpSpPr>
                    <p:grpSpPr>
                      <a:xfrm rot="7200000">
                        <a:off x="5310186" y="3402011"/>
                        <a:ext cx="303213" cy="303213"/>
                        <a:chOff x="5354637" y="3446463"/>
                        <a:chExt cx="214313" cy="214313"/>
                      </a:xfrm>
                    </p:grpSpPr>
                    <p:sp>
                      <p:nvSpPr>
                        <p:cNvPr id="15287" name="Arc 15286">
                          <a:extLst>
                            <a:ext uri="{FF2B5EF4-FFF2-40B4-BE49-F238E27FC236}">
                              <a16:creationId xmlns:a16="http://schemas.microsoft.com/office/drawing/2014/main" id="{57396111-CE10-26FC-51A6-AC9B082BF2A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288" name="Arc 15287">
                          <a:extLst>
                            <a:ext uri="{FF2B5EF4-FFF2-40B4-BE49-F238E27FC236}">
                              <a16:creationId xmlns:a16="http://schemas.microsoft.com/office/drawing/2014/main" id="{539232E5-A663-15AF-360F-E8383333938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286" name="TextBox 15285">
                        <a:extLst>
                          <a:ext uri="{FF2B5EF4-FFF2-40B4-BE49-F238E27FC236}">
                            <a16:creationId xmlns:a16="http://schemas.microsoft.com/office/drawing/2014/main" id="{E94DD612-3BB8-F2EF-B9FE-C9C317130727}"/>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248" name="Group 15247">
                    <a:extLst>
                      <a:ext uri="{FF2B5EF4-FFF2-40B4-BE49-F238E27FC236}">
                        <a16:creationId xmlns:a16="http://schemas.microsoft.com/office/drawing/2014/main" id="{C6978C56-CE62-F3E8-E52B-CDFF89171A72}"/>
                      </a:ext>
                    </a:extLst>
                  </p:cNvPr>
                  <p:cNvGrpSpPr/>
                  <p:nvPr/>
                </p:nvGrpSpPr>
                <p:grpSpPr>
                  <a:xfrm>
                    <a:off x="5886431" y="3525040"/>
                    <a:ext cx="393192" cy="393192"/>
                    <a:chOff x="5265196" y="3932619"/>
                    <a:chExt cx="393192" cy="393192"/>
                  </a:xfrm>
                </p:grpSpPr>
                <p:grpSp>
                  <p:nvGrpSpPr>
                    <p:cNvPr id="15272" name="Group 15271">
                      <a:extLst>
                        <a:ext uri="{FF2B5EF4-FFF2-40B4-BE49-F238E27FC236}">
                          <a16:creationId xmlns:a16="http://schemas.microsoft.com/office/drawing/2014/main" id="{3770B47E-F818-8807-0648-32578669E7E8}"/>
                        </a:ext>
                      </a:extLst>
                    </p:cNvPr>
                    <p:cNvGrpSpPr/>
                    <p:nvPr/>
                  </p:nvGrpSpPr>
                  <p:grpSpPr>
                    <a:xfrm>
                      <a:off x="5354636" y="4022061"/>
                      <a:ext cx="214313" cy="214313"/>
                      <a:chOff x="5354637" y="3446463"/>
                      <a:chExt cx="214313" cy="214313"/>
                    </a:xfrm>
                  </p:grpSpPr>
                  <p:sp>
                    <p:nvSpPr>
                      <p:cNvPr id="15280" name="Arc 15279">
                        <a:extLst>
                          <a:ext uri="{FF2B5EF4-FFF2-40B4-BE49-F238E27FC236}">
                            <a16:creationId xmlns:a16="http://schemas.microsoft.com/office/drawing/2014/main" id="{6C0B9C50-1CDB-CF8E-49FF-F26E6B56E7B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281" name="Arc 15280">
                        <a:extLst>
                          <a:ext uri="{FF2B5EF4-FFF2-40B4-BE49-F238E27FC236}">
                            <a16:creationId xmlns:a16="http://schemas.microsoft.com/office/drawing/2014/main" id="{5B935F77-A8C4-1B5D-0A2E-F5E9FCEEA35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273" name="Group 15272">
                      <a:extLst>
                        <a:ext uri="{FF2B5EF4-FFF2-40B4-BE49-F238E27FC236}">
                          <a16:creationId xmlns:a16="http://schemas.microsoft.com/office/drawing/2014/main" id="{39487041-E1F1-51F4-9EEB-5312A64CEE0D}"/>
                        </a:ext>
                      </a:extLst>
                    </p:cNvPr>
                    <p:cNvGrpSpPr/>
                    <p:nvPr/>
                  </p:nvGrpSpPr>
                  <p:grpSpPr>
                    <a:xfrm rot="14400000">
                      <a:off x="5310186" y="3977611"/>
                      <a:ext cx="303213" cy="303213"/>
                      <a:chOff x="5354637" y="3446463"/>
                      <a:chExt cx="214313" cy="214313"/>
                    </a:xfrm>
                  </p:grpSpPr>
                  <p:sp>
                    <p:nvSpPr>
                      <p:cNvPr id="15278" name="Arc 15277">
                        <a:extLst>
                          <a:ext uri="{FF2B5EF4-FFF2-40B4-BE49-F238E27FC236}">
                            <a16:creationId xmlns:a16="http://schemas.microsoft.com/office/drawing/2014/main" id="{0177945C-04EC-48C5-EA4A-F480D311DF6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279" name="Arc 15278">
                        <a:extLst>
                          <a:ext uri="{FF2B5EF4-FFF2-40B4-BE49-F238E27FC236}">
                            <a16:creationId xmlns:a16="http://schemas.microsoft.com/office/drawing/2014/main" id="{A09F091A-63E3-3E26-0A2B-B36228CA799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274" name="Group 15273">
                      <a:extLst>
                        <a:ext uri="{FF2B5EF4-FFF2-40B4-BE49-F238E27FC236}">
                          <a16:creationId xmlns:a16="http://schemas.microsoft.com/office/drawing/2014/main" id="{C1BA9D97-C00B-2776-25E7-DDB1E2E974BF}"/>
                        </a:ext>
                      </a:extLst>
                    </p:cNvPr>
                    <p:cNvGrpSpPr/>
                    <p:nvPr/>
                  </p:nvGrpSpPr>
                  <p:grpSpPr>
                    <a:xfrm rot="7200000">
                      <a:off x="5265196" y="3932619"/>
                      <a:ext cx="393192" cy="393192"/>
                      <a:chOff x="5354637" y="3446463"/>
                      <a:chExt cx="214313" cy="214313"/>
                    </a:xfrm>
                  </p:grpSpPr>
                  <p:sp>
                    <p:nvSpPr>
                      <p:cNvPr id="15276" name="Arc 15275">
                        <a:extLst>
                          <a:ext uri="{FF2B5EF4-FFF2-40B4-BE49-F238E27FC236}">
                            <a16:creationId xmlns:a16="http://schemas.microsoft.com/office/drawing/2014/main" id="{638F982F-8FA0-7014-720D-F3337D218D2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277" name="Arc 15276">
                        <a:extLst>
                          <a:ext uri="{FF2B5EF4-FFF2-40B4-BE49-F238E27FC236}">
                            <a16:creationId xmlns:a16="http://schemas.microsoft.com/office/drawing/2014/main" id="{F35E4793-A9F1-A38B-12C2-2DE03D620FD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275" name="TextBox 15274">
                      <a:extLst>
                        <a:ext uri="{FF2B5EF4-FFF2-40B4-BE49-F238E27FC236}">
                          <a16:creationId xmlns:a16="http://schemas.microsoft.com/office/drawing/2014/main" id="{7685436F-D097-6AE3-B828-F854EBD9CBC8}"/>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5249" name="Group 15248">
                    <a:extLst>
                      <a:ext uri="{FF2B5EF4-FFF2-40B4-BE49-F238E27FC236}">
                        <a16:creationId xmlns:a16="http://schemas.microsoft.com/office/drawing/2014/main" id="{21CB5C02-AE8E-84E4-10B2-97EDDBFF0116}"/>
                      </a:ext>
                    </a:extLst>
                  </p:cNvPr>
                  <p:cNvGrpSpPr/>
                  <p:nvPr/>
                </p:nvGrpSpPr>
                <p:grpSpPr>
                  <a:xfrm>
                    <a:off x="6512463" y="3525040"/>
                    <a:ext cx="393192" cy="393192"/>
                    <a:chOff x="6389147" y="3357021"/>
                    <a:chExt cx="393192" cy="393192"/>
                  </a:xfrm>
                </p:grpSpPr>
                <p:grpSp>
                  <p:nvGrpSpPr>
                    <p:cNvPr id="15261" name="Group 15260">
                      <a:extLst>
                        <a:ext uri="{FF2B5EF4-FFF2-40B4-BE49-F238E27FC236}">
                          <a16:creationId xmlns:a16="http://schemas.microsoft.com/office/drawing/2014/main" id="{8AA33DCE-29B9-AB23-CE47-31642D4CAE8C}"/>
                        </a:ext>
                      </a:extLst>
                    </p:cNvPr>
                    <p:cNvGrpSpPr/>
                    <p:nvPr/>
                  </p:nvGrpSpPr>
                  <p:grpSpPr>
                    <a:xfrm rot="7200000" flipH="1">
                      <a:off x="6389147" y="3357021"/>
                      <a:ext cx="393192" cy="393192"/>
                      <a:chOff x="5354637" y="3446463"/>
                      <a:chExt cx="214313" cy="214313"/>
                    </a:xfrm>
                  </p:grpSpPr>
                  <p:sp>
                    <p:nvSpPr>
                      <p:cNvPr id="15270" name="Arc 15269">
                        <a:extLst>
                          <a:ext uri="{FF2B5EF4-FFF2-40B4-BE49-F238E27FC236}">
                            <a16:creationId xmlns:a16="http://schemas.microsoft.com/office/drawing/2014/main" id="{E19552F3-24C9-5D52-799A-17144F5FCCA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271" name="Arc 15270">
                        <a:extLst>
                          <a:ext uri="{FF2B5EF4-FFF2-40B4-BE49-F238E27FC236}">
                            <a16:creationId xmlns:a16="http://schemas.microsoft.com/office/drawing/2014/main" id="{79C654CF-24D8-3CC1-4264-45CB74E4C1A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262" name="Group 15261">
                      <a:extLst>
                        <a:ext uri="{FF2B5EF4-FFF2-40B4-BE49-F238E27FC236}">
                          <a16:creationId xmlns:a16="http://schemas.microsoft.com/office/drawing/2014/main" id="{4E599A18-6439-FC60-BC5E-1E5C3075F9F7}"/>
                        </a:ext>
                      </a:extLst>
                    </p:cNvPr>
                    <p:cNvGrpSpPr/>
                    <p:nvPr/>
                  </p:nvGrpSpPr>
                  <p:grpSpPr>
                    <a:xfrm>
                      <a:off x="6434137" y="3402011"/>
                      <a:ext cx="303213" cy="303213"/>
                      <a:chOff x="6434137" y="3402011"/>
                      <a:chExt cx="303213" cy="303213"/>
                    </a:xfrm>
                  </p:grpSpPr>
                  <p:grpSp>
                    <p:nvGrpSpPr>
                      <p:cNvPr id="15263" name="Group 15262">
                        <a:extLst>
                          <a:ext uri="{FF2B5EF4-FFF2-40B4-BE49-F238E27FC236}">
                            <a16:creationId xmlns:a16="http://schemas.microsoft.com/office/drawing/2014/main" id="{DA125764-0055-CEA4-39FE-FFC25CC877B2}"/>
                          </a:ext>
                        </a:extLst>
                      </p:cNvPr>
                      <p:cNvGrpSpPr/>
                      <p:nvPr/>
                    </p:nvGrpSpPr>
                    <p:grpSpPr>
                      <a:xfrm flipH="1">
                        <a:off x="6478587" y="3446461"/>
                        <a:ext cx="214313" cy="214313"/>
                        <a:chOff x="5354637" y="3446463"/>
                        <a:chExt cx="214313" cy="214313"/>
                      </a:xfrm>
                    </p:grpSpPr>
                    <p:sp>
                      <p:nvSpPr>
                        <p:cNvPr id="15268" name="Arc 15267">
                          <a:extLst>
                            <a:ext uri="{FF2B5EF4-FFF2-40B4-BE49-F238E27FC236}">
                              <a16:creationId xmlns:a16="http://schemas.microsoft.com/office/drawing/2014/main" id="{9DB35B35-D926-C002-7A92-EF06549FE74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269" name="Arc 15268">
                          <a:extLst>
                            <a:ext uri="{FF2B5EF4-FFF2-40B4-BE49-F238E27FC236}">
                              <a16:creationId xmlns:a16="http://schemas.microsoft.com/office/drawing/2014/main" id="{40A09E07-5EF1-7C21-A6CE-EA6627072B8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264" name="Group 15263">
                        <a:extLst>
                          <a:ext uri="{FF2B5EF4-FFF2-40B4-BE49-F238E27FC236}">
                            <a16:creationId xmlns:a16="http://schemas.microsoft.com/office/drawing/2014/main" id="{15A744C9-391F-59CB-141D-CE744E9CC323}"/>
                          </a:ext>
                        </a:extLst>
                      </p:cNvPr>
                      <p:cNvGrpSpPr/>
                      <p:nvPr/>
                    </p:nvGrpSpPr>
                    <p:grpSpPr>
                      <a:xfrm rot="14400000" flipH="1">
                        <a:off x="6434137" y="3402011"/>
                        <a:ext cx="303213" cy="303213"/>
                        <a:chOff x="5354637" y="3446463"/>
                        <a:chExt cx="214313" cy="214313"/>
                      </a:xfrm>
                    </p:grpSpPr>
                    <p:sp>
                      <p:nvSpPr>
                        <p:cNvPr id="15266" name="Arc 15265">
                          <a:extLst>
                            <a:ext uri="{FF2B5EF4-FFF2-40B4-BE49-F238E27FC236}">
                              <a16:creationId xmlns:a16="http://schemas.microsoft.com/office/drawing/2014/main" id="{685632C0-4EEA-A236-2524-85A42C2781F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267" name="Arc 15266">
                          <a:extLst>
                            <a:ext uri="{FF2B5EF4-FFF2-40B4-BE49-F238E27FC236}">
                              <a16:creationId xmlns:a16="http://schemas.microsoft.com/office/drawing/2014/main" id="{83E3642C-7FB6-AF5E-8A23-1AE530E4E4A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265" name="TextBox 15264">
                        <a:extLst>
                          <a:ext uri="{FF2B5EF4-FFF2-40B4-BE49-F238E27FC236}">
                            <a16:creationId xmlns:a16="http://schemas.microsoft.com/office/drawing/2014/main" id="{7F18692A-D78B-D068-E176-3B95D53A44E8}"/>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250" name="Group 15249">
                    <a:extLst>
                      <a:ext uri="{FF2B5EF4-FFF2-40B4-BE49-F238E27FC236}">
                        <a16:creationId xmlns:a16="http://schemas.microsoft.com/office/drawing/2014/main" id="{7341C6F2-5E36-C070-29A9-4F534E232E87}"/>
                      </a:ext>
                    </a:extLst>
                  </p:cNvPr>
                  <p:cNvGrpSpPr/>
                  <p:nvPr/>
                </p:nvGrpSpPr>
                <p:grpSpPr>
                  <a:xfrm>
                    <a:off x="6197413" y="3225768"/>
                    <a:ext cx="393192" cy="393192"/>
                    <a:chOff x="6389147" y="3932622"/>
                    <a:chExt cx="393192" cy="393192"/>
                  </a:xfrm>
                </p:grpSpPr>
                <p:grpSp>
                  <p:nvGrpSpPr>
                    <p:cNvPr id="15251" name="Group 15250">
                      <a:extLst>
                        <a:ext uri="{FF2B5EF4-FFF2-40B4-BE49-F238E27FC236}">
                          <a16:creationId xmlns:a16="http://schemas.microsoft.com/office/drawing/2014/main" id="{F06CD70C-514D-0254-28B4-D4F08F46BB18}"/>
                        </a:ext>
                      </a:extLst>
                    </p:cNvPr>
                    <p:cNvGrpSpPr/>
                    <p:nvPr/>
                  </p:nvGrpSpPr>
                  <p:grpSpPr>
                    <a:xfrm flipH="1">
                      <a:off x="6478587" y="4022061"/>
                      <a:ext cx="214313" cy="214313"/>
                      <a:chOff x="5354637" y="3446463"/>
                      <a:chExt cx="214313" cy="214313"/>
                    </a:xfrm>
                  </p:grpSpPr>
                  <p:sp>
                    <p:nvSpPr>
                      <p:cNvPr id="15259" name="Arc 15258">
                        <a:extLst>
                          <a:ext uri="{FF2B5EF4-FFF2-40B4-BE49-F238E27FC236}">
                            <a16:creationId xmlns:a16="http://schemas.microsoft.com/office/drawing/2014/main" id="{5AD78ED6-59BD-6B97-6B48-D00017651C8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260" name="Arc 15259">
                        <a:extLst>
                          <a:ext uri="{FF2B5EF4-FFF2-40B4-BE49-F238E27FC236}">
                            <a16:creationId xmlns:a16="http://schemas.microsoft.com/office/drawing/2014/main" id="{47501C27-6FA1-46E2-D43F-831DC076A93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252" name="Group 15251">
                      <a:extLst>
                        <a:ext uri="{FF2B5EF4-FFF2-40B4-BE49-F238E27FC236}">
                          <a16:creationId xmlns:a16="http://schemas.microsoft.com/office/drawing/2014/main" id="{1B600A1B-6DCE-3F63-9766-0122EE88543F}"/>
                        </a:ext>
                      </a:extLst>
                    </p:cNvPr>
                    <p:cNvGrpSpPr/>
                    <p:nvPr/>
                  </p:nvGrpSpPr>
                  <p:grpSpPr>
                    <a:xfrm rot="7200000" flipH="1">
                      <a:off x="6434137" y="3977611"/>
                      <a:ext cx="303213" cy="303213"/>
                      <a:chOff x="5354637" y="3446463"/>
                      <a:chExt cx="214313" cy="214313"/>
                    </a:xfrm>
                  </p:grpSpPr>
                  <p:sp>
                    <p:nvSpPr>
                      <p:cNvPr id="15257" name="Arc 15256">
                        <a:extLst>
                          <a:ext uri="{FF2B5EF4-FFF2-40B4-BE49-F238E27FC236}">
                            <a16:creationId xmlns:a16="http://schemas.microsoft.com/office/drawing/2014/main" id="{F3C22975-C347-82EA-F6A2-AAC91BA30CC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258" name="Arc 15257">
                        <a:extLst>
                          <a:ext uri="{FF2B5EF4-FFF2-40B4-BE49-F238E27FC236}">
                            <a16:creationId xmlns:a16="http://schemas.microsoft.com/office/drawing/2014/main" id="{A6566049-21DE-42AE-13AB-41617E768B6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253" name="Group 15252">
                      <a:extLst>
                        <a:ext uri="{FF2B5EF4-FFF2-40B4-BE49-F238E27FC236}">
                          <a16:creationId xmlns:a16="http://schemas.microsoft.com/office/drawing/2014/main" id="{94D0C3A4-FB49-6B57-67F1-3644336DA464}"/>
                        </a:ext>
                      </a:extLst>
                    </p:cNvPr>
                    <p:cNvGrpSpPr/>
                    <p:nvPr/>
                  </p:nvGrpSpPr>
                  <p:grpSpPr>
                    <a:xfrm rot="14400000" flipH="1">
                      <a:off x="6389147" y="3932622"/>
                      <a:ext cx="393192" cy="393192"/>
                      <a:chOff x="5354637" y="3446463"/>
                      <a:chExt cx="214313" cy="214313"/>
                    </a:xfrm>
                  </p:grpSpPr>
                  <p:sp>
                    <p:nvSpPr>
                      <p:cNvPr id="15255" name="Arc 15254">
                        <a:extLst>
                          <a:ext uri="{FF2B5EF4-FFF2-40B4-BE49-F238E27FC236}">
                            <a16:creationId xmlns:a16="http://schemas.microsoft.com/office/drawing/2014/main" id="{741A79DB-D968-91A3-4230-C832267ECAB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256" name="Arc 15255">
                        <a:extLst>
                          <a:ext uri="{FF2B5EF4-FFF2-40B4-BE49-F238E27FC236}">
                            <a16:creationId xmlns:a16="http://schemas.microsoft.com/office/drawing/2014/main" id="{2E4D3019-5098-2976-B2C8-095CE099C4A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254" name="TextBox 15253">
                      <a:extLst>
                        <a:ext uri="{FF2B5EF4-FFF2-40B4-BE49-F238E27FC236}">
                          <a16:creationId xmlns:a16="http://schemas.microsoft.com/office/drawing/2014/main" id="{36C6445E-81D1-2F95-7793-BBC61BF874CF}"/>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200" name="Group 15199">
                  <a:extLst>
                    <a:ext uri="{FF2B5EF4-FFF2-40B4-BE49-F238E27FC236}">
                      <a16:creationId xmlns:a16="http://schemas.microsoft.com/office/drawing/2014/main" id="{4CBC2264-8A0F-217B-687B-ADE144651C1E}"/>
                    </a:ext>
                  </a:extLst>
                </p:cNvPr>
                <p:cNvGrpSpPr/>
                <p:nvPr/>
              </p:nvGrpSpPr>
              <p:grpSpPr>
                <a:xfrm>
                  <a:off x="6069086" y="3246228"/>
                  <a:ext cx="1019224" cy="991639"/>
                  <a:chOff x="5886431" y="3225768"/>
                  <a:chExt cx="1019224" cy="991639"/>
                </a:xfrm>
              </p:grpSpPr>
              <p:grpSp>
                <p:nvGrpSpPr>
                  <p:cNvPr id="15201" name="Group 15200">
                    <a:extLst>
                      <a:ext uri="{FF2B5EF4-FFF2-40B4-BE49-F238E27FC236}">
                        <a16:creationId xmlns:a16="http://schemas.microsoft.com/office/drawing/2014/main" id="{FA8FAFA6-F24E-E10F-107C-573F619B200E}"/>
                      </a:ext>
                    </a:extLst>
                  </p:cNvPr>
                  <p:cNvGrpSpPr/>
                  <p:nvPr/>
                </p:nvGrpSpPr>
                <p:grpSpPr>
                  <a:xfrm>
                    <a:off x="6197413" y="3824215"/>
                    <a:ext cx="393192" cy="393192"/>
                    <a:chOff x="5265196" y="3357021"/>
                    <a:chExt cx="393192" cy="393192"/>
                  </a:xfrm>
                </p:grpSpPr>
                <p:grpSp>
                  <p:nvGrpSpPr>
                    <p:cNvPr id="15236" name="Group 15235">
                      <a:extLst>
                        <a:ext uri="{FF2B5EF4-FFF2-40B4-BE49-F238E27FC236}">
                          <a16:creationId xmlns:a16="http://schemas.microsoft.com/office/drawing/2014/main" id="{F59B695E-764C-A8DF-D034-4BAFAD769C3B}"/>
                        </a:ext>
                      </a:extLst>
                    </p:cNvPr>
                    <p:cNvGrpSpPr/>
                    <p:nvPr/>
                  </p:nvGrpSpPr>
                  <p:grpSpPr>
                    <a:xfrm rot="14400000">
                      <a:off x="5265196" y="3357021"/>
                      <a:ext cx="393192" cy="393192"/>
                      <a:chOff x="5354637" y="3446463"/>
                      <a:chExt cx="214313" cy="214313"/>
                    </a:xfrm>
                  </p:grpSpPr>
                  <p:sp>
                    <p:nvSpPr>
                      <p:cNvPr id="15245" name="Arc 15244">
                        <a:extLst>
                          <a:ext uri="{FF2B5EF4-FFF2-40B4-BE49-F238E27FC236}">
                            <a16:creationId xmlns:a16="http://schemas.microsoft.com/office/drawing/2014/main" id="{320ED504-8D9E-F8B1-790E-4DCDBE82339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246" name="Arc 15245">
                        <a:extLst>
                          <a:ext uri="{FF2B5EF4-FFF2-40B4-BE49-F238E27FC236}">
                            <a16:creationId xmlns:a16="http://schemas.microsoft.com/office/drawing/2014/main" id="{11F56184-4B69-6B4A-D316-E756DB080C6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237" name="Group 15236">
                      <a:extLst>
                        <a:ext uri="{FF2B5EF4-FFF2-40B4-BE49-F238E27FC236}">
                          <a16:creationId xmlns:a16="http://schemas.microsoft.com/office/drawing/2014/main" id="{71B4E048-F3AA-EF9F-9023-638BD1CD1BA6}"/>
                        </a:ext>
                      </a:extLst>
                    </p:cNvPr>
                    <p:cNvGrpSpPr/>
                    <p:nvPr/>
                  </p:nvGrpSpPr>
                  <p:grpSpPr>
                    <a:xfrm>
                      <a:off x="5310186" y="3402011"/>
                      <a:ext cx="303213" cy="303213"/>
                      <a:chOff x="5310186" y="3402011"/>
                      <a:chExt cx="303213" cy="303213"/>
                    </a:xfrm>
                  </p:grpSpPr>
                  <p:grpSp>
                    <p:nvGrpSpPr>
                      <p:cNvPr id="15238" name="Group 15237">
                        <a:extLst>
                          <a:ext uri="{FF2B5EF4-FFF2-40B4-BE49-F238E27FC236}">
                            <a16:creationId xmlns:a16="http://schemas.microsoft.com/office/drawing/2014/main" id="{3821AAE6-511F-C3BC-B196-B4F92ACD5194}"/>
                          </a:ext>
                        </a:extLst>
                      </p:cNvPr>
                      <p:cNvGrpSpPr/>
                      <p:nvPr/>
                    </p:nvGrpSpPr>
                    <p:grpSpPr>
                      <a:xfrm>
                        <a:off x="5354636" y="3446461"/>
                        <a:ext cx="214313" cy="214313"/>
                        <a:chOff x="5354637" y="3446463"/>
                        <a:chExt cx="214313" cy="214313"/>
                      </a:xfrm>
                    </p:grpSpPr>
                    <p:sp>
                      <p:nvSpPr>
                        <p:cNvPr id="15243" name="Arc 15242">
                          <a:extLst>
                            <a:ext uri="{FF2B5EF4-FFF2-40B4-BE49-F238E27FC236}">
                              <a16:creationId xmlns:a16="http://schemas.microsoft.com/office/drawing/2014/main" id="{C08CED32-B78D-4A9C-B06F-51DEA8DEAD4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244" name="Arc 15243">
                          <a:extLst>
                            <a:ext uri="{FF2B5EF4-FFF2-40B4-BE49-F238E27FC236}">
                              <a16:creationId xmlns:a16="http://schemas.microsoft.com/office/drawing/2014/main" id="{AC4BD396-61C8-3CFF-1B43-D0B09B2FFBF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239" name="Group 15238">
                        <a:extLst>
                          <a:ext uri="{FF2B5EF4-FFF2-40B4-BE49-F238E27FC236}">
                            <a16:creationId xmlns:a16="http://schemas.microsoft.com/office/drawing/2014/main" id="{1AB49DC8-B26E-C60C-7892-16989CC4189E}"/>
                          </a:ext>
                        </a:extLst>
                      </p:cNvPr>
                      <p:cNvGrpSpPr/>
                      <p:nvPr/>
                    </p:nvGrpSpPr>
                    <p:grpSpPr>
                      <a:xfrm rot="7200000">
                        <a:off x="5310186" y="3402011"/>
                        <a:ext cx="303213" cy="303213"/>
                        <a:chOff x="5354637" y="3446463"/>
                        <a:chExt cx="214313" cy="214313"/>
                      </a:xfrm>
                    </p:grpSpPr>
                    <p:sp>
                      <p:nvSpPr>
                        <p:cNvPr id="15241" name="Arc 15240">
                          <a:extLst>
                            <a:ext uri="{FF2B5EF4-FFF2-40B4-BE49-F238E27FC236}">
                              <a16:creationId xmlns:a16="http://schemas.microsoft.com/office/drawing/2014/main" id="{CF710BE4-469C-965A-7671-FBF037593E1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242" name="Arc 15241">
                          <a:extLst>
                            <a:ext uri="{FF2B5EF4-FFF2-40B4-BE49-F238E27FC236}">
                              <a16:creationId xmlns:a16="http://schemas.microsoft.com/office/drawing/2014/main" id="{7ABD1BBD-A7C7-91E5-FC6F-F3FBCADD10F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240" name="TextBox 15239">
                        <a:extLst>
                          <a:ext uri="{FF2B5EF4-FFF2-40B4-BE49-F238E27FC236}">
                            <a16:creationId xmlns:a16="http://schemas.microsoft.com/office/drawing/2014/main" id="{5FD3D60E-2CAC-7248-5425-E0E47F0E4FBF}"/>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202" name="Group 15201">
                    <a:extLst>
                      <a:ext uri="{FF2B5EF4-FFF2-40B4-BE49-F238E27FC236}">
                        <a16:creationId xmlns:a16="http://schemas.microsoft.com/office/drawing/2014/main" id="{D18F06D8-47D1-3BDC-657D-AC23D1343B99}"/>
                      </a:ext>
                    </a:extLst>
                  </p:cNvPr>
                  <p:cNvGrpSpPr/>
                  <p:nvPr/>
                </p:nvGrpSpPr>
                <p:grpSpPr>
                  <a:xfrm>
                    <a:off x="5886431" y="3525040"/>
                    <a:ext cx="393192" cy="393192"/>
                    <a:chOff x="5265196" y="3932619"/>
                    <a:chExt cx="393192" cy="393192"/>
                  </a:xfrm>
                </p:grpSpPr>
                <p:grpSp>
                  <p:nvGrpSpPr>
                    <p:cNvPr id="15226" name="Group 15225">
                      <a:extLst>
                        <a:ext uri="{FF2B5EF4-FFF2-40B4-BE49-F238E27FC236}">
                          <a16:creationId xmlns:a16="http://schemas.microsoft.com/office/drawing/2014/main" id="{2520AF00-C4BC-3410-2881-CD49BDD99ACA}"/>
                        </a:ext>
                      </a:extLst>
                    </p:cNvPr>
                    <p:cNvGrpSpPr/>
                    <p:nvPr/>
                  </p:nvGrpSpPr>
                  <p:grpSpPr>
                    <a:xfrm>
                      <a:off x="5354636" y="4022061"/>
                      <a:ext cx="214313" cy="214313"/>
                      <a:chOff x="5354637" y="3446463"/>
                      <a:chExt cx="214313" cy="214313"/>
                    </a:xfrm>
                  </p:grpSpPr>
                  <p:sp>
                    <p:nvSpPr>
                      <p:cNvPr id="15234" name="Arc 15233">
                        <a:extLst>
                          <a:ext uri="{FF2B5EF4-FFF2-40B4-BE49-F238E27FC236}">
                            <a16:creationId xmlns:a16="http://schemas.microsoft.com/office/drawing/2014/main" id="{B985319C-894A-0C88-4F58-873FCDB59A2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235" name="Arc 15234">
                        <a:extLst>
                          <a:ext uri="{FF2B5EF4-FFF2-40B4-BE49-F238E27FC236}">
                            <a16:creationId xmlns:a16="http://schemas.microsoft.com/office/drawing/2014/main" id="{EFAB6099-6C41-815C-D1CE-AE0F6502B86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227" name="Group 15226">
                      <a:extLst>
                        <a:ext uri="{FF2B5EF4-FFF2-40B4-BE49-F238E27FC236}">
                          <a16:creationId xmlns:a16="http://schemas.microsoft.com/office/drawing/2014/main" id="{81B5CEAE-24C2-80DA-7ABD-56AE6F576960}"/>
                        </a:ext>
                      </a:extLst>
                    </p:cNvPr>
                    <p:cNvGrpSpPr/>
                    <p:nvPr/>
                  </p:nvGrpSpPr>
                  <p:grpSpPr>
                    <a:xfrm rot="14400000">
                      <a:off x="5310186" y="3977611"/>
                      <a:ext cx="303213" cy="303213"/>
                      <a:chOff x="5354637" y="3446463"/>
                      <a:chExt cx="214313" cy="214313"/>
                    </a:xfrm>
                  </p:grpSpPr>
                  <p:sp>
                    <p:nvSpPr>
                      <p:cNvPr id="15232" name="Arc 15231">
                        <a:extLst>
                          <a:ext uri="{FF2B5EF4-FFF2-40B4-BE49-F238E27FC236}">
                            <a16:creationId xmlns:a16="http://schemas.microsoft.com/office/drawing/2014/main" id="{5A40A7C9-0EE4-DBA0-A276-F96116FEACC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233" name="Arc 15232">
                        <a:extLst>
                          <a:ext uri="{FF2B5EF4-FFF2-40B4-BE49-F238E27FC236}">
                            <a16:creationId xmlns:a16="http://schemas.microsoft.com/office/drawing/2014/main" id="{289B9838-7ED7-42F2-0420-2CF90B5D0BE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228" name="Group 15227">
                      <a:extLst>
                        <a:ext uri="{FF2B5EF4-FFF2-40B4-BE49-F238E27FC236}">
                          <a16:creationId xmlns:a16="http://schemas.microsoft.com/office/drawing/2014/main" id="{4687635A-93C2-5F0C-DA25-8C7F95F8C78C}"/>
                        </a:ext>
                      </a:extLst>
                    </p:cNvPr>
                    <p:cNvGrpSpPr/>
                    <p:nvPr/>
                  </p:nvGrpSpPr>
                  <p:grpSpPr>
                    <a:xfrm rot="7200000">
                      <a:off x="5265196" y="3932619"/>
                      <a:ext cx="393192" cy="393192"/>
                      <a:chOff x="5354637" y="3446463"/>
                      <a:chExt cx="214313" cy="214313"/>
                    </a:xfrm>
                  </p:grpSpPr>
                  <p:sp>
                    <p:nvSpPr>
                      <p:cNvPr id="15230" name="Arc 15229">
                        <a:extLst>
                          <a:ext uri="{FF2B5EF4-FFF2-40B4-BE49-F238E27FC236}">
                            <a16:creationId xmlns:a16="http://schemas.microsoft.com/office/drawing/2014/main" id="{D7272863-3FC3-39C2-F352-30A08427092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231" name="Arc 15230">
                        <a:extLst>
                          <a:ext uri="{FF2B5EF4-FFF2-40B4-BE49-F238E27FC236}">
                            <a16:creationId xmlns:a16="http://schemas.microsoft.com/office/drawing/2014/main" id="{DD776717-01A7-EE47-F797-8C0B0463D79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229" name="TextBox 15228">
                      <a:extLst>
                        <a:ext uri="{FF2B5EF4-FFF2-40B4-BE49-F238E27FC236}">
                          <a16:creationId xmlns:a16="http://schemas.microsoft.com/office/drawing/2014/main" id="{7B91B3B0-1FD6-8AD4-5D9D-29693043C39D}"/>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5203" name="Group 15202">
                    <a:extLst>
                      <a:ext uri="{FF2B5EF4-FFF2-40B4-BE49-F238E27FC236}">
                        <a16:creationId xmlns:a16="http://schemas.microsoft.com/office/drawing/2014/main" id="{7FF00983-6C79-774A-2056-CB5B65F4C561}"/>
                      </a:ext>
                    </a:extLst>
                  </p:cNvPr>
                  <p:cNvGrpSpPr/>
                  <p:nvPr/>
                </p:nvGrpSpPr>
                <p:grpSpPr>
                  <a:xfrm>
                    <a:off x="6512463" y="3525040"/>
                    <a:ext cx="393192" cy="393192"/>
                    <a:chOff x="6389147" y="3357021"/>
                    <a:chExt cx="393192" cy="393192"/>
                  </a:xfrm>
                </p:grpSpPr>
                <p:grpSp>
                  <p:nvGrpSpPr>
                    <p:cNvPr id="15215" name="Group 15214">
                      <a:extLst>
                        <a:ext uri="{FF2B5EF4-FFF2-40B4-BE49-F238E27FC236}">
                          <a16:creationId xmlns:a16="http://schemas.microsoft.com/office/drawing/2014/main" id="{DB4658AB-1683-80D5-34F3-8CB946CB690F}"/>
                        </a:ext>
                      </a:extLst>
                    </p:cNvPr>
                    <p:cNvGrpSpPr/>
                    <p:nvPr/>
                  </p:nvGrpSpPr>
                  <p:grpSpPr>
                    <a:xfrm rot="7200000" flipH="1">
                      <a:off x="6389147" y="3357021"/>
                      <a:ext cx="393192" cy="393192"/>
                      <a:chOff x="5354637" y="3446463"/>
                      <a:chExt cx="214313" cy="214313"/>
                    </a:xfrm>
                  </p:grpSpPr>
                  <p:sp>
                    <p:nvSpPr>
                      <p:cNvPr id="15224" name="Arc 15223">
                        <a:extLst>
                          <a:ext uri="{FF2B5EF4-FFF2-40B4-BE49-F238E27FC236}">
                            <a16:creationId xmlns:a16="http://schemas.microsoft.com/office/drawing/2014/main" id="{2E7340C0-EC0A-CDCB-6783-EE9B9D0B50A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225" name="Arc 15224">
                        <a:extLst>
                          <a:ext uri="{FF2B5EF4-FFF2-40B4-BE49-F238E27FC236}">
                            <a16:creationId xmlns:a16="http://schemas.microsoft.com/office/drawing/2014/main" id="{11FD1147-870B-3009-727E-D9BBFF445EA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216" name="Group 15215">
                      <a:extLst>
                        <a:ext uri="{FF2B5EF4-FFF2-40B4-BE49-F238E27FC236}">
                          <a16:creationId xmlns:a16="http://schemas.microsoft.com/office/drawing/2014/main" id="{DF005249-55F4-5458-41D5-EC0F6409C990}"/>
                        </a:ext>
                      </a:extLst>
                    </p:cNvPr>
                    <p:cNvGrpSpPr/>
                    <p:nvPr/>
                  </p:nvGrpSpPr>
                  <p:grpSpPr>
                    <a:xfrm>
                      <a:off x="6434137" y="3402011"/>
                      <a:ext cx="303213" cy="303213"/>
                      <a:chOff x="6434137" y="3402011"/>
                      <a:chExt cx="303213" cy="303213"/>
                    </a:xfrm>
                  </p:grpSpPr>
                  <p:grpSp>
                    <p:nvGrpSpPr>
                      <p:cNvPr id="15217" name="Group 15216">
                        <a:extLst>
                          <a:ext uri="{FF2B5EF4-FFF2-40B4-BE49-F238E27FC236}">
                            <a16:creationId xmlns:a16="http://schemas.microsoft.com/office/drawing/2014/main" id="{EE89E95A-DBD8-193B-8E03-675B5CBB41A2}"/>
                          </a:ext>
                        </a:extLst>
                      </p:cNvPr>
                      <p:cNvGrpSpPr/>
                      <p:nvPr/>
                    </p:nvGrpSpPr>
                    <p:grpSpPr>
                      <a:xfrm flipH="1">
                        <a:off x="6478587" y="3446461"/>
                        <a:ext cx="214313" cy="214313"/>
                        <a:chOff x="5354637" y="3446463"/>
                        <a:chExt cx="214313" cy="214313"/>
                      </a:xfrm>
                    </p:grpSpPr>
                    <p:sp>
                      <p:nvSpPr>
                        <p:cNvPr id="15222" name="Arc 15221">
                          <a:extLst>
                            <a:ext uri="{FF2B5EF4-FFF2-40B4-BE49-F238E27FC236}">
                              <a16:creationId xmlns:a16="http://schemas.microsoft.com/office/drawing/2014/main" id="{18D029B3-7328-FF83-76FB-0D64832F763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223" name="Arc 15222">
                          <a:extLst>
                            <a:ext uri="{FF2B5EF4-FFF2-40B4-BE49-F238E27FC236}">
                              <a16:creationId xmlns:a16="http://schemas.microsoft.com/office/drawing/2014/main" id="{13D8E75E-6A04-912D-540D-44683CB1F3D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218" name="Group 15217">
                        <a:extLst>
                          <a:ext uri="{FF2B5EF4-FFF2-40B4-BE49-F238E27FC236}">
                            <a16:creationId xmlns:a16="http://schemas.microsoft.com/office/drawing/2014/main" id="{243C2D09-84D4-9A95-122C-CC406BF05482}"/>
                          </a:ext>
                        </a:extLst>
                      </p:cNvPr>
                      <p:cNvGrpSpPr/>
                      <p:nvPr/>
                    </p:nvGrpSpPr>
                    <p:grpSpPr>
                      <a:xfrm rot="14400000" flipH="1">
                        <a:off x="6434137" y="3402011"/>
                        <a:ext cx="303213" cy="303213"/>
                        <a:chOff x="5354637" y="3446463"/>
                        <a:chExt cx="214313" cy="214313"/>
                      </a:xfrm>
                    </p:grpSpPr>
                    <p:sp>
                      <p:nvSpPr>
                        <p:cNvPr id="15220" name="Arc 15219">
                          <a:extLst>
                            <a:ext uri="{FF2B5EF4-FFF2-40B4-BE49-F238E27FC236}">
                              <a16:creationId xmlns:a16="http://schemas.microsoft.com/office/drawing/2014/main" id="{883431BE-4EAF-227C-864B-559B4AEA927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221" name="Arc 15220">
                          <a:extLst>
                            <a:ext uri="{FF2B5EF4-FFF2-40B4-BE49-F238E27FC236}">
                              <a16:creationId xmlns:a16="http://schemas.microsoft.com/office/drawing/2014/main" id="{213E15BA-FC3C-0BB0-5AEB-F075C8E5CA7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219" name="TextBox 15218">
                        <a:extLst>
                          <a:ext uri="{FF2B5EF4-FFF2-40B4-BE49-F238E27FC236}">
                            <a16:creationId xmlns:a16="http://schemas.microsoft.com/office/drawing/2014/main" id="{8BD4A3F6-0EBE-10C3-81C8-7503BBD9DB9A}"/>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204" name="Group 15203">
                    <a:extLst>
                      <a:ext uri="{FF2B5EF4-FFF2-40B4-BE49-F238E27FC236}">
                        <a16:creationId xmlns:a16="http://schemas.microsoft.com/office/drawing/2014/main" id="{2525C3CD-D066-4AD6-ED5E-3208D8B13C48}"/>
                      </a:ext>
                    </a:extLst>
                  </p:cNvPr>
                  <p:cNvGrpSpPr/>
                  <p:nvPr/>
                </p:nvGrpSpPr>
                <p:grpSpPr>
                  <a:xfrm>
                    <a:off x="6197413" y="3225768"/>
                    <a:ext cx="393192" cy="393192"/>
                    <a:chOff x="6389147" y="3932622"/>
                    <a:chExt cx="393192" cy="393192"/>
                  </a:xfrm>
                </p:grpSpPr>
                <p:grpSp>
                  <p:nvGrpSpPr>
                    <p:cNvPr id="15205" name="Group 15204">
                      <a:extLst>
                        <a:ext uri="{FF2B5EF4-FFF2-40B4-BE49-F238E27FC236}">
                          <a16:creationId xmlns:a16="http://schemas.microsoft.com/office/drawing/2014/main" id="{41DDA8B4-5183-E1D4-2FD5-7D17A9B489BF}"/>
                        </a:ext>
                      </a:extLst>
                    </p:cNvPr>
                    <p:cNvGrpSpPr/>
                    <p:nvPr/>
                  </p:nvGrpSpPr>
                  <p:grpSpPr>
                    <a:xfrm flipH="1">
                      <a:off x="6478587" y="4022061"/>
                      <a:ext cx="214313" cy="214313"/>
                      <a:chOff x="5354637" y="3446463"/>
                      <a:chExt cx="214313" cy="214313"/>
                    </a:xfrm>
                  </p:grpSpPr>
                  <p:sp>
                    <p:nvSpPr>
                      <p:cNvPr id="15213" name="Arc 15212">
                        <a:extLst>
                          <a:ext uri="{FF2B5EF4-FFF2-40B4-BE49-F238E27FC236}">
                            <a16:creationId xmlns:a16="http://schemas.microsoft.com/office/drawing/2014/main" id="{9D0CA49D-754F-F85F-DE1D-64187F667C5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214" name="Arc 15213">
                        <a:extLst>
                          <a:ext uri="{FF2B5EF4-FFF2-40B4-BE49-F238E27FC236}">
                            <a16:creationId xmlns:a16="http://schemas.microsoft.com/office/drawing/2014/main" id="{7F28C8DA-3995-8249-9A1F-2D701868D2E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206" name="Group 15205">
                      <a:extLst>
                        <a:ext uri="{FF2B5EF4-FFF2-40B4-BE49-F238E27FC236}">
                          <a16:creationId xmlns:a16="http://schemas.microsoft.com/office/drawing/2014/main" id="{BB523065-E945-00DA-EAFB-B62087749CEF}"/>
                        </a:ext>
                      </a:extLst>
                    </p:cNvPr>
                    <p:cNvGrpSpPr/>
                    <p:nvPr/>
                  </p:nvGrpSpPr>
                  <p:grpSpPr>
                    <a:xfrm rot="7200000" flipH="1">
                      <a:off x="6434137" y="3977611"/>
                      <a:ext cx="303213" cy="303213"/>
                      <a:chOff x="5354637" y="3446463"/>
                      <a:chExt cx="214313" cy="214313"/>
                    </a:xfrm>
                  </p:grpSpPr>
                  <p:sp>
                    <p:nvSpPr>
                      <p:cNvPr id="15211" name="Arc 15210">
                        <a:extLst>
                          <a:ext uri="{FF2B5EF4-FFF2-40B4-BE49-F238E27FC236}">
                            <a16:creationId xmlns:a16="http://schemas.microsoft.com/office/drawing/2014/main" id="{3D1297D9-2530-D1F6-C36B-4D710F5B1CD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212" name="Arc 15211">
                        <a:extLst>
                          <a:ext uri="{FF2B5EF4-FFF2-40B4-BE49-F238E27FC236}">
                            <a16:creationId xmlns:a16="http://schemas.microsoft.com/office/drawing/2014/main" id="{C89EEBE4-8E62-1F4F-E068-5ED47FBC7E6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207" name="Group 15206">
                      <a:extLst>
                        <a:ext uri="{FF2B5EF4-FFF2-40B4-BE49-F238E27FC236}">
                          <a16:creationId xmlns:a16="http://schemas.microsoft.com/office/drawing/2014/main" id="{E7542513-A9D6-5585-2931-05C0B5897488}"/>
                        </a:ext>
                      </a:extLst>
                    </p:cNvPr>
                    <p:cNvGrpSpPr/>
                    <p:nvPr/>
                  </p:nvGrpSpPr>
                  <p:grpSpPr>
                    <a:xfrm rot="14400000" flipH="1">
                      <a:off x="6389147" y="3932622"/>
                      <a:ext cx="393192" cy="393192"/>
                      <a:chOff x="5354637" y="3446463"/>
                      <a:chExt cx="214313" cy="214313"/>
                    </a:xfrm>
                  </p:grpSpPr>
                  <p:sp>
                    <p:nvSpPr>
                      <p:cNvPr id="15209" name="Arc 15208">
                        <a:extLst>
                          <a:ext uri="{FF2B5EF4-FFF2-40B4-BE49-F238E27FC236}">
                            <a16:creationId xmlns:a16="http://schemas.microsoft.com/office/drawing/2014/main" id="{E85E5823-FE16-3BC3-EB13-6D918F8A7A7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210" name="Arc 15209">
                        <a:extLst>
                          <a:ext uri="{FF2B5EF4-FFF2-40B4-BE49-F238E27FC236}">
                            <a16:creationId xmlns:a16="http://schemas.microsoft.com/office/drawing/2014/main" id="{E641E93F-2437-16DA-498F-8B0FB69892F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208" name="TextBox 15207">
                      <a:extLst>
                        <a:ext uri="{FF2B5EF4-FFF2-40B4-BE49-F238E27FC236}">
                          <a16:creationId xmlns:a16="http://schemas.microsoft.com/office/drawing/2014/main" id="{26CB7A5D-9009-8B77-82E0-0181FC76B857}"/>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5104" name="Group 15103">
                <a:extLst>
                  <a:ext uri="{FF2B5EF4-FFF2-40B4-BE49-F238E27FC236}">
                    <a16:creationId xmlns:a16="http://schemas.microsoft.com/office/drawing/2014/main" id="{E1FC6D9D-DD5E-0FBE-4702-441845D9DFB1}"/>
                  </a:ext>
                </a:extLst>
              </p:cNvPr>
              <p:cNvGrpSpPr/>
              <p:nvPr/>
            </p:nvGrpSpPr>
            <p:grpSpPr>
              <a:xfrm>
                <a:off x="6065340" y="2039507"/>
                <a:ext cx="1643204" cy="1593124"/>
                <a:chOff x="5445106" y="2644743"/>
                <a:chExt cx="1643204" cy="1593124"/>
              </a:xfrm>
            </p:grpSpPr>
            <p:grpSp>
              <p:nvGrpSpPr>
                <p:cNvPr id="15105" name="Group 15104">
                  <a:extLst>
                    <a:ext uri="{FF2B5EF4-FFF2-40B4-BE49-F238E27FC236}">
                      <a16:creationId xmlns:a16="http://schemas.microsoft.com/office/drawing/2014/main" id="{A9F465C7-9D40-5F0C-2455-710FB51F04F1}"/>
                    </a:ext>
                  </a:extLst>
                </p:cNvPr>
                <p:cNvGrpSpPr/>
                <p:nvPr/>
              </p:nvGrpSpPr>
              <p:grpSpPr>
                <a:xfrm>
                  <a:off x="5445106" y="2644743"/>
                  <a:ext cx="1019224" cy="991639"/>
                  <a:chOff x="5886431" y="3225768"/>
                  <a:chExt cx="1019224" cy="991639"/>
                </a:xfrm>
              </p:grpSpPr>
              <p:grpSp>
                <p:nvGrpSpPr>
                  <p:cNvPr id="15153" name="Group 15152">
                    <a:extLst>
                      <a:ext uri="{FF2B5EF4-FFF2-40B4-BE49-F238E27FC236}">
                        <a16:creationId xmlns:a16="http://schemas.microsoft.com/office/drawing/2014/main" id="{0CF7C02F-7935-5768-4CCF-A1C436FB6385}"/>
                      </a:ext>
                    </a:extLst>
                  </p:cNvPr>
                  <p:cNvGrpSpPr/>
                  <p:nvPr/>
                </p:nvGrpSpPr>
                <p:grpSpPr>
                  <a:xfrm>
                    <a:off x="6197413" y="3824215"/>
                    <a:ext cx="393192" cy="393192"/>
                    <a:chOff x="5265196" y="3357021"/>
                    <a:chExt cx="393192" cy="393192"/>
                  </a:xfrm>
                </p:grpSpPr>
                <p:grpSp>
                  <p:nvGrpSpPr>
                    <p:cNvPr id="15188" name="Group 15187">
                      <a:extLst>
                        <a:ext uri="{FF2B5EF4-FFF2-40B4-BE49-F238E27FC236}">
                          <a16:creationId xmlns:a16="http://schemas.microsoft.com/office/drawing/2014/main" id="{CEE7014F-710B-66C4-86B6-C34A03D99832}"/>
                        </a:ext>
                      </a:extLst>
                    </p:cNvPr>
                    <p:cNvGrpSpPr/>
                    <p:nvPr/>
                  </p:nvGrpSpPr>
                  <p:grpSpPr>
                    <a:xfrm rot="14400000">
                      <a:off x="5265196" y="3357021"/>
                      <a:ext cx="393192" cy="393192"/>
                      <a:chOff x="5354637" y="3446463"/>
                      <a:chExt cx="214313" cy="214313"/>
                    </a:xfrm>
                  </p:grpSpPr>
                  <p:sp>
                    <p:nvSpPr>
                      <p:cNvPr id="15197" name="Arc 15196">
                        <a:extLst>
                          <a:ext uri="{FF2B5EF4-FFF2-40B4-BE49-F238E27FC236}">
                            <a16:creationId xmlns:a16="http://schemas.microsoft.com/office/drawing/2014/main" id="{B26C3225-07B5-F5F6-E77A-C3A748D944F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198" name="Arc 15197">
                        <a:extLst>
                          <a:ext uri="{FF2B5EF4-FFF2-40B4-BE49-F238E27FC236}">
                            <a16:creationId xmlns:a16="http://schemas.microsoft.com/office/drawing/2014/main" id="{F80C4F21-3CAB-FC24-A3C0-55F132FB1C4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189" name="Group 15188">
                      <a:extLst>
                        <a:ext uri="{FF2B5EF4-FFF2-40B4-BE49-F238E27FC236}">
                          <a16:creationId xmlns:a16="http://schemas.microsoft.com/office/drawing/2014/main" id="{C469B680-7AAB-266F-AB4C-F1DA79C15818}"/>
                        </a:ext>
                      </a:extLst>
                    </p:cNvPr>
                    <p:cNvGrpSpPr/>
                    <p:nvPr/>
                  </p:nvGrpSpPr>
                  <p:grpSpPr>
                    <a:xfrm>
                      <a:off x="5310186" y="3402011"/>
                      <a:ext cx="303213" cy="303213"/>
                      <a:chOff x="5310186" y="3402011"/>
                      <a:chExt cx="303213" cy="303213"/>
                    </a:xfrm>
                  </p:grpSpPr>
                  <p:grpSp>
                    <p:nvGrpSpPr>
                      <p:cNvPr id="15190" name="Group 15189">
                        <a:extLst>
                          <a:ext uri="{FF2B5EF4-FFF2-40B4-BE49-F238E27FC236}">
                            <a16:creationId xmlns:a16="http://schemas.microsoft.com/office/drawing/2014/main" id="{E9413F99-A4CF-8206-DC2E-52AC91A8AC08}"/>
                          </a:ext>
                        </a:extLst>
                      </p:cNvPr>
                      <p:cNvGrpSpPr/>
                      <p:nvPr/>
                    </p:nvGrpSpPr>
                    <p:grpSpPr>
                      <a:xfrm>
                        <a:off x="5354636" y="3446461"/>
                        <a:ext cx="214313" cy="214313"/>
                        <a:chOff x="5354637" y="3446463"/>
                        <a:chExt cx="214313" cy="214313"/>
                      </a:xfrm>
                    </p:grpSpPr>
                    <p:sp>
                      <p:nvSpPr>
                        <p:cNvPr id="15195" name="Arc 15194">
                          <a:extLst>
                            <a:ext uri="{FF2B5EF4-FFF2-40B4-BE49-F238E27FC236}">
                              <a16:creationId xmlns:a16="http://schemas.microsoft.com/office/drawing/2014/main" id="{688752F0-3584-CFCB-4258-2103FCB487A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196" name="Arc 15195">
                          <a:extLst>
                            <a:ext uri="{FF2B5EF4-FFF2-40B4-BE49-F238E27FC236}">
                              <a16:creationId xmlns:a16="http://schemas.microsoft.com/office/drawing/2014/main" id="{CB5EE558-8B59-CE7D-7573-3DCFBE8F82F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191" name="Group 15190">
                        <a:extLst>
                          <a:ext uri="{FF2B5EF4-FFF2-40B4-BE49-F238E27FC236}">
                            <a16:creationId xmlns:a16="http://schemas.microsoft.com/office/drawing/2014/main" id="{A3F99440-C9F7-D344-046D-E5DD786342EC}"/>
                          </a:ext>
                        </a:extLst>
                      </p:cNvPr>
                      <p:cNvGrpSpPr/>
                      <p:nvPr/>
                    </p:nvGrpSpPr>
                    <p:grpSpPr>
                      <a:xfrm rot="7200000">
                        <a:off x="5310186" y="3402011"/>
                        <a:ext cx="303213" cy="303213"/>
                        <a:chOff x="5354637" y="3446463"/>
                        <a:chExt cx="214313" cy="214313"/>
                      </a:xfrm>
                    </p:grpSpPr>
                    <p:sp>
                      <p:nvSpPr>
                        <p:cNvPr id="15193" name="Arc 15192">
                          <a:extLst>
                            <a:ext uri="{FF2B5EF4-FFF2-40B4-BE49-F238E27FC236}">
                              <a16:creationId xmlns:a16="http://schemas.microsoft.com/office/drawing/2014/main" id="{8209AB56-7B3B-2A34-5A1F-5AD17B2039C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194" name="Arc 15193">
                          <a:extLst>
                            <a:ext uri="{FF2B5EF4-FFF2-40B4-BE49-F238E27FC236}">
                              <a16:creationId xmlns:a16="http://schemas.microsoft.com/office/drawing/2014/main" id="{E42AEF1D-E6E7-080D-0129-34B5923AFB7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192" name="TextBox 15191">
                        <a:extLst>
                          <a:ext uri="{FF2B5EF4-FFF2-40B4-BE49-F238E27FC236}">
                            <a16:creationId xmlns:a16="http://schemas.microsoft.com/office/drawing/2014/main" id="{67B82700-102E-ADE9-A875-2119F89896CE}"/>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154" name="Group 15153">
                    <a:extLst>
                      <a:ext uri="{FF2B5EF4-FFF2-40B4-BE49-F238E27FC236}">
                        <a16:creationId xmlns:a16="http://schemas.microsoft.com/office/drawing/2014/main" id="{7257DD78-83F2-E7C4-05F0-371100415546}"/>
                      </a:ext>
                    </a:extLst>
                  </p:cNvPr>
                  <p:cNvGrpSpPr/>
                  <p:nvPr/>
                </p:nvGrpSpPr>
                <p:grpSpPr>
                  <a:xfrm>
                    <a:off x="5886431" y="3525040"/>
                    <a:ext cx="393192" cy="393192"/>
                    <a:chOff x="5265196" y="3932619"/>
                    <a:chExt cx="393192" cy="393192"/>
                  </a:xfrm>
                </p:grpSpPr>
                <p:grpSp>
                  <p:nvGrpSpPr>
                    <p:cNvPr id="15178" name="Group 15177">
                      <a:extLst>
                        <a:ext uri="{FF2B5EF4-FFF2-40B4-BE49-F238E27FC236}">
                          <a16:creationId xmlns:a16="http://schemas.microsoft.com/office/drawing/2014/main" id="{164FBE83-F633-1B50-1513-6E66445FA88F}"/>
                        </a:ext>
                      </a:extLst>
                    </p:cNvPr>
                    <p:cNvGrpSpPr/>
                    <p:nvPr/>
                  </p:nvGrpSpPr>
                  <p:grpSpPr>
                    <a:xfrm>
                      <a:off x="5354636" y="4022061"/>
                      <a:ext cx="214313" cy="214313"/>
                      <a:chOff x="5354637" y="3446463"/>
                      <a:chExt cx="214313" cy="214313"/>
                    </a:xfrm>
                  </p:grpSpPr>
                  <p:sp>
                    <p:nvSpPr>
                      <p:cNvPr id="15186" name="Arc 15185">
                        <a:extLst>
                          <a:ext uri="{FF2B5EF4-FFF2-40B4-BE49-F238E27FC236}">
                            <a16:creationId xmlns:a16="http://schemas.microsoft.com/office/drawing/2014/main" id="{BDEF86E5-4179-4FE8-924D-AF5BA066A6E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187" name="Arc 15186">
                        <a:extLst>
                          <a:ext uri="{FF2B5EF4-FFF2-40B4-BE49-F238E27FC236}">
                            <a16:creationId xmlns:a16="http://schemas.microsoft.com/office/drawing/2014/main" id="{9437F0CE-DACC-B2B4-BFAE-88BFDE1B7FF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179" name="Group 15178">
                      <a:extLst>
                        <a:ext uri="{FF2B5EF4-FFF2-40B4-BE49-F238E27FC236}">
                          <a16:creationId xmlns:a16="http://schemas.microsoft.com/office/drawing/2014/main" id="{91294AAB-B7B1-7A57-B909-DAC50B4C61A7}"/>
                        </a:ext>
                      </a:extLst>
                    </p:cNvPr>
                    <p:cNvGrpSpPr/>
                    <p:nvPr/>
                  </p:nvGrpSpPr>
                  <p:grpSpPr>
                    <a:xfrm rot="14400000">
                      <a:off x="5310186" y="3977611"/>
                      <a:ext cx="303213" cy="303213"/>
                      <a:chOff x="5354637" y="3446463"/>
                      <a:chExt cx="214313" cy="214313"/>
                    </a:xfrm>
                  </p:grpSpPr>
                  <p:sp>
                    <p:nvSpPr>
                      <p:cNvPr id="15184" name="Arc 15183">
                        <a:extLst>
                          <a:ext uri="{FF2B5EF4-FFF2-40B4-BE49-F238E27FC236}">
                            <a16:creationId xmlns:a16="http://schemas.microsoft.com/office/drawing/2014/main" id="{BCDC4129-6609-0B5A-2B87-6C7E0B8C1FF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185" name="Arc 15184">
                        <a:extLst>
                          <a:ext uri="{FF2B5EF4-FFF2-40B4-BE49-F238E27FC236}">
                            <a16:creationId xmlns:a16="http://schemas.microsoft.com/office/drawing/2014/main" id="{50F76346-1987-5895-398D-4153C9DA481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180" name="Group 15179">
                      <a:extLst>
                        <a:ext uri="{FF2B5EF4-FFF2-40B4-BE49-F238E27FC236}">
                          <a16:creationId xmlns:a16="http://schemas.microsoft.com/office/drawing/2014/main" id="{A086DB0D-D84F-76B1-2C78-6A341FA9CDA5}"/>
                        </a:ext>
                      </a:extLst>
                    </p:cNvPr>
                    <p:cNvGrpSpPr/>
                    <p:nvPr/>
                  </p:nvGrpSpPr>
                  <p:grpSpPr>
                    <a:xfrm rot="7200000">
                      <a:off x="5265196" y="3932619"/>
                      <a:ext cx="393192" cy="393192"/>
                      <a:chOff x="5354637" y="3446463"/>
                      <a:chExt cx="214313" cy="214313"/>
                    </a:xfrm>
                  </p:grpSpPr>
                  <p:sp>
                    <p:nvSpPr>
                      <p:cNvPr id="15182" name="Arc 15181">
                        <a:extLst>
                          <a:ext uri="{FF2B5EF4-FFF2-40B4-BE49-F238E27FC236}">
                            <a16:creationId xmlns:a16="http://schemas.microsoft.com/office/drawing/2014/main" id="{F38F61B1-C01F-062A-3D02-305617C25D1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183" name="Arc 15182">
                        <a:extLst>
                          <a:ext uri="{FF2B5EF4-FFF2-40B4-BE49-F238E27FC236}">
                            <a16:creationId xmlns:a16="http://schemas.microsoft.com/office/drawing/2014/main" id="{0B7BBE41-0732-C1E0-A8A6-6C7857A732F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181" name="TextBox 15180">
                      <a:extLst>
                        <a:ext uri="{FF2B5EF4-FFF2-40B4-BE49-F238E27FC236}">
                          <a16:creationId xmlns:a16="http://schemas.microsoft.com/office/drawing/2014/main" id="{64CF7E2F-EBA1-F793-1373-8C60B4C63BA1}"/>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5155" name="Group 15154">
                    <a:extLst>
                      <a:ext uri="{FF2B5EF4-FFF2-40B4-BE49-F238E27FC236}">
                        <a16:creationId xmlns:a16="http://schemas.microsoft.com/office/drawing/2014/main" id="{DAE2E04F-ACE7-F762-A5F6-9B3E330F6643}"/>
                      </a:ext>
                    </a:extLst>
                  </p:cNvPr>
                  <p:cNvGrpSpPr/>
                  <p:nvPr/>
                </p:nvGrpSpPr>
                <p:grpSpPr>
                  <a:xfrm>
                    <a:off x="6512463" y="3525040"/>
                    <a:ext cx="393192" cy="393192"/>
                    <a:chOff x="6389147" y="3357021"/>
                    <a:chExt cx="393192" cy="393192"/>
                  </a:xfrm>
                </p:grpSpPr>
                <p:grpSp>
                  <p:nvGrpSpPr>
                    <p:cNvPr id="15167" name="Group 15166">
                      <a:extLst>
                        <a:ext uri="{FF2B5EF4-FFF2-40B4-BE49-F238E27FC236}">
                          <a16:creationId xmlns:a16="http://schemas.microsoft.com/office/drawing/2014/main" id="{E32374AC-83A9-86B3-7356-3DE02EAC6220}"/>
                        </a:ext>
                      </a:extLst>
                    </p:cNvPr>
                    <p:cNvGrpSpPr/>
                    <p:nvPr/>
                  </p:nvGrpSpPr>
                  <p:grpSpPr>
                    <a:xfrm rot="7200000" flipH="1">
                      <a:off x="6389147" y="3357021"/>
                      <a:ext cx="393192" cy="393192"/>
                      <a:chOff x="5354637" y="3446463"/>
                      <a:chExt cx="214313" cy="214313"/>
                    </a:xfrm>
                  </p:grpSpPr>
                  <p:sp>
                    <p:nvSpPr>
                      <p:cNvPr id="15176" name="Arc 15175">
                        <a:extLst>
                          <a:ext uri="{FF2B5EF4-FFF2-40B4-BE49-F238E27FC236}">
                            <a16:creationId xmlns:a16="http://schemas.microsoft.com/office/drawing/2014/main" id="{D47D7404-6A09-5569-5708-24C41CE3A1C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177" name="Arc 15176">
                        <a:extLst>
                          <a:ext uri="{FF2B5EF4-FFF2-40B4-BE49-F238E27FC236}">
                            <a16:creationId xmlns:a16="http://schemas.microsoft.com/office/drawing/2014/main" id="{7110CBF8-5773-C454-239D-50CF822CE6E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168" name="Group 15167">
                      <a:extLst>
                        <a:ext uri="{FF2B5EF4-FFF2-40B4-BE49-F238E27FC236}">
                          <a16:creationId xmlns:a16="http://schemas.microsoft.com/office/drawing/2014/main" id="{3D011711-4EAD-F9B3-2FCA-8B78B3733377}"/>
                        </a:ext>
                      </a:extLst>
                    </p:cNvPr>
                    <p:cNvGrpSpPr/>
                    <p:nvPr/>
                  </p:nvGrpSpPr>
                  <p:grpSpPr>
                    <a:xfrm>
                      <a:off x="6434137" y="3402011"/>
                      <a:ext cx="303213" cy="303213"/>
                      <a:chOff x="6434137" y="3402011"/>
                      <a:chExt cx="303213" cy="303213"/>
                    </a:xfrm>
                  </p:grpSpPr>
                  <p:grpSp>
                    <p:nvGrpSpPr>
                      <p:cNvPr id="15169" name="Group 15168">
                        <a:extLst>
                          <a:ext uri="{FF2B5EF4-FFF2-40B4-BE49-F238E27FC236}">
                            <a16:creationId xmlns:a16="http://schemas.microsoft.com/office/drawing/2014/main" id="{6F5DF8EB-6E75-C404-5F4D-E3C1AE4852F2}"/>
                          </a:ext>
                        </a:extLst>
                      </p:cNvPr>
                      <p:cNvGrpSpPr/>
                      <p:nvPr/>
                    </p:nvGrpSpPr>
                    <p:grpSpPr>
                      <a:xfrm flipH="1">
                        <a:off x="6478587" y="3446461"/>
                        <a:ext cx="214313" cy="214313"/>
                        <a:chOff x="5354637" y="3446463"/>
                        <a:chExt cx="214313" cy="214313"/>
                      </a:xfrm>
                    </p:grpSpPr>
                    <p:sp>
                      <p:nvSpPr>
                        <p:cNvPr id="15174" name="Arc 15173">
                          <a:extLst>
                            <a:ext uri="{FF2B5EF4-FFF2-40B4-BE49-F238E27FC236}">
                              <a16:creationId xmlns:a16="http://schemas.microsoft.com/office/drawing/2014/main" id="{3CBE27B3-57AF-D2E2-9306-EA6117ECC76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175" name="Arc 15174">
                          <a:extLst>
                            <a:ext uri="{FF2B5EF4-FFF2-40B4-BE49-F238E27FC236}">
                              <a16:creationId xmlns:a16="http://schemas.microsoft.com/office/drawing/2014/main" id="{90936801-0710-6CB4-DA93-F075DA526F1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170" name="Group 15169">
                        <a:extLst>
                          <a:ext uri="{FF2B5EF4-FFF2-40B4-BE49-F238E27FC236}">
                            <a16:creationId xmlns:a16="http://schemas.microsoft.com/office/drawing/2014/main" id="{F6E26778-55E9-7CF7-6C55-84090279455D}"/>
                          </a:ext>
                        </a:extLst>
                      </p:cNvPr>
                      <p:cNvGrpSpPr/>
                      <p:nvPr/>
                    </p:nvGrpSpPr>
                    <p:grpSpPr>
                      <a:xfrm rot="14400000" flipH="1">
                        <a:off x="6434137" y="3402011"/>
                        <a:ext cx="303213" cy="303213"/>
                        <a:chOff x="5354637" y="3446463"/>
                        <a:chExt cx="214313" cy="214313"/>
                      </a:xfrm>
                    </p:grpSpPr>
                    <p:sp>
                      <p:nvSpPr>
                        <p:cNvPr id="15172" name="Arc 15171">
                          <a:extLst>
                            <a:ext uri="{FF2B5EF4-FFF2-40B4-BE49-F238E27FC236}">
                              <a16:creationId xmlns:a16="http://schemas.microsoft.com/office/drawing/2014/main" id="{71C90E5F-6C96-8142-42E0-A9A9E331FFF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173" name="Arc 15172">
                          <a:extLst>
                            <a:ext uri="{FF2B5EF4-FFF2-40B4-BE49-F238E27FC236}">
                              <a16:creationId xmlns:a16="http://schemas.microsoft.com/office/drawing/2014/main" id="{14F57650-27A7-D087-99B2-91E9150E576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171" name="TextBox 15170">
                        <a:extLst>
                          <a:ext uri="{FF2B5EF4-FFF2-40B4-BE49-F238E27FC236}">
                            <a16:creationId xmlns:a16="http://schemas.microsoft.com/office/drawing/2014/main" id="{AD14DA70-F16F-D202-236B-ADA1DD0254B6}"/>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156" name="Group 15155">
                    <a:extLst>
                      <a:ext uri="{FF2B5EF4-FFF2-40B4-BE49-F238E27FC236}">
                        <a16:creationId xmlns:a16="http://schemas.microsoft.com/office/drawing/2014/main" id="{D1B4B894-1C4A-BE74-6E60-8207A7E8C6A3}"/>
                      </a:ext>
                    </a:extLst>
                  </p:cNvPr>
                  <p:cNvGrpSpPr/>
                  <p:nvPr/>
                </p:nvGrpSpPr>
                <p:grpSpPr>
                  <a:xfrm>
                    <a:off x="6197413" y="3225768"/>
                    <a:ext cx="393192" cy="393192"/>
                    <a:chOff x="6389147" y="3932622"/>
                    <a:chExt cx="393192" cy="393192"/>
                  </a:xfrm>
                </p:grpSpPr>
                <p:grpSp>
                  <p:nvGrpSpPr>
                    <p:cNvPr id="15157" name="Group 15156">
                      <a:extLst>
                        <a:ext uri="{FF2B5EF4-FFF2-40B4-BE49-F238E27FC236}">
                          <a16:creationId xmlns:a16="http://schemas.microsoft.com/office/drawing/2014/main" id="{82532FE3-EA7C-5660-DD90-DAF64BE9AEB1}"/>
                        </a:ext>
                      </a:extLst>
                    </p:cNvPr>
                    <p:cNvGrpSpPr/>
                    <p:nvPr/>
                  </p:nvGrpSpPr>
                  <p:grpSpPr>
                    <a:xfrm flipH="1">
                      <a:off x="6478587" y="4022061"/>
                      <a:ext cx="214313" cy="214313"/>
                      <a:chOff x="5354637" y="3446463"/>
                      <a:chExt cx="214313" cy="214313"/>
                    </a:xfrm>
                  </p:grpSpPr>
                  <p:sp>
                    <p:nvSpPr>
                      <p:cNvPr id="15165" name="Arc 15164">
                        <a:extLst>
                          <a:ext uri="{FF2B5EF4-FFF2-40B4-BE49-F238E27FC236}">
                            <a16:creationId xmlns:a16="http://schemas.microsoft.com/office/drawing/2014/main" id="{A2B891C5-AE64-BCEE-3DA1-E89C0C719F6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166" name="Arc 15165">
                        <a:extLst>
                          <a:ext uri="{FF2B5EF4-FFF2-40B4-BE49-F238E27FC236}">
                            <a16:creationId xmlns:a16="http://schemas.microsoft.com/office/drawing/2014/main" id="{EF3BBCF4-9C9A-C33D-0622-F8B5F0FB3AE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158" name="Group 15157">
                      <a:extLst>
                        <a:ext uri="{FF2B5EF4-FFF2-40B4-BE49-F238E27FC236}">
                          <a16:creationId xmlns:a16="http://schemas.microsoft.com/office/drawing/2014/main" id="{71F2CCC8-9B9D-3A64-02A6-D9C7368D5633}"/>
                        </a:ext>
                      </a:extLst>
                    </p:cNvPr>
                    <p:cNvGrpSpPr/>
                    <p:nvPr/>
                  </p:nvGrpSpPr>
                  <p:grpSpPr>
                    <a:xfrm rot="7200000" flipH="1">
                      <a:off x="6434137" y="3977611"/>
                      <a:ext cx="303213" cy="303213"/>
                      <a:chOff x="5354637" y="3446463"/>
                      <a:chExt cx="214313" cy="214313"/>
                    </a:xfrm>
                  </p:grpSpPr>
                  <p:sp>
                    <p:nvSpPr>
                      <p:cNvPr id="15163" name="Arc 15162">
                        <a:extLst>
                          <a:ext uri="{FF2B5EF4-FFF2-40B4-BE49-F238E27FC236}">
                            <a16:creationId xmlns:a16="http://schemas.microsoft.com/office/drawing/2014/main" id="{23CD50DD-3A4D-C595-F383-8455EF1AC1C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164" name="Arc 15163">
                        <a:extLst>
                          <a:ext uri="{FF2B5EF4-FFF2-40B4-BE49-F238E27FC236}">
                            <a16:creationId xmlns:a16="http://schemas.microsoft.com/office/drawing/2014/main" id="{DB6BE2B8-B064-3A53-CD18-3839193F90B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159" name="Group 15158">
                      <a:extLst>
                        <a:ext uri="{FF2B5EF4-FFF2-40B4-BE49-F238E27FC236}">
                          <a16:creationId xmlns:a16="http://schemas.microsoft.com/office/drawing/2014/main" id="{8134CD96-BA29-536D-5434-495273144513}"/>
                        </a:ext>
                      </a:extLst>
                    </p:cNvPr>
                    <p:cNvGrpSpPr/>
                    <p:nvPr/>
                  </p:nvGrpSpPr>
                  <p:grpSpPr>
                    <a:xfrm rot="14400000" flipH="1">
                      <a:off x="6389147" y="3932622"/>
                      <a:ext cx="393192" cy="393192"/>
                      <a:chOff x="5354637" y="3446463"/>
                      <a:chExt cx="214313" cy="214313"/>
                    </a:xfrm>
                  </p:grpSpPr>
                  <p:sp>
                    <p:nvSpPr>
                      <p:cNvPr id="15161" name="Arc 15160">
                        <a:extLst>
                          <a:ext uri="{FF2B5EF4-FFF2-40B4-BE49-F238E27FC236}">
                            <a16:creationId xmlns:a16="http://schemas.microsoft.com/office/drawing/2014/main" id="{0DC8C5C8-115D-3B56-2390-5D578F38FD9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162" name="Arc 15161">
                        <a:extLst>
                          <a:ext uri="{FF2B5EF4-FFF2-40B4-BE49-F238E27FC236}">
                            <a16:creationId xmlns:a16="http://schemas.microsoft.com/office/drawing/2014/main" id="{A7DE1DBC-E478-B9BB-DD9D-9D97F7DE722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160" name="TextBox 15159">
                      <a:extLst>
                        <a:ext uri="{FF2B5EF4-FFF2-40B4-BE49-F238E27FC236}">
                          <a16:creationId xmlns:a16="http://schemas.microsoft.com/office/drawing/2014/main" id="{04D5B7A1-DA73-08FC-E9E8-657BCB2303CE}"/>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106" name="Group 15105">
                  <a:extLst>
                    <a:ext uri="{FF2B5EF4-FFF2-40B4-BE49-F238E27FC236}">
                      <a16:creationId xmlns:a16="http://schemas.microsoft.com/office/drawing/2014/main" id="{21A4DEDE-E710-DB99-0CC2-9FF019B4D2EE}"/>
                    </a:ext>
                  </a:extLst>
                </p:cNvPr>
                <p:cNvGrpSpPr/>
                <p:nvPr/>
              </p:nvGrpSpPr>
              <p:grpSpPr>
                <a:xfrm>
                  <a:off x="6069086" y="3246228"/>
                  <a:ext cx="1019224" cy="991639"/>
                  <a:chOff x="5886431" y="3225768"/>
                  <a:chExt cx="1019224" cy="991639"/>
                </a:xfrm>
              </p:grpSpPr>
              <p:grpSp>
                <p:nvGrpSpPr>
                  <p:cNvPr id="15107" name="Group 15106">
                    <a:extLst>
                      <a:ext uri="{FF2B5EF4-FFF2-40B4-BE49-F238E27FC236}">
                        <a16:creationId xmlns:a16="http://schemas.microsoft.com/office/drawing/2014/main" id="{9BB32685-F2EC-7868-EC82-62BA29AD519F}"/>
                      </a:ext>
                    </a:extLst>
                  </p:cNvPr>
                  <p:cNvGrpSpPr/>
                  <p:nvPr/>
                </p:nvGrpSpPr>
                <p:grpSpPr>
                  <a:xfrm>
                    <a:off x="6197413" y="3824215"/>
                    <a:ext cx="393192" cy="393192"/>
                    <a:chOff x="5265196" y="3357021"/>
                    <a:chExt cx="393192" cy="393192"/>
                  </a:xfrm>
                </p:grpSpPr>
                <p:grpSp>
                  <p:nvGrpSpPr>
                    <p:cNvPr id="15142" name="Group 15141">
                      <a:extLst>
                        <a:ext uri="{FF2B5EF4-FFF2-40B4-BE49-F238E27FC236}">
                          <a16:creationId xmlns:a16="http://schemas.microsoft.com/office/drawing/2014/main" id="{52781266-D489-A2E9-1593-9AAA9926F66C}"/>
                        </a:ext>
                      </a:extLst>
                    </p:cNvPr>
                    <p:cNvGrpSpPr/>
                    <p:nvPr/>
                  </p:nvGrpSpPr>
                  <p:grpSpPr>
                    <a:xfrm rot="14400000">
                      <a:off x="5265196" y="3357021"/>
                      <a:ext cx="393192" cy="393192"/>
                      <a:chOff x="5354637" y="3446463"/>
                      <a:chExt cx="214313" cy="214313"/>
                    </a:xfrm>
                  </p:grpSpPr>
                  <p:sp>
                    <p:nvSpPr>
                      <p:cNvPr id="15151" name="Arc 15150">
                        <a:extLst>
                          <a:ext uri="{FF2B5EF4-FFF2-40B4-BE49-F238E27FC236}">
                            <a16:creationId xmlns:a16="http://schemas.microsoft.com/office/drawing/2014/main" id="{4E3042AA-039B-19A6-7379-BEE36CBB892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152" name="Arc 15151">
                        <a:extLst>
                          <a:ext uri="{FF2B5EF4-FFF2-40B4-BE49-F238E27FC236}">
                            <a16:creationId xmlns:a16="http://schemas.microsoft.com/office/drawing/2014/main" id="{CFC1B281-585E-F9A2-6723-7C8A778950E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143" name="Group 15142">
                      <a:extLst>
                        <a:ext uri="{FF2B5EF4-FFF2-40B4-BE49-F238E27FC236}">
                          <a16:creationId xmlns:a16="http://schemas.microsoft.com/office/drawing/2014/main" id="{82A48D99-9118-0B95-92A5-E57C707F0848}"/>
                        </a:ext>
                      </a:extLst>
                    </p:cNvPr>
                    <p:cNvGrpSpPr/>
                    <p:nvPr/>
                  </p:nvGrpSpPr>
                  <p:grpSpPr>
                    <a:xfrm>
                      <a:off x="5310186" y="3402011"/>
                      <a:ext cx="303213" cy="303213"/>
                      <a:chOff x="5310186" y="3402011"/>
                      <a:chExt cx="303213" cy="303213"/>
                    </a:xfrm>
                  </p:grpSpPr>
                  <p:grpSp>
                    <p:nvGrpSpPr>
                      <p:cNvPr id="15144" name="Group 15143">
                        <a:extLst>
                          <a:ext uri="{FF2B5EF4-FFF2-40B4-BE49-F238E27FC236}">
                            <a16:creationId xmlns:a16="http://schemas.microsoft.com/office/drawing/2014/main" id="{F474792B-B0D4-2511-CEB3-15B9F9A2A93B}"/>
                          </a:ext>
                        </a:extLst>
                      </p:cNvPr>
                      <p:cNvGrpSpPr/>
                      <p:nvPr/>
                    </p:nvGrpSpPr>
                    <p:grpSpPr>
                      <a:xfrm>
                        <a:off x="5354636" y="3446461"/>
                        <a:ext cx="214313" cy="214313"/>
                        <a:chOff x="5354637" y="3446463"/>
                        <a:chExt cx="214313" cy="214313"/>
                      </a:xfrm>
                    </p:grpSpPr>
                    <p:sp>
                      <p:nvSpPr>
                        <p:cNvPr id="15149" name="Arc 15148">
                          <a:extLst>
                            <a:ext uri="{FF2B5EF4-FFF2-40B4-BE49-F238E27FC236}">
                              <a16:creationId xmlns:a16="http://schemas.microsoft.com/office/drawing/2014/main" id="{4DB38455-A8EC-1697-841D-657A6135FA2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150" name="Arc 15149">
                          <a:extLst>
                            <a:ext uri="{FF2B5EF4-FFF2-40B4-BE49-F238E27FC236}">
                              <a16:creationId xmlns:a16="http://schemas.microsoft.com/office/drawing/2014/main" id="{A1D6A34A-6961-78DC-8D16-F51C3C11478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145" name="Group 15144">
                        <a:extLst>
                          <a:ext uri="{FF2B5EF4-FFF2-40B4-BE49-F238E27FC236}">
                            <a16:creationId xmlns:a16="http://schemas.microsoft.com/office/drawing/2014/main" id="{33735728-EDA6-784A-C4FF-ED12C905946F}"/>
                          </a:ext>
                        </a:extLst>
                      </p:cNvPr>
                      <p:cNvGrpSpPr/>
                      <p:nvPr/>
                    </p:nvGrpSpPr>
                    <p:grpSpPr>
                      <a:xfrm rot="7200000">
                        <a:off x="5310186" y="3402011"/>
                        <a:ext cx="303213" cy="303213"/>
                        <a:chOff x="5354637" y="3446463"/>
                        <a:chExt cx="214313" cy="214313"/>
                      </a:xfrm>
                    </p:grpSpPr>
                    <p:sp>
                      <p:nvSpPr>
                        <p:cNvPr id="15147" name="Arc 15146">
                          <a:extLst>
                            <a:ext uri="{FF2B5EF4-FFF2-40B4-BE49-F238E27FC236}">
                              <a16:creationId xmlns:a16="http://schemas.microsoft.com/office/drawing/2014/main" id="{F3439CF6-DD90-83CD-50B1-EC820C5CCD8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148" name="Arc 15147">
                          <a:extLst>
                            <a:ext uri="{FF2B5EF4-FFF2-40B4-BE49-F238E27FC236}">
                              <a16:creationId xmlns:a16="http://schemas.microsoft.com/office/drawing/2014/main" id="{3470288F-E1A8-DE0D-33CA-4B2E512229A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146" name="TextBox 15145">
                        <a:extLst>
                          <a:ext uri="{FF2B5EF4-FFF2-40B4-BE49-F238E27FC236}">
                            <a16:creationId xmlns:a16="http://schemas.microsoft.com/office/drawing/2014/main" id="{2245B64C-D4A3-F8A6-9502-0FB3A441C4A2}"/>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108" name="Group 15107">
                    <a:extLst>
                      <a:ext uri="{FF2B5EF4-FFF2-40B4-BE49-F238E27FC236}">
                        <a16:creationId xmlns:a16="http://schemas.microsoft.com/office/drawing/2014/main" id="{AF92A8F9-A404-FD97-0E40-50A3EA9DE934}"/>
                      </a:ext>
                    </a:extLst>
                  </p:cNvPr>
                  <p:cNvGrpSpPr/>
                  <p:nvPr/>
                </p:nvGrpSpPr>
                <p:grpSpPr>
                  <a:xfrm>
                    <a:off x="5886431" y="3525040"/>
                    <a:ext cx="393192" cy="393192"/>
                    <a:chOff x="5265196" y="3932619"/>
                    <a:chExt cx="393192" cy="393192"/>
                  </a:xfrm>
                </p:grpSpPr>
                <p:grpSp>
                  <p:nvGrpSpPr>
                    <p:cNvPr id="15132" name="Group 15131">
                      <a:extLst>
                        <a:ext uri="{FF2B5EF4-FFF2-40B4-BE49-F238E27FC236}">
                          <a16:creationId xmlns:a16="http://schemas.microsoft.com/office/drawing/2014/main" id="{110D2DAA-5200-7454-6B73-677E9FD77E89}"/>
                        </a:ext>
                      </a:extLst>
                    </p:cNvPr>
                    <p:cNvGrpSpPr/>
                    <p:nvPr/>
                  </p:nvGrpSpPr>
                  <p:grpSpPr>
                    <a:xfrm>
                      <a:off x="5354636" y="4022061"/>
                      <a:ext cx="214313" cy="214313"/>
                      <a:chOff x="5354637" y="3446463"/>
                      <a:chExt cx="214313" cy="214313"/>
                    </a:xfrm>
                  </p:grpSpPr>
                  <p:sp>
                    <p:nvSpPr>
                      <p:cNvPr id="15140" name="Arc 15139">
                        <a:extLst>
                          <a:ext uri="{FF2B5EF4-FFF2-40B4-BE49-F238E27FC236}">
                            <a16:creationId xmlns:a16="http://schemas.microsoft.com/office/drawing/2014/main" id="{E01530C6-B95E-DA9C-66CD-3DE53D1051B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141" name="Arc 15140">
                        <a:extLst>
                          <a:ext uri="{FF2B5EF4-FFF2-40B4-BE49-F238E27FC236}">
                            <a16:creationId xmlns:a16="http://schemas.microsoft.com/office/drawing/2014/main" id="{12F5B1AD-7519-CFE9-95B8-340198680DA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133" name="Group 15132">
                      <a:extLst>
                        <a:ext uri="{FF2B5EF4-FFF2-40B4-BE49-F238E27FC236}">
                          <a16:creationId xmlns:a16="http://schemas.microsoft.com/office/drawing/2014/main" id="{6678AC40-DC9C-F703-5248-57B9807124ED}"/>
                        </a:ext>
                      </a:extLst>
                    </p:cNvPr>
                    <p:cNvGrpSpPr/>
                    <p:nvPr/>
                  </p:nvGrpSpPr>
                  <p:grpSpPr>
                    <a:xfrm rot="14400000">
                      <a:off x="5310186" y="3977611"/>
                      <a:ext cx="303213" cy="303213"/>
                      <a:chOff x="5354637" y="3446463"/>
                      <a:chExt cx="214313" cy="214313"/>
                    </a:xfrm>
                  </p:grpSpPr>
                  <p:sp>
                    <p:nvSpPr>
                      <p:cNvPr id="15138" name="Arc 15137">
                        <a:extLst>
                          <a:ext uri="{FF2B5EF4-FFF2-40B4-BE49-F238E27FC236}">
                            <a16:creationId xmlns:a16="http://schemas.microsoft.com/office/drawing/2014/main" id="{AC11FFB4-2268-F2CD-3F8A-42EB7E99236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139" name="Arc 15138">
                        <a:extLst>
                          <a:ext uri="{FF2B5EF4-FFF2-40B4-BE49-F238E27FC236}">
                            <a16:creationId xmlns:a16="http://schemas.microsoft.com/office/drawing/2014/main" id="{8D8C538E-106D-2BB2-78AF-BA361B54E27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134" name="Group 15133">
                      <a:extLst>
                        <a:ext uri="{FF2B5EF4-FFF2-40B4-BE49-F238E27FC236}">
                          <a16:creationId xmlns:a16="http://schemas.microsoft.com/office/drawing/2014/main" id="{1935C87B-02F8-933E-1DDD-37599EE75A0C}"/>
                        </a:ext>
                      </a:extLst>
                    </p:cNvPr>
                    <p:cNvGrpSpPr/>
                    <p:nvPr/>
                  </p:nvGrpSpPr>
                  <p:grpSpPr>
                    <a:xfrm rot="7200000">
                      <a:off x="5265196" y="3932619"/>
                      <a:ext cx="393192" cy="393192"/>
                      <a:chOff x="5354637" y="3446463"/>
                      <a:chExt cx="214313" cy="214313"/>
                    </a:xfrm>
                  </p:grpSpPr>
                  <p:sp>
                    <p:nvSpPr>
                      <p:cNvPr id="15136" name="Arc 15135">
                        <a:extLst>
                          <a:ext uri="{FF2B5EF4-FFF2-40B4-BE49-F238E27FC236}">
                            <a16:creationId xmlns:a16="http://schemas.microsoft.com/office/drawing/2014/main" id="{47DD8602-C0B4-D264-DFC0-16549053DA1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137" name="Arc 15136">
                        <a:extLst>
                          <a:ext uri="{FF2B5EF4-FFF2-40B4-BE49-F238E27FC236}">
                            <a16:creationId xmlns:a16="http://schemas.microsoft.com/office/drawing/2014/main" id="{71CC44DA-F627-C38B-4332-E8320837B4D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135" name="TextBox 15134">
                      <a:extLst>
                        <a:ext uri="{FF2B5EF4-FFF2-40B4-BE49-F238E27FC236}">
                          <a16:creationId xmlns:a16="http://schemas.microsoft.com/office/drawing/2014/main" id="{43689150-3D5E-F5E6-32C0-9C71BE72D0EF}"/>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5109" name="Group 15108">
                    <a:extLst>
                      <a:ext uri="{FF2B5EF4-FFF2-40B4-BE49-F238E27FC236}">
                        <a16:creationId xmlns:a16="http://schemas.microsoft.com/office/drawing/2014/main" id="{0FE64BD2-E182-A8CA-ACB1-1450B5FBCF3B}"/>
                      </a:ext>
                    </a:extLst>
                  </p:cNvPr>
                  <p:cNvGrpSpPr/>
                  <p:nvPr/>
                </p:nvGrpSpPr>
                <p:grpSpPr>
                  <a:xfrm>
                    <a:off x="6512463" y="3525040"/>
                    <a:ext cx="393192" cy="393192"/>
                    <a:chOff x="6389147" y="3357021"/>
                    <a:chExt cx="393192" cy="393192"/>
                  </a:xfrm>
                </p:grpSpPr>
                <p:grpSp>
                  <p:nvGrpSpPr>
                    <p:cNvPr id="15121" name="Group 15120">
                      <a:extLst>
                        <a:ext uri="{FF2B5EF4-FFF2-40B4-BE49-F238E27FC236}">
                          <a16:creationId xmlns:a16="http://schemas.microsoft.com/office/drawing/2014/main" id="{33E8BCE3-8001-F69D-D2B2-8E47531D7E3C}"/>
                        </a:ext>
                      </a:extLst>
                    </p:cNvPr>
                    <p:cNvGrpSpPr/>
                    <p:nvPr/>
                  </p:nvGrpSpPr>
                  <p:grpSpPr>
                    <a:xfrm rot="7200000" flipH="1">
                      <a:off x="6389147" y="3357021"/>
                      <a:ext cx="393192" cy="393192"/>
                      <a:chOff x="5354637" y="3446463"/>
                      <a:chExt cx="214313" cy="214313"/>
                    </a:xfrm>
                  </p:grpSpPr>
                  <p:sp>
                    <p:nvSpPr>
                      <p:cNvPr id="15130" name="Arc 15129">
                        <a:extLst>
                          <a:ext uri="{FF2B5EF4-FFF2-40B4-BE49-F238E27FC236}">
                            <a16:creationId xmlns:a16="http://schemas.microsoft.com/office/drawing/2014/main" id="{CC9B4FB7-1367-D472-D7AD-F41F1E15CC7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131" name="Arc 15130">
                        <a:extLst>
                          <a:ext uri="{FF2B5EF4-FFF2-40B4-BE49-F238E27FC236}">
                            <a16:creationId xmlns:a16="http://schemas.microsoft.com/office/drawing/2014/main" id="{C8357E3E-D0D7-2DB6-EF75-5934732F73D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122" name="Group 15121">
                      <a:extLst>
                        <a:ext uri="{FF2B5EF4-FFF2-40B4-BE49-F238E27FC236}">
                          <a16:creationId xmlns:a16="http://schemas.microsoft.com/office/drawing/2014/main" id="{B9746BFB-EC06-6C39-0D43-B108C115B6AA}"/>
                        </a:ext>
                      </a:extLst>
                    </p:cNvPr>
                    <p:cNvGrpSpPr/>
                    <p:nvPr/>
                  </p:nvGrpSpPr>
                  <p:grpSpPr>
                    <a:xfrm>
                      <a:off x="6434137" y="3402011"/>
                      <a:ext cx="303213" cy="303213"/>
                      <a:chOff x="6434137" y="3402011"/>
                      <a:chExt cx="303213" cy="303213"/>
                    </a:xfrm>
                  </p:grpSpPr>
                  <p:grpSp>
                    <p:nvGrpSpPr>
                      <p:cNvPr id="15123" name="Group 15122">
                        <a:extLst>
                          <a:ext uri="{FF2B5EF4-FFF2-40B4-BE49-F238E27FC236}">
                            <a16:creationId xmlns:a16="http://schemas.microsoft.com/office/drawing/2014/main" id="{CBDECEC3-FAB6-0DE7-2026-A24F7472B867}"/>
                          </a:ext>
                        </a:extLst>
                      </p:cNvPr>
                      <p:cNvGrpSpPr/>
                      <p:nvPr/>
                    </p:nvGrpSpPr>
                    <p:grpSpPr>
                      <a:xfrm flipH="1">
                        <a:off x="6478587" y="3446461"/>
                        <a:ext cx="214313" cy="214313"/>
                        <a:chOff x="5354637" y="3446463"/>
                        <a:chExt cx="214313" cy="214313"/>
                      </a:xfrm>
                    </p:grpSpPr>
                    <p:sp>
                      <p:nvSpPr>
                        <p:cNvPr id="15128" name="Arc 15127">
                          <a:extLst>
                            <a:ext uri="{FF2B5EF4-FFF2-40B4-BE49-F238E27FC236}">
                              <a16:creationId xmlns:a16="http://schemas.microsoft.com/office/drawing/2014/main" id="{94E8EDB4-6FBC-F005-4B23-AFD0CACB046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129" name="Arc 15128">
                          <a:extLst>
                            <a:ext uri="{FF2B5EF4-FFF2-40B4-BE49-F238E27FC236}">
                              <a16:creationId xmlns:a16="http://schemas.microsoft.com/office/drawing/2014/main" id="{0C2EEC19-2552-D922-74D3-DE9C7FB58FE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124" name="Group 15123">
                        <a:extLst>
                          <a:ext uri="{FF2B5EF4-FFF2-40B4-BE49-F238E27FC236}">
                            <a16:creationId xmlns:a16="http://schemas.microsoft.com/office/drawing/2014/main" id="{62EBE337-5264-04CC-3442-D34071442C9E}"/>
                          </a:ext>
                        </a:extLst>
                      </p:cNvPr>
                      <p:cNvGrpSpPr/>
                      <p:nvPr/>
                    </p:nvGrpSpPr>
                    <p:grpSpPr>
                      <a:xfrm rot="14400000" flipH="1">
                        <a:off x="6434137" y="3402011"/>
                        <a:ext cx="303213" cy="303213"/>
                        <a:chOff x="5354637" y="3446463"/>
                        <a:chExt cx="214313" cy="214313"/>
                      </a:xfrm>
                    </p:grpSpPr>
                    <p:sp>
                      <p:nvSpPr>
                        <p:cNvPr id="15126" name="Arc 15125">
                          <a:extLst>
                            <a:ext uri="{FF2B5EF4-FFF2-40B4-BE49-F238E27FC236}">
                              <a16:creationId xmlns:a16="http://schemas.microsoft.com/office/drawing/2014/main" id="{14DE27A5-2478-D337-2F48-223BE9748F9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127" name="Arc 15126">
                          <a:extLst>
                            <a:ext uri="{FF2B5EF4-FFF2-40B4-BE49-F238E27FC236}">
                              <a16:creationId xmlns:a16="http://schemas.microsoft.com/office/drawing/2014/main" id="{99585EE8-2581-1151-572F-B656EA696E2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125" name="TextBox 15124">
                        <a:extLst>
                          <a:ext uri="{FF2B5EF4-FFF2-40B4-BE49-F238E27FC236}">
                            <a16:creationId xmlns:a16="http://schemas.microsoft.com/office/drawing/2014/main" id="{76A71556-E72B-3CC4-6077-9C6C7C9F3B01}"/>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110" name="Group 15109">
                    <a:extLst>
                      <a:ext uri="{FF2B5EF4-FFF2-40B4-BE49-F238E27FC236}">
                        <a16:creationId xmlns:a16="http://schemas.microsoft.com/office/drawing/2014/main" id="{62ACB86E-6DE6-5A78-F278-797342A9C981}"/>
                      </a:ext>
                    </a:extLst>
                  </p:cNvPr>
                  <p:cNvGrpSpPr/>
                  <p:nvPr/>
                </p:nvGrpSpPr>
                <p:grpSpPr>
                  <a:xfrm>
                    <a:off x="6197413" y="3225768"/>
                    <a:ext cx="393192" cy="393192"/>
                    <a:chOff x="6389147" y="3932622"/>
                    <a:chExt cx="393192" cy="393192"/>
                  </a:xfrm>
                </p:grpSpPr>
                <p:grpSp>
                  <p:nvGrpSpPr>
                    <p:cNvPr id="15111" name="Group 15110">
                      <a:extLst>
                        <a:ext uri="{FF2B5EF4-FFF2-40B4-BE49-F238E27FC236}">
                          <a16:creationId xmlns:a16="http://schemas.microsoft.com/office/drawing/2014/main" id="{02F1153E-C5AE-2FB1-B075-05F53D7FD575}"/>
                        </a:ext>
                      </a:extLst>
                    </p:cNvPr>
                    <p:cNvGrpSpPr/>
                    <p:nvPr/>
                  </p:nvGrpSpPr>
                  <p:grpSpPr>
                    <a:xfrm flipH="1">
                      <a:off x="6478587" y="4022061"/>
                      <a:ext cx="214313" cy="214313"/>
                      <a:chOff x="5354637" y="3446463"/>
                      <a:chExt cx="214313" cy="214313"/>
                    </a:xfrm>
                  </p:grpSpPr>
                  <p:sp>
                    <p:nvSpPr>
                      <p:cNvPr id="15119" name="Arc 15118">
                        <a:extLst>
                          <a:ext uri="{FF2B5EF4-FFF2-40B4-BE49-F238E27FC236}">
                            <a16:creationId xmlns:a16="http://schemas.microsoft.com/office/drawing/2014/main" id="{7425807B-5DD7-6CBE-2E73-E81D904F68D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120" name="Arc 15119">
                        <a:extLst>
                          <a:ext uri="{FF2B5EF4-FFF2-40B4-BE49-F238E27FC236}">
                            <a16:creationId xmlns:a16="http://schemas.microsoft.com/office/drawing/2014/main" id="{C7FBE506-697D-C559-0D57-0AC32B2558B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112" name="Group 15111">
                      <a:extLst>
                        <a:ext uri="{FF2B5EF4-FFF2-40B4-BE49-F238E27FC236}">
                          <a16:creationId xmlns:a16="http://schemas.microsoft.com/office/drawing/2014/main" id="{55B2850A-6571-4907-2510-A59D329CFBB9}"/>
                        </a:ext>
                      </a:extLst>
                    </p:cNvPr>
                    <p:cNvGrpSpPr/>
                    <p:nvPr/>
                  </p:nvGrpSpPr>
                  <p:grpSpPr>
                    <a:xfrm rot="7200000" flipH="1">
                      <a:off x="6434137" y="3977611"/>
                      <a:ext cx="303213" cy="303213"/>
                      <a:chOff x="5354637" y="3446463"/>
                      <a:chExt cx="214313" cy="214313"/>
                    </a:xfrm>
                  </p:grpSpPr>
                  <p:sp>
                    <p:nvSpPr>
                      <p:cNvPr id="15117" name="Arc 15116">
                        <a:extLst>
                          <a:ext uri="{FF2B5EF4-FFF2-40B4-BE49-F238E27FC236}">
                            <a16:creationId xmlns:a16="http://schemas.microsoft.com/office/drawing/2014/main" id="{0090E97B-8E25-27D9-9795-1343543FD74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118" name="Arc 15117">
                        <a:extLst>
                          <a:ext uri="{FF2B5EF4-FFF2-40B4-BE49-F238E27FC236}">
                            <a16:creationId xmlns:a16="http://schemas.microsoft.com/office/drawing/2014/main" id="{047C4F84-D4A9-5E7D-D3E9-A0E477DB11C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113" name="Group 15112">
                      <a:extLst>
                        <a:ext uri="{FF2B5EF4-FFF2-40B4-BE49-F238E27FC236}">
                          <a16:creationId xmlns:a16="http://schemas.microsoft.com/office/drawing/2014/main" id="{2ED47FD6-B2A9-60FF-3927-CC155BA50F9A}"/>
                        </a:ext>
                      </a:extLst>
                    </p:cNvPr>
                    <p:cNvGrpSpPr/>
                    <p:nvPr/>
                  </p:nvGrpSpPr>
                  <p:grpSpPr>
                    <a:xfrm rot="14400000" flipH="1">
                      <a:off x="6389147" y="3932622"/>
                      <a:ext cx="393192" cy="393192"/>
                      <a:chOff x="5354637" y="3446463"/>
                      <a:chExt cx="214313" cy="214313"/>
                    </a:xfrm>
                  </p:grpSpPr>
                  <p:sp>
                    <p:nvSpPr>
                      <p:cNvPr id="15115" name="Arc 15114">
                        <a:extLst>
                          <a:ext uri="{FF2B5EF4-FFF2-40B4-BE49-F238E27FC236}">
                            <a16:creationId xmlns:a16="http://schemas.microsoft.com/office/drawing/2014/main" id="{7B78690C-BF7E-E4A4-C39C-0BA96668A91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116" name="Arc 15115">
                        <a:extLst>
                          <a:ext uri="{FF2B5EF4-FFF2-40B4-BE49-F238E27FC236}">
                            <a16:creationId xmlns:a16="http://schemas.microsoft.com/office/drawing/2014/main" id="{3E89774F-6A88-4546-0D78-50AE70E8D71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114" name="TextBox 15113">
                      <a:extLst>
                        <a:ext uri="{FF2B5EF4-FFF2-40B4-BE49-F238E27FC236}">
                          <a16:creationId xmlns:a16="http://schemas.microsoft.com/office/drawing/2014/main" id="{082DAC1A-CFDB-4F62-0AEC-3E7CCF62090C}"/>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2238" name="Group 12237">
              <a:extLst>
                <a:ext uri="{FF2B5EF4-FFF2-40B4-BE49-F238E27FC236}">
                  <a16:creationId xmlns:a16="http://schemas.microsoft.com/office/drawing/2014/main" id="{C18F7940-996D-FA6F-CAE1-E1DAEFF580B4}"/>
                </a:ext>
              </a:extLst>
            </p:cNvPr>
            <p:cNvGrpSpPr/>
            <p:nvPr/>
          </p:nvGrpSpPr>
          <p:grpSpPr>
            <a:xfrm>
              <a:off x="9197560" y="501825"/>
              <a:ext cx="2263438" cy="2198360"/>
              <a:chOff x="5445106" y="2039507"/>
              <a:chExt cx="2263438" cy="2198360"/>
            </a:xfrm>
          </p:grpSpPr>
          <p:grpSp>
            <p:nvGrpSpPr>
              <p:cNvPr id="14913" name="Group 14912">
                <a:extLst>
                  <a:ext uri="{FF2B5EF4-FFF2-40B4-BE49-F238E27FC236}">
                    <a16:creationId xmlns:a16="http://schemas.microsoft.com/office/drawing/2014/main" id="{4FB01B23-957D-58B9-7F26-473789AD020B}"/>
                  </a:ext>
                </a:extLst>
              </p:cNvPr>
              <p:cNvGrpSpPr/>
              <p:nvPr/>
            </p:nvGrpSpPr>
            <p:grpSpPr>
              <a:xfrm>
                <a:off x="5445106" y="2644743"/>
                <a:ext cx="1643204" cy="1593124"/>
                <a:chOff x="5445106" y="2644743"/>
                <a:chExt cx="1643204" cy="1593124"/>
              </a:xfrm>
            </p:grpSpPr>
            <p:grpSp>
              <p:nvGrpSpPr>
                <p:cNvPr id="15009" name="Group 15008">
                  <a:extLst>
                    <a:ext uri="{FF2B5EF4-FFF2-40B4-BE49-F238E27FC236}">
                      <a16:creationId xmlns:a16="http://schemas.microsoft.com/office/drawing/2014/main" id="{8585F2D3-EE63-B9D3-2451-702D0D8B1C0D}"/>
                    </a:ext>
                  </a:extLst>
                </p:cNvPr>
                <p:cNvGrpSpPr/>
                <p:nvPr/>
              </p:nvGrpSpPr>
              <p:grpSpPr>
                <a:xfrm>
                  <a:off x="5445106" y="2644743"/>
                  <a:ext cx="1019224" cy="991639"/>
                  <a:chOff x="5886431" y="3225768"/>
                  <a:chExt cx="1019224" cy="991639"/>
                </a:xfrm>
              </p:grpSpPr>
              <p:grpSp>
                <p:nvGrpSpPr>
                  <p:cNvPr id="15057" name="Group 15056">
                    <a:extLst>
                      <a:ext uri="{FF2B5EF4-FFF2-40B4-BE49-F238E27FC236}">
                        <a16:creationId xmlns:a16="http://schemas.microsoft.com/office/drawing/2014/main" id="{26437F2C-F553-259E-D438-F2171CA7CD9D}"/>
                      </a:ext>
                    </a:extLst>
                  </p:cNvPr>
                  <p:cNvGrpSpPr/>
                  <p:nvPr/>
                </p:nvGrpSpPr>
                <p:grpSpPr>
                  <a:xfrm>
                    <a:off x="6197413" y="3824215"/>
                    <a:ext cx="393192" cy="393192"/>
                    <a:chOff x="5265196" y="3357021"/>
                    <a:chExt cx="393192" cy="393192"/>
                  </a:xfrm>
                </p:grpSpPr>
                <p:grpSp>
                  <p:nvGrpSpPr>
                    <p:cNvPr id="15092" name="Group 15091">
                      <a:extLst>
                        <a:ext uri="{FF2B5EF4-FFF2-40B4-BE49-F238E27FC236}">
                          <a16:creationId xmlns:a16="http://schemas.microsoft.com/office/drawing/2014/main" id="{573343E6-FF8E-C6FC-05F0-65C23E67E20B}"/>
                        </a:ext>
                      </a:extLst>
                    </p:cNvPr>
                    <p:cNvGrpSpPr/>
                    <p:nvPr/>
                  </p:nvGrpSpPr>
                  <p:grpSpPr>
                    <a:xfrm rot="14400000">
                      <a:off x="5265196" y="3357021"/>
                      <a:ext cx="393192" cy="393192"/>
                      <a:chOff x="5354637" y="3446463"/>
                      <a:chExt cx="214313" cy="214313"/>
                    </a:xfrm>
                  </p:grpSpPr>
                  <p:sp>
                    <p:nvSpPr>
                      <p:cNvPr id="15101" name="Arc 15100">
                        <a:extLst>
                          <a:ext uri="{FF2B5EF4-FFF2-40B4-BE49-F238E27FC236}">
                            <a16:creationId xmlns:a16="http://schemas.microsoft.com/office/drawing/2014/main" id="{4AB0EACE-D5ED-56E3-065A-8E77DD9A86E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102" name="Arc 15101">
                        <a:extLst>
                          <a:ext uri="{FF2B5EF4-FFF2-40B4-BE49-F238E27FC236}">
                            <a16:creationId xmlns:a16="http://schemas.microsoft.com/office/drawing/2014/main" id="{3B1CA119-2E64-E2D6-55EC-4AE28BA1F1A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093" name="Group 15092">
                      <a:extLst>
                        <a:ext uri="{FF2B5EF4-FFF2-40B4-BE49-F238E27FC236}">
                          <a16:creationId xmlns:a16="http://schemas.microsoft.com/office/drawing/2014/main" id="{D8FE4BCB-049A-008C-179C-D2C1C325D9E6}"/>
                        </a:ext>
                      </a:extLst>
                    </p:cNvPr>
                    <p:cNvGrpSpPr/>
                    <p:nvPr/>
                  </p:nvGrpSpPr>
                  <p:grpSpPr>
                    <a:xfrm>
                      <a:off x="5310186" y="3402011"/>
                      <a:ext cx="303213" cy="303213"/>
                      <a:chOff x="5310186" y="3402011"/>
                      <a:chExt cx="303213" cy="303213"/>
                    </a:xfrm>
                  </p:grpSpPr>
                  <p:grpSp>
                    <p:nvGrpSpPr>
                      <p:cNvPr id="15094" name="Group 15093">
                        <a:extLst>
                          <a:ext uri="{FF2B5EF4-FFF2-40B4-BE49-F238E27FC236}">
                            <a16:creationId xmlns:a16="http://schemas.microsoft.com/office/drawing/2014/main" id="{7714B566-D0C9-BD59-ED48-C3E92A5D71C2}"/>
                          </a:ext>
                        </a:extLst>
                      </p:cNvPr>
                      <p:cNvGrpSpPr/>
                      <p:nvPr/>
                    </p:nvGrpSpPr>
                    <p:grpSpPr>
                      <a:xfrm>
                        <a:off x="5354636" y="3446461"/>
                        <a:ext cx="214313" cy="214313"/>
                        <a:chOff x="5354637" y="3446463"/>
                        <a:chExt cx="214313" cy="214313"/>
                      </a:xfrm>
                    </p:grpSpPr>
                    <p:sp>
                      <p:nvSpPr>
                        <p:cNvPr id="15099" name="Arc 15098">
                          <a:extLst>
                            <a:ext uri="{FF2B5EF4-FFF2-40B4-BE49-F238E27FC236}">
                              <a16:creationId xmlns:a16="http://schemas.microsoft.com/office/drawing/2014/main" id="{70991F80-F53E-16BC-E7FE-E66D6CC1E31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100" name="Arc 15099">
                          <a:extLst>
                            <a:ext uri="{FF2B5EF4-FFF2-40B4-BE49-F238E27FC236}">
                              <a16:creationId xmlns:a16="http://schemas.microsoft.com/office/drawing/2014/main" id="{30F6E1BE-9998-FD86-29EA-AE94E5D9BDD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095" name="Group 15094">
                        <a:extLst>
                          <a:ext uri="{FF2B5EF4-FFF2-40B4-BE49-F238E27FC236}">
                            <a16:creationId xmlns:a16="http://schemas.microsoft.com/office/drawing/2014/main" id="{451DA3FB-B6C8-DB66-FE69-4A791C48F713}"/>
                          </a:ext>
                        </a:extLst>
                      </p:cNvPr>
                      <p:cNvGrpSpPr/>
                      <p:nvPr/>
                    </p:nvGrpSpPr>
                    <p:grpSpPr>
                      <a:xfrm rot="7200000">
                        <a:off x="5310186" y="3402011"/>
                        <a:ext cx="303213" cy="303213"/>
                        <a:chOff x="5354637" y="3446463"/>
                        <a:chExt cx="214313" cy="214313"/>
                      </a:xfrm>
                    </p:grpSpPr>
                    <p:sp>
                      <p:nvSpPr>
                        <p:cNvPr id="15097" name="Arc 15096">
                          <a:extLst>
                            <a:ext uri="{FF2B5EF4-FFF2-40B4-BE49-F238E27FC236}">
                              <a16:creationId xmlns:a16="http://schemas.microsoft.com/office/drawing/2014/main" id="{FE9B603F-C67C-743F-ED78-867239405EA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098" name="Arc 15097">
                          <a:extLst>
                            <a:ext uri="{FF2B5EF4-FFF2-40B4-BE49-F238E27FC236}">
                              <a16:creationId xmlns:a16="http://schemas.microsoft.com/office/drawing/2014/main" id="{F804ADBE-D94D-C889-73DD-CA922190026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096" name="TextBox 15095">
                        <a:extLst>
                          <a:ext uri="{FF2B5EF4-FFF2-40B4-BE49-F238E27FC236}">
                            <a16:creationId xmlns:a16="http://schemas.microsoft.com/office/drawing/2014/main" id="{4C6AB088-DB8E-9325-DA31-5120FA4098CA}"/>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058" name="Group 15057">
                    <a:extLst>
                      <a:ext uri="{FF2B5EF4-FFF2-40B4-BE49-F238E27FC236}">
                        <a16:creationId xmlns:a16="http://schemas.microsoft.com/office/drawing/2014/main" id="{81245ADA-CF63-335C-1218-D9E6059A82E4}"/>
                      </a:ext>
                    </a:extLst>
                  </p:cNvPr>
                  <p:cNvGrpSpPr/>
                  <p:nvPr/>
                </p:nvGrpSpPr>
                <p:grpSpPr>
                  <a:xfrm>
                    <a:off x="5886431" y="3525040"/>
                    <a:ext cx="393192" cy="393192"/>
                    <a:chOff x="5265196" y="3932619"/>
                    <a:chExt cx="393192" cy="393192"/>
                  </a:xfrm>
                </p:grpSpPr>
                <p:grpSp>
                  <p:nvGrpSpPr>
                    <p:cNvPr id="15082" name="Group 15081">
                      <a:extLst>
                        <a:ext uri="{FF2B5EF4-FFF2-40B4-BE49-F238E27FC236}">
                          <a16:creationId xmlns:a16="http://schemas.microsoft.com/office/drawing/2014/main" id="{220D7DE7-E204-006E-E485-8B9A89DDBC11}"/>
                        </a:ext>
                      </a:extLst>
                    </p:cNvPr>
                    <p:cNvGrpSpPr/>
                    <p:nvPr/>
                  </p:nvGrpSpPr>
                  <p:grpSpPr>
                    <a:xfrm>
                      <a:off x="5354636" y="4022061"/>
                      <a:ext cx="214313" cy="214313"/>
                      <a:chOff x="5354637" y="3446463"/>
                      <a:chExt cx="214313" cy="214313"/>
                    </a:xfrm>
                  </p:grpSpPr>
                  <p:sp>
                    <p:nvSpPr>
                      <p:cNvPr id="15090" name="Arc 15089">
                        <a:extLst>
                          <a:ext uri="{FF2B5EF4-FFF2-40B4-BE49-F238E27FC236}">
                            <a16:creationId xmlns:a16="http://schemas.microsoft.com/office/drawing/2014/main" id="{63EA91B0-0D8A-8956-D692-5D9257476B6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091" name="Arc 15090">
                        <a:extLst>
                          <a:ext uri="{FF2B5EF4-FFF2-40B4-BE49-F238E27FC236}">
                            <a16:creationId xmlns:a16="http://schemas.microsoft.com/office/drawing/2014/main" id="{F71697AC-5E7F-5950-083C-378390F9F6F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083" name="Group 15082">
                      <a:extLst>
                        <a:ext uri="{FF2B5EF4-FFF2-40B4-BE49-F238E27FC236}">
                          <a16:creationId xmlns:a16="http://schemas.microsoft.com/office/drawing/2014/main" id="{61A908EF-BE39-F99B-EB04-987DB67E1030}"/>
                        </a:ext>
                      </a:extLst>
                    </p:cNvPr>
                    <p:cNvGrpSpPr/>
                    <p:nvPr/>
                  </p:nvGrpSpPr>
                  <p:grpSpPr>
                    <a:xfrm rot="14400000">
                      <a:off x="5310186" y="3977611"/>
                      <a:ext cx="303213" cy="303213"/>
                      <a:chOff x="5354637" y="3446463"/>
                      <a:chExt cx="214313" cy="214313"/>
                    </a:xfrm>
                  </p:grpSpPr>
                  <p:sp>
                    <p:nvSpPr>
                      <p:cNvPr id="15088" name="Arc 15087">
                        <a:extLst>
                          <a:ext uri="{FF2B5EF4-FFF2-40B4-BE49-F238E27FC236}">
                            <a16:creationId xmlns:a16="http://schemas.microsoft.com/office/drawing/2014/main" id="{056135D4-7E71-1615-BC94-B9B7AF2510F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089" name="Arc 15088">
                        <a:extLst>
                          <a:ext uri="{FF2B5EF4-FFF2-40B4-BE49-F238E27FC236}">
                            <a16:creationId xmlns:a16="http://schemas.microsoft.com/office/drawing/2014/main" id="{5A8DB637-8722-84CB-EE31-C7799F3C69D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084" name="Group 15083">
                      <a:extLst>
                        <a:ext uri="{FF2B5EF4-FFF2-40B4-BE49-F238E27FC236}">
                          <a16:creationId xmlns:a16="http://schemas.microsoft.com/office/drawing/2014/main" id="{D99A5DF5-F44D-DE0E-EF56-CD6228C57190}"/>
                        </a:ext>
                      </a:extLst>
                    </p:cNvPr>
                    <p:cNvGrpSpPr/>
                    <p:nvPr/>
                  </p:nvGrpSpPr>
                  <p:grpSpPr>
                    <a:xfrm rot="7200000">
                      <a:off x="5265196" y="3932619"/>
                      <a:ext cx="393192" cy="393192"/>
                      <a:chOff x="5354637" y="3446463"/>
                      <a:chExt cx="214313" cy="214313"/>
                    </a:xfrm>
                  </p:grpSpPr>
                  <p:sp>
                    <p:nvSpPr>
                      <p:cNvPr id="15086" name="Arc 15085">
                        <a:extLst>
                          <a:ext uri="{FF2B5EF4-FFF2-40B4-BE49-F238E27FC236}">
                            <a16:creationId xmlns:a16="http://schemas.microsoft.com/office/drawing/2014/main" id="{F508F6A8-E4AF-FBDB-33A8-B4664BC586F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087" name="Arc 15086">
                        <a:extLst>
                          <a:ext uri="{FF2B5EF4-FFF2-40B4-BE49-F238E27FC236}">
                            <a16:creationId xmlns:a16="http://schemas.microsoft.com/office/drawing/2014/main" id="{4A0CBE3E-79A6-A8F8-8006-4C61D11714B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085" name="TextBox 15084">
                      <a:extLst>
                        <a:ext uri="{FF2B5EF4-FFF2-40B4-BE49-F238E27FC236}">
                          <a16:creationId xmlns:a16="http://schemas.microsoft.com/office/drawing/2014/main" id="{8CEB0486-0B58-799C-EE4A-D424B27A4E63}"/>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5059" name="Group 15058">
                    <a:extLst>
                      <a:ext uri="{FF2B5EF4-FFF2-40B4-BE49-F238E27FC236}">
                        <a16:creationId xmlns:a16="http://schemas.microsoft.com/office/drawing/2014/main" id="{92D73B57-F0E2-E551-44D5-AF7EB054F3DA}"/>
                      </a:ext>
                    </a:extLst>
                  </p:cNvPr>
                  <p:cNvGrpSpPr/>
                  <p:nvPr/>
                </p:nvGrpSpPr>
                <p:grpSpPr>
                  <a:xfrm>
                    <a:off x="6512463" y="3525040"/>
                    <a:ext cx="393192" cy="393192"/>
                    <a:chOff x="6389147" y="3357021"/>
                    <a:chExt cx="393192" cy="393192"/>
                  </a:xfrm>
                </p:grpSpPr>
                <p:grpSp>
                  <p:nvGrpSpPr>
                    <p:cNvPr id="15071" name="Group 15070">
                      <a:extLst>
                        <a:ext uri="{FF2B5EF4-FFF2-40B4-BE49-F238E27FC236}">
                          <a16:creationId xmlns:a16="http://schemas.microsoft.com/office/drawing/2014/main" id="{2AA818EA-499A-0F47-012C-38276F746A7D}"/>
                        </a:ext>
                      </a:extLst>
                    </p:cNvPr>
                    <p:cNvGrpSpPr/>
                    <p:nvPr/>
                  </p:nvGrpSpPr>
                  <p:grpSpPr>
                    <a:xfrm rot="7200000" flipH="1">
                      <a:off x="6389147" y="3357021"/>
                      <a:ext cx="393192" cy="393192"/>
                      <a:chOff x="5354637" y="3446463"/>
                      <a:chExt cx="214313" cy="214313"/>
                    </a:xfrm>
                  </p:grpSpPr>
                  <p:sp>
                    <p:nvSpPr>
                      <p:cNvPr id="15080" name="Arc 15079">
                        <a:extLst>
                          <a:ext uri="{FF2B5EF4-FFF2-40B4-BE49-F238E27FC236}">
                            <a16:creationId xmlns:a16="http://schemas.microsoft.com/office/drawing/2014/main" id="{124D87EE-94B9-CB58-7AAE-3256DD86137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081" name="Arc 15080">
                        <a:extLst>
                          <a:ext uri="{FF2B5EF4-FFF2-40B4-BE49-F238E27FC236}">
                            <a16:creationId xmlns:a16="http://schemas.microsoft.com/office/drawing/2014/main" id="{90B7F7B4-AA0F-2101-3F9D-484AF7F1583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072" name="Group 15071">
                      <a:extLst>
                        <a:ext uri="{FF2B5EF4-FFF2-40B4-BE49-F238E27FC236}">
                          <a16:creationId xmlns:a16="http://schemas.microsoft.com/office/drawing/2014/main" id="{90BC9086-BBFC-DE8D-8101-4111B07C342E}"/>
                        </a:ext>
                      </a:extLst>
                    </p:cNvPr>
                    <p:cNvGrpSpPr/>
                    <p:nvPr/>
                  </p:nvGrpSpPr>
                  <p:grpSpPr>
                    <a:xfrm>
                      <a:off x="6434137" y="3402011"/>
                      <a:ext cx="303213" cy="303213"/>
                      <a:chOff x="6434137" y="3402011"/>
                      <a:chExt cx="303213" cy="303213"/>
                    </a:xfrm>
                  </p:grpSpPr>
                  <p:grpSp>
                    <p:nvGrpSpPr>
                      <p:cNvPr id="15073" name="Group 15072">
                        <a:extLst>
                          <a:ext uri="{FF2B5EF4-FFF2-40B4-BE49-F238E27FC236}">
                            <a16:creationId xmlns:a16="http://schemas.microsoft.com/office/drawing/2014/main" id="{29C326BE-9943-CFF7-FD44-A5C0D477EBBE}"/>
                          </a:ext>
                        </a:extLst>
                      </p:cNvPr>
                      <p:cNvGrpSpPr/>
                      <p:nvPr/>
                    </p:nvGrpSpPr>
                    <p:grpSpPr>
                      <a:xfrm flipH="1">
                        <a:off x="6478587" y="3446461"/>
                        <a:ext cx="214313" cy="214313"/>
                        <a:chOff x="5354637" y="3446463"/>
                        <a:chExt cx="214313" cy="214313"/>
                      </a:xfrm>
                    </p:grpSpPr>
                    <p:sp>
                      <p:nvSpPr>
                        <p:cNvPr id="15078" name="Arc 15077">
                          <a:extLst>
                            <a:ext uri="{FF2B5EF4-FFF2-40B4-BE49-F238E27FC236}">
                              <a16:creationId xmlns:a16="http://schemas.microsoft.com/office/drawing/2014/main" id="{3166C2C2-1D29-0065-CA75-67B9FD4F10A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079" name="Arc 15078">
                          <a:extLst>
                            <a:ext uri="{FF2B5EF4-FFF2-40B4-BE49-F238E27FC236}">
                              <a16:creationId xmlns:a16="http://schemas.microsoft.com/office/drawing/2014/main" id="{43C3E62E-EC57-259B-CBCC-071D0F9B303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074" name="Group 15073">
                        <a:extLst>
                          <a:ext uri="{FF2B5EF4-FFF2-40B4-BE49-F238E27FC236}">
                            <a16:creationId xmlns:a16="http://schemas.microsoft.com/office/drawing/2014/main" id="{0DB6CC56-A534-5C20-BB2E-1BC4DEB3BBE7}"/>
                          </a:ext>
                        </a:extLst>
                      </p:cNvPr>
                      <p:cNvGrpSpPr/>
                      <p:nvPr/>
                    </p:nvGrpSpPr>
                    <p:grpSpPr>
                      <a:xfrm rot="14400000" flipH="1">
                        <a:off x="6434137" y="3402011"/>
                        <a:ext cx="303213" cy="303213"/>
                        <a:chOff x="5354637" y="3446463"/>
                        <a:chExt cx="214313" cy="214313"/>
                      </a:xfrm>
                    </p:grpSpPr>
                    <p:sp>
                      <p:nvSpPr>
                        <p:cNvPr id="15076" name="Arc 15075">
                          <a:extLst>
                            <a:ext uri="{FF2B5EF4-FFF2-40B4-BE49-F238E27FC236}">
                              <a16:creationId xmlns:a16="http://schemas.microsoft.com/office/drawing/2014/main" id="{E0B1DBBD-EF52-3002-FB01-F0B47C76F3E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077" name="Arc 15076">
                          <a:extLst>
                            <a:ext uri="{FF2B5EF4-FFF2-40B4-BE49-F238E27FC236}">
                              <a16:creationId xmlns:a16="http://schemas.microsoft.com/office/drawing/2014/main" id="{8967C24F-1BF9-1B0D-10BB-0AABDD8A94A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075" name="TextBox 15074">
                        <a:extLst>
                          <a:ext uri="{FF2B5EF4-FFF2-40B4-BE49-F238E27FC236}">
                            <a16:creationId xmlns:a16="http://schemas.microsoft.com/office/drawing/2014/main" id="{D4534210-E727-2E49-561A-413672C9EDF5}"/>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060" name="Group 15059">
                    <a:extLst>
                      <a:ext uri="{FF2B5EF4-FFF2-40B4-BE49-F238E27FC236}">
                        <a16:creationId xmlns:a16="http://schemas.microsoft.com/office/drawing/2014/main" id="{A4A19AEF-0191-5B20-EF99-1D832B0D92A8}"/>
                      </a:ext>
                    </a:extLst>
                  </p:cNvPr>
                  <p:cNvGrpSpPr/>
                  <p:nvPr/>
                </p:nvGrpSpPr>
                <p:grpSpPr>
                  <a:xfrm>
                    <a:off x="6197413" y="3225768"/>
                    <a:ext cx="393192" cy="393192"/>
                    <a:chOff x="6389147" y="3932622"/>
                    <a:chExt cx="393192" cy="393192"/>
                  </a:xfrm>
                </p:grpSpPr>
                <p:grpSp>
                  <p:nvGrpSpPr>
                    <p:cNvPr id="15061" name="Group 15060">
                      <a:extLst>
                        <a:ext uri="{FF2B5EF4-FFF2-40B4-BE49-F238E27FC236}">
                          <a16:creationId xmlns:a16="http://schemas.microsoft.com/office/drawing/2014/main" id="{AA401D7B-4F6D-6EF5-C0B6-03CA95BCC28B}"/>
                        </a:ext>
                      </a:extLst>
                    </p:cNvPr>
                    <p:cNvGrpSpPr/>
                    <p:nvPr/>
                  </p:nvGrpSpPr>
                  <p:grpSpPr>
                    <a:xfrm flipH="1">
                      <a:off x="6478587" y="4022061"/>
                      <a:ext cx="214313" cy="214313"/>
                      <a:chOff x="5354637" y="3446463"/>
                      <a:chExt cx="214313" cy="214313"/>
                    </a:xfrm>
                  </p:grpSpPr>
                  <p:sp>
                    <p:nvSpPr>
                      <p:cNvPr id="15069" name="Arc 15068">
                        <a:extLst>
                          <a:ext uri="{FF2B5EF4-FFF2-40B4-BE49-F238E27FC236}">
                            <a16:creationId xmlns:a16="http://schemas.microsoft.com/office/drawing/2014/main" id="{E03AC582-71C3-ACBD-CE25-5F2EA725DB5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070" name="Arc 15069">
                        <a:extLst>
                          <a:ext uri="{FF2B5EF4-FFF2-40B4-BE49-F238E27FC236}">
                            <a16:creationId xmlns:a16="http://schemas.microsoft.com/office/drawing/2014/main" id="{6C8D6C27-2CA2-7C2A-CAA1-0FD4B1577B4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062" name="Group 15061">
                      <a:extLst>
                        <a:ext uri="{FF2B5EF4-FFF2-40B4-BE49-F238E27FC236}">
                          <a16:creationId xmlns:a16="http://schemas.microsoft.com/office/drawing/2014/main" id="{26607351-E40D-B7DE-5347-5B88037FCC7B}"/>
                        </a:ext>
                      </a:extLst>
                    </p:cNvPr>
                    <p:cNvGrpSpPr/>
                    <p:nvPr/>
                  </p:nvGrpSpPr>
                  <p:grpSpPr>
                    <a:xfrm rot="7200000" flipH="1">
                      <a:off x="6434137" y="3977611"/>
                      <a:ext cx="303213" cy="303213"/>
                      <a:chOff x="5354637" y="3446463"/>
                      <a:chExt cx="214313" cy="214313"/>
                    </a:xfrm>
                  </p:grpSpPr>
                  <p:sp>
                    <p:nvSpPr>
                      <p:cNvPr id="15067" name="Arc 15066">
                        <a:extLst>
                          <a:ext uri="{FF2B5EF4-FFF2-40B4-BE49-F238E27FC236}">
                            <a16:creationId xmlns:a16="http://schemas.microsoft.com/office/drawing/2014/main" id="{C921767E-685A-2D83-E3B8-224A65EB9FE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068" name="Arc 15067">
                        <a:extLst>
                          <a:ext uri="{FF2B5EF4-FFF2-40B4-BE49-F238E27FC236}">
                            <a16:creationId xmlns:a16="http://schemas.microsoft.com/office/drawing/2014/main" id="{95A81B05-564F-C931-E33A-386CECE1D3A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063" name="Group 15062">
                      <a:extLst>
                        <a:ext uri="{FF2B5EF4-FFF2-40B4-BE49-F238E27FC236}">
                          <a16:creationId xmlns:a16="http://schemas.microsoft.com/office/drawing/2014/main" id="{C57AA156-21B9-0933-FFFB-545F0CA08683}"/>
                        </a:ext>
                      </a:extLst>
                    </p:cNvPr>
                    <p:cNvGrpSpPr/>
                    <p:nvPr/>
                  </p:nvGrpSpPr>
                  <p:grpSpPr>
                    <a:xfrm rot="14400000" flipH="1">
                      <a:off x="6389147" y="3932622"/>
                      <a:ext cx="393192" cy="393192"/>
                      <a:chOff x="5354637" y="3446463"/>
                      <a:chExt cx="214313" cy="214313"/>
                    </a:xfrm>
                  </p:grpSpPr>
                  <p:sp>
                    <p:nvSpPr>
                      <p:cNvPr id="15065" name="Arc 15064">
                        <a:extLst>
                          <a:ext uri="{FF2B5EF4-FFF2-40B4-BE49-F238E27FC236}">
                            <a16:creationId xmlns:a16="http://schemas.microsoft.com/office/drawing/2014/main" id="{3907354A-4498-CB79-0BBB-9490A480950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066" name="Arc 15065">
                        <a:extLst>
                          <a:ext uri="{FF2B5EF4-FFF2-40B4-BE49-F238E27FC236}">
                            <a16:creationId xmlns:a16="http://schemas.microsoft.com/office/drawing/2014/main" id="{18DCB587-8639-88DB-E18F-38B3B4B5123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064" name="TextBox 15063">
                      <a:extLst>
                        <a:ext uri="{FF2B5EF4-FFF2-40B4-BE49-F238E27FC236}">
                          <a16:creationId xmlns:a16="http://schemas.microsoft.com/office/drawing/2014/main" id="{DC5D6871-075B-2769-C2C7-CA2F0F23AED1}"/>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010" name="Group 15009">
                  <a:extLst>
                    <a:ext uri="{FF2B5EF4-FFF2-40B4-BE49-F238E27FC236}">
                      <a16:creationId xmlns:a16="http://schemas.microsoft.com/office/drawing/2014/main" id="{BDC6D654-122A-CEA9-4FB1-04D07C8BF6D0}"/>
                    </a:ext>
                  </a:extLst>
                </p:cNvPr>
                <p:cNvGrpSpPr/>
                <p:nvPr/>
              </p:nvGrpSpPr>
              <p:grpSpPr>
                <a:xfrm>
                  <a:off x="6069086" y="3246228"/>
                  <a:ext cx="1019224" cy="991639"/>
                  <a:chOff x="5886431" y="3225768"/>
                  <a:chExt cx="1019224" cy="991639"/>
                </a:xfrm>
              </p:grpSpPr>
              <p:grpSp>
                <p:nvGrpSpPr>
                  <p:cNvPr id="15011" name="Group 15010">
                    <a:extLst>
                      <a:ext uri="{FF2B5EF4-FFF2-40B4-BE49-F238E27FC236}">
                        <a16:creationId xmlns:a16="http://schemas.microsoft.com/office/drawing/2014/main" id="{A0BB6760-1D39-FC68-6737-7796825CD4A8}"/>
                      </a:ext>
                    </a:extLst>
                  </p:cNvPr>
                  <p:cNvGrpSpPr/>
                  <p:nvPr/>
                </p:nvGrpSpPr>
                <p:grpSpPr>
                  <a:xfrm>
                    <a:off x="6197413" y="3824215"/>
                    <a:ext cx="393192" cy="393192"/>
                    <a:chOff x="5265196" y="3357021"/>
                    <a:chExt cx="393192" cy="393192"/>
                  </a:xfrm>
                </p:grpSpPr>
                <p:grpSp>
                  <p:nvGrpSpPr>
                    <p:cNvPr id="15046" name="Group 15045">
                      <a:extLst>
                        <a:ext uri="{FF2B5EF4-FFF2-40B4-BE49-F238E27FC236}">
                          <a16:creationId xmlns:a16="http://schemas.microsoft.com/office/drawing/2014/main" id="{4EC745F1-A97F-B285-6C85-155D3E497774}"/>
                        </a:ext>
                      </a:extLst>
                    </p:cNvPr>
                    <p:cNvGrpSpPr/>
                    <p:nvPr/>
                  </p:nvGrpSpPr>
                  <p:grpSpPr>
                    <a:xfrm rot="14400000">
                      <a:off x="5265196" y="3357021"/>
                      <a:ext cx="393192" cy="393192"/>
                      <a:chOff x="5354637" y="3446463"/>
                      <a:chExt cx="214313" cy="214313"/>
                    </a:xfrm>
                  </p:grpSpPr>
                  <p:sp>
                    <p:nvSpPr>
                      <p:cNvPr id="15055" name="Arc 15054">
                        <a:extLst>
                          <a:ext uri="{FF2B5EF4-FFF2-40B4-BE49-F238E27FC236}">
                            <a16:creationId xmlns:a16="http://schemas.microsoft.com/office/drawing/2014/main" id="{4C35E866-F637-A337-7236-7741D11D5D5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056" name="Arc 15055">
                        <a:extLst>
                          <a:ext uri="{FF2B5EF4-FFF2-40B4-BE49-F238E27FC236}">
                            <a16:creationId xmlns:a16="http://schemas.microsoft.com/office/drawing/2014/main" id="{18682495-9CF5-174B-3B0B-910C58CBC20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047" name="Group 15046">
                      <a:extLst>
                        <a:ext uri="{FF2B5EF4-FFF2-40B4-BE49-F238E27FC236}">
                          <a16:creationId xmlns:a16="http://schemas.microsoft.com/office/drawing/2014/main" id="{B9B95BE5-1840-15E8-2057-FF27CE37AEA1}"/>
                        </a:ext>
                      </a:extLst>
                    </p:cNvPr>
                    <p:cNvGrpSpPr/>
                    <p:nvPr/>
                  </p:nvGrpSpPr>
                  <p:grpSpPr>
                    <a:xfrm>
                      <a:off x="5310186" y="3402011"/>
                      <a:ext cx="303213" cy="303213"/>
                      <a:chOff x="5310186" y="3402011"/>
                      <a:chExt cx="303213" cy="303213"/>
                    </a:xfrm>
                  </p:grpSpPr>
                  <p:grpSp>
                    <p:nvGrpSpPr>
                      <p:cNvPr id="15048" name="Group 15047">
                        <a:extLst>
                          <a:ext uri="{FF2B5EF4-FFF2-40B4-BE49-F238E27FC236}">
                            <a16:creationId xmlns:a16="http://schemas.microsoft.com/office/drawing/2014/main" id="{649E649E-B07C-9F97-2A75-99335F818347}"/>
                          </a:ext>
                        </a:extLst>
                      </p:cNvPr>
                      <p:cNvGrpSpPr/>
                      <p:nvPr/>
                    </p:nvGrpSpPr>
                    <p:grpSpPr>
                      <a:xfrm>
                        <a:off x="5354636" y="3446461"/>
                        <a:ext cx="214313" cy="214313"/>
                        <a:chOff x="5354637" y="3446463"/>
                        <a:chExt cx="214313" cy="214313"/>
                      </a:xfrm>
                    </p:grpSpPr>
                    <p:sp>
                      <p:nvSpPr>
                        <p:cNvPr id="15053" name="Arc 15052">
                          <a:extLst>
                            <a:ext uri="{FF2B5EF4-FFF2-40B4-BE49-F238E27FC236}">
                              <a16:creationId xmlns:a16="http://schemas.microsoft.com/office/drawing/2014/main" id="{119C2CE4-EF19-C66E-C15D-4EAA352CA8D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054" name="Arc 15053">
                          <a:extLst>
                            <a:ext uri="{FF2B5EF4-FFF2-40B4-BE49-F238E27FC236}">
                              <a16:creationId xmlns:a16="http://schemas.microsoft.com/office/drawing/2014/main" id="{6A911F77-0C42-6C67-501A-7B84A99B8D4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049" name="Group 15048">
                        <a:extLst>
                          <a:ext uri="{FF2B5EF4-FFF2-40B4-BE49-F238E27FC236}">
                            <a16:creationId xmlns:a16="http://schemas.microsoft.com/office/drawing/2014/main" id="{4D252331-68AC-1D68-B56D-F0291D6A2FA6}"/>
                          </a:ext>
                        </a:extLst>
                      </p:cNvPr>
                      <p:cNvGrpSpPr/>
                      <p:nvPr/>
                    </p:nvGrpSpPr>
                    <p:grpSpPr>
                      <a:xfrm rot="7200000">
                        <a:off x="5310186" y="3402011"/>
                        <a:ext cx="303213" cy="303213"/>
                        <a:chOff x="5354637" y="3446463"/>
                        <a:chExt cx="214313" cy="214313"/>
                      </a:xfrm>
                    </p:grpSpPr>
                    <p:sp>
                      <p:nvSpPr>
                        <p:cNvPr id="15051" name="Arc 15050">
                          <a:extLst>
                            <a:ext uri="{FF2B5EF4-FFF2-40B4-BE49-F238E27FC236}">
                              <a16:creationId xmlns:a16="http://schemas.microsoft.com/office/drawing/2014/main" id="{0DAD80A8-E03F-A76C-525E-F6D6F5D0989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052" name="Arc 15051">
                          <a:extLst>
                            <a:ext uri="{FF2B5EF4-FFF2-40B4-BE49-F238E27FC236}">
                              <a16:creationId xmlns:a16="http://schemas.microsoft.com/office/drawing/2014/main" id="{FCBBDAEC-E832-1387-5B83-0899ADAD95E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050" name="TextBox 15049">
                        <a:extLst>
                          <a:ext uri="{FF2B5EF4-FFF2-40B4-BE49-F238E27FC236}">
                            <a16:creationId xmlns:a16="http://schemas.microsoft.com/office/drawing/2014/main" id="{94D71A90-7B7B-BF43-C65B-FDDE73813ACB}"/>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012" name="Group 15011">
                    <a:extLst>
                      <a:ext uri="{FF2B5EF4-FFF2-40B4-BE49-F238E27FC236}">
                        <a16:creationId xmlns:a16="http://schemas.microsoft.com/office/drawing/2014/main" id="{3D416788-2D1B-AF91-BB43-E7FBB1D5259F}"/>
                      </a:ext>
                    </a:extLst>
                  </p:cNvPr>
                  <p:cNvGrpSpPr/>
                  <p:nvPr/>
                </p:nvGrpSpPr>
                <p:grpSpPr>
                  <a:xfrm>
                    <a:off x="5886431" y="3525040"/>
                    <a:ext cx="393192" cy="393192"/>
                    <a:chOff x="5265196" y="3932619"/>
                    <a:chExt cx="393192" cy="393192"/>
                  </a:xfrm>
                </p:grpSpPr>
                <p:grpSp>
                  <p:nvGrpSpPr>
                    <p:cNvPr id="15036" name="Group 15035">
                      <a:extLst>
                        <a:ext uri="{FF2B5EF4-FFF2-40B4-BE49-F238E27FC236}">
                          <a16:creationId xmlns:a16="http://schemas.microsoft.com/office/drawing/2014/main" id="{36C0FB92-F298-93F2-C0AB-967B23B80FDE}"/>
                        </a:ext>
                      </a:extLst>
                    </p:cNvPr>
                    <p:cNvGrpSpPr/>
                    <p:nvPr/>
                  </p:nvGrpSpPr>
                  <p:grpSpPr>
                    <a:xfrm>
                      <a:off x="5354636" y="4022061"/>
                      <a:ext cx="214313" cy="214313"/>
                      <a:chOff x="5354637" y="3446463"/>
                      <a:chExt cx="214313" cy="214313"/>
                    </a:xfrm>
                  </p:grpSpPr>
                  <p:sp>
                    <p:nvSpPr>
                      <p:cNvPr id="15044" name="Arc 15043">
                        <a:extLst>
                          <a:ext uri="{FF2B5EF4-FFF2-40B4-BE49-F238E27FC236}">
                            <a16:creationId xmlns:a16="http://schemas.microsoft.com/office/drawing/2014/main" id="{60EC7273-3C5E-2F59-8045-CD19DDE37BB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045" name="Arc 15044">
                        <a:extLst>
                          <a:ext uri="{FF2B5EF4-FFF2-40B4-BE49-F238E27FC236}">
                            <a16:creationId xmlns:a16="http://schemas.microsoft.com/office/drawing/2014/main" id="{EB7571FF-1A37-CED4-BDC0-15C43F4B563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037" name="Group 15036">
                      <a:extLst>
                        <a:ext uri="{FF2B5EF4-FFF2-40B4-BE49-F238E27FC236}">
                          <a16:creationId xmlns:a16="http://schemas.microsoft.com/office/drawing/2014/main" id="{D4DD59E4-9B20-70AB-A6DB-56DE5303C454}"/>
                        </a:ext>
                      </a:extLst>
                    </p:cNvPr>
                    <p:cNvGrpSpPr/>
                    <p:nvPr/>
                  </p:nvGrpSpPr>
                  <p:grpSpPr>
                    <a:xfrm rot="14400000">
                      <a:off x="5310186" y="3977611"/>
                      <a:ext cx="303213" cy="303213"/>
                      <a:chOff x="5354637" y="3446463"/>
                      <a:chExt cx="214313" cy="214313"/>
                    </a:xfrm>
                  </p:grpSpPr>
                  <p:sp>
                    <p:nvSpPr>
                      <p:cNvPr id="15042" name="Arc 15041">
                        <a:extLst>
                          <a:ext uri="{FF2B5EF4-FFF2-40B4-BE49-F238E27FC236}">
                            <a16:creationId xmlns:a16="http://schemas.microsoft.com/office/drawing/2014/main" id="{67A739FA-0663-79C7-3527-BE0AD4FCCA1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043" name="Arc 15042">
                        <a:extLst>
                          <a:ext uri="{FF2B5EF4-FFF2-40B4-BE49-F238E27FC236}">
                            <a16:creationId xmlns:a16="http://schemas.microsoft.com/office/drawing/2014/main" id="{2F95D094-CBCD-5233-C1D7-7EA19578BD9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038" name="Group 15037">
                      <a:extLst>
                        <a:ext uri="{FF2B5EF4-FFF2-40B4-BE49-F238E27FC236}">
                          <a16:creationId xmlns:a16="http://schemas.microsoft.com/office/drawing/2014/main" id="{48D39BE5-6C1B-C511-11FF-F2B5946D216A}"/>
                        </a:ext>
                      </a:extLst>
                    </p:cNvPr>
                    <p:cNvGrpSpPr/>
                    <p:nvPr/>
                  </p:nvGrpSpPr>
                  <p:grpSpPr>
                    <a:xfrm rot="7200000">
                      <a:off x="5265196" y="3932619"/>
                      <a:ext cx="393192" cy="393192"/>
                      <a:chOff x="5354637" y="3446463"/>
                      <a:chExt cx="214313" cy="214313"/>
                    </a:xfrm>
                  </p:grpSpPr>
                  <p:sp>
                    <p:nvSpPr>
                      <p:cNvPr id="15040" name="Arc 15039">
                        <a:extLst>
                          <a:ext uri="{FF2B5EF4-FFF2-40B4-BE49-F238E27FC236}">
                            <a16:creationId xmlns:a16="http://schemas.microsoft.com/office/drawing/2014/main" id="{B5FF9947-EF93-9E9F-70DD-48411F4A213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041" name="Arc 15040">
                        <a:extLst>
                          <a:ext uri="{FF2B5EF4-FFF2-40B4-BE49-F238E27FC236}">
                            <a16:creationId xmlns:a16="http://schemas.microsoft.com/office/drawing/2014/main" id="{B60449FD-9F4A-1FF4-F249-994D6E46ADF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039" name="TextBox 15038">
                      <a:extLst>
                        <a:ext uri="{FF2B5EF4-FFF2-40B4-BE49-F238E27FC236}">
                          <a16:creationId xmlns:a16="http://schemas.microsoft.com/office/drawing/2014/main" id="{37CA709B-2676-3E20-BA8F-B08A1BC52443}"/>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5013" name="Group 15012">
                    <a:extLst>
                      <a:ext uri="{FF2B5EF4-FFF2-40B4-BE49-F238E27FC236}">
                        <a16:creationId xmlns:a16="http://schemas.microsoft.com/office/drawing/2014/main" id="{5E01732E-743F-6F27-5D09-372D6EA1D63D}"/>
                      </a:ext>
                    </a:extLst>
                  </p:cNvPr>
                  <p:cNvGrpSpPr/>
                  <p:nvPr/>
                </p:nvGrpSpPr>
                <p:grpSpPr>
                  <a:xfrm>
                    <a:off x="6512463" y="3525040"/>
                    <a:ext cx="393192" cy="393192"/>
                    <a:chOff x="6389147" y="3357021"/>
                    <a:chExt cx="393192" cy="393192"/>
                  </a:xfrm>
                </p:grpSpPr>
                <p:grpSp>
                  <p:nvGrpSpPr>
                    <p:cNvPr id="15025" name="Group 15024">
                      <a:extLst>
                        <a:ext uri="{FF2B5EF4-FFF2-40B4-BE49-F238E27FC236}">
                          <a16:creationId xmlns:a16="http://schemas.microsoft.com/office/drawing/2014/main" id="{0A1B3096-D489-6881-9521-7104E5C89755}"/>
                        </a:ext>
                      </a:extLst>
                    </p:cNvPr>
                    <p:cNvGrpSpPr/>
                    <p:nvPr/>
                  </p:nvGrpSpPr>
                  <p:grpSpPr>
                    <a:xfrm rot="7200000" flipH="1">
                      <a:off x="6389147" y="3357021"/>
                      <a:ext cx="393192" cy="393192"/>
                      <a:chOff x="5354637" y="3446463"/>
                      <a:chExt cx="214313" cy="214313"/>
                    </a:xfrm>
                  </p:grpSpPr>
                  <p:sp>
                    <p:nvSpPr>
                      <p:cNvPr id="15034" name="Arc 15033">
                        <a:extLst>
                          <a:ext uri="{FF2B5EF4-FFF2-40B4-BE49-F238E27FC236}">
                            <a16:creationId xmlns:a16="http://schemas.microsoft.com/office/drawing/2014/main" id="{0F60CA16-511B-5D24-FCE0-A86AF3CE417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035" name="Arc 15034">
                        <a:extLst>
                          <a:ext uri="{FF2B5EF4-FFF2-40B4-BE49-F238E27FC236}">
                            <a16:creationId xmlns:a16="http://schemas.microsoft.com/office/drawing/2014/main" id="{BD933D38-0DD4-A198-AD56-9098EFE9772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026" name="Group 15025">
                      <a:extLst>
                        <a:ext uri="{FF2B5EF4-FFF2-40B4-BE49-F238E27FC236}">
                          <a16:creationId xmlns:a16="http://schemas.microsoft.com/office/drawing/2014/main" id="{71398BDD-30B5-6BF5-A7FB-EDC5B028B6C1}"/>
                        </a:ext>
                      </a:extLst>
                    </p:cNvPr>
                    <p:cNvGrpSpPr/>
                    <p:nvPr/>
                  </p:nvGrpSpPr>
                  <p:grpSpPr>
                    <a:xfrm>
                      <a:off x="6434137" y="3402011"/>
                      <a:ext cx="303213" cy="303213"/>
                      <a:chOff x="6434137" y="3402011"/>
                      <a:chExt cx="303213" cy="303213"/>
                    </a:xfrm>
                  </p:grpSpPr>
                  <p:grpSp>
                    <p:nvGrpSpPr>
                      <p:cNvPr id="15027" name="Group 15026">
                        <a:extLst>
                          <a:ext uri="{FF2B5EF4-FFF2-40B4-BE49-F238E27FC236}">
                            <a16:creationId xmlns:a16="http://schemas.microsoft.com/office/drawing/2014/main" id="{B8F69B3F-DACF-55C3-BB83-A97CF0E8EF9B}"/>
                          </a:ext>
                        </a:extLst>
                      </p:cNvPr>
                      <p:cNvGrpSpPr/>
                      <p:nvPr/>
                    </p:nvGrpSpPr>
                    <p:grpSpPr>
                      <a:xfrm flipH="1">
                        <a:off x="6478587" y="3446461"/>
                        <a:ext cx="214313" cy="214313"/>
                        <a:chOff x="5354637" y="3446463"/>
                        <a:chExt cx="214313" cy="214313"/>
                      </a:xfrm>
                    </p:grpSpPr>
                    <p:sp>
                      <p:nvSpPr>
                        <p:cNvPr id="15032" name="Arc 15031">
                          <a:extLst>
                            <a:ext uri="{FF2B5EF4-FFF2-40B4-BE49-F238E27FC236}">
                              <a16:creationId xmlns:a16="http://schemas.microsoft.com/office/drawing/2014/main" id="{85A1355F-4995-DCE4-4B4C-3AF253ACEA3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033" name="Arc 15032">
                          <a:extLst>
                            <a:ext uri="{FF2B5EF4-FFF2-40B4-BE49-F238E27FC236}">
                              <a16:creationId xmlns:a16="http://schemas.microsoft.com/office/drawing/2014/main" id="{9401E4EA-C586-8B80-72FC-EAAA787B790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028" name="Group 15027">
                        <a:extLst>
                          <a:ext uri="{FF2B5EF4-FFF2-40B4-BE49-F238E27FC236}">
                            <a16:creationId xmlns:a16="http://schemas.microsoft.com/office/drawing/2014/main" id="{3271C20D-FF06-9AAA-B56A-2991908B1A52}"/>
                          </a:ext>
                        </a:extLst>
                      </p:cNvPr>
                      <p:cNvGrpSpPr/>
                      <p:nvPr/>
                    </p:nvGrpSpPr>
                    <p:grpSpPr>
                      <a:xfrm rot="14400000" flipH="1">
                        <a:off x="6434137" y="3402011"/>
                        <a:ext cx="303213" cy="303213"/>
                        <a:chOff x="5354637" y="3446463"/>
                        <a:chExt cx="214313" cy="214313"/>
                      </a:xfrm>
                    </p:grpSpPr>
                    <p:sp>
                      <p:nvSpPr>
                        <p:cNvPr id="15030" name="Arc 15029">
                          <a:extLst>
                            <a:ext uri="{FF2B5EF4-FFF2-40B4-BE49-F238E27FC236}">
                              <a16:creationId xmlns:a16="http://schemas.microsoft.com/office/drawing/2014/main" id="{7532C746-DA53-1375-7FB7-239B93D41E3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031" name="Arc 15030">
                          <a:extLst>
                            <a:ext uri="{FF2B5EF4-FFF2-40B4-BE49-F238E27FC236}">
                              <a16:creationId xmlns:a16="http://schemas.microsoft.com/office/drawing/2014/main" id="{5147F7FD-8D57-16E4-CA80-9E8096697B3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029" name="TextBox 15028">
                        <a:extLst>
                          <a:ext uri="{FF2B5EF4-FFF2-40B4-BE49-F238E27FC236}">
                            <a16:creationId xmlns:a16="http://schemas.microsoft.com/office/drawing/2014/main" id="{8D3D0D90-1335-E9D0-FFFA-9653946BF3EB}"/>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014" name="Group 15013">
                    <a:extLst>
                      <a:ext uri="{FF2B5EF4-FFF2-40B4-BE49-F238E27FC236}">
                        <a16:creationId xmlns:a16="http://schemas.microsoft.com/office/drawing/2014/main" id="{5A9841D9-CD9F-F7C6-1421-488A5199103D}"/>
                      </a:ext>
                    </a:extLst>
                  </p:cNvPr>
                  <p:cNvGrpSpPr/>
                  <p:nvPr/>
                </p:nvGrpSpPr>
                <p:grpSpPr>
                  <a:xfrm>
                    <a:off x="6197413" y="3225768"/>
                    <a:ext cx="393192" cy="393192"/>
                    <a:chOff x="6389147" y="3932622"/>
                    <a:chExt cx="393192" cy="393192"/>
                  </a:xfrm>
                </p:grpSpPr>
                <p:grpSp>
                  <p:nvGrpSpPr>
                    <p:cNvPr id="15015" name="Group 15014">
                      <a:extLst>
                        <a:ext uri="{FF2B5EF4-FFF2-40B4-BE49-F238E27FC236}">
                          <a16:creationId xmlns:a16="http://schemas.microsoft.com/office/drawing/2014/main" id="{5697F055-FC36-0831-8FF8-A019F40DF628}"/>
                        </a:ext>
                      </a:extLst>
                    </p:cNvPr>
                    <p:cNvGrpSpPr/>
                    <p:nvPr/>
                  </p:nvGrpSpPr>
                  <p:grpSpPr>
                    <a:xfrm flipH="1">
                      <a:off x="6478587" y="4022061"/>
                      <a:ext cx="214313" cy="214313"/>
                      <a:chOff x="5354637" y="3446463"/>
                      <a:chExt cx="214313" cy="214313"/>
                    </a:xfrm>
                  </p:grpSpPr>
                  <p:sp>
                    <p:nvSpPr>
                      <p:cNvPr id="15023" name="Arc 15022">
                        <a:extLst>
                          <a:ext uri="{FF2B5EF4-FFF2-40B4-BE49-F238E27FC236}">
                            <a16:creationId xmlns:a16="http://schemas.microsoft.com/office/drawing/2014/main" id="{377CA3DF-0D8E-7AD0-9CDC-95204FF5D89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024" name="Arc 15023">
                        <a:extLst>
                          <a:ext uri="{FF2B5EF4-FFF2-40B4-BE49-F238E27FC236}">
                            <a16:creationId xmlns:a16="http://schemas.microsoft.com/office/drawing/2014/main" id="{80788E14-24CE-5EFC-B8C6-DF27712AB95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016" name="Group 15015">
                      <a:extLst>
                        <a:ext uri="{FF2B5EF4-FFF2-40B4-BE49-F238E27FC236}">
                          <a16:creationId xmlns:a16="http://schemas.microsoft.com/office/drawing/2014/main" id="{50007899-8A74-A9BA-413E-4D4B0DCF6009}"/>
                        </a:ext>
                      </a:extLst>
                    </p:cNvPr>
                    <p:cNvGrpSpPr/>
                    <p:nvPr/>
                  </p:nvGrpSpPr>
                  <p:grpSpPr>
                    <a:xfrm rot="7200000" flipH="1">
                      <a:off x="6434137" y="3977611"/>
                      <a:ext cx="303213" cy="303213"/>
                      <a:chOff x="5354637" y="3446463"/>
                      <a:chExt cx="214313" cy="214313"/>
                    </a:xfrm>
                  </p:grpSpPr>
                  <p:sp>
                    <p:nvSpPr>
                      <p:cNvPr id="15021" name="Arc 15020">
                        <a:extLst>
                          <a:ext uri="{FF2B5EF4-FFF2-40B4-BE49-F238E27FC236}">
                            <a16:creationId xmlns:a16="http://schemas.microsoft.com/office/drawing/2014/main" id="{24A61F5A-1BDB-C674-4968-02B7D3C5BF4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022" name="Arc 15021">
                        <a:extLst>
                          <a:ext uri="{FF2B5EF4-FFF2-40B4-BE49-F238E27FC236}">
                            <a16:creationId xmlns:a16="http://schemas.microsoft.com/office/drawing/2014/main" id="{F59A4F96-A3AE-0EF2-6876-FC8BD602EB6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017" name="Group 15016">
                      <a:extLst>
                        <a:ext uri="{FF2B5EF4-FFF2-40B4-BE49-F238E27FC236}">
                          <a16:creationId xmlns:a16="http://schemas.microsoft.com/office/drawing/2014/main" id="{4E9A8CD0-F867-FA74-47C9-2E34E1E24BC4}"/>
                        </a:ext>
                      </a:extLst>
                    </p:cNvPr>
                    <p:cNvGrpSpPr/>
                    <p:nvPr/>
                  </p:nvGrpSpPr>
                  <p:grpSpPr>
                    <a:xfrm rot="14400000" flipH="1">
                      <a:off x="6389147" y="3932622"/>
                      <a:ext cx="393192" cy="393192"/>
                      <a:chOff x="5354637" y="3446463"/>
                      <a:chExt cx="214313" cy="214313"/>
                    </a:xfrm>
                  </p:grpSpPr>
                  <p:sp>
                    <p:nvSpPr>
                      <p:cNvPr id="15019" name="Arc 15018">
                        <a:extLst>
                          <a:ext uri="{FF2B5EF4-FFF2-40B4-BE49-F238E27FC236}">
                            <a16:creationId xmlns:a16="http://schemas.microsoft.com/office/drawing/2014/main" id="{71CFAE64-565C-D225-A2CE-3FA496CEBDF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020" name="Arc 15019">
                        <a:extLst>
                          <a:ext uri="{FF2B5EF4-FFF2-40B4-BE49-F238E27FC236}">
                            <a16:creationId xmlns:a16="http://schemas.microsoft.com/office/drawing/2014/main" id="{F20BD1FA-D65F-76B5-09E2-8A6304CB932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018" name="TextBox 15017">
                      <a:extLst>
                        <a:ext uri="{FF2B5EF4-FFF2-40B4-BE49-F238E27FC236}">
                          <a16:creationId xmlns:a16="http://schemas.microsoft.com/office/drawing/2014/main" id="{23F65C93-E244-86CC-BC54-4D7D6B81EB82}"/>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4914" name="Group 14913">
                <a:extLst>
                  <a:ext uri="{FF2B5EF4-FFF2-40B4-BE49-F238E27FC236}">
                    <a16:creationId xmlns:a16="http://schemas.microsoft.com/office/drawing/2014/main" id="{AAB5F17B-85A0-ED14-00E7-D2C631D7F98A}"/>
                  </a:ext>
                </a:extLst>
              </p:cNvPr>
              <p:cNvGrpSpPr/>
              <p:nvPr/>
            </p:nvGrpSpPr>
            <p:grpSpPr>
              <a:xfrm>
                <a:off x="6065340" y="2039507"/>
                <a:ext cx="1643204" cy="1593124"/>
                <a:chOff x="5445106" y="2644743"/>
                <a:chExt cx="1643204" cy="1593124"/>
              </a:xfrm>
            </p:grpSpPr>
            <p:grpSp>
              <p:nvGrpSpPr>
                <p:cNvPr id="14915" name="Group 14914">
                  <a:extLst>
                    <a:ext uri="{FF2B5EF4-FFF2-40B4-BE49-F238E27FC236}">
                      <a16:creationId xmlns:a16="http://schemas.microsoft.com/office/drawing/2014/main" id="{7B01BBA9-D18E-AC38-7891-CE9717895616}"/>
                    </a:ext>
                  </a:extLst>
                </p:cNvPr>
                <p:cNvGrpSpPr/>
                <p:nvPr/>
              </p:nvGrpSpPr>
              <p:grpSpPr>
                <a:xfrm>
                  <a:off x="5445106" y="2644743"/>
                  <a:ext cx="1019224" cy="991639"/>
                  <a:chOff x="5886431" y="3225768"/>
                  <a:chExt cx="1019224" cy="991639"/>
                </a:xfrm>
              </p:grpSpPr>
              <p:grpSp>
                <p:nvGrpSpPr>
                  <p:cNvPr id="14963" name="Group 14962">
                    <a:extLst>
                      <a:ext uri="{FF2B5EF4-FFF2-40B4-BE49-F238E27FC236}">
                        <a16:creationId xmlns:a16="http://schemas.microsoft.com/office/drawing/2014/main" id="{EE70B5AE-A2D4-2A47-4E2D-D0506007EC66}"/>
                      </a:ext>
                    </a:extLst>
                  </p:cNvPr>
                  <p:cNvGrpSpPr/>
                  <p:nvPr/>
                </p:nvGrpSpPr>
                <p:grpSpPr>
                  <a:xfrm>
                    <a:off x="6197413" y="3824215"/>
                    <a:ext cx="393192" cy="393192"/>
                    <a:chOff x="5265196" y="3357021"/>
                    <a:chExt cx="393192" cy="393192"/>
                  </a:xfrm>
                </p:grpSpPr>
                <p:grpSp>
                  <p:nvGrpSpPr>
                    <p:cNvPr id="14998" name="Group 14997">
                      <a:extLst>
                        <a:ext uri="{FF2B5EF4-FFF2-40B4-BE49-F238E27FC236}">
                          <a16:creationId xmlns:a16="http://schemas.microsoft.com/office/drawing/2014/main" id="{7055DDA3-22BE-40EE-B29F-BA87EF7C84EE}"/>
                        </a:ext>
                      </a:extLst>
                    </p:cNvPr>
                    <p:cNvGrpSpPr/>
                    <p:nvPr/>
                  </p:nvGrpSpPr>
                  <p:grpSpPr>
                    <a:xfrm rot="14400000">
                      <a:off x="5265196" y="3357021"/>
                      <a:ext cx="393192" cy="393192"/>
                      <a:chOff x="5354637" y="3446463"/>
                      <a:chExt cx="214313" cy="214313"/>
                    </a:xfrm>
                  </p:grpSpPr>
                  <p:sp>
                    <p:nvSpPr>
                      <p:cNvPr id="15007" name="Arc 15006">
                        <a:extLst>
                          <a:ext uri="{FF2B5EF4-FFF2-40B4-BE49-F238E27FC236}">
                            <a16:creationId xmlns:a16="http://schemas.microsoft.com/office/drawing/2014/main" id="{5FB60285-B12F-FC0D-67CD-A82EB61F871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008" name="Arc 15007">
                        <a:extLst>
                          <a:ext uri="{FF2B5EF4-FFF2-40B4-BE49-F238E27FC236}">
                            <a16:creationId xmlns:a16="http://schemas.microsoft.com/office/drawing/2014/main" id="{6481D9CD-D8A9-1522-DD3C-61689078349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999" name="Group 14998">
                      <a:extLst>
                        <a:ext uri="{FF2B5EF4-FFF2-40B4-BE49-F238E27FC236}">
                          <a16:creationId xmlns:a16="http://schemas.microsoft.com/office/drawing/2014/main" id="{EDF6C1AF-E0CC-375B-A53A-68263BC35A56}"/>
                        </a:ext>
                      </a:extLst>
                    </p:cNvPr>
                    <p:cNvGrpSpPr/>
                    <p:nvPr/>
                  </p:nvGrpSpPr>
                  <p:grpSpPr>
                    <a:xfrm>
                      <a:off x="5310186" y="3402011"/>
                      <a:ext cx="303213" cy="303213"/>
                      <a:chOff x="5310186" y="3402011"/>
                      <a:chExt cx="303213" cy="303213"/>
                    </a:xfrm>
                  </p:grpSpPr>
                  <p:grpSp>
                    <p:nvGrpSpPr>
                      <p:cNvPr id="15000" name="Group 14999">
                        <a:extLst>
                          <a:ext uri="{FF2B5EF4-FFF2-40B4-BE49-F238E27FC236}">
                            <a16:creationId xmlns:a16="http://schemas.microsoft.com/office/drawing/2014/main" id="{22035800-13AD-E20A-13E6-F10F66F2CBD2}"/>
                          </a:ext>
                        </a:extLst>
                      </p:cNvPr>
                      <p:cNvGrpSpPr/>
                      <p:nvPr/>
                    </p:nvGrpSpPr>
                    <p:grpSpPr>
                      <a:xfrm>
                        <a:off x="5354636" y="3446461"/>
                        <a:ext cx="214313" cy="214313"/>
                        <a:chOff x="5354637" y="3446463"/>
                        <a:chExt cx="214313" cy="214313"/>
                      </a:xfrm>
                    </p:grpSpPr>
                    <p:sp>
                      <p:nvSpPr>
                        <p:cNvPr id="15005" name="Arc 15004">
                          <a:extLst>
                            <a:ext uri="{FF2B5EF4-FFF2-40B4-BE49-F238E27FC236}">
                              <a16:creationId xmlns:a16="http://schemas.microsoft.com/office/drawing/2014/main" id="{371AFF0E-1E32-7CDB-96CD-C95E1242D6E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006" name="Arc 15005">
                          <a:extLst>
                            <a:ext uri="{FF2B5EF4-FFF2-40B4-BE49-F238E27FC236}">
                              <a16:creationId xmlns:a16="http://schemas.microsoft.com/office/drawing/2014/main" id="{3772E834-7535-207C-58FE-1342712183C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001" name="Group 15000">
                        <a:extLst>
                          <a:ext uri="{FF2B5EF4-FFF2-40B4-BE49-F238E27FC236}">
                            <a16:creationId xmlns:a16="http://schemas.microsoft.com/office/drawing/2014/main" id="{8716FDD7-66FC-C41D-EB19-F494F29F2332}"/>
                          </a:ext>
                        </a:extLst>
                      </p:cNvPr>
                      <p:cNvGrpSpPr/>
                      <p:nvPr/>
                    </p:nvGrpSpPr>
                    <p:grpSpPr>
                      <a:xfrm rot="7200000">
                        <a:off x="5310186" y="3402011"/>
                        <a:ext cx="303213" cy="303213"/>
                        <a:chOff x="5354637" y="3446463"/>
                        <a:chExt cx="214313" cy="214313"/>
                      </a:xfrm>
                    </p:grpSpPr>
                    <p:sp>
                      <p:nvSpPr>
                        <p:cNvPr id="15003" name="Arc 15002">
                          <a:extLst>
                            <a:ext uri="{FF2B5EF4-FFF2-40B4-BE49-F238E27FC236}">
                              <a16:creationId xmlns:a16="http://schemas.microsoft.com/office/drawing/2014/main" id="{F0C846E2-CD8F-E915-D99C-DD560C08C73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004" name="Arc 15003">
                          <a:extLst>
                            <a:ext uri="{FF2B5EF4-FFF2-40B4-BE49-F238E27FC236}">
                              <a16:creationId xmlns:a16="http://schemas.microsoft.com/office/drawing/2014/main" id="{9D1E5AFB-8093-1942-3BB3-5E071B1B5AD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002" name="TextBox 15001">
                        <a:extLst>
                          <a:ext uri="{FF2B5EF4-FFF2-40B4-BE49-F238E27FC236}">
                            <a16:creationId xmlns:a16="http://schemas.microsoft.com/office/drawing/2014/main" id="{0442C94D-83BB-24DD-8837-CACD0B03CE06}"/>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964" name="Group 14963">
                    <a:extLst>
                      <a:ext uri="{FF2B5EF4-FFF2-40B4-BE49-F238E27FC236}">
                        <a16:creationId xmlns:a16="http://schemas.microsoft.com/office/drawing/2014/main" id="{7002D5F6-330E-AF13-040A-AFE764090CDA}"/>
                      </a:ext>
                    </a:extLst>
                  </p:cNvPr>
                  <p:cNvGrpSpPr/>
                  <p:nvPr/>
                </p:nvGrpSpPr>
                <p:grpSpPr>
                  <a:xfrm>
                    <a:off x="5886431" y="3525040"/>
                    <a:ext cx="393192" cy="393192"/>
                    <a:chOff x="5265196" y="3932619"/>
                    <a:chExt cx="393192" cy="393192"/>
                  </a:xfrm>
                </p:grpSpPr>
                <p:grpSp>
                  <p:nvGrpSpPr>
                    <p:cNvPr id="14988" name="Group 14987">
                      <a:extLst>
                        <a:ext uri="{FF2B5EF4-FFF2-40B4-BE49-F238E27FC236}">
                          <a16:creationId xmlns:a16="http://schemas.microsoft.com/office/drawing/2014/main" id="{8C51F594-B1F8-3764-73A5-2A3B386E2466}"/>
                        </a:ext>
                      </a:extLst>
                    </p:cNvPr>
                    <p:cNvGrpSpPr/>
                    <p:nvPr/>
                  </p:nvGrpSpPr>
                  <p:grpSpPr>
                    <a:xfrm>
                      <a:off x="5354636" y="4022061"/>
                      <a:ext cx="214313" cy="214313"/>
                      <a:chOff x="5354637" y="3446463"/>
                      <a:chExt cx="214313" cy="214313"/>
                    </a:xfrm>
                  </p:grpSpPr>
                  <p:sp>
                    <p:nvSpPr>
                      <p:cNvPr id="14996" name="Arc 14995">
                        <a:extLst>
                          <a:ext uri="{FF2B5EF4-FFF2-40B4-BE49-F238E27FC236}">
                            <a16:creationId xmlns:a16="http://schemas.microsoft.com/office/drawing/2014/main" id="{94D0004C-203C-83E8-175B-D775F50A2A9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997" name="Arc 14996">
                        <a:extLst>
                          <a:ext uri="{FF2B5EF4-FFF2-40B4-BE49-F238E27FC236}">
                            <a16:creationId xmlns:a16="http://schemas.microsoft.com/office/drawing/2014/main" id="{234E98D9-2E62-691D-9A22-FC91A8A77FF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989" name="Group 14988">
                      <a:extLst>
                        <a:ext uri="{FF2B5EF4-FFF2-40B4-BE49-F238E27FC236}">
                          <a16:creationId xmlns:a16="http://schemas.microsoft.com/office/drawing/2014/main" id="{1CF8839D-AC26-898B-82C8-FDC8418F6CD2}"/>
                        </a:ext>
                      </a:extLst>
                    </p:cNvPr>
                    <p:cNvGrpSpPr/>
                    <p:nvPr/>
                  </p:nvGrpSpPr>
                  <p:grpSpPr>
                    <a:xfrm rot="14400000">
                      <a:off x="5310186" y="3977611"/>
                      <a:ext cx="303213" cy="303213"/>
                      <a:chOff x="5354637" y="3446463"/>
                      <a:chExt cx="214313" cy="214313"/>
                    </a:xfrm>
                  </p:grpSpPr>
                  <p:sp>
                    <p:nvSpPr>
                      <p:cNvPr id="14994" name="Arc 14993">
                        <a:extLst>
                          <a:ext uri="{FF2B5EF4-FFF2-40B4-BE49-F238E27FC236}">
                            <a16:creationId xmlns:a16="http://schemas.microsoft.com/office/drawing/2014/main" id="{3FCCA32A-040C-612D-F947-7914F2ADAF2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995" name="Arc 14994">
                        <a:extLst>
                          <a:ext uri="{FF2B5EF4-FFF2-40B4-BE49-F238E27FC236}">
                            <a16:creationId xmlns:a16="http://schemas.microsoft.com/office/drawing/2014/main" id="{A5B3F486-8194-FC90-BE67-79C0A7061CF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990" name="Group 14989">
                      <a:extLst>
                        <a:ext uri="{FF2B5EF4-FFF2-40B4-BE49-F238E27FC236}">
                          <a16:creationId xmlns:a16="http://schemas.microsoft.com/office/drawing/2014/main" id="{5C285FF9-AB04-B067-51E0-EA4553C5BD2A}"/>
                        </a:ext>
                      </a:extLst>
                    </p:cNvPr>
                    <p:cNvGrpSpPr/>
                    <p:nvPr/>
                  </p:nvGrpSpPr>
                  <p:grpSpPr>
                    <a:xfrm rot="7200000">
                      <a:off x="5265196" y="3932619"/>
                      <a:ext cx="393192" cy="393192"/>
                      <a:chOff x="5354637" y="3446463"/>
                      <a:chExt cx="214313" cy="214313"/>
                    </a:xfrm>
                  </p:grpSpPr>
                  <p:sp>
                    <p:nvSpPr>
                      <p:cNvPr id="14992" name="Arc 14991">
                        <a:extLst>
                          <a:ext uri="{FF2B5EF4-FFF2-40B4-BE49-F238E27FC236}">
                            <a16:creationId xmlns:a16="http://schemas.microsoft.com/office/drawing/2014/main" id="{F19FACB7-9F26-D0CB-143B-E17F4431FCE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993" name="Arc 14992">
                        <a:extLst>
                          <a:ext uri="{FF2B5EF4-FFF2-40B4-BE49-F238E27FC236}">
                            <a16:creationId xmlns:a16="http://schemas.microsoft.com/office/drawing/2014/main" id="{815C8F19-EFBC-3BAB-7474-79B609C43A9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991" name="TextBox 14990">
                      <a:extLst>
                        <a:ext uri="{FF2B5EF4-FFF2-40B4-BE49-F238E27FC236}">
                          <a16:creationId xmlns:a16="http://schemas.microsoft.com/office/drawing/2014/main" id="{7D2C08BD-44DF-C5D4-482C-FF137252A6EC}"/>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4965" name="Group 14964">
                    <a:extLst>
                      <a:ext uri="{FF2B5EF4-FFF2-40B4-BE49-F238E27FC236}">
                        <a16:creationId xmlns:a16="http://schemas.microsoft.com/office/drawing/2014/main" id="{7083AEA3-4AD6-022F-C9BF-79656E120A99}"/>
                      </a:ext>
                    </a:extLst>
                  </p:cNvPr>
                  <p:cNvGrpSpPr/>
                  <p:nvPr/>
                </p:nvGrpSpPr>
                <p:grpSpPr>
                  <a:xfrm>
                    <a:off x="6512463" y="3525040"/>
                    <a:ext cx="393192" cy="393192"/>
                    <a:chOff x="6389147" y="3357021"/>
                    <a:chExt cx="393192" cy="393192"/>
                  </a:xfrm>
                </p:grpSpPr>
                <p:grpSp>
                  <p:nvGrpSpPr>
                    <p:cNvPr id="14977" name="Group 14976">
                      <a:extLst>
                        <a:ext uri="{FF2B5EF4-FFF2-40B4-BE49-F238E27FC236}">
                          <a16:creationId xmlns:a16="http://schemas.microsoft.com/office/drawing/2014/main" id="{29242202-38D1-38C6-9A71-992BD079C98F}"/>
                        </a:ext>
                      </a:extLst>
                    </p:cNvPr>
                    <p:cNvGrpSpPr/>
                    <p:nvPr/>
                  </p:nvGrpSpPr>
                  <p:grpSpPr>
                    <a:xfrm rot="7200000" flipH="1">
                      <a:off x="6389147" y="3357021"/>
                      <a:ext cx="393192" cy="393192"/>
                      <a:chOff x="5354637" y="3446463"/>
                      <a:chExt cx="214313" cy="214313"/>
                    </a:xfrm>
                  </p:grpSpPr>
                  <p:sp>
                    <p:nvSpPr>
                      <p:cNvPr id="14986" name="Arc 14985">
                        <a:extLst>
                          <a:ext uri="{FF2B5EF4-FFF2-40B4-BE49-F238E27FC236}">
                            <a16:creationId xmlns:a16="http://schemas.microsoft.com/office/drawing/2014/main" id="{B25D694D-6A3F-0DAE-BDEF-2BD99D2E06A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987" name="Arc 14986">
                        <a:extLst>
                          <a:ext uri="{FF2B5EF4-FFF2-40B4-BE49-F238E27FC236}">
                            <a16:creationId xmlns:a16="http://schemas.microsoft.com/office/drawing/2014/main" id="{D6F62009-2290-62DF-1A78-B34CDEA3924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978" name="Group 14977">
                      <a:extLst>
                        <a:ext uri="{FF2B5EF4-FFF2-40B4-BE49-F238E27FC236}">
                          <a16:creationId xmlns:a16="http://schemas.microsoft.com/office/drawing/2014/main" id="{7E3711B3-926B-0BB6-D6CC-D8F8B3228C9E}"/>
                        </a:ext>
                      </a:extLst>
                    </p:cNvPr>
                    <p:cNvGrpSpPr/>
                    <p:nvPr/>
                  </p:nvGrpSpPr>
                  <p:grpSpPr>
                    <a:xfrm>
                      <a:off x="6434137" y="3402011"/>
                      <a:ext cx="303213" cy="303213"/>
                      <a:chOff x="6434137" y="3402011"/>
                      <a:chExt cx="303213" cy="303213"/>
                    </a:xfrm>
                  </p:grpSpPr>
                  <p:grpSp>
                    <p:nvGrpSpPr>
                      <p:cNvPr id="14979" name="Group 14978">
                        <a:extLst>
                          <a:ext uri="{FF2B5EF4-FFF2-40B4-BE49-F238E27FC236}">
                            <a16:creationId xmlns:a16="http://schemas.microsoft.com/office/drawing/2014/main" id="{A76C6E16-3B13-1C90-7C88-32B1423217CF}"/>
                          </a:ext>
                        </a:extLst>
                      </p:cNvPr>
                      <p:cNvGrpSpPr/>
                      <p:nvPr/>
                    </p:nvGrpSpPr>
                    <p:grpSpPr>
                      <a:xfrm flipH="1">
                        <a:off x="6478587" y="3446461"/>
                        <a:ext cx="214313" cy="214313"/>
                        <a:chOff x="5354637" y="3446463"/>
                        <a:chExt cx="214313" cy="214313"/>
                      </a:xfrm>
                    </p:grpSpPr>
                    <p:sp>
                      <p:nvSpPr>
                        <p:cNvPr id="14984" name="Arc 14983">
                          <a:extLst>
                            <a:ext uri="{FF2B5EF4-FFF2-40B4-BE49-F238E27FC236}">
                              <a16:creationId xmlns:a16="http://schemas.microsoft.com/office/drawing/2014/main" id="{609A2552-5E25-1698-8CEF-C391A68034A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985" name="Arc 14984">
                          <a:extLst>
                            <a:ext uri="{FF2B5EF4-FFF2-40B4-BE49-F238E27FC236}">
                              <a16:creationId xmlns:a16="http://schemas.microsoft.com/office/drawing/2014/main" id="{FC2E6265-3853-CE37-EC74-59B3D6873AC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980" name="Group 14979">
                        <a:extLst>
                          <a:ext uri="{FF2B5EF4-FFF2-40B4-BE49-F238E27FC236}">
                            <a16:creationId xmlns:a16="http://schemas.microsoft.com/office/drawing/2014/main" id="{93C6F1B2-2B02-79B5-6D41-481F4C26D16E}"/>
                          </a:ext>
                        </a:extLst>
                      </p:cNvPr>
                      <p:cNvGrpSpPr/>
                      <p:nvPr/>
                    </p:nvGrpSpPr>
                    <p:grpSpPr>
                      <a:xfrm rot="14400000" flipH="1">
                        <a:off x="6434137" y="3402011"/>
                        <a:ext cx="303213" cy="303213"/>
                        <a:chOff x="5354637" y="3446463"/>
                        <a:chExt cx="214313" cy="214313"/>
                      </a:xfrm>
                    </p:grpSpPr>
                    <p:sp>
                      <p:nvSpPr>
                        <p:cNvPr id="14982" name="Arc 14981">
                          <a:extLst>
                            <a:ext uri="{FF2B5EF4-FFF2-40B4-BE49-F238E27FC236}">
                              <a16:creationId xmlns:a16="http://schemas.microsoft.com/office/drawing/2014/main" id="{F454F0A7-F931-C0CA-CB29-691B8BFD419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983" name="Arc 14982">
                          <a:extLst>
                            <a:ext uri="{FF2B5EF4-FFF2-40B4-BE49-F238E27FC236}">
                              <a16:creationId xmlns:a16="http://schemas.microsoft.com/office/drawing/2014/main" id="{E5EE9FAB-1D73-F1D2-4CC2-0F8E86F1CE1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981" name="TextBox 14980">
                        <a:extLst>
                          <a:ext uri="{FF2B5EF4-FFF2-40B4-BE49-F238E27FC236}">
                            <a16:creationId xmlns:a16="http://schemas.microsoft.com/office/drawing/2014/main" id="{43E22036-9395-F46D-A587-5D452B001121}"/>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966" name="Group 14965">
                    <a:extLst>
                      <a:ext uri="{FF2B5EF4-FFF2-40B4-BE49-F238E27FC236}">
                        <a16:creationId xmlns:a16="http://schemas.microsoft.com/office/drawing/2014/main" id="{AEB11E66-D04A-30BF-F889-4DE47FEC4260}"/>
                      </a:ext>
                    </a:extLst>
                  </p:cNvPr>
                  <p:cNvGrpSpPr/>
                  <p:nvPr/>
                </p:nvGrpSpPr>
                <p:grpSpPr>
                  <a:xfrm>
                    <a:off x="6197413" y="3225768"/>
                    <a:ext cx="393192" cy="393192"/>
                    <a:chOff x="6389147" y="3932622"/>
                    <a:chExt cx="393192" cy="393192"/>
                  </a:xfrm>
                </p:grpSpPr>
                <p:grpSp>
                  <p:nvGrpSpPr>
                    <p:cNvPr id="14967" name="Group 14966">
                      <a:extLst>
                        <a:ext uri="{FF2B5EF4-FFF2-40B4-BE49-F238E27FC236}">
                          <a16:creationId xmlns:a16="http://schemas.microsoft.com/office/drawing/2014/main" id="{6BF5BEF8-9931-D055-5F23-F03D77B311C2}"/>
                        </a:ext>
                      </a:extLst>
                    </p:cNvPr>
                    <p:cNvGrpSpPr/>
                    <p:nvPr/>
                  </p:nvGrpSpPr>
                  <p:grpSpPr>
                    <a:xfrm flipH="1">
                      <a:off x="6478587" y="4022061"/>
                      <a:ext cx="214313" cy="214313"/>
                      <a:chOff x="5354637" y="3446463"/>
                      <a:chExt cx="214313" cy="214313"/>
                    </a:xfrm>
                  </p:grpSpPr>
                  <p:sp>
                    <p:nvSpPr>
                      <p:cNvPr id="14975" name="Arc 14974">
                        <a:extLst>
                          <a:ext uri="{FF2B5EF4-FFF2-40B4-BE49-F238E27FC236}">
                            <a16:creationId xmlns:a16="http://schemas.microsoft.com/office/drawing/2014/main" id="{D4591B91-128F-0852-99C9-86C2AE1F181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976" name="Arc 14975">
                        <a:extLst>
                          <a:ext uri="{FF2B5EF4-FFF2-40B4-BE49-F238E27FC236}">
                            <a16:creationId xmlns:a16="http://schemas.microsoft.com/office/drawing/2014/main" id="{F1689170-5F58-931C-E08E-096FED468E1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968" name="Group 14967">
                      <a:extLst>
                        <a:ext uri="{FF2B5EF4-FFF2-40B4-BE49-F238E27FC236}">
                          <a16:creationId xmlns:a16="http://schemas.microsoft.com/office/drawing/2014/main" id="{136766B3-E406-B933-8A0A-E8ED6B31FD79}"/>
                        </a:ext>
                      </a:extLst>
                    </p:cNvPr>
                    <p:cNvGrpSpPr/>
                    <p:nvPr/>
                  </p:nvGrpSpPr>
                  <p:grpSpPr>
                    <a:xfrm rot="7200000" flipH="1">
                      <a:off x="6434137" y="3977611"/>
                      <a:ext cx="303213" cy="303213"/>
                      <a:chOff x="5354637" y="3446463"/>
                      <a:chExt cx="214313" cy="214313"/>
                    </a:xfrm>
                  </p:grpSpPr>
                  <p:sp>
                    <p:nvSpPr>
                      <p:cNvPr id="14973" name="Arc 14972">
                        <a:extLst>
                          <a:ext uri="{FF2B5EF4-FFF2-40B4-BE49-F238E27FC236}">
                            <a16:creationId xmlns:a16="http://schemas.microsoft.com/office/drawing/2014/main" id="{FAA99120-4C59-6935-772F-44CA024E36C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974" name="Arc 14973">
                        <a:extLst>
                          <a:ext uri="{FF2B5EF4-FFF2-40B4-BE49-F238E27FC236}">
                            <a16:creationId xmlns:a16="http://schemas.microsoft.com/office/drawing/2014/main" id="{F11F0136-8CFA-EA5D-43EF-FA7BC5CB619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969" name="Group 14968">
                      <a:extLst>
                        <a:ext uri="{FF2B5EF4-FFF2-40B4-BE49-F238E27FC236}">
                          <a16:creationId xmlns:a16="http://schemas.microsoft.com/office/drawing/2014/main" id="{3093EE20-1A64-8F1D-C970-98B0299ACB77}"/>
                        </a:ext>
                      </a:extLst>
                    </p:cNvPr>
                    <p:cNvGrpSpPr/>
                    <p:nvPr/>
                  </p:nvGrpSpPr>
                  <p:grpSpPr>
                    <a:xfrm rot="14400000" flipH="1">
                      <a:off x="6389147" y="3932622"/>
                      <a:ext cx="393192" cy="393192"/>
                      <a:chOff x="5354637" y="3446463"/>
                      <a:chExt cx="214313" cy="214313"/>
                    </a:xfrm>
                  </p:grpSpPr>
                  <p:sp>
                    <p:nvSpPr>
                      <p:cNvPr id="14971" name="Arc 14970">
                        <a:extLst>
                          <a:ext uri="{FF2B5EF4-FFF2-40B4-BE49-F238E27FC236}">
                            <a16:creationId xmlns:a16="http://schemas.microsoft.com/office/drawing/2014/main" id="{A65A1381-F0E6-7208-1291-ECF7E7CD9A2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972" name="Arc 14971">
                        <a:extLst>
                          <a:ext uri="{FF2B5EF4-FFF2-40B4-BE49-F238E27FC236}">
                            <a16:creationId xmlns:a16="http://schemas.microsoft.com/office/drawing/2014/main" id="{B64125A1-5709-5895-FC51-812B8E5AD7F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970" name="TextBox 14969">
                      <a:extLst>
                        <a:ext uri="{FF2B5EF4-FFF2-40B4-BE49-F238E27FC236}">
                          <a16:creationId xmlns:a16="http://schemas.microsoft.com/office/drawing/2014/main" id="{AB9BBFEB-8667-BB8F-6571-683CCED23E6E}"/>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916" name="Group 14915">
                  <a:extLst>
                    <a:ext uri="{FF2B5EF4-FFF2-40B4-BE49-F238E27FC236}">
                      <a16:creationId xmlns:a16="http://schemas.microsoft.com/office/drawing/2014/main" id="{7E692C5D-A394-56CA-471E-FF5552B65F21}"/>
                    </a:ext>
                  </a:extLst>
                </p:cNvPr>
                <p:cNvGrpSpPr/>
                <p:nvPr/>
              </p:nvGrpSpPr>
              <p:grpSpPr>
                <a:xfrm>
                  <a:off x="6069086" y="3246228"/>
                  <a:ext cx="1019224" cy="991639"/>
                  <a:chOff x="5886431" y="3225768"/>
                  <a:chExt cx="1019224" cy="991639"/>
                </a:xfrm>
              </p:grpSpPr>
              <p:grpSp>
                <p:nvGrpSpPr>
                  <p:cNvPr id="14917" name="Group 14916">
                    <a:extLst>
                      <a:ext uri="{FF2B5EF4-FFF2-40B4-BE49-F238E27FC236}">
                        <a16:creationId xmlns:a16="http://schemas.microsoft.com/office/drawing/2014/main" id="{FB6049CC-3C10-5F2D-A1F1-D72ABB7F7C61}"/>
                      </a:ext>
                    </a:extLst>
                  </p:cNvPr>
                  <p:cNvGrpSpPr/>
                  <p:nvPr/>
                </p:nvGrpSpPr>
                <p:grpSpPr>
                  <a:xfrm>
                    <a:off x="6197413" y="3824215"/>
                    <a:ext cx="393192" cy="393192"/>
                    <a:chOff x="5265196" y="3357021"/>
                    <a:chExt cx="393192" cy="393192"/>
                  </a:xfrm>
                </p:grpSpPr>
                <p:grpSp>
                  <p:nvGrpSpPr>
                    <p:cNvPr id="14952" name="Group 14951">
                      <a:extLst>
                        <a:ext uri="{FF2B5EF4-FFF2-40B4-BE49-F238E27FC236}">
                          <a16:creationId xmlns:a16="http://schemas.microsoft.com/office/drawing/2014/main" id="{F33B1EB2-0DAA-3F83-07AF-5F66A459420E}"/>
                        </a:ext>
                      </a:extLst>
                    </p:cNvPr>
                    <p:cNvGrpSpPr/>
                    <p:nvPr/>
                  </p:nvGrpSpPr>
                  <p:grpSpPr>
                    <a:xfrm rot="14400000">
                      <a:off x="5265196" y="3357021"/>
                      <a:ext cx="393192" cy="393192"/>
                      <a:chOff x="5354637" y="3446463"/>
                      <a:chExt cx="214313" cy="214313"/>
                    </a:xfrm>
                  </p:grpSpPr>
                  <p:sp>
                    <p:nvSpPr>
                      <p:cNvPr id="14961" name="Arc 14960">
                        <a:extLst>
                          <a:ext uri="{FF2B5EF4-FFF2-40B4-BE49-F238E27FC236}">
                            <a16:creationId xmlns:a16="http://schemas.microsoft.com/office/drawing/2014/main" id="{CF74FDF6-D96C-E33B-FBC1-C773DDE0DE0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962" name="Arc 14961">
                        <a:extLst>
                          <a:ext uri="{FF2B5EF4-FFF2-40B4-BE49-F238E27FC236}">
                            <a16:creationId xmlns:a16="http://schemas.microsoft.com/office/drawing/2014/main" id="{4F3C4E24-F8F2-59D3-AEA3-16E7037542E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953" name="Group 14952">
                      <a:extLst>
                        <a:ext uri="{FF2B5EF4-FFF2-40B4-BE49-F238E27FC236}">
                          <a16:creationId xmlns:a16="http://schemas.microsoft.com/office/drawing/2014/main" id="{78400D5F-74D5-17BD-D81C-3E47861D8E74}"/>
                        </a:ext>
                      </a:extLst>
                    </p:cNvPr>
                    <p:cNvGrpSpPr/>
                    <p:nvPr/>
                  </p:nvGrpSpPr>
                  <p:grpSpPr>
                    <a:xfrm>
                      <a:off x="5310186" y="3402011"/>
                      <a:ext cx="303213" cy="303213"/>
                      <a:chOff x="5310186" y="3402011"/>
                      <a:chExt cx="303213" cy="303213"/>
                    </a:xfrm>
                  </p:grpSpPr>
                  <p:grpSp>
                    <p:nvGrpSpPr>
                      <p:cNvPr id="14954" name="Group 14953">
                        <a:extLst>
                          <a:ext uri="{FF2B5EF4-FFF2-40B4-BE49-F238E27FC236}">
                            <a16:creationId xmlns:a16="http://schemas.microsoft.com/office/drawing/2014/main" id="{4D2036F4-DBD5-246D-168F-18005C8DCD41}"/>
                          </a:ext>
                        </a:extLst>
                      </p:cNvPr>
                      <p:cNvGrpSpPr/>
                      <p:nvPr/>
                    </p:nvGrpSpPr>
                    <p:grpSpPr>
                      <a:xfrm>
                        <a:off x="5354636" y="3446461"/>
                        <a:ext cx="214313" cy="214313"/>
                        <a:chOff x="5354637" y="3446463"/>
                        <a:chExt cx="214313" cy="214313"/>
                      </a:xfrm>
                    </p:grpSpPr>
                    <p:sp>
                      <p:nvSpPr>
                        <p:cNvPr id="14959" name="Arc 14958">
                          <a:extLst>
                            <a:ext uri="{FF2B5EF4-FFF2-40B4-BE49-F238E27FC236}">
                              <a16:creationId xmlns:a16="http://schemas.microsoft.com/office/drawing/2014/main" id="{30998E70-B649-6D4B-048E-BE3C9D0E005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960" name="Arc 14959">
                          <a:extLst>
                            <a:ext uri="{FF2B5EF4-FFF2-40B4-BE49-F238E27FC236}">
                              <a16:creationId xmlns:a16="http://schemas.microsoft.com/office/drawing/2014/main" id="{5302F6DB-68D8-092B-4C8D-D8755D38BD7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955" name="Group 14954">
                        <a:extLst>
                          <a:ext uri="{FF2B5EF4-FFF2-40B4-BE49-F238E27FC236}">
                            <a16:creationId xmlns:a16="http://schemas.microsoft.com/office/drawing/2014/main" id="{32FA3225-1A57-C6DA-1F66-60E515C039F5}"/>
                          </a:ext>
                        </a:extLst>
                      </p:cNvPr>
                      <p:cNvGrpSpPr/>
                      <p:nvPr/>
                    </p:nvGrpSpPr>
                    <p:grpSpPr>
                      <a:xfrm rot="7200000">
                        <a:off x="5310186" y="3402011"/>
                        <a:ext cx="303213" cy="303213"/>
                        <a:chOff x="5354637" y="3446463"/>
                        <a:chExt cx="214313" cy="214313"/>
                      </a:xfrm>
                    </p:grpSpPr>
                    <p:sp>
                      <p:nvSpPr>
                        <p:cNvPr id="14957" name="Arc 14956">
                          <a:extLst>
                            <a:ext uri="{FF2B5EF4-FFF2-40B4-BE49-F238E27FC236}">
                              <a16:creationId xmlns:a16="http://schemas.microsoft.com/office/drawing/2014/main" id="{1C2A36C9-FC55-A306-ACA3-8C7C5B93DE6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958" name="Arc 14957">
                          <a:extLst>
                            <a:ext uri="{FF2B5EF4-FFF2-40B4-BE49-F238E27FC236}">
                              <a16:creationId xmlns:a16="http://schemas.microsoft.com/office/drawing/2014/main" id="{D8F84D72-E390-6B5A-1E35-15CA024B739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956" name="TextBox 14955">
                        <a:extLst>
                          <a:ext uri="{FF2B5EF4-FFF2-40B4-BE49-F238E27FC236}">
                            <a16:creationId xmlns:a16="http://schemas.microsoft.com/office/drawing/2014/main" id="{F4C11138-55D9-2A8F-BB31-F22A0070483C}"/>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918" name="Group 14917">
                    <a:extLst>
                      <a:ext uri="{FF2B5EF4-FFF2-40B4-BE49-F238E27FC236}">
                        <a16:creationId xmlns:a16="http://schemas.microsoft.com/office/drawing/2014/main" id="{400C23E9-2E94-435F-68EC-4471ABDFA4DD}"/>
                      </a:ext>
                    </a:extLst>
                  </p:cNvPr>
                  <p:cNvGrpSpPr/>
                  <p:nvPr/>
                </p:nvGrpSpPr>
                <p:grpSpPr>
                  <a:xfrm>
                    <a:off x="5886431" y="3525040"/>
                    <a:ext cx="393192" cy="393192"/>
                    <a:chOff x="5265196" y="3932619"/>
                    <a:chExt cx="393192" cy="393192"/>
                  </a:xfrm>
                </p:grpSpPr>
                <p:grpSp>
                  <p:nvGrpSpPr>
                    <p:cNvPr id="14942" name="Group 14941">
                      <a:extLst>
                        <a:ext uri="{FF2B5EF4-FFF2-40B4-BE49-F238E27FC236}">
                          <a16:creationId xmlns:a16="http://schemas.microsoft.com/office/drawing/2014/main" id="{E5485EBC-B061-56C9-5D06-ACE6CFB9666F}"/>
                        </a:ext>
                      </a:extLst>
                    </p:cNvPr>
                    <p:cNvGrpSpPr/>
                    <p:nvPr/>
                  </p:nvGrpSpPr>
                  <p:grpSpPr>
                    <a:xfrm>
                      <a:off x="5354636" y="4022061"/>
                      <a:ext cx="214313" cy="214313"/>
                      <a:chOff x="5354637" y="3446463"/>
                      <a:chExt cx="214313" cy="214313"/>
                    </a:xfrm>
                  </p:grpSpPr>
                  <p:sp>
                    <p:nvSpPr>
                      <p:cNvPr id="14950" name="Arc 14949">
                        <a:extLst>
                          <a:ext uri="{FF2B5EF4-FFF2-40B4-BE49-F238E27FC236}">
                            <a16:creationId xmlns:a16="http://schemas.microsoft.com/office/drawing/2014/main" id="{E7AC6F4F-195A-6432-1F62-09A2A0AE361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951" name="Arc 14950">
                        <a:extLst>
                          <a:ext uri="{FF2B5EF4-FFF2-40B4-BE49-F238E27FC236}">
                            <a16:creationId xmlns:a16="http://schemas.microsoft.com/office/drawing/2014/main" id="{CEDD76DC-DF33-ADBD-F817-3C21377D13E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943" name="Group 14942">
                      <a:extLst>
                        <a:ext uri="{FF2B5EF4-FFF2-40B4-BE49-F238E27FC236}">
                          <a16:creationId xmlns:a16="http://schemas.microsoft.com/office/drawing/2014/main" id="{C38EAADD-C702-6BC9-246D-7C7D6C7AF884}"/>
                        </a:ext>
                      </a:extLst>
                    </p:cNvPr>
                    <p:cNvGrpSpPr/>
                    <p:nvPr/>
                  </p:nvGrpSpPr>
                  <p:grpSpPr>
                    <a:xfrm rot="14400000">
                      <a:off x="5310186" y="3977611"/>
                      <a:ext cx="303213" cy="303213"/>
                      <a:chOff x="5354637" y="3446463"/>
                      <a:chExt cx="214313" cy="214313"/>
                    </a:xfrm>
                  </p:grpSpPr>
                  <p:sp>
                    <p:nvSpPr>
                      <p:cNvPr id="14948" name="Arc 14947">
                        <a:extLst>
                          <a:ext uri="{FF2B5EF4-FFF2-40B4-BE49-F238E27FC236}">
                            <a16:creationId xmlns:a16="http://schemas.microsoft.com/office/drawing/2014/main" id="{E6B8FE1F-00B3-F908-DC3C-C6A08277B64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949" name="Arc 14948">
                        <a:extLst>
                          <a:ext uri="{FF2B5EF4-FFF2-40B4-BE49-F238E27FC236}">
                            <a16:creationId xmlns:a16="http://schemas.microsoft.com/office/drawing/2014/main" id="{BD592D53-2C1D-C2E9-1219-E0BE6888763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944" name="Group 14943">
                      <a:extLst>
                        <a:ext uri="{FF2B5EF4-FFF2-40B4-BE49-F238E27FC236}">
                          <a16:creationId xmlns:a16="http://schemas.microsoft.com/office/drawing/2014/main" id="{55BF15BD-E73F-D4BE-1EAF-8B4B7B8607E7}"/>
                        </a:ext>
                      </a:extLst>
                    </p:cNvPr>
                    <p:cNvGrpSpPr/>
                    <p:nvPr/>
                  </p:nvGrpSpPr>
                  <p:grpSpPr>
                    <a:xfrm rot="7200000">
                      <a:off x="5265196" y="3932619"/>
                      <a:ext cx="393192" cy="393192"/>
                      <a:chOff x="5354637" y="3446463"/>
                      <a:chExt cx="214313" cy="214313"/>
                    </a:xfrm>
                  </p:grpSpPr>
                  <p:sp>
                    <p:nvSpPr>
                      <p:cNvPr id="14946" name="Arc 14945">
                        <a:extLst>
                          <a:ext uri="{FF2B5EF4-FFF2-40B4-BE49-F238E27FC236}">
                            <a16:creationId xmlns:a16="http://schemas.microsoft.com/office/drawing/2014/main" id="{3DD42AC0-B43C-7A53-2E77-E0C9EA0510D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947" name="Arc 14946">
                        <a:extLst>
                          <a:ext uri="{FF2B5EF4-FFF2-40B4-BE49-F238E27FC236}">
                            <a16:creationId xmlns:a16="http://schemas.microsoft.com/office/drawing/2014/main" id="{89633401-8F51-8641-7E80-F74C5D50342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945" name="TextBox 14944">
                      <a:extLst>
                        <a:ext uri="{FF2B5EF4-FFF2-40B4-BE49-F238E27FC236}">
                          <a16:creationId xmlns:a16="http://schemas.microsoft.com/office/drawing/2014/main" id="{C9DFBCC3-E03B-09CD-2970-35058151B035}"/>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4919" name="Group 14918">
                    <a:extLst>
                      <a:ext uri="{FF2B5EF4-FFF2-40B4-BE49-F238E27FC236}">
                        <a16:creationId xmlns:a16="http://schemas.microsoft.com/office/drawing/2014/main" id="{F4B971B9-8F5D-4D9A-9F1F-6D565D62E7B8}"/>
                      </a:ext>
                    </a:extLst>
                  </p:cNvPr>
                  <p:cNvGrpSpPr/>
                  <p:nvPr/>
                </p:nvGrpSpPr>
                <p:grpSpPr>
                  <a:xfrm>
                    <a:off x="6512463" y="3525040"/>
                    <a:ext cx="393192" cy="393192"/>
                    <a:chOff x="6389147" y="3357021"/>
                    <a:chExt cx="393192" cy="393192"/>
                  </a:xfrm>
                </p:grpSpPr>
                <p:grpSp>
                  <p:nvGrpSpPr>
                    <p:cNvPr id="14931" name="Group 14930">
                      <a:extLst>
                        <a:ext uri="{FF2B5EF4-FFF2-40B4-BE49-F238E27FC236}">
                          <a16:creationId xmlns:a16="http://schemas.microsoft.com/office/drawing/2014/main" id="{36A827C6-DCC6-C186-B7DF-B2DCCC1873C2}"/>
                        </a:ext>
                      </a:extLst>
                    </p:cNvPr>
                    <p:cNvGrpSpPr/>
                    <p:nvPr/>
                  </p:nvGrpSpPr>
                  <p:grpSpPr>
                    <a:xfrm rot="7200000" flipH="1">
                      <a:off x="6389147" y="3357021"/>
                      <a:ext cx="393192" cy="393192"/>
                      <a:chOff x="5354637" y="3446463"/>
                      <a:chExt cx="214313" cy="214313"/>
                    </a:xfrm>
                  </p:grpSpPr>
                  <p:sp>
                    <p:nvSpPr>
                      <p:cNvPr id="14940" name="Arc 14939">
                        <a:extLst>
                          <a:ext uri="{FF2B5EF4-FFF2-40B4-BE49-F238E27FC236}">
                            <a16:creationId xmlns:a16="http://schemas.microsoft.com/office/drawing/2014/main" id="{CAE4DA57-62A0-CA01-0FFD-2C1A3960132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941" name="Arc 14940">
                        <a:extLst>
                          <a:ext uri="{FF2B5EF4-FFF2-40B4-BE49-F238E27FC236}">
                            <a16:creationId xmlns:a16="http://schemas.microsoft.com/office/drawing/2014/main" id="{453549C0-125B-68CB-A19E-01906BA060A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932" name="Group 14931">
                      <a:extLst>
                        <a:ext uri="{FF2B5EF4-FFF2-40B4-BE49-F238E27FC236}">
                          <a16:creationId xmlns:a16="http://schemas.microsoft.com/office/drawing/2014/main" id="{64E8C6D8-9A56-B99B-8C54-9272335C1569}"/>
                        </a:ext>
                      </a:extLst>
                    </p:cNvPr>
                    <p:cNvGrpSpPr/>
                    <p:nvPr/>
                  </p:nvGrpSpPr>
                  <p:grpSpPr>
                    <a:xfrm>
                      <a:off x="6434137" y="3402011"/>
                      <a:ext cx="303213" cy="303213"/>
                      <a:chOff x="6434137" y="3402011"/>
                      <a:chExt cx="303213" cy="303213"/>
                    </a:xfrm>
                  </p:grpSpPr>
                  <p:grpSp>
                    <p:nvGrpSpPr>
                      <p:cNvPr id="14933" name="Group 14932">
                        <a:extLst>
                          <a:ext uri="{FF2B5EF4-FFF2-40B4-BE49-F238E27FC236}">
                            <a16:creationId xmlns:a16="http://schemas.microsoft.com/office/drawing/2014/main" id="{9D20AB9D-852F-C198-6714-AE1AE1BB2BC9}"/>
                          </a:ext>
                        </a:extLst>
                      </p:cNvPr>
                      <p:cNvGrpSpPr/>
                      <p:nvPr/>
                    </p:nvGrpSpPr>
                    <p:grpSpPr>
                      <a:xfrm flipH="1">
                        <a:off x="6478587" y="3446461"/>
                        <a:ext cx="214313" cy="214313"/>
                        <a:chOff x="5354637" y="3446463"/>
                        <a:chExt cx="214313" cy="214313"/>
                      </a:xfrm>
                    </p:grpSpPr>
                    <p:sp>
                      <p:nvSpPr>
                        <p:cNvPr id="14938" name="Arc 14937">
                          <a:extLst>
                            <a:ext uri="{FF2B5EF4-FFF2-40B4-BE49-F238E27FC236}">
                              <a16:creationId xmlns:a16="http://schemas.microsoft.com/office/drawing/2014/main" id="{7B008A47-F9B1-C5E7-0F13-977E95CDB35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939" name="Arc 14938">
                          <a:extLst>
                            <a:ext uri="{FF2B5EF4-FFF2-40B4-BE49-F238E27FC236}">
                              <a16:creationId xmlns:a16="http://schemas.microsoft.com/office/drawing/2014/main" id="{8876367A-5485-2957-D7FF-E42FD95E699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934" name="Group 14933">
                        <a:extLst>
                          <a:ext uri="{FF2B5EF4-FFF2-40B4-BE49-F238E27FC236}">
                            <a16:creationId xmlns:a16="http://schemas.microsoft.com/office/drawing/2014/main" id="{EE90AE88-FDE5-F739-FBD8-B016A655F870}"/>
                          </a:ext>
                        </a:extLst>
                      </p:cNvPr>
                      <p:cNvGrpSpPr/>
                      <p:nvPr/>
                    </p:nvGrpSpPr>
                    <p:grpSpPr>
                      <a:xfrm rot="14400000" flipH="1">
                        <a:off x="6434137" y="3402011"/>
                        <a:ext cx="303213" cy="303213"/>
                        <a:chOff x="5354637" y="3446463"/>
                        <a:chExt cx="214313" cy="214313"/>
                      </a:xfrm>
                    </p:grpSpPr>
                    <p:sp>
                      <p:nvSpPr>
                        <p:cNvPr id="14936" name="Arc 14935">
                          <a:extLst>
                            <a:ext uri="{FF2B5EF4-FFF2-40B4-BE49-F238E27FC236}">
                              <a16:creationId xmlns:a16="http://schemas.microsoft.com/office/drawing/2014/main" id="{6B61F2B6-A460-8E0F-8F68-9CC8DB6A22A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937" name="Arc 14936">
                          <a:extLst>
                            <a:ext uri="{FF2B5EF4-FFF2-40B4-BE49-F238E27FC236}">
                              <a16:creationId xmlns:a16="http://schemas.microsoft.com/office/drawing/2014/main" id="{E37843CD-86A8-170E-2AA5-3D9191C306E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935" name="TextBox 14934">
                        <a:extLst>
                          <a:ext uri="{FF2B5EF4-FFF2-40B4-BE49-F238E27FC236}">
                            <a16:creationId xmlns:a16="http://schemas.microsoft.com/office/drawing/2014/main" id="{1AFAA6DB-17D4-24A2-E538-0318A636E788}"/>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920" name="Group 14919">
                    <a:extLst>
                      <a:ext uri="{FF2B5EF4-FFF2-40B4-BE49-F238E27FC236}">
                        <a16:creationId xmlns:a16="http://schemas.microsoft.com/office/drawing/2014/main" id="{807632E1-9776-7872-D9EF-8811A7D18BAF}"/>
                      </a:ext>
                    </a:extLst>
                  </p:cNvPr>
                  <p:cNvGrpSpPr/>
                  <p:nvPr/>
                </p:nvGrpSpPr>
                <p:grpSpPr>
                  <a:xfrm>
                    <a:off x="6197413" y="3225768"/>
                    <a:ext cx="393192" cy="393192"/>
                    <a:chOff x="6389147" y="3932622"/>
                    <a:chExt cx="393192" cy="393192"/>
                  </a:xfrm>
                </p:grpSpPr>
                <p:grpSp>
                  <p:nvGrpSpPr>
                    <p:cNvPr id="14921" name="Group 14920">
                      <a:extLst>
                        <a:ext uri="{FF2B5EF4-FFF2-40B4-BE49-F238E27FC236}">
                          <a16:creationId xmlns:a16="http://schemas.microsoft.com/office/drawing/2014/main" id="{C66114BE-42D6-09AD-E2A2-725D335F46E4}"/>
                        </a:ext>
                      </a:extLst>
                    </p:cNvPr>
                    <p:cNvGrpSpPr/>
                    <p:nvPr/>
                  </p:nvGrpSpPr>
                  <p:grpSpPr>
                    <a:xfrm flipH="1">
                      <a:off x="6478587" y="4022061"/>
                      <a:ext cx="214313" cy="214313"/>
                      <a:chOff x="5354637" y="3446463"/>
                      <a:chExt cx="214313" cy="214313"/>
                    </a:xfrm>
                  </p:grpSpPr>
                  <p:sp>
                    <p:nvSpPr>
                      <p:cNvPr id="14929" name="Arc 14928">
                        <a:extLst>
                          <a:ext uri="{FF2B5EF4-FFF2-40B4-BE49-F238E27FC236}">
                            <a16:creationId xmlns:a16="http://schemas.microsoft.com/office/drawing/2014/main" id="{D1412834-D76D-143D-E8DB-F39B92E3415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930" name="Arc 14929">
                        <a:extLst>
                          <a:ext uri="{FF2B5EF4-FFF2-40B4-BE49-F238E27FC236}">
                            <a16:creationId xmlns:a16="http://schemas.microsoft.com/office/drawing/2014/main" id="{14E19749-6B8A-6F9E-5CE5-61BD799F74F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922" name="Group 14921">
                      <a:extLst>
                        <a:ext uri="{FF2B5EF4-FFF2-40B4-BE49-F238E27FC236}">
                          <a16:creationId xmlns:a16="http://schemas.microsoft.com/office/drawing/2014/main" id="{74CF440B-C7ED-FED0-2F5C-E38DE41CB2B5}"/>
                        </a:ext>
                      </a:extLst>
                    </p:cNvPr>
                    <p:cNvGrpSpPr/>
                    <p:nvPr/>
                  </p:nvGrpSpPr>
                  <p:grpSpPr>
                    <a:xfrm rot="7200000" flipH="1">
                      <a:off x="6434137" y="3977611"/>
                      <a:ext cx="303213" cy="303213"/>
                      <a:chOff x="5354637" y="3446463"/>
                      <a:chExt cx="214313" cy="214313"/>
                    </a:xfrm>
                  </p:grpSpPr>
                  <p:sp>
                    <p:nvSpPr>
                      <p:cNvPr id="14927" name="Arc 14926">
                        <a:extLst>
                          <a:ext uri="{FF2B5EF4-FFF2-40B4-BE49-F238E27FC236}">
                            <a16:creationId xmlns:a16="http://schemas.microsoft.com/office/drawing/2014/main" id="{1FE6D309-D439-C9A4-46B0-266DC691B5E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928" name="Arc 14927">
                        <a:extLst>
                          <a:ext uri="{FF2B5EF4-FFF2-40B4-BE49-F238E27FC236}">
                            <a16:creationId xmlns:a16="http://schemas.microsoft.com/office/drawing/2014/main" id="{505AB733-312B-9C70-7F91-C29F766E8B7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923" name="Group 14922">
                      <a:extLst>
                        <a:ext uri="{FF2B5EF4-FFF2-40B4-BE49-F238E27FC236}">
                          <a16:creationId xmlns:a16="http://schemas.microsoft.com/office/drawing/2014/main" id="{7D452D9C-E674-91B0-8DE5-14EFCD20B42B}"/>
                        </a:ext>
                      </a:extLst>
                    </p:cNvPr>
                    <p:cNvGrpSpPr/>
                    <p:nvPr/>
                  </p:nvGrpSpPr>
                  <p:grpSpPr>
                    <a:xfrm rot="14400000" flipH="1">
                      <a:off x="6389147" y="3932622"/>
                      <a:ext cx="393192" cy="393192"/>
                      <a:chOff x="5354637" y="3446463"/>
                      <a:chExt cx="214313" cy="214313"/>
                    </a:xfrm>
                  </p:grpSpPr>
                  <p:sp>
                    <p:nvSpPr>
                      <p:cNvPr id="14925" name="Arc 14924">
                        <a:extLst>
                          <a:ext uri="{FF2B5EF4-FFF2-40B4-BE49-F238E27FC236}">
                            <a16:creationId xmlns:a16="http://schemas.microsoft.com/office/drawing/2014/main" id="{F3586869-FDD6-98CB-7166-0FEDEA79D93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926" name="Arc 14925">
                        <a:extLst>
                          <a:ext uri="{FF2B5EF4-FFF2-40B4-BE49-F238E27FC236}">
                            <a16:creationId xmlns:a16="http://schemas.microsoft.com/office/drawing/2014/main" id="{373330FB-3B61-324F-FC1D-3A4DB35746E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924" name="TextBox 14923">
                      <a:extLst>
                        <a:ext uri="{FF2B5EF4-FFF2-40B4-BE49-F238E27FC236}">
                          <a16:creationId xmlns:a16="http://schemas.microsoft.com/office/drawing/2014/main" id="{FD798151-4BAC-290E-107D-26D4D0831AA1}"/>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2239" name="Group 12238">
              <a:extLst>
                <a:ext uri="{FF2B5EF4-FFF2-40B4-BE49-F238E27FC236}">
                  <a16:creationId xmlns:a16="http://schemas.microsoft.com/office/drawing/2014/main" id="{915C61ED-50C0-E91A-961C-BDF233CCFB36}"/>
                </a:ext>
              </a:extLst>
            </p:cNvPr>
            <p:cNvGrpSpPr/>
            <p:nvPr/>
          </p:nvGrpSpPr>
          <p:grpSpPr>
            <a:xfrm>
              <a:off x="8413769" y="-762992"/>
              <a:ext cx="2263438" cy="2198360"/>
              <a:chOff x="5445106" y="2039507"/>
              <a:chExt cx="2263438" cy="2198360"/>
            </a:xfrm>
          </p:grpSpPr>
          <p:grpSp>
            <p:nvGrpSpPr>
              <p:cNvPr id="14723" name="Group 14722">
                <a:extLst>
                  <a:ext uri="{FF2B5EF4-FFF2-40B4-BE49-F238E27FC236}">
                    <a16:creationId xmlns:a16="http://schemas.microsoft.com/office/drawing/2014/main" id="{58098A03-0D6B-3B4F-0031-068B756C63A0}"/>
                  </a:ext>
                </a:extLst>
              </p:cNvPr>
              <p:cNvGrpSpPr/>
              <p:nvPr/>
            </p:nvGrpSpPr>
            <p:grpSpPr>
              <a:xfrm>
                <a:off x="5445106" y="2644743"/>
                <a:ext cx="1643204" cy="1593124"/>
                <a:chOff x="5445106" y="2644743"/>
                <a:chExt cx="1643204" cy="1593124"/>
              </a:xfrm>
            </p:grpSpPr>
            <p:grpSp>
              <p:nvGrpSpPr>
                <p:cNvPr id="14819" name="Group 14818">
                  <a:extLst>
                    <a:ext uri="{FF2B5EF4-FFF2-40B4-BE49-F238E27FC236}">
                      <a16:creationId xmlns:a16="http://schemas.microsoft.com/office/drawing/2014/main" id="{BE40C130-D8C5-A5EF-77AD-6FFA9A0F50D7}"/>
                    </a:ext>
                  </a:extLst>
                </p:cNvPr>
                <p:cNvGrpSpPr/>
                <p:nvPr/>
              </p:nvGrpSpPr>
              <p:grpSpPr>
                <a:xfrm>
                  <a:off x="5445106" y="2644743"/>
                  <a:ext cx="1019224" cy="991639"/>
                  <a:chOff x="5886431" y="3225768"/>
                  <a:chExt cx="1019224" cy="991639"/>
                </a:xfrm>
              </p:grpSpPr>
              <p:grpSp>
                <p:nvGrpSpPr>
                  <p:cNvPr id="14867" name="Group 14866">
                    <a:extLst>
                      <a:ext uri="{FF2B5EF4-FFF2-40B4-BE49-F238E27FC236}">
                        <a16:creationId xmlns:a16="http://schemas.microsoft.com/office/drawing/2014/main" id="{95ED2E70-2ADE-606D-5278-BA058876363F}"/>
                      </a:ext>
                    </a:extLst>
                  </p:cNvPr>
                  <p:cNvGrpSpPr/>
                  <p:nvPr/>
                </p:nvGrpSpPr>
                <p:grpSpPr>
                  <a:xfrm>
                    <a:off x="6197413" y="3824215"/>
                    <a:ext cx="393192" cy="393192"/>
                    <a:chOff x="5265196" y="3357021"/>
                    <a:chExt cx="393192" cy="393192"/>
                  </a:xfrm>
                </p:grpSpPr>
                <p:grpSp>
                  <p:nvGrpSpPr>
                    <p:cNvPr id="14902" name="Group 14901">
                      <a:extLst>
                        <a:ext uri="{FF2B5EF4-FFF2-40B4-BE49-F238E27FC236}">
                          <a16:creationId xmlns:a16="http://schemas.microsoft.com/office/drawing/2014/main" id="{6EEE12E6-E9A8-F154-7441-CD14D2723EDC}"/>
                        </a:ext>
                      </a:extLst>
                    </p:cNvPr>
                    <p:cNvGrpSpPr/>
                    <p:nvPr/>
                  </p:nvGrpSpPr>
                  <p:grpSpPr>
                    <a:xfrm rot="14400000">
                      <a:off x="5265196" y="3357021"/>
                      <a:ext cx="393192" cy="393192"/>
                      <a:chOff x="5354637" y="3446463"/>
                      <a:chExt cx="214313" cy="214313"/>
                    </a:xfrm>
                  </p:grpSpPr>
                  <p:sp>
                    <p:nvSpPr>
                      <p:cNvPr id="14911" name="Arc 14910">
                        <a:extLst>
                          <a:ext uri="{FF2B5EF4-FFF2-40B4-BE49-F238E27FC236}">
                            <a16:creationId xmlns:a16="http://schemas.microsoft.com/office/drawing/2014/main" id="{05914199-137D-1092-D85A-20528013F09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912" name="Arc 14911">
                        <a:extLst>
                          <a:ext uri="{FF2B5EF4-FFF2-40B4-BE49-F238E27FC236}">
                            <a16:creationId xmlns:a16="http://schemas.microsoft.com/office/drawing/2014/main" id="{C625E782-E827-3D0D-D74B-9AD185D950A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903" name="Group 14902">
                      <a:extLst>
                        <a:ext uri="{FF2B5EF4-FFF2-40B4-BE49-F238E27FC236}">
                          <a16:creationId xmlns:a16="http://schemas.microsoft.com/office/drawing/2014/main" id="{F4A6F5C8-0D53-0C56-1711-D2DD913D542C}"/>
                        </a:ext>
                      </a:extLst>
                    </p:cNvPr>
                    <p:cNvGrpSpPr/>
                    <p:nvPr/>
                  </p:nvGrpSpPr>
                  <p:grpSpPr>
                    <a:xfrm>
                      <a:off x="5310186" y="3402011"/>
                      <a:ext cx="303213" cy="303213"/>
                      <a:chOff x="5310186" y="3402011"/>
                      <a:chExt cx="303213" cy="303213"/>
                    </a:xfrm>
                  </p:grpSpPr>
                  <p:grpSp>
                    <p:nvGrpSpPr>
                      <p:cNvPr id="14904" name="Group 14903">
                        <a:extLst>
                          <a:ext uri="{FF2B5EF4-FFF2-40B4-BE49-F238E27FC236}">
                            <a16:creationId xmlns:a16="http://schemas.microsoft.com/office/drawing/2014/main" id="{227377B7-DD9C-4E64-C864-00270914ADA8}"/>
                          </a:ext>
                        </a:extLst>
                      </p:cNvPr>
                      <p:cNvGrpSpPr/>
                      <p:nvPr/>
                    </p:nvGrpSpPr>
                    <p:grpSpPr>
                      <a:xfrm>
                        <a:off x="5354636" y="3446461"/>
                        <a:ext cx="214313" cy="214313"/>
                        <a:chOff x="5354637" y="3446463"/>
                        <a:chExt cx="214313" cy="214313"/>
                      </a:xfrm>
                    </p:grpSpPr>
                    <p:sp>
                      <p:nvSpPr>
                        <p:cNvPr id="14909" name="Arc 14908">
                          <a:extLst>
                            <a:ext uri="{FF2B5EF4-FFF2-40B4-BE49-F238E27FC236}">
                              <a16:creationId xmlns:a16="http://schemas.microsoft.com/office/drawing/2014/main" id="{D10F20A1-037C-7D55-2CD0-0CD2301D41F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910" name="Arc 14909">
                          <a:extLst>
                            <a:ext uri="{FF2B5EF4-FFF2-40B4-BE49-F238E27FC236}">
                              <a16:creationId xmlns:a16="http://schemas.microsoft.com/office/drawing/2014/main" id="{986C0233-9A2B-2CC7-9E34-13F4FBFA0F6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905" name="Group 14904">
                        <a:extLst>
                          <a:ext uri="{FF2B5EF4-FFF2-40B4-BE49-F238E27FC236}">
                            <a16:creationId xmlns:a16="http://schemas.microsoft.com/office/drawing/2014/main" id="{30B68D89-26CD-ABAB-D2F1-D64B6FCCCB81}"/>
                          </a:ext>
                        </a:extLst>
                      </p:cNvPr>
                      <p:cNvGrpSpPr/>
                      <p:nvPr/>
                    </p:nvGrpSpPr>
                    <p:grpSpPr>
                      <a:xfrm rot="7200000">
                        <a:off x="5310186" y="3402011"/>
                        <a:ext cx="303213" cy="303213"/>
                        <a:chOff x="5354637" y="3446463"/>
                        <a:chExt cx="214313" cy="214313"/>
                      </a:xfrm>
                    </p:grpSpPr>
                    <p:sp>
                      <p:nvSpPr>
                        <p:cNvPr id="14907" name="Arc 14906">
                          <a:extLst>
                            <a:ext uri="{FF2B5EF4-FFF2-40B4-BE49-F238E27FC236}">
                              <a16:creationId xmlns:a16="http://schemas.microsoft.com/office/drawing/2014/main" id="{28FA7613-2E89-8316-EDDE-AF7B964A866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908" name="Arc 14907">
                          <a:extLst>
                            <a:ext uri="{FF2B5EF4-FFF2-40B4-BE49-F238E27FC236}">
                              <a16:creationId xmlns:a16="http://schemas.microsoft.com/office/drawing/2014/main" id="{4B5FBBDF-2162-926B-BDED-694FB3C5EBB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906" name="TextBox 14905">
                        <a:extLst>
                          <a:ext uri="{FF2B5EF4-FFF2-40B4-BE49-F238E27FC236}">
                            <a16:creationId xmlns:a16="http://schemas.microsoft.com/office/drawing/2014/main" id="{8291F19A-8905-FD28-D3E2-7FB5A4CA7F2A}"/>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868" name="Group 14867">
                    <a:extLst>
                      <a:ext uri="{FF2B5EF4-FFF2-40B4-BE49-F238E27FC236}">
                        <a16:creationId xmlns:a16="http://schemas.microsoft.com/office/drawing/2014/main" id="{AF963D4D-720A-1730-44EF-2A65D7DD01EE}"/>
                      </a:ext>
                    </a:extLst>
                  </p:cNvPr>
                  <p:cNvGrpSpPr/>
                  <p:nvPr/>
                </p:nvGrpSpPr>
                <p:grpSpPr>
                  <a:xfrm>
                    <a:off x="5886431" y="3525040"/>
                    <a:ext cx="393192" cy="393192"/>
                    <a:chOff x="5265196" y="3932619"/>
                    <a:chExt cx="393192" cy="393192"/>
                  </a:xfrm>
                </p:grpSpPr>
                <p:grpSp>
                  <p:nvGrpSpPr>
                    <p:cNvPr id="14892" name="Group 14891">
                      <a:extLst>
                        <a:ext uri="{FF2B5EF4-FFF2-40B4-BE49-F238E27FC236}">
                          <a16:creationId xmlns:a16="http://schemas.microsoft.com/office/drawing/2014/main" id="{92BC35EF-D26C-067D-CD3D-C1DF0B779F5D}"/>
                        </a:ext>
                      </a:extLst>
                    </p:cNvPr>
                    <p:cNvGrpSpPr/>
                    <p:nvPr/>
                  </p:nvGrpSpPr>
                  <p:grpSpPr>
                    <a:xfrm>
                      <a:off x="5354636" y="4022061"/>
                      <a:ext cx="214313" cy="214313"/>
                      <a:chOff x="5354637" y="3446463"/>
                      <a:chExt cx="214313" cy="214313"/>
                    </a:xfrm>
                  </p:grpSpPr>
                  <p:sp>
                    <p:nvSpPr>
                      <p:cNvPr id="14900" name="Arc 14899">
                        <a:extLst>
                          <a:ext uri="{FF2B5EF4-FFF2-40B4-BE49-F238E27FC236}">
                            <a16:creationId xmlns:a16="http://schemas.microsoft.com/office/drawing/2014/main" id="{26032FFD-F1A9-8805-2C40-5D0B1C7D541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901" name="Arc 14900">
                        <a:extLst>
                          <a:ext uri="{FF2B5EF4-FFF2-40B4-BE49-F238E27FC236}">
                            <a16:creationId xmlns:a16="http://schemas.microsoft.com/office/drawing/2014/main" id="{1AB763BA-F2A1-202B-EE66-4058BBACA48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893" name="Group 14892">
                      <a:extLst>
                        <a:ext uri="{FF2B5EF4-FFF2-40B4-BE49-F238E27FC236}">
                          <a16:creationId xmlns:a16="http://schemas.microsoft.com/office/drawing/2014/main" id="{6A37CE78-5C25-BF48-7EDA-4DBCFBC027A9}"/>
                        </a:ext>
                      </a:extLst>
                    </p:cNvPr>
                    <p:cNvGrpSpPr/>
                    <p:nvPr/>
                  </p:nvGrpSpPr>
                  <p:grpSpPr>
                    <a:xfrm rot="14400000">
                      <a:off x="5310186" y="3977611"/>
                      <a:ext cx="303213" cy="303213"/>
                      <a:chOff x="5354637" y="3446463"/>
                      <a:chExt cx="214313" cy="214313"/>
                    </a:xfrm>
                  </p:grpSpPr>
                  <p:sp>
                    <p:nvSpPr>
                      <p:cNvPr id="14898" name="Arc 14897">
                        <a:extLst>
                          <a:ext uri="{FF2B5EF4-FFF2-40B4-BE49-F238E27FC236}">
                            <a16:creationId xmlns:a16="http://schemas.microsoft.com/office/drawing/2014/main" id="{82A087E7-C11C-8F09-FFF4-50FE7DC6425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899" name="Arc 14898">
                        <a:extLst>
                          <a:ext uri="{FF2B5EF4-FFF2-40B4-BE49-F238E27FC236}">
                            <a16:creationId xmlns:a16="http://schemas.microsoft.com/office/drawing/2014/main" id="{0FF5C823-ACD0-BCCB-AFEB-C771D43E1B5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894" name="Group 14893">
                      <a:extLst>
                        <a:ext uri="{FF2B5EF4-FFF2-40B4-BE49-F238E27FC236}">
                          <a16:creationId xmlns:a16="http://schemas.microsoft.com/office/drawing/2014/main" id="{C8A90627-0B05-C46C-CCBF-E47C24C8F4E8}"/>
                        </a:ext>
                      </a:extLst>
                    </p:cNvPr>
                    <p:cNvGrpSpPr/>
                    <p:nvPr/>
                  </p:nvGrpSpPr>
                  <p:grpSpPr>
                    <a:xfrm rot="7200000">
                      <a:off x="5265196" y="3932619"/>
                      <a:ext cx="393192" cy="393192"/>
                      <a:chOff x="5354637" y="3446463"/>
                      <a:chExt cx="214313" cy="214313"/>
                    </a:xfrm>
                  </p:grpSpPr>
                  <p:sp>
                    <p:nvSpPr>
                      <p:cNvPr id="14896" name="Arc 14895">
                        <a:extLst>
                          <a:ext uri="{FF2B5EF4-FFF2-40B4-BE49-F238E27FC236}">
                            <a16:creationId xmlns:a16="http://schemas.microsoft.com/office/drawing/2014/main" id="{DCB1D495-D584-8386-9C20-93AF85FFA9E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897" name="Arc 14896">
                        <a:extLst>
                          <a:ext uri="{FF2B5EF4-FFF2-40B4-BE49-F238E27FC236}">
                            <a16:creationId xmlns:a16="http://schemas.microsoft.com/office/drawing/2014/main" id="{F5495597-1FDD-3413-A505-A139DCBCC4D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895" name="TextBox 14894">
                      <a:extLst>
                        <a:ext uri="{FF2B5EF4-FFF2-40B4-BE49-F238E27FC236}">
                          <a16:creationId xmlns:a16="http://schemas.microsoft.com/office/drawing/2014/main" id="{9A131A73-D6D6-D895-E4E4-4DC1E05C1BEE}"/>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4869" name="Group 14868">
                    <a:extLst>
                      <a:ext uri="{FF2B5EF4-FFF2-40B4-BE49-F238E27FC236}">
                        <a16:creationId xmlns:a16="http://schemas.microsoft.com/office/drawing/2014/main" id="{E5FAC83F-D11E-68FE-98E0-7A853A26F41A}"/>
                      </a:ext>
                    </a:extLst>
                  </p:cNvPr>
                  <p:cNvGrpSpPr/>
                  <p:nvPr/>
                </p:nvGrpSpPr>
                <p:grpSpPr>
                  <a:xfrm>
                    <a:off x="6512463" y="3525040"/>
                    <a:ext cx="393192" cy="393192"/>
                    <a:chOff x="6389147" y="3357021"/>
                    <a:chExt cx="393192" cy="393192"/>
                  </a:xfrm>
                </p:grpSpPr>
                <p:grpSp>
                  <p:nvGrpSpPr>
                    <p:cNvPr id="14881" name="Group 14880">
                      <a:extLst>
                        <a:ext uri="{FF2B5EF4-FFF2-40B4-BE49-F238E27FC236}">
                          <a16:creationId xmlns:a16="http://schemas.microsoft.com/office/drawing/2014/main" id="{7DB631EB-C9A5-9A7D-D253-9F20DC80149B}"/>
                        </a:ext>
                      </a:extLst>
                    </p:cNvPr>
                    <p:cNvGrpSpPr/>
                    <p:nvPr/>
                  </p:nvGrpSpPr>
                  <p:grpSpPr>
                    <a:xfrm rot="7200000" flipH="1">
                      <a:off x="6389147" y="3357021"/>
                      <a:ext cx="393192" cy="393192"/>
                      <a:chOff x="5354637" y="3446463"/>
                      <a:chExt cx="214313" cy="214313"/>
                    </a:xfrm>
                  </p:grpSpPr>
                  <p:sp>
                    <p:nvSpPr>
                      <p:cNvPr id="14890" name="Arc 14889">
                        <a:extLst>
                          <a:ext uri="{FF2B5EF4-FFF2-40B4-BE49-F238E27FC236}">
                            <a16:creationId xmlns:a16="http://schemas.microsoft.com/office/drawing/2014/main" id="{21383A7F-4B9B-2232-185E-417710CB437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891" name="Arc 14890">
                        <a:extLst>
                          <a:ext uri="{FF2B5EF4-FFF2-40B4-BE49-F238E27FC236}">
                            <a16:creationId xmlns:a16="http://schemas.microsoft.com/office/drawing/2014/main" id="{67605ADB-5766-E048-BAEE-D3EA81E389F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882" name="Group 14881">
                      <a:extLst>
                        <a:ext uri="{FF2B5EF4-FFF2-40B4-BE49-F238E27FC236}">
                          <a16:creationId xmlns:a16="http://schemas.microsoft.com/office/drawing/2014/main" id="{8C7A2C8A-ECCA-EEF9-D63E-233800864086}"/>
                        </a:ext>
                      </a:extLst>
                    </p:cNvPr>
                    <p:cNvGrpSpPr/>
                    <p:nvPr/>
                  </p:nvGrpSpPr>
                  <p:grpSpPr>
                    <a:xfrm>
                      <a:off x="6434137" y="3402011"/>
                      <a:ext cx="303213" cy="303213"/>
                      <a:chOff x="6434137" y="3402011"/>
                      <a:chExt cx="303213" cy="303213"/>
                    </a:xfrm>
                  </p:grpSpPr>
                  <p:grpSp>
                    <p:nvGrpSpPr>
                      <p:cNvPr id="14883" name="Group 14882">
                        <a:extLst>
                          <a:ext uri="{FF2B5EF4-FFF2-40B4-BE49-F238E27FC236}">
                            <a16:creationId xmlns:a16="http://schemas.microsoft.com/office/drawing/2014/main" id="{1C59FCE5-2DBD-5359-429A-2BC6A7E2284E}"/>
                          </a:ext>
                        </a:extLst>
                      </p:cNvPr>
                      <p:cNvGrpSpPr/>
                      <p:nvPr/>
                    </p:nvGrpSpPr>
                    <p:grpSpPr>
                      <a:xfrm flipH="1">
                        <a:off x="6478587" y="3446461"/>
                        <a:ext cx="214313" cy="214313"/>
                        <a:chOff x="5354637" y="3446463"/>
                        <a:chExt cx="214313" cy="214313"/>
                      </a:xfrm>
                    </p:grpSpPr>
                    <p:sp>
                      <p:nvSpPr>
                        <p:cNvPr id="14888" name="Arc 14887">
                          <a:extLst>
                            <a:ext uri="{FF2B5EF4-FFF2-40B4-BE49-F238E27FC236}">
                              <a16:creationId xmlns:a16="http://schemas.microsoft.com/office/drawing/2014/main" id="{7CA72E48-9EB8-0210-9C2B-9E379B74074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889" name="Arc 14888">
                          <a:extLst>
                            <a:ext uri="{FF2B5EF4-FFF2-40B4-BE49-F238E27FC236}">
                              <a16:creationId xmlns:a16="http://schemas.microsoft.com/office/drawing/2014/main" id="{7044EEFD-3A30-AF40-6949-A74F55A1278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884" name="Group 14883">
                        <a:extLst>
                          <a:ext uri="{FF2B5EF4-FFF2-40B4-BE49-F238E27FC236}">
                            <a16:creationId xmlns:a16="http://schemas.microsoft.com/office/drawing/2014/main" id="{D8EA15EE-6DBB-D330-9279-FC4BA4B068FC}"/>
                          </a:ext>
                        </a:extLst>
                      </p:cNvPr>
                      <p:cNvGrpSpPr/>
                      <p:nvPr/>
                    </p:nvGrpSpPr>
                    <p:grpSpPr>
                      <a:xfrm rot="14400000" flipH="1">
                        <a:off x="6434137" y="3402011"/>
                        <a:ext cx="303213" cy="303213"/>
                        <a:chOff x="5354637" y="3446463"/>
                        <a:chExt cx="214313" cy="214313"/>
                      </a:xfrm>
                    </p:grpSpPr>
                    <p:sp>
                      <p:nvSpPr>
                        <p:cNvPr id="14886" name="Arc 14885">
                          <a:extLst>
                            <a:ext uri="{FF2B5EF4-FFF2-40B4-BE49-F238E27FC236}">
                              <a16:creationId xmlns:a16="http://schemas.microsoft.com/office/drawing/2014/main" id="{57ACA68C-FA2C-ECCA-CD6E-2D3BB669CA6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887" name="Arc 14886">
                          <a:extLst>
                            <a:ext uri="{FF2B5EF4-FFF2-40B4-BE49-F238E27FC236}">
                              <a16:creationId xmlns:a16="http://schemas.microsoft.com/office/drawing/2014/main" id="{465C1BB4-7CC8-E568-B3F7-761179761C5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885" name="TextBox 14884">
                        <a:extLst>
                          <a:ext uri="{FF2B5EF4-FFF2-40B4-BE49-F238E27FC236}">
                            <a16:creationId xmlns:a16="http://schemas.microsoft.com/office/drawing/2014/main" id="{7A1B0856-937A-AE7D-576A-AAA31EE65BA3}"/>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870" name="Group 14869">
                    <a:extLst>
                      <a:ext uri="{FF2B5EF4-FFF2-40B4-BE49-F238E27FC236}">
                        <a16:creationId xmlns:a16="http://schemas.microsoft.com/office/drawing/2014/main" id="{9E426FF7-33B4-5B04-68BE-AAB17811A298}"/>
                      </a:ext>
                    </a:extLst>
                  </p:cNvPr>
                  <p:cNvGrpSpPr/>
                  <p:nvPr/>
                </p:nvGrpSpPr>
                <p:grpSpPr>
                  <a:xfrm>
                    <a:off x="6197413" y="3225768"/>
                    <a:ext cx="393192" cy="393192"/>
                    <a:chOff x="6389147" y="3932622"/>
                    <a:chExt cx="393192" cy="393192"/>
                  </a:xfrm>
                </p:grpSpPr>
                <p:grpSp>
                  <p:nvGrpSpPr>
                    <p:cNvPr id="14871" name="Group 14870">
                      <a:extLst>
                        <a:ext uri="{FF2B5EF4-FFF2-40B4-BE49-F238E27FC236}">
                          <a16:creationId xmlns:a16="http://schemas.microsoft.com/office/drawing/2014/main" id="{50BB8352-1C93-8F87-15FD-F1E6037C37E9}"/>
                        </a:ext>
                      </a:extLst>
                    </p:cNvPr>
                    <p:cNvGrpSpPr/>
                    <p:nvPr/>
                  </p:nvGrpSpPr>
                  <p:grpSpPr>
                    <a:xfrm flipH="1">
                      <a:off x="6478587" y="4022061"/>
                      <a:ext cx="214313" cy="214313"/>
                      <a:chOff x="5354637" y="3446463"/>
                      <a:chExt cx="214313" cy="214313"/>
                    </a:xfrm>
                  </p:grpSpPr>
                  <p:sp>
                    <p:nvSpPr>
                      <p:cNvPr id="14879" name="Arc 14878">
                        <a:extLst>
                          <a:ext uri="{FF2B5EF4-FFF2-40B4-BE49-F238E27FC236}">
                            <a16:creationId xmlns:a16="http://schemas.microsoft.com/office/drawing/2014/main" id="{80D44FEF-C7DF-EA5B-7EF8-5898D856E77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880" name="Arc 14879">
                        <a:extLst>
                          <a:ext uri="{FF2B5EF4-FFF2-40B4-BE49-F238E27FC236}">
                            <a16:creationId xmlns:a16="http://schemas.microsoft.com/office/drawing/2014/main" id="{7542B034-3071-92F6-297A-0815B7FEEDA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872" name="Group 14871">
                      <a:extLst>
                        <a:ext uri="{FF2B5EF4-FFF2-40B4-BE49-F238E27FC236}">
                          <a16:creationId xmlns:a16="http://schemas.microsoft.com/office/drawing/2014/main" id="{FD5D2CE0-7BCE-E01A-EED9-EABBF2B6245A}"/>
                        </a:ext>
                      </a:extLst>
                    </p:cNvPr>
                    <p:cNvGrpSpPr/>
                    <p:nvPr/>
                  </p:nvGrpSpPr>
                  <p:grpSpPr>
                    <a:xfrm rot="7200000" flipH="1">
                      <a:off x="6434137" y="3977611"/>
                      <a:ext cx="303213" cy="303213"/>
                      <a:chOff x="5354637" y="3446463"/>
                      <a:chExt cx="214313" cy="214313"/>
                    </a:xfrm>
                  </p:grpSpPr>
                  <p:sp>
                    <p:nvSpPr>
                      <p:cNvPr id="14877" name="Arc 14876">
                        <a:extLst>
                          <a:ext uri="{FF2B5EF4-FFF2-40B4-BE49-F238E27FC236}">
                            <a16:creationId xmlns:a16="http://schemas.microsoft.com/office/drawing/2014/main" id="{1796D834-69DA-969F-5BF6-28FA7939814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878" name="Arc 14877">
                        <a:extLst>
                          <a:ext uri="{FF2B5EF4-FFF2-40B4-BE49-F238E27FC236}">
                            <a16:creationId xmlns:a16="http://schemas.microsoft.com/office/drawing/2014/main" id="{5F72E9C6-8D53-1CC9-13DB-08FAEB0CA9D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873" name="Group 14872">
                      <a:extLst>
                        <a:ext uri="{FF2B5EF4-FFF2-40B4-BE49-F238E27FC236}">
                          <a16:creationId xmlns:a16="http://schemas.microsoft.com/office/drawing/2014/main" id="{40C8573F-0785-41C4-1AF9-F3384BEDB414}"/>
                        </a:ext>
                      </a:extLst>
                    </p:cNvPr>
                    <p:cNvGrpSpPr/>
                    <p:nvPr/>
                  </p:nvGrpSpPr>
                  <p:grpSpPr>
                    <a:xfrm rot="14400000" flipH="1">
                      <a:off x="6389147" y="3932622"/>
                      <a:ext cx="393192" cy="393192"/>
                      <a:chOff x="5354637" y="3446463"/>
                      <a:chExt cx="214313" cy="214313"/>
                    </a:xfrm>
                  </p:grpSpPr>
                  <p:sp>
                    <p:nvSpPr>
                      <p:cNvPr id="14875" name="Arc 14874">
                        <a:extLst>
                          <a:ext uri="{FF2B5EF4-FFF2-40B4-BE49-F238E27FC236}">
                            <a16:creationId xmlns:a16="http://schemas.microsoft.com/office/drawing/2014/main" id="{E9F217B2-8A5C-7608-A824-DA52277291A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876" name="Arc 14875">
                        <a:extLst>
                          <a:ext uri="{FF2B5EF4-FFF2-40B4-BE49-F238E27FC236}">
                            <a16:creationId xmlns:a16="http://schemas.microsoft.com/office/drawing/2014/main" id="{DFF0153D-9AD9-B39C-4EC9-2768D7F34D9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874" name="TextBox 14873">
                      <a:extLst>
                        <a:ext uri="{FF2B5EF4-FFF2-40B4-BE49-F238E27FC236}">
                          <a16:creationId xmlns:a16="http://schemas.microsoft.com/office/drawing/2014/main" id="{4BE20D09-B295-2ABC-92DB-F47C4382766A}"/>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820" name="Group 14819">
                  <a:extLst>
                    <a:ext uri="{FF2B5EF4-FFF2-40B4-BE49-F238E27FC236}">
                      <a16:creationId xmlns:a16="http://schemas.microsoft.com/office/drawing/2014/main" id="{08AAD2A8-C18E-54B9-7549-22275B73372B}"/>
                    </a:ext>
                  </a:extLst>
                </p:cNvPr>
                <p:cNvGrpSpPr/>
                <p:nvPr/>
              </p:nvGrpSpPr>
              <p:grpSpPr>
                <a:xfrm>
                  <a:off x="6069086" y="3246228"/>
                  <a:ext cx="1019224" cy="991639"/>
                  <a:chOff x="5886431" y="3225768"/>
                  <a:chExt cx="1019224" cy="991639"/>
                </a:xfrm>
              </p:grpSpPr>
              <p:grpSp>
                <p:nvGrpSpPr>
                  <p:cNvPr id="14821" name="Group 14820">
                    <a:extLst>
                      <a:ext uri="{FF2B5EF4-FFF2-40B4-BE49-F238E27FC236}">
                        <a16:creationId xmlns:a16="http://schemas.microsoft.com/office/drawing/2014/main" id="{A7A0D3F8-62C7-A67B-0D3F-D0974348F79F}"/>
                      </a:ext>
                    </a:extLst>
                  </p:cNvPr>
                  <p:cNvGrpSpPr/>
                  <p:nvPr/>
                </p:nvGrpSpPr>
                <p:grpSpPr>
                  <a:xfrm>
                    <a:off x="6197413" y="3824215"/>
                    <a:ext cx="393192" cy="393192"/>
                    <a:chOff x="5265196" y="3357021"/>
                    <a:chExt cx="393192" cy="393192"/>
                  </a:xfrm>
                </p:grpSpPr>
                <p:grpSp>
                  <p:nvGrpSpPr>
                    <p:cNvPr id="14856" name="Group 14855">
                      <a:extLst>
                        <a:ext uri="{FF2B5EF4-FFF2-40B4-BE49-F238E27FC236}">
                          <a16:creationId xmlns:a16="http://schemas.microsoft.com/office/drawing/2014/main" id="{DB8F6E8C-EA40-6ACB-C8E7-1681B25E0785}"/>
                        </a:ext>
                      </a:extLst>
                    </p:cNvPr>
                    <p:cNvGrpSpPr/>
                    <p:nvPr/>
                  </p:nvGrpSpPr>
                  <p:grpSpPr>
                    <a:xfrm rot="14400000">
                      <a:off x="5265196" y="3357021"/>
                      <a:ext cx="393192" cy="393192"/>
                      <a:chOff x="5354637" y="3446463"/>
                      <a:chExt cx="214313" cy="214313"/>
                    </a:xfrm>
                  </p:grpSpPr>
                  <p:sp>
                    <p:nvSpPr>
                      <p:cNvPr id="14865" name="Arc 14864">
                        <a:extLst>
                          <a:ext uri="{FF2B5EF4-FFF2-40B4-BE49-F238E27FC236}">
                            <a16:creationId xmlns:a16="http://schemas.microsoft.com/office/drawing/2014/main" id="{E8A91700-6051-816D-9D84-51509B9A0D6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866" name="Arc 14865">
                        <a:extLst>
                          <a:ext uri="{FF2B5EF4-FFF2-40B4-BE49-F238E27FC236}">
                            <a16:creationId xmlns:a16="http://schemas.microsoft.com/office/drawing/2014/main" id="{4773883B-243F-04D6-5E17-12A91B38A50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857" name="Group 14856">
                      <a:extLst>
                        <a:ext uri="{FF2B5EF4-FFF2-40B4-BE49-F238E27FC236}">
                          <a16:creationId xmlns:a16="http://schemas.microsoft.com/office/drawing/2014/main" id="{686882C0-DCB0-48D2-4377-1A9B80AA7843}"/>
                        </a:ext>
                      </a:extLst>
                    </p:cNvPr>
                    <p:cNvGrpSpPr/>
                    <p:nvPr/>
                  </p:nvGrpSpPr>
                  <p:grpSpPr>
                    <a:xfrm>
                      <a:off x="5310186" y="3402011"/>
                      <a:ext cx="303213" cy="303213"/>
                      <a:chOff x="5310186" y="3402011"/>
                      <a:chExt cx="303213" cy="303213"/>
                    </a:xfrm>
                  </p:grpSpPr>
                  <p:grpSp>
                    <p:nvGrpSpPr>
                      <p:cNvPr id="14858" name="Group 14857">
                        <a:extLst>
                          <a:ext uri="{FF2B5EF4-FFF2-40B4-BE49-F238E27FC236}">
                            <a16:creationId xmlns:a16="http://schemas.microsoft.com/office/drawing/2014/main" id="{4A683204-756B-66D9-4353-A80AFE0462EC}"/>
                          </a:ext>
                        </a:extLst>
                      </p:cNvPr>
                      <p:cNvGrpSpPr/>
                      <p:nvPr/>
                    </p:nvGrpSpPr>
                    <p:grpSpPr>
                      <a:xfrm>
                        <a:off x="5354636" y="3446461"/>
                        <a:ext cx="214313" cy="214313"/>
                        <a:chOff x="5354637" y="3446463"/>
                        <a:chExt cx="214313" cy="214313"/>
                      </a:xfrm>
                    </p:grpSpPr>
                    <p:sp>
                      <p:nvSpPr>
                        <p:cNvPr id="14863" name="Arc 14862">
                          <a:extLst>
                            <a:ext uri="{FF2B5EF4-FFF2-40B4-BE49-F238E27FC236}">
                              <a16:creationId xmlns:a16="http://schemas.microsoft.com/office/drawing/2014/main" id="{7D1F5FBB-EC80-2EF6-8047-BF2A5141BFA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864" name="Arc 14863">
                          <a:extLst>
                            <a:ext uri="{FF2B5EF4-FFF2-40B4-BE49-F238E27FC236}">
                              <a16:creationId xmlns:a16="http://schemas.microsoft.com/office/drawing/2014/main" id="{763EFB3F-5B1E-0FBA-43B5-95C0B5C551B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859" name="Group 14858">
                        <a:extLst>
                          <a:ext uri="{FF2B5EF4-FFF2-40B4-BE49-F238E27FC236}">
                            <a16:creationId xmlns:a16="http://schemas.microsoft.com/office/drawing/2014/main" id="{7E8C22F0-A5D4-1C59-58B8-422D7DA064DC}"/>
                          </a:ext>
                        </a:extLst>
                      </p:cNvPr>
                      <p:cNvGrpSpPr/>
                      <p:nvPr/>
                    </p:nvGrpSpPr>
                    <p:grpSpPr>
                      <a:xfrm rot="7200000">
                        <a:off x="5310186" y="3402011"/>
                        <a:ext cx="303213" cy="303213"/>
                        <a:chOff x="5354637" y="3446463"/>
                        <a:chExt cx="214313" cy="214313"/>
                      </a:xfrm>
                    </p:grpSpPr>
                    <p:sp>
                      <p:nvSpPr>
                        <p:cNvPr id="14861" name="Arc 14860">
                          <a:extLst>
                            <a:ext uri="{FF2B5EF4-FFF2-40B4-BE49-F238E27FC236}">
                              <a16:creationId xmlns:a16="http://schemas.microsoft.com/office/drawing/2014/main" id="{FD860683-B38E-7648-70D0-6C66E691584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862" name="Arc 14861">
                          <a:extLst>
                            <a:ext uri="{FF2B5EF4-FFF2-40B4-BE49-F238E27FC236}">
                              <a16:creationId xmlns:a16="http://schemas.microsoft.com/office/drawing/2014/main" id="{3708D861-915A-4828-89C4-43294C082B2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860" name="TextBox 14859">
                        <a:extLst>
                          <a:ext uri="{FF2B5EF4-FFF2-40B4-BE49-F238E27FC236}">
                            <a16:creationId xmlns:a16="http://schemas.microsoft.com/office/drawing/2014/main" id="{48DFBFB4-7857-EEE1-63F5-B8EC094E4D83}"/>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822" name="Group 14821">
                    <a:extLst>
                      <a:ext uri="{FF2B5EF4-FFF2-40B4-BE49-F238E27FC236}">
                        <a16:creationId xmlns:a16="http://schemas.microsoft.com/office/drawing/2014/main" id="{8CD31B4B-3943-5897-D201-D253B435F363}"/>
                      </a:ext>
                    </a:extLst>
                  </p:cNvPr>
                  <p:cNvGrpSpPr/>
                  <p:nvPr/>
                </p:nvGrpSpPr>
                <p:grpSpPr>
                  <a:xfrm>
                    <a:off x="5886431" y="3525040"/>
                    <a:ext cx="393192" cy="393192"/>
                    <a:chOff x="5265196" y="3932619"/>
                    <a:chExt cx="393192" cy="393192"/>
                  </a:xfrm>
                </p:grpSpPr>
                <p:grpSp>
                  <p:nvGrpSpPr>
                    <p:cNvPr id="14846" name="Group 14845">
                      <a:extLst>
                        <a:ext uri="{FF2B5EF4-FFF2-40B4-BE49-F238E27FC236}">
                          <a16:creationId xmlns:a16="http://schemas.microsoft.com/office/drawing/2014/main" id="{6152BB7D-E5B8-882B-BCB0-6E8362F8B6D5}"/>
                        </a:ext>
                      </a:extLst>
                    </p:cNvPr>
                    <p:cNvGrpSpPr/>
                    <p:nvPr/>
                  </p:nvGrpSpPr>
                  <p:grpSpPr>
                    <a:xfrm>
                      <a:off x="5354636" y="4022061"/>
                      <a:ext cx="214313" cy="214313"/>
                      <a:chOff x="5354637" y="3446463"/>
                      <a:chExt cx="214313" cy="214313"/>
                    </a:xfrm>
                  </p:grpSpPr>
                  <p:sp>
                    <p:nvSpPr>
                      <p:cNvPr id="14854" name="Arc 14853">
                        <a:extLst>
                          <a:ext uri="{FF2B5EF4-FFF2-40B4-BE49-F238E27FC236}">
                            <a16:creationId xmlns:a16="http://schemas.microsoft.com/office/drawing/2014/main" id="{4D05DE99-A5F4-A6A4-8FEB-B21234B1953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855" name="Arc 14854">
                        <a:extLst>
                          <a:ext uri="{FF2B5EF4-FFF2-40B4-BE49-F238E27FC236}">
                            <a16:creationId xmlns:a16="http://schemas.microsoft.com/office/drawing/2014/main" id="{DD36BA34-F995-DB29-8049-1BD6BC93CB3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847" name="Group 14846">
                      <a:extLst>
                        <a:ext uri="{FF2B5EF4-FFF2-40B4-BE49-F238E27FC236}">
                          <a16:creationId xmlns:a16="http://schemas.microsoft.com/office/drawing/2014/main" id="{F8A7EABA-AD9E-8208-5B1B-2B3C01F2A2BF}"/>
                        </a:ext>
                      </a:extLst>
                    </p:cNvPr>
                    <p:cNvGrpSpPr/>
                    <p:nvPr/>
                  </p:nvGrpSpPr>
                  <p:grpSpPr>
                    <a:xfrm rot="14400000">
                      <a:off x="5310186" y="3977611"/>
                      <a:ext cx="303213" cy="303213"/>
                      <a:chOff x="5354637" y="3446463"/>
                      <a:chExt cx="214313" cy="214313"/>
                    </a:xfrm>
                  </p:grpSpPr>
                  <p:sp>
                    <p:nvSpPr>
                      <p:cNvPr id="14852" name="Arc 14851">
                        <a:extLst>
                          <a:ext uri="{FF2B5EF4-FFF2-40B4-BE49-F238E27FC236}">
                            <a16:creationId xmlns:a16="http://schemas.microsoft.com/office/drawing/2014/main" id="{9E0E87E3-EFE3-646E-BBEE-1A2DD53824E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853" name="Arc 14852">
                        <a:extLst>
                          <a:ext uri="{FF2B5EF4-FFF2-40B4-BE49-F238E27FC236}">
                            <a16:creationId xmlns:a16="http://schemas.microsoft.com/office/drawing/2014/main" id="{A04814E4-8DCC-9926-F5C6-36D7C2188B6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848" name="Group 14847">
                      <a:extLst>
                        <a:ext uri="{FF2B5EF4-FFF2-40B4-BE49-F238E27FC236}">
                          <a16:creationId xmlns:a16="http://schemas.microsoft.com/office/drawing/2014/main" id="{695748CE-CE05-BCDC-76F1-E3B64EFA4C9E}"/>
                        </a:ext>
                      </a:extLst>
                    </p:cNvPr>
                    <p:cNvGrpSpPr/>
                    <p:nvPr/>
                  </p:nvGrpSpPr>
                  <p:grpSpPr>
                    <a:xfrm rot="7200000">
                      <a:off x="5265196" y="3932619"/>
                      <a:ext cx="393192" cy="393192"/>
                      <a:chOff x="5354637" y="3446463"/>
                      <a:chExt cx="214313" cy="214313"/>
                    </a:xfrm>
                  </p:grpSpPr>
                  <p:sp>
                    <p:nvSpPr>
                      <p:cNvPr id="14850" name="Arc 14849">
                        <a:extLst>
                          <a:ext uri="{FF2B5EF4-FFF2-40B4-BE49-F238E27FC236}">
                            <a16:creationId xmlns:a16="http://schemas.microsoft.com/office/drawing/2014/main" id="{E78B32BB-C551-5108-134E-E4826AE0E76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851" name="Arc 14850">
                        <a:extLst>
                          <a:ext uri="{FF2B5EF4-FFF2-40B4-BE49-F238E27FC236}">
                            <a16:creationId xmlns:a16="http://schemas.microsoft.com/office/drawing/2014/main" id="{8A90F27F-60FE-592B-20B6-7D1D911E1E3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849" name="TextBox 14848">
                      <a:extLst>
                        <a:ext uri="{FF2B5EF4-FFF2-40B4-BE49-F238E27FC236}">
                          <a16:creationId xmlns:a16="http://schemas.microsoft.com/office/drawing/2014/main" id="{B7374370-AE42-8A70-9CE5-C97E3B965909}"/>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4823" name="Group 14822">
                    <a:extLst>
                      <a:ext uri="{FF2B5EF4-FFF2-40B4-BE49-F238E27FC236}">
                        <a16:creationId xmlns:a16="http://schemas.microsoft.com/office/drawing/2014/main" id="{E0A1745A-72C8-4ED3-369E-27C32378A233}"/>
                      </a:ext>
                    </a:extLst>
                  </p:cNvPr>
                  <p:cNvGrpSpPr/>
                  <p:nvPr/>
                </p:nvGrpSpPr>
                <p:grpSpPr>
                  <a:xfrm>
                    <a:off x="6512463" y="3525040"/>
                    <a:ext cx="393192" cy="393192"/>
                    <a:chOff x="6389147" y="3357021"/>
                    <a:chExt cx="393192" cy="393192"/>
                  </a:xfrm>
                </p:grpSpPr>
                <p:grpSp>
                  <p:nvGrpSpPr>
                    <p:cNvPr id="14835" name="Group 14834">
                      <a:extLst>
                        <a:ext uri="{FF2B5EF4-FFF2-40B4-BE49-F238E27FC236}">
                          <a16:creationId xmlns:a16="http://schemas.microsoft.com/office/drawing/2014/main" id="{ED458D47-0325-F7FC-3B52-B99909D68F35}"/>
                        </a:ext>
                      </a:extLst>
                    </p:cNvPr>
                    <p:cNvGrpSpPr/>
                    <p:nvPr/>
                  </p:nvGrpSpPr>
                  <p:grpSpPr>
                    <a:xfrm rot="7200000" flipH="1">
                      <a:off x="6389147" y="3357021"/>
                      <a:ext cx="393192" cy="393192"/>
                      <a:chOff x="5354637" y="3446463"/>
                      <a:chExt cx="214313" cy="214313"/>
                    </a:xfrm>
                  </p:grpSpPr>
                  <p:sp>
                    <p:nvSpPr>
                      <p:cNvPr id="14844" name="Arc 14843">
                        <a:extLst>
                          <a:ext uri="{FF2B5EF4-FFF2-40B4-BE49-F238E27FC236}">
                            <a16:creationId xmlns:a16="http://schemas.microsoft.com/office/drawing/2014/main" id="{6A4EA35E-2E23-46F9-1872-488F68F4714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845" name="Arc 14844">
                        <a:extLst>
                          <a:ext uri="{FF2B5EF4-FFF2-40B4-BE49-F238E27FC236}">
                            <a16:creationId xmlns:a16="http://schemas.microsoft.com/office/drawing/2014/main" id="{C9B6DCF9-BF80-ADC1-C259-05A13A130FA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836" name="Group 14835">
                      <a:extLst>
                        <a:ext uri="{FF2B5EF4-FFF2-40B4-BE49-F238E27FC236}">
                          <a16:creationId xmlns:a16="http://schemas.microsoft.com/office/drawing/2014/main" id="{37CF25D1-A333-F19E-4B1F-BAFA47A873DA}"/>
                        </a:ext>
                      </a:extLst>
                    </p:cNvPr>
                    <p:cNvGrpSpPr/>
                    <p:nvPr/>
                  </p:nvGrpSpPr>
                  <p:grpSpPr>
                    <a:xfrm>
                      <a:off x="6434137" y="3402011"/>
                      <a:ext cx="303213" cy="303213"/>
                      <a:chOff x="6434137" y="3402011"/>
                      <a:chExt cx="303213" cy="303213"/>
                    </a:xfrm>
                  </p:grpSpPr>
                  <p:grpSp>
                    <p:nvGrpSpPr>
                      <p:cNvPr id="14837" name="Group 14836">
                        <a:extLst>
                          <a:ext uri="{FF2B5EF4-FFF2-40B4-BE49-F238E27FC236}">
                            <a16:creationId xmlns:a16="http://schemas.microsoft.com/office/drawing/2014/main" id="{7D6C2580-728E-A92A-68B4-3018F0475171}"/>
                          </a:ext>
                        </a:extLst>
                      </p:cNvPr>
                      <p:cNvGrpSpPr/>
                      <p:nvPr/>
                    </p:nvGrpSpPr>
                    <p:grpSpPr>
                      <a:xfrm flipH="1">
                        <a:off x="6478587" y="3446461"/>
                        <a:ext cx="214313" cy="214313"/>
                        <a:chOff x="5354637" y="3446463"/>
                        <a:chExt cx="214313" cy="214313"/>
                      </a:xfrm>
                    </p:grpSpPr>
                    <p:sp>
                      <p:nvSpPr>
                        <p:cNvPr id="14842" name="Arc 14841">
                          <a:extLst>
                            <a:ext uri="{FF2B5EF4-FFF2-40B4-BE49-F238E27FC236}">
                              <a16:creationId xmlns:a16="http://schemas.microsoft.com/office/drawing/2014/main" id="{B851D702-9184-72FF-005A-E17739BD17F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843" name="Arc 14842">
                          <a:extLst>
                            <a:ext uri="{FF2B5EF4-FFF2-40B4-BE49-F238E27FC236}">
                              <a16:creationId xmlns:a16="http://schemas.microsoft.com/office/drawing/2014/main" id="{87D0B315-0408-461A-4F37-0DEE7F32FA1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838" name="Group 14837">
                        <a:extLst>
                          <a:ext uri="{FF2B5EF4-FFF2-40B4-BE49-F238E27FC236}">
                            <a16:creationId xmlns:a16="http://schemas.microsoft.com/office/drawing/2014/main" id="{9FAC557B-8F81-28AC-EFAC-428EABC5DC53}"/>
                          </a:ext>
                        </a:extLst>
                      </p:cNvPr>
                      <p:cNvGrpSpPr/>
                      <p:nvPr/>
                    </p:nvGrpSpPr>
                    <p:grpSpPr>
                      <a:xfrm rot="14400000" flipH="1">
                        <a:off x="6434137" y="3402011"/>
                        <a:ext cx="303213" cy="303213"/>
                        <a:chOff x="5354637" y="3446463"/>
                        <a:chExt cx="214313" cy="214313"/>
                      </a:xfrm>
                    </p:grpSpPr>
                    <p:sp>
                      <p:nvSpPr>
                        <p:cNvPr id="14840" name="Arc 14839">
                          <a:extLst>
                            <a:ext uri="{FF2B5EF4-FFF2-40B4-BE49-F238E27FC236}">
                              <a16:creationId xmlns:a16="http://schemas.microsoft.com/office/drawing/2014/main" id="{5BC6214A-D74D-2E3D-697C-94318088DE1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841" name="Arc 14840">
                          <a:extLst>
                            <a:ext uri="{FF2B5EF4-FFF2-40B4-BE49-F238E27FC236}">
                              <a16:creationId xmlns:a16="http://schemas.microsoft.com/office/drawing/2014/main" id="{62474156-604B-B1B6-4442-FBE46DBE916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839" name="TextBox 14838">
                        <a:extLst>
                          <a:ext uri="{FF2B5EF4-FFF2-40B4-BE49-F238E27FC236}">
                            <a16:creationId xmlns:a16="http://schemas.microsoft.com/office/drawing/2014/main" id="{7D4F8460-0B3E-2B92-C998-2D8445494C4E}"/>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824" name="Group 14823">
                    <a:extLst>
                      <a:ext uri="{FF2B5EF4-FFF2-40B4-BE49-F238E27FC236}">
                        <a16:creationId xmlns:a16="http://schemas.microsoft.com/office/drawing/2014/main" id="{A3B6EC33-6C4C-AD2F-ED12-3F5CF9E225B4}"/>
                      </a:ext>
                    </a:extLst>
                  </p:cNvPr>
                  <p:cNvGrpSpPr/>
                  <p:nvPr/>
                </p:nvGrpSpPr>
                <p:grpSpPr>
                  <a:xfrm>
                    <a:off x="6197413" y="3225768"/>
                    <a:ext cx="393192" cy="393192"/>
                    <a:chOff x="6389147" y="3932622"/>
                    <a:chExt cx="393192" cy="393192"/>
                  </a:xfrm>
                </p:grpSpPr>
                <p:grpSp>
                  <p:nvGrpSpPr>
                    <p:cNvPr id="14825" name="Group 14824">
                      <a:extLst>
                        <a:ext uri="{FF2B5EF4-FFF2-40B4-BE49-F238E27FC236}">
                          <a16:creationId xmlns:a16="http://schemas.microsoft.com/office/drawing/2014/main" id="{6920E910-6FC7-E831-046A-EC38A166BD8D}"/>
                        </a:ext>
                      </a:extLst>
                    </p:cNvPr>
                    <p:cNvGrpSpPr/>
                    <p:nvPr/>
                  </p:nvGrpSpPr>
                  <p:grpSpPr>
                    <a:xfrm flipH="1">
                      <a:off x="6478587" y="4022061"/>
                      <a:ext cx="214313" cy="214313"/>
                      <a:chOff x="5354637" y="3446463"/>
                      <a:chExt cx="214313" cy="214313"/>
                    </a:xfrm>
                  </p:grpSpPr>
                  <p:sp>
                    <p:nvSpPr>
                      <p:cNvPr id="14833" name="Arc 14832">
                        <a:extLst>
                          <a:ext uri="{FF2B5EF4-FFF2-40B4-BE49-F238E27FC236}">
                            <a16:creationId xmlns:a16="http://schemas.microsoft.com/office/drawing/2014/main" id="{2228EFC9-7C55-222A-2575-F7B07EE9A25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834" name="Arc 14833">
                        <a:extLst>
                          <a:ext uri="{FF2B5EF4-FFF2-40B4-BE49-F238E27FC236}">
                            <a16:creationId xmlns:a16="http://schemas.microsoft.com/office/drawing/2014/main" id="{FBC38787-F876-6900-2EB2-99207A91B3D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826" name="Group 14825">
                      <a:extLst>
                        <a:ext uri="{FF2B5EF4-FFF2-40B4-BE49-F238E27FC236}">
                          <a16:creationId xmlns:a16="http://schemas.microsoft.com/office/drawing/2014/main" id="{63DDF9E8-B161-339A-5DBC-044552BCD972}"/>
                        </a:ext>
                      </a:extLst>
                    </p:cNvPr>
                    <p:cNvGrpSpPr/>
                    <p:nvPr/>
                  </p:nvGrpSpPr>
                  <p:grpSpPr>
                    <a:xfrm rot="7200000" flipH="1">
                      <a:off x="6434137" y="3977611"/>
                      <a:ext cx="303213" cy="303213"/>
                      <a:chOff x="5354637" y="3446463"/>
                      <a:chExt cx="214313" cy="214313"/>
                    </a:xfrm>
                  </p:grpSpPr>
                  <p:sp>
                    <p:nvSpPr>
                      <p:cNvPr id="14831" name="Arc 14830">
                        <a:extLst>
                          <a:ext uri="{FF2B5EF4-FFF2-40B4-BE49-F238E27FC236}">
                            <a16:creationId xmlns:a16="http://schemas.microsoft.com/office/drawing/2014/main" id="{169C8ADC-FE5B-66D5-57DA-3D283D3B213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832" name="Arc 14831">
                        <a:extLst>
                          <a:ext uri="{FF2B5EF4-FFF2-40B4-BE49-F238E27FC236}">
                            <a16:creationId xmlns:a16="http://schemas.microsoft.com/office/drawing/2014/main" id="{5E57E5F5-C9BD-CC3B-DD66-7F6E657A3BA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827" name="Group 14826">
                      <a:extLst>
                        <a:ext uri="{FF2B5EF4-FFF2-40B4-BE49-F238E27FC236}">
                          <a16:creationId xmlns:a16="http://schemas.microsoft.com/office/drawing/2014/main" id="{6E2CBC28-C926-AD78-B4DD-3135E6B82E30}"/>
                        </a:ext>
                      </a:extLst>
                    </p:cNvPr>
                    <p:cNvGrpSpPr/>
                    <p:nvPr/>
                  </p:nvGrpSpPr>
                  <p:grpSpPr>
                    <a:xfrm rot="14400000" flipH="1">
                      <a:off x="6389147" y="3932622"/>
                      <a:ext cx="393192" cy="393192"/>
                      <a:chOff x="5354637" y="3446463"/>
                      <a:chExt cx="214313" cy="214313"/>
                    </a:xfrm>
                  </p:grpSpPr>
                  <p:sp>
                    <p:nvSpPr>
                      <p:cNvPr id="14829" name="Arc 14828">
                        <a:extLst>
                          <a:ext uri="{FF2B5EF4-FFF2-40B4-BE49-F238E27FC236}">
                            <a16:creationId xmlns:a16="http://schemas.microsoft.com/office/drawing/2014/main" id="{94A3E042-2F6A-8FDE-721C-03B336EA2AF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830" name="Arc 14829">
                        <a:extLst>
                          <a:ext uri="{FF2B5EF4-FFF2-40B4-BE49-F238E27FC236}">
                            <a16:creationId xmlns:a16="http://schemas.microsoft.com/office/drawing/2014/main" id="{8EDD2BFD-F15A-AAEB-962A-B77DC098F1F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828" name="TextBox 14827">
                      <a:extLst>
                        <a:ext uri="{FF2B5EF4-FFF2-40B4-BE49-F238E27FC236}">
                          <a16:creationId xmlns:a16="http://schemas.microsoft.com/office/drawing/2014/main" id="{99D45CAD-F439-F03F-1B01-2991EC4CDEF0}"/>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4724" name="Group 14723">
                <a:extLst>
                  <a:ext uri="{FF2B5EF4-FFF2-40B4-BE49-F238E27FC236}">
                    <a16:creationId xmlns:a16="http://schemas.microsoft.com/office/drawing/2014/main" id="{349B8BA7-64CB-1317-40BE-70297A2B8865}"/>
                  </a:ext>
                </a:extLst>
              </p:cNvPr>
              <p:cNvGrpSpPr/>
              <p:nvPr/>
            </p:nvGrpSpPr>
            <p:grpSpPr>
              <a:xfrm>
                <a:off x="6065340" y="2039507"/>
                <a:ext cx="1643204" cy="1593124"/>
                <a:chOff x="5445106" y="2644743"/>
                <a:chExt cx="1643204" cy="1593124"/>
              </a:xfrm>
            </p:grpSpPr>
            <p:grpSp>
              <p:nvGrpSpPr>
                <p:cNvPr id="14725" name="Group 14724">
                  <a:extLst>
                    <a:ext uri="{FF2B5EF4-FFF2-40B4-BE49-F238E27FC236}">
                      <a16:creationId xmlns:a16="http://schemas.microsoft.com/office/drawing/2014/main" id="{13B4B18C-8143-B16F-6574-9E89D88E286D}"/>
                    </a:ext>
                  </a:extLst>
                </p:cNvPr>
                <p:cNvGrpSpPr/>
                <p:nvPr/>
              </p:nvGrpSpPr>
              <p:grpSpPr>
                <a:xfrm>
                  <a:off x="5445106" y="2644743"/>
                  <a:ext cx="1019224" cy="991639"/>
                  <a:chOff x="5886431" y="3225768"/>
                  <a:chExt cx="1019224" cy="991639"/>
                </a:xfrm>
              </p:grpSpPr>
              <p:grpSp>
                <p:nvGrpSpPr>
                  <p:cNvPr id="14773" name="Group 14772">
                    <a:extLst>
                      <a:ext uri="{FF2B5EF4-FFF2-40B4-BE49-F238E27FC236}">
                        <a16:creationId xmlns:a16="http://schemas.microsoft.com/office/drawing/2014/main" id="{DF2F9900-42F3-55EE-ED14-B5D9E0D3885A}"/>
                      </a:ext>
                    </a:extLst>
                  </p:cNvPr>
                  <p:cNvGrpSpPr/>
                  <p:nvPr/>
                </p:nvGrpSpPr>
                <p:grpSpPr>
                  <a:xfrm>
                    <a:off x="6197413" y="3824215"/>
                    <a:ext cx="393192" cy="393192"/>
                    <a:chOff x="5265196" y="3357021"/>
                    <a:chExt cx="393192" cy="393192"/>
                  </a:xfrm>
                </p:grpSpPr>
                <p:grpSp>
                  <p:nvGrpSpPr>
                    <p:cNvPr id="14808" name="Group 14807">
                      <a:extLst>
                        <a:ext uri="{FF2B5EF4-FFF2-40B4-BE49-F238E27FC236}">
                          <a16:creationId xmlns:a16="http://schemas.microsoft.com/office/drawing/2014/main" id="{F2BE13A8-45E3-E415-A222-4E01709A2886}"/>
                        </a:ext>
                      </a:extLst>
                    </p:cNvPr>
                    <p:cNvGrpSpPr/>
                    <p:nvPr/>
                  </p:nvGrpSpPr>
                  <p:grpSpPr>
                    <a:xfrm rot="14400000">
                      <a:off x="5265196" y="3357021"/>
                      <a:ext cx="393192" cy="393192"/>
                      <a:chOff x="5354637" y="3446463"/>
                      <a:chExt cx="214313" cy="214313"/>
                    </a:xfrm>
                  </p:grpSpPr>
                  <p:sp>
                    <p:nvSpPr>
                      <p:cNvPr id="14817" name="Arc 14816">
                        <a:extLst>
                          <a:ext uri="{FF2B5EF4-FFF2-40B4-BE49-F238E27FC236}">
                            <a16:creationId xmlns:a16="http://schemas.microsoft.com/office/drawing/2014/main" id="{6B098630-69F8-2D9C-D367-CA6A722C0F7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818" name="Arc 14817">
                        <a:extLst>
                          <a:ext uri="{FF2B5EF4-FFF2-40B4-BE49-F238E27FC236}">
                            <a16:creationId xmlns:a16="http://schemas.microsoft.com/office/drawing/2014/main" id="{41857C7C-6BCB-5A4F-AF04-DC48BFFE2A5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809" name="Group 14808">
                      <a:extLst>
                        <a:ext uri="{FF2B5EF4-FFF2-40B4-BE49-F238E27FC236}">
                          <a16:creationId xmlns:a16="http://schemas.microsoft.com/office/drawing/2014/main" id="{C6B55AA6-1F28-8205-7C45-475E5EB8936D}"/>
                        </a:ext>
                      </a:extLst>
                    </p:cNvPr>
                    <p:cNvGrpSpPr/>
                    <p:nvPr/>
                  </p:nvGrpSpPr>
                  <p:grpSpPr>
                    <a:xfrm>
                      <a:off x="5310186" y="3402011"/>
                      <a:ext cx="303213" cy="303213"/>
                      <a:chOff x="5310186" y="3402011"/>
                      <a:chExt cx="303213" cy="303213"/>
                    </a:xfrm>
                  </p:grpSpPr>
                  <p:grpSp>
                    <p:nvGrpSpPr>
                      <p:cNvPr id="14810" name="Group 14809">
                        <a:extLst>
                          <a:ext uri="{FF2B5EF4-FFF2-40B4-BE49-F238E27FC236}">
                            <a16:creationId xmlns:a16="http://schemas.microsoft.com/office/drawing/2014/main" id="{3E6D03D1-6749-0425-7D1E-5D55A0ABC22B}"/>
                          </a:ext>
                        </a:extLst>
                      </p:cNvPr>
                      <p:cNvGrpSpPr/>
                      <p:nvPr/>
                    </p:nvGrpSpPr>
                    <p:grpSpPr>
                      <a:xfrm>
                        <a:off x="5354636" y="3446461"/>
                        <a:ext cx="214313" cy="214313"/>
                        <a:chOff x="5354637" y="3446463"/>
                        <a:chExt cx="214313" cy="214313"/>
                      </a:xfrm>
                    </p:grpSpPr>
                    <p:sp>
                      <p:nvSpPr>
                        <p:cNvPr id="14815" name="Arc 14814">
                          <a:extLst>
                            <a:ext uri="{FF2B5EF4-FFF2-40B4-BE49-F238E27FC236}">
                              <a16:creationId xmlns:a16="http://schemas.microsoft.com/office/drawing/2014/main" id="{F9E91DC6-A81C-07DF-9866-CD3EC530F16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816" name="Arc 14815">
                          <a:extLst>
                            <a:ext uri="{FF2B5EF4-FFF2-40B4-BE49-F238E27FC236}">
                              <a16:creationId xmlns:a16="http://schemas.microsoft.com/office/drawing/2014/main" id="{42F6E10B-A8C0-B0CE-6FB3-6336FBCCA30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811" name="Group 14810">
                        <a:extLst>
                          <a:ext uri="{FF2B5EF4-FFF2-40B4-BE49-F238E27FC236}">
                            <a16:creationId xmlns:a16="http://schemas.microsoft.com/office/drawing/2014/main" id="{401AAAC7-5298-6E3D-480B-0CC76DE0AEEC}"/>
                          </a:ext>
                        </a:extLst>
                      </p:cNvPr>
                      <p:cNvGrpSpPr/>
                      <p:nvPr/>
                    </p:nvGrpSpPr>
                    <p:grpSpPr>
                      <a:xfrm rot="7200000">
                        <a:off x="5310186" y="3402011"/>
                        <a:ext cx="303213" cy="303213"/>
                        <a:chOff x="5354637" y="3446463"/>
                        <a:chExt cx="214313" cy="214313"/>
                      </a:xfrm>
                    </p:grpSpPr>
                    <p:sp>
                      <p:nvSpPr>
                        <p:cNvPr id="14813" name="Arc 14812">
                          <a:extLst>
                            <a:ext uri="{FF2B5EF4-FFF2-40B4-BE49-F238E27FC236}">
                              <a16:creationId xmlns:a16="http://schemas.microsoft.com/office/drawing/2014/main" id="{F3CE7DD6-2DA5-E1EF-F468-E3D74EE24E0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814" name="Arc 14813">
                          <a:extLst>
                            <a:ext uri="{FF2B5EF4-FFF2-40B4-BE49-F238E27FC236}">
                              <a16:creationId xmlns:a16="http://schemas.microsoft.com/office/drawing/2014/main" id="{01EACF66-54EE-1402-D1BE-D49277942C8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812" name="TextBox 14811">
                        <a:extLst>
                          <a:ext uri="{FF2B5EF4-FFF2-40B4-BE49-F238E27FC236}">
                            <a16:creationId xmlns:a16="http://schemas.microsoft.com/office/drawing/2014/main" id="{3758B44C-52CC-1BFA-FDD1-D1E3ABA962C8}"/>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774" name="Group 14773">
                    <a:extLst>
                      <a:ext uri="{FF2B5EF4-FFF2-40B4-BE49-F238E27FC236}">
                        <a16:creationId xmlns:a16="http://schemas.microsoft.com/office/drawing/2014/main" id="{76257857-DE23-6EF9-27B3-AC4DA336C1F3}"/>
                      </a:ext>
                    </a:extLst>
                  </p:cNvPr>
                  <p:cNvGrpSpPr/>
                  <p:nvPr/>
                </p:nvGrpSpPr>
                <p:grpSpPr>
                  <a:xfrm>
                    <a:off x="5886431" y="3525040"/>
                    <a:ext cx="393192" cy="393192"/>
                    <a:chOff x="5265196" y="3932619"/>
                    <a:chExt cx="393192" cy="393192"/>
                  </a:xfrm>
                </p:grpSpPr>
                <p:grpSp>
                  <p:nvGrpSpPr>
                    <p:cNvPr id="14798" name="Group 14797">
                      <a:extLst>
                        <a:ext uri="{FF2B5EF4-FFF2-40B4-BE49-F238E27FC236}">
                          <a16:creationId xmlns:a16="http://schemas.microsoft.com/office/drawing/2014/main" id="{61556AF9-E529-6ED9-FACB-7751B44F9923}"/>
                        </a:ext>
                      </a:extLst>
                    </p:cNvPr>
                    <p:cNvGrpSpPr/>
                    <p:nvPr/>
                  </p:nvGrpSpPr>
                  <p:grpSpPr>
                    <a:xfrm>
                      <a:off x="5354636" y="4022061"/>
                      <a:ext cx="214313" cy="214313"/>
                      <a:chOff x="5354637" y="3446463"/>
                      <a:chExt cx="214313" cy="214313"/>
                    </a:xfrm>
                  </p:grpSpPr>
                  <p:sp>
                    <p:nvSpPr>
                      <p:cNvPr id="14806" name="Arc 14805">
                        <a:extLst>
                          <a:ext uri="{FF2B5EF4-FFF2-40B4-BE49-F238E27FC236}">
                            <a16:creationId xmlns:a16="http://schemas.microsoft.com/office/drawing/2014/main" id="{466B9220-1FF2-4E61-77E3-8F1E10C648C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807" name="Arc 14806">
                        <a:extLst>
                          <a:ext uri="{FF2B5EF4-FFF2-40B4-BE49-F238E27FC236}">
                            <a16:creationId xmlns:a16="http://schemas.microsoft.com/office/drawing/2014/main" id="{93C3EFCC-2743-E599-1DBD-A43BF5E6F61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799" name="Group 14798">
                      <a:extLst>
                        <a:ext uri="{FF2B5EF4-FFF2-40B4-BE49-F238E27FC236}">
                          <a16:creationId xmlns:a16="http://schemas.microsoft.com/office/drawing/2014/main" id="{1421E187-7CC6-5BC7-D2DD-51909D8BB2EC}"/>
                        </a:ext>
                      </a:extLst>
                    </p:cNvPr>
                    <p:cNvGrpSpPr/>
                    <p:nvPr/>
                  </p:nvGrpSpPr>
                  <p:grpSpPr>
                    <a:xfrm rot="14400000">
                      <a:off x="5310186" y="3977611"/>
                      <a:ext cx="303213" cy="303213"/>
                      <a:chOff x="5354637" y="3446463"/>
                      <a:chExt cx="214313" cy="214313"/>
                    </a:xfrm>
                  </p:grpSpPr>
                  <p:sp>
                    <p:nvSpPr>
                      <p:cNvPr id="14804" name="Arc 14803">
                        <a:extLst>
                          <a:ext uri="{FF2B5EF4-FFF2-40B4-BE49-F238E27FC236}">
                            <a16:creationId xmlns:a16="http://schemas.microsoft.com/office/drawing/2014/main" id="{3E053BD7-7D16-AEE2-D830-6E69C4BC5E2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805" name="Arc 14804">
                        <a:extLst>
                          <a:ext uri="{FF2B5EF4-FFF2-40B4-BE49-F238E27FC236}">
                            <a16:creationId xmlns:a16="http://schemas.microsoft.com/office/drawing/2014/main" id="{FF1EE553-3545-D9C0-DC60-15782473405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800" name="Group 14799">
                      <a:extLst>
                        <a:ext uri="{FF2B5EF4-FFF2-40B4-BE49-F238E27FC236}">
                          <a16:creationId xmlns:a16="http://schemas.microsoft.com/office/drawing/2014/main" id="{301C1212-DFE5-509E-2489-00F451E37088}"/>
                        </a:ext>
                      </a:extLst>
                    </p:cNvPr>
                    <p:cNvGrpSpPr/>
                    <p:nvPr/>
                  </p:nvGrpSpPr>
                  <p:grpSpPr>
                    <a:xfrm rot="7200000">
                      <a:off x="5265196" y="3932619"/>
                      <a:ext cx="393192" cy="393192"/>
                      <a:chOff x="5354637" y="3446463"/>
                      <a:chExt cx="214313" cy="214313"/>
                    </a:xfrm>
                  </p:grpSpPr>
                  <p:sp>
                    <p:nvSpPr>
                      <p:cNvPr id="14802" name="Arc 14801">
                        <a:extLst>
                          <a:ext uri="{FF2B5EF4-FFF2-40B4-BE49-F238E27FC236}">
                            <a16:creationId xmlns:a16="http://schemas.microsoft.com/office/drawing/2014/main" id="{A79D74A4-1861-0C55-9BB0-C37684CF0FD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803" name="Arc 14802">
                        <a:extLst>
                          <a:ext uri="{FF2B5EF4-FFF2-40B4-BE49-F238E27FC236}">
                            <a16:creationId xmlns:a16="http://schemas.microsoft.com/office/drawing/2014/main" id="{54C8A813-D125-5C42-742D-4F37DAB0718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801" name="TextBox 14800">
                      <a:extLst>
                        <a:ext uri="{FF2B5EF4-FFF2-40B4-BE49-F238E27FC236}">
                          <a16:creationId xmlns:a16="http://schemas.microsoft.com/office/drawing/2014/main" id="{78854826-9FB9-78D5-F48E-7F378F39BC9C}"/>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4775" name="Group 14774">
                    <a:extLst>
                      <a:ext uri="{FF2B5EF4-FFF2-40B4-BE49-F238E27FC236}">
                        <a16:creationId xmlns:a16="http://schemas.microsoft.com/office/drawing/2014/main" id="{162E1EDA-68B7-EF59-2B9A-3FC69E5BEB8E}"/>
                      </a:ext>
                    </a:extLst>
                  </p:cNvPr>
                  <p:cNvGrpSpPr/>
                  <p:nvPr/>
                </p:nvGrpSpPr>
                <p:grpSpPr>
                  <a:xfrm>
                    <a:off x="6512463" y="3525040"/>
                    <a:ext cx="393192" cy="393192"/>
                    <a:chOff x="6389147" y="3357021"/>
                    <a:chExt cx="393192" cy="393192"/>
                  </a:xfrm>
                </p:grpSpPr>
                <p:grpSp>
                  <p:nvGrpSpPr>
                    <p:cNvPr id="14787" name="Group 14786">
                      <a:extLst>
                        <a:ext uri="{FF2B5EF4-FFF2-40B4-BE49-F238E27FC236}">
                          <a16:creationId xmlns:a16="http://schemas.microsoft.com/office/drawing/2014/main" id="{8DAE5C7B-9030-862E-B900-2A29744932D8}"/>
                        </a:ext>
                      </a:extLst>
                    </p:cNvPr>
                    <p:cNvGrpSpPr/>
                    <p:nvPr/>
                  </p:nvGrpSpPr>
                  <p:grpSpPr>
                    <a:xfrm rot="7200000" flipH="1">
                      <a:off x="6389147" y="3357021"/>
                      <a:ext cx="393192" cy="393192"/>
                      <a:chOff x="5354637" y="3446463"/>
                      <a:chExt cx="214313" cy="214313"/>
                    </a:xfrm>
                  </p:grpSpPr>
                  <p:sp>
                    <p:nvSpPr>
                      <p:cNvPr id="14796" name="Arc 14795">
                        <a:extLst>
                          <a:ext uri="{FF2B5EF4-FFF2-40B4-BE49-F238E27FC236}">
                            <a16:creationId xmlns:a16="http://schemas.microsoft.com/office/drawing/2014/main" id="{F8D8D8A4-A141-9218-9481-AB8C525BD60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797" name="Arc 14796">
                        <a:extLst>
                          <a:ext uri="{FF2B5EF4-FFF2-40B4-BE49-F238E27FC236}">
                            <a16:creationId xmlns:a16="http://schemas.microsoft.com/office/drawing/2014/main" id="{F156D20D-A481-1A33-5EF8-19710BB55D9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788" name="Group 14787">
                      <a:extLst>
                        <a:ext uri="{FF2B5EF4-FFF2-40B4-BE49-F238E27FC236}">
                          <a16:creationId xmlns:a16="http://schemas.microsoft.com/office/drawing/2014/main" id="{329268AF-BD4E-EEB1-F246-7480393682C9}"/>
                        </a:ext>
                      </a:extLst>
                    </p:cNvPr>
                    <p:cNvGrpSpPr/>
                    <p:nvPr/>
                  </p:nvGrpSpPr>
                  <p:grpSpPr>
                    <a:xfrm>
                      <a:off x="6434137" y="3402011"/>
                      <a:ext cx="303213" cy="303213"/>
                      <a:chOff x="6434137" y="3402011"/>
                      <a:chExt cx="303213" cy="303213"/>
                    </a:xfrm>
                  </p:grpSpPr>
                  <p:grpSp>
                    <p:nvGrpSpPr>
                      <p:cNvPr id="14789" name="Group 14788">
                        <a:extLst>
                          <a:ext uri="{FF2B5EF4-FFF2-40B4-BE49-F238E27FC236}">
                            <a16:creationId xmlns:a16="http://schemas.microsoft.com/office/drawing/2014/main" id="{B41FEBC8-C5D1-0159-8338-12F8E11E1772}"/>
                          </a:ext>
                        </a:extLst>
                      </p:cNvPr>
                      <p:cNvGrpSpPr/>
                      <p:nvPr/>
                    </p:nvGrpSpPr>
                    <p:grpSpPr>
                      <a:xfrm flipH="1">
                        <a:off x="6478587" y="3446461"/>
                        <a:ext cx="214313" cy="214313"/>
                        <a:chOff x="5354637" y="3446463"/>
                        <a:chExt cx="214313" cy="214313"/>
                      </a:xfrm>
                    </p:grpSpPr>
                    <p:sp>
                      <p:nvSpPr>
                        <p:cNvPr id="14794" name="Arc 14793">
                          <a:extLst>
                            <a:ext uri="{FF2B5EF4-FFF2-40B4-BE49-F238E27FC236}">
                              <a16:creationId xmlns:a16="http://schemas.microsoft.com/office/drawing/2014/main" id="{1CBCB3C9-2E27-ED5A-26DA-54997C8948C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795" name="Arc 14794">
                          <a:extLst>
                            <a:ext uri="{FF2B5EF4-FFF2-40B4-BE49-F238E27FC236}">
                              <a16:creationId xmlns:a16="http://schemas.microsoft.com/office/drawing/2014/main" id="{FEF127B6-E0BE-D720-FBD2-F0E7E2EA8F2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790" name="Group 14789">
                        <a:extLst>
                          <a:ext uri="{FF2B5EF4-FFF2-40B4-BE49-F238E27FC236}">
                            <a16:creationId xmlns:a16="http://schemas.microsoft.com/office/drawing/2014/main" id="{7D55C13E-EA08-42E8-4145-498A38C6A025}"/>
                          </a:ext>
                        </a:extLst>
                      </p:cNvPr>
                      <p:cNvGrpSpPr/>
                      <p:nvPr/>
                    </p:nvGrpSpPr>
                    <p:grpSpPr>
                      <a:xfrm rot="14400000" flipH="1">
                        <a:off x="6434137" y="3402011"/>
                        <a:ext cx="303213" cy="303213"/>
                        <a:chOff x="5354637" y="3446463"/>
                        <a:chExt cx="214313" cy="214313"/>
                      </a:xfrm>
                    </p:grpSpPr>
                    <p:sp>
                      <p:nvSpPr>
                        <p:cNvPr id="14792" name="Arc 14791">
                          <a:extLst>
                            <a:ext uri="{FF2B5EF4-FFF2-40B4-BE49-F238E27FC236}">
                              <a16:creationId xmlns:a16="http://schemas.microsoft.com/office/drawing/2014/main" id="{B5DF424A-F7D5-6D68-72E6-F2ED9A7E0D4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793" name="Arc 14792">
                          <a:extLst>
                            <a:ext uri="{FF2B5EF4-FFF2-40B4-BE49-F238E27FC236}">
                              <a16:creationId xmlns:a16="http://schemas.microsoft.com/office/drawing/2014/main" id="{8F099E5E-0ECB-7404-7B01-7D41A05CD50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791" name="TextBox 14790">
                        <a:extLst>
                          <a:ext uri="{FF2B5EF4-FFF2-40B4-BE49-F238E27FC236}">
                            <a16:creationId xmlns:a16="http://schemas.microsoft.com/office/drawing/2014/main" id="{F44A33ED-B52B-C910-DAEB-9A8781BAE176}"/>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776" name="Group 14775">
                    <a:extLst>
                      <a:ext uri="{FF2B5EF4-FFF2-40B4-BE49-F238E27FC236}">
                        <a16:creationId xmlns:a16="http://schemas.microsoft.com/office/drawing/2014/main" id="{EF23C7B5-5025-BDAD-6DE3-1D4056F993B0}"/>
                      </a:ext>
                    </a:extLst>
                  </p:cNvPr>
                  <p:cNvGrpSpPr/>
                  <p:nvPr/>
                </p:nvGrpSpPr>
                <p:grpSpPr>
                  <a:xfrm>
                    <a:off x="6197413" y="3225768"/>
                    <a:ext cx="393192" cy="393192"/>
                    <a:chOff x="6389147" y="3932622"/>
                    <a:chExt cx="393192" cy="393192"/>
                  </a:xfrm>
                </p:grpSpPr>
                <p:grpSp>
                  <p:nvGrpSpPr>
                    <p:cNvPr id="14777" name="Group 14776">
                      <a:extLst>
                        <a:ext uri="{FF2B5EF4-FFF2-40B4-BE49-F238E27FC236}">
                          <a16:creationId xmlns:a16="http://schemas.microsoft.com/office/drawing/2014/main" id="{C7CF0508-2284-5F56-FD46-C59EB5EC2E7F}"/>
                        </a:ext>
                      </a:extLst>
                    </p:cNvPr>
                    <p:cNvGrpSpPr/>
                    <p:nvPr/>
                  </p:nvGrpSpPr>
                  <p:grpSpPr>
                    <a:xfrm flipH="1">
                      <a:off x="6478587" y="4022061"/>
                      <a:ext cx="214313" cy="214313"/>
                      <a:chOff x="5354637" y="3446463"/>
                      <a:chExt cx="214313" cy="214313"/>
                    </a:xfrm>
                  </p:grpSpPr>
                  <p:sp>
                    <p:nvSpPr>
                      <p:cNvPr id="14785" name="Arc 14784">
                        <a:extLst>
                          <a:ext uri="{FF2B5EF4-FFF2-40B4-BE49-F238E27FC236}">
                            <a16:creationId xmlns:a16="http://schemas.microsoft.com/office/drawing/2014/main" id="{43570CB4-345F-0419-E0E3-D47B48AA91C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786" name="Arc 14785">
                        <a:extLst>
                          <a:ext uri="{FF2B5EF4-FFF2-40B4-BE49-F238E27FC236}">
                            <a16:creationId xmlns:a16="http://schemas.microsoft.com/office/drawing/2014/main" id="{D49CA64F-0615-3F11-A1F5-CAC0F00B601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778" name="Group 14777">
                      <a:extLst>
                        <a:ext uri="{FF2B5EF4-FFF2-40B4-BE49-F238E27FC236}">
                          <a16:creationId xmlns:a16="http://schemas.microsoft.com/office/drawing/2014/main" id="{9FF27907-24F1-D333-0F39-4AB6C29DF88F}"/>
                        </a:ext>
                      </a:extLst>
                    </p:cNvPr>
                    <p:cNvGrpSpPr/>
                    <p:nvPr/>
                  </p:nvGrpSpPr>
                  <p:grpSpPr>
                    <a:xfrm rot="7200000" flipH="1">
                      <a:off x="6434137" y="3977611"/>
                      <a:ext cx="303213" cy="303213"/>
                      <a:chOff x="5354637" y="3446463"/>
                      <a:chExt cx="214313" cy="214313"/>
                    </a:xfrm>
                  </p:grpSpPr>
                  <p:sp>
                    <p:nvSpPr>
                      <p:cNvPr id="14783" name="Arc 14782">
                        <a:extLst>
                          <a:ext uri="{FF2B5EF4-FFF2-40B4-BE49-F238E27FC236}">
                            <a16:creationId xmlns:a16="http://schemas.microsoft.com/office/drawing/2014/main" id="{94DE916C-9457-73FA-45B8-80502165EC4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784" name="Arc 14783">
                        <a:extLst>
                          <a:ext uri="{FF2B5EF4-FFF2-40B4-BE49-F238E27FC236}">
                            <a16:creationId xmlns:a16="http://schemas.microsoft.com/office/drawing/2014/main" id="{904E06CF-7115-6637-AC56-C0FF533AC18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779" name="Group 14778">
                      <a:extLst>
                        <a:ext uri="{FF2B5EF4-FFF2-40B4-BE49-F238E27FC236}">
                          <a16:creationId xmlns:a16="http://schemas.microsoft.com/office/drawing/2014/main" id="{ABE5BCAD-3D93-E6DC-CEE9-F0131AFD206F}"/>
                        </a:ext>
                      </a:extLst>
                    </p:cNvPr>
                    <p:cNvGrpSpPr/>
                    <p:nvPr/>
                  </p:nvGrpSpPr>
                  <p:grpSpPr>
                    <a:xfrm rot="14400000" flipH="1">
                      <a:off x="6389147" y="3932622"/>
                      <a:ext cx="393192" cy="393192"/>
                      <a:chOff x="5354637" y="3446463"/>
                      <a:chExt cx="214313" cy="214313"/>
                    </a:xfrm>
                  </p:grpSpPr>
                  <p:sp>
                    <p:nvSpPr>
                      <p:cNvPr id="14781" name="Arc 14780">
                        <a:extLst>
                          <a:ext uri="{FF2B5EF4-FFF2-40B4-BE49-F238E27FC236}">
                            <a16:creationId xmlns:a16="http://schemas.microsoft.com/office/drawing/2014/main" id="{170AD2EA-1A03-9FC9-1511-C8DEC66A622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782" name="Arc 14781">
                        <a:extLst>
                          <a:ext uri="{FF2B5EF4-FFF2-40B4-BE49-F238E27FC236}">
                            <a16:creationId xmlns:a16="http://schemas.microsoft.com/office/drawing/2014/main" id="{93344866-17C6-47D8-2A2B-88DBA4CAA20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780" name="TextBox 14779">
                      <a:extLst>
                        <a:ext uri="{FF2B5EF4-FFF2-40B4-BE49-F238E27FC236}">
                          <a16:creationId xmlns:a16="http://schemas.microsoft.com/office/drawing/2014/main" id="{A8E4CD4A-7CD6-98F6-980D-DD2197986A2E}"/>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726" name="Group 14725">
                  <a:extLst>
                    <a:ext uri="{FF2B5EF4-FFF2-40B4-BE49-F238E27FC236}">
                      <a16:creationId xmlns:a16="http://schemas.microsoft.com/office/drawing/2014/main" id="{BC0FDBA3-71DF-F4F4-356F-F140D66D294C}"/>
                    </a:ext>
                  </a:extLst>
                </p:cNvPr>
                <p:cNvGrpSpPr/>
                <p:nvPr/>
              </p:nvGrpSpPr>
              <p:grpSpPr>
                <a:xfrm>
                  <a:off x="6069086" y="3246228"/>
                  <a:ext cx="1019224" cy="991639"/>
                  <a:chOff x="5886431" y="3225768"/>
                  <a:chExt cx="1019224" cy="991639"/>
                </a:xfrm>
              </p:grpSpPr>
              <p:grpSp>
                <p:nvGrpSpPr>
                  <p:cNvPr id="14727" name="Group 14726">
                    <a:extLst>
                      <a:ext uri="{FF2B5EF4-FFF2-40B4-BE49-F238E27FC236}">
                        <a16:creationId xmlns:a16="http://schemas.microsoft.com/office/drawing/2014/main" id="{D349C0CE-9395-287B-ADCF-179C2B612E3B}"/>
                      </a:ext>
                    </a:extLst>
                  </p:cNvPr>
                  <p:cNvGrpSpPr/>
                  <p:nvPr/>
                </p:nvGrpSpPr>
                <p:grpSpPr>
                  <a:xfrm>
                    <a:off x="6197413" y="3824215"/>
                    <a:ext cx="393192" cy="393192"/>
                    <a:chOff x="5265196" y="3357021"/>
                    <a:chExt cx="393192" cy="393192"/>
                  </a:xfrm>
                </p:grpSpPr>
                <p:grpSp>
                  <p:nvGrpSpPr>
                    <p:cNvPr id="14762" name="Group 14761">
                      <a:extLst>
                        <a:ext uri="{FF2B5EF4-FFF2-40B4-BE49-F238E27FC236}">
                          <a16:creationId xmlns:a16="http://schemas.microsoft.com/office/drawing/2014/main" id="{FD87A862-B91A-F0FB-A640-99ECDCD330B6}"/>
                        </a:ext>
                      </a:extLst>
                    </p:cNvPr>
                    <p:cNvGrpSpPr/>
                    <p:nvPr/>
                  </p:nvGrpSpPr>
                  <p:grpSpPr>
                    <a:xfrm rot="14400000">
                      <a:off x="5265196" y="3357021"/>
                      <a:ext cx="393192" cy="393192"/>
                      <a:chOff x="5354637" y="3446463"/>
                      <a:chExt cx="214313" cy="214313"/>
                    </a:xfrm>
                  </p:grpSpPr>
                  <p:sp>
                    <p:nvSpPr>
                      <p:cNvPr id="14771" name="Arc 14770">
                        <a:extLst>
                          <a:ext uri="{FF2B5EF4-FFF2-40B4-BE49-F238E27FC236}">
                            <a16:creationId xmlns:a16="http://schemas.microsoft.com/office/drawing/2014/main" id="{8C1EBAB5-3DC4-2766-D4AC-A1F2E3C5B8E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772" name="Arc 14771">
                        <a:extLst>
                          <a:ext uri="{FF2B5EF4-FFF2-40B4-BE49-F238E27FC236}">
                            <a16:creationId xmlns:a16="http://schemas.microsoft.com/office/drawing/2014/main" id="{18139619-B590-71F3-5247-D0C4397F441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763" name="Group 14762">
                      <a:extLst>
                        <a:ext uri="{FF2B5EF4-FFF2-40B4-BE49-F238E27FC236}">
                          <a16:creationId xmlns:a16="http://schemas.microsoft.com/office/drawing/2014/main" id="{7935F162-E407-5B04-D43E-F3B1EBA24F5D}"/>
                        </a:ext>
                      </a:extLst>
                    </p:cNvPr>
                    <p:cNvGrpSpPr/>
                    <p:nvPr/>
                  </p:nvGrpSpPr>
                  <p:grpSpPr>
                    <a:xfrm>
                      <a:off x="5310186" y="3402011"/>
                      <a:ext cx="303213" cy="303213"/>
                      <a:chOff x="5310186" y="3402011"/>
                      <a:chExt cx="303213" cy="303213"/>
                    </a:xfrm>
                  </p:grpSpPr>
                  <p:grpSp>
                    <p:nvGrpSpPr>
                      <p:cNvPr id="14764" name="Group 14763">
                        <a:extLst>
                          <a:ext uri="{FF2B5EF4-FFF2-40B4-BE49-F238E27FC236}">
                            <a16:creationId xmlns:a16="http://schemas.microsoft.com/office/drawing/2014/main" id="{CB5ABE1D-8793-9882-9800-C9F8979CCB9C}"/>
                          </a:ext>
                        </a:extLst>
                      </p:cNvPr>
                      <p:cNvGrpSpPr/>
                      <p:nvPr/>
                    </p:nvGrpSpPr>
                    <p:grpSpPr>
                      <a:xfrm>
                        <a:off x="5354636" y="3446461"/>
                        <a:ext cx="214313" cy="214313"/>
                        <a:chOff x="5354637" y="3446463"/>
                        <a:chExt cx="214313" cy="214313"/>
                      </a:xfrm>
                    </p:grpSpPr>
                    <p:sp>
                      <p:nvSpPr>
                        <p:cNvPr id="14769" name="Arc 14768">
                          <a:extLst>
                            <a:ext uri="{FF2B5EF4-FFF2-40B4-BE49-F238E27FC236}">
                              <a16:creationId xmlns:a16="http://schemas.microsoft.com/office/drawing/2014/main" id="{8040380F-94A6-323E-14E9-AD9AED6C8A3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770" name="Arc 14769">
                          <a:extLst>
                            <a:ext uri="{FF2B5EF4-FFF2-40B4-BE49-F238E27FC236}">
                              <a16:creationId xmlns:a16="http://schemas.microsoft.com/office/drawing/2014/main" id="{C04A4B94-71D7-6A41-9BEE-BE6212EFD26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765" name="Group 14764">
                        <a:extLst>
                          <a:ext uri="{FF2B5EF4-FFF2-40B4-BE49-F238E27FC236}">
                            <a16:creationId xmlns:a16="http://schemas.microsoft.com/office/drawing/2014/main" id="{E91222C2-1F49-7335-7651-3111B757C8A9}"/>
                          </a:ext>
                        </a:extLst>
                      </p:cNvPr>
                      <p:cNvGrpSpPr/>
                      <p:nvPr/>
                    </p:nvGrpSpPr>
                    <p:grpSpPr>
                      <a:xfrm rot="7200000">
                        <a:off x="5310186" y="3402011"/>
                        <a:ext cx="303213" cy="303213"/>
                        <a:chOff x="5354637" y="3446463"/>
                        <a:chExt cx="214313" cy="214313"/>
                      </a:xfrm>
                    </p:grpSpPr>
                    <p:sp>
                      <p:nvSpPr>
                        <p:cNvPr id="14767" name="Arc 14766">
                          <a:extLst>
                            <a:ext uri="{FF2B5EF4-FFF2-40B4-BE49-F238E27FC236}">
                              <a16:creationId xmlns:a16="http://schemas.microsoft.com/office/drawing/2014/main" id="{2FE8A82C-25E4-DFB2-99AA-B45942FF04F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768" name="Arc 14767">
                          <a:extLst>
                            <a:ext uri="{FF2B5EF4-FFF2-40B4-BE49-F238E27FC236}">
                              <a16:creationId xmlns:a16="http://schemas.microsoft.com/office/drawing/2014/main" id="{E94A69F7-7F50-9790-E1F0-C13D9455CC8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766" name="TextBox 14765">
                        <a:extLst>
                          <a:ext uri="{FF2B5EF4-FFF2-40B4-BE49-F238E27FC236}">
                            <a16:creationId xmlns:a16="http://schemas.microsoft.com/office/drawing/2014/main" id="{12C166AB-F681-F382-2A2E-864926BC2A76}"/>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728" name="Group 14727">
                    <a:extLst>
                      <a:ext uri="{FF2B5EF4-FFF2-40B4-BE49-F238E27FC236}">
                        <a16:creationId xmlns:a16="http://schemas.microsoft.com/office/drawing/2014/main" id="{7C3A4A97-10AE-C9AF-6ED1-41344B11F6EF}"/>
                      </a:ext>
                    </a:extLst>
                  </p:cNvPr>
                  <p:cNvGrpSpPr/>
                  <p:nvPr/>
                </p:nvGrpSpPr>
                <p:grpSpPr>
                  <a:xfrm>
                    <a:off x="5886431" y="3525040"/>
                    <a:ext cx="393192" cy="393192"/>
                    <a:chOff x="5265196" y="3932619"/>
                    <a:chExt cx="393192" cy="393192"/>
                  </a:xfrm>
                </p:grpSpPr>
                <p:grpSp>
                  <p:nvGrpSpPr>
                    <p:cNvPr id="14752" name="Group 14751">
                      <a:extLst>
                        <a:ext uri="{FF2B5EF4-FFF2-40B4-BE49-F238E27FC236}">
                          <a16:creationId xmlns:a16="http://schemas.microsoft.com/office/drawing/2014/main" id="{DFBB1165-35C1-EDDA-916B-9D2028FA8B1E}"/>
                        </a:ext>
                      </a:extLst>
                    </p:cNvPr>
                    <p:cNvGrpSpPr/>
                    <p:nvPr/>
                  </p:nvGrpSpPr>
                  <p:grpSpPr>
                    <a:xfrm>
                      <a:off x="5354636" y="4022061"/>
                      <a:ext cx="214313" cy="214313"/>
                      <a:chOff x="5354637" y="3446463"/>
                      <a:chExt cx="214313" cy="214313"/>
                    </a:xfrm>
                  </p:grpSpPr>
                  <p:sp>
                    <p:nvSpPr>
                      <p:cNvPr id="14760" name="Arc 14759">
                        <a:extLst>
                          <a:ext uri="{FF2B5EF4-FFF2-40B4-BE49-F238E27FC236}">
                            <a16:creationId xmlns:a16="http://schemas.microsoft.com/office/drawing/2014/main" id="{B51EF014-7D4B-FFFF-A9E7-0DD6773630C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761" name="Arc 14760">
                        <a:extLst>
                          <a:ext uri="{FF2B5EF4-FFF2-40B4-BE49-F238E27FC236}">
                            <a16:creationId xmlns:a16="http://schemas.microsoft.com/office/drawing/2014/main" id="{392BAEA2-A844-BDE9-658C-5953F5A4857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753" name="Group 14752">
                      <a:extLst>
                        <a:ext uri="{FF2B5EF4-FFF2-40B4-BE49-F238E27FC236}">
                          <a16:creationId xmlns:a16="http://schemas.microsoft.com/office/drawing/2014/main" id="{D22BD984-66FF-1BE3-B9A8-20C7871CC38F}"/>
                        </a:ext>
                      </a:extLst>
                    </p:cNvPr>
                    <p:cNvGrpSpPr/>
                    <p:nvPr/>
                  </p:nvGrpSpPr>
                  <p:grpSpPr>
                    <a:xfrm rot="14400000">
                      <a:off x="5310186" y="3977611"/>
                      <a:ext cx="303213" cy="303213"/>
                      <a:chOff x="5354637" y="3446463"/>
                      <a:chExt cx="214313" cy="214313"/>
                    </a:xfrm>
                  </p:grpSpPr>
                  <p:sp>
                    <p:nvSpPr>
                      <p:cNvPr id="14758" name="Arc 14757">
                        <a:extLst>
                          <a:ext uri="{FF2B5EF4-FFF2-40B4-BE49-F238E27FC236}">
                            <a16:creationId xmlns:a16="http://schemas.microsoft.com/office/drawing/2014/main" id="{392B53A7-28B5-6D5C-4FAB-BD933AA1579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759" name="Arc 14758">
                        <a:extLst>
                          <a:ext uri="{FF2B5EF4-FFF2-40B4-BE49-F238E27FC236}">
                            <a16:creationId xmlns:a16="http://schemas.microsoft.com/office/drawing/2014/main" id="{0E6EC303-C87A-980D-8ECD-C01C3916334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754" name="Group 14753">
                      <a:extLst>
                        <a:ext uri="{FF2B5EF4-FFF2-40B4-BE49-F238E27FC236}">
                          <a16:creationId xmlns:a16="http://schemas.microsoft.com/office/drawing/2014/main" id="{AB395B48-68F9-44BA-8EFB-9E9D4CCE8B5C}"/>
                        </a:ext>
                      </a:extLst>
                    </p:cNvPr>
                    <p:cNvGrpSpPr/>
                    <p:nvPr/>
                  </p:nvGrpSpPr>
                  <p:grpSpPr>
                    <a:xfrm rot="7200000">
                      <a:off x="5265196" y="3932619"/>
                      <a:ext cx="393192" cy="393192"/>
                      <a:chOff x="5354637" y="3446463"/>
                      <a:chExt cx="214313" cy="214313"/>
                    </a:xfrm>
                  </p:grpSpPr>
                  <p:sp>
                    <p:nvSpPr>
                      <p:cNvPr id="14756" name="Arc 14755">
                        <a:extLst>
                          <a:ext uri="{FF2B5EF4-FFF2-40B4-BE49-F238E27FC236}">
                            <a16:creationId xmlns:a16="http://schemas.microsoft.com/office/drawing/2014/main" id="{65B0F723-DAD8-5591-4E4E-8B5AC022311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757" name="Arc 14756">
                        <a:extLst>
                          <a:ext uri="{FF2B5EF4-FFF2-40B4-BE49-F238E27FC236}">
                            <a16:creationId xmlns:a16="http://schemas.microsoft.com/office/drawing/2014/main" id="{3C026ACE-1FBB-4A84-0B3F-B3D30C40E81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755" name="TextBox 14754">
                      <a:extLst>
                        <a:ext uri="{FF2B5EF4-FFF2-40B4-BE49-F238E27FC236}">
                          <a16:creationId xmlns:a16="http://schemas.microsoft.com/office/drawing/2014/main" id="{613E5C7B-06B2-885A-DA41-E52E702646F1}"/>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4729" name="Group 14728">
                    <a:extLst>
                      <a:ext uri="{FF2B5EF4-FFF2-40B4-BE49-F238E27FC236}">
                        <a16:creationId xmlns:a16="http://schemas.microsoft.com/office/drawing/2014/main" id="{F1D2EA29-884B-28A0-A4FF-63F410A40DF0}"/>
                      </a:ext>
                    </a:extLst>
                  </p:cNvPr>
                  <p:cNvGrpSpPr/>
                  <p:nvPr/>
                </p:nvGrpSpPr>
                <p:grpSpPr>
                  <a:xfrm>
                    <a:off x="6512463" y="3525040"/>
                    <a:ext cx="393192" cy="393192"/>
                    <a:chOff x="6389147" y="3357021"/>
                    <a:chExt cx="393192" cy="393192"/>
                  </a:xfrm>
                </p:grpSpPr>
                <p:grpSp>
                  <p:nvGrpSpPr>
                    <p:cNvPr id="14741" name="Group 14740">
                      <a:extLst>
                        <a:ext uri="{FF2B5EF4-FFF2-40B4-BE49-F238E27FC236}">
                          <a16:creationId xmlns:a16="http://schemas.microsoft.com/office/drawing/2014/main" id="{AD6D1390-2E5D-9AA6-5ECF-37528D016F85}"/>
                        </a:ext>
                      </a:extLst>
                    </p:cNvPr>
                    <p:cNvGrpSpPr/>
                    <p:nvPr/>
                  </p:nvGrpSpPr>
                  <p:grpSpPr>
                    <a:xfrm rot="7200000" flipH="1">
                      <a:off x="6389147" y="3357021"/>
                      <a:ext cx="393192" cy="393192"/>
                      <a:chOff x="5354637" y="3446463"/>
                      <a:chExt cx="214313" cy="214313"/>
                    </a:xfrm>
                  </p:grpSpPr>
                  <p:sp>
                    <p:nvSpPr>
                      <p:cNvPr id="14750" name="Arc 14749">
                        <a:extLst>
                          <a:ext uri="{FF2B5EF4-FFF2-40B4-BE49-F238E27FC236}">
                            <a16:creationId xmlns:a16="http://schemas.microsoft.com/office/drawing/2014/main" id="{B6E08778-1020-AF59-9BCE-400CDACDEB3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751" name="Arc 14750">
                        <a:extLst>
                          <a:ext uri="{FF2B5EF4-FFF2-40B4-BE49-F238E27FC236}">
                            <a16:creationId xmlns:a16="http://schemas.microsoft.com/office/drawing/2014/main" id="{5D9021D7-C9D8-FC8F-E463-D39E64BC3D9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742" name="Group 14741">
                      <a:extLst>
                        <a:ext uri="{FF2B5EF4-FFF2-40B4-BE49-F238E27FC236}">
                          <a16:creationId xmlns:a16="http://schemas.microsoft.com/office/drawing/2014/main" id="{41F08E4B-8DF5-1B11-CEC7-74DB872058CC}"/>
                        </a:ext>
                      </a:extLst>
                    </p:cNvPr>
                    <p:cNvGrpSpPr/>
                    <p:nvPr/>
                  </p:nvGrpSpPr>
                  <p:grpSpPr>
                    <a:xfrm>
                      <a:off x="6434137" y="3402011"/>
                      <a:ext cx="303213" cy="303213"/>
                      <a:chOff x="6434137" y="3402011"/>
                      <a:chExt cx="303213" cy="303213"/>
                    </a:xfrm>
                  </p:grpSpPr>
                  <p:grpSp>
                    <p:nvGrpSpPr>
                      <p:cNvPr id="14743" name="Group 14742">
                        <a:extLst>
                          <a:ext uri="{FF2B5EF4-FFF2-40B4-BE49-F238E27FC236}">
                            <a16:creationId xmlns:a16="http://schemas.microsoft.com/office/drawing/2014/main" id="{395333A2-F42D-F337-3861-3102BD4107FD}"/>
                          </a:ext>
                        </a:extLst>
                      </p:cNvPr>
                      <p:cNvGrpSpPr/>
                      <p:nvPr/>
                    </p:nvGrpSpPr>
                    <p:grpSpPr>
                      <a:xfrm flipH="1">
                        <a:off x="6478587" y="3446461"/>
                        <a:ext cx="214313" cy="214313"/>
                        <a:chOff x="5354637" y="3446463"/>
                        <a:chExt cx="214313" cy="214313"/>
                      </a:xfrm>
                    </p:grpSpPr>
                    <p:sp>
                      <p:nvSpPr>
                        <p:cNvPr id="14748" name="Arc 14747">
                          <a:extLst>
                            <a:ext uri="{FF2B5EF4-FFF2-40B4-BE49-F238E27FC236}">
                              <a16:creationId xmlns:a16="http://schemas.microsoft.com/office/drawing/2014/main" id="{51EAA849-0126-7EA0-60C3-EAF91ED5AF6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749" name="Arc 14748">
                          <a:extLst>
                            <a:ext uri="{FF2B5EF4-FFF2-40B4-BE49-F238E27FC236}">
                              <a16:creationId xmlns:a16="http://schemas.microsoft.com/office/drawing/2014/main" id="{D1B1F6E3-FA50-31CC-019F-C7EA7EC13EA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744" name="Group 14743">
                        <a:extLst>
                          <a:ext uri="{FF2B5EF4-FFF2-40B4-BE49-F238E27FC236}">
                            <a16:creationId xmlns:a16="http://schemas.microsoft.com/office/drawing/2014/main" id="{C578B1A0-BFE1-5D4A-CCBA-518C7A6BE728}"/>
                          </a:ext>
                        </a:extLst>
                      </p:cNvPr>
                      <p:cNvGrpSpPr/>
                      <p:nvPr/>
                    </p:nvGrpSpPr>
                    <p:grpSpPr>
                      <a:xfrm rot="14400000" flipH="1">
                        <a:off x="6434137" y="3402011"/>
                        <a:ext cx="303213" cy="303213"/>
                        <a:chOff x="5354637" y="3446463"/>
                        <a:chExt cx="214313" cy="214313"/>
                      </a:xfrm>
                    </p:grpSpPr>
                    <p:sp>
                      <p:nvSpPr>
                        <p:cNvPr id="14746" name="Arc 14745">
                          <a:extLst>
                            <a:ext uri="{FF2B5EF4-FFF2-40B4-BE49-F238E27FC236}">
                              <a16:creationId xmlns:a16="http://schemas.microsoft.com/office/drawing/2014/main" id="{C456920F-3CA8-92A7-6AC0-D18E98709C2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747" name="Arc 14746">
                          <a:extLst>
                            <a:ext uri="{FF2B5EF4-FFF2-40B4-BE49-F238E27FC236}">
                              <a16:creationId xmlns:a16="http://schemas.microsoft.com/office/drawing/2014/main" id="{FC042681-21E8-4CEC-10E0-E683AE6BAC5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745" name="TextBox 14744">
                        <a:extLst>
                          <a:ext uri="{FF2B5EF4-FFF2-40B4-BE49-F238E27FC236}">
                            <a16:creationId xmlns:a16="http://schemas.microsoft.com/office/drawing/2014/main" id="{1581DF7B-319E-0994-6717-A6D3FAA0B909}"/>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730" name="Group 14729">
                    <a:extLst>
                      <a:ext uri="{FF2B5EF4-FFF2-40B4-BE49-F238E27FC236}">
                        <a16:creationId xmlns:a16="http://schemas.microsoft.com/office/drawing/2014/main" id="{E1FB8FC5-9FAA-A7EC-F651-D97C92B3B7A4}"/>
                      </a:ext>
                    </a:extLst>
                  </p:cNvPr>
                  <p:cNvGrpSpPr/>
                  <p:nvPr/>
                </p:nvGrpSpPr>
                <p:grpSpPr>
                  <a:xfrm>
                    <a:off x="6197413" y="3225768"/>
                    <a:ext cx="393192" cy="393192"/>
                    <a:chOff x="6389147" y="3932622"/>
                    <a:chExt cx="393192" cy="393192"/>
                  </a:xfrm>
                </p:grpSpPr>
                <p:grpSp>
                  <p:nvGrpSpPr>
                    <p:cNvPr id="14731" name="Group 14730">
                      <a:extLst>
                        <a:ext uri="{FF2B5EF4-FFF2-40B4-BE49-F238E27FC236}">
                          <a16:creationId xmlns:a16="http://schemas.microsoft.com/office/drawing/2014/main" id="{98A0F823-ED6F-63A2-D020-051A7733B230}"/>
                        </a:ext>
                      </a:extLst>
                    </p:cNvPr>
                    <p:cNvGrpSpPr/>
                    <p:nvPr/>
                  </p:nvGrpSpPr>
                  <p:grpSpPr>
                    <a:xfrm flipH="1">
                      <a:off x="6478587" y="4022061"/>
                      <a:ext cx="214313" cy="214313"/>
                      <a:chOff x="5354637" y="3446463"/>
                      <a:chExt cx="214313" cy="214313"/>
                    </a:xfrm>
                  </p:grpSpPr>
                  <p:sp>
                    <p:nvSpPr>
                      <p:cNvPr id="14739" name="Arc 14738">
                        <a:extLst>
                          <a:ext uri="{FF2B5EF4-FFF2-40B4-BE49-F238E27FC236}">
                            <a16:creationId xmlns:a16="http://schemas.microsoft.com/office/drawing/2014/main" id="{5EEF90FB-4E4E-5E3D-CFDF-8A14551468B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740" name="Arc 14739">
                        <a:extLst>
                          <a:ext uri="{FF2B5EF4-FFF2-40B4-BE49-F238E27FC236}">
                            <a16:creationId xmlns:a16="http://schemas.microsoft.com/office/drawing/2014/main" id="{2B23C489-0D08-7221-C5EC-7BF88B5A2BE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732" name="Group 14731">
                      <a:extLst>
                        <a:ext uri="{FF2B5EF4-FFF2-40B4-BE49-F238E27FC236}">
                          <a16:creationId xmlns:a16="http://schemas.microsoft.com/office/drawing/2014/main" id="{A2CAA5CD-D4B9-3B13-D2F9-92964A090AAF}"/>
                        </a:ext>
                      </a:extLst>
                    </p:cNvPr>
                    <p:cNvGrpSpPr/>
                    <p:nvPr/>
                  </p:nvGrpSpPr>
                  <p:grpSpPr>
                    <a:xfrm rot="7200000" flipH="1">
                      <a:off x="6434137" y="3977611"/>
                      <a:ext cx="303213" cy="303213"/>
                      <a:chOff x="5354637" y="3446463"/>
                      <a:chExt cx="214313" cy="214313"/>
                    </a:xfrm>
                  </p:grpSpPr>
                  <p:sp>
                    <p:nvSpPr>
                      <p:cNvPr id="14737" name="Arc 14736">
                        <a:extLst>
                          <a:ext uri="{FF2B5EF4-FFF2-40B4-BE49-F238E27FC236}">
                            <a16:creationId xmlns:a16="http://schemas.microsoft.com/office/drawing/2014/main" id="{CFA50762-D452-9B7E-DD44-B7FAA50FF74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738" name="Arc 14737">
                        <a:extLst>
                          <a:ext uri="{FF2B5EF4-FFF2-40B4-BE49-F238E27FC236}">
                            <a16:creationId xmlns:a16="http://schemas.microsoft.com/office/drawing/2014/main" id="{22C7438D-36B6-B5FB-2582-F4ED6EEE98E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733" name="Group 14732">
                      <a:extLst>
                        <a:ext uri="{FF2B5EF4-FFF2-40B4-BE49-F238E27FC236}">
                          <a16:creationId xmlns:a16="http://schemas.microsoft.com/office/drawing/2014/main" id="{0CD4D825-D644-ADD4-072D-C47C3DF6D227}"/>
                        </a:ext>
                      </a:extLst>
                    </p:cNvPr>
                    <p:cNvGrpSpPr/>
                    <p:nvPr/>
                  </p:nvGrpSpPr>
                  <p:grpSpPr>
                    <a:xfrm rot="14400000" flipH="1">
                      <a:off x="6389147" y="3932622"/>
                      <a:ext cx="393192" cy="393192"/>
                      <a:chOff x="5354637" y="3446463"/>
                      <a:chExt cx="214313" cy="214313"/>
                    </a:xfrm>
                  </p:grpSpPr>
                  <p:sp>
                    <p:nvSpPr>
                      <p:cNvPr id="14735" name="Arc 14734">
                        <a:extLst>
                          <a:ext uri="{FF2B5EF4-FFF2-40B4-BE49-F238E27FC236}">
                            <a16:creationId xmlns:a16="http://schemas.microsoft.com/office/drawing/2014/main" id="{FFA9F7A6-D6B2-603D-0C05-75BD2346AF9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736" name="Arc 14735">
                        <a:extLst>
                          <a:ext uri="{FF2B5EF4-FFF2-40B4-BE49-F238E27FC236}">
                            <a16:creationId xmlns:a16="http://schemas.microsoft.com/office/drawing/2014/main" id="{E7D459EC-4FF5-6253-75B2-76CBEBC9299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734" name="TextBox 14733">
                      <a:extLst>
                        <a:ext uri="{FF2B5EF4-FFF2-40B4-BE49-F238E27FC236}">
                          <a16:creationId xmlns:a16="http://schemas.microsoft.com/office/drawing/2014/main" id="{114C39D6-E74A-9CD2-355A-73D24650BDC3}"/>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2240" name="Group 12239">
              <a:extLst>
                <a:ext uri="{FF2B5EF4-FFF2-40B4-BE49-F238E27FC236}">
                  <a16:creationId xmlns:a16="http://schemas.microsoft.com/office/drawing/2014/main" id="{F4912D3B-19E8-483C-891A-9E641A28FE6A}"/>
                </a:ext>
              </a:extLst>
            </p:cNvPr>
            <p:cNvGrpSpPr/>
            <p:nvPr/>
          </p:nvGrpSpPr>
          <p:grpSpPr>
            <a:xfrm>
              <a:off x="5981315" y="745999"/>
              <a:ext cx="2263438" cy="2198360"/>
              <a:chOff x="5445106" y="2039507"/>
              <a:chExt cx="2263438" cy="2198360"/>
            </a:xfrm>
          </p:grpSpPr>
          <p:grpSp>
            <p:nvGrpSpPr>
              <p:cNvPr id="14533" name="Group 14532">
                <a:extLst>
                  <a:ext uri="{FF2B5EF4-FFF2-40B4-BE49-F238E27FC236}">
                    <a16:creationId xmlns:a16="http://schemas.microsoft.com/office/drawing/2014/main" id="{CFBC918D-56B4-27EC-BEF1-E59B05D897D7}"/>
                  </a:ext>
                </a:extLst>
              </p:cNvPr>
              <p:cNvGrpSpPr/>
              <p:nvPr/>
            </p:nvGrpSpPr>
            <p:grpSpPr>
              <a:xfrm>
                <a:off x="5445106" y="2644743"/>
                <a:ext cx="1643204" cy="1593124"/>
                <a:chOff x="5445106" y="2644743"/>
                <a:chExt cx="1643204" cy="1593124"/>
              </a:xfrm>
            </p:grpSpPr>
            <p:grpSp>
              <p:nvGrpSpPr>
                <p:cNvPr id="14629" name="Group 14628">
                  <a:extLst>
                    <a:ext uri="{FF2B5EF4-FFF2-40B4-BE49-F238E27FC236}">
                      <a16:creationId xmlns:a16="http://schemas.microsoft.com/office/drawing/2014/main" id="{B03A4463-D891-CA5E-5CA9-E5A650F12104}"/>
                    </a:ext>
                  </a:extLst>
                </p:cNvPr>
                <p:cNvGrpSpPr/>
                <p:nvPr/>
              </p:nvGrpSpPr>
              <p:grpSpPr>
                <a:xfrm>
                  <a:off x="5445106" y="2644743"/>
                  <a:ext cx="1019224" cy="991639"/>
                  <a:chOff x="5886431" y="3225768"/>
                  <a:chExt cx="1019224" cy="991639"/>
                </a:xfrm>
              </p:grpSpPr>
              <p:grpSp>
                <p:nvGrpSpPr>
                  <p:cNvPr id="14677" name="Group 14676">
                    <a:extLst>
                      <a:ext uri="{FF2B5EF4-FFF2-40B4-BE49-F238E27FC236}">
                        <a16:creationId xmlns:a16="http://schemas.microsoft.com/office/drawing/2014/main" id="{6CA960C4-1032-DC3E-C01D-BD24EFBDBEAD}"/>
                      </a:ext>
                    </a:extLst>
                  </p:cNvPr>
                  <p:cNvGrpSpPr/>
                  <p:nvPr/>
                </p:nvGrpSpPr>
                <p:grpSpPr>
                  <a:xfrm>
                    <a:off x="6197413" y="3824215"/>
                    <a:ext cx="393192" cy="393192"/>
                    <a:chOff x="5265196" y="3357021"/>
                    <a:chExt cx="393192" cy="393192"/>
                  </a:xfrm>
                </p:grpSpPr>
                <p:grpSp>
                  <p:nvGrpSpPr>
                    <p:cNvPr id="14712" name="Group 14711">
                      <a:extLst>
                        <a:ext uri="{FF2B5EF4-FFF2-40B4-BE49-F238E27FC236}">
                          <a16:creationId xmlns:a16="http://schemas.microsoft.com/office/drawing/2014/main" id="{7DFB4F2B-DB6A-65C1-1E1E-769B5A4590A2}"/>
                        </a:ext>
                      </a:extLst>
                    </p:cNvPr>
                    <p:cNvGrpSpPr/>
                    <p:nvPr/>
                  </p:nvGrpSpPr>
                  <p:grpSpPr>
                    <a:xfrm rot="14400000">
                      <a:off x="5265196" y="3357021"/>
                      <a:ext cx="393192" cy="393192"/>
                      <a:chOff x="5354637" y="3446463"/>
                      <a:chExt cx="214313" cy="214313"/>
                    </a:xfrm>
                  </p:grpSpPr>
                  <p:sp>
                    <p:nvSpPr>
                      <p:cNvPr id="14721" name="Arc 14720">
                        <a:extLst>
                          <a:ext uri="{FF2B5EF4-FFF2-40B4-BE49-F238E27FC236}">
                            <a16:creationId xmlns:a16="http://schemas.microsoft.com/office/drawing/2014/main" id="{8E00B709-BB90-F9BB-6272-8A4C4A9E51E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722" name="Arc 14721">
                        <a:extLst>
                          <a:ext uri="{FF2B5EF4-FFF2-40B4-BE49-F238E27FC236}">
                            <a16:creationId xmlns:a16="http://schemas.microsoft.com/office/drawing/2014/main" id="{094682A3-D713-D73F-3049-0BE4DE9975D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713" name="Group 14712">
                      <a:extLst>
                        <a:ext uri="{FF2B5EF4-FFF2-40B4-BE49-F238E27FC236}">
                          <a16:creationId xmlns:a16="http://schemas.microsoft.com/office/drawing/2014/main" id="{F1656EE4-E895-9633-E2F1-A76881F36C8B}"/>
                        </a:ext>
                      </a:extLst>
                    </p:cNvPr>
                    <p:cNvGrpSpPr/>
                    <p:nvPr/>
                  </p:nvGrpSpPr>
                  <p:grpSpPr>
                    <a:xfrm>
                      <a:off x="5310186" y="3402011"/>
                      <a:ext cx="303213" cy="303213"/>
                      <a:chOff x="5310186" y="3402011"/>
                      <a:chExt cx="303213" cy="303213"/>
                    </a:xfrm>
                  </p:grpSpPr>
                  <p:grpSp>
                    <p:nvGrpSpPr>
                      <p:cNvPr id="14714" name="Group 14713">
                        <a:extLst>
                          <a:ext uri="{FF2B5EF4-FFF2-40B4-BE49-F238E27FC236}">
                            <a16:creationId xmlns:a16="http://schemas.microsoft.com/office/drawing/2014/main" id="{C5889F6E-786D-336B-476F-FBD2800B470F}"/>
                          </a:ext>
                        </a:extLst>
                      </p:cNvPr>
                      <p:cNvGrpSpPr/>
                      <p:nvPr/>
                    </p:nvGrpSpPr>
                    <p:grpSpPr>
                      <a:xfrm>
                        <a:off x="5354636" y="3446461"/>
                        <a:ext cx="214313" cy="214313"/>
                        <a:chOff x="5354637" y="3446463"/>
                        <a:chExt cx="214313" cy="214313"/>
                      </a:xfrm>
                    </p:grpSpPr>
                    <p:sp>
                      <p:nvSpPr>
                        <p:cNvPr id="14719" name="Arc 14718">
                          <a:extLst>
                            <a:ext uri="{FF2B5EF4-FFF2-40B4-BE49-F238E27FC236}">
                              <a16:creationId xmlns:a16="http://schemas.microsoft.com/office/drawing/2014/main" id="{804E5EEA-6E53-92F1-6D96-54C97E0F48B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720" name="Arc 14719">
                          <a:extLst>
                            <a:ext uri="{FF2B5EF4-FFF2-40B4-BE49-F238E27FC236}">
                              <a16:creationId xmlns:a16="http://schemas.microsoft.com/office/drawing/2014/main" id="{53B84A7E-FC90-721F-31F9-AE61ADB622B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715" name="Group 14714">
                        <a:extLst>
                          <a:ext uri="{FF2B5EF4-FFF2-40B4-BE49-F238E27FC236}">
                            <a16:creationId xmlns:a16="http://schemas.microsoft.com/office/drawing/2014/main" id="{03BD272D-EA18-DB87-AAA0-BAF41A0E22D0}"/>
                          </a:ext>
                        </a:extLst>
                      </p:cNvPr>
                      <p:cNvGrpSpPr/>
                      <p:nvPr/>
                    </p:nvGrpSpPr>
                    <p:grpSpPr>
                      <a:xfrm rot="7200000">
                        <a:off x="5310186" y="3402011"/>
                        <a:ext cx="303213" cy="303213"/>
                        <a:chOff x="5354637" y="3446463"/>
                        <a:chExt cx="214313" cy="214313"/>
                      </a:xfrm>
                    </p:grpSpPr>
                    <p:sp>
                      <p:nvSpPr>
                        <p:cNvPr id="14717" name="Arc 14716">
                          <a:extLst>
                            <a:ext uri="{FF2B5EF4-FFF2-40B4-BE49-F238E27FC236}">
                              <a16:creationId xmlns:a16="http://schemas.microsoft.com/office/drawing/2014/main" id="{AF21BAB5-DFD4-7D69-DEB0-AF19C252C40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718" name="Arc 14717">
                          <a:extLst>
                            <a:ext uri="{FF2B5EF4-FFF2-40B4-BE49-F238E27FC236}">
                              <a16:creationId xmlns:a16="http://schemas.microsoft.com/office/drawing/2014/main" id="{64D1536B-3042-17E3-95B5-2CAAA66130E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716" name="TextBox 14715">
                        <a:extLst>
                          <a:ext uri="{FF2B5EF4-FFF2-40B4-BE49-F238E27FC236}">
                            <a16:creationId xmlns:a16="http://schemas.microsoft.com/office/drawing/2014/main" id="{EDF79938-F7F3-A301-736E-826156E124C2}"/>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678" name="Group 14677">
                    <a:extLst>
                      <a:ext uri="{FF2B5EF4-FFF2-40B4-BE49-F238E27FC236}">
                        <a16:creationId xmlns:a16="http://schemas.microsoft.com/office/drawing/2014/main" id="{45DAF92E-6621-ED88-E779-FBDE23122D3D}"/>
                      </a:ext>
                    </a:extLst>
                  </p:cNvPr>
                  <p:cNvGrpSpPr/>
                  <p:nvPr/>
                </p:nvGrpSpPr>
                <p:grpSpPr>
                  <a:xfrm>
                    <a:off x="5886431" y="3525040"/>
                    <a:ext cx="393192" cy="393192"/>
                    <a:chOff x="5265196" y="3932619"/>
                    <a:chExt cx="393192" cy="393192"/>
                  </a:xfrm>
                </p:grpSpPr>
                <p:grpSp>
                  <p:nvGrpSpPr>
                    <p:cNvPr id="14702" name="Group 14701">
                      <a:extLst>
                        <a:ext uri="{FF2B5EF4-FFF2-40B4-BE49-F238E27FC236}">
                          <a16:creationId xmlns:a16="http://schemas.microsoft.com/office/drawing/2014/main" id="{2804E738-3D6E-1511-796D-87A40A2D2F77}"/>
                        </a:ext>
                      </a:extLst>
                    </p:cNvPr>
                    <p:cNvGrpSpPr/>
                    <p:nvPr/>
                  </p:nvGrpSpPr>
                  <p:grpSpPr>
                    <a:xfrm>
                      <a:off x="5354636" y="4022061"/>
                      <a:ext cx="214313" cy="214313"/>
                      <a:chOff x="5354637" y="3446463"/>
                      <a:chExt cx="214313" cy="214313"/>
                    </a:xfrm>
                  </p:grpSpPr>
                  <p:sp>
                    <p:nvSpPr>
                      <p:cNvPr id="14710" name="Arc 14709">
                        <a:extLst>
                          <a:ext uri="{FF2B5EF4-FFF2-40B4-BE49-F238E27FC236}">
                            <a16:creationId xmlns:a16="http://schemas.microsoft.com/office/drawing/2014/main" id="{20F552B8-971D-DAE4-E9A3-D385385E869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711" name="Arc 14710">
                        <a:extLst>
                          <a:ext uri="{FF2B5EF4-FFF2-40B4-BE49-F238E27FC236}">
                            <a16:creationId xmlns:a16="http://schemas.microsoft.com/office/drawing/2014/main" id="{1A526F03-FD9E-4112-4A91-9A7B408895D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703" name="Group 14702">
                      <a:extLst>
                        <a:ext uri="{FF2B5EF4-FFF2-40B4-BE49-F238E27FC236}">
                          <a16:creationId xmlns:a16="http://schemas.microsoft.com/office/drawing/2014/main" id="{46573915-8BFA-2DA8-17E6-444BC4CC884E}"/>
                        </a:ext>
                      </a:extLst>
                    </p:cNvPr>
                    <p:cNvGrpSpPr/>
                    <p:nvPr/>
                  </p:nvGrpSpPr>
                  <p:grpSpPr>
                    <a:xfrm rot="14400000">
                      <a:off x="5310186" y="3977611"/>
                      <a:ext cx="303213" cy="303213"/>
                      <a:chOff x="5354637" y="3446463"/>
                      <a:chExt cx="214313" cy="214313"/>
                    </a:xfrm>
                  </p:grpSpPr>
                  <p:sp>
                    <p:nvSpPr>
                      <p:cNvPr id="14708" name="Arc 14707">
                        <a:extLst>
                          <a:ext uri="{FF2B5EF4-FFF2-40B4-BE49-F238E27FC236}">
                            <a16:creationId xmlns:a16="http://schemas.microsoft.com/office/drawing/2014/main" id="{952913C0-562F-5605-6449-FB06D2CD1B3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709" name="Arc 14708">
                        <a:extLst>
                          <a:ext uri="{FF2B5EF4-FFF2-40B4-BE49-F238E27FC236}">
                            <a16:creationId xmlns:a16="http://schemas.microsoft.com/office/drawing/2014/main" id="{8EEFA2B1-978D-27E9-5A5A-25991BF5FB9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704" name="Group 14703">
                      <a:extLst>
                        <a:ext uri="{FF2B5EF4-FFF2-40B4-BE49-F238E27FC236}">
                          <a16:creationId xmlns:a16="http://schemas.microsoft.com/office/drawing/2014/main" id="{FC740271-F4E2-6B4E-A189-EFFC25A6CA6A}"/>
                        </a:ext>
                      </a:extLst>
                    </p:cNvPr>
                    <p:cNvGrpSpPr/>
                    <p:nvPr/>
                  </p:nvGrpSpPr>
                  <p:grpSpPr>
                    <a:xfrm rot="7200000">
                      <a:off x="5265196" y="3932619"/>
                      <a:ext cx="393192" cy="393192"/>
                      <a:chOff x="5354637" y="3446463"/>
                      <a:chExt cx="214313" cy="214313"/>
                    </a:xfrm>
                  </p:grpSpPr>
                  <p:sp>
                    <p:nvSpPr>
                      <p:cNvPr id="14706" name="Arc 14705">
                        <a:extLst>
                          <a:ext uri="{FF2B5EF4-FFF2-40B4-BE49-F238E27FC236}">
                            <a16:creationId xmlns:a16="http://schemas.microsoft.com/office/drawing/2014/main" id="{4B7786A8-EA17-C36A-16DD-89C14083C32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707" name="Arc 14706">
                        <a:extLst>
                          <a:ext uri="{FF2B5EF4-FFF2-40B4-BE49-F238E27FC236}">
                            <a16:creationId xmlns:a16="http://schemas.microsoft.com/office/drawing/2014/main" id="{C24DCA77-F793-3DAC-1CCC-48CE90A6754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705" name="TextBox 14704">
                      <a:extLst>
                        <a:ext uri="{FF2B5EF4-FFF2-40B4-BE49-F238E27FC236}">
                          <a16:creationId xmlns:a16="http://schemas.microsoft.com/office/drawing/2014/main" id="{6E5BF410-458E-023A-CB4F-EF3CF8BE3092}"/>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4679" name="Group 14678">
                    <a:extLst>
                      <a:ext uri="{FF2B5EF4-FFF2-40B4-BE49-F238E27FC236}">
                        <a16:creationId xmlns:a16="http://schemas.microsoft.com/office/drawing/2014/main" id="{EDA75080-E33C-597F-6651-1CFE5A688825}"/>
                      </a:ext>
                    </a:extLst>
                  </p:cNvPr>
                  <p:cNvGrpSpPr/>
                  <p:nvPr/>
                </p:nvGrpSpPr>
                <p:grpSpPr>
                  <a:xfrm>
                    <a:off x="6512463" y="3525040"/>
                    <a:ext cx="393192" cy="393192"/>
                    <a:chOff x="6389147" y="3357021"/>
                    <a:chExt cx="393192" cy="393192"/>
                  </a:xfrm>
                </p:grpSpPr>
                <p:grpSp>
                  <p:nvGrpSpPr>
                    <p:cNvPr id="14691" name="Group 14690">
                      <a:extLst>
                        <a:ext uri="{FF2B5EF4-FFF2-40B4-BE49-F238E27FC236}">
                          <a16:creationId xmlns:a16="http://schemas.microsoft.com/office/drawing/2014/main" id="{F3F65600-9190-1C29-1AB7-46CD15927478}"/>
                        </a:ext>
                      </a:extLst>
                    </p:cNvPr>
                    <p:cNvGrpSpPr/>
                    <p:nvPr/>
                  </p:nvGrpSpPr>
                  <p:grpSpPr>
                    <a:xfrm rot="7200000" flipH="1">
                      <a:off x="6389147" y="3357021"/>
                      <a:ext cx="393192" cy="393192"/>
                      <a:chOff x="5354637" y="3446463"/>
                      <a:chExt cx="214313" cy="214313"/>
                    </a:xfrm>
                  </p:grpSpPr>
                  <p:sp>
                    <p:nvSpPr>
                      <p:cNvPr id="14700" name="Arc 14699">
                        <a:extLst>
                          <a:ext uri="{FF2B5EF4-FFF2-40B4-BE49-F238E27FC236}">
                            <a16:creationId xmlns:a16="http://schemas.microsoft.com/office/drawing/2014/main" id="{4CF44405-E151-0002-7219-C542AB73E5E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701" name="Arc 14700">
                        <a:extLst>
                          <a:ext uri="{FF2B5EF4-FFF2-40B4-BE49-F238E27FC236}">
                            <a16:creationId xmlns:a16="http://schemas.microsoft.com/office/drawing/2014/main" id="{45E9843B-6E31-49D5-12C5-A8A95627EA2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692" name="Group 14691">
                      <a:extLst>
                        <a:ext uri="{FF2B5EF4-FFF2-40B4-BE49-F238E27FC236}">
                          <a16:creationId xmlns:a16="http://schemas.microsoft.com/office/drawing/2014/main" id="{CCBD0EFE-DEDD-50BB-3970-3E5921AEC786}"/>
                        </a:ext>
                      </a:extLst>
                    </p:cNvPr>
                    <p:cNvGrpSpPr/>
                    <p:nvPr/>
                  </p:nvGrpSpPr>
                  <p:grpSpPr>
                    <a:xfrm>
                      <a:off x="6434137" y="3402011"/>
                      <a:ext cx="303213" cy="303213"/>
                      <a:chOff x="6434137" y="3402011"/>
                      <a:chExt cx="303213" cy="303213"/>
                    </a:xfrm>
                  </p:grpSpPr>
                  <p:grpSp>
                    <p:nvGrpSpPr>
                      <p:cNvPr id="14693" name="Group 14692">
                        <a:extLst>
                          <a:ext uri="{FF2B5EF4-FFF2-40B4-BE49-F238E27FC236}">
                            <a16:creationId xmlns:a16="http://schemas.microsoft.com/office/drawing/2014/main" id="{23D6B815-ACA1-0635-23C7-665C65999E8C}"/>
                          </a:ext>
                        </a:extLst>
                      </p:cNvPr>
                      <p:cNvGrpSpPr/>
                      <p:nvPr/>
                    </p:nvGrpSpPr>
                    <p:grpSpPr>
                      <a:xfrm flipH="1">
                        <a:off x="6478587" y="3446461"/>
                        <a:ext cx="214313" cy="214313"/>
                        <a:chOff x="5354637" y="3446463"/>
                        <a:chExt cx="214313" cy="214313"/>
                      </a:xfrm>
                    </p:grpSpPr>
                    <p:sp>
                      <p:nvSpPr>
                        <p:cNvPr id="14698" name="Arc 14697">
                          <a:extLst>
                            <a:ext uri="{FF2B5EF4-FFF2-40B4-BE49-F238E27FC236}">
                              <a16:creationId xmlns:a16="http://schemas.microsoft.com/office/drawing/2014/main" id="{CE339F66-4569-248D-2E56-C83E535977E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699" name="Arc 14698">
                          <a:extLst>
                            <a:ext uri="{FF2B5EF4-FFF2-40B4-BE49-F238E27FC236}">
                              <a16:creationId xmlns:a16="http://schemas.microsoft.com/office/drawing/2014/main" id="{46E7CC16-66C1-0BE2-75DC-1B33707D29A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694" name="Group 14693">
                        <a:extLst>
                          <a:ext uri="{FF2B5EF4-FFF2-40B4-BE49-F238E27FC236}">
                            <a16:creationId xmlns:a16="http://schemas.microsoft.com/office/drawing/2014/main" id="{B415F8D1-D5B5-8CD0-E6B8-09CD2EA51A26}"/>
                          </a:ext>
                        </a:extLst>
                      </p:cNvPr>
                      <p:cNvGrpSpPr/>
                      <p:nvPr/>
                    </p:nvGrpSpPr>
                    <p:grpSpPr>
                      <a:xfrm rot="14400000" flipH="1">
                        <a:off x="6434137" y="3402011"/>
                        <a:ext cx="303213" cy="303213"/>
                        <a:chOff x="5354637" y="3446463"/>
                        <a:chExt cx="214313" cy="214313"/>
                      </a:xfrm>
                    </p:grpSpPr>
                    <p:sp>
                      <p:nvSpPr>
                        <p:cNvPr id="14696" name="Arc 14695">
                          <a:extLst>
                            <a:ext uri="{FF2B5EF4-FFF2-40B4-BE49-F238E27FC236}">
                              <a16:creationId xmlns:a16="http://schemas.microsoft.com/office/drawing/2014/main" id="{F82659A3-C20D-CF3E-F639-BA354AC4DF0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697" name="Arc 14696">
                          <a:extLst>
                            <a:ext uri="{FF2B5EF4-FFF2-40B4-BE49-F238E27FC236}">
                              <a16:creationId xmlns:a16="http://schemas.microsoft.com/office/drawing/2014/main" id="{CEFBB905-9956-6DD5-53C8-0D59E745262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695" name="TextBox 14694">
                        <a:extLst>
                          <a:ext uri="{FF2B5EF4-FFF2-40B4-BE49-F238E27FC236}">
                            <a16:creationId xmlns:a16="http://schemas.microsoft.com/office/drawing/2014/main" id="{DF28D576-6AA0-F6FF-8630-2C4F5D57EAEA}"/>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680" name="Group 14679">
                    <a:extLst>
                      <a:ext uri="{FF2B5EF4-FFF2-40B4-BE49-F238E27FC236}">
                        <a16:creationId xmlns:a16="http://schemas.microsoft.com/office/drawing/2014/main" id="{23577CF7-19AA-5C1D-9428-1312EAC379EB}"/>
                      </a:ext>
                    </a:extLst>
                  </p:cNvPr>
                  <p:cNvGrpSpPr/>
                  <p:nvPr/>
                </p:nvGrpSpPr>
                <p:grpSpPr>
                  <a:xfrm>
                    <a:off x="6197413" y="3225768"/>
                    <a:ext cx="393192" cy="393192"/>
                    <a:chOff x="6389147" y="3932622"/>
                    <a:chExt cx="393192" cy="393192"/>
                  </a:xfrm>
                </p:grpSpPr>
                <p:grpSp>
                  <p:nvGrpSpPr>
                    <p:cNvPr id="14681" name="Group 14680">
                      <a:extLst>
                        <a:ext uri="{FF2B5EF4-FFF2-40B4-BE49-F238E27FC236}">
                          <a16:creationId xmlns:a16="http://schemas.microsoft.com/office/drawing/2014/main" id="{FF5BE862-741F-D771-443E-C6C038729674}"/>
                        </a:ext>
                      </a:extLst>
                    </p:cNvPr>
                    <p:cNvGrpSpPr/>
                    <p:nvPr/>
                  </p:nvGrpSpPr>
                  <p:grpSpPr>
                    <a:xfrm flipH="1">
                      <a:off x="6478587" y="4022061"/>
                      <a:ext cx="214313" cy="214313"/>
                      <a:chOff x="5354637" y="3446463"/>
                      <a:chExt cx="214313" cy="214313"/>
                    </a:xfrm>
                  </p:grpSpPr>
                  <p:sp>
                    <p:nvSpPr>
                      <p:cNvPr id="14689" name="Arc 14688">
                        <a:extLst>
                          <a:ext uri="{FF2B5EF4-FFF2-40B4-BE49-F238E27FC236}">
                            <a16:creationId xmlns:a16="http://schemas.microsoft.com/office/drawing/2014/main" id="{173ED67E-C6C2-3EA1-EB4B-BA142CAF23D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690" name="Arc 14689">
                        <a:extLst>
                          <a:ext uri="{FF2B5EF4-FFF2-40B4-BE49-F238E27FC236}">
                            <a16:creationId xmlns:a16="http://schemas.microsoft.com/office/drawing/2014/main" id="{49AE7378-78B8-2734-A723-A9A2349D68C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682" name="Group 14681">
                      <a:extLst>
                        <a:ext uri="{FF2B5EF4-FFF2-40B4-BE49-F238E27FC236}">
                          <a16:creationId xmlns:a16="http://schemas.microsoft.com/office/drawing/2014/main" id="{75622C5A-EA1A-BCAD-E500-619D7ADAE707}"/>
                        </a:ext>
                      </a:extLst>
                    </p:cNvPr>
                    <p:cNvGrpSpPr/>
                    <p:nvPr/>
                  </p:nvGrpSpPr>
                  <p:grpSpPr>
                    <a:xfrm rot="7200000" flipH="1">
                      <a:off x="6434137" y="3977611"/>
                      <a:ext cx="303213" cy="303213"/>
                      <a:chOff x="5354637" y="3446463"/>
                      <a:chExt cx="214313" cy="214313"/>
                    </a:xfrm>
                  </p:grpSpPr>
                  <p:sp>
                    <p:nvSpPr>
                      <p:cNvPr id="14687" name="Arc 14686">
                        <a:extLst>
                          <a:ext uri="{FF2B5EF4-FFF2-40B4-BE49-F238E27FC236}">
                            <a16:creationId xmlns:a16="http://schemas.microsoft.com/office/drawing/2014/main" id="{CEC83C95-A54F-7957-F964-C23976D0788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688" name="Arc 14687">
                        <a:extLst>
                          <a:ext uri="{FF2B5EF4-FFF2-40B4-BE49-F238E27FC236}">
                            <a16:creationId xmlns:a16="http://schemas.microsoft.com/office/drawing/2014/main" id="{A61C9E0F-6173-92D5-C65B-0228A921E37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683" name="Group 14682">
                      <a:extLst>
                        <a:ext uri="{FF2B5EF4-FFF2-40B4-BE49-F238E27FC236}">
                          <a16:creationId xmlns:a16="http://schemas.microsoft.com/office/drawing/2014/main" id="{9FCDA0CE-CB32-70ED-BDDB-23E39FA127C9}"/>
                        </a:ext>
                      </a:extLst>
                    </p:cNvPr>
                    <p:cNvGrpSpPr/>
                    <p:nvPr/>
                  </p:nvGrpSpPr>
                  <p:grpSpPr>
                    <a:xfrm rot="14400000" flipH="1">
                      <a:off x="6389147" y="3932622"/>
                      <a:ext cx="393192" cy="393192"/>
                      <a:chOff x="5354637" y="3446463"/>
                      <a:chExt cx="214313" cy="214313"/>
                    </a:xfrm>
                  </p:grpSpPr>
                  <p:sp>
                    <p:nvSpPr>
                      <p:cNvPr id="14685" name="Arc 14684">
                        <a:extLst>
                          <a:ext uri="{FF2B5EF4-FFF2-40B4-BE49-F238E27FC236}">
                            <a16:creationId xmlns:a16="http://schemas.microsoft.com/office/drawing/2014/main" id="{2D4A4F49-0217-412B-A838-B6003139280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686" name="Arc 14685">
                        <a:extLst>
                          <a:ext uri="{FF2B5EF4-FFF2-40B4-BE49-F238E27FC236}">
                            <a16:creationId xmlns:a16="http://schemas.microsoft.com/office/drawing/2014/main" id="{B350877D-ABCD-7AB1-E81B-5496CE2F8BB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684" name="TextBox 14683">
                      <a:extLst>
                        <a:ext uri="{FF2B5EF4-FFF2-40B4-BE49-F238E27FC236}">
                          <a16:creationId xmlns:a16="http://schemas.microsoft.com/office/drawing/2014/main" id="{B6454EE1-0F6F-0AA6-91E9-C7DF26E5B6A9}"/>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630" name="Group 14629">
                  <a:extLst>
                    <a:ext uri="{FF2B5EF4-FFF2-40B4-BE49-F238E27FC236}">
                      <a16:creationId xmlns:a16="http://schemas.microsoft.com/office/drawing/2014/main" id="{6DB52135-8CA2-7FE9-EB4C-18785CE6FA6D}"/>
                    </a:ext>
                  </a:extLst>
                </p:cNvPr>
                <p:cNvGrpSpPr/>
                <p:nvPr/>
              </p:nvGrpSpPr>
              <p:grpSpPr>
                <a:xfrm>
                  <a:off x="6069086" y="3246228"/>
                  <a:ext cx="1019224" cy="991639"/>
                  <a:chOff x="5886431" y="3225768"/>
                  <a:chExt cx="1019224" cy="991639"/>
                </a:xfrm>
              </p:grpSpPr>
              <p:grpSp>
                <p:nvGrpSpPr>
                  <p:cNvPr id="14631" name="Group 14630">
                    <a:extLst>
                      <a:ext uri="{FF2B5EF4-FFF2-40B4-BE49-F238E27FC236}">
                        <a16:creationId xmlns:a16="http://schemas.microsoft.com/office/drawing/2014/main" id="{F44FB2A3-F7F3-8D9B-4302-230B336E021A}"/>
                      </a:ext>
                    </a:extLst>
                  </p:cNvPr>
                  <p:cNvGrpSpPr/>
                  <p:nvPr/>
                </p:nvGrpSpPr>
                <p:grpSpPr>
                  <a:xfrm>
                    <a:off x="6197413" y="3824215"/>
                    <a:ext cx="393192" cy="393192"/>
                    <a:chOff x="5265196" y="3357021"/>
                    <a:chExt cx="393192" cy="393192"/>
                  </a:xfrm>
                </p:grpSpPr>
                <p:grpSp>
                  <p:nvGrpSpPr>
                    <p:cNvPr id="14666" name="Group 14665">
                      <a:extLst>
                        <a:ext uri="{FF2B5EF4-FFF2-40B4-BE49-F238E27FC236}">
                          <a16:creationId xmlns:a16="http://schemas.microsoft.com/office/drawing/2014/main" id="{6E62A5B9-C85B-D0EE-57EB-7C48DFFF03C4}"/>
                        </a:ext>
                      </a:extLst>
                    </p:cNvPr>
                    <p:cNvGrpSpPr/>
                    <p:nvPr/>
                  </p:nvGrpSpPr>
                  <p:grpSpPr>
                    <a:xfrm rot="14400000">
                      <a:off x="5265196" y="3357021"/>
                      <a:ext cx="393192" cy="393192"/>
                      <a:chOff x="5354637" y="3446463"/>
                      <a:chExt cx="214313" cy="214313"/>
                    </a:xfrm>
                  </p:grpSpPr>
                  <p:sp>
                    <p:nvSpPr>
                      <p:cNvPr id="14675" name="Arc 14674">
                        <a:extLst>
                          <a:ext uri="{FF2B5EF4-FFF2-40B4-BE49-F238E27FC236}">
                            <a16:creationId xmlns:a16="http://schemas.microsoft.com/office/drawing/2014/main" id="{59F9D9D7-617C-4862-2BEE-F1E4E999D3F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676" name="Arc 14675">
                        <a:extLst>
                          <a:ext uri="{FF2B5EF4-FFF2-40B4-BE49-F238E27FC236}">
                            <a16:creationId xmlns:a16="http://schemas.microsoft.com/office/drawing/2014/main" id="{F27F2EE9-8DA1-2F0E-D44C-EC328999795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667" name="Group 14666">
                      <a:extLst>
                        <a:ext uri="{FF2B5EF4-FFF2-40B4-BE49-F238E27FC236}">
                          <a16:creationId xmlns:a16="http://schemas.microsoft.com/office/drawing/2014/main" id="{73E0A632-AB74-19AC-2DC8-7F761F8438C9}"/>
                        </a:ext>
                      </a:extLst>
                    </p:cNvPr>
                    <p:cNvGrpSpPr/>
                    <p:nvPr/>
                  </p:nvGrpSpPr>
                  <p:grpSpPr>
                    <a:xfrm>
                      <a:off x="5310186" y="3402011"/>
                      <a:ext cx="303213" cy="303213"/>
                      <a:chOff x="5310186" y="3402011"/>
                      <a:chExt cx="303213" cy="303213"/>
                    </a:xfrm>
                  </p:grpSpPr>
                  <p:grpSp>
                    <p:nvGrpSpPr>
                      <p:cNvPr id="14668" name="Group 14667">
                        <a:extLst>
                          <a:ext uri="{FF2B5EF4-FFF2-40B4-BE49-F238E27FC236}">
                            <a16:creationId xmlns:a16="http://schemas.microsoft.com/office/drawing/2014/main" id="{76458939-398C-2A1D-4086-C0D885CF35A6}"/>
                          </a:ext>
                        </a:extLst>
                      </p:cNvPr>
                      <p:cNvGrpSpPr/>
                      <p:nvPr/>
                    </p:nvGrpSpPr>
                    <p:grpSpPr>
                      <a:xfrm>
                        <a:off x="5354636" y="3446461"/>
                        <a:ext cx="214313" cy="214313"/>
                        <a:chOff x="5354637" y="3446463"/>
                        <a:chExt cx="214313" cy="214313"/>
                      </a:xfrm>
                    </p:grpSpPr>
                    <p:sp>
                      <p:nvSpPr>
                        <p:cNvPr id="14673" name="Arc 14672">
                          <a:extLst>
                            <a:ext uri="{FF2B5EF4-FFF2-40B4-BE49-F238E27FC236}">
                              <a16:creationId xmlns:a16="http://schemas.microsoft.com/office/drawing/2014/main" id="{525C887C-B476-2669-8F97-46BEC2CE01F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674" name="Arc 14673">
                          <a:extLst>
                            <a:ext uri="{FF2B5EF4-FFF2-40B4-BE49-F238E27FC236}">
                              <a16:creationId xmlns:a16="http://schemas.microsoft.com/office/drawing/2014/main" id="{07B8736E-B54C-BE41-5DA4-6202BB17F03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669" name="Group 14668">
                        <a:extLst>
                          <a:ext uri="{FF2B5EF4-FFF2-40B4-BE49-F238E27FC236}">
                            <a16:creationId xmlns:a16="http://schemas.microsoft.com/office/drawing/2014/main" id="{D17EF107-E922-050B-99BB-F8418CC909F8}"/>
                          </a:ext>
                        </a:extLst>
                      </p:cNvPr>
                      <p:cNvGrpSpPr/>
                      <p:nvPr/>
                    </p:nvGrpSpPr>
                    <p:grpSpPr>
                      <a:xfrm rot="7200000">
                        <a:off x="5310186" y="3402011"/>
                        <a:ext cx="303213" cy="303213"/>
                        <a:chOff x="5354637" y="3446463"/>
                        <a:chExt cx="214313" cy="214313"/>
                      </a:xfrm>
                    </p:grpSpPr>
                    <p:sp>
                      <p:nvSpPr>
                        <p:cNvPr id="14671" name="Arc 14670">
                          <a:extLst>
                            <a:ext uri="{FF2B5EF4-FFF2-40B4-BE49-F238E27FC236}">
                              <a16:creationId xmlns:a16="http://schemas.microsoft.com/office/drawing/2014/main" id="{00F26B9B-1E44-3472-1240-563BE4C88DD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672" name="Arc 14671">
                          <a:extLst>
                            <a:ext uri="{FF2B5EF4-FFF2-40B4-BE49-F238E27FC236}">
                              <a16:creationId xmlns:a16="http://schemas.microsoft.com/office/drawing/2014/main" id="{0FF9D45F-F900-2D3B-A12D-23BEA7CBCC3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670" name="TextBox 14669">
                        <a:extLst>
                          <a:ext uri="{FF2B5EF4-FFF2-40B4-BE49-F238E27FC236}">
                            <a16:creationId xmlns:a16="http://schemas.microsoft.com/office/drawing/2014/main" id="{7A4F3994-0767-AA57-AF6B-C0611C25C7D1}"/>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632" name="Group 14631">
                    <a:extLst>
                      <a:ext uri="{FF2B5EF4-FFF2-40B4-BE49-F238E27FC236}">
                        <a16:creationId xmlns:a16="http://schemas.microsoft.com/office/drawing/2014/main" id="{9C3BDD59-26EA-5BB8-19C6-CD46015C4B0E}"/>
                      </a:ext>
                    </a:extLst>
                  </p:cNvPr>
                  <p:cNvGrpSpPr/>
                  <p:nvPr/>
                </p:nvGrpSpPr>
                <p:grpSpPr>
                  <a:xfrm>
                    <a:off x="5886431" y="3525040"/>
                    <a:ext cx="393192" cy="393192"/>
                    <a:chOff x="5265196" y="3932619"/>
                    <a:chExt cx="393192" cy="393192"/>
                  </a:xfrm>
                </p:grpSpPr>
                <p:grpSp>
                  <p:nvGrpSpPr>
                    <p:cNvPr id="14656" name="Group 14655">
                      <a:extLst>
                        <a:ext uri="{FF2B5EF4-FFF2-40B4-BE49-F238E27FC236}">
                          <a16:creationId xmlns:a16="http://schemas.microsoft.com/office/drawing/2014/main" id="{8B61E293-CE2E-B08C-C248-EE44CA1653D7}"/>
                        </a:ext>
                      </a:extLst>
                    </p:cNvPr>
                    <p:cNvGrpSpPr/>
                    <p:nvPr/>
                  </p:nvGrpSpPr>
                  <p:grpSpPr>
                    <a:xfrm>
                      <a:off x="5354636" y="4022061"/>
                      <a:ext cx="214313" cy="214313"/>
                      <a:chOff x="5354637" y="3446463"/>
                      <a:chExt cx="214313" cy="214313"/>
                    </a:xfrm>
                  </p:grpSpPr>
                  <p:sp>
                    <p:nvSpPr>
                      <p:cNvPr id="14664" name="Arc 14663">
                        <a:extLst>
                          <a:ext uri="{FF2B5EF4-FFF2-40B4-BE49-F238E27FC236}">
                            <a16:creationId xmlns:a16="http://schemas.microsoft.com/office/drawing/2014/main" id="{D8BB3DC9-D280-A6B5-BA6B-C0D7A4BA9D2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665" name="Arc 14664">
                        <a:extLst>
                          <a:ext uri="{FF2B5EF4-FFF2-40B4-BE49-F238E27FC236}">
                            <a16:creationId xmlns:a16="http://schemas.microsoft.com/office/drawing/2014/main" id="{0D0DC8E8-7518-1B4D-1DDF-8E75017246B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657" name="Group 14656">
                      <a:extLst>
                        <a:ext uri="{FF2B5EF4-FFF2-40B4-BE49-F238E27FC236}">
                          <a16:creationId xmlns:a16="http://schemas.microsoft.com/office/drawing/2014/main" id="{D19DA1F0-586D-1565-DA01-521022ACAEE1}"/>
                        </a:ext>
                      </a:extLst>
                    </p:cNvPr>
                    <p:cNvGrpSpPr/>
                    <p:nvPr/>
                  </p:nvGrpSpPr>
                  <p:grpSpPr>
                    <a:xfrm rot="14400000">
                      <a:off x="5310186" y="3977611"/>
                      <a:ext cx="303213" cy="303213"/>
                      <a:chOff x="5354637" y="3446463"/>
                      <a:chExt cx="214313" cy="214313"/>
                    </a:xfrm>
                  </p:grpSpPr>
                  <p:sp>
                    <p:nvSpPr>
                      <p:cNvPr id="14662" name="Arc 14661">
                        <a:extLst>
                          <a:ext uri="{FF2B5EF4-FFF2-40B4-BE49-F238E27FC236}">
                            <a16:creationId xmlns:a16="http://schemas.microsoft.com/office/drawing/2014/main" id="{421A0EB5-4A72-2776-EBB5-C97522FD309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663" name="Arc 14662">
                        <a:extLst>
                          <a:ext uri="{FF2B5EF4-FFF2-40B4-BE49-F238E27FC236}">
                            <a16:creationId xmlns:a16="http://schemas.microsoft.com/office/drawing/2014/main" id="{8E999E3D-AF77-B798-B231-053FA2BC2C5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658" name="Group 14657">
                      <a:extLst>
                        <a:ext uri="{FF2B5EF4-FFF2-40B4-BE49-F238E27FC236}">
                          <a16:creationId xmlns:a16="http://schemas.microsoft.com/office/drawing/2014/main" id="{6482DE09-138D-487F-386A-8F2EC4FA2FC2}"/>
                        </a:ext>
                      </a:extLst>
                    </p:cNvPr>
                    <p:cNvGrpSpPr/>
                    <p:nvPr/>
                  </p:nvGrpSpPr>
                  <p:grpSpPr>
                    <a:xfrm rot="7200000">
                      <a:off x="5265196" y="3932619"/>
                      <a:ext cx="393192" cy="393192"/>
                      <a:chOff x="5354637" y="3446463"/>
                      <a:chExt cx="214313" cy="214313"/>
                    </a:xfrm>
                  </p:grpSpPr>
                  <p:sp>
                    <p:nvSpPr>
                      <p:cNvPr id="14660" name="Arc 14659">
                        <a:extLst>
                          <a:ext uri="{FF2B5EF4-FFF2-40B4-BE49-F238E27FC236}">
                            <a16:creationId xmlns:a16="http://schemas.microsoft.com/office/drawing/2014/main" id="{29974C18-A2EC-8BC0-70EB-EC41169182C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661" name="Arc 14660">
                        <a:extLst>
                          <a:ext uri="{FF2B5EF4-FFF2-40B4-BE49-F238E27FC236}">
                            <a16:creationId xmlns:a16="http://schemas.microsoft.com/office/drawing/2014/main" id="{C9F545F1-1040-4459-5542-1624BABB85A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659" name="TextBox 14658">
                      <a:extLst>
                        <a:ext uri="{FF2B5EF4-FFF2-40B4-BE49-F238E27FC236}">
                          <a16:creationId xmlns:a16="http://schemas.microsoft.com/office/drawing/2014/main" id="{A4F03836-D9B9-AE3D-C618-56407DBD31E7}"/>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4633" name="Group 14632">
                    <a:extLst>
                      <a:ext uri="{FF2B5EF4-FFF2-40B4-BE49-F238E27FC236}">
                        <a16:creationId xmlns:a16="http://schemas.microsoft.com/office/drawing/2014/main" id="{F6226C7A-05E3-77FB-C685-BDDBAFB4ABD3}"/>
                      </a:ext>
                    </a:extLst>
                  </p:cNvPr>
                  <p:cNvGrpSpPr/>
                  <p:nvPr/>
                </p:nvGrpSpPr>
                <p:grpSpPr>
                  <a:xfrm>
                    <a:off x="6512463" y="3525040"/>
                    <a:ext cx="393192" cy="393192"/>
                    <a:chOff x="6389147" y="3357021"/>
                    <a:chExt cx="393192" cy="393192"/>
                  </a:xfrm>
                </p:grpSpPr>
                <p:grpSp>
                  <p:nvGrpSpPr>
                    <p:cNvPr id="14645" name="Group 14644">
                      <a:extLst>
                        <a:ext uri="{FF2B5EF4-FFF2-40B4-BE49-F238E27FC236}">
                          <a16:creationId xmlns:a16="http://schemas.microsoft.com/office/drawing/2014/main" id="{EF7C67DC-0B92-30FD-6C9C-6B6A163A02A6}"/>
                        </a:ext>
                      </a:extLst>
                    </p:cNvPr>
                    <p:cNvGrpSpPr/>
                    <p:nvPr/>
                  </p:nvGrpSpPr>
                  <p:grpSpPr>
                    <a:xfrm rot="7200000" flipH="1">
                      <a:off x="6389147" y="3357021"/>
                      <a:ext cx="393192" cy="393192"/>
                      <a:chOff x="5354637" y="3446463"/>
                      <a:chExt cx="214313" cy="214313"/>
                    </a:xfrm>
                  </p:grpSpPr>
                  <p:sp>
                    <p:nvSpPr>
                      <p:cNvPr id="14654" name="Arc 14653">
                        <a:extLst>
                          <a:ext uri="{FF2B5EF4-FFF2-40B4-BE49-F238E27FC236}">
                            <a16:creationId xmlns:a16="http://schemas.microsoft.com/office/drawing/2014/main" id="{CC673897-F96B-BA0B-ECD3-F1CCA5AD077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655" name="Arc 14654">
                        <a:extLst>
                          <a:ext uri="{FF2B5EF4-FFF2-40B4-BE49-F238E27FC236}">
                            <a16:creationId xmlns:a16="http://schemas.microsoft.com/office/drawing/2014/main" id="{9C3F0F5A-0971-B025-2F8E-26F5544B6E6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646" name="Group 14645">
                      <a:extLst>
                        <a:ext uri="{FF2B5EF4-FFF2-40B4-BE49-F238E27FC236}">
                          <a16:creationId xmlns:a16="http://schemas.microsoft.com/office/drawing/2014/main" id="{C588713A-74D9-CB6E-9D53-8C8045BD9846}"/>
                        </a:ext>
                      </a:extLst>
                    </p:cNvPr>
                    <p:cNvGrpSpPr/>
                    <p:nvPr/>
                  </p:nvGrpSpPr>
                  <p:grpSpPr>
                    <a:xfrm>
                      <a:off x="6434137" y="3402011"/>
                      <a:ext cx="303213" cy="303213"/>
                      <a:chOff x="6434137" y="3402011"/>
                      <a:chExt cx="303213" cy="303213"/>
                    </a:xfrm>
                  </p:grpSpPr>
                  <p:grpSp>
                    <p:nvGrpSpPr>
                      <p:cNvPr id="14647" name="Group 14646">
                        <a:extLst>
                          <a:ext uri="{FF2B5EF4-FFF2-40B4-BE49-F238E27FC236}">
                            <a16:creationId xmlns:a16="http://schemas.microsoft.com/office/drawing/2014/main" id="{257D0E7F-CA84-8110-0BB4-6A4986FD797B}"/>
                          </a:ext>
                        </a:extLst>
                      </p:cNvPr>
                      <p:cNvGrpSpPr/>
                      <p:nvPr/>
                    </p:nvGrpSpPr>
                    <p:grpSpPr>
                      <a:xfrm flipH="1">
                        <a:off x="6478587" y="3446461"/>
                        <a:ext cx="214313" cy="214313"/>
                        <a:chOff x="5354637" y="3446463"/>
                        <a:chExt cx="214313" cy="214313"/>
                      </a:xfrm>
                    </p:grpSpPr>
                    <p:sp>
                      <p:nvSpPr>
                        <p:cNvPr id="14652" name="Arc 14651">
                          <a:extLst>
                            <a:ext uri="{FF2B5EF4-FFF2-40B4-BE49-F238E27FC236}">
                              <a16:creationId xmlns:a16="http://schemas.microsoft.com/office/drawing/2014/main" id="{4A847CEC-BA05-3A6A-11CF-AE8955C8629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653" name="Arc 14652">
                          <a:extLst>
                            <a:ext uri="{FF2B5EF4-FFF2-40B4-BE49-F238E27FC236}">
                              <a16:creationId xmlns:a16="http://schemas.microsoft.com/office/drawing/2014/main" id="{E45F4532-58F1-92A8-4F1C-3F0997FEF77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648" name="Group 14647">
                        <a:extLst>
                          <a:ext uri="{FF2B5EF4-FFF2-40B4-BE49-F238E27FC236}">
                            <a16:creationId xmlns:a16="http://schemas.microsoft.com/office/drawing/2014/main" id="{18153E8E-A1FC-80C4-DB5B-7C04D5A5B9E5}"/>
                          </a:ext>
                        </a:extLst>
                      </p:cNvPr>
                      <p:cNvGrpSpPr/>
                      <p:nvPr/>
                    </p:nvGrpSpPr>
                    <p:grpSpPr>
                      <a:xfrm rot="14400000" flipH="1">
                        <a:off x="6434137" y="3402011"/>
                        <a:ext cx="303213" cy="303213"/>
                        <a:chOff x="5354637" y="3446463"/>
                        <a:chExt cx="214313" cy="214313"/>
                      </a:xfrm>
                    </p:grpSpPr>
                    <p:sp>
                      <p:nvSpPr>
                        <p:cNvPr id="14650" name="Arc 14649">
                          <a:extLst>
                            <a:ext uri="{FF2B5EF4-FFF2-40B4-BE49-F238E27FC236}">
                              <a16:creationId xmlns:a16="http://schemas.microsoft.com/office/drawing/2014/main" id="{7B0583C1-788D-4EB8-82CF-215AD4BB688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651" name="Arc 14650">
                          <a:extLst>
                            <a:ext uri="{FF2B5EF4-FFF2-40B4-BE49-F238E27FC236}">
                              <a16:creationId xmlns:a16="http://schemas.microsoft.com/office/drawing/2014/main" id="{D40BFF71-67CB-D9DC-2B75-8329BD01ABC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649" name="TextBox 14648">
                        <a:extLst>
                          <a:ext uri="{FF2B5EF4-FFF2-40B4-BE49-F238E27FC236}">
                            <a16:creationId xmlns:a16="http://schemas.microsoft.com/office/drawing/2014/main" id="{1FC7E0A2-D6A3-E88A-061A-23F93A9F2C12}"/>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634" name="Group 14633">
                    <a:extLst>
                      <a:ext uri="{FF2B5EF4-FFF2-40B4-BE49-F238E27FC236}">
                        <a16:creationId xmlns:a16="http://schemas.microsoft.com/office/drawing/2014/main" id="{C13AF8F8-D067-DFCA-87DB-EB074D1C4235}"/>
                      </a:ext>
                    </a:extLst>
                  </p:cNvPr>
                  <p:cNvGrpSpPr/>
                  <p:nvPr/>
                </p:nvGrpSpPr>
                <p:grpSpPr>
                  <a:xfrm>
                    <a:off x="6197413" y="3225768"/>
                    <a:ext cx="393192" cy="393192"/>
                    <a:chOff x="6389147" y="3932622"/>
                    <a:chExt cx="393192" cy="393192"/>
                  </a:xfrm>
                </p:grpSpPr>
                <p:grpSp>
                  <p:nvGrpSpPr>
                    <p:cNvPr id="14635" name="Group 14634">
                      <a:extLst>
                        <a:ext uri="{FF2B5EF4-FFF2-40B4-BE49-F238E27FC236}">
                          <a16:creationId xmlns:a16="http://schemas.microsoft.com/office/drawing/2014/main" id="{17C794F7-3DE8-16DC-AAF1-D3D171258F89}"/>
                        </a:ext>
                      </a:extLst>
                    </p:cNvPr>
                    <p:cNvGrpSpPr/>
                    <p:nvPr/>
                  </p:nvGrpSpPr>
                  <p:grpSpPr>
                    <a:xfrm flipH="1">
                      <a:off x="6478587" y="4022061"/>
                      <a:ext cx="214313" cy="214313"/>
                      <a:chOff x="5354637" y="3446463"/>
                      <a:chExt cx="214313" cy="214313"/>
                    </a:xfrm>
                  </p:grpSpPr>
                  <p:sp>
                    <p:nvSpPr>
                      <p:cNvPr id="14643" name="Arc 14642">
                        <a:extLst>
                          <a:ext uri="{FF2B5EF4-FFF2-40B4-BE49-F238E27FC236}">
                            <a16:creationId xmlns:a16="http://schemas.microsoft.com/office/drawing/2014/main" id="{CDEC2AA9-CAB8-C963-62B3-C06732B1694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644" name="Arc 14643">
                        <a:extLst>
                          <a:ext uri="{FF2B5EF4-FFF2-40B4-BE49-F238E27FC236}">
                            <a16:creationId xmlns:a16="http://schemas.microsoft.com/office/drawing/2014/main" id="{0C876060-205E-5EEC-AA70-0BF325E3607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636" name="Group 14635">
                      <a:extLst>
                        <a:ext uri="{FF2B5EF4-FFF2-40B4-BE49-F238E27FC236}">
                          <a16:creationId xmlns:a16="http://schemas.microsoft.com/office/drawing/2014/main" id="{90324028-4AF7-104E-8B4E-C6B94B4D099B}"/>
                        </a:ext>
                      </a:extLst>
                    </p:cNvPr>
                    <p:cNvGrpSpPr/>
                    <p:nvPr/>
                  </p:nvGrpSpPr>
                  <p:grpSpPr>
                    <a:xfrm rot="7200000" flipH="1">
                      <a:off x="6434137" y="3977611"/>
                      <a:ext cx="303213" cy="303213"/>
                      <a:chOff x="5354637" y="3446463"/>
                      <a:chExt cx="214313" cy="214313"/>
                    </a:xfrm>
                  </p:grpSpPr>
                  <p:sp>
                    <p:nvSpPr>
                      <p:cNvPr id="14641" name="Arc 14640">
                        <a:extLst>
                          <a:ext uri="{FF2B5EF4-FFF2-40B4-BE49-F238E27FC236}">
                            <a16:creationId xmlns:a16="http://schemas.microsoft.com/office/drawing/2014/main" id="{8518B11E-11D2-64FA-4766-7FADB52E397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642" name="Arc 14641">
                        <a:extLst>
                          <a:ext uri="{FF2B5EF4-FFF2-40B4-BE49-F238E27FC236}">
                            <a16:creationId xmlns:a16="http://schemas.microsoft.com/office/drawing/2014/main" id="{CB9F3C69-440C-E705-42D1-3319931861C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637" name="Group 14636">
                      <a:extLst>
                        <a:ext uri="{FF2B5EF4-FFF2-40B4-BE49-F238E27FC236}">
                          <a16:creationId xmlns:a16="http://schemas.microsoft.com/office/drawing/2014/main" id="{B4F47B40-7A01-2236-73DF-FB037A0DA9E3}"/>
                        </a:ext>
                      </a:extLst>
                    </p:cNvPr>
                    <p:cNvGrpSpPr/>
                    <p:nvPr/>
                  </p:nvGrpSpPr>
                  <p:grpSpPr>
                    <a:xfrm rot="14400000" flipH="1">
                      <a:off x="6389147" y="3932622"/>
                      <a:ext cx="393192" cy="393192"/>
                      <a:chOff x="5354637" y="3446463"/>
                      <a:chExt cx="214313" cy="214313"/>
                    </a:xfrm>
                  </p:grpSpPr>
                  <p:sp>
                    <p:nvSpPr>
                      <p:cNvPr id="14639" name="Arc 14638">
                        <a:extLst>
                          <a:ext uri="{FF2B5EF4-FFF2-40B4-BE49-F238E27FC236}">
                            <a16:creationId xmlns:a16="http://schemas.microsoft.com/office/drawing/2014/main" id="{2AB49EAB-E5AD-5BEE-204C-F1D95B2F984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640" name="Arc 14639">
                        <a:extLst>
                          <a:ext uri="{FF2B5EF4-FFF2-40B4-BE49-F238E27FC236}">
                            <a16:creationId xmlns:a16="http://schemas.microsoft.com/office/drawing/2014/main" id="{7B82B719-F4C6-D2F2-55A0-30FD9EB4104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638" name="TextBox 14637">
                      <a:extLst>
                        <a:ext uri="{FF2B5EF4-FFF2-40B4-BE49-F238E27FC236}">
                          <a16:creationId xmlns:a16="http://schemas.microsoft.com/office/drawing/2014/main" id="{46820A32-9D90-D235-2FF6-5852FBB28677}"/>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4534" name="Group 14533">
                <a:extLst>
                  <a:ext uri="{FF2B5EF4-FFF2-40B4-BE49-F238E27FC236}">
                    <a16:creationId xmlns:a16="http://schemas.microsoft.com/office/drawing/2014/main" id="{EABCE53A-BEA8-CE22-38E4-D844431E7D9A}"/>
                  </a:ext>
                </a:extLst>
              </p:cNvPr>
              <p:cNvGrpSpPr/>
              <p:nvPr/>
            </p:nvGrpSpPr>
            <p:grpSpPr>
              <a:xfrm>
                <a:off x="6065340" y="2039507"/>
                <a:ext cx="1643204" cy="1593124"/>
                <a:chOff x="5445106" y="2644743"/>
                <a:chExt cx="1643204" cy="1593124"/>
              </a:xfrm>
            </p:grpSpPr>
            <p:grpSp>
              <p:nvGrpSpPr>
                <p:cNvPr id="14535" name="Group 14534">
                  <a:extLst>
                    <a:ext uri="{FF2B5EF4-FFF2-40B4-BE49-F238E27FC236}">
                      <a16:creationId xmlns:a16="http://schemas.microsoft.com/office/drawing/2014/main" id="{C8FA5FB1-6DBF-0D52-4456-E50A46C26E86}"/>
                    </a:ext>
                  </a:extLst>
                </p:cNvPr>
                <p:cNvGrpSpPr/>
                <p:nvPr/>
              </p:nvGrpSpPr>
              <p:grpSpPr>
                <a:xfrm>
                  <a:off x="5445106" y="2644743"/>
                  <a:ext cx="1019224" cy="991639"/>
                  <a:chOff x="5886431" y="3225768"/>
                  <a:chExt cx="1019224" cy="991639"/>
                </a:xfrm>
              </p:grpSpPr>
              <p:grpSp>
                <p:nvGrpSpPr>
                  <p:cNvPr id="14583" name="Group 14582">
                    <a:extLst>
                      <a:ext uri="{FF2B5EF4-FFF2-40B4-BE49-F238E27FC236}">
                        <a16:creationId xmlns:a16="http://schemas.microsoft.com/office/drawing/2014/main" id="{396422F7-56D3-5409-547C-B6109A1AB3C8}"/>
                      </a:ext>
                    </a:extLst>
                  </p:cNvPr>
                  <p:cNvGrpSpPr/>
                  <p:nvPr/>
                </p:nvGrpSpPr>
                <p:grpSpPr>
                  <a:xfrm>
                    <a:off x="6197413" y="3824215"/>
                    <a:ext cx="393192" cy="393192"/>
                    <a:chOff x="5265196" y="3357021"/>
                    <a:chExt cx="393192" cy="393192"/>
                  </a:xfrm>
                </p:grpSpPr>
                <p:grpSp>
                  <p:nvGrpSpPr>
                    <p:cNvPr id="14618" name="Group 14617">
                      <a:extLst>
                        <a:ext uri="{FF2B5EF4-FFF2-40B4-BE49-F238E27FC236}">
                          <a16:creationId xmlns:a16="http://schemas.microsoft.com/office/drawing/2014/main" id="{989B06A0-F672-DA5F-BD03-264CD5862F9A}"/>
                        </a:ext>
                      </a:extLst>
                    </p:cNvPr>
                    <p:cNvGrpSpPr/>
                    <p:nvPr/>
                  </p:nvGrpSpPr>
                  <p:grpSpPr>
                    <a:xfrm rot="14400000">
                      <a:off x="5265196" y="3357021"/>
                      <a:ext cx="393192" cy="393192"/>
                      <a:chOff x="5354637" y="3446463"/>
                      <a:chExt cx="214313" cy="214313"/>
                    </a:xfrm>
                  </p:grpSpPr>
                  <p:sp>
                    <p:nvSpPr>
                      <p:cNvPr id="14627" name="Arc 14626">
                        <a:extLst>
                          <a:ext uri="{FF2B5EF4-FFF2-40B4-BE49-F238E27FC236}">
                            <a16:creationId xmlns:a16="http://schemas.microsoft.com/office/drawing/2014/main" id="{A0C7E2B2-B02C-3709-4226-48EF5BEC026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628" name="Arc 14627">
                        <a:extLst>
                          <a:ext uri="{FF2B5EF4-FFF2-40B4-BE49-F238E27FC236}">
                            <a16:creationId xmlns:a16="http://schemas.microsoft.com/office/drawing/2014/main" id="{72EF5470-55C3-BDDD-17CD-B3990896C17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619" name="Group 14618">
                      <a:extLst>
                        <a:ext uri="{FF2B5EF4-FFF2-40B4-BE49-F238E27FC236}">
                          <a16:creationId xmlns:a16="http://schemas.microsoft.com/office/drawing/2014/main" id="{BD9A9D0A-3D5C-2A07-9995-A8E55B2B58D6}"/>
                        </a:ext>
                      </a:extLst>
                    </p:cNvPr>
                    <p:cNvGrpSpPr/>
                    <p:nvPr/>
                  </p:nvGrpSpPr>
                  <p:grpSpPr>
                    <a:xfrm>
                      <a:off x="5310186" y="3402011"/>
                      <a:ext cx="303213" cy="303213"/>
                      <a:chOff x="5310186" y="3402011"/>
                      <a:chExt cx="303213" cy="303213"/>
                    </a:xfrm>
                  </p:grpSpPr>
                  <p:grpSp>
                    <p:nvGrpSpPr>
                      <p:cNvPr id="14620" name="Group 14619">
                        <a:extLst>
                          <a:ext uri="{FF2B5EF4-FFF2-40B4-BE49-F238E27FC236}">
                            <a16:creationId xmlns:a16="http://schemas.microsoft.com/office/drawing/2014/main" id="{82E29498-91C4-3FE4-9E7C-F948F49C4A64}"/>
                          </a:ext>
                        </a:extLst>
                      </p:cNvPr>
                      <p:cNvGrpSpPr/>
                      <p:nvPr/>
                    </p:nvGrpSpPr>
                    <p:grpSpPr>
                      <a:xfrm>
                        <a:off x="5354636" y="3446461"/>
                        <a:ext cx="214313" cy="214313"/>
                        <a:chOff x="5354637" y="3446463"/>
                        <a:chExt cx="214313" cy="214313"/>
                      </a:xfrm>
                    </p:grpSpPr>
                    <p:sp>
                      <p:nvSpPr>
                        <p:cNvPr id="14625" name="Arc 14624">
                          <a:extLst>
                            <a:ext uri="{FF2B5EF4-FFF2-40B4-BE49-F238E27FC236}">
                              <a16:creationId xmlns:a16="http://schemas.microsoft.com/office/drawing/2014/main" id="{6EFC64F5-B60B-BFA0-C388-5BAEAB6F3CA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626" name="Arc 14625">
                          <a:extLst>
                            <a:ext uri="{FF2B5EF4-FFF2-40B4-BE49-F238E27FC236}">
                              <a16:creationId xmlns:a16="http://schemas.microsoft.com/office/drawing/2014/main" id="{D58E7A57-F328-EDB8-6DA8-72A4296E8C0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621" name="Group 14620">
                        <a:extLst>
                          <a:ext uri="{FF2B5EF4-FFF2-40B4-BE49-F238E27FC236}">
                            <a16:creationId xmlns:a16="http://schemas.microsoft.com/office/drawing/2014/main" id="{5406E85B-C0D5-F24F-9397-4450BB7C8589}"/>
                          </a:ext>
                        </a:extLst>
                      </p:cNvPr>
                      <p:cNvGrpSpPr/>
                      <p:nvPr/>
                    </p:nvGrpSpPr>
                    <p:grpSpPr>
                      <a:xfrm rot="7200000">
                        <a:off x="5310186" y="3402011"/>
                        <a:ext cx="303213" cy="303213"/>
                        <a:chOff x="5354637" y="3446463"/>
                        <a:chExt cx="214313" cy="214313"/>
                      </a:xfrm>
                    </p:grpSpPr>
                    <p:sp>
                      <p:nvSpPr>
                        <p:cNvPr id="14623" name="Arc 14622">
                          <a:extLst>
                            <a:ext uri="{FF2B5EF4-FFF2-40B4-BE49-F238E27FC236}">
                              <a16:creationId xmlns:a16="http://schemas.microsoft.com/office/drawing/2014/main" id="{4967BD35-A255-6365-33C4-06869D5CBE8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624" name="Arc 14623">
                          <a:extLst>
                            <a:ext uri="{FF2B5EF4-FFF2-40B4-BE49-F238E27FC236}">
                              <a16:creationId xmlns:a16="http://schemas.microsoft.com/office/drawing/2014/main" id="{91590686-A9EC-0F0F-0E6F-851CF5DE6C4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622" name="TextBox 14621">
                        <a:extLst>
                          <a:ext uri="{FF2B5EF4-FFF2-40B4-BE49-F238E27FC236}">
                            <a16:creationId xmlns:a16="http://schemas.microsoft.com/office/drawing/2014/main" id="{9C2495F6-626D-380D-9E98-603ED44DC0B4}"/>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584" name="Group 14583">
                    <a:extLst>
                      <a:ext uri="{FF2B5EF4-FFF2-40B4-BE49-F238E27FC236}">
                        <a16:creationId xmlns:a16="http://schemas.microsoft.com/office/drawing/2014/main" id="{51646ECD-333E-D822-A56B-765D85FB0D04}"/>
                      </a:ext>
                    </a:extLst>
                  </p:cNvPr>
                  <p:cNvGrpSpPr/>
                  <p:nvPr/>
                </p:nvGrpSpPr>
                <p:grpSpPr>
                  <a:xfrm>
                    <a:off x="5886431" y="3525040"/>
                    <a:ext cx="393192" cy="393192"/>
                    <a:chOff x="5265196" y="3932619"/>
                    <a:chExt cx="393192" cy="393192"/>
                  </a:xfrm>
                </p:grpSpPr>
                <p:grpSp>
                  <p:nvGrpSpPr>
                    <p:cNvPr id="14608" name="Group 14607">
                      <a:extLst>
                        <a:ext uri="{FF2B5EF4-FFF2-40B4-BE49-F238E27FC236}">
                          <a16:creationId xmlns:a16="http://schemas.microsoft.com/office/drawing/2014/main" id="{F48A8848-8EF6-26F0-E242-D1388AD5D79B}"/>
                        </a:ext>
                      </a:extLst>
                    </p:cNvPr>
                    <p:cNvGrpSpPr/>
                    <p:nvPr/>
                  </p:nvGrpSpPr>
                  <p:grpSpPr>
                    <a:xfrm>
                      <a:off x="5354636" y="4022061"/>
                      <a:ext cx="214313" cy="214313"/>
                      <a:chOff x="5354637" y="3446463"/>
                      <a:chExt cx="214313" cy="214313"/>
                    </a:xfrm>
                  </p:grpSpPr>
                  <p:sp>
                    <p:nvSpPr>
                      <p:cNvPr id="14616" name="Arc 14615">
                        <a:extLst>
                          <a:ext uri="{FF2B5EF4-FFF2-40B4-BE49-F238E27FC236}">
                            <a16:creationId xmlns:a16="http://schemas.microsoft.com/office/drawing/2014/main" id="{20926709-97A4-2B40-36D6-E6BD5703CB2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617" name="Arc 14616">
                        <a:extLst>
                          <a:ext uri="{FF2B5EF4-FFF2-40B4-BE49-F238E27FC236}">
                            <a16:creationId xmlns:a16="http://schemas.microsoft.com/office/drawing/2014/main" id="{BB59F3AD-0831-ED8B-783E-28EF3A844A6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609" name="Group 14608">
                      <a:extLst>
                        <a:ext uri="{FF2B5EF4-FFF2-40B4-BE49-F238E27FC236}">
                          <a16:creationId xmlns:a16="http://schemas.microsoft.com/office/drawing/2014/main" id="{13BD8126-CD32-E7F3-7827-690F493B77C3}"/>
                        </a:ext>
                      </a:extLst>
                    </p:cNvPr>
                    <p:cNvGrpSpPr/>
                    <p:nvPr/>
                  </p:nvGrpSpPr>
                  <p:grpSpPr>
                    <a:xfrm rot="14400000">
                      <a:off x="5310186" y="3977611"/>
                      <a:ext cx="303213" cy="303213"/>
                      <a:chOff x="5354637" y="3446463"/>
                      <a:chExt cx="214313" cy="214313"/>
                    </a:xfrm>
                  </p:grpSpPr>
                  <p:sp>
                    <p:nvSpPr>
                      <p:cNvPr id="14614" name="Arc 14613">
                        <a:extLst>
                          <a:ext uri="{FF2B5EF4-FFF2-40B4-BE49-F238E27FC236}">
                            <a16:creationId xmlns:a16="http://schemas.microsoft.com/office/drawing/2014/main" id="{7E4F19D7-AD08-2B10-D567-3A005B5DE98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615" name="Arc 14614">
                        <a:extLst>
                          <a:ext uri="{FF2B5EF4-FFF2-40B4-BE49-F238E27FC236}">
                            <a16:creationId xmlns:a16="http://schemas.microsoft.com/office/drawing/2014/main" id="{B6D3395B-EE48-74A1-B833-2A6AC4C2046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610" name="Group 14609">
                      <a:extLst>
                        <a:ext uri="{FF2B5EF4-FFF2-40B4-BE49-F238E27FC236}">
                          <a16:creationId xmlns:a16="http://schemas.microsoft.com/office/drawing/2014/main" id="{C6F0624C-D315-4B3B-E341-348E0D499706}"/>
                        </a:ext>
                      </a:extLst>
                    </p:cNvPr>
                    <p:cNvGrpSpPr/>
                    <p:nvPr/>
                  </p:nvGrpSpPr>
                  <p:grpSpPr>
                    <a:xfrm rot="7200000">
                      <a:off x="5265196" y="3932619"/>
                      <a:ext cx="393192" cy="393192"/>
                      <a:chOff x="5354637" y="3446463"/>
                      <a:chExt cx="214313" cy="214313"/>
                    </a:xfrm>
                  </p:grpSpPr>
                  <p:sp>
                    <p:nvSpPr>
                      <p:cNvPr id="14612" name="Arc 14611">
                        <a:extLst>
                          <a:ext uri="{FF2B5EF4-FFF2-40B4-BE49-F238E27FC236}">
                            <a16:creationId xmlns:a16="http://schemas.microsoft.com/office/drawing/2014/main" id="{7162B50C-E352-5118-BF5D-0B5D45D2E44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613" name="Arc 14612">
                        <a:extLst>
                          <a:ext uri="{FF2B5EF4-FFF2-40B4-BE49-F238E27FC236}">
                            <a16:creationId xmlns:a16="http://schemas.microsoft.com/office/drawing/2014/main" id="{4A4701AF-3549-2C80-C856-FF9072EEB5C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611" name="TextBox 14610">
                      <a:extLst>
                        <a:ext uri="{FF2B5EF4-FFF2-40B4-BE49-F238E27FC236}">
                          <a16:creationId xmlns:a16="http://schemas.microsoft.com/office/drawing/2014/main" id="{CBB2148C-418E-A1A6-1586-E85A39309EC0}"/>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4585" name="Group 14584">
                    <a:extLst>
                      <a:ext uri="{FF2B5EF4-FFF2-40B4-BE49-F238E27FC236}">
                        <a16:creationId xmlns:a16="http://schemas.microsoft.com/office/drawing/2014/main" id="{A3E6E608-9DFA-DF3A-0EAE-0AA89771BBAA}"/>
                      </a:ext>
                    </a:extLst>
                  </p:cNvPr>
                  <p:cNvGrpSpPr/>
                  <p:nvPr/>
                </p:nvGrpSpPr>
                <p:grpSpPr>
                  <a:xfrm>
                    <a:off x="6512463" y="3525040"/>
                    <a:ext cx="393192" cy="393192"/>
                    <a:chOff x="6389147" y="3357021"/>
                    <a:chExt cx="393192" cy="393192"/>
                  </a:xfrm>
                </p:grpSpPr>
                <p:grpSp>
                  <p:nvGrpSpPr>
                    <p:cNvPr id="14597" name="Group 14596">
                      <a:extLst>
                        <a:ext uri="{FF2B5EF4-FFF2-40B4-BE49-F238E27FC236}">
                          <a16:creationId xmlns:a16="http://schemas.microsoft.com/office/drawing/2014/main" id="{6E1D146F-E9FC-AE9A-9E4B-B1201551C747}"/>
                        </a:ext>
                      </a:extLst>
                    </p:cNvPr>
                    <p:cNvGrpSpPr/>
                    <p:nvPr/>
                  </p:nvGrpSpPr>
                  <p:grpSpPr>
                    <a:xfrm rot="7200000" flipH="1">
                      <a:off x="6389147" y="3357021"/>
                      <a:ext cx="393192" cy="393192"/>
                      <a:chOff x="5354637" y="3446463"/>
                      <a:chExt cx="214313" cy="214313"/>
                    </a:xfrm>
                  </p:grpSpPr>
                  <p:sp>
                    <p:nvSpPr>
                      <p:cNvPr id="14606" name="Arc 14605">
                        <a:extLst>
                          <a:ext uri="{FF2B5EF4-FFF2-40B4-BE49-F238E27FC236}">
                            <a16:creationId xmlns:a16="http://schemas.microsoft.com/office/drawing/2014/main" id="{1B145A8F-F75D-265C-F671-83B4DFC3722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607" name="Arc 14606">
                        <a:extLst>
                          <a:ext uri="{FF2B5EF4-FFF2-40B4-BE49-F238E27FC236}">
                            <a16:creationId xmlns:a16="http://schemas.microsoft.com/office/drawing/2014/main" id="{4449511A-757B-FFD1-98F2-FC761C61EA3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598" name="Group 14597">
                      <a:extLst>
                        <a:ext uri="{FF2B5EF4-FFF2-40B4-BE49-F238E27FC236}">
                          <a16:creationId xmlns:a16="http://schemas.microsoft.com/office/drawing/2014/main" id="{562A36AF-D1D7-3852-B89F-CD9D77669F28}"/>
                        </a:ext>
                      </a:extLst>
                    </p:cNvPr>
                    <p:cNvGrpSpPr/>
                    <p:nvPr/>
                  </p:nvGrpSpPr>
                  <p:grpSpPr>
                    <a:xfrm>
                      <a:off x="6434137" y="3402011"/>
                      <a:ext cx="303213" cy="303213"/>
                      <a:chOff x="6434137" y="3402011"/>
                      <a:chExt cx="303213" cy="303213"/>
                    </a:xfrm>
                  </p:grpSpPr>
                  <p:grpSp>
                    <p:nvGrpSpPr>
                      <p:cNvPr id="14599" name="Group 14598">
                        <a:extLst>
                          <a:ext uri="{FF2B5EF4-FFF2-40B4-BE49-F238E27FC236}">
                            <a16:creationId xmlns:a16="http://schemas.microsoft.com/office/drawing/2014/main" id="{5DB511A1-D234-9CE8-63BE-387888DE06D1}"/>
                          </a:ext>
                        </a:extLst>
                      </p:cNvPr>
                      <p:cNvGrpSpPr/>
                      <p:nvPr/>
                    </p:nvGrpSpPr>
                    <p:grpSpPr>
                      <a:xfrm flipH="1">
                        <a:off x="6478587" y="3446461"/>
                        <a:ext cx="214313" cy="214313"/>
                        <a:chOff x="5354637" y="3446463"/>
                        <a:chExt cx="214313" cy="214313"/>
                      </a:xfrm>
                    </p:grpSpPr>
                    <p:sp>
                      <p:nvSpPr>
                        <p:cNvPr id="14604" name="Arc 14603">
                          <a:extLst>
                            <a:ext uri="{FF2B5EF4-FFF2-40B4-BE49-F238E27FC236}">
                              <a16:creationId xmlns:a16="http://schemas.microsoft.com/office/drawing/2014/main" id="{79DC513D-E85F-022F-EFE1-5A42FE62E9E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605" name="Arc 14604">
                          <a:extLst>
                            <a:ext uri="{FF2B5EF4-FFF2-40B4-BE49-F238E27FC236}">
                              <a16:creationId xmlns:a16="http://schemas.microsoft.com/office/drawing/2014/main" id="{F68C6BFE-EC25-5C31-C36C-E8CC7DC332B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600" name="Group 14599">
                        <a:extLst>
                          <a:ext uri="{FF2B5EF4-FFF2-40B4-BE49-F238E27FC236}">
                            <a16:creationId xmlns:a16="http://schemas.microsoft.com/office/drawing/2014/main" id="{10EB6B7C-EC96-B5A3-D5FB-835116A32BF7}"/>
                          </a:ext>
                        </a:extLst>
                      </p:cNvPr>
                      <p:cNvGrpSpPr/>
                      <p:nvPr/>
                    </p:nvGrpSpPr>
                    <p:grpSpPr>
                      <a:xfrm rot="14400000" flipH="1">
                        <a:off x="6434137" y="3402011"/>
                        <a:ext cx="303213" cy="303213"/>
                        <a:chOff x="5354637" y="3446463"/>
                        <a:chExt cx="214313" cy="214313"/>
                      </a:xfrm>
                    </p:grpSpPr>
                    <p:sp>
                      <p:nvSpPr>
                        <p:cNvPr id="14602" name="Arc 14601">
                          <a:extLst>
                            <a:ext uri="{FF2B5EF4-FFF2-40B4-BE49-F238E27FC236}">
                              <a16:creationId xmlns:a16="http://schemas.microsoft.com/office/drawing/2014/main" id="{DFB3780E-55F1-218A-C2AD-61319359193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603" name="Arc 14602">
                          <a:extLst>
                            <a:ext uri="{FF2B5EF4-FFF2-40B4-BE49-F238E27FC236}">
                              <a16:creationId xmlns:a16="http://schemas.microsoft.com/office/drawing/2014/main" id="{FBC3EA25-6835-1798-A1C0-F11FF7E5685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601" name="TextBox 14600">
                        <a:extLst>
                          <a:ext uri="{FF2B5EF4-FFF2-40B4-BE49-F238E27FC236}">
                            <a16:creationId xmlns:a16="http://schemas.microsoft.com/office/drawing/2014/main" id="{F6E5E412-DE00-F8F7-5F88-E3D6694E580B}"/>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586" name="Group 14585">
                    <a:extLst>
                      <a:ext uri="{FF2B5EF4-FFF2-40B4-BE49-F238E27FC236}">
                        <a16:creationId xmlns:a16="http://schemas.microsoft.com/office/drawing/2014/main" id="{2CC8046B-8099-7800-5D02-A7A191491BB1}"/>
                      </a:ext>
                    </a:extLst>
                  </p:cNvPr>
                  <p:cNvGrpSpPr/>
                  <p:nvPr/>
                </p:nvGrpSpPr>
                <p:grpSpPr>
                  <a:xfrm>
                    <a:off x="6197413" y="3225768"/>
                    <a:ext cx="393192" cy="393192"/>
                    <a:chOff x="6389147" y="3932622"/>
                    <a:chExt cx="393192" cy="393192"/>
                  </a:xfrm>
                </p:grpSpPr>
                <p:grpSp>
                  <p:nvGrpSpPr>
                    <p:cNvPr id="14587" name="Group 14586">
                      <a:extLst>
                        <a:ext uri="{FF2B5EF4-FFF2-40B4-BE49-F238E27FC236}">
                          <a16:creationId xmlns:a16="http://schemas.microsoft.com/office/drawing/2014/main" id="{07A153E2-E729-C4C7-454D-332A2AF5D3C9}"/>
                        </a:ext>
                      </a:extLst>
                    </p:cNvPr>
                    <p:cNvGrpSpPr/>
                    <p:nvPr/>
                  </p:nvGrpSpPr>
                  <p:grpSpPr>
                    <a:xfrm flipH="1">
                      <a:off x="6478587" y="4022061"/>
                      <a:ext cx="214313" cy="214313"/>
                      <a:chOff x="5354637" y="3446463"/>
                      <a:chExt cx="214313" cy="214313"/>
                    </a:xfrm>
                  </p:grpSpPr>
                  <p:sp>
                    <p:nvSpPr>
                      <p:cNvPr id="14595" name="Arc 14594">
                        <a:extLst>
                          <a:ext uri="{FF2B5EF4-FFF2-40B4-BE49-F238E27FC236}">
                            <a16:creationId xmlns:a16="http://schemas.microsoft.com/office/drawing/2014/main" id="{B9C93F48-98CA-4915-10A9-FAEDFD80950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596" name="Arc 14595">
                        <a:extLst>
                          <a:ext uri="{FF2B5EF4-FFF2-40B4-BE49-F238E27FC236}">
                            <a16:creationId xmlns:a16="http://schemas.microsoft.com/office/drawing/2014/main" id="{F9929B81-C268-002A-7810-5D0B34A1150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588" name="Group 14587">
                      <a:extLst>
                        <a:ext uri="{FF2B5EF4-FFF2-40B4-BE49-F238E27FC236}">
                          <a16:creationId xmlns:a16="http://schemas.microsoft.com/office/drawing/2014/main" id="{09EF17B8-DEA9-6BBD-61DA-C238D713C54B}"/>
                        </a:ext>
                      </a:extLst>
                    </p:cNvPr>
                    <p:cNvGrpSpPr/>
                    <p:nvPr/>
                  </p:nvGrpSpPr>
                  <p:grpSpPr>
                    <a:xfrm rot="7200000" flipH="1">
                      <a:off x="6434137" y="3977611"/>
                      <a:ext cx="303213" cy="303213"/>
                      <a:chOff x="5354637" y="3446463"/>
                      <a:chExt cx="214313" cy="214313"/>
                    </a:xfrm>
                  </p:grpSpPr>
                  <p:sp>
                    <p:nvSpPr>
                      <p:cNvPr id="14593" name="Arc 14592">
                        <a:extLst>
                          <a:ext uri="{FF2B5EF4-FFF2-40B4-BE49-F238E27FC236}">
                            <a16:creationId xmlns:a16="http://schemas.microsoft.com/office/drawing/2014/main" id="{788F2BA8-396C-33DD-01E7-1A43BA41B7E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594" name="Arc 14593">
                        <a:extLst>
                          <a:ext uri="{FF2B5EF4-FFF2-40B4-BE49-F238E27FC236}">
                            <a16:creationId xmlns:a16="http://schemas.microsoft.com/office/drawing/2014/main" id="{39B6CC98-A123-901E-07B0-54A1DD2857A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589" name="Group 14588">
                      <a:extLst>
                        <a:ext uri="{FF2B5EF4-FFF2-40B4-BE49-F238E27FC236}">
                          <a16:creationId xmlns:a16="http://schemas.microsoft.com/office/drawing/2014/main" id="{75D6B25C-DEFD-84DF-C979-69A295E409C4}"/>
                        </a:ext>
                      </a:extLst>
                    </p:cNvPr>
                    <p:cNvGrpSpPr/>
                    <p:nvPr/>
                  </p:nvGrpSpPr>
                  <p:grpSpPr>
                    <a:xfrm rot="14400000" flipH="1">
                      <a:off x="6389147" y="3932622"/>
                      <a:ext cx="393192" cy="393192"/>
                      <a:chOff x="5354637" y="3446463"/>
                      <a:chExt cx="214313" cy="214313"/>
                    </a:xfrm>
                  </p:grpSpPr>
                  <p:sp>
                    <p:nvSpPr>
                      <p:cNvPr id="14591" name="Arc 14590">
                        <a:extLst>
                          <a:ext uri="{FF2B5EF4-FFF2-40B4-BE49-F238E27FC236}">
                            <a16:creationId xmlns:a16="http://schemas.microsoft.com/office/drawing/2014/main" id="{9E577479-02CB-5A2F-9579-222035D8A1C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592" name="Arc 14591">
                        <a:extLst>
                          <a:ext uri="{FF2B5EF4-FFF2-40B4-BE49-F238E27FC236}">
                            <a16:creationId xmlns:a16="http://schemas.microsoft.com/office/drawing/2014/main" id="{6D1F2F40-53D3-139A-1375-5F53F4F8B7F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590" name="TextBox 14589">
                      <a:extLst>
                        <a:ext uri="{FF2B5EF4-FFF2-40B4-BE49-F238E27FC236}">
                          <a16:creationId xmlns:a16="http://schemas.microsoft.com/office/drawing/2014/main" id="{4609F611-2AF7-B9B7-0303-3CC0C730D55B}"/>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536" name="Group 14535">
                  <a:extLst>
                    <a:ext uri="{FF2B5EF4-FFF2-40B4-BE49-F238E27FC236}">
                      <a16:creationId xmlns:a16="http://schemas.microsoft.com/office/drawing/2014/main" id="{AAD95859-4449-6CCF-A6FD-512C31669339}"/>
                    </a:ext>
                  </a:extLst>
                </p:cNvPr>
                <p:cNvGrpSpPr/>
                <p:nvPr/>
              </p:nvGrpSpPr>
              <p:grpSpPr>
                <a:xfrm>
                  <a:off x="6069086" y="3246228"/>
                  <a:ext cx="1019224" cy="991639"/>
                  <a:chOff x="5886431" y="3225768"/>
                  <a:chExt cx="1019224" cy="991639"/>
                </a:xfrm>
              </p:grpSpPr>
              <p:grpSp>
                <p:nvGrpSpPr>
                  <p:cNvPr id="14537" name="Group 14536">
                    <a:extLst>
                      <a:ext uri="{FF2B5EF4-FFF2-40B4-BE49-F238E27FC236}">
                        <a16:creationId xmlns:a16="http://schemas.microsoft.com/office/drawing/2014/main" id="{5AD53F2E-257B-CB6A-0854-3B1ADEEA60C1}"/>
                      </a:ext>
                    </a:extLst>
                  </p:cNvPr>
                  <p:cNvGrpSpPr/>
                  <p:nvPr/>
                </p:nvGrpSpPr>
                <p:grpSpPr>
                  <a:xfrm>
                    <a:off x="6197413" y="3824215"/>
                    <a:ext cx="393192" cy="393192"/>
                    <a:chOff x="5265196" y="3357021"/>
                    <a:chExt cx="393192" cy="393192"/>
                  </a:xfrm>
                </p:grpSpPr>
                <p:grpSp>
                  <p:nvGrpSpPr>
                    <p:cNvPr id="14572" name="Group 14571">
                      <a:extLst>
                        <a:ext uri="{FF2B5EF4-FFF2-40B4-BE49-F238E27FC236}">
                          <a16:creationId xmlns:a16="http://schemas.microsoft.com/office/drawing/2014/main" id="{9F0D059A-050B-74FA-6A7D-0CDF34FF1CC1}"/>
                        </a:ext>
                      </a:extLst>
                    </p:cNvPr>
                    <p:cNvGrpSpPr/>
                    <p:nvPr/>
                  </p:nvGrpSpPr>
                  <p:grpSpPr>
                    <a:xfrm rot="14400000">
                      <a:off x="5265196" y="3357021"/>
                      <a:ext cx="393192" cy="393192"/>
                      <a:chOff x="5354637" y="3446463"/>
                      <a:chExt cx="214313" cy="214313"/>
                    </a:xfrm>
                  </p:grpSpPr>
                  <p:sp>
                    <p:nvSpPr>
                      <p:cNvPr id="14581" name="Arc 14580">
                        <a:extLst>
                          <a:ext uri="{FF2B5EF4-FFF2-40B4-BE49-F238E27FC236}">
                            <a16:creationId xmlns:a16="http://schemas.microsoft.com/office/drawing/2014/main" id="{3D1A7EB4-E353-1A3E-2B37-E04277BE7BC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582" name="Arc 14581">
                        <a:extLst>
                          <a:ext uri="{FF2B5EF4-FFF2-40B4-BE49-F238E27FC236}">
                            <a16:creationId xmlns:a16="http://schemas.microsoft.com/office/drawing/2014/main" id="{93C674CE-48A2-80A1-8449-86556856E04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573" name="Group 14572">
                      <a:extLst>
                        <a:ext uri="{FF2B5EF4-FFF2-40B4-BE49-F238E27FC236}">
                          <a16:creationId xmlns:a16="http://schemas.microsoft.com/office/drawing/2014/main" id="{C256D931-1145-3B85-F9EF-9C8F9A0E19FE}"/>
                        </a:ext>
                      </a:extLst>
                    </p:cNvPr>
                    <p:cNvGrpSpPr/>
                    <p:nvPr/>
                  </p:nvGrpSpPr>
                  <p:grpSpPr>
                    <a:xfrm>
                      <a:off x="5310186" y="3402011"/>
                      <a:ext cx="303213" cy="303213"/>
                      <a:chOff x="5310186" y="3402011"/>
                      <a:chExt cx="303213" cy="303213"/>
                    </a:xfrm>
                  </p:grpSpPr>
                  <p:grpSp>
                    <p:nvGrpSpPr>
                      <p:cNvPr id="14574" name="Group 14573">
                        <a:extLst>
                          <a:ext uri="{FF2B5EF4-FFF2-40B4-BE49-F238E27FC236}">
                            <a16:creationId xmlns:a16="http://schemas.microsoft.com/office/drawing/2014/main" id="{338E054A-9CF5-93B5-7667-29F8F4B6B41D}"/>
                          </a:ext>
                        </a:extLst>
                      </p:cNvPr>
                      <p:cNvGrpSpPr/>
                      <p:nvPr/>
                    </p:nvGrpSpPr>
                    <p:grpSpPr>
                      <a:xfrm>
                        <a:off x="5354636" y="3446461"/>
                        <a:ext cx="214313" cy="214313"/>
                        <a:chOff x="5354637" y="3446463"/>
                        <a:chExt cx="214313" cy="214313"/>
                      </a:xfrm>
                    </p:grpSpPr>
                    <p:sp>
                      <p:nvSpPr>
                        <p:cNvPr id="14579" name="Arc 14578">
                          <a:extLst>
                            <a:ext uri="{FF2B5EF4-FFF2-40B4-BE49-F238E27FC236}">
                              <a16:creationId xmlns:a16="http://schemas.microsoft.com/office/drawing/2014/main" id="{1E4EABA4-14AF-94DB-1603-11B61710AE3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580" name="Arc 14579">
                          <a:extLst>
                            <a:ext uri="{FF2B5EF4-FFF2-40B4-BE49-F238E27FC236}">
                              <a16:creationId xmlns:a16="http://schemas.microsoft.com/office/drawing/2014/main" id="{91F5A017-485B-EF1C-E724-4929B7C1235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575" name="Group 14574">
                        <a:extLst>
                          <a:ext uri="{FF2B5EF4-FFF2-40B4-BE49-F238E27FC236}">
                            <a16:creationId xmlns:a16="http://schemas.microsoft.com/office/drawing/2014/main" id="{619B43CE-38B3-9A3A-3EE1-463D4DD865BC}"/>
                          </a:ext>
                        </a:extLst>
                      </p:cNvPr>
                      <p:cNvGrpSpPr/>
                      <p:nvPr/>
                    </p:nvGrpSpPr>
                    <p:grpSpPr>
                      <a:xfrm rot="7200000">
                        <a:off x="5310186" y="3402011"/>
                        <a:ext cx="303213" cy="303213"/>
                        <a:chOff x="5354637" y="3446463"/>
                        <a:chExt cx="214313" cy="214313"/>
                      </a:xfrm>
                    </p:grpSpPr>
                    <p:sp>
                      <p:nvSpPr>
                        <p:cNvPr id="14577" name="Arc 14576">
                          <a:extLst>
                            <a:ext uri="{FF2B5EF4-FFF2-40B4-BE49-F238E27FC236}">
                              <a16:creationId xmlns:a16="http://schemas.microsoft.com/office/drawing/2014/main" id="{6F9FBB85-074D-E08F-C81C-CBE723125E9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578" name="Arc 14577">
                          <a:extLst>
                            <a:ext uri="{FF2B5EF4-FFF2-40B4-BE49-F238E27FC236}">
                              <a16:creationId xmlns:a16="http://schemas.microsoft.com/office/drawing/2014/main" id="{6F030318-F700-C56C-8AFE-0CEB8CCD1DC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576" name="TextBox 14575">
                        <a:extLst>
                          <a:ext uri="{FF2B5EF4-FFF2-40B4-BE49-F238E27FC236}">
                            <a16:creationId xmlns:a16="http://schemas.microsoft.com/office/drawing/2014/main" id="{A8FD1AE6-C53B-F734-A9B3-D7D98B1E0292}"/>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538" name="Group 14537">
                    <a:extLst>
                      <a:ext uri="{FF2B5EF4-FFF2-40B4-BE49-F238E27FC236}">
                        <a16:creationId xmlns:a16="http://schemas.microsoft.com/office/drawing/2014/main" id="{A353EECC-4782-22AC-8D4D-82E6003B5322}"/>
                      </a:ext>
                    </a:extLst>
                  </p:cNvPr>
                  <p:cNvGrpSpPr/>
                  <p:nvPr/>
                </p:nvGrpSpPr>
                <p:grpSpPr>
                  <a:xfrm>
                    <a:off x="5886431" y="3525040"/>
                    <a:ext cx="393192" cy="393192"/>
                    <a:chOff x="5265196" y="3932619"/>
                    <a:chExt cx="393192" cy="393192"/>
                  </a:xfrm>
                </p:grpSpPr>
                <p:grpSp>
                  <p:nvGrpSpPr>
                    <p:cNvPr id="14562" name="Group 14561">
                      <a:extLst>
                        <a:ext uri="{FF2B5EF4-FFF2-40B4-BE49-F238E27FC236}">
                          <a16:creationId xmlns:a16="http://schemas.microsoft.com/office/drawing/2014/main" id="{3687198C-2146-A1B7-104E-BC58AE4A99B8}"/>
                        </a:ext>
                      </a:extLst>
                    </p:cNvPr>
                    <p:cNvGrpSpPr/>
                    <p:nvPr/>
                  </p:nvGrpSpPr>
                  <p:grpSpPr>
                    <a:xfrm>
                      <a:off x="5354636" y="4022061"/>
                      <a:ext cx="214313" cy="214313"/>
                      <a:chOff x="5354637" y="3446463"/>
                      <a:chExt cx="214313" cy="214313"/>
                    </a:xfrm>
                  </p:grpSpPr>
                  <p:sp>
                    <p:nvSpPr>
                      <p:cNvPr id="14570" name="Arc 14569">
                        <a:extLst>
                          <a:ext uri="{FF2B5EF4-FFF2-40B4-BE49-F238E27FC236}">
                            <a16:creationId xmlns:a16="http://schemas.microsoft.com/office/drawing/2014/main" id="{B4F88DBA-6FFC-1B1B-D84C-04916C21D09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571" name="Arc 14570">
                        <a:extLst>
                          <a:ext uri="{FF2B5EF4-FFF2-40B4-BE49-F238E27FC236}">
                            <a16:creationId xmlns:a16="http://schemas.microsoft.com/office/drawing/2014/main" id="{214F7DD2-77A1-94C5-BE7B-92C880631D4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563" name="Group 14562">
                      <a:extLst>
                        <a:ext uri="{FF2B5EF4-FFF2-40B4-BE49-F238E27FC236}">
                          <a16:creationId xmlns:a16="http://schemas.microsoft.com/office/drawing/2014/main" id="{FAD10271-2D38-9ADF-2CB6-31A2C9522D0C}"/>
                        </a:ext>
                      </a:extLst>
                    </p:cNvPr>
                    <p:cNvGrpSpPr/>
                    <p:nvPr/>
                  </p:nvGrpSpPr>
                  <p:grpSpPr>
                    <a:xfrm rot="14400000">
                      <a:off x="5310186" y="3977611"/>
                      <a:ext cx="303213" cy="303213"/>
                      <a:chOff x="5354637" y="3446463"/>
                      <a:chExt cx="214313" cy="214313"/>
                    </a:xfrm>
                  </p:grpSpPr>
                  <p:sp>
                    <p:nvSpPr>
                      <p:cNvPr id="14568" name="Arc 14567">
                        <a:extLst>
                          <a:ext uri="{FF2B5EF4-FFF2-40B4-BE49-F238E27FC236}">
                            <a16:creationId xmlns:a16="http://schemas.microsoft.com/office/drawing/2014/main" id="{CE4A7E93-2B95-65AB-3291-724C05119D3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569" name="Arc 14568">
                        <a:extLst>
                          <a:ext uri="{FF2B5EF4-FFF2-40B4-BE49-F238E27FC236}">
                            <a16:creationId xmlns:a16="http://schemas.microsoft.com/office/drawing/2014/main" id="{B6050074-3D11-B15D-D369-DC7518E6017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564" name="Group 14563">
                      <a:extLst>
                        <a:ext uri="{FF2B5EF4-FFF2-40B4-BE49-F238E27FC236}">
                          <a16:creationId xmlns:a16="http://schemas.microsoft.com/office/drawing/2014/main" id="{F3C57CE5-2192-D021-0C38-865ADBC75E19}"/>
                        </a:ext>
                      </a:extLst>
                    </p:cNvPr>
                    <p:cNvGrpSpPr/>
                    <p:nvPr/>
                  </p:nvGrpSpPr>
                  <p:grpSpPr>
                    <a:xfrm rot="7200000">
                      <a:off x="5265196" y="3932619"/>
                      <a:ext cx="393192" cy="393192"/>
                      <a:chOff x="5354637" y="3446463"/>
                      <a:chExt cx="214313" cy="214313"/>
                    </a:xfrm>
                  </p:grpSpPr>
                  <p:sp>
                    <p:nvSpPr>
                      <p:cNvPr id="14566" name="Arc 14565">
                        <a:extLst>
                          <a:ext uri="{FF2B5EF4-FFF2-40B4-BE49-F238E27FC236}">
                            <a16:creationId xmlns:a16="http://schemas.microsoft.com/office/drawing/2014/main" id="{69168236-58F5-76F6-DD8C-46D949E20B5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567" name="Arc 14566">
                        <a:extLst>
                          <a:ext uri="{FF2B5EF4-FFF2-40B4-BE49-F238E27FC236}">
                            <a16:creationId xmlns:a16="http://schemas.microsoft.com/office/drawing/2014/main" id="{11D68DA8-E185-78EF-E0F5-99221CBD005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565" name="TextBox 14564">
                      <a:extLst>
                        <a:ext uri="{FF2B5EF4-FFF2-40B4-BE49-F238E27FC236}">
                          <a16:creationId xmlns:a16="http://schemas.microsoft.com/office/drawing/2014/main" id="{71117E2A-3310-3854-0EE2-C9BB8BE7C790}"/>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4539" name="Group 14538">
                    <a:extLst>
                      <a:ext uri="{FF2B5EF4-FFF2-40B4-BE49-F238E27FC236}">
                        <a16:creationId xmlns:a16="http://schemas.microsoft.com/office/drawing/2014/main" id="{9B59E6DA-0C4B-1AD0-8721-F216D929C8F4}"/>
                      </a:ext>
                    </a:extLst>
                  </p:cNvPr>
                  <p:cNvGrpSpPr/>
                  <p:nvPr/>
                </p:nvGrpSpPr>
                <p:grpSpPr>
                  <a:xfrm>
                    <a:off x="6512463" y="3525040"/>
                    <a:ext cx="393192" cy="393192"/>
                    <a:chOff x="6389147" y="3357021"/>
                    <a:chExt cx="393192" cy="393192"/>
                  </a:xfrm>
                </p:grpSpPr>
                <p:grpSp>
                  <p:nvGrpSpPr>
                    <p:cNvPr id="14551" name="Group 14550">
                      <a:extLst>
                        <a:ext uri="{FF2B5EF4-FFF2-40B4-BE49-F238E27FC236}">
                          <a16:creationId xmlns:a16="http://schemas.microsoft.com/office/drawing/2014/main" id="{70044FE1-521C-982C-0FB6-B3B22B8CB100}"/>
                        </a:ext>
                      </a:extLst>
                    </p:cNvPr>
                    <p:cNvGrpSpPr/>
                    <p:nvPr/>
                  </p:nvGrpSpPr>
                  <p:grpSpPr>
                    <a:xfrm rot="7200000" flipH="1">
                      <a:off x="6389147" y="3357021"/>
                      <a:ext cx="393192" cy="393192"/>
                      <a:chOff x="5354637" y="3446463"/>
                      <a:chExt cx="214313" cy="214313"/>
                    </a:xfrm>
                  </p:grpSpPr>
                  <p:sp>
                    <p:nvSpPr>
                      <p:cNvPr id="14560" name="Arc 14559">
                        <a:extLst>
                          <a:ext uri="{FF2B5EF4-FFF2-40B4-BE49-F238E27FC236}">
                            <a16:creationId xmlns:a16="http://schemas.microsoft.com/office/drawing/2014/main" id="{3C0BE151-2965-4E73-376D-7106AB90F67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561" name="Arc 14560">
                        <a:extLst>
                          <a:ext uri="{FF2B5EF4-FFF2-40B4-BE49-F238E27FC236}">
                            <a16:creationId xmlns:a16="http://schemas.microsoft.com/office/drawing/2014/main" id="{26383334-F753-B3DD-1D1C-F4C20C7BF64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552" name="Group 14551">
                      <a:extLst>
                        <a:ext uri="{FF2B5EF4-FFF2-40B4-BE49-F238E27FC236}">
                          <a16:creationId xmlns:a16="http://schemas.microsoft.com/office/drawing/2014/main" id="{7A742737-E6AE-C9DB-F329-1D8EB3668CCE}"/>
                        </a:ext>
                      </a:extLst>
                    </p:cNvPr>
                    <p:cNvGrpSpPr/>
                    <p:nvPr/>
                  </p:nvGrpSpPr>
                  <p:grpSpPr>
                    <a:xfrm>
                      <a:off x="6434137" y="3402011"/>
                      <a:ext cx="303213" cy="303213"/>
                      <a:chOff x="6434137" y="3402011"/>
                      <a:chExt cx="303213" cy="303213"/>
                    </a:xfrm>
                  </p:grpSpPr>
                  <p:grpSp>
                    <p:nvGrpSpPr>
                      <p:cNvPr id="14553" name="Group 14552">
                        <a:extLst>
                          <a:ext uri="{FF2B5EF4-FFF2-40B4-BE49-F238E27FC236}">
                            <a16:creationId xmlns:a16="http://schemas.microsoft.com/office/drawing/2014/main" id="{B7E71693-899A-E7CF-0E22-048918C85EC0}"/>
                          </a:ext>
                        </a:extLst>
                      </p:cNvPr>
                      <p:cNvGrpSpPr/>
                      <p:nvPr/>
                    </p:nvGrpSpPr>
                    <p:grpSpPr>
                      <a:xfrm flipH="1">
                        <a:off x="6478587" y="3446461"/>
                        <a:ext cx="214313" cy="214313"/>
                        <a:chOff x="5354637" y="3446463"/>
                        <a:chExt cx="214313" cy="214313"/>
                      </a:xfrm>
                    </p:grpSpPr>
                    <p:sp>
                      <p:nvSpPr>
                        <p:cNvPr id="14558" name="Arc 14557">
                          <a:extLst>
                            <a:ext uri="{FF2B5EF4-FFF2-40B4-BE49-F238E27FC236}">
                              <a16:creationId xmlns:a16="http://schemas.microsoft.com/office/drawing/2014/main" id="{D6D6A540-13E4-4143-8665-9E3DF737417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559" name="Arc 14558">
                          <a:extLst>
                            <a:ext uri="{FF2B5EF4-FFF2-40B4-BE49-F238E27FC236}">
                              <a16:creationId xmlns:a16="http://schemas.microsoft.com/office/drawing/2014/main" id="{1C39DE7D-2C26-5249-996A-675F1F9C5D3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554" name="Group 14553">
                        <a:extLst>
                          <a:ext uri="{FF2B5EF4-FFF2-40B4-BE49-F238E27FC236}">
                            <a16:creationId xmlns:a16="http://schemas.microsoft.com/office/drawing/2014/main" id="{2F11EA1F-3E21-2EFE-7BA3-D1C9F9BC883E}"/>
                          </a:ext>
                        </a:extLst>
                      </p:cNvPr>
                      <p:cNvGrpSpPr/>
                      <p:nvPr/>
                    </p:nvGrpSpPr>
                    <p:grpSpPr>
                      <a:xfrm rot="14400000" flipH="1">
                        <a:off x="6434137" y="3402011"/>
                        <a:ext cx="303213" cy="303213"/>
                        <a:chOff x="5354637" y="3446463"/>
                        <a:chExt cx="214313" cy="214313"/>
                      </a:xfrm>
                    </p:grpSpPr>
                    <p:sp>
                      <p:nvSpPr>
                        <p:cNvPr id="14556" name="Arc 14555">
                          <a:extLst>
                            <a:ext uri="{FF2B5EF4-FFF2-40B4-BE49-F238E27FC236}">
                              <a16:creationId xmlns:a16="http://schemas.microsoft.com/office/drawing/2014/main" id="{2FD72BDE-0247-75A3-1E7C-26D511291AC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557" name="Arc 14556">
                          <a:extLst>
                            <a:ext uri="{FF2B5EF4-FFF2-40B4-BE49-F238E27FC236}">
                              <a16:creationId xmlns:a16="http://schemas.microsoft.com/office/drawing/2014/main" id="{6037DEF3-AFCA-5558-100D-C946B5DAC95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555" name="TextBox 14554">
                        <a:extLst>
                          <a:ext uri="{FF2B5EF4-FFF2-40B4-BE49-F238E27FC236}">
                            <a16:creationId xmlns:a16="http://schemas.microsoft.com/office/drawing/2014/main" id="{1B477F7B-67A5-0689-4B9C-B94CD473381D}"/>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540" name="Group 14539">
                    <a:extLst>
                      <a:ext uri="{FF2B5EF4-FFF2-40B4-BE49-F238E27FC236}">
                        <a16:creationId xmlns:a16="http://schemas.microsoft.com/office/drawing/2014/main" id="{85B23C3D-67ED-9839-D7BD-DEBE6A7B2B9C}"/>
                      </a:ext>
                    </a:extLst>
                  </p:cNvPr>
                  <p:cNvGrpSpPr/>
                  <p:nvPr/>
                </p:nvGrpSpPr>
                <p:grpSpPr>
                  <a:xfrm>
                    <a:off x="6197413" y="3225768"/>
                    <a:ext cx="393192" cy="393192"/>
                    <a:chOff x="6389147" y="3932622"/>
                    <a:chExt cx="393192" cy="393192"/>
                  </a:xfrm>
                </p:grpSpPr>
                <p:grpSp>
                  <p:nvGrpSpPr>
                    <p:cNvPr id="14541" name="Group 14540">
                      <a:extLst>
                        <a:ext uri="{FF2B5EF4-FFF2-40B4-BE49-F238E27FC236}">
                          <a16:creationId xmlns:a16="http://schemas.microsoft.com/office/drawing/2014/main" id="{66E9B7AA-F42B-825C-F9F7-0131682BC17C}"/>
                        </a:ext>
                      </a:extLst>
                    </p:cNvPr>
                    <p:cNvGrpSpPr/>
                    <p:nvPr/>
                  </p:nvGrpSpPr>
                  <p:grpSpPr>
                    <a:xfrm flipH="1">
                      <a:off x="6478587" y="4022061"/>
                      <a:ext cx="214313" cy="214313"/>
                      <a:chOff x="5354637" y="3446463"/>
                      <a:chExt cx="214313" cy="214313"/>
                    </a:xfrm>
                  </p:grpSpPr>
                  <p:sp>
                    <p:nvSpPr>
                      <p:cNvPr id="14549" name="Arc 14548">
                        <a:extLst>
                          <a:ext uri="{FF2B5EF4-FFF2-40B4-BE49-F238E27FC236}">
                            <a16:creationId xmlns:a16="http://schemas.microsoft.com/office/drawing/2014/main" id="{5561DAB0-B21B-3B3F-6038-ECE2BE3038F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550" name="Arc 14549">
                        <a:extLst>
                          <a:ext uri="{FF2B5EF4-FFF2-40B4-BE49-F238E27FC236}">
                            <a16:creationId xmlns:a16="http://schemas.microsoft.com/office/drawing/2014/main" id="{D3FACF65-EAB1-E20F-1591-FC57DCBEF2F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542" name="Group 14541">
                      <a:extLst>
                        <a:ext uri="{FF2B5EF4-FFF2-40B4-BE49-F238E27FC236}">
                          <a16:creationId xmlns:a16="http://schemas.microsoft.com/office/drawing/2014/main" id="{52452377-E098-395F-106D-3B19392161DE}"/>
                        </a:ext>
                      </a:extLst>
                    </p:cNvPr>
                    <p:cNvGrpSpPr/>
                    <p:nvPr/>
                  </p:nvGrpSpPr>
                  <p:grpSpPr>
                    <a:xfrm rot="7200000" flipH="1">
                      <a:off x="6434137" y="3977611"/>
                      <a:ext cx="303213" cy="303213"/>
                      <a:chOff x="5354637" y="3446463"/>
                      <a:chExt cx="214313" cy="214313"/>
                    </a:xfrm>
                  </p:grpSpPr>
                  <p:sp>
                    <p:nvSpPr>
                      <p:cNvPr id="14547" name="Arc 14546">
                        <a:extLst>
                          <a:ext uri="{FF2B5EF4-FFF2-40B4-BE49-F238E27FC236}">
                            <a16:creationId xmlns:a16="http://schemas.microsoft.com/office/drawing/2014/main" id="{8B93193E-0DC3-183E-F45C-188F0569DCA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548" name="Arc 14547">
                        <a:extLst>
                          <a:ext uri="{FF2B5EF4-FFF2-40B4-BE49-F238E27FC236}">
                            <a16:creationId xmlns:a16="http://schemas.microsoft.com/office/drawing/2014/main" id="{0037E6A9-09CF-FE47-D370-5D6E978E929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543" name="Group 14542">
                      <a:extLst>
                        <a:ext uri="{FF2B5EF4-FFF2-40B4-BE49-F238E27FC236}">
                          <a16:creationId xmlns:a16="http://schemas.microsoft.com/office/drawing/2014/main" id="{7BB2861F-3A2A-FD6D-F95E-2FC38124C069}"/>
                        </a:ext>
                      </a:extLst>
                    </p:cNvPr>
                    <p:cNvGrpSpPr/>
                    <p:nvPr/>
                  </p:nvGrpSpPr>
                  <p:grpSpPr>
                    <a:xfrm rot="14400000" flipH="1">
                      <a:off x="6389147" y="3932622"/>
                      <a:ext cx="393192" cy="393192"/>
                      <a:chOff x="5354637" y="3446463"/>
                      <a:chExt cx="214313" cy="214313"/>
                    </a:xfrm>
                  </p:grpSpPr>
                  <p:sp>
                    <p:nvSpPr>
                      <p:cNvPr id="14545" name="Arc 14544">
                        <a:extLst>
                          <a:ext uri="{FF2B5EF4-FFF2-40B4-BE49-F238E27FC236}">
                            <a16:creationId xmlns:a16="http://schemas.microsoft.com/office/drawing/2014/main" id="{4B0E97E5-84AD-6F1E-805D-C51F3A83A2A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546" name="Arc 14545">
                        <a:extLst>
                          <a:ext uri="{FF2B5EF4-FFF2-40B4-BE49-F238E27FC236}">
                            <a16:creationId xmlns:a16="http://schemas.microsoft.com/office/drawing/2014/main" id="{6AFA6490-D35F-BDBB-487B-F64AD9CB319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544" name="TextBox 14543">
                      <a:extLst>
                        <a:ext uri="{FF2B5EF4-FFF2-40B4-BE49-F238E27FC236}">
                          <a16:creationId xmlns:a16="http://schemas.microsoft.com/office/drawing/2014/main" id="{0CE4C348-C851-240A-49CF-47A029303EA0}"/>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2241" name="Group 12240">
              <a:extLst>
                <a:ext uri="{FF2B5EF4-FFF2-40B4-BE49-F238E27FC236}">
                  <a16:creationId xmlns:a16="http://schemas.microsoft.com/office/drawing/2014/main" id="{93974DDC-E925-87FA-9C59-FA24592BAC1C}"/>
                </a:ext>
              </a:extLst>
            </p:cNvPr>
            <p:cNvGrpSpPr/>
            <p:nvPr/>
          </p:nvGrpSpPr>
          <p:grpSpPr>
            <a:xfrm>
              <a:off x="4576926" y="706347"/>
              <a:ext cx="2263438" cy="2198360"/>
              <a:chOff x="5445106" y="2039507"/>
              <a:chExt cx="2263438" cy="2198360"/>
            </a:xfrm>
          </p:grpSpPr>
          <p:grpSp>
            <p:nvGrpSpPr>
              <p:cNvPr id="14343" name="Group 14342">
                <a:extLst>
                  <a:ext uri="{FF2B5EF4-FFF2-40B4-BE49-F238E27FC236}">
                    <a16:creationId xmlns:a16="http://schemas.microsoft.com/office/drawing/2014/main" id="{1CF4521A-C8EE-47CF-A26C-EA0C657677A8}"/>
                  </a:ext>
                </a:extLst>
              </p:cNvPr>
              <p:cNvGrpSpPr/>
              <p:nvPr/>
            </p:nvGrpSpPr>
            <p:grpSpPr>
              <a:xfrm>
                <a:off x="5445106" y="2644743"/>
                <a:ext cx="1643204" cy="1593124"/>
                <a:chOff x="5445106" y="2644743"/>
                <a:chExt cx="1643204" cy="1593124"/>
              </a:xfrm>
            </p:grpSpPr>
            <p:grpSp>
              <p:nvGrpSpPr>
                <p:cNvPr id="14439" name="Group 14438">
                  <a:extLst>
                    <a:ext uri="{FF2B5EF4-FFF2-40B4-BE49-F238E27FC236}">
                      <a16:creationId xmlns:a16="http://schemas.microsoft.com/office/drawing/2014/main" id="{18ECD28F-64FC-C57E-BF7F-540EB03ED881}"/>
                    </a:ext>
                  </a:extLst>
                </p:cNvPr>
                <p:cNvGrpSpPr/>
                <p:nvPr/>
              </p:nvGrpSpPr>
              <p:grpSpPr>
                <a:xfrm>
                  <a:off x="5445106" y="2644743"/>
                  <a:ext cx="1019224" cy="991639"/>
                  <a:chOff x="5886431" y="3225768"/>
                  <a:chExt cx="1019224" cy="991639"/>
                </a:xfrm>
              </p:grpSpPr>
              <p:grpSp>
                <p:nvGrpSpPr>
                  <p:cNvPr id="14487" name="Group 14486">
                    <a:extLst>
                      <a:ext uri="{FF2B5EF4-FFF2-40B4-BE49-F238E27FC236}">
                        <a16:creationId xmlns:a16="http://schemas.microsoft.com/office/drawing/2014/main" id="{A9A26484-8C5D-5BC9-39F5-7529C52FBAB1}"/>
                      </a:ext>
                    </a:extLst>
                  </p:cNvPr>
                  <p:cNvGrpSpPr/>
                  <p:nvPr/>
                </p:nvGrpSpPr>
                <p:grpSpPr>
                  <a:xfrm>
                    <a:off x="6197413" y="3824215"/>
                    <a:ext cx="393192" cy="393192"/>
                    <a:chOff x="5265196" y="3357021"/>
                    <a:chExt cx="393192" cy="393192"/>
                  </a:xfrm>
                </p:grpSpPr>
                <p:grpSp>
                  <p:nvGrpSpPr>
                    <p:cNvPr id="14522" name="Group 14521">
                      <a:extLst>
                        <a:ext uri="{FF2B5EF4-FFF2-40B4-BE49-F238E27FC236}">
                          <a16:creationId xmlns:a16="http://schemas.microsoft.com/office/drawing/2014/main" id="{E608351F-027B-1824-CD49-D858727933EA}"/>
                        </a:ext>
                      </a:extLst>
                    </p:cNvPr>
                    <p:cNvGrpSpPr/>
                    <p:nvPr/>
                  </p:nvGrpSpPr>
                  <p:grpSpPr>
                    <a:xfrm rot="14400000">
                      <a:off x="5265196" y="3357021"/>
                      <a:ext cx="393192" cy="393192"/>
                      <a:chOff x="5354637" y="3446463"/>
                      <a:chExt cx="214313" cy="214313"/>
                    </a:xfrm>
                  </p:grpSpPr>
                  <p:sp>
                    <p:nvSpPr>
                      <p:cNvPr id="14531" name="Arc 14530">
                        <a:extLst>
                          <a:ext uri="{FF2B5EF4-FFF2-40B4-BE49-F238E27FC236}">
                            <a16:creationId xmlns:a16="http://schemas.microsoft.com/office/drawing/2014/main" id="{1A4BDEF8-924A-6F27-BCFF-C5F914F460E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532" name="Arc 14531">
                        <a:extLst>
                          <a:ext uri="{FF2B5EF4-FFF2-40B4-BE49-F238E27FC236}">
                            <a16:creationId xmlns:a16="http://schemas.microsoft.com/office/drawing/2014/main" id="{53AFC6E3-C0B4-6C20-8F03-17670230509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523" name="Group 14522">
                      <a:extLst>
                        <a:ext uri="{FF2B5EF4-FFF2-40B4-BE49-F238E27FC236}">
                          <a16:creationId xmlns:a16="http://schemas.microsoft.com/office/drawing/2014/main" id="{6FC11A79-3380-3E9D-22F7-BB90B4AA5F24}"/>
                        </a:ext>
                      </a:extLst>
                    </p:cNvPr>
                    <p:cNvGrpSpPr/>
                    <p:nvPr/>
                  </p:nvGrpSpPr>
                  <p:grpSpPr>
                    <a:xfrm>
                      <a:off x="5310186" y="3402011"/>
                      <a:ext cx="303213" cy="303213"/>
                      <a:chOff x="5310186" y="3402011"/>
                      <a:chExt cx="303213" cy="303213"/>
                    </a:xfrm>
                  </p:grpSpPr>
                  <p:grpSp>
                    <p:nvGrpSpPr>
                      <p:cNvPr id="14524" name="Group 14523">
                        <a:extLst>
                          <a:ext uri="{FF2B5EF4-FFF2-40B4-BE49-F238E27FC236}">
                            <a16:creationId xmlns:a16="http://schemas.microsoft.com/office/drawing/2014/main" id="{054CCF1C-A142-E5FA-2D0F-24B0C52C095C}"/>
                          </a:ext>
                        </a:extLst>
                      </p:cNvPr>
                      <p:cNvGrpSpPr/>
                      <p:nvPr/>
                    </p:nvGrpSpPr>
                    <p:grpSpPr>
                      <a:xfrm>
                        <a:off x="5354636" y="3446461"/>
                        <a:ext cx="214313" cy="214313"/>
                        <a:chOff x="5354637" y="3446463"/>
                        <a:chExt cx="214313" cy="214313"/>
                      </a:xfrm>
                    </p:grpSpPr>
                    <p:sp>
                      <p:nvSpPr>
                        <p:cNvPr id="14529" name="Arc 14528">
                          <a:extLst>
                            <a:ext uri="{FF2B5EF4-FFF2-40B4-BE49-F238E27FC236}">
                              <a16:creationId xmlns:a16="http://schemas.microsoft.com/office/drawing/2014/main" id="{0720663D-B3AB-062C-21CB-E855A86A412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530" name="Arc 14529">
                          <a:extLst>
                            <a:ext uri="{FF2B5EF4-FFF2-40B4-BE49-F238E27FC236}">
                              <a16:creationId xmlns:a16="http://schemas.microsoft.com/office/drawing/2014/main" id="{F113DDE0-BB7B-3797-80A2-E255C53435B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525" name="Group 14524">
                        <a:extLst>
                          <a:ext uri="{FF2B5EF4-FFF2-40B4-BE49-F238E27FC236}">
                            <a16:creationId xmlns:a16="http://schemas.microsoft.com/office/drawing/2014/main" id="{F922B621-5C39-36B6-281C-38A307F5A598}"/>
                          </a:ext>
                        </a:extLst>
                      </p:cNvPr>
                      <p:cNvGrpSpPr/>
                      <p:nvPr/>
                    </p:nvGrpSpPr>
                    <p:grpSpPr>
                      <a:xfrm rot="7200000">
                        <a:off x="5310186" y="3402011"/>
                        <a:ext cx="303213" cy="303213"/>
                        <a:chOff x="5354637" y="3446463"/>
                        <a:chExt cx="214313" cy="214313"/>
                      </a:xfrm>
                    </p:grpSpPr>
                    <p:sp>
                      <p:nvSpPr>
                        <p:cNvPr id="14527" name="Arc 14526">
                          <a:extLst>
                            <a:ext uri="{FF2B5EF4-FFF2-40B4-BE49-F238E27FC236}">
                              <a16:creationId xmlns:a16="http://schemas.microsoft.com/office/drawing/2014/main" id="{13138A43-2E5F-508F-C2C0-3706E31AF7B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528" name="Arc 14527">
                          <a:extLst>
                            <a:ext uri="{FF2B5EF4-FFF2-40B4-BE49-F238E27FC236}">
                              <a16:creationId xmlns:a16="http://schemas.microsoft.com/office/drawing/2014/main" id="{64EA81A7-E72A-9369-48F5-518080ACEEC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526" name="TextBox 14525">
                        <a:extLst>
                          <a:ext uri="{FF2B5EF4-FFF2-40B4-BE49-F238E27FC236}">
                            <a16:creationId xmlns:a16="http://schemas.microsoft.com/office/drawing/2014/main" id="{88B6F27E-8282-580E-E6F7-92956AB61E2D}"/>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488" name="Group 14487">
                    <a:extLst>
                      <a:ext uri="{FF2B5EF4-FFF2-40B4-BE49-F238E27FC236}">
                        <a16:creationId xmlns:a16="http://schemas.microsoft.com/office/drawing/2014/main" id="{45B31487-2287-ABF1-EA44-BB6D1C00E07A}"/>
                      </a:ext>
                    </a:extLst>
                  </p:cNvPr>
                  <p:cNvGrpSpPr/>
                  <p:nvPr/>
                </p:nvGrpSpPr>
                <p:grpSpPr>
                  <a:xfrm>
                    <a:off x="5886431" y="3525040"/>
                    <a:ext cx="393192" cy="393192"/>
                    <a:chOff x="5265196" y="3932619"/>
                    <a:chExt cx="393192" cy="393192"/>
                  </a:xfrm>
                </p:grpSpPr>
                <p:grpSp>
                  <p:nvGrpSpPr>
                    <p:cNvPr id="14512" name="Group 14511">
                      <a:extLst>
                        <a:ext uri="{FF2B5EF4-FFF2-40B4-BE49-F238E27FC236}">
                          <a16:creationId xmlns:a16="http://schemas.microsoft.com/office/drawing/2014/main" id="{1FBA9C43-08A3-2384-BB77-0815261FCE34}"/>
                        </a:ext>
                      </a:extLst>
                    </p:cNvPr>
                    <p:cNvGrpSpPr/>
                    <p:nvPr/>
                  </p:nvGrpSpPr>
                  <p:grpSpPr>
                    <a:xfrm>
                      <a:off x="5354636" y="4022061"/>
                      <a:ext cx="214313" cy="214313"/>
                      <a:chOff x="5354637" y="3446463"/>
                      <a:chExt cx="214313" cy="214313"/>
                    </a:xfrm>
                  </p:grpSpPr>
                  <p:sp>
                    <p:nvSpPr>
                      <p:cNvPr id="14520" name="Arc 14519">
                        <a:extLst>
                          <a:ext uri="{FF2B5EF4-FFF2-40B4-BE49-F238E27FC236}">
                            <a16:creationId xmlns:a16="http://schemas.microsoft.com/office/drawing/2014/main" id="{9B881D7B-BE23-2CED-1369-475CD1F2835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521" name="Arc 14520">
                        <a:extLst>
                          <a:ext uri="{FF2B5EF4-FFF2-40B4-BE49-F238E27FC236}">
                            <a16:creationId xmlns:a16="http://schemas.microsoft.com/office/drawing/2014/main" id="{85CB4D11-DA5F-97DD-FEA0-80F9CCE139C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513" name="Group 14512">
                      <a:extLst>
                        <a:ext uri="{FF2B5EF4-FFF2-40B4-BE49-F238E27FC236}">
                          <a16:creationId xmlns:a16="http://schemas.microsoft.com/office/drawing/2014/main" id="{63DB5476-00B3-921F-5727-1EF6D58A1983}"/>
                        </a:ext>
                      </a:extLst>
                    </p:cNvPr>
                    <p:cNvGrpSpPr/>
                    <p:nvPr/>
                  </p:nvGrpSpPr>
                  <p:grpSpPr>
                    <a:xfrm rot="14400000">
                      <a:off x="5310186" y="3977611"/>
                      <a:ext cx="303213" cy="303213"/>
                      <a:chOff x="5354637" y="3446463"/>
                      <a:chExt cx="214313" cy="214313"/>
                    </a:xfrm>
                  </p:grpSpPr>
                  <p:sp>
                    <p:nvSpPr>
                      <p:cNvPr id="14518" name="Arc 14517">
                        <a:extLst>
                          <a:ext uri="{FF2B5EF4-FFF2-40B4-BE49-F238E27FC236}">
                            <a16:creationId xmlns:a16="http://schemas.microsoft.com/office/drawing/2014/main" id="{19BDB987-35E6-12AE-4C1B-8D3FE3412FB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519" name="Arc 14518">
                        <a:extLst>
                          <a:ext uri="{FF2B5EF4-FFF2-40B4-BE49-F238E27FC236}">
                            <a16:creationId xmlns:a16="http://schemas.microsoft.com/office/drawing/2014/main" id="{70D108E9-294A-40BE-A284-E5B121BAF6E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514" name="Group 14513">
                      <a:extLst>
                        <a:ext uri="{FF2B5EF4-FFF2-40B4-BE49-F238E27FC236}">
                          <a16:creationId xmlns:a16="http://schemas.microsoft.com/office/drawing/2014/main" id="{4869112F-FED6-4E27-7508-9FEB4A74875C}"/>
                        </a:ext>
                      </a:extLst>
                    </p:cNvPr>
                    <p:cNvGrpSpPr/>
                    <p:nvPr/>
                  </p:nvGrpSpPr>
                  <p:grpSpPr>
                    <a:xfrm rot="7200000">
                      <a:off x="5265196" y="3932619"/>
                      <a:ext cx="393192" cy="393192"/>
                      <a:chOff x="5354637" y="3446463"/>
                      <a:chExt cx="214313" cy="214313"/>
                    </a:xfrm>
                  </p:grpSpPr>
                  <p:sp>
                    <p:nvSpPr>
                      <p:cNvPr id="14516" name="Arc 14515">
                        <a:extLst>
                          <a:ext uri="{FF2B5EF4-FFF2-40B4-BE49-F238E27FC236}">
                            <a16:creationId xmlns:a16="http://schemas.microsoft.com/office/drawing/2014/main" id="{B4BB2E72-99B1-3139-5AE2-502690F047F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517" name="Arc 14516">
                        <a:extLst>
                          <a:ext uri="{FF2B5EF4-FFF2-40B4-BE49-F238E27FC236}">
                            <a16:creationId xmlns:a16="http://schemas.microsoft.com/office/drawing/2014/main" id="{9BD871B4-8812-09F9-EBE9-14D3A0B6525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515" name="TextBox 14514">
                      <a:extLst>
                        <a:ext uri="{FF2B5EF4-FFF2-40B4-BE49-F238E27FC236}">
                          <a16:creationId xmlns:a16="http://schemas.microsoft.com/office/drawing/2014/main" id="{348C9AE6-835E-A9DD-6D1E-88966B0964A6}"/>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4489" name="Group 14488">
                    <a:extLst>
                      <a:ext uri="{FF2B5EF4-FFF2-40B4-BE49-F238E27FC236}">
                        <a16:creationId xmlns:a16="http://schemas.microsoft.com/office/drawing/2014/main" id="{BDB59E18-C708-7DBA-4C8A-17815335FAC8}"/>
                      </a:ext>
                    </a:extLst>
                  </p:cNvPr>
                  <p:cNvGrpSpPr/>
                  <p:nvPr/>
                </p:nvGrpSpPr>
                <p:grpSpPr>
                  <a:xfrm>
                    <a:off x="6512463" y="3525040"/>
                    <a:ext cx="393192" cy="393192"/>
                    <a:chOff x="6389147" y="3357021"/>
                    <a:chExt cx="393192" cy="393192"/>
                  </a:xfrm>
                </p:grpSpPr>
                <p:grpSp>
                  <p:nvGrpSpPr>
                    <p:cNvPr id="14501" name="Group 14500">
                      <a:extLst>
                        <a:ext uri="{FF2B5EF4-FFF2-40B4-BE49-F238E27FC236}">
                          <a16:creationId xmlns:a16="http://schemas.microsoft.com/office/drawing/2014/main" id="{346F973F-4114-255E-3ACE-CFA97CB9F44D}"/>
                        </a:ext>
                      </a:extLst>
                    </p:cNvPr>
                    <p:cNvGrpSpPr/>
                    <p:nvPr/>
                  </p:nvGrpSpPr>
                  <p:grpSpPr>
                    <a:xfrm rot="7200000" flipH="1">
                      <a:off x="6389147" y="3357021"/>
                      <a:ext cx="393192" cy="393192"/>
                      <a:chOff x="5354637" y="3446463"/>
                      <a:chExt cx="214313" cy="214313"/>
                    </a:xfrm>
                  </p:grpSpPr>
                  <p:sp>
                    <p:nvSpPr>
                      <p:cNvPr id="14510" name="Arc 14509">
                        <a:extLst>
                          <a:ext uri="{FF2B5EF4-FFF2-40B4-BE49-F238E27FC236}">
                            <a16:creationId xmlns:a16="http://schemas.microsoft.com/office/drawing/2014/main" id="{36B0EF19-5202-B249-69EE-ED65C5E0B09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511" name="Arc 14510">
                        <a:extLst>
                          <a:ext uri="{FF2B5EF4-FFF2-40B4-BE49-F238E27FC236}">
                            <a16:creationId xmlns:a16="http://schemas.microsoft.com/office/drawing/2014/main" id="{9266066F-9446-099C-0B01-FB64182AB66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502" name="Group 14501">
                      <a:extLst>
                        <a:ext uri="{FF2B5EF4-FFF2-40B4-BE49-F238E27FC236}">
                          <a16:creationId xmlns:a16="http://schemas.microsoft.com/office/drawing/2014/main" id="{B6317877-4891-46FA-B1E1-DCBAEF68D7B9}"/>
                        </a:ext>
                      </a:extLst>
                    </p:cNvPr>
                    <p:cNvGrpSpPr/>
                    <p:nvPr/>
                  </p:nvGrpSpPr>
                  <p:grpSpPr>
                    <a:xfrm>
                      <a:off x="6434137" y="3402011"/>
                      <a:ext cx="303213" cy="303213"/>
                      <a:chOff x="6434137" y="3402011"/>
                      <a:chExt cx="303213" cy="303213"/>
                    </a:xfrm>
                  </p:grpSpPr>
                  <p:grpSp>
                    <p:nvGrpSpPr>
                      <p:cNvPr id="14503" name="Group 14502">
                        <a:extLst>
                          <a:ext uri="{FF2B5EF4-FFF2-40B4-BE49-F238E27FC236}">
                            <a16:creationId xmlns:a16="http://schemas.microsoft.com/office/drawing/2014/main" id="{ACAE9603-96EB-B75A-768B-AE695889F6AF}"/>
                          </a:ext>
                        </a:extLst>
                      </p:cNvPr>
                      <p:cNvGrpSpPr/>
                      <p:nvPr/>
                    </p:nvGrpSpPr>
                    <p:grpSpPr>
                      <a:xfrm flipH="1">
                        <a:off x="6478587" y="3446461"/>
                        <a:ext cx="214313" cy="214313"/>
                        <a:chOff x="5354637" y="3446463"/>
                        <a:chExt cx="214313" cy="214313"/>
                      </a:xfrm>
                    </p:grpSpPr>
                    <p:sp>
                      <p:nvSpPr>
                        <p:cNvPr id="14508" name="Arc 14507">
                          <a:extLst>
                            <a:ext uri="{FF2B5EF4-FFF2-40B4-BE49-F238E27FC236}">
                              <a16:creationId xmlns:a16="http://schemas.microsoft.com/office/drawing/2014/main" id="{AF3B9224-EE64-CAC5-900B-B26A0831CB5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509" name="Arc 14508">
                          <a:extLst>
                            <a:ext uri="{FF2B5EF4-FFF2-40B4-BE49-F238E27FC236}">
                              <a16:creationId xmlns:a16="http://schemas.microsoft.com/office/drawing/2014/main" id="{E7A0189B-5FF2-7071-8C76-578CB22F270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504" name="Group 14503">
                        <a:extLst>
                          <a:ext uri="{FF2B5EF4-FFF2-40B4-BE49-F238E27FC236}">
                            <a16:creationId xmlns:a16="http://schemas.microsoft.com/office/drawing/2014/main" id="{4F0574D4-ADFC-5E4B-8E21-EBBCAB787EBC}"/>
                          </a:ext>
                        </a:extLst>
                      </p:cNvPr>
                      <p:cNvGrpSpPr/>
                      <p:nvPr/>
                    </p:nvGrpSpPr>
                    <p:grpSpPr>
                      <a:xfrm rot="14400000" flipH="1">
                        <a:off x="6434137" y="3402011"/>
                        <a:ext cx="303213" cy="303213"/>
                        <a:chOff x="5354637" y="3446463"/>
                        <a:chExt cx="214313" cy="214313"/>
                      </a:xfrm>
                    </p:grpSpPr>
                    <p:sp>
                      <p:nvSpPr>
                        <p:cNvPr id="14506" name="Arc 14505">
                          <a:extLst>
                            <a:ext uri="{FF2B5EF4-FFF2-40B4-BE49-F238E27FC236}">
                              <a16:creationId xmlns:a16="http://schemas.microsoft.com/office/drawing/2014/main" id="{34F29F1A-DD66-324C-F45B-72FCE1B5F61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507" name="Arc 14506">
                          <a:extLst>
                            <a:ext uri="{FF2B5EF4-FFF2-40B4-BE49-F238E27FC236}">
                              <a16:creationId xmlns:a16="http://schemas.microsoft.com/office/drawing/2014/main" id="{55BB976A-528B-11E4-C310-143EF5D2648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505" name="TextBox 14504">
                        <a:extLst>
                          <a:ext uri="{FF2B5EF4-FFF2-40B4-BE49-F238E27FC236}">
                            <a16:creationId xmlns:a16="http://schemas.microsoft.com/office/drawing/2014/main" id="{951D2331-87FE-6829-5F10-5796F24D2F2A}"/>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490" name="Group 14489">
                    <a:extLst>
                      <a:ext uri="{FF2B5EF4-FFF2-40B4-BE49-F238E27FC236}">
                        <a16:creationId xmlns:a16="http://schemas.microsoft.com/office/drawing/2014/main" id="{1CD15D82-8DC1-C4BF-D7EE-D21C7301A40B}"/>
                      </a:ext>
                    </a:extLst>
                  </p:cNvPr>
                  <p:cNvGrpSpPr/>
                  <p:nvPr/>
                </p:nvGrpSpPr>
                <p:grpSpPr>
                  <a:xfrm>
                    <a:off x="6197413" y="3225768"/>
                    <a:ext cx="393192" cy="393192"/>
                    <a:chOff x="6389147" y="3932622"/>
                    <a:chExt cx="393192" cy="393192"/>
                  </a:xfrm>
                </p:grpSpPr>
                <p:grpSp>
                  <p:nvGrpSpPr>
                    <p:cNvPr id="14491" name="Group 14490">
                      <a:extLst>
                        <a:ext uri="{FF2B5EF4-FFF2-40B4-BE49-F238E27FC236}">
                          <a16:creationId xmlns:a16="http://schemas.microsoft.com/office/drawing/2014/main" id="{FE54405B-0973-3B47-0D7B-BE0D9F402A9A}"/>
                        </a:ext>
                      </a:extLst>
                    </p:cNvPr>
                    <p:cNvGrpSpPr/>
                    <p:nvPr/>
                  </p:nvGrpSpPr>
                  <p:grpSpPr>
                    <a:xfrm flipH="1">
                      <a:off x="6478587" y="4022061"/>
                      <a:ext cx="214313" cy="214313"/>
                      <a:chOff x="5354637" y="3446463"/>
                      <a:chExt cx="214313" cy="214313"/>
                    </a:xfrm>
                  </p:grpSpPr>
                  <p:sp>
                    <p:nvSpPr>
                      <p:cNvPr id="14499" name="Arc 14498">
                        <a:extLst>
                          <a:ext uri="{FF2B5EF4-FFF2-40B4-BE49-F238E27FC236}">
                            <a16:creationId xmlns:a16="http://schemas.microsoft.com/office/drawing/2014/main" id="{88115193-1BBA-9335-B5FC-C953D352821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500" name="Arc 14499">
                        <a:extLst>
                          <a:ext uri="{FF2B5EF4-FFF2-40B4-BE49-F238E27FC236}">
                            <a16:creationId xmlns:a16="http://schemas.microsoft.com/office/drawing/2014/main" id="{46B9B5AC-20DF-B259-FC8A-3589078C7E9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492" name="Group 14491">
                      <a:extLst>
                        <a:ext uri="{FF2B5EF4-FFF2-40B4-BE49-F238E27FC236}">
                          <a16:creationId xmlns:a16="http://schemas.microsoft.com/office/drawing/2014/main" id="{A010484A-53C4-9083-C1D0-97AFBCC3C90C}"/>
                        </a:ext>
                      </a:extLst>
                    </p:cNvPr>
                    <p:cNvGrpSpPr/>
                    <p:nvPr/>
                  </p:nvGrpSpPr>
                  <p:grpSpPr>
                    <a:xfrm rot="7200000" flipH="1">
                      <a:off x="6434137" y="3977611"/>
                      <a:ext cx="303213" cy="303213"/>
                      <a:chOff x="5354637" y="3446463"/>
                      <a:chExt cx="214313" cy="214313"/>
                    </a:xfrm>
                  </p:grpSpPr>
                  <p:sp>
                    <p:nvSpPr>
                      <p:cNvPr id="14497" name="Arc 14496">
                        <a:extLst>
                          <a:ext uri="{FF2B5EF4-FFF2-40B4-BE49-F238E27FC236}">
                            <a16:creationId xmlns:a16="http://schemas.microsoft.com/office/drawing/2014/main" id="{DB697717-A26C-1F5D-F663-660469C2CA6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498" name="Arc 14497">
                        <a:extLst>
                          <a:ext uri="{FF2B5EF4-FFF2-40B4-BE49-F238E27FC236}">
                            <a16:creationId xmlns:a16="http://schemas.microsoft.com/office/drawing/2014/main" id="{A989C24B-DBF6-E964-63C5-6E89A0EFD81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493" name="Group 14492">
                      <a:extLst>
                        <a:ext uri="{FF2B5EF4-FFF2-40B4-BE49-F238E27FC236}">
                          <a16:creationId xmlns:a16="http://schemas.microsoft.com/office/drawing/2014/main" id="{983D74A3-0990-03B4-BB1C-905BDA7A5C11}"/>
                        </a:ext>
                      </a:extLst>
                    </p:cNvPr>
                    <p:cNvGrpSpPr/>
                    <p:nvPr/>
                  </p:nvGrpSpPr>
                  <p:grpSpPr>
                    <a:xfrm rot="14400000" flipH="1">
                      <a:off x="6389147" y="3932622"/>
                      <a:ext cx="393192" cy="393192"/>
                      <a:chOff x="5354637" y="3446463"/>
                      <a:chExt cx="214313" cy="214313"/>
                    </a:xfrm>
                  </p:grpSpPr>
                  <p:sp>
                    <p:nvSpPr>
                      <p:cNvPr id="14495" name="Arc 14494">
                        <a:extLst>
                          <a:ext uri="{FF2B5EF4-FFF2-40B4-BE49-F238E27FC236}">
                            <a16:creationId xmlns:a16="http://schemas.microsoft.com/office/drawing/2014/main" id="{5B4FD4D7-AAF5-3B04-457A-D801F3D911D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496" name="Arc 14495">
                        <a:extLst>
                          <a:ext uri="{FF2B5EF4-FFF2-40B4-BE49-F238E27FC236}">
                            <a16:creationId xmlns:a16="http://schemas.microsoft.com/office/drawing/2014/main" id="{174BC1A3-D991-7204-0010-5FC18F5E26E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494" name="TextBox 14493">
                      <a:extLst>
                        <a:ext uri="{FF2B5EF4-FFF2-40B4-BE49-F238E27FC236}">
                          <a16:creationId xmlns:a16="http://schemas.microsoft.com/office/drawing/2014/main" id="{C8631FBC-4A4B-BF3E-1057-D6E2928DDC6C}"/>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440" name="Group 14439">
                  <a:extLst>
                    <a:ext uri="{FF2B5EF4-FFF2-40B4-BE49-F238E27FC236}">
                      <a16:creationId xmlns:a16="http://schemas.microsoft.com/office/drawing/2014/main" id="{EC901DFE-DB86-D46A-D93A-D685E70FE9A3}"/>
                    </a:ext>
                  </a:extLst>
                </p:cNvPr>
                <p:cNvGrpSpPr/>
                <p:nvPr/>
              </p:nvGrpSpPr>
              <p:grpSpPr>
                <a:xfrm>
                  <a:off x="6069086" y="3246228"/>
                  <a:ext cx="1019224" cy="991639"/>
                  <a:chOff x="5886431" y="3225768"/>
                  <a:chExt cx="1019224" cy="991639"/>
                </a:xfrm>
              </p:grpSpPr>
              <p:grpSp>
                <p:nvGrpSpPr>
                  <p:cNvPr id="14441" name="Group 14440">
                    <a:extLst>
                      <a:ext uri="{FF2B5EF4-FFF2-40B4-BE49-F238E27FC236}">
                        <a16:creationId xmlns:a16="http://schemas.microsoft.com/office/drawing/2014/main" id="{79D950C9-EA93-B8B2-2469-726957E5508A}"/>
                      </a:ext>
                    </a:extLst>
                  </p:cNvPr>
                  <p:cNvGrpSpPr/>
                  <p:nvPr/>
                </p:nvGrpSpPr>
                <p:grpSpPr>
                  <a:xfrm>
                    <a:off x="6197413" y="3824215"/>
                    <a:ext cx="393192" cy="393192"/>
                    <a:chOff x="5265196" y="3357021"/>
                    <a:chExt cx="393192" cy="393192"/>
                  </a:xfrm>
                </p:grpSpPr>
                <p:grpSp>
                  <p:nvGrpSpPr>
                    <p:cNvPr id="14476" name="Group 14475">
                      <a:extLst>
                        <a:ext uri="{FF2B5EF4-FFF2-40B4-BE49-F238E27FC236}">
                          <a16:creationId xmlns:a16="http://schemas.microsoft.com/office/drawing/2014/main" id="{FDB61267-D50C-BEF8-7AFF-5B4C525C4F97}"/>
                        </a:ext>
                      </a:extLst>
                    </p:cNvPr>
                    <p:cNvGrpSpPr/>
                    <p:nvPr/>
                  </p:nvGrpSpPr>
                  <p:grpSpPr>
                    <a:xfrm rot="14400000">
                      <a:off x="5265196" y="3357021"/>
                      <a:ext cx="393192" cy="393192"/>
                      <a:chOff x="5354637" y="3446463"/>
                      <a:chExt cx="214313" cy="214313"/>
                    </a:xfrm>
                  </p:grpSpPr>
                  <p:sp>
                    <p:nvSpPr>
                      <p:cNvPr id="14485" name="Arc 14484">
                        <a:extLst>
                          <a:ext uri="{FF2B5EF4-FFF2-40B4-BE49-F238E27FC236}">
                            <a16:creationId xmlns:a16="http://schemas.microsoft.com/office/drawing/2014/main" id="{90E22E1C-4D32-ACAC-ABF2-7DBD845BDDB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486" name="Arc 14485">
                        <a:extLst>
                          <a:ext uri="{FF2B5EF4-FFF2-40B4-BE49-F238E27FC236}">
                            <a16:creationId xmlns:a16="http://schemas.microsoft.com/office/drawing/2014/main" id="{DF4316DE-9FD2-3EDD-75D1-E6F6FF1969E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477" name="Group 14476">
                      <a:extLst>
                        <a:ext uri="{FF2B5EF4-FFF2-40B4-BE49-F238E27FC236}">
                          <a16:creationId xmlns:a16="http://schemas.microsoft.com/office/drawing/2014/main" id="{08C69FEE-B418-B8F4-4E1C-BE4C7CB4965B}"/>
                        </a:ext>
                      </a:extLst>
                    </p:cNvPr>
                    <p:cNvGrpSpPr/>
                    <p:nvPr/>
                  </p:nvGrpSpPr>
                  <p:grpSpPr>
                    <a:xfrm>
                      <a:off x="5310186" y="3402011"/>
                      <a:ext cx="303213" cy="303213"/>
                      <a:chOff x="5310186" y="3402011"/>
                      <a:chExt cx="303213" cy="303213"/>
                    </a:xfrm>
                  </p:grpSpPr>
                  <p:grpSp>
                    <p:nvGrpSpPr>
                      <p:cNvPr id="14478" name="Group 14477">
                        <a:extLst>
                          <a:ext uri="{FF2B5EF4-FFF2-40B4-BE49-F238E27FC236}">
                            <a16:creationId xmlns:a16="http://schemas.microsoft.com/office/drawing/2014/main" id="{8131BDA2-7BC1-4A7D-C185-CC913CD3D41C}"/>
                          </a:ext>
                        </a:extLst>
                      </p:cNvPr>
                      <p:cNvGrpSpPr/>
                      <p:nvPr/>
                    </p:nvGrpSpPr>
                    <p:grpSpPr>
                      <a:xfrm>
                        <a:off x="5354636" y="3446461"/>
                        <a:ext cx="214313" cy="214313"/>
                        <a:chOff x="5354637" y="3446463"/>
                        <a:chExt cx="214313" cy="214313"/>
                      </a:xfrm>
                    </p:grpSpPr>
                    <p:sp>
                      <p:nvSpPr>
                        <p:cNvPr id="14483" name="Arc 14482">
                          <a:extLst>
                            <a:ext uri="{FF2B5EF4-FFF2-40B4-BE49-F238E27FC236}">
                              <a16:creationId xmlns:a16="http://schemas.microsoft.com/office/drawing/2014/main" id="{917D57BE-4E1A-D6F3-08FA-817F45BDCB6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484" name="Arc 14483">
                          <a:extLst>
                            <a:ext uri="{FF2B5EF4-FFF2-40B4-BE49-F238E27FC236}">
                              <a16:creationId xmlns:a16="http://schemas.microsoft.com/office/drawing/2014/main" id="{46C4EC7E-732A-6264-3021-D9CFBF15A9A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479" name="Group 14478">
                        <a:extLst>
                          <a:ext uri="{FF2B5EF4-FFF2-40B4-BE49-F238E27FC236}">
                            <a16:creationId xmlns:a16="http://schemas.microsoft.com/office/drawing/2014/main" id="{8CAE5806-8A32-7C8A-6857-07D1DD0AB92F}"/>
                          </a:ext>
                        </a:extLst>
                      </p:cNvPr>
                      <p:cNvGrpSpPr/>
                      <p:nvPr/>
                    </p:nvGrpSpPr>
                    <p:grpSpPr>
                      <a:xfrm rot="7200000">
                        <a:off x="5310186" y="3402011"/>
                        <a:ext cx="303213" cy="303213"/>
                        <a:chOff x="5354637" y="3446463"/>
                        <a:chExt cx="214313" cy="214313"/>
                      </a:xfrm>
                    </p:grpSpPr>
                    <p:sp>
                      <p:nvSpPr>
                        <p:cNvPr id="14481" name="Arc 14480">
                          <a:extLst>
                            <a:ext uri="{FF2B5EF4-FFF2-40B4-BE49-F238E27FC236}">
                              <a16:creationId xmlns:a16="http://schemas.microsoft.com/office/drawing/2014/main" id="{F668745F-63AB-611B-11D4-989970C4A40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482" name="Arc 14481">
                          <a:extLst>
                            <a:ext uri="{FF2B5EF4-FFF2-40B4-BE49-F238E27FC236}">
                              <a16:creationId xmlns:a16="http://schemas.microsoft.com/office/drawing/2014/main" id="{6EFD5704-E301-7969-C09B-776C2A48173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480" name="TextBox 14479">
                        <a:extLst>
                          <a:ext uri="{FF2B5EF4-FFF2-40B4-BE49-F238E27FC236}">
                            <a16:creationId xmlns:a16="http://schemas.microsoft.com/office/drawing/2014/main" id="{942CE97A-DD94-F61E-302D-8AA273AB81D0}"/>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442" name="Group 14441">
                    <a:extLst>
                      <a:ext uri="{FF2B5EF4-FFF2-40B4-BE49-F238E27FC236}">
                        <a16:creationId xmlns:a16="http://schemas.microsoft.com/office/drawing/2014/main" id="{AE354FF1-E177-E292-5B09-544F300F72C6}"/>
                      </a:ext>
                    </a:extLst>
                  </p:cNvPr>
                  <p:cNvGrpSpPr/>
                  <p:nvPr/>
                </p:nvGrpSpPr>
                <p:grpSpPr>
                  <a:xfrm>
                    <a:off x="5886431" y="3525040"/>
                    <a:ext cx="393192" cy="393192"/>
                    <a:chOff x="5265196" y="3932619"/>
                    <a:chExt cx="393192" cy="393192"/>
                  </a:xfrm>
                </p:grpSpPr>
                <p:grpSp>
                  <p:nvGrpSpPr>
                    <p:cNvPr id="14466" name="Group 14465">
                      <a:extLst>
                        <a:ext uri="{FF2B5EF4-FFF2-40B4-BE49-F238E27FC236}">
                          <a16:creationId xmlns:a16="http://schemas.microsoft.com/office/drawing/2014/main" id="{192C8005-0F9E-06CE-91D3-42B88DC97CFC}"/>
                        </a:ext>
                      </a:extLst>
                    </p:cNvPr>
                    <p:cNvGrpSpPr/>
                    <p:nvPr/>
                  </p:nvGrpSpPr>
                  <p:grpSpPr>
                    <a:xfrm>
                      <a:off x="5354636" y="4022061"/>
                      <a:ext cx="214313" cy="214313"/>
                      <a:chOff x="5354637" y="3446463"/>
                      <a:chExt cx="214313" cy="214313"/>
                    </a:xfrm>
                  </p:grpSpPr>
                  <p:sp>
                    <p:nvSpPr>
                      <p:cNvPr id="14474" name="Arc 14473">
                        <a:extLst>
                          <a:ext uri="{FF2B5EF4-FFF2-40B4-BE49-F238E27FC236}">
                            <a16:creationId xmlns:a16="http://schemas.microsoft.com/office/drawing/2014/main" id="{32376B03-1181-2A81-0A66-9DBE1F4F0B7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475" name="Arc 14474">
                        <a:extLst>
                          <a:ext uri="{FF2B5EF4-FFF2-40B4-BE49-F238E27FC236}">
                            <a16:creationId xmlns:a16="http://schemas.microsoft.com/office/drawing/2014/main" id="{F7081175-0339-1B76-40A9-7DF1B09DCF2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467" name="Group 14466">
                      <a:extLst>
                        <a:ext uri="{FF2B5EF4-FFF2-40B4-BE49-F238E27FC236}">
                          <a16:creationId xmlns:a16="http://schemas.microsoft.com/office/drawing/2014/main" id="{0ABA0E47-0E3B-5197-77D4-07B2B97BC087}"/>
                        </a:ext>
                      </a:extLst>
                    </p:cNvPr>
                    <p:cNvGrpSpPr/>
                    <p:nvPr/>
                  </p:nvGrpSpPr>
                  <p:grpSpPr>
                    <a:xfrm rot="14400000">
                      <a:off x="5310186" y="3977611"/>
                      <a:ext cx="303213" cy="303213"/>
                      <a:chOff x="5354637" y="3446463"/>
                      <a:chExt cx="214313" cy="214313"/>
                    </a:xfrm>
                  </p:grpSpPr>
                  <p:sp>
                    <p:nvSpPr>
                      <p:cNvPr id="14472" name="Arc 14471">
                        <a:extLst>
                          <a:ext uri="{FF2B5EF4-FFF2-40B4-BE49-F238E27FC236}">
                            <a16:creationId xmlns:a16="http://schemas.microsoft.com/office/drawing/2014/main" id="{E8063846-152F-46C3-CD66-248F3DFFEEE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473" name="Arc 14472">
                        <a:extLst>
                          <a:ext uri="{FF2B5EF4-FFF2-40B4-BE49-F238E27FC236}">
                            <a16:creationId xmlns:a16="http://schemas.microsoft.com/office/drawing/2014/main" id="{09FFD80B-AF6A-3F8E-E1C3-A8132AE4FE2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468" name="Group 14467">
                      <a:extLst>
                        <a:ext uri="{FF2B5EF4-FFF2-40B4-BE49-F238E27FC236}">
                          <a16:creationId xmlns:a16="http://schemas.microsoft.com/office/drawing/2014/main" id="{E3E52C2C-5934-742C-885E-77FE9291B617}"/>
                        </a:ext>
                      </a:extLst>
                    </p:cNvPr>
                    <p:cNvGrpSpPr/>
                    <p:nvPr/>
                  </p:nvGrpSpPr>
                  <p:grpSpPr>
                    <a:xfrm rot="7200000">
                      <a:off x="5265196" y="3932619"/>
                      <a:ext cx="393192" cy="393192"/>
                      <a:chOff x="5354637" y="3446463"/>
                      <a:chExt cx="214313" cy="214313"/>
                    </a:xfrm>
                  </p:grpSpPr>
                  <p:sp>
                    <p:nvSpPr>
                      <p:cNvPr id="14470" name="Arc 14469">
                        <a:extLst>
                          <a:ext uri="{FF2B5EF4-FFF2-40B4-BE49-F238E27FC236}">
                            <a16:creationId xmlns:a16="http://schemas.microsoft.com/office/drawing/2014/main" id="{8DFF442B-1484-DA5E-176A-582C1EC4F6A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471" name="Arc 14470">
                        <a:extLst>
                          <a:ext uri="{FF2B5EF4-FFF2-40B4-BE49-F238E27FC236}">
                            <a16:creationId xmlns:a16="http://schemas.microsoft.com/office/drawing/2014/main" id="{8A87929E-C3D8-9ECA-EC10-6ED1FEA638E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469" name="TextBox 14468">
                      <a:extLst>
                        <a:ext uri="{FF2B5EF4-FFF2-40B4-BE49-F238E27FC236}">
                          <a16:creationId xmlns:a16="http://schemas.microsoft.com/office/drawing/2014/main" id="{0FDE53D0-3C4B-8ADA-CEC8-B8B0D4688AF8}"/>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4443" name="Group 14442">
                    <a:extLst>
                      <a:ext uri="{FF2B5EF4-FFF2-40B4-BE49-F238E27FC236}">
                        <a16:creationId xmlns:a16="http://schemas.microsoft.com/office/drawing/2014/main" id="{B200E05D-73C1-81EF-EF97-94F6FB47E09E}"/>
                      </a:ext>
                    </a:extLst>
                  </p:cNvPr>
                  <p:cNvGrpSpPr/>
                  <p:nvPr/>
                </p:nvGrpSpPr>
                <p:grpSpPr>
                  <a:xfrm>
                    <a:off x="6512463" y="3525040"/>
                    <a:ext cx="393192" cy="393192"/>
                    <a:chOff x="6389147" y="3357021"/>
                    <a:chExt cx="393192" cy="393192"/>
                  </a:xfrm>
                </p:grpSpPr>
                <p:grpSp>
                  <p:nvGrpSpPr>
                    <p:cNvPr id="14455" name="Group 14454">
                      <a:extLst>
                        <a:ext uri="{FF2B5EF4-FFF2-40B4-BE49-F238E27FC236}">
                          <a16:creationId xmlns:a16="http://schemas.microsoft.com/office/drawing/2014/main" id="{C004E00C-144D-6EF4-0FDF-9A1B63B92780}"/>
                        </a:ext>
                      </a:extLst>
                    </p:cNvPr>
                    <p:cNvGrpSpPr/>
                    <p:nvPr/>
                  </p:nvGrpSpPr>
                  <p:grpSpPr>
                    <a:xfrm rot="7200000" flipH="1">
                      <a:off x="6389147" y="3357021"/>
                      <a:ext cx="393192" cy="393192"/>
                      <a:chOff x="5354637" y="3446463"/>
                      <a:chExt cx="214313" cy="214313"/>
                    </a:xfrm>
                  </p:grpSpPr>
                  <p:sp>
                    <p:nvSpPr>
                      <p:cNvPr id="14464" name="Arc 14463">
                        <a:extLst>
                          <a:ext uri="{FF2B5EF4-FFF2-40B4-BE49-F238E27FC236}">
                            <a16:creationId xmlns:a16="http://schemas.microsoft.com/office/drawing/2014/main" id="{5EF0D622-0A45-01D5-D0F9-C735D37A47F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465" name="Arc 14464">
                        <a:extLst>
                          <a:ext uri="{FF2B5EF4-FFF2-40B4-BE49-F238E27FC236}">
                            <a16:creationId xmlns:a16="http://schemas.microsoft.com/office/drawing/2014/main" id="{01870D4D-6CFF-8B7F-C269-F9FC6390E4A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456" name="Group 14455">
                      <a:extLst>
                        <a:ext uri="{FF2B5EF4-FFF2-40B4-BE49-F238E27FC236}">
                          <a16:creationId xmlns:a16="http://schemas.microsoft.com/office/drawing/2014/main" id="{3E41C996-44C3-0B20-6516-97711EF1D919}"/>
                        </a:ext>
                      </a:extLst>
                    </p:cNvPr>
                    <p:cNvGrpSpPr/>
                    <p:nvPr/>
                  </p:nvGrpSpPr>
                  <p:grpSpPr>
                    <a:xfrm>
                      <a:off x="6434137" y="3402011"/>
                      <a:ext cx="303213" cy="303213"/>
                      <a:chOff x="6434137" y="3402011"/>
                      <a:chExt cx="303213" cy="303213"/>
                    </a:xfrm>
                  </p:grpSpPr>
                  <p:grpSp>
                    <p:nvGrpSpPr>
                      <p:cNvPr id="14457" name="Group 14456">
                        <a:extLst>
                          <a:ext uri="{FF2B5EF4-FFF2-40B4-BE49-F238E27FC236}">
                            <a16:creationId xmlns:a16="http://schemas.microsoft.com/office/drawing/2014/main" id="{138F9998-835B-329A-32F1-A9E1394B60D3}"/>
                          </a:ext>
                        </a:extLst>
                      </p:cNvPr>
                      <p:cNvGrpSpPr/>
                      <p:nvPr/>
                    </p:nvGrpSpPr>
                    <p:grpSpPr>
                      <a:xfrm flipH="1">
                        <a:off x="6478587" y="3446461"/>
                        <a:ext cx="214313" cy="214313"/>
                        <a:chOff x="5354637" y="3446463"/>
                        <a:chExt cx="214313" cy="214313"/>
                      </a:xfrm>
                    </p:grpSpPr>
                    <p:sp>
                      <p:nvSpPr>
                        <p:cNvPr id="14462" name="Arc 14461">
                          <a:extLst>
                            <a:ext uri="{FF2B5EF4-FFF2-40B4-BE49-F238E27FC236}">
                              <a16:creationId xmlns:a16="http://schemas.microsoft.com/office/drawing/2014/main" id="{792D67C1-02FF-709E-6392-B2F452F75C2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463" name="Arc 14462">
                          <a:extLst>
                            <a:ext uri="{FF2B5EF4-FFF2-40B4-BE49-F238E27FC236}">
                              <a16:creationId xmlns:a16="http://schemas.microsoft.com/office/drawing/2014/main" id="{41EC3293-280F-21D2-F397-179153FE6B9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458" name="Group 14457">
                        <a:extLst>
                          <a:ext uri="{FF2B5EF4-FFF2-40B4-BE49-F238E27FC236}">
                            <a16:creationId xmlns:a16="http://schemas.microsoft.com/office/drawing/2014/main" id="{2713D402-966B-CD5E-A9B2-9BE187E66224}"/>
                          </a:ext>
                        </a:extLst>
                      </p:cNvPr>
                      <p:cNvGrpSpPr/>
                      <p:nvPr/>
                    </p:nvGrpSpPr>
                    <p:grpSpPr>
                      <a:xfrm rot="14400000" flipH="1">
                        <a:off x="6434137" y="3402011"/>
                        <a:ext cx="303213" cy="303213"/>
                        <a:chOff x="5354637" y="3446463"/>
                        <a:chExt cx="214313" cy="214313"/>
                      </a:xfrm>
                    </p:grpSpPr>
                    <p:sp>
                      <p:nvSpPr>
                        <p:cNvPr id="14460" name="Arc 14459">
                          <a:extLst>
                            <a:ext uri="{FF2B5EF4-FFF2-40B4-BE49-F238E27FC236}">
                              <a16:creationId xmlns:a16="http://schemas.microsoft.com/office/drawing/2014/main" id="{7CAD812F-67FD-E09B-4013-CEDB2B2893D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461" name="Arc 14460">
                          <a:extLst>
                            <a:ext uri="{FF2B5EF4-FFF2-40B4-BE49-F238E27FC236}">
                              <a16:creationId xmlns:a16="http://schemas.microsoft.com/office/drawing/2014/main" id="{2C9D79A9-5984-2342-4530-173BE598ED5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459" name="TextBox 14458">
                        <a:extLst>
                          <a:ext uri="{FF2B5EF4-FFF2-40B4-BE49-F238E27FC236}">
                            <a16:creationId xmlns:a16="http://schemas.microsoft.com/office/drawing/2014/main" id="{B77D312A-37CA-0881-2B12-CE0C4DF06A71}"/>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444" name="Group 14443">
                    <a:extLst>
                      <a:ext uri="{FF2B5EF4-FFF2-40B4-BE49-F238E27FC236}">
                        <a16:creationId xmlns:a16="http://schemas.microsoft.com/office/drawing/2014/main" id="{25010E39-D7BF-F185-4CEE-4E1A54318F1D}"/>
                      </a:ext>
                    </a:extLst>
                  </p:cNvPr>
                  <p:cNvGrpSpPr/>
                  <p:nvPr/>
                </p:nvGrpSpPr>
                <p:grpSpPr>
                  <a:xfrm>
                    <a:off x="6197413" y="3225768"/>
                    <a:ext cx="393192" cy="393192"/>
                    <a:chOff x="6389147" y="3932622"/>
                    <a:chExt cx="393192" cy="393192"/>
                  </a:xfrm>
                </p:grpSpPr>
                <p:grpSp>
                  <p:nvGrpSpPr>
                    <p:cNvPr id="14445" name="Group 14444">
                      <a:extLst>
                        <a:ext uri="{FF2B5EF4-FFF2-40B4-BE49-F238E27FC236}">
                          <a16:creationId xmlns:a16="http://schemas.microsoft.com/office/drawing/2014/main" id="{BB006A56-507F-EEC2-2B63-D1D2B22EC3EC}"/>
                        </a:ext>
                      </a:extLst>
                    </p:cNvPr>
                    <p:cNvGrpSpPr/>
                    <p:nvPr/>
                  </p:nvGrpSpPr>
                  <p:grpSpPr>
                    <a:xfrm flipH="1">
                      <a:off x="6478587" y="4022061"/>
                      <a:ext cx="214313" cy="214313"/>
                      <a:chOff x="5354637" y="3446463"/>
                      <a:chExt cx="214313" cy="214313"/>
                    </a:xfrm>
                  </p:grpSpPr>
                  <p:sp>
                    <p:nvSpPr>
                      <p:cNvPr id="14453" name="Arc 14452">
                        <a:extLst>
                          <a:ext uri="{FF2B5EF4-FFF2-40B4-BE49-F238E27FC236}">
                            <a16:creationId xmlns:a16="http://schemas.microsoft.com/office/drawing/2014/main" id="{9006E031-49ED-F372-92F1-E32CD9BAC24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454" name="Arc 14453">
                        <a:extLst>
                          <a:ext uri="{FF2B5EF4-FFF2-40B4-BE49-F238E27FC236}">
                            <a16:creationId xmlns:a16="http://schemas.microsoft.com/office/drawing/2014/main" id="{CD42AD6F-F890-E049-8C33-B51B6C23364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446" name="Group 14445">
                      <a:extLst>
                        <a:ext uri="{FF2B5EF4-FFF2-40B4-BE49-F238E27FC236}">
                          <a16:creationId xmlns:a16="http://schemas.microsoft.com/office/drawing/2014/main" id="{337DF3FA-A26D-9612-45D0-1769E4D39B54}"/>
                        </a:ext>
                      </a:extLst>
                    </p:cNvPr>
                    <p:cNvGrpSpPr/>
                    <p:nvPr/>
                  </p:nvGrpSpPr>
                  <p:grpSpPr>
                    <a:xfrm rot="7200000" flipH="1">
                      <a:off x="6434137" y="3977611"/>
                      <a:ext cx="303213" cy="303213"/>
                      <a:chOff x="5354637" y="3446463"/>
                      <a:chExt cx="214313" cy="214313"/>
                    </a:xfrm>
                  </p:grpSpPr>
                  <p:sp>
                    <p:nvSpPr>
                      <p:cNvPr id="14451" name="Arc 14450">
                        <a:extLst>
                          <a:ext uri="{FF2B5EF4-FFF2-40B4-BE49-F238E27FC236}">
                            <a16:creationId xmlns:a16="http://schemas.microsoft.com/office/drawing/2014/main" id="{A590A6BB-568E-8F4F-51D4-EA2EE097CED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452" name="Arc 14451">
                        <a:extLst>
                          <a:ext uri="{FF2B5EF4-FFF2-40B4-BE49-F238E27FC236}">
                            <a16:creationId xmlns:a16="http://schemas.microsoft.com/office/drawing/2014/main" id="{016E0035-9B3F-7F30-C6E1-185E0BB004F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447" name="Group 14446">
                      <a:extLst>
                        <a:ext uri="{FF2B5EF4-FFF2-40B4-BE49-F238E27FC236}">
                          <a16:creationId xmlns:a16="http://schemas.microsoft.com/office/drawing/2014/main" id="{3F184D51-3DB4-C888-CB01-155A16F052E7}"/>
                        </a:ext>
                      </a:extLst>
                    </p:cNvPr>
                    <p:cNvGrpSpPr/>
                    <p:nvPr/>
                  </p:nvGrpSpPr>
                  <p:grpSpPr>
                    <a:xfrm rot="14400000" flipH="1">
                      <a:off x="6389147" y="3932622"/>
                      <a:ext cx="393192" cy="393192"/>
                      <a:chOff x="5354637" y="3446463"/>
                      <a:chExt cx="214313" cy="214313"/>
                    </a:xfrm>
                  </p:grpSpPr>
                  <p:sp>
                    <p:nvSpPr>
                      <p:cNvPr id="14449" name="Arc 14448">
                        <a:extLst>
                          <a:ext uri="{FF2B5EF4-FFF2-40B4-BE49-F238E27FC236}">
                            <a16:creationId xmlns:a16="http://schemas.microsoft.com/office/drawing/2014/main" id="{E3FBC033-AE17-68DF-7637-6C1A368B36E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450" name="Arc 14449">
                        <a:extLst>
                          <a:ext uri="{FF2B5EF4-FFF2-40B4-BE49-F238E27FC236}">
                            <a16:creationId xmlns:a16="http://schemas.microsoft.com/office/drawing/2014/main" id="{8A60942A-6F98-3BF2-45EC-B890DA83327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448" name="TextBox 14447">
                      <a:extLst>
                        <a:ext uri="{FF2B5EF4-FFF2-40B4-BE49-F238E27FC236}">
                          <a16:creationId xmlns:a16="http://schemas.microsoft.com/office/drawing/2014/main" id="{1C4C28C6-72A2-AA6B-83D9-B84777B43F9A}"/>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4344" name="Group 14343">
                <a:extLst>
                  <a:ext uri="{FF2B5EF4-FFF2-40B4-BE49-F238E27FC236}">
                    <a16:creationId xmlns:a16="http://schemas.microsoft.com/office/drawing/2014/main" id="{5904D012-C925-3BDF-03D0-F4D0E24668D1}"/>
                  </a:ext>
                </a:extLst>
              </p:cNvPr>
              <p:cNvGrpSpPr/>
              <p:nvPr/>
            </p:nvGrpSpPr>
            <p:grpSpPr>
              <a:xfrm>
                <a:off x="6065340" y="2039507"/>
                <a:ext cx="1643204" cy="1593124"/>
                <a:chOff x="5445106" y="2644743"/>
                <a:chExt cx="1643204" cy="1593124"/>
              </a:xfrm>
            </p:grpSpPr>
            <p:grpSp>
              <p:nvGrpSpPr>
                <p:cNvPr id="14345" name="Group 14344">
                  <a:extLst>
                    <a:ext uri="{FF2B5EF4-FFF2-40B4-BE49-F238E27FC236}">
                      <a16:creationId xmlns:a16="http://schemas.microsoft.com/office/drawing/2014/main" id="{296D173B-50F9-924F-A3F6-03D143678C38}"/>
                    </a:ext>
                  </a:extLst>
                </p:cNvPr>
                <p:cNvGrpSpPr/>
                <p:nvPr/>
              </p:nvGrpSpPr>
              <p:grpSpPr>
                <a:xfrm>
                  <a:off x="5445106" y="2644743"/>
                  <a:ext cx="1019224" cy="991639"/>
                  <a:chOff x="5886431" y="3225768"/>
                  <a:chExt cx="1019224" cy="991639"/>
                </a:xfrm>
              </p:grpSpPr>
              <p:grpSp>
                <p:nvGrpSpPr>
                  <p:cNvPr id="14393" name="Group 14392">
                    <a:extLst>
                      <a:ext uri="{FF2B5EF4-FFF2-40B4-BE49-F238E27FC236}">
                        <a16:creationId xmlns:a16="http://schemas.microsoft.com/office/drawing/2014/main" id="{ABFA91EC-924D-D852-480A-FB2FA3B1DDA2}"/>
                      </a:ext>
                    </a:extLst>
                  </p:cNvPr>
                  <p:cNvGrpSpPr/>
                  <p:nvPr/>
                </p:nvGrpSpPr>
                <p:grpSpPr>
                  <a:xfrm>
                    <a:off x="6197413" y="3824215"/>
                    <a:ext cx="393192" cy="393192"/>
                    <a:chOff x="5265196" y="3357021"/>
                    <a:chExt cx="393192" cy="393192"/>
                  </a:xfrm>
                </p:grpSpPr>
                <p:grpSp>
                  <p:nvGrpSpPr>
                    <p:cNvPr id="14428" name="Group 14427">
                      <a:extLst>
                        <a:ext uri="{FF2B5EF4-FFF2-40B4-BE49-F238E27FC236}">
                          <a16:creationId xmlns:a16="http://schemas.microsoft.com/office/drawing/2014/main" id="{D5FEAE75-7B36-550F-62F2-292A0781F991}"/>
                        </a:ext>
                      </a:extLst>
                    </p:cNvPr>
                    <p:cNvGrpSpPr/>
                    <p:nvPr/>
                  </p:nvGrpSpPr>
                  <p:grpSpPr>
                    <a:xfrm rot="14400000">
                      <a:off x="5265196" y="3357021"/>
                      <a:ext cx="393192" cy="393192"/>
                      <a:chOff x="5354637" y="3446463"/>
                      <a:chExt cx="214313" cy="214313"/>
                    </a:xfrm>
                  </p:grpSpPr>
                  <p:sp>
                    <p:nvSpPr>
                      <p:cNvPr id="14437" name="Arc 14436">
                        <a:extLst>
                          <a:ext uri="{FF2B5EF4-FFF2-40B4-BE49-F238E27FC236}">
                            <a16:creationId xmlns:a16="http://schemas.microsoft.com/office/drawing/2014/main" id="{6963AB32-BFC1-3A1D-8CF4-DD9C1B7B8CE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438" name="Arc 14437">
                        <a:extLst>
                          <a:ext uri="{FF2B5EF4-FFF2-40B4-BE49-F238E27FC236}">
                            <a16:creationId xmlns:a16="http://schemas.microsoft.com/office/drawing/2014/main" id="{B68085AF-A274-9748-B744-20BC521F5C6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429" name="Group 14428">
                      <a:extLst>
                        <a:ext uri="{FF2B5EF4-FFF2-40B4-BE49-F238E27FC236}">
                          <a16:creationId xmlns:a16="http://schemas.microsoft.com/office/drawing/2014/main" id="{5FFDC540-E5CF-3AA5-71B9-ADFCC0412A78}"/>
                        </a:ext>
                      </a:extLst>
                    </p:cNvPr>
                    <p:cNvGrpSpPr/>
                    <p:nvPr/>
                  </p:nvGrpSpPr>
                  <p:grpSpPr>
                    <a:xfrm>
                      <a:off x="5310186" y="3402011"/>
                      <a:ext cx="303213" cy="303213"/>
                      <a:chOff x="5310186" y="3402011"/>
                      <a:chExt cx="303213" cy="303213"/>
                    </a:xfrm>
                  </p:grpSpPr>
                  <p:grpSp>
                    <p:nvGrpSpPr>
                      <p:cNvPr id="14430" name="Group 14429">
                        <a:extLst>
                          <a:ext uri="{FF2B5EF4-FFF2-40B4-BE49-F238E27FC236}">
                            <a16:creationId xmlns:a16="http://schemas.microsoft.com/office/drawing/2014/main" id="{1B084721-240F-D239-038F-E50AB931157E}"/>
                          </a:ext>
                        </a:extLst>
                      </p:cNvPr>
                      <p:cNvGrpSpPr/>
                      <p:nvPr/>
                    </p:nvGrpSpPr>
                    <p:grpSpPr>
                      <a:xfrm>
                        <a:off x="5354636" y="3446461"/>
                        <a:ext cx="214313" cy="214313"/>
                        <a:chOff x="5354637" y="3446463"/>
                        <a:chExt cx="214313" cy="214313"/>
                      </a:xfrm>
                    </p:grpSpPr>
                    <p:sp>
                      <p:nvSpPr>
                        <p:cNvPr id="14435" name="Arc 14434">
                          <a:extLst>
                            <a:ext uri="{FF2B5EF4-FFF2-40B4-BE49-F238E27FC236}">
                              <a16:creationId xmlns:a16="http://schemas.microsoft.com/office/drawing/2014/main" id="{B8B7A76D-09AD-7632-B078-094FD8A88BC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436" name="Arc 14435">
                          <a:extLst>
                            <a:ext uri="{FF2B5EF4-FFF2-40B4-BE49-F238E27FC236}">
                              <a16:creationId xmlns:a16="http://schemas.microsoft.com/office/drawing/2014/main" id="{5A2C4776-672D-1993-739C-FFF639DDAEF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431" name="Group 14430">
                        <a:extLst>
                          <a:ext uri="{FF2B5EF4-FFF2-40B4-BE49-F238E27FC236}">
                            <a16:creationId xmlns:a16="http://schemas.microsoft.com/office/drawing/2014/main" id="{F55239C3-4468-1308-20A2-779AE182435F}"/>
                          </a:ext>
                        </a:extLst>
                      </p:cNvPr>
                      <p:cNvGrpSpPr/>
                      <p:nvPr/>
                    </p:nvGrpSpPr>
                    <p:grpSpPr>
                      <a:xfrm rot="7200000">
                        <a:off x="5310186" y="3402011"/>
                        <a:ext cx="303213" cy="303213"/>
                        <a:chOff x="5354637" y="3446463"/>
                        <a:chExt cx="214313" cy="214313"/>
                      </a:xfrm>
                    </p:grpSpPr>
                    <p:sp>
                      <p:nvSpPr>
                        <p:cNvPr id="14433" name="Arc 14432">
                          <a:extLst>
                            <a:ext uri="{FF2B5EF4-FFF2-40B4-BE49-F238E27FC236}">
                              <a16:creationId xmlns:a16="http://schemas.microsoft.com/office/drawing/2014/main" id="{CAC11945-CC1B-A41C-502C-B7696F92A52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434" name="Arc 14433">
                          <a:extLst>
                            <a:ext uri="{FF2B5EF4-FFF2-40B4-BE49-F238E27FC236}">
                              <a16:creationId xmlns:a16="http://schemas.microsoft.com/office/drawing/2014/main" id="{70C9AE71-73FB-1ED8-FAB2-143B858F50C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432" name="TextBox 14431">
                        <a:extLst>
                          <a:ext uri="{FF2B5EF4-FFF2-40B4-BE49-F238E27FC236}">
                            <a16:creationId xmlns:a16="http://schemas.microsoft.com/office/drawing/2014/main" id="{86DD5E5D-B4E9-1AE6-188A-6F02F2190614}"/>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394" name="Group 14393">
                    <a:extLst>
                      <a:ext uri="{FF2B5EF4-FFF2-40B4-BE49-F238E27FC236}">
                        <a16:creationId xmlns:a16="http://schemas.microsoft.com/office/drawing/2014/main" id="{8C00D42D-62F3-9F30-812D-C649B9A3BFBF}"/>
                      </a:ext>
                    </a:extLst>
                  </p:cNvPr>
                  <p:cNvGrpSpPr/>
                  <p:nvPr/>
                </p:nvGrpSpPr>
                <p:grpSpPr>
                  <a:xfrm>
                    <a:off x="5886431" y="3525040"/>
                    <a:ext cx="393192" cy="393192"/>
                    <a:chOff x="5265196" y="3932619"/>
                    <a:chExt cx="393192" cy="393192"/>
                  </a:xfrm>
                </p:grpSpPr>
                <p:grpSp>
                  <p:nvGrpSpPr>
                    <p:cNvPr id="14418" name="Group 14417">
                      <a:extLst>
                        <a:ext uri="{FF2B5EF4-FFF2-40B4-BE49-F238E27FC236}">
                          <a16:creationId xmlns:a16="http://schemas.microsoft.com/office/drawing/2014/main" id="{AF99B524-CEAB-DDD9-1EFC-D5DF615DC3AA}"/>
                        </a:ext>
                      </a:extLst>
                    </p:cNvPr>
                    <p:cNvGrpSpPr/>
                    <p:nvPr/>
                  </p:nvGrpSpPr>
                  <p:grpSpPr>
                    <a:xfrm>
                      <a:off x="5354636" y="4022061"/>
                      <a:ext cx="214313" cy="214313"/>
                      <a:chOff x="5354637" y="3446463"/>
                      <a:chExt cx="214313" cy="214313"/>
                    </a:xfrm>
                  </p:grpSpPr>
                  <p:sp>
                    <p:nvSpPr>
                      <p:cNvPr id="14426" name="Arc 14425">
                        <a:extLst>
                          <a:ext uri="{FF2B5EF4-FFF2-40B4-BE49-F238E27FC236}">
                            <a16:creationId xmlns:a16="http://schemas.microsoft.com/office/drawing/2014/main" id="{8661AD83-CE6F-1365-0E41-21C255317F9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427" name="Arc 14426">
                        <a:extLst>
                          <a:ext uri="{FF2B5EF4-FFF2-40B4-BE49-F238E27FC236}">
                            <a16:creationId xmlns:a16="http://schemas.microsoft.com/office/drawing/2014/main" id="{93F85C59-A9F0-4DA4-1945-8BEAAF37ED6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419" name="Group 14418">
                      <a:extLst>
                        <a:ext uri="{FF2B5EF4-FFF2-40B4-BE49-F238E27FC236}">
                          <a16:creationId xmlns:a16="http://schemas.microsoft.com/office/drawing/2014/main" id="{9F84AD78-9BA7-EC76-4B5E-F8A85CCF1C63}"/>
                        </a:ext>
                      </a:extLst>
                    </p:cNvPr>
                    <p:cNvGrpSpPr/>
                    <p:nvPr/>
                  </p:nvGrpSpPr>
                  <p:grpSpPr>
                    <a:xfrm rot="14400000">
                      <a:off x="5310186" y="3977611"/>
                      <a:ext cx="303213" cy="303213"/>
                      <a:chOff x="5354637" y="3446463"/>
                      <a:chExt cx="214313" cy="214313"/>
                    </a:xfrm>
                  </p:grpSpPr>
                  <p:sp>
                    <p:nvSpPr>
                      <p:cNvPr id="14424" name="Arc 14423">
                        <a:extLst>
                          <a:ext uri="{FF2B5EF4-FFF2-40B4-BE49-F238E27FC236}">
                            <a16:creationId xmlns:a16="http://schemas.microsoft.com/office/drawing/2014/main" id="{BA1B1233-CCA7-E6C7-C7D7-9181E24CDCB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425" name="Arc 14424">
                        <a:extLst>
                          <a:ext uri="{FF2B5EF4-FFF2-40B4-BE49-F238E27FC236}">
                            <a16:creationId xmlns:a16="http://schemas.microsoft.com/office/drawing/2014/main" id="{B4988FAB-6B15-C857-3B96-5CEE56B403F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420" name="Group 14419">
                      <a:extLst>
                        <a:ext uri="{FF2B5EF4-FFF2-40B4-BE49-F238E27FC236}">
                          <a16:creationId xmlns:a16="http://schemas.microsoft.com/office/drawing/2014/main" id="{3FE41C5E-51C8-EE5A-A1F3-7BB2DF3F6181}"/>
                        </a:ext>
                      </a:extLst>
                    </p:cNvPr>
                    <p:cNvGrpSpPr/>
                    <p:nvPr/>
                  </p:nvGrpSpPr>
                  <p:grpSpPr>
                    <a:xfrm rot="7200000">
                      <a:off x="5265196" y="3932619"/>
                      <a:ext cx="393192" cy="393192"/>
                      <a:chOff x="5354637" y="3446463"/>
                      <a:chExt cx="214313" cy="214313"/>
                    </a:xfrm>
                  </p:grpSpPr>
                  <p:sp>
                    <p:nvSpPr>
                      <p:cNvPr id="14422" name="Arc 14421">
                        <a:extLst>
                          <a:ext uri="{FF2B5EF4-FFF2-40B4-BE49-F238E27FC236}">
                            <a16:creationId xmlns:a16="http://schemas.microsoft.com/office/drawing/2014/main" id="{95EBD0D2-2C6E-FF81-F2DD-593B54EB7E4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423" name="Arc 14422">
                        <a:extLst>
                          <a:ext uri="{FF2B5EF4-FFF2-40B4-BE49-F238E27FC236}">
                            <a16:creationId xmlns:a16="http://schemas.microsoft.com/office/drawing/2014/main" id="{61FD9FFF-1B2A-8062-2FB3-FB7E485F31F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421" name="TextBox 14420">
                      <a:extLst>
                        <a:ext uri="{FF2B5EF4-FFF2-40B4-BE49-F238E27FC236}">
                          <a16:creationId xmlns:a16="http://schemas.microsoft.com/office/drawing/2014/main" id="{7E63AA1E-716B-8342-B1A7-1E4141C5886F}"/>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4395" name="Group 14394">
                    <a:extLst>
                      <a:ext uri="{FF2B5EF4-FFF2-40B4-BE49-F238E27FC236}">
                        <a16:creationId xmlns:a16="http://schemas.microsoft.com/office/drawing/2014/main" id="{715521BD-74C2-5261-DE82-3BA2012959A8}"/>
                      </a:ext>
                    </a:extLst>
                  </p:cNvPr>
                  <p:cNvGrpSpPr/>
                  <p:nvPr/>
                </p:nvGrpSpPr>
                <p:grpSpPr>
                  <a:xfrm>
                    <a:off x="6512463" y="3525040"/>
                    <a:ext cx="393192" cy="393192"/>
                    <a:chOff x="6389147" y="3357021"/>
                    <a:chExt cx="393192" cy="393192"/>
                  </a:xfrm>
                </p:grpSpPr>
                <p:grpSp>
                  <p:nvGrpSpPr>
                    <p:cNvPr id="14407" name="Group 14406">
                      <a:extLst>
                        <a:ext uri="{FF2B5EF4-FFF2-40B4-BE49-F238E27FC236}">
                          <a16:creationId xmlns:a16="http://schemas.microsoft.com/office/drawing/2014/main" id="{DBC37A13-9B7E-1FFD-71A8-85674455B803}"/>
                        </a:ext>
                      </a:extLst>
                    </p:cNvPr>
                    <p:cNvGrpSpPr/>
                    <p:nvPr/>
                  </p:nvGrpSpPr>
                  <p:grpSpPr>
                    <a:xfrm rot="7200000" flipH="1">
                      <a:off x="6389147" y="3357021"/>
                      <a:ext cx="393192" cy="393192"/>
                      <a:chOff x="5354637" y="3446463"/>
                      <a:chExt cx="214313" cy="214313"/>
                    </a:xfrm>
                  </p:grpSpPr>
                  <p:sp>
                    <p:nvSpPr>
                      <p:cNvPr id="14416" name="Arc 14415">
                        <a:extLst>
                          <a:ext uri="{FF2B5EF4-FFF2-40B4-BE49-F238E27FC236}">
                            <a16:creationId xmlns:a16="http://schemas.microsoft.com/office/drawing/2014/main" id="{A4D73C48-B15F-3C7C-C39D-BF7C39017CB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417" name="Arc 14416">
                        <a:extLst>
                          <a:ext uri="{FF2B5EF4-FFF2-40B4-BE49-F238E27FC236}">
                            <a16:creationId xmlns:a16="http://schemas.microsoft.com/office/drawing/2014/main" id="{ACEE2D2A-562A-C81C-0D48-DBABF8A8BA1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408" name="Group 14407">
                      <a:extLst>
                        <a:ext uri="{FF2B5EF4-FFF2-40B4-BE49-F238E27FC236}">
                          <a16:creationId xmlns:a16="http://schemas.microsoft.com/office/drawing/2014/main" id="{346220BE-B6D8-2457-ECDD-79EB69C516E1}"/>
                        </a:ext>
                      </a:extLst>
                    </p:cNvPr>
                    <p:cNvGrpSpPr/>
                    <p:nvPr/>
                  </p:nvGrpSpPr>
                  <p:grpSpPr>
                    <a:xfrm>
                      <a:off x="6434137" y="3402011"/>
                      <a:ext cx="303213" cy="303213"/>
                      <a:chOff x="6434137" y="3402011"/>
                      <a:chExt cx="303213" cy="303213"/>
                    </a:xfrm>
                  </p:grpSpPr>
                  <p:grpSp>
                    <p:nvGrpSpPr>
                      <p:cNvPr id="14409" name="Group 14408">
                        <a:extLst>
                          <a:ext uri="{FF2B5EF4-FFF2-40B4-BE49-F238E27FC236}">
                            <a16:creationId xmlns:a16="http://schemas.microsoft.com/office/drawing/2014/main" id="{0BBC3F72-F76D-0CBE-C115-529EBCAAE6BD}"/>
                          </a:ext>
                        </a:extLst>
                      </p:cNvPr>
                      <p:cNvGrpSpPr/>
                      <p:nvPr/>
                    </p:nvGrpSpPr>
                    <p:grpSpPr>
                      <a:xfrm flipH="1">
                        <a:off x="6478587" y="3446461"/>
                        <a:ext cx="214313" cy="214313"/>
                        <a:chOff x="5354637" y="3446463"/>
                        <a:chExt cx="214313" cy="214313"/>
                      </a:xfrm>
                    </p:grpSpPr>
                    <p:sp>
                      <p:nvSpPr>
                        <p:cNvPr id="14414" name="Arc 14413">
                          <a:extLst>
                            <a:ext uri="{FF2B5EF4-FFF2-40B4-BE49-F238E27FC236}">
                              <a16:creationId xmlns:a16="http://schemas.microsoft.com/office/drawing/2014/main" id="{5A5A4768-0F2A-8CBF-BE78-FB8E9924923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415" name="Arc 14414">
                          <a:extLst>
                            <a:ext uri="{FF2B5EF4-FFF2-40B4-BE49-F238E27FC236}">
                              <a16:creationId xmlns:a16="http://schemas.microsoft.com/office/drawing/2014/main" id="{0FCC85E3-CB81-1230-B9DD-38650D02B38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410" name="Group 14409">
                        <a:extLst>
                          <a:ext uri="{FF2B5EF4-FFF2-40B4-BE49-F238E27FC236}">
                            <a16:creationId xmlns:a16="http://schemas.microsoft.com/office/drawing/2014/main" id="{1C961A9F-E183-0F94-0C9B-5B6C299D2F5E}"/>
                          </a:ext>
                        </a:extLst>
                      </p:cNvPr>
                      <p:cNvGrpSpPr/>
                      <p:nvPr/>
                    </p:nvGrpSpPr>
                    <p:grpSpPr>
                      <a:xfrm rot="14400000" flipH="1">
                        <a:off x="6434137" y="3402011"/>
                        <a:ext cx="303213" cy="303213"/>
                        <a:chOff x="5354637" y="3446463"/>
                        <a:chExt cx="214313" cy="214313"/>
                      </a:xfrm>
                    </p:grpSpPr>
                    <p:sp>
                      <p:nvSpPr>
                        <p:cNvPr id="14412" name="Arc 14411">
                          <a:extLst>
                            <a:ext uri="{FF2B5EF4-FFF2-40B4-BE49-F238E27FC236}">
                              <a16:creationId xmlns:a16="http://schemas.microsoft.com/office/drawing/2014/main" id="{F2211C03-09FE-1F6B-1BF7-D85BFDC5E30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413" name="Arc 14412">
                          <a:extLst>
                            <a:ext uri="{FF2B5EF4-FFF2-40B4-BE49-F238E27FC236}">
                              <a16:creationId xmlns:a16="http://schemas.microsoft.com/office/drawing/2014/main" id="{EDC71044-AC43-45A3-1C4E-DAB67FE09FC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411" name="TextBox 14410">
                        <a:extLst>
                          <a:ext uri="{FF2B5EF4-FFF2-40B4-BE49-F238E27FC236}">
                            <a16:creationId xmlns:a16="http://schemas.microsoft.com/office/drawing/2014/main" id="{7EC522A6-C050-47D8-F768-82E1BB0306A7}"/>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396" name="Group 14395">
                    <a:extLst>
                      <a:ext uri="{FF2B5EF4-FFF2-40B4-BE49-F238E27FC236}">
                        <a16:creationId xmlns:a16="http://schemas.microsoft.com/office/drawing/2014/main" id="{084B31D5-1247-1F3B-C5EE-C3B7EA1B1D31}"/>
                      </a:ext>
                    </a:extLst>
                  </p:cNvPr>
                  <p:cNvGrpSpPr/>
                  <p:nvPr/>
                </p:nvGrpSpPr>
                <p:grpSpPr>
                  <a:xfrm>
                    <a:off x="6197413" y="3225768"/>
                    <a:ext cx="393192" cy="393192"/>
                    <a:chOff x="6389147" y="3932622"/>
                    <a:chExt cx="393192" cy="393192"/>
                  </a:xfrm>
                </p:grpSpPr>
                <p:grpSp>
                  <p:nvGrpSpPr>
                    <p:cNvPr id="14397" name="Group 14396">
                      <a:extLst>
                        <a:ext uri="{FF2B5EF4-FFF2-40B4-BE49-F238E27FC236}">
                          <a16:creationId xmlns:a16="http://schemas.microsoft.com/office/drawing/2014/main" id="{27075289-A974-BCDC-69A7-44AA97537073}"/>
                        </a:ext>
                      </a:extLst>
                    </p:cNvPr>
                    <p:cNvGrpSpPr/>
                    <p:nvPr/>
                  </p:nvGrpSpPr>
                  <p:grpSpPr>
                    <a:xfrm flipH="1">
                      <a:off x="6478587" y="4022061"/>
                      <a:ext cx="214313" cy="214313"/>
                      <a:chOff x="5354637" y="3446463"/>
                      <a:chExt cx="214313" cy="214313"/>
                    </a:xfrm>
                  </p:grpSpPr>
                  <p:sp>
                    <p:nvSpPr>
                      <p:cNvPr id="14405" name="Arc 14404">
                        <a:extLst>
                          <a:ext uri="{FF2B5EF4-FFF2-40B4-BE49-F238E27FC236}">
                            <a16:creationId xmlns:a16="http://schemas.microsoft.com/office/drawing/2014/main" id="{8487E58D-C3E4-54F2-74AC-73A60D0F3F8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406" name="Arc 14405">
                        <a:extLst>
                          <a:ext uri="{FF2B5EF4-FFF2-40B4-BE49-F238E27FC236}">
                            <a16:creationId xmlns:a16="http://schemas.microsoft.com/office/drawing/2014/main" id="{F02387A6-3C8A-8BD5-1FEF-F262AA75074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398" name="Group 14397">
                      <a:extLst>
                        <a:ext uri="{FF2B5EF4-FFF2-40B4-BE49-F238E27FC236}">
                          <a16:creationId xmlns:a16="http://schemas.microsoft.com/office/drawing/2014/main" id="{49B9A892-2840-0FC6-ECA4-BA4F2874D63F}"/>
                        </a:ext>
                      </a:extLst>
                    </p:cNvPr>
                    <p:cNvGrpSpPr/>
                    <p:nvPr/>
                  </p:nvGrpSpPr>
                  <p:grpSpPr>
                    <a:xfrm rot="7200000" flipH="1">
                      <a:off x="6434137" y="3977611"/>
                      <a:ext cx="303213" cy="303213"/>
                      <a:chOff x="5354637" y="3446463"/>
                      <a:chExt cx="214313" cy="214313"/>
                    </a:xfrm>
                  </p:grpSpPr>
                  <p:sp>
                    <p:nvSpPr>
                      <p:cNvPr id="14403" name="Arc 14402">
                        <a:extLst>
                          <a:ext uri="{FF2B5EF4-FFF2-40B4-BE49-F238E27FC236}">
                            <a16:creationId xmlns:a16="http://schemas.microsoft.com/office/drawing/2014/main" id="{1183D0AE-4AF4-56E4-D8F8-D3A2B17D2E0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404" name="Arc 14403">
                        <a:extLst>
                          <a:ext uri="{FF2B5EF4-FFF2-40B4-BE49-F238E27FC236}">
                            <a16:creationId xmlns:a16="http://schemas.microsoft.com/office/drawing/2014/main" id="{2FF042A6-4A3F-D2CE-1C7B-EE5AC332952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399" name="Group 14398">
                      <a:extLst>
                        <a:ext uri="{FF2B5EF4-FFF2-40B4-BE49-F238E27FC236}">
                          <a16:creationId xmlns:a16="http://schemas.microsoft.com/office/drawing/2014/main" id="{10BEF44C-D7BA-A5AC-5850-E8675E61BC19}"/>
                        </a:ext>
                      </a:extLst>
                    </p:cNvPr>
                    <p:cNvGrpSpPr/>
                    <p:nvPr/>
                  </p:nvGrpSpPr>
                  <p:grpSpPr>
                    <a:xfrm rot="14400000" flipH="1">
                      <a:off x="6389147" y="3932622"/>
                      <a:ext cx="393192" cy="393192"/>
                      <a:chOff x="5354637" y="3446463"/>
                      <a:chExt cx="214313" cy="214313"/>
                    </a:xfrm>
                  </p:grpSpPr>
                  <p:sp>
                    <p:nvSpPr>
                      <p:cNvPr id="14401" name="Arc 14400">
                        <a:extLst>
                          <a:ext uri="{FF2B5EF4-FFF2-40B4-BE49-F238E27FC236}">
                            <a16:creationId xmlns:a16="http://schemas.microsoft.com/office/drawing/2014/main" id="{51C6DF1F-D1A8-7192-5BBC-94371BD8584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402" name="Arc 14401">
                        <a:extLst>
                          <a:ext uri="{FF2B5EF4-FFF2-40B4-BE49-F238E27FC236}">
                            <a16:creationId xmlns:a16="http://schemas.microsoft.com/office/drawing/2014/main" id="{31A6DCA5-3F0D-3002-96B0-FD8E9B5AAD2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400" name="TextBox 14399">
                      <a:extLst>
                        <a:ext uri="{FF2B5EF4-FFF2-40B4-BE49-F238E27FC236}">
                          <a16:creationId xmlns:a16="http://schemas.microsoft.com/office/drawing/2014/main" id="{B9B03444-2334-5631-2030-AED4F09EDB8B}"/>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346" name="Group 14345">
                  <a:extLst>
                    <a:ext uri="{FF2B5EF4-FFF2-40B4-BE49-F238E27FC236}">
                      <a16:creationId xmlns:a16="http://schemas.microsoft.com/office/drawing/2014/main" id="{185C1196-A2F9-B159-92A8-055491B19278}"/>
                    </a:ext>
                  </a:extLst>
                </p:cNvPr>
                <p:cNvGrpSpPr/>
                <p:nvPr/>
              </p:nvGrpSpPr>
              <p:grpSpPr>
                <a:xfrm>
                  <a:off x="6069086" y="3246228"/>
                  <a:ext cx="1019224" cy="991639"/>
                  <a:chOff x="5886431" y="3225768"/>
                  <a:chExt cx="1019224" cy="991639"/>
                </a:xfrm>
              </p:grpSpPr>
              <p:grpSp>
                <p:nvGrpSpPr>
                  <p:cNvPr id="14347" name="Group 14346">
                    <a:extLst>
                      <a:ext uri="{FF2B5EF4-FFF2-40B4-BE49-F238E27FC236}">
                        <a16:creationId xmlns:a16="http://schemas.microsoft.com/office/drawing/2014/main" id="{4AB6AB2F-7BE7-40AA-5E69-F008467C5B57}"/>
                      </a:ext>
                    </a:extLst>
                  </p:cNvPr>
                  <p:cNvGrpSpPr/>
                  <p:nvPr/>
                </p:nvGrpSpPr>
                <p:grpSpPr>
                  <a:xfrm>
                    <a:off x="6197413" y="3824215"/>
                    <a:ext cx="393192" cy="393192"/>
                    <a:chOff x="5265196" y="3357021"/>
                    <a:chExt cx="393192" cy="393192"/>
                  </a:xfrm>
                </p:grpSpPr>
                <p:grpSp>
                  <p:nvGrpSpPr>
                    <p:cNvPr id="14382" name="Group 14381">
                      <a:extLst>
                        <a:ext uri="{FF2B5EF4-FFF2-40B4-BE49-F238E27FC236}">
                          <a16:creationId xmlns:a16="http://schemas.microsoft.com/office/drawing/2014/main" id="{AE444CF5-28F7-3751-303D-BAB64939C9F2}"/>
                        </a:ext>
                      </a:extLst>
                    </p:cNvPr>
                    <p:cNvGrpSpPr/>
                    <p:nvPr/>
                  </p:nvGrpSpPr>
                  <p:grpSpPr>
                    <a:xfrm rot="14400000">
                      <a:off x="5265196" y="3357021"/>
                      <a:ext cx="393192" cy="393192"/>
                      <a:chOff x="5354637" y="3446463"/>
                      <a:chExt cx="214313" cy="214313"/>
                    </a:xfrm>
                  </p:grpSpPr>
                  <p:sp>
                    <p:nvSpPr>
                      <p:cNvPr id="14391" name="Arc 14390">
                        <a:extLst>
                          <a:ext uri="{FF2B5EF4-FFF2-40B4-BE49-F238E27FC236}">
                            <a16:creationId xmlns:a16="http://schemas.microsoft.com/office/drawing/2014/main" id="{BC7D886D-7231-65F1-352A-797729FCF5C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392" name="Arc 14391">
                        <a:extLst>
                          <a:ext uri="{FF2B5EF4-FFF2-40B4-BE49-F238E27FC236}">
                            <a16:creationId xmlns:a16="http://schemas.microsoft.com/office/drawing/2014/main" id="{B1D4FAF1-7C65-476C-B60B-091A08C585A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383" name="Group 14382">
                      <a:extLst>
                        <a:ext uri="{FF2B5EF4-FFF2-40B4-BE49-F238E27FC236}">
                          <a16:creationId xmlns:a16="http://schemas.microsoft.com/office/drawing/2014/main" id="{8C41337B-E445-7A19-3121-86417867A89F}"/>
                        </a:ext>
                      </a:extLst>
                    </p:cNvPr>
                    <p:cNvGrpSpPr/>
                    <p:nvPr/>
                  </p:nvGrpSpPr>
                  <p:grpSpPr>
                    <a:xfrm>
                      <a:off x="5310186" y="3402011"/>
                      <a:ext cx="303213" cy="303213"/>
                      <a:chOff x="5310186" y="3402011"/>
                      <a:chExt cx="303213" cy="303213"/>
                    </a:xfrm>
                  </p:grpSpPr>
                  <p:grpSp>
                    <p:nvGrpSpPr>
                      <p:cNvPr id="14384" name="Group 14383">
                        <a:extLst>
                          <a:ext uri="{FF2B5EF4-FFF2-40B4-BE49-F238E27FC236}">
                            <a16:creationId xmlns:a16="http://schemas.microsoft.com/office/drawing/2014/main" id="{73CCD93D-6B1C-2CF2-296A-86547351A692}"/>
                          </a:ext>
                        </a:extLst>
                      </p:cNvPr>
                      <p:cNvGrpSpPr/>
                      <p:nvPr/>
                    </p:nvGrpSpPr>
                    <p:grpSpPr>
                      <a:xfrm>
                        <a:off x="5354636" y="3446461"/>
                        <a:ext cx="214313" cy="214313"/>
                        <a:chOff x="5354637" y="3446463"/>
                        <a:chExt cx="214313" cy="214313"/>
                      </a:xfrm>
                    </p:grpSpPr>
                    <p:sp>
                      <p:nvSpPr>
                        <p:cNvPr id="14389" name="Arc 14388">
                          <a:extLst>
                            <a:ext uri="{FF2B5EF4-FFF2-40B4-BE49-F238E27FC236}">
                              <a16:creationId xmlns:a16="http://schemas.microsoft.com/office/drawing/2014/main" id="{3BB52B28-BF8D-A63E-E4D0-6C1509F0C0F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390" name="Arc 14389">
                          <a:extLst>
                            <a:ext uri="{FF2B5EF4-FFF2-40B4-BE49-F238E27FC236}">
                              <a16:creationId xmlns:a16="http://schemas.microsoft.com/office/drawing/2014/main" id="{18BB5553-F5E4-2592-E6B8-A621A3C5AF5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385" name="Group 14384">
                        <a:extLst>
                          <a:ext uri="{FF2B5EF4-FFF2-40B4-BE49-F238E27FC236}">
                            <a16:creationId xmlns:a16="http://schemas.microsoft.com/office/drawing/2014/main" id="{B757E9A3-8329-5BA5-45EF-6529BFE52F8B}"/>
                          </a:ext>
                        </a:extLst>
                      </p:cNvPr>
                      <p:cNvGrpSpPr/>
                      <p:nvPr/>
                    </p:nvGrpSpPr>
                    <p:grpSpPr>
                      <a:xfrm rot="7200000">
                        <a:off x="5310186" y="3402011"/>
                        <a:ext cx="303213" cy="303213"/>
                        <a:chOff x="5354637" y="3446463"/>
                        <a:chExt cx="214313" cy="214313"/>
                      </a:xfrm>
                    </p:grpSpPr>
                    <p:sp>
                      <p:nvSpPr>
                        <p:cNvPr id="14387" name="Arc 14386">
                          <a:extLst>
                            <a:ext uri="{FF2B5EF4-FFF2-40B4-BE49-F238E27FC236}">
                              <a16:creationId xmlns:a16="http://schemas.microsoft.com/office/drawing/2014/main" id="{68C6EB5D-49D9-7BAE-A34D-3A4937A4401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388" name="Arc 14387">
                          <a:extLst>
                            <a:ext uri="{FF2B5EF4-FFF2-40B4-BE49-F238E27FC236}">
                              <a16:creationId xmlns:a16="http://schemas.microsoft.com/office/drawing/2014/main" id="{DEFB3733-2618-458E-312D-49483404D58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386" name="TextBox 14385">
                        <a:extLst>
                          <a:ext uri="{FF2B5EF4-FFF2-40B4-BE49-F238E27FC236}">
                            <a16:creationId xmlns:a16="http://schemas.microsoft.com/office/drawing/2014/main" id="{63EE628A-1A36-468F-D212-FDB5F2687557}"/>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348" name="Group 14347">
                    <a:extLst>
                      <a:ext uri="{FF2B5EF4-FFF2-40B4-BE49-F238E27FC236}">
                        <a16:creationId xmlns:a16="http://schemas.microsoft.com/office/drawing/2014/main" id="{49EC4C66-B1F4-1EE5-A852-DEAEA395A216}"/>
                      </a:ext>
                    </a:extLst>
                  </p:cNvPr>
                  <p:cNvGrpSpPr/>
                  <p:nvPr/>
                </p:nvGrpSpPr>
                <p:grpSpPr>
                  <a:xfrm>
                    <a:off x="5886431" y="3525040"/>
                    <a:ext cx="393192" cy="393192"/>
                    <a:chOff x="5265196" y="3932619"/>
                    <a:chExt cx="393192" cy="393192"/>
                  </a:xfrm>
                </p:grpSpPr>
                <p:grpSp>
                  <p:nvGrpSpPr>
                    <p:cNvPr id="14372" name="Group 14371">
                      <a:extLst>
                        <a:ext uri="{FF2B5EF4-FFF2-40B4-BE49-F238E27FC236}">
                          <a16:creationId xmlns:a16="http://schemas.microsoft.com/office/drawing/2014/main" id="{14EE3AD9-D4D7-615A-DDAA-8C1A326AC426}"/>
                        </a:ext>
                      </a:extLst>
                    </p:cNvPr>
                    <p:cNvGrpSpPr/>
                    <p:nvPr/>
                  </p:nvGrpSpPr>
                  <p:grpSpPr>
                    <a:xfrm>
                      <a:off x="5354636" y="4022061"/>
                      <a:ext cx="214313" cy="214313"/>
                      <a:chOff x="5354637" y="3446463"/>
                      <a:chExt cx="214313" cy="214313"/>
                    </a:xfrm>
                  </p:grpSpPr>
                  <p:sp>
                    <p:nvSpPr>
                      <p:cNvPr id="14380" name="Arc 14379">
                        <a:extLst>
                          <a:ext uri="{FF2B5EF4-FFF2-40B4-BE49-F238E27FC236}">
                            <a16:creationId xmlns:a16="http://schemas.microsoft.com/office/drawing/2014/main" id="{77A9EDA3-804C-CD81-3ACB-67E92D14781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381" name="Arc 14380">
                        <a:extLst>
                          <a:ext uri="{FF2B5EF4-FFF2-40B4-BE49-F238E27FC236}">
                            <a16:creationId xmlns:a16="http://schemas.microsoft.com/office/drawing/2014/main" id="{8FF5D4B8-C568-1E36-CBB9-FC4E0366C65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373" name="Group 14372">
                      <a:extLst>
                        <a:ext uri="{FF2B5EF4-FFF2-40B4-BE49-F238E27FC236}">
                          <a16:creationId xmlns:a16="http://schemas.microsoft.com/office/drawing/2014/main" id="{D92848F7-4D98-7B32-E32B-207D4F4B493A}"/>
                        </a:ext>
                      </a:extLst>
                    </p:cNvPr>
                    <p:cNvGrpSpPr/>
                    <p:nvPr/>
                  </p:nvGrpSpPr>
                  <p:grpSpPr>
                    <a:xfrm rot="14400000">
                      <a:off x="5310186" y="3977611"/>
                      <a:ext cx="303213" cy="303213"/>
                      <a:chOff x="5354637" y="3446463"/>
                      <a:chExt cx="214313" cy="214313"/>
                    </a:xfrm>
                  </p:grpSpPr>
                  <p:sp>
                    <p:nvSpPr>
                      <p:cNvPr id="14378" name="Arc 14377">
                        <a:extLst>
                          <a:ext uri="{FF2B5EF4-FFF2-40B4-BE49-F238E27FC236}">
                            <a16:creationId xmlns:a16="http://schemas.microsoft.com/office/drawing/2014/main" id="{35927C2F-D4F3-9799-D375-DFB112A5596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379" name="Arc 14378">
                        <a:extLst>
                          <a:ext uri="{FF2B5EF4-FFF2-40B4-BE49-F238E27FC236}">
                            <a16:creationId xmlns:a16="http://schemas.microsoft.com/office/drawing/2014/main" id="{3FE6358C-6076-B5E6-33FB-419FFBEAF1B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374" name="Group 14373">
                      <a:extLst>
                        <a:ext uri="{FF2B5EF4-FFF2-40B4-BE49-F238E27FC236}">
                          <a16:creationId xmlns:a16="http://schemas.microsoft.com/office/drawing/2014/main" id="{B171EEC3-E09B-BD89-8A3A-16CC83E785B9}"/>
                        </a:ext>
                      </a:extLst>
                    </p:cNvPr>
                    <p:cNvGrpSpPr/>
                    <p:nvPr/>
                  </p:nvGrpSpPr>
                  <p:grpSpPr>
                    <a:xfrm rot="7200000">
                      <a:off x="5265196" y="3932619"/>
                      <a:ext cx="393192" cy="393192"/>
                      <a:chOff x="5354637" y="3446463"/>
                      <a:chExt cx="214313" cy="214313"/>
                    </a:xfrm>
                  </p:grpSpPr>
                  <p:sp>
                    <p:nvSpPr>
                      <p:cNvPr id="14376" name="Arc 14375">
                        <a:extLst>
                          <a:ext uri="{FF2B5EF4-FFF2-40B4-BE49-F238E27FC236}">
                            <a16:creationId xmlns:a16="http://schemas.microsoft.com/office/drawing/2014/main" id="{FE16B20F-37AB-6396-F8B0-183364D6519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377" name="Arc 14376">
                        <a:extLst>
                          <a:ext uri="{FF2B5EF4-FFF2-40B4-BE49-F238E27FC236}">
                            <a16:creationId xmlns:a16="http://schemas.microsoft.com/office/drawing/2014/main" id="{AACCC88D-7735-1C39-0B63-4AFAF39F785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375" name="TextBox 14374">
                      <a:extLst>
                        <a:ext uri="{FF2B5EF4-FFF2-40B4-BE49-F238E27FC236}">
                          <a16:creationId xmlns:a16="http://schemas.microsoft.com/office/drawing/2014/main" id="{300B0687-1EEE-50AD-D72D-9300FBD52AEE}"/>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4349" name="Group 14348">
                    <a:extLst>
                      <a:ext uri="{FF2B5EF4-FFF2-40B4-BE49-F238E27FC236}">
                        <a16:creationId xmlns:a16="http://schemas.microsoft.com/office/drawing/2014/main" id="{D58CA12D-9E76-BC9A-4FA6-6469123384DB}"/>
                      </a:ext>
                    </a:extLst>
                  </p:cNvPr>
                  <p:cNvGrpSpPr/>
                  <p:nvPr/>
                </p:nvGrpSpPr>
                <p:grpSpPr>
                  <a:xfrm>
                    <a:off x="6512463" y="3525040"/>
                    <a:ext cx="393192" cy="393192"/>
                    <a:chOff x="6389147" y="3357021"/>
                    <a:chExt cx="393192" cy="393192"/>
                  </a:xfrm>
                </p:grpSpPr>
                <p:grpSp>
                  <p:nvGrpSpPr>
                    <p:cNvPr id="14361" name="Group 14360">
                      <a:extLst>
                        <a:ext uri="{FF2B5EF4-FFF2-40B4-BE49-F238E27FC236}">
                          <a16:creationId xmlns:a16="http://schemas.microsoft.com/office/drawing/2014/main" id="{F4333338-6D1A-1E26-9728-AF41D075AAA0}"/>
                        </a:ext>
                      </a:extLst>
                    </p:cNvPr>
                    <p:cNvGrpSpPr/>
                    <p:nvPr/>
                  </p:nvGrpSpPr>
                  <p:grpSpPr>
                    <a:xfrm rot="7200000" flipH="1">
                      <a:off x="6389147" y="3357021"/>
                      <a:ext cx="393192" cy="393192"/>
                      <a:chOff x="5354637" y="3446463"/>
                      <a:chExt cx="214313" cy="214313"/>
                    </a:xfrm>
                  </p:grpSpPr>
                  <p:sp>
                    <p:nvSpPr>
                      <p:cNvPr id="14370" name="Arc 14369">
                        <a:extLst>
                          <a:ext uri="{FF2B5EF4-FFF2-40B4-BE49-F238E27FC236}">
                            <a16:creationId xmlns:a16="http://schemas.microsoft.com/office/drawing/2014/main" id="{B8189A87-4870-5295-426E-88966ACBE8C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371" name="Arc 14370">
                        <a:extLst>
                          <a:ext uri="{FF2B5EF4-FFF2-40B4-BE49-F238E27FC236}">
                            <a16:creationId xmlns:a16="http://schemas.microsoft.com/office/drawing/2014/main" id="{80FC2DD6-EFCF-B6F8-2274-7906FDBB8F8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362" name="Group 14361">
                      <a:extLst>
                        <a:ext uri="{FF2B5EF4-FFF2-40B4-BE49-F238E27FC236}">
                          <a16:creationId xmlns:a16="http://schemas.microsoft.com/office/drawing/2014/main" id="{675ADB1C-57A5-8CAC-7A0A-844C7843DBA9}"/>
                        </a:ext>
                      </a:extLst>
                    </p:cNvPr>
                    <p:cNvGrpSpPr/>
                    <p:nvPr/>
                  </p:nvGrpSpPr>
                  <p:grpSpPr>
                    <a:xfrm>
                      <a:off x="6434137" y="3402011"/>
                      <a:ext cx="303213" cy="303213"/>
                      <a:chOff x="6434137" y="3402011"/>
                      <a:chExt cx="303213" cy="303213"/>
                    </a:xfrm>
                  </p:grpSpPr>
                  <p:grpSp>
                    <p:nvGrpSpPr>
                      <p:cNvPr id="14363" name="Group 14362">
                        <a:extLst>
                          <a:ext uri="{FF2B5EF4-FFF2-40B4-BE49-F238E27FC236}">
                            <a16:creationId xmlns:a16="http://schemas.microsoft.com/office/drawing/2014/main" id="{45BB80CF-5EF2-641F-E61A-D0E8059F5125}"/>
                          </a:ext>
                        </a:extLst>
                      </p:cNvPr>
                      <p:cNvGrpSpPr/>
                      <p:nvPr/>
                    </p:nvGrpSpPr>
                    <p:grpSpPr>
                      <a:xfrm flipH="1">
                        <a:off x="6478587" y="3446461"/>
                        <a:ext cx="214313" cy="214313"/>
                        <a:chOff x="5354637" y="3446463"/>
                        <a:chExt cx="214313" cy="214313"/>
                      </a:xfrm>
                    </p:grpSpPr>
                    <p:sp>
                      <p:nvSpPr>
                        <p:cNvPr id="14368" name="Arc 14367">
                          <a:extLst>
                            <a:ext uri="{FF2B5EF4-FFF2-40B4-BE49-F238E27FC236}">
                              <a16:creationId xmlns:a16="http://schemas.microsoft.com/office/drawing/2014/main" id="{7EA696CA-AD46-D44C-4E21-DE73551BDD1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369" name="Arc 14368">
                          <a:extLst>
                            <a:ext uri="{FF2B5EF4-FFF2-40B4-BE49-F238E27FC236}">
                              <a16:creationId xmlns:a16="http://schemas.microsoft.com/office/drawing/2014/main" id="{E6DA3437-BE2A-2432-EEC4-E227C0E5795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364" name="Group 14363">
                        <a:extLst>
                          <a:ext uri="{FF2B5EF4-FFF2-40B4-BE49-F238E27FC236}">
                            <a16:creationId xmlns:a16="http://schemas.microsoft.com/office/drawing/2014/main" id="{2EBDFCFD-7185-08E5-3B70-DF33D28DC201}"/>
                          </a:ext>
                        </a:extLst>
                      </p:cNvPr>
                      <p:cNvGrpSpPr/>
                      <p:nvPr/>
                    </p:nvGrpSpPr>
                    <p:grpSpPr>
                      <a:xfrm rot="14400000" flipH="1">
                        <a:off x="6434137" y="3402011"/>
                        <a:ext cx="303213" cy="303213"/>
                        <a:chOff x="5354637" y="3446463"/>
                        <a:chExt cx="214313" cy="214313"/>
                      </a:xfrm>
                    </p:grpSpPr>
                    <p:sp>
                      <p:nvSpPr>
                        <p:cNvPr id="14366" name="Arc 14365">
                          <a:extLst>
                            <a:ext uri="{FF2B5EF4-FFF2-40B4-BE49-F238E27FC236}">
                              <a16:creationId xmlns:a16="http://schemas.microsoft.com/office/drawing/2014/main" id="{B0C54A2C-9636-7966-66F2-4B673CBBA6C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367" name="Arc 14366">
                          <a:extLst>
                            <a:ext uri="{FF2B5EF4-FFF2-40B4-BE49-F238E27FC236}">
                              <a16:creationId xmlns:a16="http://schemas.microsoft.com/office/drawing/2014/main" id="{77816E57-C9C5-6E66-9DBD-8DA9DEBB528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365" name="TextBox 14364">
                        <a:extLst>
                          <a:ext uri="{FF2B5EF4-FFF2-40B4-BE49-F238E27FC236}">
                            <a16:creationId xmlns:a16="http://schemas.microsoft.com/office/drawing/2014/main" id="{EFEFAEA5-6433-F503-E37F-397E3596099A}"/>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350" name="Group 14349">
                    <a:extLst>
                      <a:ext uri="{FF2B5EF4-FFF2-40B4-BE49-F238E27FC236}">
                        <a16:creationId xmlns:a16="http://schemas.microsoft.com/office/drawing/2014/main" id="{62F2E233-AEE8-ED68-DF7A-6F5EC5B3DB16}"/>
                      </a:ext>
                    </a:extLst>
                  </p:cNvPr>
                  <p:cNvGrpSpPr/>
                  <p:nvPr/>
                </p:nvGrpSpPr>
                <p:grpSpPr>
                  <a:xfrm>
                    <a:off x="6197413" y="3225768"/>
                    <a:ext cx="393192" cy="393192"/>
                    <a:chOff x="6389147" y="3932622"/>
                    <a:chExt cx="393192" cy="393192"/>
                  </a:xfrm>
                </p:grpSpPr>
                <p:grpSp>
                  <p:nvGrpSpPr>
                    <p:cNvPr id="14351" name="Group 14350">
                      <a:extLst>
                        <a:ext uri="{FF2B5EF4-FFF2-40B4-BE49-F238E27FC236}">
                          <a16:creationId xmlns:a16="http://schemas.microsoft.com/office/drawing/2014/main" id="{624BC756-2BE9-30A4-5AB6-5D566D858F61}"/>
                        </a:ext>
                      </a:extLst>
                    </p:cNvPr>
                    <p:cNvGrpSpPr/>
                    <p:nvPr/>
                  </p:nvGrpSpPr>
                  <p:grpSpPr>
                    <a:xfrm flipH="1">
                      <a:off x="6478587" y="4022061"/>
                      <a:ext cx="214313" cy="214313"/>
                      <a:chOff x="5354637" y="3446463"/>
                      <a:chExt cx="214313" cy="214313"/>
                    </a:xfrm>
                  </p:grpSpPr>
                  <p:sp>
                    <p:nvSpPr>
                      <p:cNvPr id="14359" name="Arc 14358">
                        <a:extLst>
                          <a:ext uri="{FF2B5EF4-FFF2-40B4-BE49-F238E27FC236}">
                            <a16:creationId xmlns:a16="http://schemas.microsoft.com/office/drawing/2014/main" id="{0DED811E-0C48-5B98-8198-5E6301884ED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360" name="Arc 14359">
                        <a:extLst>
                          <a:ext uri="{FF2B5EF4-FFF2-40B4-BE49-F238E27FC236}">
                            <a16:creationId xmlns:a16="http://schemas.microsoft.com/office/drawing/2014/main" id="{1F8DAB7E-E07A-45A1-62BF-A07C825A65E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352" name="Group 14351">
                      <a:extLst>
                        <a:ext uri="{FF2B5EF4-FFF2-40B4-BE49-F238E27FC236}">
                          <a16:creationId xmlns:a16="http://schemas.microsoft.com/office/drawing/2014/main" id="{ADA9FE64-EFB8-46E7-C57C-22145C4BB3B1}"/>
                        </a:ext>
                      </a:extLst>
                    </p:cNvPr>
                    <p:cNvGrpSpPr/>
                    <p:nvPr/>
                  </p:nvGrpSpPr>
                  <p:grpSpPr>
                    <a:xfrm rot="7200000" flipH="1">
                      <a:off x="6434137" y="3977611"/>
                      <a:ext cx="303213" cy="303213"/>
                      <a:chOff x="5354637" y="3446463"/>
                      <a:chExt cx="214313" cy="214313"/>
                    </a:xfrm>
                  </p:grpSpPr>
                  <p:sp>
                    <p:nvSpPr>
                      <p:cNvPr id="14357" name="Arc 14356">
                        <a:extLst>
                          <a:ext uri="{FF2B5EF4-FFF2-40B4-BE49-F238E27FC236}">
                            <a16:creationId xmlns:a16="http://schemas.microsoft.com/office/drawing/2014/main" id="{BBAF27E1-432D-A67A-8B10-857CDEAB201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358" name="Arc 14357">
                        <a:extLst>
                          <a:ext uri="{FF2B5EF4-FFF2-40B4-BE49-F238E27FC236}">
                            <a16:creationId xmlns:a16="http://schemas.microsoft.com/office/drawing/2014/main" id="{18483A7F-851C-A3CF-B6D0-170007F0559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353" name="Group 14352">
                      <a:extLst>
                        <a:ext uri="{FF2B5EF4-FFF2-40B4-BE49-F238E27FC236}">
                          <a16:creationId xmlns:a16="http://schemas.microsoft.com/office/drawing/2014/main" id="{6F1B3C28-8C15-E724-0913-6B150DA51D0D}"/>
                        </a:ext>
                      </a:extLst>
                    </p:cNvPr>
                    <p:cNvGrpSpPr/>
                    <p:nvPr/>
                  </p:nvGrpSpPr>
                  <p:grpSpPr>
                    <a:xfrm rot="14400000" flipH="1">
                      <a:off x="6389147" y="3932622"/>
                      <a:ext cx="393192" cy="393192"/>
                      <a:chOff x="5354637" y="3446463"/>
                      <a:chExt cx="214313" cy="214313"/>
                    </a:xfrm>
                  </p:grpSpPr>
                  <p:sp>
                    <p:nvSpPr>
                      <p:cNvPr id="14355" name="Arc 14354">
                        <a:extLst>
                          <a:ext uri="{FF2B5EF4-FFF2-40B4-BE49-F238E27FC236}">
                            <a16:creationId xmlns:a16="http://schemas.microsoft.com/office/drawing/2014/main" id="{C092D66D-496A-EA25-E039-44F8EE9D2FE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356" name="Arc 14355">
                        <a:extLst>
                          <a:ext uri="{FF2B5EF4-FFF2-40B4-BE49-F238E27FC236}">
                            <a16:creationId xmlns:a16="http://schemas.microsoft.com/office/drawing/2014/main" id="{668CC65D-4938-3F7F-746D-C7157C5EA91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354" name="TextBox 14353">
                      <a:extLst>
                        <a:ext uri="{FF2B5EF4-FFF2-40B4-BE49-F238E27FC236}">
                          <a16:creationId xmlns:a16="http://schemas.microsoft.com/office/drawing/2014/main" id="{927E8563-8DE9-3D8B-CBA0-8EEE8621DDC9}"/>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2242" name="Group 12241">
              <a:extLst>
                <a:ext uri="{FF2B5EF4-FFF2-40B4-BE49-F238E27FC236}">
                  <a16:creationId xmlns:a16="http://schemas.microsoft.com/office/drawing/2014/main" id="{07454D01-457B-8B31-4037-1FE9F62D345E}"/>
                </a:ext>
              </a:extLst>
            </p:cNvPr>
            <p:cNvGrpSpPr/>
            <p:nvPr/>
          </p:nvGrpSpPr>
          <p:grpSpPr>
            <a:xfrm>
              <a:off x="2369740" y="-674415"/>
              <a:ext cx="2263438" cy="2198360"/>
              <a:chOff x="5445106" y="2039507"/>
              <a:chExt cx="2263438" cy="2198360"/>
            </a:xfrm>
          </p:grpSpPr>
          <p:grpSp>
            <p:nvGrpSpPr>
              <p:cNvPr id="14153" name="Group 14152">
                <a:extLst>
                  <a:ext uri="{FF2B5EF4-FFF2-40B4-BE49-F238E27FC236}">
                    <a16:creationId xmlns:a16="http://schemas.microsoft.com/office/drawing/2014/main" id="{231C720C-00E9-6720-E449-E2C41776D07C}"/>
                  </a:ext>
                </a:extLst>
              </p:cNvPr>
              <p:cNvGrpSpPr/>
              <p:nvPr/>
            </p:nvGrpSpPr>
            <p:grpSpPr>
              <a:xfrm>
                <a:off x="5445106" y="2644743"/>
                <a:ext cx="1643204" cy="1593124"/>
                <a:chOff x="5445106" y="2644743"/>
                <a:chExt cx="1643204" cy="1593124"/>
              </a:xfrm>
            </p:grpSpPr>
            <p:grpSp>
              <p:nvGrpSpPr>
                <p:cNvPr id="14249" name="Group 14248">
                  <a:extLst>
                    <a:ext uri="{FF2B5EF4-FFF2-40B4-BE49-F238E27FC236}">
                      <a16:creationId xmlns:a16="http://schemas.microsoft.com/office/drawing/2014/main" id="{132A0A8A-83BA-D7F0-7C36-60D62624B19D}"/>
                    </a:ext>
                  </a:extLst>
                </p:cNvPr>
                <p:cNvGrpSpPr/>
                <p:nvPr/>
              </p:nvGrpSpPr>
              <p:grpSpPr>
                <a:xfrm>
                  <a:off x="5445106" y="2644743"/>
                  <a:ext cx="1019224" cy="991639"/>
                  <a:chOff x="5886431" y="3225768"/>
                  <a:chExt cx="1019224" cy="991639"/>
                </a:xfrm>
              </p:grpSpPr>
              <p:grpSp>
                <p:nvGrpSpPr>
                  <p:cNvPr id="14297" name="Group 14296">
                    <a:extLst>
                      <a:ext uri="{FF2B5EF4-FFF2-40B4-BE49-F238E27FC236}">
                        <a16:creationId xmlns:a16="http://schemas.microsoft.com/office/drawing/2014/main" id="{347DA52F-6321-0A2E-A075-E534D9790C6D}"/>
                      </a:ext>
                    </a:extLst>
                  </p:cNvPr>
                  <p:cNvGrpSpPr/>
                  <p:nvPr/>
                </p:nvGrpSpPr>
                <p:grpSpPr>
                  <a:xfrm>
                    <a:off x="6197413" y="3824215"/>
                    <a:ext cx="393192" cy="393192"/>
                    <a:chOff x="5265196" y="3357021"/>
                    <a:chExt cx="393192" cy="393192"/>
                  </a:xfrm>
                </p:grpSpPr>
                <p:grpSp>
                  <p:nvGrpSpPr>
                    <p:cNvPr id="14332" name="Group 14331">
                      <a:extLst>
                        <a:ext uri="{FF2B5EF4-FFF2-40B4-BE49-F238E27FC236}">
                          <a16:creationId xmlns:a16="http://schemas.microsoft.com/office/drawing/2014/main" id="{1EB7725D-F0B7-FC8A-C7EC-EDDB57E47785}"/>
                        </a:ext>
                      </a:extLst>
                    </p:cNvPr>
                    <p:cNvGrpSpPr/>
                    <p:nvPr/>
                  </p:nvGrpSpPr>
                  <p:grpSpPr>
                    <a:xfrm rot="14400000">
                      <a:off x="5265196" y="3357021"/>
                      <a:ext cx="393192" cy="393192"/>
                      <a:chOff x="5354637" y="3446463"/>
                      <a:chExt cx="214313" cy="214313"/>
                    </a:xfrm>
                  </p:grpSpPr>
                  <p:sp>
                    <p:nvSpPr>
                      <p:cNvPr id="14341" name="Arc 14340">
                        <a:extLst>
                          <a:ext uri="{FF2B5EF4-FFF2-40B4-BE49-F238E27FC236}">
                            <a16:creationId xmlns:a16="http://schemas.microsoft.com/office/drawing/2014/main" id="{955F25A1-781B-2855-0B92-7956A9A14C6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342" name="Arc 14341">
                        <a:extLst>
                          <a:ext uri="{FF2B5EF4-FFF2-40B4-BE49-F238E27FC236}">
                            <a16:creationId xmlns:a16="http://schemas.microsoft.com/office/drawing/2014/main" id="{E0500BA3-D332-F411-8ACE-BB9EF9922B2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333" name="Group 14332">
                      <a:extLst>
                        <a:ext uri="{FF2B5EF4-FFF2-40B4-BE49-F238E27FC236}">
                          <a16:creationId xmlns:a16="http://schemas.microsoft.com/office/drawing/2014/main" id="{F0FB960A-BE94-482A-49A3-E184EBFE7DAD}"/>
                        </a:ext>
                      </a:extLst>
                    </p:cNvPr>
                    <p:cNvGrpSpPr/>
                    <p:nvPr/>
                  </p:nvGrpSpPr>
                  <p:grpSpPr>
                    <a:xfrm>
                      <a:off x="5310186" y="3402011"/>
                      <a:ext cx="303213" cy="303213"/>
                      <a:chOff x="5310186" y="3402011"/>
                      <a:chExt cx="303213" cy="303213"/>
                    </a:xfrm>
                  </p:grpSpPr>
                  <p:grpSp>
                    <p:nvGrpSpPr>
                      <p:cNvPr id="14334" name="Group 14333">
                        <a:extLst>
                          <a:ext uri="{FF2B5EF4-FFF2-40B4-BE49-F238E27FC236}">
                            <a16:creationId xmlns:a16="http://schemas.microsoft.com/office/drawing/2014/main" id="{F1AD9DA1-9AB4-A202-423C-423804D35E2A}"/>
                          </a:ext>
                        </a:extLst>
                      </p:cNvPr>
                      <p:cNvGrpSpPr/>
                      <p:nvPr/>
                    </p:nvGrpSpPr>
                    <p:grpSpPr>
                      <a:xfrm>
                        <a:off x="5354636" y="3446461"/>
                        <a:ext cx="214313" cy="214313"/>
                        <a:chOff x="5354637" y="3446463"/>
                        <a:chExt cx="214313" cy="214313"/>
                      </a:xfrm>
                    </p:grpSpPr>
                    <p:sp>
                      <p:nvSpPr>
                        <p:cNvPr id="14339" name="Arc 14338">
                          <a:extLst>
                            <a:ext uri="{FF2B5EF4-FFF2-40B4-BE49-F238E27FC236}">
                              <a16:creationId xmlns:a16="http://schemas.microsoft.com/office/drawing/2014/main" id="{ACA1D5C6-EF0E-718B-55FB-414484800E8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340" name="Arc 14339">
                          <a:extLst>
                            <a:ext uri="{FF2B5EF4-FFF2-40B4-BE49-F238E27FC236}">
                              <a16:creationId xmlns:a16="http://schemas.microsoft.com/office/drawing/2014/main" id="{B7071D41-0811-483F-F9DD-D8A8725B33F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335" name="Group 14334">
                        <a:extLst>
                          <a:ext uri="{FF2B5EF4-FFF2-40B4-BE49-F238E27FC236}">
                            <a16:creationId xmlns:a16="http://schemas.microsoft.com/office/drawing/2014/main" id="{2F73FF33-725A-E128-0A45-C22AF24BCFF7}"/>
                          </a:ext>
                        </a:extLst>
                      </p:cNvPr>
                      <p:cNvGrpSpPr/>
                      <p:nvPr/>
                    </p:nvGrpSpPr>
                    <p:grpSpPr>
                      <a:xfrm rot="7200000">
                        <a:off x="5310186" y="3402011"/>
                        <a:ext cx="303213" cy="303213"/>
                        <a:chOff x="5354637" y="3446463"/>
                        <a:chExt cx="214313" cy="214313"/>
                      </a:xfrm>
                    </p:grpSpPr>
                    <p:sp>
                      <p:nvSpPr>
                        <p:cNvPr id="14337" name="Arc 14336">
                          <a:extLst>
                            <a:ext uri="{FF2B5EF4-FFF2-40B4-BE49-F238E27FC236}">
                              <a16:creationId xmlns:a16="http://schemas.microsoft.com/office/drawing/2014/main" id="{58822569-A459-9AE6-4CD3-12157B21CB5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338" name="Arc 14337">
                          <a:extLst>
                            <a:ext uri="{FF2B5EF4-FFF2-40B4-BE49-F238E27FC236}">
                              <a16:creationId xmlns:a16="http://schemas.microsoft.com/office/drawing/2014/main" id="{A7558713-AF16-E624-4512-BC948C732F3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336" name="TextBox 14335">
                        <a:extLst>
                          <a:ext uri="{FF2B5EF4-FFF2-40B4-BE49-F238E27FC236}">
                            <a16:creationId xmlns:a16="http://schemas.microsoft.com/office/drawing/2014/main" id="{6085D237-7023-58D0-4550-784488055D4B}"/>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298" name="Group 14297">
                    <a:extLst>
                      <a:ext uri="{FF2B5EF4-FFF2-40B4-BE49-F238E27FC236}">
                        <a16:creationId xmlns:a16="http://schemas.microsoft.com/office/drawing/2014/main" id="{79DF6159-EE9B-C5CE-2D12-F4DE365F38E8}"/>
                      </a:ext>
                    </a:extLst>
                  </p:cNvPr>
                  <p:cNvGrpSpPr/>
                  <p:nvPr/>
                </p:nvGrpSpPr>
                <p:grpSpPr>
                  <a:xfrm>
                    <a:off x="5886431" y="3525040"/>
                    <a:ext cx="393192" cy="393192"/>
                    <a:chOff x="5265196" y="3932619"/>
                    <a:chExt cx="393192" cy="393192"/>
                  </a:xfrm>
                </p:grpSpPr>
                <p:grpSp>
                  <p:nvGrpSpPr>
                    <p:cNvPr id="14322" name="Group 14321">
                      <a:extLst>
                        <a:ext uri="{FF2B5EF4-FFF2-40B4-BE49-F238E27FC236}">
                          <a16:creationId xmlns:a16="http://schemas.microsoft.com/office/drawing/2014/main" id="{5C89A12E-D8F1-F001-04BD-3D49DDF3A204}"/>
                        </a:ext>
                      </a:extLst>
                    </p:cNvPr>
                    <p:cNvGrpSpPr/>
                    <p:nvPr/>
                  </p:nvGrpSpPr>
                  <p:grpSpPr>
                    <a:xfrm>
                      <a:off x="5354636" y="4022061"/>
                      <a:ext cx="214313" cy="214313"/>
                      <a:chOff x="5354637" y="3446463"/>
                      <a:chExt cx="214313" cy="214313"/>
                    </a:xfrm>
                  </p:grpSpPr>
                  <p:sp>
                    <p:nvSpPr>
                      <p:cNvPr id="14330" name="Arc 14329">
                        <a:extLst>
                          <a:ext uri="{FF2B5EF4-FFF2-40B4-BE49-F238E27FC236}">
                            <a16:creationId xmlns:a16="http://schemas.microsoft.com/office/drawing/2014/main" id="{CE2F2E0C-0B84-D821-C38E-221DD760B52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331" name="Arc 14330">
                        <a:extLst>
                          <a:ext uri="{FF2B5EF4-FFF2-40B4-BE49-F238E27FC236}">
                            <a16:creationId xmlns:a16="http://schemas.microsoft.com/office/drawing/2014/main" id="{98E28259-2E7E-C644-5C25-AF62CFAE945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323" name="Group 14322">
                      <a:extLst>
                        <a:ext uri="{FF2B5EF4-FFF2-40B4-BE49-F238E27FC236}">
                          <a16:creationId xmlns:a16="http://schemas.microsoft.com/office/drawing/2014/main" id="{BA9B1AF7-3727-3A89-3267-7BECA3AEB57F}"/>
                        </a:ext>
                      </a:extLst>
                    </p:cNvPr>
                    <p:cNvGrpSpPr/>
                    <p:nvPr/>
                  </p:nvGrpSpPr>
                  <p:grpSpPr>
                    <a:xfrm rot="14400000">
                      <a:off x="5310186" y="3977611"/>
                      <a:ext cx="303213" cy="303213"/>
                      <a:chOff x="5354637" y="3446463"/>
                      <a:chExt cx="214313" cy="214313"/>
                    </a:xfrm>
                  </p:grpSpPr>
                  <p:sp>
                    <p:nvSpPr>
                      <p:cNvPr id="14328" name="Arc 14327">
                        <a:extLst>
                          <a:ext uri="{FF2B5EF4-FFF2-40B4-BE49-F238E27FC236}">
                            <a16:creationId xmlns:a16="http://schemas.microsoft.com/office/drawing/2014/main" id="{0AA88234-1260-EFB5-3969-E44F93352EA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329" name="Arc 14328">
                        <a:extLst>
                          <a:ext uri="{FF2B5EF4-FFF2-40B4-BE49-F238E27FC236}">
                            <a16:creationId xmlns:a16="http://schemas.microsoft.com/office/drawing/2014/main" id="{B9A032A2-CF19-370C-6981-A1B1E05F442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324" name="Group 14323">
                      <a:extLst>
                        <a:ext uri="{FF2B5EF4-FFF2-40B4-BE49-F238E27FC236}">
                          <a16:creationId xmlns:a16="http://schemas.microsoft.com/office/drawing/2014/main" id="{C1B9FE8A-BEEC-4ECA-F1EB-C74DB0C6580F}"/>
                        </a:ext>
                      </a:extLst>
                    </p:cNvPr>
                    <p:cNvGrpSpPr/>
                    <p:nvPr/>
                  </p:nvGrpSpPr>
                  <p:grpSpPr>
                    <a:xfrm rot="7200000">
                      <a:off x="5265196" y="3932619"/>
                      <a:ext cx="393192" cy="393192"/>
                      <a:chOff x="5354637" y="3446463"/>
                      <a:chExt cx="214313" cy="214313"/>
                    </a:xfrm>
                  </p:grpSpPr>
                  <p:sp>
                    <p:nvSpPr>
                      <p:cNvPr id="14326" name="Arc 14325">
                        <a:extLst>
                          <a:ext uri="{FF2B5EF4-FFF2-40B4-BE49-F238E27FC236}">
                            <a16:creationId xmlns:a16="http://schemas.microsoft.com/office/drawing/2014/main" id="{0AAF1F9A-769C-8F2F-C9E6-9A108BA318F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327" name="Arc 14326">
                        <a:extLst>
                          <a:ext uri="{FF2B5EF4-FFF2-40B4-BE49-F238E27FC236}">
                            <a16:creationId xmlns:a16="http://schemas.microsoft.com/office/drawing/2014/main" id="{ED5BDBAB-7A9F-6133-826A-094E908A707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325" name="TextBox 14324">
                      <a:extLst>
                        <a:ext uri="{FF2B5EF4-FFF2-40B4-BE49-F238E27FC236}">
                          <a16:creationId xmlns:a16="http://schemas.microsoft.com/office/drawing/2014/main" id="{B3262136-DC8D-250B-B329-653C1D7C2370}"/>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4299" name="Group 14298">
                    <a:extLst>
                      <a:ext uri="{FF2B5EF4-FFF2-40B4-BE49-F238E27FC236}">
                        <a16:creationId xmlns:a16="http://schemas.microsoft.com/office/drawing/2014/main" id="{8862CD10-CA1F-55B5-E537-FCB499E28BB2}"/>
                      </a:ext>
                    </a:extLst>
                  </p:cNvPr>
                  <p:cNvGrpSpPr/>
                  <p:nvPr/>
                </p:nvGrpSpPr>
                <p:grpSpPr>
                  <a:xfrm>
                    <a:off x="6512463" y="3525040"/>
                    <a:ext cx="393192" cy="393192"/>
                    <a:chOff x="6389147" y="3357021"/>
                    <a:chExt cx="393192" cy="393192"/>
                  </a:xfrm>
                </p:grpSpPr>
                <p:grpSp>
                  <p:nvGrpSpPr>
                    <p:cNvPr id="14311" name="Group 14310">
                      <a:extLst>
                        <a:ext uri="{FF2B5EF4-FFF2-40B4-BE49-F238E27FC236}">
                          <a16:creationId xmlns:a16="http://schemas.microsoft.com/office/drawing/2014/main" id="{93D809DC-B4C5-2C9A-40D0-983542FC2C5F}"/>
                        </a:ext>
                      </a:extLst>
                    </p:cNvPr>
                    <p:cNvGrpSpPr/>
                    <p:nvPr/>
                  </p:nvGrpSpPr>
                  <p:grpSpPr>
                    <a:xfrm rot="7200000" flipH="1">
                      <a:off x="6389147" y="3357021"/>
                      <a:ext cx="393192" cy="393192"/>
                      <a:chOff x="5354637" y="3446463"/>
                      <a:chExt cx="214313" cy="214313"/>
                    </a:xfrm>
                  </p:grpSpPr>
                  <p:sp>
                    <p:nvSpPr>
                      <p:cNvPr id="14320" name="Arc 14319">
                        <a:extLst>
                          <a:ext uri="{FF2B5EF4-FFF2-40B4-BE49-F238E27FC236}">
                            <a16:creationId xmlns:a16="http://schemas.microsoft.com/office/drawing/2014/main" id="{9DE455D7-47F3-E79A-22F1-1DDCE82BEDA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321" name="Arc 14320">
                        <a:extLst>
                          <a:ext uri="{FF2B5EF4-FFF2-40B4-BE49-F238E27FC236}">
                            <a16:creationId xmlns:a16="http://schemas.microsoft.com/office/drawing/2014/main" id="{C30214AF-9DF7-A712-C61C-698BEE4E0C0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312" name="Group 14311">
                      <a:extLst>
                        <a:ext uri="{FF2B5EF4-FFF2-40B4-BE49-F238E27FC236}">
                          <a16:creationId xmlns:a16="http://schemas.microsoft.com/office/drawing/2014/main" id="{1D49E018-BE65-83F1-3A4C-3AF245FB50BA}"/>
                        </a:ext>
                      </a:extLst>
                    </p:cNvPr>
                    <p:cNvGrpSpPr/>
                    <p:nvPr/>
                  </p:nvGrpSpPr>
                  <p:grpSpPr>
                    <a:xfrm>
                      <a:off x="6434137" y="3402011"/>
                      <a:ext cx="303213" cy="303213"/>
                      <a:chOff x="6434137" y="3402011"/>
                      <a:chExt cx="303213" cy="303213"/>
                    </a:xfrm>
                  </p:grpSpPr>
                  <p:grpSp>
                    <p:nvGrpSpPr>
                      <p:cNvPr id="14313" name="Group 14312">
                        <a:extLst>
                          <a:ext uri="{FF2B5EF4-FFF2-40B4-BE49-F238E27FC236}">
                            <a16:creationId xmlns:a16="http://schemas.microsoft.com/office/drawing/2014/main" id="{A38EB2C7-EF67-39D8-A0EB-95D3D4C9269E}"/>
                          </a:ext>
                        </a:extLst>
                      </p:cNvPr>
                      <p:cNvGrpSpPr/>
                      <p:nvPr/>
                    </p:nvGrpSpPr>
                    <p:grpSpPr>
                      <a:xfrm flipH="1">
                        <a:off x="6478587" y="3446461"/>
                        <a:ext cx="214313" cy="214313"/>
                        <a:chOff x="5354637" y="3446463"/>
                        <a:chExt cx="214313" cy="214313"/>
                      </a:xfrm>
                    </p:grpSpPr>
                    <p:sp>
                      <p:nvSpPr>
                        <p:cNvPr id="14318" name="Arc 14317">
                          <a:extLst>
                            <a:ext uri="{FF2B5EF4-FFF2-40B4-BE49-F238E27FC236}">
                              <a16:creationId xmlns:a16="http://schemas.microsoft.com/office/drawing/2014/main" id="{18BEC723-780A-7A0E-BD49-9578DC31874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319" name="Arc 14318">
                          <a:extLst>
                            <a:ext uri="{FF2B5EF4-FFF2-40B4-BE49-F238E27FC236}">
                              <a16:creationId xmlns:a16="http://schemas.microsoft.com/office/drawing/2014/main" id="{0246FB79-959B-408B-1AC7-8C7BA2A0F38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314" name="Group 14313">
                        <a:extLst>
                          <a:ext uri="{FF2B5EF4-FFF2-40B4-BE49-F238E27FC236}">
                            <a16:creationId xmlns:a16="http://schemas.microsoft.com/office/drawing/2014/main" id="{AD434B4C-4205-4D4A-43BB-612CDDDA53D0}"/>
                          </a:ext>
                        </a:extLst>
                      </p:cNvPr>
                      <p:cNvGrpSpPr/>
                      <p:nvPr/>
                    </p:nvGrpSpPr>
                    <p:grpSpPr>
                      <a:xfrm rot="14400000" flipH="1">
                        <a:off x="6434137" y="3402011"/>
                        <a:ext cx="303213" cy="303213"/>
                        <a:chOff x="5354637" y="3446463"/>
                        <a:chExt cx="214313" cy="214313"/>
                      </a:xfrm>
                    </p:grpSpPr>
                    <p:sp>
                      <p:nvSpPr>
                        <p:cNvPr id="14316" name="Arc 14315">
                          <a:extLst>
                            <a:ext uri="{FF2B5EF4-FFF2-40B4-BE49-F238E27FC236}">
                              <a16:creationId xmlns:a16="http://schemas.microsoft.com/office/drawing/2014/main" id="{9CF8802D-DB91-0EEA-9E01-8FE4D9A688E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317" name="Arc 14316">
                          <a:extLst>
                            <a:ext uri="{FF2B5EF4-FFF2-40B4-BE49-F238E27FC236}">
                              <a16:creationId xmlns:a16="http://schemas.microsoft.com/office/drawing/2014/main" id="{55BAA897-E6C0-6668-E2AB-42525BC44CA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315" name="TextBox 14314">
                        <a:extLst>
                          <a:ext uri="{FF2B5EF4-FFF2-40B4-BE49-F238E27FC236}">
                            <a16:creationId xmlns:a16="http://schemas.microsoft.com/office/drawing/2014/main" id="{EE2A155C-D90A-1764-800E-5411D454DDEF}"/>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300" name="Group 14299">
                    <a:extLst>
                      <a:ext uri="{FF2B5EF4-FFF2-40B4-BE49-F238E27FC236}">
                        <a16:creationId xmlns:a16="http://schemas.microsoft.com/office/drawing/2014/main" id="{79DFB778-710C-75AB-609A-DDCFD089D288}"/>
                      </a:ext>
                    </a:extLst>
                  </p:cNvPr>
                  <p:cNvGrpSpPr/>
                  <p:nvPr/>
                </p:nvGrpSpPr>
                <p:grpSpPr>
                  <a:xfrm>
                    <a:off x="6197413" y="3225768"/>
                    <a:ext cx="393192" cy="393192"/>
                    <a:chOff x="6389147" y="3932622"/>
                    <a:chExt cx="393192" cy="393192"/>
                  </a:xfrm>
                </p:grpSpPr>
                <p:grpSp>
                  <p:nvGrpSpPr>
                    <p:cNvPr id="14301" name="Group 14300">
                      <a:extLst>
                        <a:ext uri="{FF2B5EF4-FFF2-40B4-BE49-F238E27FC236}">
                          <a16:creationId xmlns:a16="http://schemas.microsoft.com/office/drawing/2014/main" id="{EC467882-3034-236B-688E-B453537008CE}"/>
                        </a:ext>
                      </a:extLst>
                    </p:cNvPr>
                    <p:cNvGrpSpPr/>
                    <p:nvPr/>
                  </p:nvGrpSpPr>
                  <p:grpSpPr>
                    <a:xfrm flipH="1">
                      <a:off x="6478587" y="4022061"/>
                      <a:ext cx="214313" cy="214313"/>
                      <a:chOff x="5354637" y="3446463"/>
                      <a:chExt cx="214313" cy="214313"/>
                    </a:xfrm>
                  </p:grpSpPr>
                  <p:sp>
                    <p:nvSpPr>
                      <p:cNvPr id="14309" name="Arc 14308">
                        <a:extLst>
                          <a:ext uri="{FF2B5EF4-FFF2-40B4-BE49-F238E27FC236}">
                            <a16:creationId xmlns:a16="http://schemas.microsoft.com/office/drawing/2014/main" id="{D1D78B80-83F8-357A-B691-5C46953DCCF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310" name="Arc 14309">
                        <a:extLst>
                          <a:ext uri="{FF2B5EF4-FFF2-40B4-BE49-F238E27FC236}">
                            <a16:creationId xmlns:a16="http://schemas.microsoft.com/office/drawing/2014/main" id="{6E541C94-E5D9-28BD-2A16-70CDA0A5743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302" name="Group 14301">
                      <a:extLst>
                        <a:ext uri="{FF2B5EF4-FFF2-40B4-BE49-F238E27FC236}">
                          <a16:creationId xmlns:a16="http://schemas.microsoft.com/office/drawing/2014/main" id="{F3B329FC-055D-DA34-87D3-068AB80E26AD}"/>
                        </a:ext>
                      </a:extLst>
                    </p:cNvPr>
                    <p:cNvGrpSpPr/>
                    <p:nvPr/>
                  </p:nvGrpSpPr>
                  <p:grpSpPr>
                    <a:xfrm rot="7200000" flipH="1">
                      <a:off x="6434137" y="3977611"/>
                      <a:ext cx="303213" cy="303213"/>
                      <a:chOff x="5354637" y="3446463"/>
                      <a:chExt cx="214313" cy="214313"/>
                    </a:xfrm>
                  </p:grpSpPr>
                  <p:sp>
                    <p:nvSpPr>
                      <p:cNvPr id="14307" name="Arc 14306">
                        <a:extLst>
                          <a:ext uri="{FF2B5EF4-FFF2-40B4-BE49-F238E27FC236}">
                            <a16:creationId xmlns:a16="http://schemas.microsoft.com/office/drawing/2014/main" id="{88ADD5F1-093E-B0A7-134D-E338886D0E4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308" name="Arc 14307">
                        <a:extLst>
                          <a:ext uri="{FF2B5EF4-FFF2-40B4-BE49-F238E27FC236}">
                            <a16:creationId xmlns:a16="http://schemas.microsoft.com/office/drawing/2014/main" id="{259B1D6A-73A2-70AB-BEE1-88FA2979A93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303" name="Group 14302">
                      <a:extLst>
                        <a:ext uri="{FF2B5EF4-FFF2-40B4-BE49-F238E27FC236}">
                          <a16:creationId xmlns:a16="http://schemas.microsoft.com/office/drawing/2014/main" id="{36BDCAE4-096C-E8BA-4B7E-AFBB705D7390}"/>
                        </a:ext>
                      </a:extLst>
                    </p:cNvPr>
                    <p:cNvGrpSpPr/>
                    <p:nvPr/>
                  </p:nvGrpSpPr>
                  <p:grpSpPr>
                    <a:xfrm rot="14400000" flipH="1">
                      <a:off x="6389147" y="3932622"/>
                      <a:ext cx="393192" cy="393192"/>
                      <a:chOff x="5354637" y="3446463"/>
                      <a:chExt cx="214313" cy="214313"/>
                    </a:xfrm>
                  </p:grpSpPr>
                  <p:sp>
                    <p:nvSpPr>
                      <p:cNvPr id="14305" name="Arc 14304">
                        <a:extLst>
                          <a:ext uri="{FF2B5EF4-FFF2-40B4-BE49-F238E27FC236}">
                            <a16:creationId xmlns:a16="http://schemas.microsoft.com/office/drawing/2014/main" id="{17252322-4501-F5D3-DD26-9024A5E7E07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306" name="Arc 14305">
                        <a:extLst>
                          <a:ext uri="{FF2B5EF4-FFF2-40B4-BE49-F238E27FC236}">
                            <a16:creationId xmlns:a16="http://schemas.microsoft.com/office/drawing/2014/main" id="{002EA2D3-C0A6-5840-49E8-29C42C5E68A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304" name="TextBox 14303">
                      <a:extLst>
                        <a:ext uri="{FF2B5EF4-FFF2-40B4-BE49-F238E27FC236}">
                          <a16:creationId xmlns:a16="http://schemas.microsoft.com/office/drawing/2014/main" id="{8ACB0720-9BAA-7371-C4AF-82A05B656803}"/>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250" name="Group 14249">
                  <a:extLst>
                    <a:ext uri="{FF2B5EF4-FFF2-40B4-BE49-F238E27FC236}">
                      <a16:creationId xmlns:a16="http://schemas.microsoft.com/office/drawing/2014/main" id="{2F1EEA77-944E-D000-C05D-9A91954FCADF}"/>
                    </a:ext>
                  </a:extLst>
                </p:cNvPr>
                <p:cNvGrpSpPr/>
                <p:nvPr/>
              </p:nvGrpSpPr>
              <p:grpSpPr>
                <a:xfrm>
                  <a:off x="6069086" y="3246228"/>
                  <a:ext cx="1019224" cy="991639"/>
                  <a:chOff x="5886431" y="3225768"/>
                  <a:chExt cx="1019224" cy="991639"/>
                </a:xfrm>
              </p:grpSpPr>
              <p:grpSp>
                <p:nvGrpSpPr>
                  <p:cNvPr id="14251" name="Group 14250">
                    <a:extLst>
                      <a:ext uri="{FF2B5EF4-FFF2-40B4-BE49-F238E27FC236}">
                        <a16:creationId xmlns:a16="http://schemas.microsoft.com/office/drawing/2014/main" id="{7D7E57D4-D6F6-61B0-A53B-857949C4759E}"/>
                      </a:ext>
                    </a:extLst>
                  </p:cNvPr>
                  <p:cNvGrpSpPr/>
                  <p:nvPr/>
                </p:nvGrpSpPr>
                <p:grpSpPr>
                  <a:xfrm>
                    <a:off x="6197413" y="3824215"/>
                    <a:ext cx="393192" cy="393192"/>
                    <a:chOff x="5265196" y="3357021"/>
                    <a:chExt cx="393192" cy="393192"/>
                  </a:xfrm>
                </p:grpSpPr>
                <p:grpSp>
                  <p:nvGrpSpPr>
                    <p:cNvPr id="14286" name="Group 14285">
                      <a:extLst>
                        <a:ext uri="{FF2B5EF4-FFF2-40B4-BE49-F238E27FC236}">
                          <a16:creationId xmlns:a16="http://schemas.microsoft.com/office/drawing/2014/main" id="{2D7D408B-67BC-ADE9-8EE2-326D963C8F28}"/>
                        </a:ext>
                      </a:extLst>
                    </p:cNvPr>
                    <p:cNvGrpSpPr/>
                    <p:nvPr/>
                  </p:nvGrpSpPr>
                  <p:grpSpPr>
                    <a:xfrm rot="14400000">
                      <a:off x="5265196" y="3357021"/>
                      <a:ext cx="393192" cy="393192"/>
                      <a:chOff x="5354637" y="3446463"/>
                      <a:chExt cx="214313" cy="214313"/>
                    </a:xfrm>
                  </p:grpSpPr>
                  <p:sp>
                    <p:nvSpPr>
                      <p:cNvPr id="14295" name="Arc 14294">
                        <a:extLst>
                          <a:ext uri="{FF2B5EF4-FFF2-40B4-BE49-F238E27FC236}">
                            <a16:creationId xmlns:a16="http://schemas.microsoft.com/office/drawing/2014/main" id="{344056F9-4331-481F-F632-7CAA2715CB9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296" name="Arc 14295">
                        <a:extLst>
                          <a:ext uri="{FF2B5EF4-FFF2-40B4-BE49-F238E27FC236}">
                            <a16:creationId xmlns:a16="http://schemas.microsoft.com/office/drawing/2014/main" id="{42008949-4C00-F666-C049-692E076089B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287" name="Group 14286">
                      <a:extLst>
                        <a:ext uri="{FF2B5EF4-FFF2-40B4-BE49-F238E27FC236}">
                          <a16:creationId xmlns:a16="http://schemas.microsoft.com/office/drawing/2014/main" id="{5171431B-37C3-57F1-E97A-FCBA6F13F40F}"/>
                        </a:ext>
                      </a:extLst>
                    </p:cNvPr>
                    <p:cNvGrpSpPr/>
                    <p:nvPr/>
                  </p:nvGrpSpPr>
                  <p:grpSpPr>
                    <a:xfrm>
                      <a:off x="5310186" y="3402011"/>
                      <a:ext cx="303213" cy="303213"/>
                      <a:chOff x="5310186" y="3402011"/>
                      <a:chExt cx="303213" cy="303213"/>
                    </a:xfrm>
                  </p:grpSpPr>
                  <p:grpSp>
                    <p:nvGrpSpPr>
                      <p:cNvPr id="14288" name="Group 14287">
                        <a:extLst>
                          <a:ext uri="{FF2B5EF4-FFF2-40B4-BE49-F238E27FC236}">
                            <a16:creationId xmlns:a16="http://schemas.microsoft.com/office/drawing/2014/main" id="{018FBA44-E3F4-DE71-E9C2-FE04DE1F4E37}"/>
                          </a:ext>
                        </a:extLst>
                      </p:cNvPr>
                      <p:cNvGrpSpPr/>
                      <p:nvPr/>
                    </p:nvGrpSpPr>
                    <p:grpSpPr>
                      <a:xfrm>
                        <a:off x="5354636" y="3446461"/>
                        <a:ext cx="214313" cy="214313"/>
                        <a:chOff x="5354637" y="3446463"/>
                        <a:chExt cx="214313" cy="214313"/>
                      </a:xfrm>
                    </p:grpSpPr>
                    <p:sp>
                      <p:nvSpPr>
                        <p:cNvPr id="14293" name="Arc 14292">
                          <a:extLst>
                            <a:ext uri="{FF2B5EF4-FFF2-40B4-BE49-F238E27FC236}">
                              <a16:creationId xmlns:a16="http://schemas.microsoft.com/office/drawing/2014/main" id="{80259E57-AFFB-6C06-954E-286749D447D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294" name="Arc 14293">
                          <a:extLst>
                            <a:ext uri="{FF2B5EF4-FFF2-40B4-BE49-F238E27FC236}">
                              <a16:creationId xmlns:a16="http://schemas.microsoft.com/office/drawing/2014/main" id="{60C9FDFE-243D-004A-7511-D99C7A42C9C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289" name="Group 14288">
                        <a:extLst>
                          <a:ext uri="{FF2B5EF4-FFF2-40B4-BE49-F238E27FC236}">
                            <a16:creationId xmlns:a16="http://schemas.microsoft.com/office/drawing/2014/main" id="{0D12C558-C89A-7A39-5424-7EC8CEDDDEEE}"/>
                          </a:ext>
                        </a:extLst>
                      </p:cNvPr>
                      <p:cNvGrpSpPr/>
                      <p:nvPr/>
                    </p:nvGrpSpPr>
                    <p:grpSpPr>
                      <a:xfrm rot="7200000">
                        <a:off x="5310186" y="3402011"/>
                        <a:ext cx="303213" cy="303213"/>
                        <a:chOff x="5354637" y="3446463"/>
                        <a:chExt cx="214313" cy="214313"/>
                      </a:xfrm>
                    </p:grpSpPr>
                    <p:sp>
                      <p:nvSpPr>
                        <p:cNvPr id="14291" name="Arc 14290">
                          <a:extLst>
                            <a:ext uri="{FF2B5EF4-FFF2-40B4-BE49-F238E27FC236}">
                              <a16:creationId xmlns:a16="http://schemas.microsoft.com/office/drawing/2014/main" id="{1E47A870-052A-CEFF-82AF-9A7C59486B5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292" name="Arc 14291">
                          <a:extLst>
                            <a:ext uri="{FF2B5EF4-FFF2-40B4-BE49-F238E27FC236}">
                              <a16:creationId xmlns:a16="http://schemas.microsoft.com/office/drawing/2014/main" id="{E8F4B6E1-DB93-0701-2CAE-AFE468DCAF9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290" name="TextBox 14289">
                        <a:extLst>
                          <a:ext uri="{FF2B5EF4-FFF2-40B4-BE49-F238E27FC236}">
                            <a16:creationId xmlns:a16="http://schemas.microsoft.com/office/drawing/2014/main" id="{17AE511C-DE77-1D67-5143-11B40D673BF5}"/>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252" name="Group 14251">
                    <a:extLst>
                      <a:ext uri="{FF2B5EF4-FFF2-40B4-BE49-F238E27FC236}">
                        <a16:creationId xmlns:a16="http://schemas.microsoft.com/office/drawing/2014/main" id="{33A77EDF-8B62-BEE6-145A-51E56B939630}"/>
                      </a:ext>
                    </a:extLst>
                  </p:cNvPr>
                  <p:cNvGrpSpPr/>
                  <p:nvPr/>
                </p:nvGrpSpPr>
                <p:grpSpPr>
                  <a:xfrm>
                    <a:off x="5886431" y="3525040"/>
                    <a:ext cx="393192" cy="393192"/>
                    <a:chOff x="5265196" y="3932619"/>
                    <a:chExt cx="393192" cy="393192"/>
                  </a:xfrm>
                </p:grpSpPr>
                <p:grpSp>
                  <p:nvGrpSpPr>
                    <p:cNvPr id="14276" name="Group 14275">
                      <a:extLst>
                        <a:ext uri="{FF2B5EF4-FFF2-40B4-BE49-F238E27FC236}">
                          <a16:creationId xmlns:a16="http://schemas.microsoft.com/office/drawing/2014/main" id="{AB270F76-A360-EBBA-A0E5-23ED55F9E286}"/>
                        </a:ext>
                      </a:extLst>
                    </p:cNvPr>
                    <p:cNvGrpSpPr/>
                    <p:nvPr/>
                  </p:nvGrpSpPr>
                  <p:grpSpPr>
                    <a:xfrm>
                      <a:off x="5354636" y="4022061"/>
                      <a:ext cx="214313" cy="214313"/>
                      <a:chOff x="5354637" y="3446463"/>
                      <a:chExt cx="214313" cy="214313"/>
                    </a:xfrm>
                  </p:grpSpPr>
                  <p:sp>
                    <p:nvSpPr>
                      <p:cNvPr id="14284" name="Arc 14283">
                        <a:extLst>
                          <a:ext uri="{FF2B5EF4-FFF2-40B4-BE49-F238E27FC236}">
                            <a16:creationId xmlns:a16="http://schemas.microsoft.com/office/drawing/2014/main" id="{3E8727D8-6702-6A77-AF70-89ACBBAE1E9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285" name="Arc 14284">
                        <a:extLst>
                          <a:ext uri="{FF2B5EF4-FFF2-40B4-BE49-F238E27FC236}">
                            <a16:creationId xmlns:a16="http://schemas.microsoft.com/office/drawing/2014/main" id="{EB294C63-0D9E-2F56-B95D-60B2F7C87F3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277" name="Group 14276">
                      <a:extLst>
                        <a:ext uri="{FF2B5EF4-FFF2-40B4-BE49-F238E27FC236}">
                          <a16:creationId xmlns:a16="http://schemas.microsoft.com/office/drawing/2014/main" id="{0CD51719-1372-97E7-9BD5-338B83C396D8}"/>
                        </a:ext>
                      </a:extLst>
                    </p:cNvPr>
                    <p:cNvGrpSpPr/>
                    <p:nvPr/>
                  </p:nvGrpSpPr>
                  <p:grpSpPr>
                    <a:xfrm rot="14400000">
                      <a:off x="5310186" y="3977611"/>
                      <a:ext cx="303213" cy="303213"/>
                      <a:chOff x="5354637" y="3446463"/>
                      <a:chExt cx="214313" cy="214313"/>
                    </a:xfrm>
                  </p:grpSpPr>
                  <p:sp>
                    <p:nvSpPr>
                      <p:cNvPr id="14282" name="Arc 14281">
                        <a:extLst>
                          <a:ext uri="{FF2B5EF4-FFF2-40B4-BE49-F238E27FC236}">
                            <a16:creationId xmlns:a16="http://schemas.microsoft.com/office/drawing/2014/main" id="{25E09652-DE4A-E55B-61C2-5D82EA91C8E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283" name="Arc 14282">
                        <a:extLst>
                          <a:ext uri="{FF2B5EF4-FFF2-40B4-BE49-F238E27FC236}">
                            <a16:creationId xmlns:a16="http://schemas.microsoft.com/office/drawing/2014/main" id="{07EFBD3F-C36F-2AF9-B574-CB47E9F6A77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278" name="Group 14277">
                      <a:extLst>
                        <a:ext uri="{FF2B5EF4-FFF2-40B4-BE49-F238E27FC236}">
                          <a16:creationId xmlns:a16="http://schemas.microsoft.com/office/drawing/2014/main" id="{F89E5F98-79D9-FF2F-5A9D-3E42544B3775}"/>
                        </a:ext>
                      </a:extLst>
                    </p:cNvPr>
                    <p:cNvGrpSpPr/>
                    <p:nvPr/>
                  </p:nvGrpSpPr>
                  <p:grpSpPr>
                    <a:xfrm rot="7200000">
                      <a:off x="5265196" y="3932619"/>
                      <a:ext cx="393192" cy="393192"/>
                      <a:chOff x="5354637" y="3446463"/>
                      <a:chExt cx="214313" cy="214313"/>
                    </a:xfrm>
                  </p:grpSpPr>
                  <p:sp>
                    <p:nvSpPr>
                      <p:cNvPr id="14280" name="Arc 14279">
                        <a:extLst>
                          <a:ext uri="{FF2B5EF4-FFF2-40B4-BE49-F238E27FC236}">
                            <a16:creationId xmlns:a16="http://schemas.microsoft.com/office/drawing/2014/main" id="{C22576A5-FE5B-BFE7-2FDD-348092B6FEE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281" name="Arc 14280">
                        <a:extLst>
                          <a:ext uri="{FF2B5EF4-FFF2-40B4-BE49-F238E27FC236}">
                            <a16:creationId xmlns:a16="http://schemas.microsoft.com/office/drawing/2014/main" id="{FA4B71A8-2CBE-5511-14C4-3E7C4DED837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279" name="TextBox 14278">
                      <a:extLst>
                        <a:ext uri="{FF2B5EF4-FFF2-40B4-BE49-F238E27FC236}">
                          <a16:creationId xmlns:a16="http://schemas.microsoft.com/office/drawing/2014/main" id="{3C5A4015-87F4-E23D-22DA-68835230DA1A}"/>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4253" name="Group 14252">
                    <a:extLst>
                      <a:ext uri="{FF2B5EF4-FFF2-40B4-BE49-F238E27FC236}">
                        <a16:creationId xmlns:a16="http://schemas.microsoft.com/office/drawing/2014/main" id="{852A9A48-4BD9-35D5-2895-48AB4E50B4B7}"/>
                      </a:ext>
                    </a:extLst>
                  </p:cNvPr>
                  <p:cNvGrpSpPr/>
                  <p:nvPr/>
                </p:nvGrpSpPr>
                <p:grpSpPr>
                  <a:xfrm>
                    <a:off x="6512463" y="3525040"/>
                    <a:ext cx="393192" cy="393192"/>
                    <a:chOff x="6389147" y="3357021"/>
                    <a:chExt cx="393192" cy="393192"/>
                  </a:xfrm>
                </p:grpSpPr>
                <p:grpSp>
                  <p:nvGrpSpPr>
                    <p:cNvPr id="14265" name="Group 14264">
                      <a:extLst>
                        <a:ext uri="{FF2B5EF4-FFF2-40B4-BE49-F238E27FC236}">
                          <a16:creationId xmlns:a16="http://schemas.microsoft.com/office/drawing/2014/main" id="{F2242D74-76EF-BA4C-5712-942528A7DA3A}"/>
                        </a:ext>
                      </a:extLst>
                    </p:cNvPr>
                    <p:cNvGrpSpPr/>
                    <p:nvPr/>
                  </p:nvGrpSpPr>
                  <p:grpSpPr>
                    <a:xfrm rot="7200000" flipH="1">
                      <a:off x="6389147" y="3357021"/>
                      <a:ext cx="393192" cy="393192"/>
                      <a:chOff x="5354637" y="3446463"/>
                      <a:chExt cx="214313" cy="214313"/>
                    </a:xfrm>
                  </p:grpSpPr>
                  <p:sp>
                    <p:nvSpPr>
                      <p:cNvPr id="14274" name="Arc 14273">
                        <a:extLst>
                          <a:ext uri="{FF2B5EF4-FFF2-40B4-BE49-F238E27FC236}">
                            <a16:creationId xmlns:a16="http://schemas.microsoft.com/office/drawing/2014/main" id="{3F9F8710-7118-F028-FA8C-70C7AECE5AA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275" name="Arc 14274">
                        <a:extLst>
                          <a:ext uri="{FF2B5EF4-FFF2-40B4-BE49-F238E27FC236}">
                            <a16:creationId xmlns:a16="http://schemas.microsoft.com/office/drawing/2014/main" id="{3C784CBC-3A75-50EA-5675-8806389C43F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266" name="Group 14265">
                      <a:extLst>
                        <a:ext uri="{FF2B5EF4-FFF2-40B4-BE49-F238E27FC236}">
                          <a16:creationId xmlns:a16="http://schemas.microsoft.com/office/drawing/2014/main" id="{98E4B23B-82BA-BE0C-40FB-0E7097796A78}"/>
                        </a:ext>
                      </a:extLst>
                    </p:cNvPr>
                    <p:cNvGrpSpPr/>
                    <p:nvPr/>
                  </p:nvGrpSpPr>
                  <p:grpSpPr>
                    <a:xfrm>
                      <a:off x="6434137" y="3402011"/>
                      <a:ext cx="303213" cy="303213"/>
                      <a:chOff x="6434137" y="3402011"/>
                      <a:chExt cx="303213" cy="303213"/>
                    </a:xfrm>
                  </p:grpSpPr>
                  <p:grpSp>
                    <p:nvGrpSpPr>
                      <p:cNvPr id="14267" name="Group 14266">
                        <a:extLst>
                          <a:ext uri="{FF2B5EF4-FFF2-40B4-BE49-F238E27FC236}">
                            <a16:creationId xmlns:a16="http://schemas.microsoft.com/office/drawing/2014/main" id="{EBD770B1-E4B1-3438-8BA3-6B0E931A48AD}"/>
                          </a:ext>
                        </a:extLst>
                      </p:cNvPr>
                      <p:cNvGrpSpPr/>
                      <p:nvPr/>
                    </p:nvGrpSpPr>
                    <p:grpSpPr>
                      <a:xfrm flipH="1">
                        <a:off x="6478587" y="3446461"/>
                        <a:ext cx="214313" cy="214313"/>
                        <a:chOff x="5354637" y="3446463"/>
                        <a:chExt cx="214313" cy="214313"/>
                      </a:xfrm>
                    </p:grpSpPr>
                    <p:sp>
                      <p:nvSpPr>
                        <p:cNvPr id="14272" name="Arc 14271">
                          <a:extLst>
                            <a:ext uri="{FF2B5EF4-FFF2-40B4-BE49-F238E27FC236}">
                              <a16:creationId xmlns:a16="http://schemas.microsoft.com/office/drawing/2014/main" id="{4386E0F9-81CA-E044-4C62-581132EB395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273" name="Arc 14272">
                          <a:extLst>
                            <a:ext uri="{FF2B5EF4-FFF2-40B4-BE49-F238E27FC236}">
                              <a16:creationId xmlns:a16="http://schemas.microsoft.com/office/drawing/2014/main" id="{9F0CAD66-48D1-7BA7-059C-308F15AAED1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268" name="Group 14267">
                        <a:extLst>
                          <a:ext uri="{FF2B5EF4-FFF2-40B4-BE49-F238E27FC236}">
                            <a16:creationId xmlns:a16="http://schemas.microsoft.com/office/drawing/2014/main" id="{C4B22DBE-0345-79FC-84B5-E1BB33A9D75B}"/>
                          </a:ext>
                        </a:extLst>
                      </p:cNvPr>
                      <p:cNvGrpSpPr/>
                      <p:nvPr/>
                    </p:nvGrpSpPr>
                    <p:grpSpPr>
                      <a:xfrm rot="14400000" flipH="1">
                        <a:off x="6434137" y="3402011"/>
                        <a:ext cx="303213" cy="303213"/>
                        <a:chOff x="5354637" y="3446463"/>
                        <a:chExt cx="214313" cy="214313"/>
                      </a:xfrm>
                    </p:grpSpPr>
                    <p:sp>
                      <p:nvSpPr>
                        <p:cNvPr id="14270" name="Arc 14269">
                          <a:extLst>
                            <a:ext uri="{FF2B5EF4-FFF2-40B4-BE49-F238E27FC236}">
                              <a16:creationId xmlns:a16="http://schemas.microsoft.com/office/drawing/2014/main" id="{12EAFCE7-F248-DDD7-51BE-84DA772B12A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271" name="Arc 14270">
                          <a:extLst>
                            <a:ext uri="{FF2B5EF4-FFF2-40B4-BE49-F238E27FC236}">
                              <a16:creationId xmlns:a16="http://schemas.microsoft.com/office/drawing/2014/main" id="{31C744B0-AAF6-D008-ABF0-2BD252579BB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269" name="TextBox 14268">
                        <a:extLst>
                          <a:ext uri="{FF2B5EF4-FFF2-40B4-BE49-F238E27FC236}">
                            <a16:creationId xmlns:a16="http://schemas.microsoft.com/office/drawing/2014/main" id="{86232AEB-4269-1B02-65A0-BE228F9C358D}"/>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254" name="Group 14253">
                    <a:extLst>
                      <a:ext uri="{FF2B5EF4-FFF2-40B4-BE49-F238E27FC236}">
                        <a16:creationId xmlns:a16="http://schemas.microsoft.com/office/drawing/2014/main" id="{962E4FD5-6AD7-A944-83B0-3A3868DD23C9}"/>
                      </a:ext>
                    </a:extLst>
                  </p:cNvPr>
                  <p:cNvGrpSpPr/>
                  <p:nvPr/>
                </p:nvGrpSpPr>
                <p:grpSpPr>
                  <a:xfrm>
                    <a:off x="6197413" y="3225768"/>
                    <a:ext cx="393192" cy="393192"/>
                    <a:chOff x="6389147" y="3932622"/>
                    <a:chExt cx="393192" cy="393192"/>
                  </a:xfrm>
                </p:grpSpPr>
                <p:grpSp>
                  <p:nvGrpSpPr>
                    <p:cNvPr id="14255" name="Group 14254">
                      <a:extLst>
                        <a:ext uri="{FF2B5EF4-FFF2-40B4-BE49-F238E27FC236}">
                          <a16:creationId xmlns:a16="http://schemas.microsoft.com/office/drawing/2014/main" id="{74733650-7A68-C801-3C5E-CDAE83684A26}"/>
                        </a:ext>
                      </a:extLst>
                    </p:cNvPr>
                    <p:cNvGrpSpPr/>
                    <p:nvPr/>
                  </p:nvGrpSpPr>
                  <p:grpSpPr>
                    <a:xfrm flipH="1">
                      <a:off x="6478587" y="4022061"/>
                      <a:ext cx="214313" cy="214313"/>
                      <a:chOff x="5354637" y="3446463"/>
                      <a:chExt cx="214313" cy="214313"/>
                    </a:xfrm>
                  </p:grpSpPr>
                  <p:sp>
                    <p:nvSpPr>
                      <p:cNvPr id="14263" name="Arc 14262">
                        <a:extLst>
                          <a:ext uri="{FF2B5EF4-FFF2-40B4-BE49-F238E27FC236}">
                            <a16:creationId xmlns:a16="http://schemas.microsoft.com/office/drawing/2014/main" id="{FBC46B77-653C-03EE-3C0C-5E5994A4C68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264" name="Arc 14263">
                        <a:extLst>
                          <a:ext uri="{FF2B5EF4-FFF2-40B4-BE49-F238E27FC236}">
                            <a16:creationId xmlns:a16="http://schemas.microsoft.com/office/drawing/2014/main" id="{6CF336A6-0B24-2B98-E8D6-E039C52D107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256" name="Group 14255">
                      <a:extLst>
                        <a:ext uri="{FF2B5EF4-FFF2-40B4-BE49-F238E27FC236}">
                          <a16:creationId xmlns:a16="http://schemas.microsoft.com/office/drawing/2014/main" id="{CB57B7A4-288B-1746-7BC0-AE32FDDFFD52}"/>
                        </a:ext>
                      </a:extLst>
                    </p:cNvPr>
                    <p:cNvGrpSpPr/>
                    <p:nvPr/>
                  </p:nvGrpSpPr>
                  <p:grpSpPr>
                    <a:xfrm rot="7200000" flipH="1">
                      <a:off x="6434137" y="3977611"/>
                      <a:ext cx="303213" cy="303213"/>
                      <a:chOff x="5354637" y="3446463"/>
                      <a:chExt cx="214313" cy="214313"/>
                    </a:xfrm>
                  </p:grpSpPr>
                  <p:sp>
                    <p:nvSpPr>
                      <p:cNvPr id="14261" name="Arc 14260">
                        <a:extLst>
                          <a:ext uri="{FF2B5EF4-FFF2-40B4-BE49-F238E27FC236}">
                            <a16:creationId xmlns:a16="http://schemas.microsoft.com/office/drawing/2014/main" id="{453FD1B4-CB03-7BAA-EBF7-EEC94357A9E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262" name="Arc 14261">
                        <a:extLst>
                          <a:ext uri="{FF2B5EF4-FFF2-40B4-BE49-F238E27FC236}">
                            <a16:creationId xmlns:a16="http://schemas.microsoft.com/office/drawing/2014/main" id="{6CC0A2B6-D8D7-BA14-6645-DBF83ABF08D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257" name="Group 14256">
                      <a:extLst>
                        <a:ext uri="{FF2B5EF4-FFF2-40B4-BE49-F238E27FC236}">
                          <a16:creationId xmlns:a16="http://schemas.microsoft.com/office/drawing/2014/main" id="{464B8492-9C6F-3092-BCB1-33CDDD0AE07C}"/>
                        </a:ext>
                      </a:extLst>
                    </p:cNvPr>
                    <p:cNvGrpSpPr/>
                    <p:nvPr/>
                  </p:nvGrpSpPr>
                  <p:grpSpPr>
                    <a:xfrm rot="14400000" flipH="1">
                      <a:off x="6389147" y="3932622"/>
                      <a:ext cx="393192" cy="393192"/>
                      <a:chOff x="5354637" y="3446463"/>
                      <a:chExt cx="214313" cy="214313"/>
                    </a:xfrm>
                  </p:grpSpPr>
                  <p:sp>
                    <p:nvSpPr>
                      <p:cNvPr id="14259" name="Arc 14258">
                        <a:extLst>
                          <a:ext uri="{FF2B5EF4-FFF2-40B4-BE49-F238E27FC236}">
                            <a16:creationId xmlns:a16="http://schemas.microsoft.com/office/drawing/2014/main" id="{82B7D824-BFCE-BF18-0C8D-A6960FEB1D4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260" name="Arc 14259">
                        <a:extLst>
                          <a:ext uri="{FF2B5EF4-FFF2-40B4-BE49-F238E27FC236}">
                            <a16:creationId xmlns:a16="http://schemas.microsoft.com/office/drawing/2014/main" id="{8AB05132-0D25-FF86-1FBF-2EDE2CDAFEE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258" name="TextBox 14257">
                      <a:extLst>
                        <a:ext uri="{FF2B5EF4-FFF2-40B4-BE49-F238E27FC236}">
                          <a16:creationId xmlns:a16="http://schemas.microsoft.com/office/drawing/2014/main" id="{D0768598-9AED-2B1F-A434-DBFBC992AF24}"/>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4154" name="Group 14153">
                <a:extLst>
                  <a:ext uri="{FF2B5EF4-FFF2-40B4-BE49-F238E27FC236}">
                    <a16:creationId xmlns:a16="http://schemas.microsoft.com/office/drawing/2014/main" id="{00EA16C2-CEA5-8400-E827-B3E64B5077B2}"/>
                  </a:ext>
                </a:extLst>
              </p:cNvPr>
              <p:cNvGrpSpPr/>
              <p:nvPr/>
            </p:nvGrpSpPr>
            <p:grpSpPr>
              <a:xfrm>
                <a:off x="6065340" y="2039507"/>
                <a:ext cx="1643204" cy="1593124"/>
                <a:chOff x="5445106" y="2644743"/>
                <a:chExt cx="1643204" cy="1593124"/>
              </a:xfrm>
            </p:grpSpPr>
            <p:grpSp>
              <p:nvGrpSpPr>
                <p:cNvPr id="14155" name="Group 14154">
                  <a:extLst>
                    <a:ext uri="{FF2B5EF4-FFF2-40B4-BE49-F238E27FC236}">
                      <a16:creationId xmlns:a16="http://schemas.microsoft.com/office/drawing/2014/main" id="{560DE247-55C0-4C09-D50D-F55D253DDB83}"/>
                    </a:ext>
                  </a:extLst>
                </p:cNvPr>
                <p:cNvGrpSpPr/>
                <p:nvPr/>
              </p:nvGrpSpPr>
              <p:grpSpPr>
                <a:xfrm>
                  <a:off x="5445106" y="2644743"/>
                  <a:ext cx="1019224" cy="991639"/>
                  <a:chOff x="5886431" y="3225768"/>
                  <a:chExt cx="1019224" cy="991639"/>
                </a:xfrm>
              </p:grpSpPr>
              <p:grpSp>
                <p:nvGrpSpPr>
                  <p:cNvPr id="14203" name="Group 14202">
                    <a:extLst>
                      <a:ext uri="{FF2B5EF4-FFF2-40B4-BE49-F238E27FC236}">
                        <a16:creationId xmlns:a16="http://schemas.microsoft.com/office/drawing/2014/main" id="{756756B6-A875-1E52-4069-B855F1B2F64E}"/>
                      </a:ext>
                    </a:extLst>
                  </p:cNvPr>
                  <p:cNvGrpSpPr/>
                  <p:nvPr/>
                </p:nvGrpSpPr>
                <p:grpSpPr>
                  <a:xfrm>
                    <a:off x="6197413" y="3824215"/>
                    <a:ext cx="393192" cy="393192"/>
                    <a:chOff x="5265196" y="3357021"/>
                    <a:chExt cx="393192" cy="393192"/>
                  </a:xfrm>
                </p:grpSpPr>
                <p:grpSp>
                  <p:nvGrpSpPr>
                    <p:cNvPr id="14238" name="Group 14237">
                      <a:extLst>
                        <a:ext uri="{FF2B5EF4-FFF2-40B4-BE49-F238E27FC236}">
                          <a16:creationId xmlns:a16="http://schemas.microsoft.com/office/drawing/2014/main" id="{1C548A51-EAEF-AE5B-6009-9F886332B056}"/>
                        </a:ext>
                      </a:extLst>
                    </p:cNvPr>
                    <p:cNvGrpSpPr/>
                    <p:nvPr/>
                  </p:nvGrpSpPr>
                  <p:grpSpPr>
                    <a:xfrm rot="14400000">
                      <a:off x="5265196" y="3357021"/>
                      <a:ext cx="393192" cy="393192"/>
                      <a:chOff x="5354637" y="3446463"/>
                      <a:chExt cx="214313" cy="214313"/>
                    </a:xfrm>
                  </p:grpSpPr>
                  <p:sp>
                    <p:nvSpPr>
                      <p:cNvPr id="14247" name="Arc 14246">
                        <a:extLst>
                          <a:ext uri="{FF2B5EF4-FFF2-40B4-BE49-F238E27FC236}">
                            <a16:creationId xmlns:a16="http://schemas.microsoft.com/office/drawing/2014/main" id="{7DD4A4A7-586B-302B-B090-3553A2B1DB8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248" name="Arc 14247">
                        <a:extLst>
                          <a:ext uri="{FF2B5EF4-FFF2-40B4-BE49-F238E27FC236}">
                            <a16:creationId xmlns:a16="http://schemas.microsoft.com/office/drawing/2014/main" id="{730EB108-A83E-2797-A0A4-5548CCBA4D5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239" name="Group 14238">
                      <a:extLst>
                        <a:ext uri="{FF2B5EF4-FFF2-40B4-BE49-F238E27FC236}">
                          <a16:creationId xmlns:a16="http://schemas.microsoft.com/office/drawing/2014/main" id="{80AC05CD-A3A5-D0A1-79DF-C83320006EFE}"/>
                        </a:ext>
                      </a:extLst>
                    </p:cNvPr>
                    <p:cNvGrpSpPr/>
                    <p:nvPr/>
                  </p:nvGrpSpPr>
                  <p:grpSpPr>
                    <a:xfrm>
                      <a:off x="5310186" y="3402011"/>
                      <a:ext cx="303213" cy="303213"/>
                      <a:chOff x="5310186" y="3402011"/>
                      <a:chExt cx="303213" cy="303213"/>
                    </a:xfrm>
                  </p:grpSpPr>
                  <p:grpSp>
                    <p:nvGrpSpPr>
                      <p:cNvPr id="14240" name="Group 14239">
                        <a:extLst>
                          <a:ext uri="{FF2B5EF4-FFF2-40B4-BE49-F238E27FC236}">
                            <a16:creationId xmlns:a16="http://schemas.microsoft.com/office/drawing/2014/main" id="{D13B9BC2-815A-070F-9160-6CCFEECA4486}"/>
                          </a:ext>
                        </a:extLst>
                      </p:cNvPr>
                      <p:cNvGrpSpPr/>
                      <p:nvPr/>
                    </p:nvGrpSpPr>
                    <p:grpSpPr>
                      <a:xfrm>
                        <a:off x="5354636" y="3446461"/>
                        <a:ext cx="214313" cy="214313"/>
                        <a:chOff x="5354637" y="3446463"/>
                        <a:chExt cx="214313" cy="214313"/>
                      </a:xfrm>
                    </p:grpSpPr>
                    <p:sp>
                      <p:nvSpPr>
                        <p:cNvPr id="14245" name="Arc 14244">
                          <a:extLst>
                            <a:ext uri="{FF2B5EF4-FFF2-40B4-BE49-F238E27FC236}">
                              <a16:creationId xmlns:a16="http://schemas.microsoft.com/office/drawing/2014/main" id="{EB0052CF-07F8-D0D3-9034-E216121E03F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246" name="Arc 14245">
                          <a:extLst>
                            <a:ext uri="{FF2B5EF4-FFF2-40B4-BE49-F238E27FC236}">
                              <a16:creationId xmlns:a16="http://schemas.microsoft.com/office/drawing/2014/main" id="{4518EF05-6BDA-2275-2B68-AD98A65C723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241" name="Group 14240">
                        <a:extLst>
                          <a:ext uri="{FF2B5EF4-FFF2-40B4-BE49-F238E27FC236}">
                            <a16:creationId xmlns:a16="http://schemas.microsoft.com/office/drawing/2014/main" id="{826BE0F4-CBFA-E9AD-A949-4FEF271C8B9A}"/>
                          </a:ext>
                        </a:extLst>
                      </p:cNvPr>
                      <p:cNvGrpSpPr/>
                      <p:nvPr/>
                    </p:nvGrpSpPr>
                    <p:grpSpPr>
                      <a:xfrm rot="7200000">
                        <a:off x="5310186" y="3402011"/>
                        <a:ext cx="303213" cy="303213"/>
                        <a:chOff x="5354637" y="3446463"/>
                        <a:chExt cx="214313" cy="214313"/>
                      </a:xfrm>
                    </p:grpSpPr>
                    <p:sp>
                      <p:nvSpPr>
                        <p:cNvPr id="14243" name="Arc 14242">
                          <a:extLst>
                            <a:ext uri="{FF2B5EF4-FFF2-40B4-BE49-F238E27FC236}">
                              <a16:creationId xmlns:a16="http://schemas.microsoft.com/office/drawing/2014/main" id="{82512B48-8F51-2A67-927F-D51FC2112B8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244" name="Arc 14243">
                          <a:extLst>
                            <a:ext uri="{FF2B5EF4-FFF2-40B4-BE49-F238E27FC236}">
                              <a16:creationId xmlns:a16="http://schemas.microsoft.com/office/drawing/2014/main" id="{8D1454FF-3C69-026F-34D1-EBFB935BBE0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242" name="TextBox 14241">
                        <a:extLst>
                          <a:ext uri="{FF2B5EF4-FFF2-40B4-BE49-F238E27FC236}">
                            <a16:creationId xmlns:a16="http://schemas.microsoft.com/office/drawing/2014/main" id="{E514C328-44C0-9843-45F5-EF5F9197618E}"/>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204" name="Group 14203">
                    <a:extLst>
                      <a:ext uri="{FF2B5EF4-FFF2-40B4-BE49-F238E27FC236}">
                        <a16:creationId xmlns:a16="http://schemas.microsoft.com/office/drawing/2014/main" id="{DD012345-6A13-78B0-7AD0-901E6D8A272B}"/>
                      </a:ext>
                    </a:extLst>
                  </p:cNvPr>
                  <p:cNvGrpSpPr/>
                  <p:nvPr/>
                </p:nvGrpSpPr>
                <p:grpSpPr>
                  <a:xfrm>
                    <a:off x="5886431" y="3525040"/>
                    <a:ext cx="393192" cy="393192"/>
                    <a:chOff x="5265196" y="3932619"/>
                    <a:chExt cx="393192" cy="393192"/>
                  </a:xfrm>
                </p:grpSpPr>
                <p:grpSp>
                  <p:nvGrpSpPr>
                    <p:cNvPr id="14228" name="Group 14227">
                      <a:extLst>
                        <a:ext uri="{FF2B5EF4-FFF2-40B4-BE49-F238E27FC236}">
                          <a16:creationId xmlns:a16="http://schemas.microsoft.com/office/drawing/2014/main" id="{D788A938-ADDB-857F-19CE-EA621A5EAEA6}"/>
                        </a:ext>
                      </a:extLst>
                    </p:cNvPr>
                    <p:cNvGrpSpPr/>
                    <p:nvPr/>
                  </p:nvGrpSpPr>
                  <p:grpSpPr>
                    <a:xfrm>
                      <a:off x="5354636" y="4022061"/>
                      <a:ext cx="214313" cy="214313"/>
                      <a:chOff x="5354637" y="3446463"/>
                      <a:chExt cx="214313" cy="214313"/>
                    </a:xfrm>
                  </p:grpSpPr>
                  <p:sp>
                    <p:nvSpPr>
                      <p:cNvPr id="14236" name="Arc 14235">
                        <a:extLst>
                          <a:ext uri="{FF2B5EF4-FFF2-40B4-BE49-F238E27FC236}">
                            <a16:creationId xmlns:a16="http://schemas.microsoft.com/office/drawing/2014/main" id="{EE166029-A179-17AA-63A4-10BF85F2F21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237" name="Arc 14236">
                        <a:extLst>
                          <a:ext uri="{FF2B5EF4-FFF2-40B4-BE49-F238E27FC236}">
                            <a16:creationId xmlns:a16="http://schemas.microsoft.com/office/drawing/2014/main" id="{EEA06A60-7563-8F89-F554-575F70761CD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229" name="Group 14228">
                      <a:extLst>
                        <a:ext uri="{FF2B5EF4-FFF2-40B4-BE49-F238E27FC236}">
                          <a16:creationId xmlns:a16="http://schemas.microsoft.com/office/drawing/2014/main" id="{58351F20-6D53-8292-457C-6D6DC3FD581D}"/>
                        </a:ext>
                      </a:extLst>
                    </p:cNvPr>
                    <p:cNvGrpSpPr/>
                    <p:nvPr/>
                  </p:nvGrpSpPr>
                  <p:grpSpPr>
                    <a:xfrm rot="14400000">
                      <a:off x="5310186" y="3977611"/>
                      <a:ext cx="303213" cy="303213"/>
                      <a:chOff x="5354637" y="3446463"/>
                      <a:chExt cx="214313" cy="214313"/>
                    </a:xfrm>
                  </p:grpSpPr>
                  <p:sp>
                    <p:nvSpPr>
                      <p:cNvPr id="14234" name="Arc 14233">
                        <a:extLst>
                          <a:ext uri="{FF2B5EF4-FFF2-40B4-BE49-F238E27FC236}">
                            <a16:creationId xmlns:a16="http://schemas.microsoft.com/office/drawing/2014/main" id="{5D10CE8C-AB71-E7F7-A362-C11A94C9971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235" name="Arc 14234">
                        <a:extLst>
                          <a:ext uri="{FF2B5EF4-FFF2-40B4-BE49-F238E27FC236}">
                            <a16:creationId xmlns:a16="http://schemas.microsoft.com/office/drawing/2014/main" id="{95D9C913-A8B7-D1E8-78B0-093258F8C9E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230" name="Group 14229">
                      <a:extLst>
                        <a:ext uri="{FF2B5EF4-FFF2-40B4-BE49-F238E27FC236}">
                          <a16:creationId xmlns:a16="http://schemas.microsoft.com/office/drawing/2014/main" id="{DAAF19EB-AA19-4953-4952-A1AE14169C48}"/>
                        </a:ext>
                      </a:extLst>
                    </p:cNvPr>
                    <p:cNvGrpSpPr/>
                    <p:nvPr/>
                  </p:nvGrpSpPr>
                  <p:grpSpPr>
                    <a:xfrm rot="7200000">
                      <a:off x="5265196" y="3932619"/>
                      <a:ext cx="393192" cy="393192"/>
                      <a:chOff x="5354637" y="3446463"/>
                      <a:chExt cx="214313" cy="214313"/>
                    </a:xfrm>
                  </p:grpSpPr>
                  <p:sp>
                    <p:nvSpPr>
                      <p:cNvPr id="14232" name="Arc 14231">
                        <a:extLst>
                          <a:ext uri="{FF2B5EF4-FFF2-40B4-BE49-F238E27FC236}">
                            <a16:creationId xmlns:a16="http://schemas.microsoft.com/office/drawing/2014/main" id="{53E1F91B-6B58-4DE6-9DFC-112878B3EEB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233" name="Arc 14232">
                        <a:extLst>
                          <a:ext uri="{FF2B5EF4-FFF2-40B4-BE49-F238E27FC236}">
                            <a16:creationId xmlns:a16="http://schemas.microsoft.com/office/drawing/2014/main" id="{C9249AB8-51FF-AA60-4DF1-807869C8D46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231" name="TextBox 14230">
                      <a:extLst>
                        <a:ext uri="{FF2B5EF4-FFF2-40B4-BE49-F238E27FC236}">
                          <a16:creationId xmlns:a16="http://schemas.microsoft.com/office/drawing/2014/main" id="{8E89E801-75E6-B261-0C89-A0A31E55859C}"/>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4205" name="Group 14204">
                    <a:extLst>
                      <a:ext uri="{FF2B5EF4-FFF2-40B4-BE49-F238E27FC236}">
                        <a16:creationId xmlns:a16="http://schemas.microsoft.com/office/drawing/2014/main" id="{5C136AD7-BA26-AFD4-93C7-9EC9507E2913}"/>
                      </a:ext>
                    </a:extLst>
                  </p:cNvPr>
                  <p:cNvGrpSpPr/>
                  <p:nvPr/>
                </p:nvGrpSpPr>
                <p:grpSpPr>
                  <a:xfrm>
                    <a:off x="6512463" y="3525040"/>
                    <a:ext cx="393192" cy="393192"/>
                    <a:chOff x="6389147" y="3357021"/>
                    <a:chExt cx="393192" cy="393192"/>
                  </a:xfrm>
                </p:grpSpPr>
                <p:grpSp>
                  <p:nvGrpSpPr>
                    <p:cNvPr id="14217" name="Group 14216">
                      <a:extLst>
                        <a:ext uri="{FF2B5EF4-FFF2-40B4-BE49-F238E27FC236}">
                          <a16:creationId xmlns:a16="http://schemas.microsoft.com/office/drawing/2014/main" id="{907F0B9D-CC4B-BB56-1308-9C17ADDD7DB0}"/>
                        </a:ext>
                      </a:extLst>
                    </p:cNvPr>
                    <p:cNvGrpSpPr/>
                    <p:nvPr/>
                  </p:nvGrpSpPr>
                  <p:grpSpPr>
                    <a:xfrm rot="7200000" flipH="1">
                      <a:off x="6389147" y="3357021"/>
                      <a:ext cx="393192" cy="393192"/>
                      <a:chOff x="5354637" y="3446463"/>
                      <a:chExt cx="214313" cy="214313"/>
                    </a:xfrm>
                  </p:grpSpPr>
                  <p:sp>
                    <p:nvSpPr>
                      <p:cNvPr id="14226" name="Arc 14225">
                        <a:extLst>
                          <a:ext uri="{FF2B5EF4-FFF2-40B4-BE49-F238E27FC236}">
                            <a16:creationId xmlns:a16="http://schemas.microsoft.com/office/drawing/2014/main" id="{F2329904-9BD5-1F07-AC89-D1588E8B80C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227" name="Arc 14226">
                        <a:extLst>
                          <a:ext uri="{FF2B5EF4-FFF2-40B4-BE49-F238E27FC236}">
                            <a16:creationId xmlns:a16="http://schemas.microsoft.com/office/drawing/2014/main" id="{B5A8C65B-D1AB-9765-6A67-68F26C7EAF0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218" name="Group 14217">
                      <a:extLst>
                        <a:ext uri="{FF2B5EF4-FFF2-40B4-BE49-F238E27FC236}">
                          <a16:creationId xmlns:a16="http://schemas.microsoft.com/office/drawing/2014/main" id="{FF303893-8A72-CBAC-108A-55B2C7124053}"/>
                        </a:ext>
                      </a:extLst>
                    </p:cNvPr>
                    <p:cNvGrpSpPr/>
                    <p:nvPr/>
                  </p:nvGrpSpPr>
                  <p:grpSpPr>
                    <a:xfrm>
                      <a:off x="6434137" y="3402011"/>
                      <a:ext cx="303213" cy="303213"/>
                      <a:chOff x="6434137" y="3402011"/>
                      <a:chExt cx="303213" cy="303213"/>
                    </a:xfrm>
                  </p:grpSpPr>
                  <p:grpSp>
                    <p:nvGrpSpPr>
                      <p:cNvPr id="14219" name="Group 14218">
                        <a:extLst>
                          <a:ext uri="{FF2B5EF4-FFF2-40B4-BE49-F238E27FC236}">
                            <a16:creationId xmlns:a16="http://schemas.microsoft.com/office/drawing/2014/main" id="{4E139FCB-5325-B1AF-5C40-C16C159686DB}"/>
                          </a:ext>
                        </a:extLst>
                      </p:cNvPr>
                      <p:cNvGrpSpPr/>
                      <p:nvPr/>
                    </p:nvGrpSpPr>
                    <p:grpSpPr>
                      <a:xfrm flipH="1">
                        <a:off x="6478587" y="3446461"/>
                        <a:ext cx="214313" cy="214313"/>
                        <a:chOff x="5354637" y="3446463"/>
                        <a:chExt cx="214313" cy="214313"/>
                      </a:xfrm>
                    </p:grpSpPr>
                    <p:sp>
                      <p:nvSpPr>
                        <p:cNvPr id="14224" name="Arc 14223">
                          <a:extLst>
                            <a:ext uri="{FF2B5EF4-FFF2-40B4-BE49-F238E27FC236}">
                              <a16:creationId xmlns:a16="http://schemas.microsoft.com/office/drawing/2014/main" id="{F66318E9-A429-419A-4E45-ABF10E66AF0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225" name="Arc 14224">
                          <a:extLst>
                            <a:ext uri="{FF2B5EF4-FFF2-40B4-BE49-F238E27FC236}">
                              <a16:creationId xmlns:a16="http://schemas.microsoft.com/office/drawing/2014/main" id="{9DF925EA-32D2-9E9B-735E-201214446A5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220" name="Group 14219">
                        <a:extLst>
                          <a:ext uri="{FF2B5EF4-FFF2-40B4-BE49-F238E27FC236}">
                            <a16:creationId xmlns:a16="http://schemas.microsoft.com/office/drawing/2014/main" id="{B26BB549-D5D6-71B2-9653-54214A96FC30}"/>
                          </a:ext>
                        </a:extLst>
                      </p:cNvPr>
                      <p:cNvGrpSpPr/>
                      <p:nvPr/>
                    </p:nvGrpSpPr>
                    <p:grpSpPr>
                      <a:xfrm rot="14400000" flipH="1">
                        <a:off x="6434137" y="3402011"/>
                        <a:ext cx="303213" cy="303213"/>
                        <a:chOff x="5354637" y="3446463"/>
                        <a:chExt cx="214313" cy="214313"/>
                      </a:xfrm>
                    </p:grpSpPr>
                    <p:sp>
                      <p:nvSpPr>
                        <p:cNvPr id="14222" name="Arc 14221">
                          <a:extLst>
                            <a:ext uri="{FF2B5EF4-FFF2-40B4-BE49-F238E27FC236}">
                              <a16:creationId xmlns:a16="http://schemas.microsoft.com/office/drawing/2014/main" id="{7E11422C-77CD-8F20-1F52-F6F08FA894B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223" name="Arc 14222">
                          <a:extLst>
                            <a:ext uri="{FF2B5EF4-FFF2-40B4-BE49-F238E27FC236}">
                              <a16:creationId xmlns:a16="http://schemas.microsoft.com/office/drawing/2014/main" id="{693A22B8-3AB5-655C-CED4-739A32EAE1F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221" name="TextBox 14220">
                        <a:extLst>
                          <a:ext uri="{FF2B5EF4-FFF2-40B4-BE49-F238E27FC236}">
                            <a16:creationId xmlns:a16="http://schemas.microsoft.com/office/drawing/2014/main" id="{BCB4FA50-010C-3072-4B8D-0CC8696F2DDE}"/>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206" name="Group 14205">
                    <a:extLst>
                      <a:ext uri="{FF2B5EF4-FFF2-40B4-BE49-F238E27FC236}">
                        <a16:creationId xmlns:a16="http://schemas.microsoft.com/office/drawing/2014/main" id="{BE47039B-E6E7-8569-79B6-008098DEE551}"/>
                      </a:ext>
                    </a:extLst>
                  </p:cNvPr>
                  <p:cNvGrpSpPr/>
                  <p:nvPr/>
                </p:nvGrpSpPr>
                <p:grpSpPr>
                  <a:xfrm>
                    <a:off x="6197413" y="3225768"/>
                    <a:ext cx="393192" cy="393192"/>
                    <a:chOff x="6389147" y="3932622"/>
                    <a:chExt cx="393192" cy="393192"/>
                  </a:xfrm>
                </p:grpSpPr>
                <p:grpSp>
                  <p:nvGrpSpPr>
                    <p:cNvPr id="14207" name="Group 14206">
                      <a:extLst>
                        <a:ext uri="{FF2B5EF4-FFF2-40B4-BE49-F238E27FC236}">
                          <a16:creationId xmlns:a16="http://schemas.microsoft.com/office/drawing/2014/main" id="{5779B4BF-C292-87DA-EBD9-A8806F57CBCC}"/>
                        </a:ext>
                      </a:extLst>
                    </p:cNvPr>
                    <p:cNvGrpSpPr/>
                    <p:nvPr/>
                  </p:nvGrpSpPr>
                  <p:grpSpPr>
                    <a:xfrm flipH="1">
                      <a:off x="6478587" y="4022061"/>
                      <a:ext cx="214313" cy="214313"/>
                      <a:chOff x="5354637" y="3446463"/>
                      <a:chExt cx="214313" cy="214313"/>
                    </a:xfrm>
                  </p:grpSpPr>
                  <p:sp>
                    <p:nvSpPr>
                      <p:cNvPr id="14215" name="Arc 14214">
                        <a:extLst>
                          <a:ext uri="{FF2B5EF4-FFF2-40B4-BE49-F238E27FC236}">
                            <a16:creationId xmlns:a16="http://schemas.microsoft.com/office/drawing/2014/main" id="{7E61FBDD-D452-C0A0-0482-DB1DAD0C884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216" name="Arc 14215">
                        <a:extLst>
                          <a:ext uri="{FF2B5EF4-FFF2-40B4-BE49-F238E27FC236}">
                            <a16:creationId xmlns:a16="http://schemas.microsoft.com/office/drawing/2014/main" id="{D816959A-4FF5-DD0C-A8FA-584FA1B003D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208" name="Group 14207">
                      <a:extLst>
                        <a:ext uri="{FF2B5EF4-FFF2-40B4-BE49-F238E27FC236}">
                          <a16:creationId xmlns:a16="http://schemas.microsoft.com/office/drawing/2014/main" id="{EAEA9515-D0F4-FAE5-15B8-1CDCAA297D99}"/>
                        </a:ext>
                      </a:extLst>
                    </p:cNvPr>
                    <p:cNvGrpSpPr/>
                    <p:nvPr/>
                  </p:nvGrpSpPr>
                  <p:grpSpPr>
                    <a:xfrm rot="7200000" flipH="1">
                      <a:off x="6434137" y="3977611"/>
                      <a:ext cx="303213" cy="303213"/>
                      <a:chOff x="5354637" y="3446463"/>
                      <a:chExt cx="214313" cy="214313"/>
                    </a:xfrm>
                  </p:grpSpPr>
                  <p:sp>
                    <p:nvSpPr>
                      <p:cNvPr id="14213" name="Arc 14212">
                        <a:extLst>
                          <a:ext uri="{FF2B5EF4-FFF2-40B4-BE49-F238E27FC236}">
                            <a16:creationId xmlns:a16="http://schemas.microsoft.com/office/drawing/2014/main" id="{ACACC3B6-DC09-D81A-B8A6-76FF70A919F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214" name="Arc 14213">
                        <a:extLst>
                          <a:ext uri="{FF2B5EF4-FFF2-40B4-BE49-F238E27FC236}">
                            <a16:creationId xmlns:a16="http://schemas.microsoft.com/office/drawing/2014/main" id="{A6CC83AF-8FEC-88CB-29F5-046A78BFF11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209" name="Group 14208">
                      <a:extLst>
                        <a:ext uri="{FF2B5EF4-FFF2-40B4-BE49-F238E27FC236}">
                          <a16:creationId xmlns:a16="http://schemas.microsoft.com/office/drawing/2014/main" id="{E72387A9-0EB8-D53E-1368-BA0CA8AF757A}"/>
                        </a:ext>
                      </a:extLst>
                    </p:cNvPr>
                    <p:cNvGrpSpPr/>
                    <p:nvPr/>
                  </p:nvGrpSpPr>
                  <p:grpSpPr>
                    <a:xfrm rot="14400000" flipH="1">
                      <a:off x="6389147" y="3932622"/>
                      <a:ext cx="393192" cy="393192"/>
                      <a:chOff x="5354637" y="3446463"/>
                      <a:chExt cx="214313" cy="214313"/>
                    </a:xfrm>
                  </p:grpSpPr>
                  <p:sp>
                    <p:nvSpPr>
                      <p:cNvPr id="14211" name="Arc 14210">
                        <a:extLst>
                          <a:ext uri="{FF2B5EF4-FFF2-40B4-BE49-F238E27FC236}">
                            <a16:creationId xmlns:a16="http://schemas.microsoft.com/office/drawing/2014/main" id="{94E105CB-ED22-321D-00A4-0BDEEAFAAEB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212" name="Arc 14211">
                        <a:extLst>
                          <a:ext uri="{FF2B5EF4-FFF2-40B4-BE49-F238E27FC236}">
                            <a16:creationId xmlns:a16="http://schemas.microsoft.com/office/drawing/2014/main" id="{FD254759-0ABA-1AB0-3C78-30A20B6E188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210" name="TextBox 14209">
                      <a:extLst>
                        <a:ext uri="{FF2B5EF4-FFF2-40B4-BE49-F238E27FC236}">
                          <a16:creationId xmlns:a16="http://schemas.microsoft.com/office/drawing/2014/main" id="{623C0702-0E57-2135-FEE9-ECD9EF557FF6}"/>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156" name="Group 14155">
                  <a:extLst>
                    <a:ext uri="{FF2B5EF4-FFF2-40B4-BE49-F238E27FC236}">
                      <a16:creationId xmlns:a16="http://schemas.microsoft.com/office/drawing/2014/main" id="{2DA73D04-C469-E971-2D9C-7092E036443E}"/>
                    </a:ext>
                  </a:extLst>
                </p:cNvPr>
                <p:cNvGrpSpPr/>
                <p:nvPr/>
              </p:nvGrpSpPr>
              <p:grpSpPr>
                <a:xfrm>
                  <a:off x="6069086" y="3246228"/>
                  <a:ext cx="1019224" cy="991639"/>
                  <a:chOff x="5886431" y="3225768"/>
                  <a:chExt cx="1019224" cy="991639"/>
                </a:xfrm>
              </p:grpSpPr>
              <p:grpSp>
                <p:nvGrpSpPr>
                  <p:cNvPr id="14157" name="Group 14156">
                    <a:extLst>
                      <a:ext uri="{FF2B5EF4-FFF2-40B4-BE49-F238E27FC236}">
                        <a16:creationId xmlns:a16="http://schemas.microsoft.com/office/drawing/2014/main" id="{241EC0F3-7CE3-B9CD-68D6-ECD20CCAF5DF}"/>
                      </a:ext>
                    </a:extLst>
                  </p:cNvPr>
                  <p:cNvGrpSpPr/>
                  <p:nvPr/>
                </p:nvGrpSpPr>
                <p:grpSpPr>
                  <a:xfrm>
                    <a:off x="6197413" y="3824215"/>
                    <a:ext cx="393192" cy="393192"/>
                    <a:chOff x="5265196" y="3357021"/>
                    <a:chExt cx="393192" cy="393192"/>
                  </a:xfrm>
                </p:grpSpPr>
                <p:grpSp>
                  <p:nvGrpSpPr>
                    <p:cNvPr id="14192" name="Group 14191">
                      <a:extLst>
                        <a:ext uri="{FF2B5EF4-FFF2-40B4-BE49-F238E27FC236}">
                          <a16:creationId xmlns:a16="http://schemas.microsoft.com/office/drawing/2014/main" id="{0FF82EB4-946D-B6A6-C8E1-0BDAD97978D2}"/>
                        </a:ext>
                      </a:extLst>
                    </p:cNvPr>
                    <p:cNvGrpSpPr/>
                    <p:nvPr/>
                  </p:nvGrpSpPr>
                  <p:grpSpPr>
                    <a:xfrm rot="14400000">
                      <a:off x="5265196" y="3357021"/>
                      <a:ext cx="393192" cy="393192"/>
                      <a:chOff x="5354637" y="3446463"/>
                      <a:chExt cx="214313" cy="214313"/>
                    </a:xfrm>
                  </p:grpSpPr>
                  <p:sp>
                    <p:nvSpPr>
                      <p:cNvPr id="14201" name="Arc 14200">
                        <a:extLst>
                          <a:ext uri="{FF2B5EF4-FFF2-40B4-BE49-F238E27FC236}">
                            <a16:creationId xmlns:a16="http://schemas.microsoft.com/office/drawing/2014/main" id="{F33B8D85-0B86-BF42-FF6F-EAEEDDA0744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202" name="Arc 14201">
                        <a:extLst>
                          <a:ext uri="{FF2B5EF4-FFF2-40B4-BE49-F238E27FC236}">
                            <a16:creationId xmlns:a16="http://schemas.microsoft.com/office/drawing/2014/main" id="{96A208AF-1280-85A6-1AE8-81854B5D3BC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193" name="Group 14192">
                      <a:extLst>
                        <a:ext uri="{FF2B5EF4-FFF2-40B4-BE49-F238E27FC236}">
                          <a16:creationId xmlns:a16="http://schemas.microsoft.com/office/drawing/2014/main" id="{37653C3B-6848-A089-25CD-89A7EC84852A}"/>
                        </a:ext>
                      </a:extLst>
                    </p:cNvPr>
                    <p:cNvGrpSpPr/>
                    <p:nvPr/>
                  </p:nvGrpSpPr>
                  <p:grpSpPr>
                    <a:xfrm>
                      <a:off x="5310186" y="3402011"/>
                      <a:ext cx="303213" cy="303213"/>
                      <a:chOff x="5310186" y="3402011"/>
                      <a:chExt cx="303213" cy="303213"/>
                    </a:xfrm>
                  </p:grpSpPr>
                  <p:grpSp>
                    <p:nvGrpSpPr>
                      <p:cNvPr id="14194" name="Group 14193">
                        <a:extLst>
                          <a:ext uri="{FF2B5EF4-FFF2-40B4-BE49-F238E27FC236}">
                            <a16:creationId xmlns:a16="http://schemas.microsoft.com/office/drawing/2014/main" id="{263882FD-355F-C571-D752-CBB8FDF258B9}"/>
                          </a:ext>
                        </a:extLst>
                      </p:cNvPr>
                      <p:cNvGrpSpPr/>
                      <p:nvPr/>
                    </p:nvGrpSpPr>
                    <p:grpSpPr>
                      <a:xfrm>
                        <a:off x="5354636" y="3446461"/>
                        <a:ext cx="214313" cy="214313"/>
                        <a:chOff x="5354637" y="3446463"/>
                        <a:chExt cx="214313" cy="214313"/>
                      </a:xfrm>
                    </p:grpSpPr>
                    <p:sp>
                      <p:nvSpPr>
                        <p:cNvPr id="14199" name="Arc 14198">
                          <a:extLst>
                            <a:ext uri="{FF2B5EF4-FFF2-40B4-BE49-F238E27FC236}">
                              <a16:creationId xmlns:a16="http://schemas.microsoft.com/office/drawing/2014/main" id="{2C2AD974-EF60-A665-2EAD-8ED3646A31C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200" name="Arc 14199">
                          <a:extLst>
                            <a:ext uri="{FF2B5EF4-FFF2-40B4-BE49-F238E27FC236}">
                              <a16:creationId xmlns:a16="http://schemas.microsoft.com/office/drawing/2014/main" id="{71DDD688-E8AC-ED43-10E0-1BD080F1015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195" name="Group 14194">
                        <a:extLst>
                          <a:ext uri="{FF2B5EF4-FFF2-40B4-BE49-F238E27FC236}">
                            <a16:creationId xmlns:a16="http://schemas.microsoft.com/office/drawing/2014/main" id="{F9F7521C-4ECC-9A37-A15F-FD15EFBC6181}"/>
                          </a:ext>
                        </a:extLst>
                      </p:cNvPr>
                      <p:cNvGrpSpPr/>
                      <p:nvPr/>
                    </p:nvGrpSpPr>
                    <p:grpSpPr>
                      <a:xfrm rot="7200000">
                        <a:off x="5310186" y="3402011"/>
                        <a:ext cx="303213" cy="303213"/>
                        <a:chOff x="5354637" y="3446463"/>
                        <a:chExt cx="214313" cy="214313"/>
                      </a:xfrm>
                    </p:grpSpPr>
                    <p:sp>
                      <p:nvSpPr>
                        <p:cNvPr id="14197" name="Arc 14196">
                          <a:extLst>
                            <a:ext uri="{FF2B5EF4-FFF2-40B4-BE49-F238E27FC236}">
                              <a16:creationId xmlns:a16="http://schemas.microsoft.com/office/drawing/2014/main" id="{141ECC33-8090-4133-694D-89BCC6C8841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198" name="Arc 14197">
                          <a:extLst>
                            <a:ext uri="{FF2B5EF4-FFF2-40B4-BE49-F238E27FC236}">
                              <a16:creationId xmlns:a16="http://schemas.microsoft.com/office/drawing/2014/main" id="{E816B85B-D8B4-369B-7263-08537EFF080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196" name="TextBox 14195">
                        <a:extLst>
                          <a:ext uri="{FF2B5EF4-FFF2-40B4-BE49-F238E27FC236}">
                            <a16:creationId xmlns:a16="http://schemas.microsoft.com/office/drawing/2014/main" id="{AE28D398-B312-6830-1DEC-D92231F0831F}"/>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158" name="Group 14157">
                    <a:extLst>
                      <a:ext uri="{FF2B5EF4-FFF2-40B4-BE49-F238E27FC236}">
                        <a16:creationId xmlns:a16="http://schemas.microsoft.com/office/drawing/2014/main" id="{6E641E21-B77E-AFCE-7A94-314D40EE82D8}"/>
                      </a:ext>
                    </a:extLst>
                  </p:cNvPr>
                  <p:cNvGrpSpPr/>
                  <p:nvPr/>
                </p:nvGrpSpPr>
                <p:grpSpPr>
                  <a:xfrm>
                    <a:off x="5886431" y="3525040"/>
                    <a:ext cx="393192" cy="393192"/>
                    <a:chOff x="5265196" y="3932619"/>
                    <a:chExt cx="393192" cy="393192"/>
                  </a:xfrm>
                </p:grpSpPr>
                <p:grpSp>
                  <p:nvGrpSpPr>
                    <p:cNvPr id="14182" name="Group 14181">
                      <a:extLst>
                        <a:ext uri="{FF2B5EF4-FFF2-40B4-BE49-F238E27FC236}">
                          <a16:creationId xmlns:a16="http://schemas.microsoft.com/office/drawing/2014/main" id="{F70E1F54-D03C-1927-CA2A-83494521FC91}"/>
                        </a:ext>
                      </a:extLst>
                    </p:cNvPr>
                    <p:cNvGrpSpPr/>
                    <p:nvPr/>
                  </p:nvGrpSpPr>
                  <p:grpSpPr>
                    <a:xfrm>
                      <a:off x="5354636" y="4022061"/>
                      <a:ext cx="214313" cy="214313"/>
                      <a:chOff x="5354637" y="3446463"/>
                      <a:chExt cx="214313" cy="214313"/>
                    </a:xfrm>
                  </p:grpSpPr>
                  <p:sp>
                    <p:nvSpPr>
                      <p:cNvPr id="14190" name="Arc 14189">
                        <a:extLst>
                          <a:ext uri="{FF2B5EF4-FFF2-40B4-BE49-F238E27FC236}">
                            <a16:creationId xmlns:a16="http://schemas.microsoft.com/office/drawing/2014/main" id="{1F3ED8A7-A2AC-7241-D3C2-AC1436D349A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191" name="Arc 14190">
                        <a:extLst>
                          <a:ext uri="{FF2B5EF4-FFF2-40B4-BE49-F238E27FC236}">
                            <a16:creationId xmlns:a16="http://schemas.microsoft.com/office/drawing/2014/main" id="{6B0B282C-9A2A-9ED8-9777-E5FC944080C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183" name="Group 14182">
                      <a:extLst>
                        <a:ext uri="{FF2B5EF4-FFF2-40B4-BE49-F238E27FC236}">
                          <a16:creationId xmlns:a16="http://schemas.microsoft.com/office/drawing/2014/main" id="{DE4D44B3-0BD7-3A41-3D68-F27D8206F186}"/>
                        </a:ext>
                      </a:extLst>
                    </p:cNvPr>
                    <p:cNvGrpSpPr/>
                    <p:nvPr/>
                  </p:nvGrpSpPr>
                  <p:grpSpPr>
                    <a:xfrm rot="14400000">
                      <a:off x="5310186" y="3977611"/>
                      <a:ext cx="303213" cy="303213"/>
                      <a:chOff x="5354637" y="3446463"/>
                      <a:chExt cx="214313" cy="214313"/>
                    </a:xfrm>
                  </p:grpSpPr>
                  <p:sp>
                    <p:nvSpPr>
                      <p:cNvPr id="14188" name="Arc 14187">
                        <a:extLst>
                          <a:ext uri="{FF2B5EF4-FFF2-40B4-BE49-F238E27FC236}">
                            <a16:creationId xmlns:a16="http://schemas.microsoft.com/office/drawing/2014/main" id="{879D47D6-1F5D-492B-10FC-5FDD25F8825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189" name="Arc 14188">
                        <a:extLst>
                          <a:ext uri="{FF2B5EF4-FFF2-40B4-BE49-F238E27FC236}">
                            <a16:creationId xmlns:a16="http://schemas.microsoft.com/office/drawing/2014/main" id="{6DD18CF7-1376-3BEF-55F2-C1140AC33FB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184" name="Group 14183">
                      <a:extLst>
                        <a:ext uri="{FF2B5EF4-FFF2-40B4-BE49-F238E27FC236}">
                          <a16:creationId xmlns:a16="http://schemas.microsoft.com/office/drawing/2014/main" id="{C5A6A306-8DD1-C9A5-76EF-EE5B460651B2}"/>
                        </a:ext>
                      </a:extLst>
                    </p:cNvPr>
                    <p:cNvGrpSpPr/>
                    <p:nvPr/>
                  </p:nvGrpSpPr>
                  <p:grpSpPr>
                    <a:xfrm rot="7200000">
                      <a:off x="5265196" y="3932619"/>
                      <a:ext cx="393192" cy="393192"/>
                      <a:chOff x="5354637" y="3446463"/>
                      <a:chExt cx="214313" cy="214313"/>
                    </a:xfrm>
                  </p:grpSpPr>
                  <p:sp>
                    <p:nvSpPr>
                      <p:cNvPr id="14186" name="Arc 14185">
                        <a:extLst>
                          <a:ext uri="{FF2B5EF4-FFF2-40B4-BE49-F238E27FC236}">
                            <a16:creationId xmlns:a16="http://schemas.microsoft.com/office/drawing/2014/main" id="{34A5953C-F74A-B7A5-216A-23E7F9B92EB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187" name="Arc 14186">
                        <a:extLst>
                          <a:ext uri="{FF2B5EF4-FFF2-40B4-BE49-F238E27FC236}">
                            <a16:creationId xmlns:a16="http://schemas.microsoft.com/office/drawing/2014/main" id="{9A58094F-F9B6-6E3E-3F29-E8750D1A55F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185" name="TextBox 14184">
                      <a:extLst>
                        <a:ext uri="{FF2B5EF4-FFF2-40B4-BE49-F238E27FC236}">
                          <a16:creationId xmlns:a16="http://schemas.microsoft.com/office/drawing/2014/main" id="{DCF36E8F-C19B-DF59-F9D4-805C1D2DE580}"/>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4159" name="Group 14158">
                    <a:extLst>
                      <a:ext uri="{FF2B5EF4-FFF2-40B4-BE49-F238E27FC236}">
                        <a16:creationId xmlns:a16="http://schemas.microsoft.com/office/drawing/2014/main" id="{1A5FF8DA-8B56-8310-103F-EC8800DCFEE2}"/>
                      </a:ext>
                    </a:extLst>
                  </p:cNvPr>
                  <p:cNvGrpSpPr/>
                  <p:nvPr/>
                </p:nvGrpSpPr>
                <p:grpSpPr>
                  <a:xfrm>
                    <a:off x="6512463" y="3525040"/>
                    <a:ext cx="393192" cy="393192"/>
                    <a:chOff x="6389147" y="3357021"/>
                    <a:chExt cx="393192" cy="393192"/>
                  </a:xfrm>
                </p:grpSpPr>
                <p:grpSp>
                  <p:nvGrpSpPr>
                    <p:cNvPr id="14171" name="Group 14170">
                      <a:extLst>
                        <a:ext uri="{FF2B5EF4-FFF2-40B4-BE49-F238E27FC236}">
                          <a16:creationId xmlns:a16="http://schemas.microsoft.com/office/drawing/2014/main" id="{BAAF6C59-689E-4F12-8127-9D8603DF2DA4}"/>
                        </a:ext>
                      </a:extLst>
                    </p:cNvPr>
                    <p:cNvGrpSpPr/>
                    <p:nvPr/>
                  </p:nvGrpSpPr>
                  <p:grpSpPr>
                    <a:xfrm rot="7200000" flipH="1">
                      <a:off x="6389147" y="3357021"/>
                      <a:ext cx="393192" cy="393192"/>
                      <a:chOff x="5354637" y="3446463"/>
                      <a:chExt cx="214313" cy="214313"/>
                    </a:xfrm>
                  </p:grpSpPr>
                  <p:sp>
                    <p:nvSpPr>
                      <p:cNvPr id="14180" name="Arc 14179">
                        <a:extLst>
                          <a:ext uri="{FF2B5EF4-FFF2-40B4-BE49-F238E27FC236}">
                            <a16:creationId xmlns:a16="http://schemas.microsoft.com/office/drawing/2014/main" id="{AB24BC00-80B8-CB72-7E1B-1C1E131F038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181" name="Arc 14180">
                        <a:extLst>
                          <a:ext uri="{FF2B5EF4-FFF2-40B4-BE49-F238E27FC236}">
                            <a16:creationId xmlns:a16="http://schemas.microsoft.com/office/drawing/2014/main" id="{B950764C-0533-4D40-DCA8-FD18D0CE98F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172" name="Group 14171">
                      <a:extLst>
                        <a:ext uri="{FF2B5EF4-FFF2-40B4-BE49-F238E27FC236}">
                          <a16:creationId xmlns:a16="http://schemas.microsoft.com/office/drawing/2014/main" id="{85B27EF0-8369-F37B-E048-CD62F9D1BDA1}"/>
                        </a:ext>
                      </a:extLst>
                    </p:cNvPr>
                    <p:cNvGrpSpPr/>
                    <p:nvPr/>
                  </p:nvGrpSpPr>
                  <p:grpSpPr>
                    <a:xfrm>
                      <a:off x="6434137" y="3402011"/>
                      <a:ext cx="303213" cy="303213"/>
                      <a:chOff x="6434137" y="3402011"/>
                      <a:chExt cx="303213" cy="303213"/>
                    </a:xfrm>
                  </p:grpSpPr>
                  <p:grpSp>
                    <p:nvGrpSpPr>
                      <p:cNvPr id="14173" name="Group 14172">
                        <a:extLst>
                          <a:ext uri="{FF2B5EF4-FFF2-40B4-BE49-F238E27FC236}">
                            <a16:creationId xmlns:a16="http://schemas.microsoft.com/office/drawing/2014/main" id="{BB58DDB0-BA40-7E91-1A43-C30DD709E084}"/>
                          </a:ext>
                        </a:extLst>
                      </p:cNvPr>
                      <p:cNvGrpSpPr/>
                      <p:nvPr/>
                    </p:nvGrpSpPr>
                    <p:grpSpPr>
                      <a:xfrm flipH="1">
                        <a:off x="6478587" y="3446461"/>
                        <a:ext cx="214313" cy="214313"/>
                        <a:chOff x="5354637" y="3446463"/>
                        <a:chExt cx="214313" cy="214313"/>
                      </a:xfrm>
                    </p:grpSpPr>
                    <p:sp>
                      <p:nvSpPr>
                        <p:cNvPr id="14178" name="Arc 14177">
                          <a:extLst>
                            <a:ext uri="{FF2B5EF4-FFF2-40B4-BE49-F238E27FC236}">
                              <a16:creationId xmlns:a16="http://schemas.microsoft.com/office/drawing/2014/main" id="{42B5EB0E-323B-9917-B1C3-35D1AA9E240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179" name="Arc 14178">
                          <a:extLst>
                            <a:ext uri="{FF2B5EF4-FFF2-40B4-BE49-F238E27FC236}">
                              <a16:creationId xmlns:a16="http://schemas.microsoft.com/office/drawing/2014/main" id="{0D8D86C5-94B5-B6C4-67A4-8BFF5F3AAB0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174" name="Group 14173">
                        <a:extLst>
                          <a:ext uri="{FF2B5EF4-FFF2-40B4-BE49-F238E27FC236}">
                            <a16:creationId xmlns:a16="http://schemas.microsoft.com/office/drawing/2014/main" id="{F20A4E9A-5947-5686-73A3-91B9AF084A19}"/>
                          </a:ext>
                        </a:extLst>
                      </p:cNvPr>
                      <p:cNvGrpSpPr/>
                      <p:nvPr/>
                    </p:nvGrpSpPr>
                    <p:grpSpPr>
                      <a:xfrm rot="14400000" flipH="1">
                        <a:off x="6434137" y="3402011"/>
                        <a:ext cx="303213" cy="303213"/>
                        <a:chOff x="5354637" y="3446463"/>
                        <a:chExt cx="214313" cy="214313"/>
                      </a:xfrm>
                    </p:grpSpPr>
                    <p:sp>
                      <p:nvSpPr>
                        <p:cNvPr id="14176" name="Arc 14175">
                          <a:extLst>
                            <a:ext uri="{FF2B5EF4-FFF2-40B4-BE49-F238E27FC236}">
                              <a16:creationId xmlns:a16="http://schemas.microsoft.com/office/drawing/2014/main" id="{D762C59D-6EDA-5FBC-D880-86D0975345A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177" name="Arc 14176">
                          <a:extLst>
                            <a:ext uri="{FF2B5EF4-FFF2-40B4-BE49-F238E27FC236}">
                              <a16:creationId xmlns:a16="http://schemas.microsoft.com/office/drawing/2014/main" id="{E211BE82-5A18-EE06-7714-25E64314673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175" name="TextBox 14174">
                        <a:extLst>
                          <a:ext uri="{FF2B5EF4-FFF2-40B4-BE49-F238E27FC236}">
                            <a16:creationId xmlns:a16="http://schemas.microsoft.com/office/drawing/2014/main" id="{84A3A55B-B86E-1115-FEC1-CECC4C520D74}"/>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160" name="Group 14159">
                    <a:extLst>
                      <a:ext uri="{FF2B5EF4-FFF2-40B4-BE49-F238E27FC236}">
                        <a16:creationId xmlns:a16="http://schemas.microsoft.com/office/drawing/2014/main" id="{4AB31085-23D2-85BA-6668-5F2BCC647A62}"/>
                      </a:ext>
                    </a:extLst>
                  </p:cNvPr>
                  <p:cNvGrpSpPr/>
                  <p:nvPr/>
                </p:nvGrpSpPr>
                <p:grpSpPr>
                  <a:xfrm>
                    <a:off x="6197413" y="3225768"/>
                    <a:ext cx="393192" cy="393192"/>
                    <a:chOff x="6389147" y="3932622"/>
                    <a:chExt cx="393192" cy="393192"/>
                  </a:xfrm>
                </p:grpSpPr>
                <p:grpSp>
                  <p:nvGrpSpPr>
                    <p:cNvPr id="14161" name="Group 14160">
                      <a:extLst>
                        <a:ext uri="{FF2B5EF4-FFF2-40B4-BE49-F238E27FC236}">
                          <a16:creationId xmlns:a16="http://schemas.microsoft.com/office/drawing/2014/main" id="{C96A37F8-89FA-B84C-112F-65722B2B17F7}"/>
                        </a:ext>
                      </a:extLst>
                    </p:cNvPr>
                    <p:cNvGrpSpPr/>
                    <p:nvPr/>
                  </p:nvGrpSpPr>
                  <p:grpSpPr>
                    <a:xfrm flipH="1">
                      <a:off x="6478587" y="4022061"/>
                      <a:ext cx="214313" cy="214313"/>
                      <a:chOff x="5354637" y="3446463"/>
                      <a:chExt cx="214313" cy="214313"/>
                    </a:xfrm>
                  </p:grpSpPr>
                  <p:sp>
                    <p:nvSpPr>
                      <p:cNvPr id="14169" name="Arc 14168">
                        <a:extLst>
                          <a:ext uri="{FF2B5EF4-FFF2-40B4-BE49-F238E27FC236}">
                            <a16:creationId xmlns:a16="http://schemas.microsoft.com/office/drawing/2014/main" id="{C1E54AAE-701E-2F1D-EFB0-514CB7FA28A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170" name="Arc 14169">
                        <a:extLst>
                          <a:ext uri="{FF2B5EF4-FFF2-40B4-BE49-F238E27FC236}">
                            <a16:creationId xmlns:a16="http://schemas.microsoft.com/office/drawing/2014/main" id="{723180D8-9E64-1A04-8D8F-4BEFE46B0F5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162" name="Group 14161">
                      <a:extLst>
                        <a:ext uri="{FF2B5EF4-FFF2-40B4-BE49-F238E27FC236}">
                          <a16:creationId xmlns:a16="http://schemas.microsoft.com/office/drawing/2014/main" id="{D53D3838-A161-4C8E-702E-8812B9741523}"/>
                        </a:ext>
                      </a:extLst>
                    </p:cNvPr>
                    <p:cNvGrpSpPr/>
                    <p:nvPr/>
                  </p:nvGrpSpPr>
                  <p:grpSpPr>
                    <a:xfrm rot="7200000" flipH="1">
                      <a:off x="6434137" y="3977611"/>
                      <a:ext cx="303213" cy="303213"/>
                      <a:chOff x="5354637" y="3446463"/>
                      <a:chExt cx="214313" cy="214313"/>
                    </a:xfrm>
                  </p:grpSpPr>
                  <p:sp>
                    <p:nvSpPr>
                      <p:cNvPr id="14167" name="Arc 14166">
                        <a:extLst>
                          <a:ext uri="{FF2B5EF4-FFF2-40B4-BE49-F238E27FC236}">
                            <a16:creationId xmlns:a16="http://schemas.microsoft.com/office/drawing/2014/main" id="{7AE63670-1391-5503-2FC5-1EF06D57947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168" name="Arc 14167">
                        <a:extLst>
                          <a:ext uri="{FF2B5EF4-FFF2-40B4-BE49-F238E27FC236}">
                            <a16:creationId xmlns:a16="http://schemas.microsoft.com/office/drawing/2014/main" id="{C101C6A4-01F4-6559-43BE-9CED64388D6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163" name="Group 14162">
                      <a:extLst>
                        <a:ext uri="{FF2B5EF4-FFF2-40B4-BE49-F238E27FC236}">
                          <a16:creationId xmlns:a16="http://schemas.microsoft.com/office/drawing/2014/main" id="{E2EE4CA5-C743-0228-1583-359CD10D848A}"/>
                        </a:ext>
                      </a:extLst>
                    </p:cNvPr>
                    <p:cNvGrpSpPr/>
                    <p:nvPr/>
                  </p:nvGrpSpPr>
                  <p:grpSpPr>
                    <a:xfrm rot="14400000" flipH="1">
                      <a:off x="6389147" y="3932622"/>
                      <a:ext cx="393192" cy="393192"/>
                      <a:chOff x="5354637" y="3446463"/>
                      <a:chExt cx="214313" cy="214313"/>
                    </a:xfrm>
                  </p:grpSpPr>
                  <p:sp>
                    <p:nvSpPr>
                      <p:cNvPr id="14165" name="Arc 14164">
                        <a:extLst>
                          <a:ext uri="{FF2B5EF4-FFF2-40B4-BE49-F238E27FC236}">
                            <a16:creationId xmlns:a16="http://schemas.microsoft.com/office/drawing/2014/main" id="{82F0B994-E177-9B5D-6DB1-019E9DA1A47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166" name="Arc 14165">
                        <a:extLst>
                          <a:ext uri="{FF2B5EF4-FFF2-40B4-BE49-F238E27FC236}">
                            <a16:creationId xmlns:a16="http://schemas.microsoft.com/office/drawing/2014/main" id="{9470E6D8-39FF-990C-3A53-7265E1230B5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164" name="TextBox 14163">
                      <a:extLst>
                        <a:ext uri="{FF2B5EF4-FFF2-40B4-BE49-F238E27FC236}">
                          <a16:creationId xmlns:a16="http://schemas.microsoft.com/office/drawing/2014/main" id="{3A5BB9E9-46E8-675A-EAB6-69AF3E339016}"/>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2243" name="Group 12242">
              <a:extLst>
                <a:ext uri="{FF2B5EF4-FFF2-40B4-BE49-F238E27FC236}">
                  <a16:creationId xmlns:a16="http://schemas.microsoft.com/office/drawing/2014/main" id="{30EE08CC-2F78-C173-1A72-84F99EB78E46}"/>
                </a:ext>
              </a:extLst>
            </p:cNvPr>
            <p:cNvGrpSpPr/>
            <p:nvPr/>
          </p:nvGrpSpPr>
          <p:grpSpPr>
            <a:xfrm>
              <a:off x="784090" y="-792780"/>
              <a:ext cx="2263438" cy="2198360"/>
              <a:chOff x="5445106" y="2039507"/>
              <a:chExt cx="2263438" cy="2198360"/>
            </a:xfrm>
          </p:grpSpPr>
          <p:grpSp>
            <p:nvGrpSpPr>
              <p:cNvPr id="13963" name="Group 13962">
                <a:extLst>
                  <a:ext uri="{FF2B5EF4-FFF2-40B4-BE49-F238E27FC236}">
                    <a16:creationId xmlns:a16="http://schemas.microsoft.com/office/drawing/2014/main" id="{114E1D20-4EB7-3FC6-ACF1-C0CD46F693BD}"/>
                  </a:ext>
                </a:extLst>
              </p:cNvPr>
              <p:cNvGrpSpPr/>
              <p:nvPr/>
            </p:nvGrpSpPr>
            <p:grpSpPr>
              <a:xfrm>
                <a:off x="5445106" y="2644743"/>
                <a:ext cx="1643204" cy="1593124"/>
                <a:chOff x="5445106" y="2644743"/>
                <a:chExt cx="1643204" cy="1593124"/>
              </a:xfrm>
            </p:grpSpPr>
            <p:grpSp>
              <p:nvGrpSpPr>
                <p:cNvPr id="14059" name="Group 14058">
                  <a:extLst>
                    <a:ext uri="{FF2B5EF4-FFF2-40B4-BE49-F238E27FC236}">
                      <a16:creationId xmlns:a16="http://schemas.microsoft.com/office/drawing/2014/main" id="{74088D63-79C1-75ED-C081-44EEB00DE716}"/>
                    </a:ext>
                  </a:extLst>
                </p:cNvPr>
                <p:cNvGrpSpPr/>
                <p:nvPr/>
              </p:nvGrpSpPr>
              <p:grpSpPr>
                <a:xfrm>
                  <a:off x="5445106" y="2644743"/>
                  <a:ext cx="1019224" cy="991639"/>
                  <a:chOff x="5886431" y="3225768"/>
                  <a:chExt cx="1019224" cy="991639"/>
                </a:xfrm>
              </p:grpSpPr>
              <p:grpSp>
                <p:nvGrpSpPr>
                  <p:cNvPr id="14107" name="Group 14106">
                    <a:extLst>
                      <a:ext uri="{FF2B5EF4-FFF2-40B4-BE49-F238E27FC236}">
                        <a16:creationId xmlns:a16="http://schemas.microsoft.com/office/drawing/2014/main" id="{8EB4A390-1EF0-BB04-4E8E-C8598E607FA8}"/>
                      </a:ext>
                    </a:extLst>
                  </p:cNvPr>
                  <p:cNvGrpSpPr/>
                  <p:nvPr/>
                </p:nvGrpSpPr>
                <p:grpSpPr>
                  <a:xfrm>
                    <a:off x="6197413" y="3824215"/>
                    <a:ext cx="393192" cy="393192"/>
                    <a:chOff x="5265196" y="3357021"/>
                    <a:chExt cx="393192" cy="393192"/>
                  </a:xfrm>
                </p:grpSpPr>
                <p:grpSp>
                  <p:nvGrpSpPr>
                    <p:cNvPr id="14142" name="Group 14141">
                      <a:extLst>
                        <a:ext uri="{FF2B5EF4-FFF2-40B4-BE49-F238E27FC236}">
                          <a16:creationId xmlns:a16="http://schemas.microsoft.com/office/drawing/2014/main" id="{D23DED7C-F474-4A2A-1740-417ECDEA079C}"/>
                        </a:ext>
                      </a:extLst>
                    </p:cNvPr>
                    <p:cNvGrpSpPr/>
                    <p:nvPr/>
                  </p:nvGrpSpPr>
                  <p:grpSpPr>
                    <a:xfrm rot="14400000">
                      <a:off x="5265196" y="3357021"/>
                      <a:ext cx="393192" cy="393192"/>
                      <a:chOff x="5354637" y="3446463"/>
                      <a:chExt cx="214313" cy="214313"/>
                    </a:xfrm>
                  </p:grpSpPr>
                  <p:sp>
                    <p:nvSpPr>
                      <p:cNvPr id="14151" name="Arc 14150">
                        <a:extLst>
                          <a:ext uri="{FF2B5EF4-FFF2-40B4-BE49-F238E27FC236}">
                            <a16:creationId xmlns:a16="http://schemas.microsoft.com/office/drawing/2014/main" id="{1A3EC624-937A-69EE-F1C6-B1F55952369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152" name="Arc 14151">
                        <a:extLst>
                          <a:ext uri="{FF2B5EF4-FFF2-40B4-BE49-F238E27FC236}">
                            <a16:creationId xmlns:a16="http://schemas.microsoft.com/office/drawing/2014/main" id="{7DB22969-DC12-7006-E80B-4602BF973DE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143" name="Group 14142">
                      <a:extLst>
                        <a:ext uri="{FF2B5EF4-FFF2-40B4-BE49-F238E27FC236}">
                          <a16:creationId xmlns:a16="http://schemas.microsoft.com/office/drawing/2014/main" id="{D2399962-54B5-9652-88D5-6680272AA38A}"/>
                        </a:ext>
                      </a:extLst>
                    </p:cNvPr>
                    <p:cNvGrpSpPr/>
                    <p:nvPr/>
                  </p:nvGrpSpPr>
                  <p:grpSpPr>
                    <a:xfrm>
                      <a:off x="5310186" y="3402011"/>
                      <a:ext cx="303213" cy="303213"/>
                      <a:chOff x="5310186" y="3402011"/>
                      <a:chExt cx="303213" cy="303213"/>
                    </a:xfrm>
                  </p:grpSpPr>
                  <p:grpSp>
                    <p:nvGrpSpPr>
                      <p:cNvPr id="14144" name="Group 14143">
                        <a:extLst>
                          <a:ext uri="{FF2B5EF4-FFF2-40B4-BE49-F238E27FC236}">
                            <a16:creationId xmlns:a16="http://schemas.microsoft.com/office/drawing/2014/main" id="{3A3D8E2B-DF1B-BCB5-02F7-1D454231570A}"/>
                          </a:ext>
                        </a:extLst>
                      </p:cNvPr>
                      <p:cNvGrpSpPr/>
                      <p:nvPr/>
                    </p:nvGrpSpPr>
                    <p:grpSpPr>
                      <a:xfrm>
                        <a:off x="5354636" y="3446461"/>
                        <a:ext cx="214313" cy="214313"/>
                        <a:chOff x="5354637" y="3446463"/>
                        <a:chExt cx="214313" cy="214313"/>
                      </a:xfrm>
                    </p:grpSpPr>
                    <p:sp>
                      <p:nvSpPr>
                        <p:cNvPr id="14149" name="Arc 14148">
                          <a:extLst>
                            <a:ext uri="{FF2B5EF4-FFF2-40B4-BE49-F238E27FC236}">
                              <a16:creationId xmlns:a16="http://schemas.microsoft.com/office/drawing/2014/main" id="{0CA59E2B-1A9E-F4F8-7F29-9EFF6220B89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150" name="Arc 14149">
                          <a:extLst>
                            <a:ext uri="{FF2B5EF4-FFF2-40B4-BE49-F238E27FC236}">
                              <a16:creationId xmlns:a16="http://schemas.microsoft.com/office/drawing/2014/main" id="{7D367C8E-E2B8-D1D8-2AAF-FAC3985430B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145" name="Group 14144">
                        <a:extLst>
                          <a:ext uri="{FF2B5EF4-FFF2-40B4-BE49-F238E27FC236}">
                            <a16:creationId xmlns:a16="http://schemas.microsoft.com/office/drawing/2014/main" id="{938B3C37-DF5C-B155-2277-C582C944AA8A}"/>
                          </a:ext>
                        </a:extLst>
                      </p:cNvPr>
                      <p:cNvGrpSpPr/>
                      <p:nvPr/>
                    </p:nvGrpSpPr>
                    <p:grpSpPr>
                      <a:xfrm rot="7200000">
                        <a:off x="5310186" y="3402011"/>
                        <a:ext cx="303213" cy="303213"/>
                        <a:chOff x="5354637" y="3446463"/>
                        <a:chExt cx="214313" cy="214313"/>
                      </a:xfrm>
                    </p:grpSpPr>
                    <p:sp>
                      <p:nvSpPr>
                        <p:cNvPr id="14147" name="Arc 14146">
                          <a:extLst>
                            <a:ext uri="{FF2B5EF4-FFF2-40B4-BE49-F238E27FC236}">
                              <a16:creationId xmlns:a16="http://schemas.microsoft.com/office/drawing/2014/main" id="{850A3A68-4B20-79DD-E640-6B8AC1DF478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148" name="Arc 14147">
                          <a:extLst>
                            <a:ext uri="{FF2B5EF4-FFF2-40B4-BE49-F238E27FC236}">
                              <a16:creationId xmlns:a16="http://schemas.microsoft.com/office/drawing/2014/main" id="{1B30D4DD-3DF4-652C-5C51-2052131E168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146" name="TextBox 14145">
                        <a:extLst>
                          <a:ext uri="{FF2B5EF4-FFF2-40B4-BE49-F238E27FC236}">
                            <a16:creationId xmlns:a16="http://schemas.microsoft.com/office/drawing/2014/main" id="{1B94B81B-EEA9-CBC8-6393-A0C8E02EA9ED}"/>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108" name="Group 14107">
                    <a:extLst>
                      <a:ext uri="{FF2B5EF4-FFF2-40B4-BE49-F238E27FC236}">
                        <a16:creationId xmlns:a16="http://schemas.microsoft.com/office/drawing/2014/main" id="{5B9F7759-79B3-C7CF-4C2C-C8FB438CDE38}"/>
                      </a:ext>
                    </a:extLst>
                  </p:cNvPr>
                  <p:cNvGrpSpPr/>
                  <p:nvPr/>
                </p:nvGrpSpPr>
                <p:grpSpPr>
                  <a:xfrm>
                    <a:off x="5886431" y="3525040"/>
                    <a:ext cx="393192" cy="393192"/>
                    <a:chOff x="5265196" y="3932619"/>
                    <a:chExt cx="393192" cy="393192"/>
                  </a:xfrm>
                </p:grpSpPr>
                <p:grpSp>
                  <p:nvGrpSpPr>
                    <p:cNvPr id="14132" name="Group 14131">
                      <a:extLst>
                        <a:ext uri="{FF2B5EF4-FFF2-40B4-BE49-F238E27FC236}">
                          <a16:creationId xmlns:a16="http://schemas.microsoft.com/office/drawing/2014/main" id="{13BCF03B-6635-8159-6A4F-0E4B2A2066BF}"/>
                        </a:ext>
                      </a:extLst>
                    </p:cNvPr>
                    <p:cNvGrpSpPr/>
                    <p:nvPr/>
                  </p:nvGrpSpPr>
                  <p:grpSpPr>
                    <a:xfrm>
                      <a:off x="5354636" y="4022061"/>
                      <a:ext cx="214313" cy="214313"/>
                      <a:chOff x="5354637" y="3446463"/>
                      <a:chExt cx="214313" cy="214313"/>
                    </a:xfrm>
                  </p:grpSpPr>
                  <p:sp>
                    <p:nvSpPr>
                      <p:cNvPr id="14140" name="Arc 14139">
                        <a:extLst>
                          <a:ext uri="{FF2B5EF4-FFF2-40B4-BE49-F238E27FC236}">
                            <a16:creationId xmlns:a16="http://schemas.microsoft.com/office/drawing/2014/main" id="{34FBC559-E5A9-DC8E-7DAA-A922BAC4FC4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141" name="Arc 14140">
                        <a:extLst>
                          <a:ext uri="{FF2B5EF4-FFF2-40B4-BE49-F238E27FC236}">
                            <a16:creationId xmlns:a16="http://schemas.microsoft.com/office/drawing/2014/main" id="{4AD4FCB3-1B6C-2489-EFEF-0E2DA58EE96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133" name="Group 14132">
                      <a:extLst>
                        <a:ext uri="{FF2B5EF4-FFF2-40B4-BE49-F238E27FC236}">
                          <a16:creationId xmlns:a16="http://schemas.microsoft.com/office/drawing/2014/main" id="{5C5AFBFC-25DD-71CF-A4DC-C2B261F0CE87}"/>
                        </a:ext>
                      </a:extLst>
                    </p:cNvPr>
                    <p:cNvGrpSpPr/>
                    <p:nvPr/>
                  </p:nvGrpSpPr>
                  <p:grpSpPr>
                    <a:xfrm rot="14400000">
                      <a:off x="5310186" y="3977611"/>
                      <a:ext cx="303213" cy="303213"/>
                      <a:chOff x="5354637" y="3446463"/>
                      <a:chExt cx="214313" cy="214313"/>
                    </a:xfrm>
                  </p:grpSpPr>
                  <p:sp>
                    <p:nvSpPr>
                      <p:cNvPr id="14138" name="Arc 14137">
                        <a:extLst>
                          <a:ext uri="{FF2B5EF4-FFF2-40B4-BE49-F238E27FC236}">
                            <a16:creationId xmlns:a16="http://schemas.microsoft.com/office/drawing/2014/main" id="{BD633FC6-27BC-0C47-137B-40EC8EDBF9D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139" name="Arc 14138">
                        <a:extLst>
                          <a:ext uri="{FF2B5EF4-FFF2-40B4-BE49-F238E27FC236}">
                            <a16:creationId xmlns:a16="http://schemas.microsoft.com/office/drawing/2014/main" id="{27CFAB7A-848C-F863-F85D-A6E6841C651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134" name="Group 14133">
                      <a:extLst>
                        <a:ext uri="{FF2B5EF4-FFF2-40B4-BE49-F238E27FC236}">
                          <a16:creationId xmlns:a16="http://schemas.microsoft.com/office/drawing/2014/main" id="{04719EEB-0D8D-C307-D991-01095F1BEC07}"/>
                        </a:ext>
                      </a:extLst>
                    </p:cNvPr>
                    <p:cNvGrpSpPr/>
                    <p:nvPr/>
                  </p:nvGrpSpPr>
                  <p:grpSpPr>
                    <a:xfrm rot="7200000">
                      <a:off x="5265196" y="3932619"/>
                      <a:ext cx="393192" cy="393192"/>
                      <a:chOff x="5354637" y="3446463"/>
                      <a:chExt cx="214313" cy="214313"/>
                    </a:xfrm>
                  </p:grpSpPr>
                  <p:sp>
                    <p:nvSpPr>
                      <p:cNvPr id="14136" name="Arc 14135">
                        <a:extLst>
                          <a:ext uri="{FF2B5EF4-FFF2-40B4-BE49-F238E27FC236}">
                            <a16:creationId xmlns:a16="http://schemas.microsoft.com/office/drawing/2014/main" id="{31A092B2-0E29-93C8-83B9-B3101614EF6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137" name="Arc 14136">
                        <a:extLst>
                          <a:ext uri="{FF2B5EF4-FFF2-40B4-BE49-F238E27FC236}">
                            <a16:creationId xmlns:a16="http://schemas.microsoft.com/office/drawing/2014/main" id="{97632597-DC9B-CD31-FB4B-2038FC169DF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135" name="TextBox 14134">
                      <a:extLst>
                        <a:ext uri="{FF2B5EF4-FFF2-40B4-BE49-F238E27FC236}">
                          <a16:creationId xmlns:a16="http://schemas.microsoft.com/office/drawing/2014/main" id="{A59E3993-4575-AE79-0324-76D4F5ED0168}"/>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4109" name="Group 14108">
                    <a:extLst>
                      <a:ext uri="{FF2B5EF4-FFF2-40B4-BE49-F238E27FC236}">
                        <a16:creationId xmlns:a16="http://schemas.microsoft.com/office/drawing/2014/main" id="{DFE38610-AA26-11AE-3CAA-99B204EAFF27}"/>
                      </a:ext>
                    </a:extLst>
                  </p:cNvPr>
                  <p:cNvGrpSpPr/>
                  <p:nvPr/>
                </p:nvGrpSpPr>
                <p:grpSpPr>
                  <a:xfrm>
                    <a:off x="6512463" y="3525040"/>
                    <a:ext cx="393192" cy="393192"/>
                    <a:chOff x="6389147" y="3357021"/>
                    <a:chExt cx="393192" cy="393192"/>
                  </a:xfrm>
                </p:grpSpPr>
                <p:grpSp>
                  <p:nvGrpSpPr>
                    <p:cNvPr id="14121" name="Group 14120">
                      <a:extLst>
                        <a:ext uri="{FF2B5EF4-FFF2-40B4-BE49-F238E27FC236}">
                          <a16:creationId xmlns:a16="http://schemas.microsoft.com/office/drawing/2014/main" id="{C28E48D5-9C25-F458-0B35-7F4C69D9F7CD}"/>
                        </a:ext>
                      </a:extLst>
                    </p:cNvPr>
                    <p:cNvGrpSpPr/>
                    <p:nvPr/>
                  </p:nvGrpSpPr>
                  <p:grpSpPr>
                    <a:xfrm rot="7200000" flipH="1">
                      <a:off x="6389147" y="3357021"/>
                      <a:ext cx="393192" cy="393192"/>
                      <a:chOff x="5354637" y="3446463"/>
                      <a:chExt cx="214313" cy="214313"/>
                    </a:xfrm>
                  </p:grpSpPr>
                  <p:sp>
                    <p:nvSpPr>
                      <p:cNvPr id="14130" name="Arc 14129">
                        <a:extLst>
                          <a:ext uri="{FF2B5EF4-FFF2-40B4-BE49-F238E27FC236}">
                            <a16:creationId xmlns:a16="http://schemas.microsoft.com/office/drawing/2014/main" id="{9977F3FA-4589-8CA1-92CF-0AB116088F8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131" name="Arc 14130">
                        <a:extLst>
                          <a:ext uri="{FF2B5EF4-FFF2-40B4-BE49-F238E27FC236}">
                            <a16:creationId xmlns:a16="http://schemas.microsoft.com/office/drawing/2014/main" id="{23F72221-911F-E509-A608-742426550E1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122" name="Group 14121">
                      <a:extLst>
                        <a:ext uri="{FF2B5EF4-FFF2-40B4-BE49-F238E27FC236}">
                          <a16:creationId xmlns:a16="http://schemas.microsoft.com/office/drawing/2014/main" id="{EB27D75C-0FC5-2E8D-577B-305FEFAC38FD}"/>
                        </a:ext>
                      </a:extLst>
                    </p:cNvPr>
                    <p:cNvGrpSpPr/>
                    <p:nvPr/>
                  </p:nvGrpSpPr>
                  <p:grpSpPr>
                    <a:xfrm>
                      <a:off x="6434137" y="3402011"/>
                      <a:ext cx="303213" cy="303213"/>
                      <a:chOff x="6434137" y="3402011"/>
                      <a:chExt cx="303213" cy="303213"/>
                    </a:xfrm>
                  </p:grpSpPr>
                  <p:grpSp>
                    <p:nvGrpSpPr>
                      <p:cNvPr id="14123" name="Group 14122">
                        <a:extLst>
                          <a:ext uri="{FF2B5EF4-FFF2-40B4-BE49-F238E27FC236}">
                            <a16:creationId xmlns:a16="http://schemas.microsoft.com/office/drawing/2014/main" id="{DD69E655-9A2D-E352-8BAE-B0A2B3448CB7}"/>
                          </a:ext>
                        </a:extLst>
                      </p:cNvPr>
                      <p:cNvGrpSpPr/>
                      <p:nvPr/>
                    </p:nvGrpSpPr>
                    <p:grpSpPr>
                      <a:xfrm flipH="1">
                        <a:off x="6478587" y="3446461"/>
                        <a:ext cx="214313" cy="214313"/>
                        <a:chOff x="5354637" y="3446463"/>
                        <a:chExt cx="214313" cy="214313"/>
                      </a:xfrm>
                    </p:grpSpPr>
                    <p:sp>
                      <p:nvSpPr>
                        <p:cNvPr id="14128" name="Arc 14127">
                          <a:extLst>
                            <a:ext uri="{FF2B5EF4-FFF2-40B4-BE49-F238E27FC236}">
                              <a16:creationId xmlns:a16="http://schemas.microsoft.com/office/drawing/2014/main" id="{95AA9BC5-DC66-911A-38CC-FD101108A66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129" name="Arc 14128">
                          <a:extLst>
                            <a:ext uri="{FF2B5EF4-FFF2-40B4-BE49-F238E27FC236}">
                              <a16:creationId xmlns:a16="http://schemas.microsoft.com/office/drawing/2014/main" id="{71D79137-E60C-D911-F265-D0C9F8C3171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124" name="Group 14123">
                        <a:extLst>
                          <a:ext uri="{FF2B5EF4-FFF2-40B4-BE49-F238E27FC236}">
                            <a16:creationId xmlns:a16="http://schemas.microsoft.com/office/drawing/2014/main" id="{CD568C78-E3F2-014E-24D7-ED85435911C2}"/>
                          </a:ext>
                        </a:extLst>
                      </p:cNvPr>
                      <p:cNvGrpSpPr/>
                      <p:nvPr/>
                    </p:nvGrpSpPr>
                    <p:grpSpPr>
                      <a:xfrm rot="14400000" flipH="1">
                        <a:off x="6434137" y="3402011"/>
                        <a:ext cx="303213" cy="303213"/>
                        <a:chOff x="5354637" y="3446463"/>
                        <a:chExt cx="214313" cy="214313"/>
                      </a:xfrm>
                    </p:grpSpPr>
                    <p:sp>
                      <p:nvSpPr>
                        <p:cNvPr id="14126" name="Arc 14125">
                          <a:extLst>
                            <a:ext uri="{FF2B5EF4-FFF2-40B4-BE49-F238E27FC236}">
                              <a16:creationId xmlns:a16="http://schemas.microsoft.com/office/drawing/2014/main" id="{96D03CBA-C14D-EE54-1DEC-E5E7650607F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127" name="Arc 14126">
                          <a:extLst>
                            <a:ext uri="{FF2B5EF4-FFF2-40B4-BE49-F238E27FC236}">
                              <a16:creationId xmlns:a16="http://schemas.microsoft.com/office/drawing/2014/main" id="{94F77290-274E-E8DD-AC16-D937E56E894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125" name="TextBox 14124">
                        <a:extLst>
                          <a:ext uri="{FF2B5EF4-FFF2-40B4-BE49-F238E27FC236}">
                            <a16:creationId xmlns:a16="http://schemas.microsoft.com/office/drawing/2014/main" id="{0C605FC9-9ABD-0CFF-22EF-FAFD78AE33FA}"/>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110" name="Group 14109">
                    <a:extLst>
                      <a:ext uri="{FF2B5EF4-FFF2-40B4-BE49-F238E27FC236}">
                        <a16:creationId xmlns:a16="http://schemas.microsoft.com/office/drawing/2014/main" id="{D64407E0-4961-7754-52AC-2B9A72678991}"/>
                      </a:ext>
                    </a:extLst>
                  </p:cNvPr>
                  <p:cNvGrpSpPr/>
                  <p:nvPr/>
                </p:nvGrpSpPr>
                <p:grpSpPr>
                  <a:xfrm>
                    <a:off x="6197413" y="3225768"/>
                    <a:ext cx="393192" cy="393192"/>
                    <a:chOff x="6389147" y="3932622"/>
                    <a:chExt cx="393192" cy="393192"/>
                  </a:xfrm>
                </p:grpSpPr>
                <p:grpSp>
                  <p:nvGrpSpPr>
                    <p:cNvPr id="14111" name="Group 14110">
                      <a:extLst>
                        <a:ext uri="{FF2B5EF4-FFF2-40B4-BE49-F238E27FC236}">
                          <a16:creationId xmlns:a16="http://schemas.microsoft.com/office/drawing/2014/main" id="{670F3637-1DD6-AE0C-B1C9-CE7C130F563B}"/>
                        </a:ext>
                      </a:extLst>
                    </p:cNvPr>
                    <p:cNvGrpSpPr/>
                    <p:nvPr/>
                  </p:nvGrpSpPr>
                  <p:grpSpPr>
                    <a:xfrm flipH="1">
                      <a:off x="6478587" y="4022061"/>
                      <a:ext cx="214313" cy="214313"/>
                      <a:chOff x="5354637" y="3446463"/>
                      <a:chExt cx="214313" cy="214313"/>
                    </a:xfrm>
                  </p:grpSpPr>
                  <p:sp>
                    <p:nvSpPr>
                      <p:cNvPr id="14119" name="Arc 14118">
                        <a:extLst>
                          <a:ext uri="{FF2B5EF4-FFF2-40B4-BE49-F238E27FC236}">
                            <a16:creationId xmlns:a16="http://schemas.microsoft.com/office/drawing/2014/main" id="{689A962C-529B-FC51-F470-AB37822FF20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120" name="Arc 14119">
                        <a:extLst>
                          <a:ext uri="{FF2B5EF4-FFF2-40B4-BE49-F238E27FC236}">
                            <a16:creationId xmlns:a16="http://schemas.microsoft.com/office/drawing/2014/main" id="{124A78C3-A60F-646E-E6B1-677F671EA30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112" name="Group 14111">
                      <a:extLst>
                        <a:ext uri="{FF2B5EF4-FFF2-40B4-BE49-F238E27FC236}">
                          <a16:creationId xmlns:a16="http://schemas.microsoft.com/office/drawing/2014/main" id="{E16B0909-21F8-9359-2702-B1D10E0E9838}"/>
                        </a:ext>
                      </a:extLst>
                    </p:cNvPr>
                    <p:cNvGrpSpPr/>
                    <p:nvPr/>
                  </p:nvGrpSpPr>
                  <p:grpSpPr>
                    <a:xfrm rot="7200000" flipH="1">
                      <a:off x="6434137" y="3977611"/>
                      <a:ext cx="303213" cy="303213"/>
                      <a:chOff x="5354637" y="3446463"/>
                      <a:chExt cx="214313" cy="214313"/>
                    </a:xfrm>
                  </p:grpSpPr>
                  <p:sp>
                    <p:nvSpPr>
                      <p:cNvPr id="14117" name="Arc 14116">
                        <a:extLst>
                          <a:ext uri="{FF2B5EF4-FFF2-40B4-BE49-F238E27FC236}">
                            <a16:creationId xmlns:a16="http://schemas.microsoft.com/office/drawing/2014/main" id="{53685921-9010-3CE0-66D0-DB9DCD57EA2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118" name="Arc 14117">
                        <a:extLst>
                          <a:ext uri="{FF2B5EF4-FFF2-40B4-BE49-F238E27FC236}">
                            <a16:creationId xmlns:a16="http://schemas.microsoft.com/office/drawing/2014/main" id="{383D3466-891F-92FA-43FE-8F6F64D7ABC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113" name="Group 14112">
                      <a:extLst>
                        <a:ext uri="{FF2B5EF4-FFF2-40B4-BE49-F238E27FC236}">
                          <a16:creationId xmlns:a16="http://schemas.microsoft.com/office/drawing/2014/main" id="{5A1625C8-06CE-39E3-E2A3-76FCC2CF4E92}"/>
                        </a:ext>
                      </a:extLst>
                    </p:cNvPr>
                    <p:cNvGrpSpPr/>
                    <p:nvPr/>
                  </p:nvGrpSpPr>
                  <p:grpSpPr>
                    <a:xfrm rot="14400000" flipH="1">
                      <a:off x="6389147" y="3932622"/>
                      <a:ext cx="393192" cy="393192"/>
                      <a:chOff x="5354637" y="3446463"/>
                      <a:chExt cx="214313" cy="214313"/>
                    </a:xfrm>
                  </p:grpSpPr>
                  <p:sp>
                    <p:nvSpPr>
                      <p:cNvPr id="14115" name="Arc 14114">
                        <a:extLst>
                          <a:ext uri="{FF2B5EF4-FFF2-40B4-BE49-F238E27FC236}">
                            <a16:creationId xmlns:a16="http://schemas.microsoft.com/office/drawing/2014/main" id="{8FB7BE14-72AC-042F-F531-42A82731B99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116" name="Arc 14115">
                        <a:extLst>
                          <a:ext uri="{FF2B5EF4-FFF2-40B4-BE49-F238E27FC236}">
                            <a16:creationId xmlns:a16="http://schemas.microsoft.com/office/drawing/2014/main" id="{97DDC76D-0EBB-FAA7-C03E-F79A15F80A7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114" name="TextBox 14113">
                      <a:extLst>
                        <a:ext uri="{FF2B5EF4-FFF2-40B4-BE49-F238E27FC236}">
                          <a16:creationId xmlns:a16="http://schemas.microsoft.com/office/drawing/2014/main" id="{7CF7E54D-1077-467F-1823-5A7AFC936191}"/>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060" name="Group 14059">
                  <a:extLst>
                    <a:ext uri="{FF2B5EF4-FFF2-40B4-BE49-F238E27FC236}">
                      <a16:creationId xmlns:a16="http://schemas.microsoft.com/office/drawing/2014/main" id="{D9738522-155F-D736-E1C5-9F695CB93B99}"/>
                    </a:ext>
                  </a:extLst>
                </p:cNvPr>
                <p:cNvGrpSpPr/>
                <p:nvPr/>
              </p:nvGrpSpPr>
              <p:grpSpPr>
                <a:xfrm>
                  <a:off x="6069086" y="3246228"/>
                  <a:ext cx="1019224" cy="991639"/>
                  <a:chOff x="5886431" y="3225768"/>
                  <a:chExt cx="1019224" cy="991639"/>
                </a:xfrm>
              </p:grpSpPr>
              <p:grpSp>
                <p:nvGrpSpPr>
                  <p:cNvPr id="14061" name="Group 14060">
                    <a:extLst>
                      <a:ext uri="{FF2B5EF4-FFF2-40B4-BE49-F238E27FC236}">
                        <a16:creationId xmlns:a16="http://schemas.microsoft.com/office/drawing/2014/main" id="{850B58D2-22A1-D439-56B3-C27C72E18168}"/>
                      </a:ext>
                    </a:extLst>
                  </p:cNvPr>
                  <p:cNvGrpSpPr/>
                  <p:nvPr/>
                </p:nvGrpSpPr>
                <p:grpSpPr>
                  <a:xfrm>
                    <a:off x="6197413" y="3824215"/>
                    <a:ext cx="393192" cy="393192"/>
                    <a:chOff x="5265196" y="3357021"/>
                    <a:chExt cx="393192" cy="393192"/>
                  </a:xfrm>
                </p:grpSpPr>
                <p:grpSp>
                  <p:nvGrpSpPr>
                    <p:cNvPr id="14096" name="Group 14095">
                      <a:extLst>
                        <a:ext uri="{FF2B5EF4-FFF2-40B4-BE49-F238E27FC236}">
                          <a16:creationId xmlns:a16="http://schemas.microsoft.com/office/drawing/2014/main" id="{BB031061-322A-B361-B120-E24705623F53}"/>
                        </a:ext>
                      </a:extLst>
                    </p:cNvPr>
                    <p:cNvGrpSpPr/>
                    <p:nvPr/>
                  </p:nvGrpSpPr>
                  <p:grpSpPr>
                    <a:xfrm rot="14400000">
                      <a:off x="5265196" y="3357021"/>
                      <a:ext cx="393192" cy="393192"/>
                      <a:chOff x="5354637" y="3446463"/>
                      <a:chExt cx="214313" cy="214313"/>
                    </a:xfrm>
                  </p:grpSpPr>
                  <p:sp>
                    <p:nvSpPr>
                      <p:cNvPr id="14105" name="Arc 14104">
                        <a:extLst>
                          <a:ext uri="{FF2B5EF4-FFF2-40B4-BE49-F238E27FC236}">
                            <a16:creationId xmlns:a16="http://schemas.microsoft.com/office/drawing/2014/main" id="{41BCC025-D2FD-DA5D-CFDD-2A05E030E52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106" name="Arc 14105">
                        <a:extLst>
                          <a:ext uri="{FF2B5EF4-FFF2-40B4-BE49-F238E27FC236}">
                            <a16:creationId xmlns:a16="http://schemas.microsoft.com/office/drawing/2014/main" id="{A77B8041-8B93-23B3-4A91-8D9F61C77CB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097" name="Group 14096">
                      <a:extLst>
                        <a:ext uri="{FF2B5EF4-FFF2-40B4-BE49-F238E27FC236}">
                          <a16:creationId xmlns:a16="http://schemas.microsoft.com/office/drawing/2014/main" id="{A3437390-AECD-D947-3B48-C1AC705B8EFD}"/>
                        </a:ext>
                      </a:extLst>
                    </p:cNvPr>
                    <p:cNvGrpSpPr/>
                    <p:nvPr/>
                  </p:nvGrpSpPr>
                  <p:grpSpPr>
                    <a:xfrm>
                      <a:off x="5310186" y="3402011"/>
                      <a:ext cx="303213" cy="303213"/>
                      <a:chOff x="5310186" y="3402011"/>
                      <a:chExt cx="303213" cy="303213"/>
                    </a:xfrm>
                  </p:grpSpPr>
                  <p:grpSp>
                    <p:nvGrpSpPr>
                      <p:cNvPr id="14098" name="Group 14097">
                        <a:extLst>
                          <a:ext uri="{FF2B5EF4-FFF2-40B4-BE49-F238E27FC236}">
                            <a16:creationId xmlns:a16="http://schemas.microsoft.com/office/drawing/2014/main" id="{33C68330-3A1C-0B51-24A1-3C2D893C144C}"/>
                          </a:ext>
                        </a:extLst>
                      </p:cNvPr>
                      <p:cNvGrpSpPr/>
                      <p:nvPr/>
                    </p:nvGrpSpPr>
                    <p:grpSpPr>
                      <a:xfrm>
                        <a:off x="5354636" y="3446461"/>
                        <a:ext cx="214313" cy="214313"/>
                        <a:chOff x="5354637" y="3446463"/>
                        <a:chExt cx="214313" cy="214313"/>
                      </a:xfrm>
                    </p:grpSpPr>
                    <p:sp>
                      <p:nvSpPr>
                        <p:cNvPr id="14103" name="Arc 14102">
                          <a:extLst>
                            <a:ext uri="{FF2B5EF4-FFF2-40B4-BE49-F238E27FC236}">
                              <a16:creationId xmlns:a16="http://schemas.microsoft.com/office/drawing/2014/main" id="{2CC97BF9-4B07-9FDF-9220-B2047C5D43C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104" name="Arc 14103">
                          <a:extLst>
                            <a:ext uri="{FF2B5EF4-FFF2-40B4-BE49-F238E27FC236}">
                              <a16:creationId xmlns:a16="http://schemas.microsoft.com/office/drawing/2014/main" id="{09EBD19D-7891-0D93-CA00-C29D103C9F4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099" name="Group 14098">
                        <a:extLst>
                          <a:ext uri="{FF2B5EF4-FFF2-40B4-BE49-F238E27FC236}">
                            <a16:creationId xmlns:a16="http://schemas.microsoft.com/office/drawing/2014/main" id="{FD513B6B-C05A-A11A-B7CA-ECF5C053B9F9}"/>
                          </a:ext>
                        </a:extLst>
                      </p:cNvPr>
                      <p:cNvGrpSpPr/>
                      <p:nvPr/>
                    </p:nvGrpSpPr>
                    <p:grpSpPr>
                      <a:xfrm rot="7200000">
                        <a:off x="5310186" y="3402011"/>
                        <a:ext cx="303213" cy="303213"/>
                        <a:chOff x="5354637" y="3446463"/>
                        <a:chExt cx="214313" cy="214313"/>
                      </a:xfrm>
                    </p:grpSpPr>
                    <p:sp>
                      <p:nvSpPr>
                        <p:cNvPr id="14101" name="Arc 14100">
                          <a:extLst>
                            <a:ext uri="{FF2B5EF4-FFF2-40B4-BE49-F238E27FC236}">
                              <a16:creationId xmlns:a16="http://schemas.microsoft.com/office/drawing/2014/main" id="{38B0D806-B9CB-D6C1-1B55-1DA05F82AEA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102" name="Arc 14101">
                          <a:extLst>
                            <a:ext uri="{FF2B5EF4-FFF2-40B4-BE49-F238E27FC236}">
                              <a16:creationId xmlns:a16="http://schemas.microsoft.com/office/drawing/2014/main" id="{9AF879ED-B1EB-45E5-7978-C5AED38DAD0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100" name="TextBox 14099">
                        <a:extLst>
                          <a:ext uri="{FF2B5EF4-FFF2-40B4-BE49-F238E27FC236}">
                            <a16:creationId xmlns:a16="http://schemas.microsoft.com/office/drawing/2014/main" id="{C894262C-07B3-64C9-3936-435E064E433F}"/>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062" name="Group 14061">
                    <a:extLst>
                      <a:ext uri="{FF2B5EF4-FFF2-40B4-BE49-F238E27FC236}">
                        <a16:creationId xmlns:a16="http://schemas.microsoft.com/office/drawing/2014/main" id="{55ADC368-CB41-F94E-44AE-6E2597A27A49}"/>
                      </a:ext>
                    </a:extLst>
                  </p:cNvPr>
                  <p:cNvGrpSpPr/>
                  <p:nvPr/>
                </p:nvGrpSpPr>
                <p:grpSpPr>
                  <a:xfrm>
                    <a:off x="5886431" y="3525040"/>
                    <a:ext cx="393192" cy="393192"/>
                    <a:chOff x="5265196" y="3932619"/>
                    <a:chExt cx="393192" cy="393192"/>
                  </a:xfrm>
                </p:grpSpPr>
                <p:grpSp>
                  <p:nvGrpSpPr>
                    <p:cNvPr id="14086" name="Group 14085">
                      <a:extLst>
                        <a:ext uri="{FF2B5EF4-FFF2-40B4-BE49-F238E27FC236}">
                          <a16:creationId xmlns:a16="http://schemas.microsoft.com/office/drawing/2014/main" id="{B6EF1B16-50DF-BF71-E1DB-EF41FA76248B}"/>
                        </a:ext>
                      </a:extLst>
                    </p:cNvPr>
                    <p:cNvGrpSpPr/>
                    <p:nvPr/>
                  </p:nvGrpSpPr>
                  <p:grpSpPr>
                    <a:xfrm>
                      <a:off x="5354636" y="4022061"/>
                      <a:ext cx="214313" cy="214313"/>
                      <a:chOff x="5354637" y="3446463"/>
                      <a:chExt cx="214313" cy="214313"/>
                    </a:xfrm>
                  </p:grpSpPr>
                  <p:sp>
                    <p:nvSpPr>
                      <p:cNvPr id="14094" name="Arc 14093">
                        <a:extLst>
                          <a:ext uri="{FF2B5EF4-FFF2-40B4-BE49-F238E27FC236}">
                            <a16:creationId xmlns:a16="http://schemas.microsoft.com/office/drawing/2014/main" id="{85CD0197-E77A-9FEA-7B55-54F7238E68E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095" name="Arc 14094">
                        <a:extLst>
                          <a:ext uri="{FF2B5EF4-FFF2-40B4-BE49-F238E27FC236}">
                            <a16:creationId xmlns:a16="http://schemas.microsoft.com/office/drawing/2014/main" id="{452FE832-76A4-0FEB-29E0-C7E310043CF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087" name="Group 14086">
                      <a:extLst>
                        <a:ext uri="{FF2B5EF4-FFF2-40B4-BE49-F238E27FC236}">
                          <a16:creationId xmlns:a16="http://schemas.microsoft.com/office/drawing/2014/main" id="{7EC2C7F3-F2DE-6A46-BD8C-14DB90047A91}"/>
                        </a:ext>
                      </a:extLst>
                    </p:cNvPr>
                    <p:cNvGrpSpPr/>
                    <p:nvPr/>
                  </p:nvGrpSpPr>
                  <p:grpSpPr>
                    <a:xfrm rot="14400000">
                      <a:off x="5310186" y="3977611"/>
                      <a:ext cx="303213" cy="303213"/>
                      <a:chOff x="5354637" y="3446463"/>
                      <a:chExt cx="214313" cy="214313"/>
                    </a:xfrm>
                  </p:grpSpPr>
                  <p:sp>
                    <p:nvSpPr>
                      <p:cNvPr id="14092" name="Arc 14091">
                        <a:extLst>
                          <a:ext uri="{FF2B5EF4-FFF2-40B4-BE49-F238E27FC236}">
                            <a16:creationId xmlns:a16="http://schemas.microsoft.com/office/drawing/2014/main" id="{91ED4FDC-2D76-2822-9539-2472A4F837A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093" name="Arc 14092">
                        <a:extLst>
                          <a:ext uri="{FF2B5EF4-FFF2-40B4-BE49-F238E27FC236}">
                            <a16:creationId xmlns:a16="http://schemas.microsoft.com/office/drawing/2014/main" id="{F8270E49-A148-D87F-F428-F5423B519F5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088" name="Group 14087">
                      <a:extLst>
                        <a:ext uri="{FF2B5EF4-FFF2-40B4-BE49-F238E27FC236}">
                          <a16:creationId xmlns:a16="http://schemas.microsoft.com/office/drawing/2014/main" id="{B4771DCC-55D4-104D-7D80-282B17A879C4}"/>
                        </a:ext>
                      </a:extLst>
                    </p:cNvPr>
                    <p:cNvGrpSpPr/>
                    <p:nvPr/>
                  </p:nvGrpSpPr>
                  <p:grpSpPr>
                    <a:xfrm rot="7200000">
                      <a:off x="5265196" y="3932619"/>
                      <a:ext cx="393192" cy="393192"/>
                      <a:chOff x="5354637" y="3446463"/>
                      <a:chExt cx="214313" cy="214313"/>
                    </a:xfrm>
                  </p:grpSpPr>
                  <p:sp>
                    <p:nvSpPr>
                      <p:cNvPr id="14090" name="Arc 14089">
                        <a:extLst>
                          <a:ext uri="{FF2B5EF4-FFF2-40B4-BE49-F238E27FC236}">
                            <a16:creationId xmlns:a16="http://schemas.microsoft.com/office/drawing/2014/main" id="{BC3E0303-FC67-6B0D-2C08-F9415D60A92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091" name="Arc 14090">
                        <a:extLst>
                          <a:ext uri="{FF2B5EF4-FFF2-40B4-BE49-F238E27FC236}">
                            <a16:creationId xmlns:a16="http://schemas.microsoft.com/office/drawing/2014/main" id="{E575061B-281D-12DD-99C1-16AE1506B5E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089" name="TextBox 14088">
                      <a:extLst>
                        <a:ext uri="{FF2B5EF4-FFF2-40B4-BE49-F238E27FC236}">
                          <a16:creationId xmlns:a16="http://schemas.microsoft.com/office/drawing/2014/main" id="{56D0A8CA-572D-AD92-1B90-E785AA37AA8E}"/>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4063" name="Group 14062">
                    <a:extLst>
                      <a:ext uri="{FF2B5EF4-FFF2-40B4-BE49-F238E27FC236}">
                        <a16:creationId xmlns:a16="http://schemas.microsoft.com/office/drawing/2014/main" id="{C5794383-4987-0D26-D537-26EFC8FB6F6C}"/>
                      </a:ext>
                    </a:extLst>
                  </p:cNvPr>
                  <p:cNvGrpSpPr/>
                  <p:nvPr/>
                </p:nvGrpSpPr>
                <p:grpSpPr>
                  <a:xfrm>
                    <a:off x="6512463" y="3525040"/>
                    <a:ext cx="393192" cy="393192"/>
                    <a:chOff x="6389147" y="3357021"/>
                    <a:chExt cx="393192" cy="393192"/>
                  </a:xfrm>
                </p:grpSpPr>
                <p:grpSp>
                  <p:nvGrpSpPr>
                    <p:cNvPr id="14075" name="Group 14074">
                      <a:extLst>
                        <a:ext uri="{FF2B5EF4-FFF2-40B4-BE49-F238E27FC236}">
                          <a16:creationId xmlns:a16="http://schemas.microsoft.com/office/drawing/2014/main" id="{CF61A4AD-13C6-F95D-208D-1613C452D518}"/>
                        </a:ext>
                      </a:extLst>
                    </p:cNvPr>
                    <p:cNvGrpSpPr/>
                    <p:nvPr/>
                  </p:nvGrpSpPr>
                  <p:grpSpPr>
                    <a:xfrm rot="7200000" flipH="1">
                      <a:off x="6389147" y="3357021"/>
                      <a:ext cx="393192" cy="393192"/>
                      <a:chOff x="5354637" y="3446463"/>
                      <a:chExt cx="214313" cy="214313"/>
                    </a:xfrm>
                  </p:grpSpPr>
                  <p:sp>
                    <p:nvSpPr>
                      <p:cNvPr id="14084" name="Arc 14083">
                        <a:extLst>
                          <a:ext uri="{FF2B5EF4-FFF2-40B4-BE49-F238E27FC236}">
                            <a16:creationId xmlns:a16="http://schemas.microsoft.com/office/drawing/2014/main" id="{D60AB6DE-A913-3179-1CEE-2550558F2EF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085" name="Arc 14084">
                        <a:extLst>
                          <a:ext uri="{FF2B5EF4-FFF2-40B4-BE49-F238E27FC236}">
                            <a16:creationId xmlns:a16="http://schemas.microsoft.com/office/drawing/2014/main" id="{9C6A7D8C-2B98-D0EB-7814-B8AD03A979D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076" name="Group 14075">
                      <a:extLst>
                        <a:ext uri="{FF2B5EF4-FFF2-40B4-BE49-F238E27FC236}">
                          <a16:creationId xmlns:a16="http://schemas.microsoft.com/office/drawing/2014/main" id="{0C5B2182-27B5-132E-615D-316C128B7D60}"/>
                        </a:ext>
                      </a:extLst>
                    </p:cNvPr>
                    <p:cNvGrpSpPr/>
                    <p:nvPr/>
                  </p:nvGrpSpPr>
                  <p:grpSpPr>
                    <a:xfrm>
                      <a:off x="6434137" y="3402011"/>
                      <a:ext cx="303213" cy="303213"/>
                      <a:chOff x="6434137" y="3402011"/>
                      <a:chExt cx="303213" cy="303213"/>
                    </a:xfrm>
                  </p:grpSpPr>
                  <p:grpSp>
                    <p:nvGrpSpPr>
                      <p:cNvPr id="14077" name="Group 14076">
                        <a:extLst>
                          <a:ext uri="{FF2B5EF4-FFF2-40B4-BE49-F238E27FC236}">
                            <a16:creationId xmlns:a16="http://schemas.microsoft.com/office/drawing/2014/main" id="{3E0AD0F6-31B6-0338-E4D9-DE471DAEAD5D}"/>
                          </a:ext>
                        </a:extLst>
                      </p:cNvPr>
                      <p:cNvGrpSpPr/>
                      <p:nvPr/>
                    </p:nvGrpSpPr>
                    <p:grpSpPr>
                      <a:xfrm flipH="1">
                        <a:off x="6478587" y="3446461"/>
                        <a:ext cx="214313" cy="214313"/>
                        <a:chOff x="5354637" y="3446463"/>
                        <a:chExt cx="214313" cy="214313"/>
                      </a:xfrm>
                    </p:grpSpPr>
                    <p:sp>
                      <p:nvSpPr>
                        <p:cNvPr id="14082" name="Arc 14081">
                          <a:extLst>
                            <a:ext uri="{FF2B5EF4-FFF2-40B4-BE49-F238E27FC236}">
                              <a16:creationId xmlns:a16="http://schemas.microsoft.com/office/drawing/2014/main" id="{C060F965-A90F-0EF9-B7B4-F9A9BE7E69B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083" name="Arc 14082">
                          <a:extLst>
                            <a:ext uri="{FF2B5EF4-FFF2-40B4-BE49-F238E27FC236}">
                              <a16:creationId xmlns:a16="http://schemas.microsoft.com/office/drawing/2014/main" id="{80DE35E9-9FE0-7CBB-D8C1-7748E6EBA9F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078" name="Group 14077">
                        <a:extLst>
                          <a:ext uri="{FF2B5EF4-FFF2-40B4-BE49-F238E27FC236}">
                            <a16:creationId xmlns:a16="http://schemas.microsoft.com/office/drawing/2014/main" id="{8FE132ED-4867-5AF9-045B-7E242DCE88C4}"/>
                          </a:ext>
                        </a:extLst>
                      </p:cNvPr>
                      <p:cNvGrpSpPr/>
                      <p:nvPr/>
                    </p:nvGrpSpPr>
                    <p:grpSpPr>
                      <a:xfrm rot="14400000" flipH="1">
                        <a:off x="6434137" y="3402011"/>
                        <a:ext cx="303213" cy="303213"/>
                        <a:chOff x="5354637" y="3446463"/>
                        <a:chExt cx="214313" cy="214313"/>
                      </a:xfrm>
                    </p:grpSpPr>
                    <p:sp>
                      <p:nvSpPr>
                        <p:cNvPr id="14080" name="Arc 14079">
                          <a:extLst>
                            <a:ext uri="{FF2B5EF4-FFF2-40B4-BE49-F238E27FC236}">
                              <a16:creationId xmlns:a16="http://schemas.microsoft.com/office/drawing/2014/main" id="{F6E712AD-0D3A-ED26-BAB3-D582EEB383C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081" name="Arc 14080">
                          <a:extLst>
                            <a:ext uri="{FF2B5EF4-FFF2-40B4-BE49-F238E27FC236}">
                              <a16:creationId xmlns:a16="http://schemas.microsoft.com/office/drawing/2014/main" id="{B18AFC1B-C28B-872B-9A47-8C6D65EB592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079" name="TextBox 14078">
                        <a:extLst>
                          <a:ext uri="{FF2B5EF4-FFF2-40B4-BE49-F238E27FC236}">
                            <a16:creationId xmlns:a16="http://schemas.microsoft.com/office/drawing/2014/main" id="{D505500B-9103-283A-E038-B0F4651E1EF3}"/>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064" name="Group 14063">
                    <a:extLst>
                      <a:ext uri="{FF2B5EF4-FFF2-40B4-BE49-F238E27FC236}">
                        <a16:creationId xmlns:a16="http://schemas.microsoft.com/office/drawing/2014/main" id="{CEE1A65B-F807-E4A9-31B5-B3E2D9FB4056}"/>
                      </a:ext>
                    </a:extLst>
                  </p:cNvPr>
                  <p:cNvGrpSpPr/>
                  <p:nvPr/>
                </p:nvGrpSpPr>
                <p:grpSpPr>
                  <a:xfrm>
                    <a:off x="6197413" y="3225768"/>
                    <a:ext cx="393192" cy="393192"/>
                    <a:chOff x="6389147" y="3932622"/>
                    <a:chExt cx="393192" cy="393192"/>
                  </a:xfrm>
                </p:grpSpPr>
                <p:grpSp>
                  <p:nvGrpSpPr>
                    <p:cNvPr id="14065" name="Group 14064">
                      <a:extLst>
                        <a:ext uri="{FF2B5EF4-FFF2-40B4-BE49-F238E27FC236}">
                          <a16:creationId xmlns:a16="http://schemas.microsoft.com/office/drawing/2014/main" id="{B353B6CD-F904-DF8E-3D50-AEE668877E45}"/>
                        </a:ext>
                      </a:extLst>
                    </p:cNvPr>
                    <p:cNvGrpSpPr/>
                    <p:nvPr/>
                  </p:nvGrpSpPr>
                  <p:grpSpPr>
                    <a:xfrm flipH="1">
                      <a:off x="6478587" y="4022061"/>
                      <a:ext cx="214313" cy="214313"/>
                      <a:chOff x="5354637" y="3446463"/>
                      <a:chExt cx="214313" cy="214313"/>
                    </a:xfrm>
                  </p:grpSpPr>
                  <p:sp>
                    <p:nvSpPr>
                      <p:cNvPr id="14073" name="Arc 14072">
                        <a:extLst>
                          <a:ext uri="{FF2B5EF4-FFF2-40B4-BE49-F238E27FC236}">
                            <a16:creationId xmlns:a16="http://schemas.microsoft.com/office/drawing/2014/main" id="{C5E34E0D-9103-C1E7-D856-EF207BCC532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074" name="Arc 14073">
                        <a:extLst>
                          <a:ext uri="{FF2B5EF4-FFF2-40B4-BE49-F238E27FC236}">
                            <a16:creationId xmlns:a16="http://schemas.microsoft.com/office/drawing/2014/main" id="{34EB2D04-B8B4-FD7C-4C3F-9311CCAF68D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066" name="Group 14065">
                      <a:extLst>
                        <a:ext uri="{FF2B5EF4-FFF2-40B4-BE49-F238E27FC236}">
                          <a16:creationId xmlns:a16="http://schemas.microsoft.com/office/drawing/2014/main" id="{B6E9FF73-70CD-0422-768A-20D02EB89137}"/>
                        </a:ext>
                      </a:extLst>
                    </p:cNvPr>
                    <p:cNvGrpSpPr/>
                    <p:nvPr/>
                  </p:nvGrpSpPr>
                  <p:grpSpPr>
                    <a:xfrm rot="7200000" flipH="1">
                      <a:off x="6434137" y="3977611"/>
                      <a:ext cx="303213" cy="303213"/>
                      <a:chOff x="5354637" y="3446463"/>
                      <a:chExt cx="214313" cy="214313"/>
                    </a:xfrm>
                  </p:grpSpPr>
                  <p:sp>
                    <p:nvSpPr>
                      <p:cNvPr id="14071" name="Arc 14070">
                        <a:extLst>
                          <a:ext uri="{FF2B5EF4-FFF2-40B4-BE49-F238E27FC236}">
                            <a16:creationId xmlns:a16="http://schemas.microsoft.com/office/drawing/2014/main" id="{8D715CB2-2F02-6DC7-81BC-7A15DC9D012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072" name="Arc 14071">
                        <a:extLst>
                          <a:ext uri="{FF2B5EF4-FFF2-40B4-BE49-F238E27FC236}">
                            <a16:creationId xmlns:a16="http://schemas.microsoft.com/office/drawing/2014/main" id="{CBD62E94-1065-C5D7-C4AE-0A0566AEB26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067" name="Group 14066">
                      <a:extLst>
                        <a:ext uri="{FF2B5EF4-FFF2-40B4-BE49-F238E27FC236}">
                          <a16:creationId xmlns:a16="http://schemas.microsoft.com/office/drawing/2014/main" id="{48087A80-1964-2020-14B9-B3C809CD9EE1}"/>
                        </a:ext>
                      </a:extLst>
                    </p:cNvPr>
                    <p:cNvGrpSpPr/>
                    <p:nvPr/>
                  </p:nvGrpSpPr>
                  <p:grpSpPr>
                    <a:xfrm rot="14400000" flipH="1">
                      <a:off x="6389147" y="3932622"/>
                      <a:ext cx="393192" cy="393192"/>
                      <a:chOff x="5354637" y="3446463"/>
                      <a:chExt cx="214313" cy="214313"/>
                    </a:xfrm>
                  </p:grpSpPr>
                  <p:sp>
                    <p:nvSpPr>
                      <p:cNvPr id="14069" name="Arc 14068">
                        <a:extLst>
                          <a:ext uri="{FF2B5EF4-FFF2-40B4-BE49-F238E27FC236}">
                            <a16:creationId xmlns:a16="http://schemas.microsoft.com/office/drawing/2014/main" id="{7A484E84-B51B-0D94-27A4-ED5E18EFF89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070" name="Arc 14069">
                        <a:extLst>
                          <a:ext uri="{FF2B5EF4-FFF2-40B4-BE49-F238E27FC236}">
                            <a16:creationId xmlns:a16="http://schemas.microsoft.com/office/drawing/2014/main" id="{BD47AEF9-CDBB-FF9B-D39C-8C76A940AD5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068" name="TextBox 14067">
                      <a:extLst>
                        <a:ext uri="{FF2B5EF4-FFF2-40B4-BE49-F238E27FC236}">
                          <a16:creationId xmlns:a16="http://schemas.microsoft.com/office/drawing/2014/main" id="{85471B4C-7716-584B-D6D6-EF9BAE77E6BC}"/>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3964" name="Group 13963">
                <a:extLst>
                  <a:ext uri="{FF2B5EF4-FFF2-40B4-BE49-F238E27FC236}">
                    <a16:creationId xmlns:a16="http://schemas.microsoft.com/office/drawing/2014/main" id="{9B61832F-BCE3-F28A-3457-D77F1C408082}"/>
                  </a:ext>
                </a:extLst>
              </p:cNvPr>
              <p:cNvGrpSpPr/>
              <p:nvPr/>
            </p:nvGrpSpPr>
            <p:grpSpPr>
              <a:xfrm>
                <a:off x="6065340" y="2039507"/>
                <a:ext cx="1643204" cy="1593124"/>
                <a:chOff x="5445106" y="2644743"/>
                <a:chExt cx="1643204" cy="1593124"/>
              </a:xfrm>
            </p:grpSpPr>
            <p:grpSp>
              <p:nvGrpSpPr>
                <p:cNvPr id="13965" name="Group 13964">
                  <a:extLst>
                    <a:ext uri="{FF2B5EF4-FFF2-40B4-BE49-F238E27FC236}">
                      <a16:creationId xmlns:a16="http://schemas.microsoft.com/office/drawing/2014/main" id="{8A87A7E8-2982-D207-D211-2E540F303BF3}"/>
                    </a:ext>
                  </a:extLst>
                </p:cNvPr>
                <p:cNvGrpSpPr/>
                <p:nvPr/>
              </p:nvGrpSpPr>
              <p:grpSpPr>
                <a:xfrm>
                  <a:off x="5445106" y="2644743"/>
                  <a:ext cx="1019224" cy="991639"/>
                  <a:chOff x="5886431" y="3225768"/>
                  <a:chExt cx="1019224" cy="991639"/>
                </a:xfrm>
              </p:grpSpPr>
              <p:grpSp>
                <p:nvGrpSpPr>
                  <p:cNvPr id="14013" name="Group 14012">
                    <a:extLst>
                      <a:ext uri="{FF2B5EF4-FFF2-40B4-BE49-F238E27FC236}">
                        <a16:creationId xmlns:a16="http://schemas.microsoft.com/office/drawing/2014/main" id="{5C3B64D4-D829-56C7-5327-632CEB77D65F}"/>
                      </a:ext>
                    </a:extLst>
                  </p:cNvPr>
                  <p:cNvGrpSpPr/>
                  <p:nvPr/>
                </p:nvGrpSpPr>
                <p:grpSpPr>
                  <a:xfrm>
                    <a:off x="6197413" y="3824215"/>
                    <a:ext cx="393192" cy="393192"/>
                    <a:chOff x="5265196" y="3357021"/>
                    <a:chExt cx="393192" cy="393192"/>
                  </a:xfrm>
                </p:grpSpPr>
                <p:grpSp>
                  <p:nvGrpSpPr>
                    <p:cNvPr id="14048" name="Group 14047">
                      <a:extLst>
                        <a:ext uri="{FF2B5EF4-FFF2-40B4-BE49-F238E27FC236}">
                          <a16:creationId xmlns:a16="http://schemas.microsoft.com/office/drawing/2014/main" id="{CF594B5F-9AC3-E8B8-0A9A-9A124C3605FF}"/>
                        </a:ext>
                      </a:extLst>
                    </p:cNvPr>
                    <p:cNvGrpSpPr/>
                    <p:nvPr/>
                  </p:nvGrpSpPr>
                  <p:grpSpPr>
                    <a:xfrm rot="14400000">
                      <a:off x="5265196" y="3357021"/>
                      <a:ext cx="393192" cy="393192"/>
                      <a:chOff x="5354637" y="3446463"/>
                      <a:chExt cx="214313" cy="214313"/>
                    </a:xfrm>
                  </p:grpSpPr>
                  <p:sp>
                    <p:nvSpPr>
                      <p:cNvPr id="14057" name="Arc 14056">
                        <a:extLst>
                          <a:ext uri="{FF2B5EF4-FFF2-40B4-BE49-F238E27FC236}">
                            <a16:creationId xmlns:a16="http://schemas.microsoft.com/office/drawing/2014/main" id="{6535686F-9A0E-2EAF-6035-583B512ADF1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058" name="Arc 14057">
                        <a:extLst>
                          <a:ext uri="{FF2B5EF4-FFF2-40B4-BE49-F238E27FC236}">
                            <a16:creationId xmlns:a16="http://schemas.microsoft.com/office/drawing/2014/main" id="{37D4CD38-93C1-206A-5C14-4322D8EF2B1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049" name="Group 14048">
                      <a:extLst>
                        <a:ext uri="{FF2B5EF4-FFF2-40B4-BE49-F238E27FC236}">
                          <a16:creationId xmlns:a16="http://schemas.microsoft.com/office/drawing/2014/main" id="{6EAD352D-EDF1-F20E-FD43-4993F2E29E9B}"/>
                        </a:ext>
                      </a:extLst>
                    </p:cNvPr>
                    <p:cNvGrpSpPr/>
                    <p:nvPr/>
                  </p:nvGrpSpPr>
                  <p:grpSpPr>
                    <a:xfrm>
                      <a:off x="5310186" y="3402011"/>
                      <a:ext cx="303213" cy="303213"/>
                      <a:chOff x="5310186" y="3402011"/>
                      <a:chExt cx="303213" cy="303213"/>
                    </a:xfrm>
                  </p:grpSpPr>
                  <p:grpSp>
                    <p:nvGrpSpPr>
                      <p:cNvPr id="14050" name="Group 14049">
                        <a:extLst>
                          <a:ext uri="{FF2B5EF4-FFF2-40B4-BE49-F238E27FC236}">
                            <a16:creationId xmlns:a16="http://schemas.microsoft.com/office/drawing/2014/main" id="{53450FF5-5728-6B11-C56D-78B23E5D0510}"/>
                          </a:ext>
                        </a:extLst>
                      </p:cNvPr>
                      <p:cNvGrpSpPr/>
                      <p:nvPr/>
                    </p:nvGrpSpPr>
                    <p:grpSpPr>
                      <a:xfrm>
                        <a:off x="5354636" y="3446461"/>
                        <a:ext cx="214313" cy="214313"/>
                        <a:chOff x="5354637" y="3446463"/>
                        <a:chExt cx="214313" cy="214313"/>
                      </a:xfrm>
                    </p:grpSpPr>
                    <p:sp>
                      <p:nvSpPr>
                        <p:cNvPr id="14055" name="Arc 14054">
                          <a:extLst>
                            <a:ext uri="{FF2B5EF4-FFF2-40B4-BE49-F238E27FC236}">
                              <a16:creationId xmlns:a16="http://schemas.microsoft.com/office/drawing/2014/main" id="{B7E7D1E9-95B1-A64D-813C-C0448C6B8AA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056" name="Arc 14055">
                          <a:extLst>
                            <a:ext uri="{FF2B5EF4-FFF2-40B4-BE49-F238E27FC236}">
                              <a16:creationId xmlns:a16="http://schemas.microsoft.com/office/drawing/2014/main" id="{80725208-E781-947E-110A-92AC31764E9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051" name="Group 14050">
                        <a:extLst>
                          <a:ext uri="{FF2B5EF4-FFF2-40B4-BE49-F238E27FC236}">
                            <a16:creationId xmlns:a16="http://schemas.microsoft.com/office/drawing/2014/main" id="{46DB266D-8CB1-3AE6-ADE0-F76D4C0B0FE2}"/>
                          </a:ext>
                        </a:extLst>
                      </p:cNvPr>
                      <p:cNvGrpSpPr/>
                      <p:nvPr/>
                    </p:nvGrpSpPr>
                    <p:grpSpPr>
                      <a:xfrm rot="7200000">
                        <a:off x="5310186" y="3402011"/>
                        <a:ext cx="303213" cy="303213"/>
                        <a:chOff x="5354637" y="3446463"/>
                        <a:chExt cx="214313" cy="214313"/>
                      </a:xfrm>
                    </p:grpSpPr>
                    <p:sp>
                      <p:nvSpPr>
                        <p:cNvPr id="14053" name="Arc 14052">
                          <a:extLst>
                            <a:ext uri="{FF2B5EF4-FFF2-40B4-BE49-F238E27FC236}">
                              <a16:creationId xmlns:a16="http://schemas.microsoft.com/office/drawing/2014/main" id="{5749FDF7-536A-C685-999F-4745DA125CE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054" name="Arc 14053">
                          <a:extLst>
                            <a:ext uri="{FF2B5EF4-FFF2-40B4-BE49-F238E27FC236}">
                              <a16:creationId xmlns:a16="http://schemas.microsoft.com/office/drawing/2014/main" id="{1CBC5597-8997-8D48-5F43-AE48B5939C8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052" name="TextBox 14051">
                        <a:extLst>
                          <a:ext uri="{FF2B5EF4-FFF2-40B4-BE49-F238E27FC236}">
                            <a16:creationId xmlns:a16="http://schemas.microsoft.com/office/drawing/2014/main" id="{426D37F9-0692-F320-1B94-966AA2DE2FDA}"/>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014" name="Group 14013">
                    <a:extLst>
                      <a:ext uri="{FF2B5EF4-FFF2-40B4-BE49-F238E27FC236}">
                        <a16:creationId xmlns:a16="http://schemas.microsoft.com/office/drawing/2014/main" id="{55D6E596-8BAE-2077-698D-504B7A10DB51}"/>
                      </a:ext>
                    </a:extLst>
                  </p:cNvPr>
                  <p:cNvGrpSpPr/>
                  <p:nvPr/>
                </p:nvGrpSpPr>
                <p:grpSpPr>
                  <a:xfrm>
                    <a:off x="5886431" y="3525040"/>
                    <a:ext cx="393192" cy="393192"/>
                    <a:chOff x="5265196" y="3932619"/>
                    <a:chExt cx="393192" cy="393192"/>
                  </a:xfrm>
                </p:grpSpPr>
                <p:grpSp>
                  <p:nvGrpSpPr>
                    <p:cNvPr id="14038" name="Group 14037">
                      <a:extLst>
                        <a:ext uri="{FF2B5EF4-FFF2-40B4-BE49-F238E27FC236}">
                          <a16:creationId xmlns:a16="http://schemas.microsoft.com/office/drawing/2014/main" id="{EF69E887-97D2-87A0-76C5-687EA44F35C1}"/>
                        </a:ext>
                      </a:extLst>
                    </p:cNvPr>
                    <p:cNvGrpSpPr/>
                    <p:nvPr/>
                  </p:nvGrpSpPr>
                  <p:grpSpPr>
                    <a:xfrm>
                      <a:off x="5354636" y="4022061"/>
                      <a:ext cx="214313" cy="214313"/>
                      <a:chOff x="5354637" y="3446463"/>
                      <a:chExt cx="214313" cy="214313"/>
                    </a:xfrm>
                  </p:grpSpPr>
                  <p:sp>
                    <p:nvSpPr>
                      <p:cNvPr id="14046" name="Arc 14045">
                        <a:extLst>
                          <a:ext uri="{FF2B5EF4-FFF2-40B4-BE49-F238E27FC236}">
                            <a16:creationId xmlns:a16="http://schemas.microsoft.com/office/drawing/2014/main" id="{B5C5DED5-41E6-F1B9-931E-12BE47982F4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047" name="Arc 14046">
                        <a:extLst>
                          <a:ext uri="{FF2B5EF4-FFF2-40B4-BE49-F238E27FC236}">
                            <a16:creationId xmlns:a16="http://schemas.microsoft.com/office/drawing/2014/main" id="{568340C2-AAE5-305A-3674-B3C61DE72FB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039" name="Group 14038">
                      <a:extLst>
                        <a:ext uri="{FF2B5EF4-FFF2-40B4-BE49-F238E27FC236}">
                          <a16:creationId xmlns:a16="http://schemas.microsoft.com/office/drawing/2014/main" id="{AF82DCEC-4D4F-C586-5E92-6B9DA06EFB3B}"/>
                        </a:ext>
                      </a:extLst>
                    </p:cNvPr>
                    <p:cNvGrpSpPr/>
                    <p:nvPr/>
                  </p:nvGrpSpPr>
                  <p:grpSpPr>
                    <a:xfrm rot="14400000">
                      <a:off x="5310186" y="3977611"/>
                      <a:ext cx="303213" cy="303213"/>
                      <a:chOff x="5354637" y="3446463"/>
                      <a:chExt cx="214313" cy="214313"/>
                    </a:xfrm>
                  </p:grpSpPr>
                  <p:sp>
                    <p:nvSpPr>
                      <p:cNvPr id="14044" name="Arc 14043">
                        <a:extLst>
                          <a:ext uri="{FF2B5EF4-FFF2-40B4-BE49-F238E27FC236}">
                            <a16:creationId xmlns:a16="http://schemas.microsoft.com/office/drawing/2014/main" id="{9E97A566-21D1-F43D-6A97-C58A1CCBBF0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045" name="Arc 14044">
                        <a:extLst>
                          <a:ext uri="{FF2B5EF4-FFF2-40B4-BE49-F238E27FC236}">
                            <a16:creationId xmlns:a16="http://schemas.microsoft.com/office/drawing/2014/main" id="{76E3B77B-01FF-0C39-494D-F26C05BB58C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040" name="Group 14039">
                      <a:extLst>
                        <a:ext uri="{FF2B5EF4-FFF2-40B4-BE49-F238E27FC236}">
                          <a16:creationId xmlns:a16="http://schemas.microsoft.com/office/drawing/2014/main" id="{CE5C0F50-72E4-AE8C-B3FA-26CCC4F4F1CE}"/>
                        </a:ext>
                      </a:extLst>
                    </p:cNvPr>
                    <p:cNvGrpSpPr/>
                    <p:nvPr/>
                  </p:nvGrpSpPr>
                  <p:grpSpPr>
                    <a:xfrm rot="7200000">
                      <a:off x="5265196" y="3932619"/>
                      <a:ext cx="393192" cy="393192"/>
                      <a:chOff x="5354637" y="3446463"/>
                      <a:chExt cx="214313" cy="214313"/>
                    </a:xfrm>
                  </p:grpSpPr>
                  <p:sp>
                    <p:nvSpPr>
                      <p:cNvPr id="14042" name="Arc 14041">
                        <a:extLst>
                          <a:ext uri="{FF2B5EF4-FFF2-40B4-BE49-F238E27FC236}">
                            <a16:creationId xmlns:a16="http://schemas.microsoft.com/office/drawing/2014/main" id="{04D7215D-A5A1-80E7-A3C0-59CD48255CF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043" name="Arc 14042">
                        <a:extLst>
                          <a:ext uri="{FF2B5EF4-FFF2-40B4-BE49-F238E27FC236}">
                            <a16:creationId xmlns:a16="http://schemas.microsoft.com/office/drawing/2014/main" id="{B3604A45-B6C3-CB10-A1EC-A5BA30B53B7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041" name="TextBox 14040">
                      <a:extLst>
                        <a:ext uri="{FF2B5EF4-FFF2-40B4-BE49-F238E27FC236}">
                          <a16:creationId xmlns:a16="http://schemas.microsoft.com/office/drawing/2014/main" id="{3C27C92D-C730-770E-6481-2EE037B46386}"/>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4015" name="Group 14014">
                    <a:extLst>
                      <a:ext uri="{FF2B5EF4-FFF2-40B4-BE49-F238E27FC236}">
                        <a16:creationId xmlns:a16="http://schemas.microsoft.com/office/drawing/2014/main" id="{EE26050B-189F-1001-B298-6F438063FAAF}"/>
                      </a:ext>
                    </a:extLst>
                  </p:cNvPr>
                  <p:cNvGrpSpPr/>
                  <p:nvPr/>
                </p:nvGrpSpPr>
                <p:grpSpPr>
                  <a:xfrm>
                    <a:off x="6512463" y="3525040"/>
                    <a:ext cx="393192" cy="393192"/>
                    <a:chOff x="6389147" y="3357021"/>
                    <a:chExt cx="393192" cy="393192"/>
                  </a:xfrm>
                </p:grpSpPr>
                <p:grpSp>
                  <p:nvGrpSpPr>
                    <p:cNvPr id="14027" name="Group 14026">
                      <a:extLst>
                        <a:ext uri="{FF2B5EF4-FFF2-40B4-BE49-F238E27FC236}">
                          <a16:creationId xmlns:a16="http://schemas.microsoft.com/office/drawing/2014/main" id="{4D5927AE-335D-BB86-7F58-5C9BE7C7F267}"/>
                        </a:ext>
                      </a:extLst>
                    </p:cNvPr>
                    <p:cNvGrpSpPr/>
                    <p:nvPr/>
                  </p:nvGrpSpPr>
                  <p:grpSpPr>
                    <a:xfrm rot="7200000" flipH="1">
                      <a:off x="6389147" y="3357021"/>
                      <a:ext cx="393192" cy="393192"/>
                      <a:chOff x="5354637" y="3446463"/>
                      <a:chExt cx="214313" cy="214313"/>
                    </a:xfrm>
                  </p:grpSpPr>
                  <p:sp>
                    <p:nvSpPr>
                      <p:cNvPr id="14036" name="Arc 14035">
                        <a:extLst>
                          <a:ext uri="{FF2B5EF4-FFF2-40B4-BE49-F238E27FC236}">
                            <a16:creationId xmlns:a16="http://schemas.microsoft.com/office/drawing/2014/main" id="{0804A851-A551-1340-3CB0-7F4860FDC83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037" name="Arc 14036">
                        <a:extLst>
                          <a:ext uri="{FF2B5EF4-FFF2-40B4-BE49-F238E27FC236}">
                            <a16:creationId xmlns:a16="http://schemas.microsoft.com/office/drawing/2014/main" id="{9E005577-6296-AD0E-5D4A-52A7ED68983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028" name="Group 14027">
                      <a:extLst>
                        <a:ext uri="{FF2B5EF4-FFF2-40B4-BE49-F238E27FC236}">
                          <a16:creationId xmlns:a16="http://schemas.microsoft.com/office/drawing/2014/main" id="{62C4DCCF-467E-C79E-26CF-7B44A1520B15}"/>
                        </a:ext>
                      </a:extLst>
                    </p:cNvPr>
                    <p:cNvGrpSpPr/>
                    <p:nvPr/>
                  </p:nvGrpSpPr>
                  <p:grpSpPr>
                    <a:xfrm>
                      <a:off x="6434137" y="3402011"/>
                      <a:ext cx="303213" cy="303213"/>
                      <a:chOff x="6434137" y="3402011"/>
                      <a:chExt cx="303213" cy="303213"/>
                    </a:xfrm>
                  </p:grpSpPr>
                  <p:grpSp>
                    <p:nvGrpSpPr>
                      <p:cNvPr id="14029" name="Group 14028">
                        <a:extLst>
                          <a:ext uri="{FF2B5EF4-FFF2-40B4-BE49-F238E27FC236}">
                            <a16:creationId xmlns:a16="http://schemas.microsoft.com/office/drawing/2014/main" id="{DA1353EC-715E-115C-11BF-6535D21037E7}"/>
                          </a:ext>
                        </a:extLst>
                      </p:cNvPr>
                      <p:cNvGrpSpPr/>
                      <p:nvPr/>
                    </p:nvGrpSpPr>
                    <p:grpSpPr>
                      <a:xfrm flipH="1">
                        <a:off x="6478587" y="3446461"/>
                        <a:ext cx="214313" cy="214313"/>
                        <a:chOff x="5354637" y="3446463"/>
                        <a:chExt cx="214313" cy="214313"/>
                      </a:xfrm>
                    </p:grpSpPr>
                    <p:sp>
                      <p:nvSpPr>
                        <p:cNvPr id="14034" name="Arc 14033">
                          <a:extLst>
                            <a:ext uri="{FF2B5EF4-FFF2-40B4-BE49-F238E27FC236}">
                              <a16:creationId xmlns:a16="http://schemas.microsoft.com/office/drawing/2014/main" id="{B3D5AE09-205C-7A45-DCDF-45C45A1FF4F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035" name="Arc 14034">
                          <a:extLst>
                            <a:ext uri="{FF2B5EF4-FFF2-40B4-BE49-F238E27FC236}">
                              <a16:creationId xmlns:a16="http://schemas.microsoft.com/office/drawing/2014/main" id="{47AFC5F5-E720-4EF4-AA0A-3FF9B541418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030" name="Group 14029">
                        <a:extLst>
                          <a:ext uri="{FF2B5EF4-FFF2-40B4-BE49-F238E27FC236}">
                            <a16:creationId xmlns:a16="http://schemas.microsoft.com/office/drawing/2014/main" id="{38B4EAC2-FE26-3211-81F1-0C243F6BF401}"/>
                          </a:ext>
                        </a:extLst>
                      </p:cNvPr>
                      <p:cNvGrpSpPr/>
                      <p:nvPr/>
                    </p:nvGrpSpPr>
                    <p:grpSpPr>
                      <a:xfrm rot="14400000" flipH="1">
                        <a:off x="6434137" y="3402011"/>
                        <a:ext cx="303213" cy="303213"/>
                        <a:chOff x="5354637" y="3446463"/>
                        <a:chExt cx="214313" cy="214313"/>
                      </a:xfrm>
                    </p:grpSpPr>
                    <p:sp>
                      <p:nvSpPr>
                        <p:cNvPr id="14032" name="Arc 14031">
                          <a:extLst>
                            <a:ext uri="{FF2B5EF4-FFF2-40B4-BE49-F238E27FC236}">
                              <a16:creationId xmlns:a16="http://schemas.microsoft.com/office/drawing/2014/main" id="{DEEA134A-5970-8E9B-B92C-2962C4D0F8D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033" name="Arc 14032">
                          <a:extLst>
                            <a:ext uri="{FF2B5EF4-FFF2-40B4-BE49-F238E27FC236}">
                              <a16:creationId xmlns:a16="http://schemas.microsoft.com/office/drawing/2014/main" id="{10B2FF40-4DF9-A196-4F0B-FE9F978D601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031" name="TextBox 14030">
                        <a:extLst>
                          <a:ext uri="{FF2B5EF4-FFF2-40B4-BE49-F238E27FC236}">
                            <a16:creationId xmlns:a16="http://schemas.microsoft.com/office/drawing/2014/main" id="{94BD9F69-191F-A393-B8BB-9FE0848ACDC4}"/>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4016" name="Group 14015">
                    <a:extLst>
                      <a:ext uri="{FF2B5EF4-FFF2-40B4-BE49-F238E27FC236}">
                        <a16:creationId xmlns:a16="http://schemas.microsoft.com/office/drawing/2014/main" id="{9311BC33-463D-B90F-D54C-435175E6FBC7}"/>
                      </a:ext>
                    </a:extLst>
                  </p:cNvPr>
                  <p:cNvGrpSpPr/>
                  <p:nvPr/>
                </p:nvGrpSpPr>
                <p:grpSpPr>
                  <a:xfrm>
                    <a:off x="6197413" y="3225768"/>
                    <a:ext cx="393192" cy="393192"/>
                    <a:chOff x="6389147" y="3932622"/>
                    <a:chExt cx="393192" cy="393192"/>
                  </a:xfrm>
                </p:grpSpPr>
                <p:grpSp>
                  <p:nvGrpSpPr>
                    <p:cNvPr id="14017" name="Group 14016">
                      <a:extLst>
                        <a:ext uri="{FF2B5EF4-FFF2-40B4-BE49-F238E27FC236}">
                          <a16:creationId xmlns:a16="http://schemas.microsoft.com/office/drawing/2014/main" id="{2F1EC614-FCD0-B11F-BB6B-609F989F25B9}"/>
                        </a:ext>
                      </a:extLst>
                    </p:cNvPr>
                    <p:cNvGrpSpPr/>
                    <p:nvPr/>
                  </p:nvGrpSpPr>
                  <p:grpSpPr>
                    <a:xfrm flipH="1">
                      <a:off x="6478587" y="4022061"/>
                      <a:ext cx="214313" cy="214313"/>
                      <a:chOff x="5354637" y="3446463"/>
                      <a:chExt cx="214313" cy="214313"/>
                    </a:xfrm>
                  </p:grpSpPr>
                  <p:sp>
                    <p:nvSpPr>
                      <p:cNvPr id="14025" name="Arc 14024">
                        <a:extLst>
                          <a:ext uri="{FF2B5EF4-FFF2-40B4-BE49-F238E27FC236}">
                            <a16:creationId xmlns:a16="http://schemas.microsoft.com/office/drawing/2014/main" id="{FB2FF3E1-8A68-F2D1-D87B-7AFFB2AE5A6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026" name="Arc 14025">
                        <a:extLst>
                          <a:ext uri="{FF2B5EF4-FFF2-40B4-BE49-F238E27FC236}">
                            <a16:creationId xmlns:a16="http://schemas.microsoft.com/office/drawing/2014/main" id="{6C839961-750C-490F-84FF-C1214B4B346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018" name="Group 14017">
                      <a:extLst>
                        <a:ext uri="{FF2B5EF4-FFF2-40B4-BE49-F238E27FC236}">
                          <a16:creationId xmlns:a16="http://schemas.microsoft.com/office/drawing/2014/main" id="{23B8200C-C4BD-BE02-8150-B31D3EF66A52}"/>
                        </a:ext>
                      </a:extLst>
                    </p:cNvPr>
                    <p:cNvGrpSpPr/>
                    <p:nvPr/>
                  </p:nvGrpSpPr>
                  <p:grpSpPr>
                    <a:xfrm rot="7200000" flipH="1">
                      <a:off x="6434137" y="3977611"/>
                      <a:ext cx="303213" cy="303213"/>
                      <a:chOff x="5354637" y="3446463"/>
                      <a:chExt cx="214313" cy="214313"/>
                    </a:xfrm>
                  </p:grpSpPr>
                  <p:sp>
                    <p:nvSpPr>
                      <p:cNvPr id="14023" name="Arc 14022">
                        <a:extLst>
                          <a:ext uri="{FF2B5EF4-FFF2-40B4-BE49-F238E27FC236}">
                            <a16:creationId xmlns:a16="http://schemas.microsoft.com/office/drawing/2014/main" id="{B9AE0445-D24A-E516-B6D9-0E2E866CC7B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024" name="Arc 14023">
                        <a:extLst>
                          <a:ext uri="{FF2B5EF4-FFF2-40B4-BE49-F238E27FC236}">
                            <a16:creationId xmlns:a16="http://schemas.microsoft.com/office/drawing/2014/main" id="{5BC1F42D-CB81-86E4-6C7C-56A63CE05EB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019" name="Group 14018">
                      <a:extLst>
                        <a:ext uri="{FF2B5EF4-FFF2-40B4-BE49-F238E27FC236}">
                          <a16:creationId xmlns:a16="http://schemas.microsoft.com/office/drawing/2014/main" id="{BAF7751D-D7CF-27A9-E37E-76B3A9A3CA6F}"/>
                        </a:ext>
                      </a:extLst>
                    </p:cNvPr>
                    <p:cNvGrpSpPr/>
                    <p:nvPr/>
                  </p:nvGrpSpPr>
                  <p:grpSpPr>
                    <a:xfrm rot="14400000" flipH="1">
                      <a:off x="6389147" y="3932622"/>
                      <a:ext cx="393192" cy="393192"/>
                      <a:chOff x="5354637" y="3446463"/>
                      <a:chExt cx="214313" cy="214313"/>
                    </a:xfrm>
                  </p:grpSpPr>
                  <p:sp>
                    <p:nvSpPr>
                      <p:cNvPr id="14021" name="Arc 14020">
                        <a:extLst>
                          <a:ext uri="{FF2B5EF4-FFF2-40B4-BE49-F238E27FC236}">
                            <a16:creationId xmlns:a16="http://schemas.microsoft.com/office/drawing/2014/main" id="{4E495C18-EA97-34DF-DD07-3A7952CC8CC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022" name="Arc 14021">
                        <a:extLst>
                          <a:ext uri="{FF2B5EF4-FFF2-40B4-BE49-F238E27FC236}">
                            <a16:creationId xmlns:a16="http://schemas.microsoft.com/office/drawing/2014/main" id="{B2991950-B7D9-62B2-7909-4670C1ADEC9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020" name="TextBox 14019">
                      <a:extLst>
                        <a:ext uri="{FF2B5EF4-FFF2-40B4-BE49-F238E27FC236}">
                          <a16:creationId xmlns:a16="http://schemas.microsoft.com/office/drawing/2014/main" id="{F4F86EA8-A325-BFBC-43C1-3C7C57557D94}"/>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966" name="Group 13965">
                  <a:extLst>
                    <a:ext uri="{FF2B5EF4-FFF2-40B4-BE49-F238E27FC236}">
                      <a16:creationId xmlns:a16="http://schemas.microsoft.com/office/drawing/2014/main" id="{FAF5967C-54D0-4CAF-5B3B-47683CA09EC2}"/>
                    </a:ext>
                  </a:extLst>
                </p:cNvPr>
                <p:cNvGrpSpPr/>
                <p:nvPr/>
              </p:nvGrpSpPr>
              <p:grpSpPr>
                <a:xfrm>
                  <a:off x="6069086" y="3246228"/>
                  <a:ext cx="1019224" cy="991639"/>
                  <a:chOff x="5886431" y="3225768"/>
                  <a:chExt cx="1019224" cy="991639"/>
                </a:xfrm>
              </p:grpSpPr>
              <p:grpSp>
                <p:nvGrpSpPr>
                  <p:cNvPr id="13967" name="Group 13966">
                    <a:extLst>
                      <a:ext uri="{FF2B5EF4-FFF2-40B4-BE49-F238E27FC236}">
                        <a16:creationId xmlns:a16="http://schemas.microsoft.com/office/drawing/2014/main" id="{462384C4-073F-D84F-0343-4738FBE93B8C}"/>
                      </a:ext>
                    </a:extLst>
                  </p:cNvPr>
                  <p:cNvGrpSpPr/>
                  <p:nvPr/>
                </p:nvGrpSpPr>
                <p:grpSpPr>
                  <a:xfrm>
                    <a:off x="6197413" y="3824215"/>
                    <a:ext cx="393192" cy="393192"/>
                    <a:chOff x="5265196" y="3357021"/>
                    <a:chExt cx="393192" cy="393192"/>
                  </a:xfrm>
                </p:grpSpPr>
                <p:grpSp>
                  <p:nvGrpSpPr>
                    <p:cNvPr id="14002" name="Group 14001">
                      <a:extLst>
                        <a:ext uri="{FF2B5EF4-FFF2-40B4-BE49-F238E27FC236}">
                          <a16:creationId xmlns:a16="http://schemas.microsoft.com/office/drawing/2014/main" id="{5B32744F-EAC5-BE7B-D40D-9A4B9BE525AE}"/>
                        </a:ext>
                      </a:extLst>
                    </p:cNvPr>
                    <p:cNvGrpSpPr/>
                    <p:nvPr/>
                  </p:nvGrpSpPr>
                  <p:grpSpPr>
                    <a:xfrm rot="14400000">
                      <a:off x="5265196" y="3357021"/>
                      <a:ext cx="393192" cy="393192"/>
                      <a:chOff x="5354637" y="3446463"/>
                      <a:chExt cx="214313" cy="214313"/>
                    </a:xfrm>
                  </p:grpSpPr>
                  <p:sp>
                    <p:nvSpPr>
                      <p:cNvPr id="14011" name="Arc 14010">
                        <a:extLst>
                          <a:ext uri="{FF2B5EF4-FFF2-40B4-BE49-F238E27FC236}">
                            <a16:creationId xmlns:a16="http://schemas.microsoft.com/office/drawing/2014/main" id="{7A9CB3C4-2D04-60AD-B4D3-661AF00DC80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012" name="Arc 14011">
                        <a:extLst>
                          <a:ext uri="{FF2B5EF4-FFF2-40B4-BE49-F238E27FC236}">
                            <a16:creationId xmlns:a16="http://schemas.microsoft.com/office/drawing/2014/main" id="{1B606422-8FB7-F3E8-154E-28003189F25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003" name="Group 14002">
                      <a:extLst>
                        <a:ext uri="{FF2B5EF4-FFF2-40B4-BE49-F238E27FC236}">
                          <a16:creationId xmlns:a16="http://schemas.microsoft.com/office/drawing/2014/main" id="{AB13DCED-C2CF-52E1-25F4-E4B8C858970C}"/>
                        </a:ext>
                      </a:extLst>
                    </p:cNvPr>
                    <p:cNvGrpSpPr/>
                    <p:nvPr/>
                  </p:nvGrpSpPr>
                  <p:grpSpPr>
                    <a:xfrm>
                      <a:off x="5310186" y="3402011"/>
                      <a:ext cx="303213" cy="303213"/>
                      <a:chOff x="5310186" y="3402011"/>
                      <a:chExt cx="303213" cy="303213"/>
                    </a:xfrm>
                  </p:grpSpPr>
                  <p:grpSp>
                    <p:nvGrpSpPr>
                      <p:cNvPr id="14004" name="Group 14003">
                        <a:extLst>
                          <a:ext uri="{FF2B5EF4-FFF2-40B4-BE49-F238E27FC236}">
                            <a16:creationId xmlns:a16="http://schemas.microsoft.com/office/drawing/2014/main" id="{A13DDE1C-BF9A-9690-49F3-CAED8FF399DD}"/>
                          </a:ext>
                        </a:extLst>
                      </p:cNvPr>
                      <p:cNvGrpSpPr/>
                      <p:nvPr/>
                    </p:nvGrpSpPr>
                    <p:grpSpPr>
                      <a:xfrm>
                        <a:off x="5354636" y="3446461"/>
                        <a:ext cx="214313" cy="214313"/>
                        <a:chOff x="5354637" y="3446463"/>
                        <a:chExt cx="214313" cy="214313"/>
                      </a:xfrm>
                    </p:grpSpPr>
                    <p:sp>
                      <p:nvSpPr>
                        <p:cNvPr id="14009" name="Arc 14008">
                          <a:extLst>
                            <a:ext uri="{FF2B5EF4-FFF2-40B4-BE49-F238E27FC236}">
                              <a16:creationId xmlns:a16="http://schemas.microsoft.com/office/drawing/2014/main" id="{CE58A5D3-F8D2-D341-30A5-8DC0360A9B6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010" name="Arc 14009">
                          <a:extLst>
                            <a:ext uri="{FF2B5EF4-FFF2-40B4-BE49-F238E27FC236}">
                              <a16:creationId xmlns:a16="http://schemas.microsoft.com/office/drawing/2014/main" id="{36B2A0BA-1D35-CBAA-98FE-37EA04DBF99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4005" name="Group 14004">
                        <a:extLst>
                          <a:ext uri="{FF2B5EF4-FFF2-40B4-BE49-F238E27FC236}">
                            <a16:creationId xmlns:a16="http://schemas.microsoft.com/office/drawing/2014/main" id="{4CC4DC2A-6421-C786-8B83-E0088B4FA859}"/>
                          </a:ext>
                        </a:extLst>
                      </p:cNvPr>
                      <p:cNvGrpSpPr/>
                      <p:nvPr/>
                    </p:nvGrpSpPr>
                    <p:grpSpPr>
                      <a:xfrm rot="7200000">
                        <a:off x="5310186" y="3402011"/>
                        <a:ext cx="303213" cy="303213"/>
                        <a:chOff x="5354637" y="3446463"/>
                        <a:chExt cx="214313" cy="214313"/>
                      </a:xfrm>
                    </p:grpSpPr>
                    <p:sp>
                      <p:nvSpPr>
                        <p:cNvPr id="14007" name="Arc 14006">
                          <a:extLst>
                            <a:ext uri="{FF2B5EF4-FFF2-40B4-BE49-F238E27FC236}">
                              <a16:creationId xmlns:a16="http://schemas.microsoft.com/office/drawing/2014/main" id="{91704A2E-D32C-AED5-9EC4-0B63128CE17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008" name="Arc 14007">
                          <a:extLst>
                            <a:ext uri="{FF2B5EF4-FFF2-40B4-BE49-F238E27FC236}">
                              <a16:creationId xmlns:a16="http://schemas.microsoft.com/office/drawing/2014/main" id="{2C7561BC-1D34-9AE2-F744-F79ED9A9CA7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4006" name="TextBox 14005">
                        <a:extLst>
                          <a:ext uri="{FF2B5EF4-FFF2-40B4-BE49-F238E27FC236}">
                            <a16:creationId xmlns:a16="http://schemas.microsoft.com/office/drawing/2014/main" id="{95486164-C7A8-BBC1-2334-FFBAC7EDF6B8}"/>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968" name="Group 13967">
                    <a:extLst>
                      <a:ext uri="{FF2B5EF4-FFF2-40B4-BE49-F238E27FC236}">
                        <a16:creationId xmlns:a16="http://schemas.microsoft.com/office/drawing/2014/main" id="{861635D7-ACFA-763F-DD1D-63E452878890}"/>
                      </a:ext>
                    </a:extLst>
                  </p:cNvPr>
                  <p:cNvGrpSpPr/>
                  <p:nvPr/>
                </p:nvGrpSpPr>
                <p:grpSpPr>
                  <a:xfrm>
                    <a:off x="5886431" y="3525040"/>
                    <a:ext cx="393192" cy="393192"/>
                    <a:chOff x="5265196" y="3932619"/>
                    <a:chExt cx="393192" cy="393192"/>
                  </a:xfrm>
                </p:grpSpPr>
                <p:grpSp>
                  <p:nvGrpSpPr>
                    <p:cNvPr id="13992" name="Group 13991">
                      <a:extLst>
                        <a:ext uri="{FF2B5EF4-FFF2-40B4-BE49-F238E27FC236}">
                          <a16:creationId xmlns:a16="http://schemas.microsoft.com/office/drawing/2014/main" id="{E5ED81E0-9215-2181-1036-0190BE8FC90C}"/>
                        </a:ext>
                      </a:extLst>
                    </p:cNvPr>
                    <p:cNvGrpSpPr/>
                    <p:nvPr/>
                  </p:nvGrpSpPr>
                  <p:grpSpPr>
                    <a:xfrm>
                      <a:off x="5354636" y="4022061"/>
                      <a:ext cx="214313" cy="214313"/>
                      <a:chOff x="5354637" y="3446463"/>
                      <a:chExt cx="214313" cy="214313"/>
                    </a:xfrm>
                  </p:grpSpPr>
                  <p:sp>
                    <p:nvSpPr>
                      <p:cNvPr id="14000" name="Arc 13999">
                        <a:extLst>
                          <a:ext uri="{FF2B5EF4-FFF2-40B4-BE49-F238E27FC236}">
                            <a16:creationId xmlns:a16="http://schemas.microsoft.com/office/drawing/2014/main" id="{9C1D63C9-ED45-B054-A87C-CBC0BBA8C57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001" name="Arc 14000">
                        <a:extLst>
                          <a:ext uri="{FF2B5EF4-FFF2-40B4-BE49-F238E27FC236}">
                            <a16:creationId xmlns:a16="http://schemas.microsoft.com/office/drawing/2014/main" id="{E7115BAA-7FA4-DF46-026D-DCB8C71215B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993" name="Group 13992">
                      <a:extLst>
                        <a:ext uri="{FF2B5EF4-FFF2-40B4-BE49-F238E27FC236}">
                          <a16:creationId xmlns:a16="http://schemas.microsoft.com/office/drawing/2014/main" id="{A7788EEB-85BA-7E6F-0166-5FDC5539F207}"/>
                        </a:ext>
                      </a:extLst>
                    </p:cNvPr>
                    <p:cNvGrpSpPr/>
                    <p:nvPr/>
                  </p:nvGrpSpPr>
                  <p:grpSpPr>
                    <a:xfrm rot="14400000">
                      <a:off x="5310186" y="3977611"/>
                      <a:ext cx="303213" cy="303213"/>
                      <a:chOff x="5354637" y="3446463"/>
                      <a:chExt cx="214313" cy="214313"/>
                    </a:xfrm>
                  </p:grpSpPr>
                  <p:sp>
                    <p:nvSpPr>
                      <p:cNvPr id="13998" name="Arc 13997">
                        <a:extLst>
                          <a:ext uri="{FF2B5EF4-FFF2-40B4-BE49-F238E27FC236}">
                            <a16:creationId xmlns:a16="http://schemas.microsoft.com/office/drawing/2014/main" id="{EB7AE275-7AE3-A055-1451-25E5190078F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999" name="Arc 13998">
                        <a:extLst>
                          <a:ext uri="{FF2B5EF4-FFF2-40B4-BE49-F238E27FC236}">
                            <a16:creationId xmlns:a16="http://schemas.microsoft.com/office/drawing/2014/main" id="{0842AB26-D19F-52DE-DBC8-3FE467BD48F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994" name="Group 13993">
                      <a:extLst>
                        <a:ext uri="{FF2B5EF4-FFF2-40B4-BE49-F238E27FC236}">
                          <a16:creationId xmlns:a16="http://schemas.microsoft.com/office/drawing/2014/main" id="{D5E0A5C2-3D1D-B782-8D80-C8CEAC6B18F6}"/>
                        </a:ext>
                      </a:extLst>
                    </p:cNvPr>
                    <p:cNvGrpSpPr/>
                    <p:nvPr/>
                  </p:nvGrpSpPr>
                  <p:grpSpPr>
                    <a:xfrm rot="7200000">
                      <a:off x="5265196" y="3932619"/>
                      <a:ext cx="393192" cy="393192"/>
                      <a:chOff x="5354637" y="3446463"/>
                      <a:chExt cx="214313" cy="214313"/>
                    </a:xfrm>
                  </p:grpSpPr>
                  <p:sp>
                    <p:nvSpPr>
                      <p:cNvPr id="13996" name="Arc 13995">
                        <a:extLst>
                          <a:ext uri="{FF2B5EF4-FFF2-40B4-BE49-F238E27FC236}">
                            <a16:creationId xmlns:a16="http://schemas.microsoft.com/office/drawing/2014/main" id="{88F098EE-B8FE-D9CF-8805-A8017080038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997" name="Arc 13996">
                        <a:extLst>
                          <a:ext uri="{FF2B5EF4-FFF2-40B4-BE49-F238E27FC236}">
                            <a16:creationId xmlns:a16="http://schemas.microsoft.com/office/drawing/2014/main" id="{85D71C2E-6C64-0B97-0FA8-21C26C828C8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995" name="TextBox 13994">
                      <a:extLst>
                        <a:ext uri="{FF2B5EF4-FFF2-40B4-BE49-F238E27FC236}">
                          <a16:creationId xmlns:a16="http://schemas.microsoft.com/office/drawing/2014/main" id="{A3396F00-5991-915E-1B89-A746BA0D65F0}"/>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3969" name="Group 13968">
                    <a:extLst>
                      <a:ext uri="{FF2B5EF4-FFF2-40B4-BE49-F238E27FC236}">
                        <a16:creationId xmlns:a16="http://schemas.microsoft.com/office/drawing/2014/main" id="{0CF3AE0A-09E1-87E3-5256-E7F5B78E7A40}"/>
                      </a:ext>
                    </a:extLst>
                  </p:cNvPr>
                  <p:cNvGrpSpPr/>
                  <p:nvPr/>
                </p:nvGrpSpPr>
                <p:grpSpPr>
                  <a:xfrm>
                    <a:off x="6512463" y="3525040"/>
                    <a:ext cx="393192" cy="393192"/>
                    <a:chOff x="6389147" y="3357021"/>
                    <a:chExt cx="393192" cy="393192"/>
                  </a:xfrm>
                </p:grpSpPr>
                <p:grpSp>
                  <p:nvGrpSpPr>
                    <p:cNvPr id="13981" name="Group 13980">
                      <a:extLst>
                        <a:ext uri="{FF2B5EF4-FFF2-40B4-BE49-F238E27FC236}">
                          <a16:creationId xmlns:a16="http://schemas.microsoft.com/office/drawing/2014/main" id="{FA4056D7-42D9-EE70-8666-6B9EC89C463F}"/>
                        </a:ext>
                      </a:extLst>
                    </p:cNvPr>
                    <p:cNvGrpSpPr/>
                    <p:nvPr/>
                  </p:nvGrpSpPr>
                  <p:grpSpPr>
                    <a:xfrm rot="7200000" flipH="1">
                      <a:off x="6389147" y="3357021"/>
                      <a:ext cx="393192" cy="393192"/>
                      <a:chOff x="5354637" y="3446463"/>
                      <a:chExt cx="214313" cy="214313"/>
                    </a:xfrm>
                  </p:grpSpPr>
                  <p:sp>
                    <p:nvSpPr>
                      <p:cNvPr id="13990" name="Arc 13989">
                        <a:extLst>
                          <a:ext uri="{FF2B5EF4-FFF2-40B4-BE49-F238E27FC236}">
                            <a16:creationId xmlns:a16="http://schemas.microsoft.com/office/drawing/2014/main" id="{E8CF4F68-7F36-EAAA-54BC-7FAF7F55347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991" name="Arc 13990">
                        <a:extLst>
                          <a:ext uri="{FF2B5EF4-FFF2-40B4-BE49-F238E27FC236}">
                            <a16:creationId xmlns:a16="http://schemas.microsoft.com/office/drawing/2014/main" id="{C422479B-73BE-0EC4-84B6-3C08E76DD91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982" name="Group 13981">
                      <a:extLst>
                        <a:ext uri="{FF2B5EF4-FFF2-40B4-BE49-F238E27FC236}">
                          <a16:creationId xmlns:a16="http://schemas.microsoft.com/office/drawing/2014/main" id="{2B213049-A5EE-FC81-F096-1A38F3BB426F}"/>
                        </a:ext>
                      </a:extLst>
                    </p:cNvPr>
                    <p:cNvGrpSpPr/>
                    <p:nvPr/>
                  </p:nvGrpSpPr>
                  <p:grpSpPr>
                    <a:xfrm>
                      <a:off x="6434137" y="3402011"/>
                      <a:ext cx="303213" cy="303213"/>
                      <a:chOff x="6434137" y="3402011"/>
                      <a:chExt cx="303213" cy="303213"/>
                    </a:xfrm>
                  </p:grpSpPr>
                  <p:grpSp>
                    <p:nvGrpSpPr>
                      <p:cNvPr id="13983" name="Group 13982">
                        <a:extLst>
                          <a:ext uri="{FF2B5EF4-FFF2-40B4-BE49-F238E27FC236}">
                            <a16:creationId xmlns:a16="http://schemas.microsoft.com/office/drawing/2014/main" id="{A50392EC-4AF5-6615-AFEA-B23943F964C3}"/>
                          </a:ext>
                        </a:extLst>
                      </p:cNvPr>
                      <p:cNvGrpSpPr/>
                      <p:nvPr/>
                    </p:nvGrpSpPr>
                    <p:grpSpPr>
                      <a:xfrm flipH="1">
                        <a:off x="6478587" y="3446461"/>
                        <a:ext cx="214313" cy="214313"/>
                        <a:chOff x="5354637" y="3446463"/>
                        <a:chExt cx="214313" cy="214313"/>
                      </a:xfrm>
                    </p:grpSpPr>
                    <p:sp>
                      <p:nvSpPr>
                        <p:cNvPr id="13988" name="Arc 13987">
                          <a:extLst>
                            <a:ext uri="{FF2B5EF4-FFF2-40B4-BE49-F238E27FC236}">
                              <a16:creationId xmlns:a16="http://schemas.microsoft.com/office/drawing/2014/main" id="{5C6643CC-24AA-4FFB-E624-C7473E5CB97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989" name="Arc 13988">
                          <a:extLst>
                            <a:ext uri="{FF2B5EF4-FFF2-40B4-BE49-F238E27FC236}">
                              <a16:creationId xmlns:a16="http://schemas.microsoft.com/office/drawing/2014/main" id="{D2E975EB-30A6-9476-2A61-AC24C77761B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984" name="Group 13983">
                        <a:extLst>
                          <a:ext uri="{FF2B5EF4-FFF2-40B4-BE49-F238E27FC236}">
                            <a16:creationId xmlns:a16="http://schemas.microsoft.com/office/drawing/2014/main" id="{94F0F9FA-BE33-F092-AFB5-48EC801EBD06}"/>
                          </a:ext>
                        </a:extLst>
                      </p:cNvPr>
                      <p:cNvGrpSpPr/>
                      <p:nvPr/>
                    </p:nvGrpSpPr>
                    <p:grpSpPr>
                      <a:xfrm rot="14400000" flipH="1">
                        <a:off x="6434137" y="3402011"/>
                        <a:ext cx="303213" cy="303213"/>
                        <a:chOff x="5354637" y="3446463"/>
                        <a:chExt cx="214313" cy="214313"/>
                      </a:xfrm>
                    </p:grpSpPr>
                    <p:sp>
                      <p:nvSpPr>
                        <p:cNvPr id="13986" name="Arc 13985">
                          <a:extLst>
                            <a:ext uri="{FF2B5EF4-FFF2-40B4-BE49-F238E27FC236}">
                              <a16:creationId xmlns:a16="http://schemas.microsoft.com/office/drawing/2014/main" id="{0275BCB8-5CAB-283C-4046-A1AE6253A90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987" name="Arc 13986">
                          <a:extLst>
                            <a:ext uri="{FF2B5EF4-FFF2-40B4-BE49-F238E27FC236}">
                              <a16:creationId xmlns:a16="http://schemas.microsoft.com/office/drawing/2014/main" id="{6D9DA65A-A1B1-18C2-E18B-9FC3B7CA32E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985" name="TextBox 13984">
                        <a:extLst>
                          <a:ext uri="{FF2B5EF4-FFF2-40B4-BE49-F238E27FC236}">
                            <a16:creationId xmlns:a16="http://schemas.microsoft.com/office/drawing/2014/main" id="{E11B7220-51CA-D912-2E45-BFDF78DA551B}"/>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970" name="Group 13969">
                    <a:extLst>
                      <a:ext uri="{FF2B5EF4-FFF2-40B4-BE49-F238E27FC236}">
                        <a16:creationId xmlns:a16="http://schemas.microsoft.com/office/drawing/2014/main" id="{F9360E66-493C-60BB-B0D0-8C175D4C6AF4}"/>
                      </a:ext>
                    </a:extLst>
                  </p:cNvPr>
                  <p:cNvGrpSpPr/>
                  <p:nvPr/>
                </p:nvGrpSpPr>
                <p:grpSpPr>
                  <a:xfrm>
                    <a:off x="6197413" y="3225768"/>
                    <a:ext cx="393192" cy="393192"/>
                    <a:chOff x="6389147" y="3932622"/>
                    <a:chExt cx="393192" cy="393192"/>
                  </a:xfrm>
                </p:grpSpPr>
                <p:grpSp>
                  <p:nvGrpSpPr>
                    <p:cNvPr id="13971" name="Group 13970">
                      <a:extLst>
                        <a:ext uri="{FF2B5EF4-FFF2-40B4-BE49-F238E27FC236}">
                          <a16:creationId xmlns:a16="http://schemas.microsoft.com/office/drawing/2014/main" id="{2E2FC9E3-EAD6-224C-401C-314845464236}"/>
                        </a:ext>
                      </a:extLst>
                    </p:cNvPr>
                    <p:cNvGrpSpPr/>
                    <p:nvPr/>
                  </p:nvGrpSpPr>
                  <p:grpSpPr>
                    <a:xfrm flipH="1">
                      <a:off x="6478587" y="4022061"/>
                      <a:ext cx="214313" cy="214313"/>
                      <a:chOff x="5354637" y="3446463"/>
                      <a:chExt cx="214313" cy="214313"/>
                    </a:xfrm>
                  </p:grpSpPr>
                  <p:sp>
                    <p:nvSpPr>
                      <p:cNvPr id="13979" name="Arc 13978">
                        <a:extLst>
                          <a:ext uri="{FF2B5EF4-FFF2-40B4-BE49-F238E27FC236}">
                            <a16:creationId xmlns:a16="http://schemas.microsoft.com/office/drawing/2014/main" id="{1ECDE5E9-3427-B816-212C-5175D497316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980" name="Arc 13979">
                        <a:extLst>
                          <a:ext uri="{FF2B5EF4-FFF2-40B4-BE49-F238E27FC236}">
                            <a16:creationId xmlns:a16="http://schemas.microsoft.com/office/drawing/2014/main" id="{5445CD37-E2E7-B6D0-0BB0-B28F713CDE9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972" name="Group 13971">
                      <a:extLst>
                        <a:ext uri="{FF2B5EF4-FFF2-40B4-BE49-F238E27FC236}">
                          <a16:creationId xmlns:a16="http://schemas.microsoft.com/office/drawing/2014/main" id="{ED7DB5AD-81C9-0768-27BC-4D2C34FEB4F8}"/>
                        </a:ext>
                      </a:extLst>
                    </p:cNvPr>
                    <p:cNvGrpSpPr/>
                    <p:nvPr/>
                  </p:nvGrpSpPr>
                  <p:grpSpPr>
                    <a:xfrm rot="7200000" flipH="1">
                      <a:off x="6434137" y="3977611"/>
                      <a:ext cx="303213" cy="303213"/>
                      <a:chOff x="5354637" y="3446463"/>
                      <a:chExt cx="214313" cy="214313"/>
                    </a:xfrm>
                  </p:grpSpPr>
                  <p:sp>
                    <p:nvSpPr>
                      <p:cNvPr id="13977" name="Arc 13976">
                        <a:extLst>
                          <a:ext uri="{FF2B5EF4-FFF2-40B4-BE49-F238E27FC236}">
                            <a16:creationId xmlns:a16="http://schemas.microsoft.com/office/drawing/2014/main" id="{DA1CF1FC-9968-8A8B-8D03-9A6E885DD36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978" name="Arc 13977">
                        <a:extLst>
                          <a:ext uri="{FF2B5EF4-FFF2-40B4-BE49-F238E27FC236}">
                            <a16:creationId xmlns:a16="http://schemas.microsoft.com/office/drawing/2014/main" id="{41D7DFFB-92B0-6D95-45DB-946C6ADA9E7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973" name="Group 13972">
                      <a:extLst>
                        <a:ext uri="{FF2B5EF4-FFF2-40B4-BE49-F238E27FC236}">
                          <a16:creationId xmlns:a16="http://schemas.microsoft.com/office/drawing/2014/main" id="{962DF64B-3601-7B58-34B7-3DC7856C2006}"/>
                        </a:ext>
                      </a:extLst>
                    </p:cNvPr>
                    <p:cNvGrpSpPr/>
                    <p:nvPr/>
                  </p:nvGrpSpPr>
                  <p:grpSpPr>
                    <a:xfrm rot="14400000" flipH="1">
                      <a:off x="6389147" y="3932622"/>
                      <a:ext cx="393192" cy="393192"/>
                      <a:chOff x="5354637" y="3446463"/>
                      <a:chExt cx="214313" cy="214313"/>
                    </a:xfrm>
                  </p:grpSpPr>
                  <p:sp>
                    <p:nvSpPr>
                      <p:cNvPr id="13975" name="Arc 13974">
                        <a:extLst>
                          <a:ext uri="{FF2B5EF4-FFF2-40B4-BE49-F238E27FC236}">
                            <a16:creationId xmlns:a16="http://schemas.microsoft.com/office/drawing/2014/main" id="{608B1042-ADCC-04FF-B887-C5EF9F2A1DF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976" name="Arc 13975">
                        <a:extLst>
                          <a:ext uri="{FF2B5EF4-FFF2-40B4-BE49-F238E27FC236}">
                            <a16:creationId xmlns:a16="http://schemas.microsoft.com/office/drawing/2014/main" id="{ED6CEB7C-4A0E-A8CF-F2EE-874FD0FC800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974" name="TextBox 13973">
                      <a:extLst>
                        <a:ext uri="{FF2B5EF4-FFF2-40B4-BE49-F238E27FC236}">
                          <a16:creationId xmlns:a16="http://schemas.microsoft.com/office/drawing/2014/main" id="{A4D5A0BC-158B-393E-99D8-4C3725269B47}"/>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2244" name="Group 12243">
              <a:extLst>
                <a:ext uri="{FF2B5EF4-FFF2-40B4-BE49-F238E27FC236}">
                  <a16:creationId xmlns:a16="http://schemas.microsoft.com/office/drawing/2014/main" id="{DCCD6DF3-77CB-C9B6-D80F-D4034B78831D}"/>
                </a:ext>
              </a:extLst>
            </p:cNvPr>
            <p:cNvGrpSpPr/>
            <p:nvPr/>
          </p:nvGrpSpPr>
          <p:grpSpPr>
            <a:xfrm>
              <a:off x="7543526" y="535201"/>
              <a:ext cx="2263438" cy="2198360"/>
              <a:chOff x="5445106" y="2039507"/>
              <a:chExt cx="2263438" cy="2198360"/>
            </a:xfrm>
          </p:grpSpPr>
          <p:grpSp>
            <p:nvGrpSpPr>
              <p:cNvPr id="13773" name="Group 13772">
                <a:extLst>
                  <a:ext uri="{FF2B5EF4-FFF2-40B4-BE49-F238E27FC236}">
                    <a16:creationId xmlns:a16="http://schemas.microsoft.com/office/drawing/2014/main" id="{3D04F3D6-5783-0720-7342-CB67AD678232}"/>
                  </a:ext>
                </a:extLst>
              </p:cNvPr>
              <p:cNvGrpSpPr/>
              <p:nvPr/>
            </p:nvGrpSpPr>
            <p:grpSpPr>
              <a:xfrm>
                <a:off x="5445106" y="2644743"/>
                <a:ext cx="1643204" cy="1593124"/>
                <a:chOff x="5445106" y="2644743"/>
                <a:chExt cx="1643204" cy="1593124"/>
              </a:xfrm>
            </p:grpSpPr>
            <p:grpSp>
              <p:nvGrpSpPr>
                <p:cNvPr id="13869" name="Group 13868">
                  <a:extLst>
                    <a:ext uri="{FF2B5EF4-FFF2-40B4-BE49-F238E27FC236}">
                      <a16:creationId xmlns:a16="http://schemas.microsoft.com/office/drawing/2014/main" id="{33104C34-3273-0324-3B49-5A69BCE14437}"/>
                    </a:ext>
                  </a:extLst>
                </p:cNvPr>
                <p:cNvGrpSpPr/>
                <p:nvPr/>
              </p:nvGrpSpPr>
              <p:grpSpPr>
                <a:xfrm>
                  <a:off x="5445106" y="2644743"/>
                  <a:ext cx="1019224" cy="991639"/>
                  <a:chOff x="5886431" y="3225768"/>
                  <a:chExt cx="1019224" cy="991639"/>
                </a:xfrm>
              </p:grpSpPr>
              <p:grpSp>
                <p:nvGrpSpPr>
                  <p:cNvPr id="13917" name="Group 13916">
                    <a:extLst>
                      <a:ext uri="{FF2B5EF4-FFF2-40B4-BE49-F238E27FC236}">
                        <a16:creationId xmlns:a16="http://schemas.microsoft.com/office/drawing/2014/main" id="{3810C53A-BD60-9EAE-8812-EBA474BFC5E4}"/>
                      </a:ext>
                    </a:extLst>
                  </p:cNvPr>
                  <p:cNvGrpSpPr/>
                  <p:nvPr/>
                </p:nvGrpSpPr>
                <p:grpSpPr>
                  <a:xfrm>
                    <a:off x="6197413" y="3824215"/>
                    <a:ext cx="393192" cy="393192"/>
                    <a:chOff x="5265196" y="3357021"/>
                    <a:chExt cx="393192" cy="393192"/>
                  </a:xfrm>
                </p:grpSpPr>
                <p:grpSp>
                  <p:nvGrpSpPr>
                    <p:cNvPr id="13952" name="Group 13951">
                      <a:extLst>
                        <a:ext uri="{FF2B5EF4-FFF2-40B4-BE49-F238E27FC236}">
                          <a16:creationId xmlns:a16="http://schemas.microsoft.com/office/drawing/2014/main" id="{83CDFA38-8CF7-8ADA-CC44-8D02B218B2BF}"/>
                        </a:ext>
                      </a:extLst>
                    </p:cNvPr>
                    <p:cNvGrpSpPr/>
                    <p:nvPr/>
                  </p:nvGrpSpPr>
                  <p:grpSpPr>
                    <a:xfrm rot="14400000">
                      <a:off x="5265196" y="3357021"/>
                      <a:ext cx="393192" cy="393192"/>
                      <a:chOff x="5354637" y="3446463"/>
                      <a:chExt cx="214313" cy="214313"/>
                    </a:xfrm>
                  </p:grpSpPr>
                  <p:sp>
                    <p:nvSpPr>
                      <p:cNvPr id="13961" name="Arc 13960">
                        <a:extLst>
                          <a:ext uri="{FF2B5EF4-FFF2-40B4-BE49-F238E27FC236}">
                            <a16:creationId xmlns:a16="http://schemas.microsoft.com/office/drawing/2014/main" id="{3E5C021F-1249-B360-8701-2F3C63B03D8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962" name="Arc 13961">
                        <a:extLst>
                          <a:ext uri="{FF2B5EF4-FFF2-40B4-BE49-F238E27FC236}">
                            <a16:creationId xmlns:a16="http://schemas.microsoft.com/office/drawing/2014/main" id="{BD417075-81D0-E9D0-E6EB-CE6E694F61A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953" name="Group 13952">
                      <a:extLst>
                        <a:ext uri="{FF2B5EF4-FFF2-40B4-BE49-F238E27FC236}">
                          <a16:creationId xmlns:a16="http://schemas.microsoft.com/office/drawing/2014/main" id="{F1F6B61F-74E2-D785-0C4A-750EADBD251B}"/>
                        </a:ext>
                      </a:extLst>
                    </p:cNvPr>
                    <p:cNvGrpSpPr/>
                    <p:nvPr/>
                  </p:nvGrpSpPr>
                  <p:grpSpPr>
                    <a:xfrm>
                      <a:off x="5310186" y="3402011"/>
                      <a:ext cx="303213" cy="303213"/>
                      <a:chOff x="5310186" y="3402011"/>
                      <a:chExt cx="303213" cy="303213"/>
                    </a:xfrm>
                  </p:grpSpPr>
                  <p:grpSp>
                    <p:nvGrpSpPr>
                      <p:cNvPr id="13954" name="Group 13953">
                        <a:extLst>
                          <a:ext uri="{FF2B5EF4-FFF2-40B4-BE49-F238E27FC236}">
                            <a16:creationId xmlns:a16="http://schemas.microsoft.com/office/drawing/2014/main" id="{8C2255AC-98BB-BA2B-FDC2-30A6C22C2858}"/>
                          </a:ext>
                        </a:extLst>
                      </p:cNvPr>
                      <p:cNvGrpSpPr/>
                      <p:nvPr/>
                    </p:nvGrpSpPr>
                    <p:grpSpPr>
                      <a:xfrm>
                        <a:off x="5354636" y="3446461"/>
                        <a:ext cx="214313" cy="214313"/>
                        <a:chOff x="5354637" y="3446463"/>
                        <a:chExt cx="214313" cy="214313"/>
                      </a:xfrm>
                    </p:grpSpPr>
                    <p:sp>
                      <p:nvSpPr>
                        <p:cNvPr id="13959" name="Arc 13958">
                          <a:extLst>
                            <a:ext uri="{FF2B5EF4-FFF2-40B4-BE49-F238E27FC236}">
                              <a16:creationId xmlns:a16="http://schemas.microsoft.com/office/drawing/2014/main" id="{6B2ACC6D-DE08-CC9C-3183-1408E84E644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960" name="Arc 13959">
                          <a:extLst>
                            <a:ext uri="{FF2B5EF4-FFF2-40B4-BE49-F238E27FC236}">
                              <a16:creationId xmlns:a16="http://schemas.microsoft.com/office/drawing/2014/main" id="{01C18306-B79E-B29C-A80C-26993C00968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955" name="Group 13954">
                        <a:extLst>
                          <a:ext uri="{FF2B5EF4-FFF2-40B4-BE49-F238E27FC236}">
                            <a16:creationId xmlns:a16="http://schemas.microsoft.com/office/drawing/2014/main" id="{E75DD178-A1DD-65C5-8251-CF7CEB474E85}"/>
                          </a:ext>
                        </a:extLst>
                      </p:cNvPr>
                      <p:cNvGrpSpPr/>
                      <p:nvPr/>
                    </p:nvGrpSpPr>
                    <p:grpSpPr>
                      <a:xfrm rot="7200000">
                        <a:off x="5310186" y="3402011"/>
                        <a:ext cx="303213" cy="303213"/>
                        <a:chOff x="5354637" y="3446463"/>
                        <a:chExt cx="214313" cy="214313"/>
                      </a:xfrm>
                    </p:grpSpPr>
                    <p:sp>
                      <p:nvSpPr>
                        <p:cNvPr id="13957" name="Arc 13956">
                          <a:extLst>
                            <a:ext uri="{FF2B5EF4-FFF2-40B4-BE49-F238E27FC236}">
                              <a16:creationId xmlns:a16="http://schemas.microsoft.com/office/drawing/2014/main" id="{AB58E4C6-1895-F2D9-7FB8-167CDB7A7BB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958" name="Arc 13957">
                          <a:extLst>
                            <a:ext uri="{FF2B5EF4-FFF2-40B4-BE49-F238E27FC236}">
                              <a16:creationId xmlns:a16="http://schemas.microsoft.com/office/drawing/2014/main" id="{814EA94E-F4C2-28CB-A5F5-C1A5527EE66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956" name="TextBox 13955">
                        <a:extLst>
                          <a:ext uri="{FF2B5EF4-FFF2-40B4-BE49-F238E27FC236}">
                            <a16:creationId xmlns:a16="http://schemas.microsoft.com/office/drawing/2014/main" id="{360FF9A1-86D0-7110-82A6-F7963509AE51}"/>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918" name="Group 13917">
                    <a:extLst>
                      <a:ext uri="{FF2B5EF4-FFF2-40B4-BE49-F238E27FC236}">
                        <a16:creationId xmlns:a16="http://schemas.microsoft.com/office/drawing/2014/main" id="{253B5B30-5283-774E-59A4-A2D8C7036DBF}"/>
                      </a:ext>
                    </a:extLst>
                  </p:cNvPr>
                  <p:cNvGrpSpPr/>
                  <p:nvPr/>
                </p:nvGrpSpPr>
                <p:grpSpPr>
                  <a:xfrm>
                    <a:off x="5886431" y="3525040"/>
                    <a:ext cx="393192" cy="393192"/>
                    <a:chOff x="5265196" y="3932619"/>
                    <a:chExt cx="393192" cy="393192"/>
                  </a:xfrm>
                </p:grpSpPr>
                <p:grpSp>
                  <p:nvGrpSpPr>
                    <p:cNvPr id="13942" name="Group 13941">
                      <a:extLst>
                        <a:ext uri="{FF2B5EF4-FFF2-40B4-BE49-F238E27FC236}">
                          <a16:creationId xmlns:a16="http://schemas.microsoft.com/office/drawing/2014/main" id="{75FD60A7-F91B-FA5C-C292-9DDD6A4CB4FF}"/>
                        </a:ext>
                      </a:extLst>
                    </p:cNvPr>
                    <p:cNvGrpSpPr/>
                    <p:nvPr/>
                  </p:nvGrpSpPr>
                  <p:grpSpPr>
                    <a:xfrm>
                      <a:off x="5354636" y="4022061"/>
                      <a:ext cx="214313" cy="214313"/>
                      <a:chOff x="5354637" y="3446463"/>
                      <a:chExt cx="214313" cy="214313"/>
                    </a:xfrm>
                  </p:grpSpPr>
                  <p:sp>
                    <p:nvSpPr>
                      <p:cNvPr id="13950" name="Arc 13949">
                        <a:extLst>
                          <a:ext uri="{FF2B5EF4-FFF2-40B4-BE49-F238E27FC236}">
                            <a16:creationId xmlns:a16="http://schemas.microsoft.com/office/drawing/2014/main" id="{533AB6F1-6582-A77C-FA29-060AF42D110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951" name="Arc 13950">
                        <a:extLst>
                          <a:ext uri="{FF2B5EF4-FFF2-40B4-BE49-F238E27FC236}">
                            <a16:creationId xmlns:a16="http://schemas.microsoft.com/office/drawing/2014/main" id="{87D2E616-83C1-6903-2566-E12AB1032D5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943" name="Group 13942">
                      <a:extLst>
                        <a:ext uri="{FF2B5EF4-FFF2-40B4-BE49-F238E27FC236}">
                          <a16:creationId xmlns:a16="http://schemas.microsoft.com/office/drawing/2014/main" id="{BDD8F44C-A75B-FD00-413D-16C5ECF5B2BE}"/>
                        </a:ext>
                      </a:extLst>
                    </p:cNvPr>
                    <p:cNvGrpSpPr/>
                    <p:nvPr/>
                  </p:nvGrpSpPr>
                  <p:grpSpPr>
                    <a:xfrm rot="14400000">
                      <a:off x="5310186" y="3977611"/>
                      <a:ext cx="303213" cy="303213"/>
                      <a:chOff x="5354637" y="3446463"/>
                      <a:chExt cx="214313" cy="214313"/>
                    </a:xfrm>
                  </p:grpSpPr>
                  <p:sp>
                    <p:nvSpPr>
                      <p:cNvPr id="13948" name="Arc 13947">
                        <a:extLst>
                          <a:ext uri="{FF2B5EF4-FFF2-40B4-BE49-F238E27FC236}">
                            <a16:creationId xmlns:a16="http://schemas.microsoft.com/office/drawing/2014/main" id="{5F06846A-1519-F721-C10F-DE5D2082114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949" name="Arc 13948">
                        <a:extLst>
                          <a:ext uri="{FF2B5EF4-FFF2-40B4-BE49-F238E27FC236}">
                            <a16:creationId xmlns:a16="http://schemas.microsoft.com/office/drawing/2014/main" id="{348B4518-6357-A0F3-DF66-D2A3273AD02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944" name="Group 13943">
                      <a:extLst>
                        <a:ext uri="{FF2B5EF4-FFF2-40B4-BE49-F238E27FC236}">
                          <a16:creationId xmlns:a16="http://schemas.microsoft.com/office/drawing/2014/main" id="{6BFB88AF-808D-375D-46F5-4AD61C275966}"/>
                        </a:ext>
                      </a:extLst>
                    </p:cNvPr>
                    <p:cNvGrpSpPr/>
                    <p:nvPr/>
                  </p:nvGrpSpPr>
                  <p:grpSpPr>
                    <a:xfrm rot="7200000">
                      <a:off x="5265196" y="3932619"/>
                      <a:ext cx="393192" cy="393192"/>
                      <a:chOff x="5354637" y="3446463"/>
                      <a:chExt cx="214313" cy="214313"/>
                    </a:xfrm>
                  </p:grpSpPr>
                  <p:sp>
                    <p:nvSpPr>
                      <p:cNvPr id="13946" name="Arc 13945">
                        <a:extLst>
                          <a:ext uri="{FF2B5EF4-FFF2-40B4-BE49-F238E27FC236}">
                            <a16:creationId xmlns:a16="http://schemas.microsoft.com/office/drawing/2014/main" id="{D14B2837-A7C8-A5D3-F4FC-D1B19538FEF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947" name="Arc 13946">
                        <a:extLst>
                          <a:ext uri="{FF2B5EF4-FFF2-40B4-BE49-F238E27FC236}">
                            <a16:creationId xmlns:a16="http://schemas.microsoft.com/office/drawing/2014/main" id="{5B4D4A81-FFC4-7DA2-9CBC-C114EB28BDE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945" name="TextBox 13944">
                      <a:extLst>
                        <a:ext uri="{FF2B5EF4-FFF2-40B4-BE49-F238E27FC236}">
                          <a16:creationId xmlns:a16="http://schemas.microsoft.com/office/drawing/2014/main" id="{31037933-B260-5755-6824-5D29DFDE4AFF}"/>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3919" name="Group 13918">
                    <a:extLst>
                      <a:ext uri="{FF2B5EF4-FFF2-40B4-BE49-F238E27FC236}">
                        <a16:creationId xmlns:a16="http://schemas.microsoft.com/office/drawing/2014/main" id="{0052A5B1-4CD2-90DA-392B-34AA6C2C34F0}"/>
                      </a:ext>
                    </a:extLst>
                  </p:cNvPr>
                  <p:cNvGrpSpPr/>
                  <p:nvPr/>
                </p:nvGrpSpPr>
                <p:grpSpPr>
                  <a:xfrm>
                    <a:off x="6512463" y="3525040"/>
                    <a:ext cx="393192" cy="393192"/>
                    <a:chOff x="6389147" y="3357021"/>
                    <a:chExt cx="393192" cy="393192"/>
                  </a:xfrm>
                </p:grpSpPr>
                <p:grpSp>
                  <p:nvGrpSpPr>
                    <p:cNvPr id="13931" name="Group 13930">
                      <a:extLst>
                        <a:ext uri="{FF2B5EF4-FFF2-40B4-BE49-F238E27FC236}">
                          <a16:creationId xmlns:a16="http://schemas.microsoft.com/office/drawing/2014/main" id="{3EE5DE9A-44E6-149A-B9EC-BF6455E2C155}"/>
                        </a:ext>
                      </a:extLst>
                    </p:cNvPr>
                    <p:cNvGrpSpPr/>
                    <p:nvPr/>
                  </p:nvGrpSpPr>
                  <p:grpSpPr>
                    <a:xfrm rot="7200000" flipH="1">
                      <a:off x="6389147" y="3357021"/>
                      <a:ext cx="393192" cy="393192"/>
                      <a:chOff x="5354637" y="3446463"/>
                      <a:chExt cx="214313" cy="214313"/>
                    </a:xfrm>
                  </p:grpSpPr>
                  <p:sp>
                    <p:nvSpPr>
                      <p:cNvPr id="13940" name="Arc 13939">
                        <a:extLst>
                          <a:ext uri="{FF2B5EF4-FFF2-40B4-BE49-F238E27FC236}">
                            <a16:creationId xmlns:a16="http://schemas.microsoft.com/office/drawing/2014/main" id="{71EFA1AC-926E-A3D1-BDCF-6824D5299C1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941" name="Arc 13940">
                        <a:extLst>
                          <a:ext uri="{FF2B5EF4-FFF2-40B4-BE49-F238E27FC236}">
                            <a16:creationId xmlns:a16="http://schemas.microsoft.com/office/drawing/2014/main" id="{5B8EEB6A-6978-D148-ED01-31E9DF088FF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932" name="Group 13931">
                      <a:extLst>
                        <a:ext uri="{FF2B5EF4-FFF2-40B4-BE49-F238E27FC236}">
                          <a16:creationId xmlns:a16="http://schemas.microsoft.com/office/drawing/2014/main" id="{089DD301-B605-F692-EB8A-DA69837EAE03}"/>
                        </a:ext>
                      </a:extLst>
                    </p:cNvPr>
                    <p:cNvGrpSpPr/>
                    <p:nvPr/>
                  </p:nvGrpSpPr>
                  <p:grpSpPr>
                    <a:xfrm>
                      <a:off x="6434137" y="3402011"/>
                      <a:ext cx="303213" cy="303213"/>
                      <a:chOff x="6434137" y="3402011"/>
                      <a:chExt cx="303213" cy="303213"/>
                    </a:xfrm>
                  </p:grpSpPr>
                  <p:grpSp>
                    <p:nvGrpSpPr>
                      <p:cNvPr id="13933" name="Group 13932">
                        <a:extLst>
                          <a:ext uri="{FF2B5EF4-FFF2-40B4-BE49-F238E27FC236}">
                            <a16:creationId xmlns:a16="http://schemas.microsoft.com/office/drawing/2014/main" id="{C2863142-BB19-CD3F-A1C1-9FBCF7439DE8}"/>
                          </a:ext>
                        </a:extLst>
                      </p:cNvPr>
                      <p:cNvGrpSpPr/>
                      <p:nvPr/>
                    </p:nvGrpSpPr>
                    <p:grpSpPr>
                      <a:xfrm flipH="1">
                        <a:off x="6478587" y="3446461"/>
                        <a:ext cx="214313" cy="214313"/>
                        <a:chOff x="5354637" y="3446463"/>
                        <a:chExt cx="214313" cy="214313"/>
                      </a:xfrm>
                    </p:grpSpPr>
                    <p:sp>
                      <p:nvSpPr>
                        <p:cNvPr id="13938" name="Arc 13937">
                          <a:extLst>
                            <a:ext uri="{FF2B5EF4-FFF2-40B4-BE49-F238E27FC236}">
                              <a16:creationId xmlns:a16="http://schemas.microsoft.com/office/drawing/2014/main" id="{764B697B-58B7-5C79-80A5-231C8BE02E4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939" name="Arc 13938">
                          <a:extLst>
                            <a:ext uri="{FF2B5EF4-FFF2-40B4-BE49-F238E27FC236}">
                              <a16:creationId xmlns:a16="http://schemas.microsoft.com/office/drawing/2014/main" id="{F4158473-5FF3-D76E-ABEB-52A62018E8C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934" name="Group 13933">
                        <a:extLst>
                          <a:ext uri="{FF2B5EF4-FFF2-40B4-BE49-F238E27FC236}">
                            <a16:creationId xmlns:a16="http://schemas.microsoft.com/office/drawing/2014/main" id="{C5FD8099-C440-DA6C-39D3-C54A4D3B4095}"/>
                          </a:ext>
                        </a:extLst>
                      </p:cNvPr>
                      <p:cNvGrpSpPr/>
                      <p:nvPr/>
                    </p:nvGrpSpPr>
                    <p:grpSpPr>
                      <a:xfrm rot="14400000" flipH="1">
                        <a:off x="6434137" y="3402011"/>
                        <a:ext cx="303213" cy="303213"/>
                        <a:chOff x="5354637" y="3446463"/>
                        <a:chExt cx="214313" cy="214313"/>
                      </a:xfrm>
                    </p:grpSpPr>
                    <p:sp>
                      <p:nvSpPr>
                        <p:cNvPr id="13936" name="Arc 13935">
                          <a:extLst>
                            <a:ext uri="{FF2B5EF4-FFF2-40B4-BE49-F238E27FC236}">
                              <a16:creationId xmlns:a16="http://schemas.microsoft.com/office/drawing/2014/main" id="{66F4D300-7B15-5540-ECEC-894E3388618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937" name="Arc 13936">
                          <a:extLst>
                            <a:ext uri="{FF2B5EF4-FFF2-40B4-BE49-F238E27FC236}">
                              <a16:creationId xmlns:a16="http://schemas.microsoft.com/office/drawing/2014/main" id="{179199CA-93E3-8043-10CE-39A49BAD745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935" name="TextBox 13934">
                        <a:extLst>
                          <a:ext uri="{FF2B5EF4-FFF2-40B4-BE49-F238E27FC236}">
                            <a16:creationId xmlns:a16="http://schemas.microsoft.com/office/drawing/2014/main" id="{932A6E63-F04E-DBDF-3B37-C8D437A8C57B}"/>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920" name="Group 13919">
                    <a:extLst>
                      <a:ext uri="{FF2B5EF4-FFF2-40B4-BE49-F238E27FC236}">
                        <a16:creationId xmlns:a16="http://schemas.microsoft.com/office/drawing/2014/main" id="{C4904B26-D7F2-37E0-B932-2E761D71E67E}"/>
                      </a:ext>
                    </a:extLst>
                  </p:cNvPr>
                  <p:cNvGrpSpPr/>
                  <p:nvPr/>
                </p:nvGrpSpPr>
                <p:grpSpPr>
                  <a:xfrm>
                    <a:off x="6197413" y="3225768"/>
                    <a:ext cx="393192" cy="393192"/>
                    <a:chOff x="6389147" y="3932622"/>
                    <a:chExt cx="393192" cy="393192"/>
                  </a:xfrm>
                </p:grpSpPr>
                <p:grpSp>
                  <p:nvGrpSpPr>
                    <p:cNvPr id="13921" name="Group 13920">
                      <a:extLst>
                        <a:ext uri="{FF2B5EF4-FFF2-40B4-BE49-F238E27FC236}">
                          <a16:creationId xmlns:a16="http://schemas.microsoft.com/office/drawing/2014/main" id="{B42F80FE-3907-F9BC-59D9-7E1795969612}"/>
                        </a:ext>
                      </a:extLst>
                    </p:cNvPr>
                    <p:cNvGrpSpPr/>
                    <p:nvPr/>
                  </p:nvGrpSpPr>
                  <p:grpSpPr>
                    <a:xfrm flipH="1">
                      <a:off x="6478587" y="4022061"/>
                      <a:ext cx="214313" cy="214313"/>
                      <a:chOff x="5354637" y="3446463"/>
                      <a:chExt cx="214313" cy="214313"/>
                    </a:xfrm>
                  </p:grpSpPr>
                  <p:sp>
                    <p:nvSpPr>
                      <p:cNvPr id="13929" name="Arc 13928">
                        <a:extLst>
                          <a:ext uri="{FF2B5EF4-FFF2-40B4-BE49-F238E27FC236}">
                            <a16:creationId xmlns:a16="http://schemas.microsoft.com/office/drawing/2014/main" id="{117C3874-65BA-9C37-3E48-592A546F5FC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930" name="Arc 13929">
                        <a:extLst>
                          <a:ext uri="{FF2B5EF4-FFF2-40B4-BE49-F238E27FC236}">
                            <a16:creationId xmlns:a16="http://schemas.microsoft.com/office/drawing/2014/main" id="{F3773DB2-EEC7-0467-00F7-BE838DC1E0C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922" name="Group 13921">
                      <a:extLst>
                        <a:ext uri="{FF2B5EF4-FFF2-40B4-BE49-F238E27FC236}">
                          <a16:creationId xmlns:a16="http://schemas.microsoft.com/office/drawing/2014/main" id="{E02E90F4-2919-C792-DF10-737BC2F10EEF}"/>
                        </a:ext>
                      </a:extLst>
                    </p:cNvPr>
                    <p:cNvGrpSpPr/>
                    <p:nvPr/>
                  </p:nvGrpSpPr>
                  <p:grpSpPr>
                    <a:xfrm rot="7200000" flipH="1">
                      <a:off x="6434137" y="3977611"/>
                      <a:ext cx="303213" cy="303213"/>
                      <a:chOff x="5354637" y="3446463"/>
                      <a:chExt cx="214313" cy="214313"/>
                    </a:xfrm>
                  </p:grpSpPr>
                  <p:sp>
                    <p:nvSpPr>
                      <p:cNvPr id="13927" name="Arc 13926">
                        <a:extLst>
                          <a:ext uri="{FF2B5EF4-FFF2-40B4-BE49-F238E27FC236}">
                            <a16:creationId xmlns:a16="http://schemas.microsoft.com/office/drawing/2014/main" id="{6757ECF6-96DA-6515-7C04-CB6528AA3A3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928" name="Arc 13927">
                        <a:extLst>
                          <a:ext uri="{FF2B5EF4-FFF2-40B4-BE49-F238E27FC236}">
                            <a16:creationId xmlns:a16="http://schemas.microsoft.com/office/drawing/2014/main" id="{2712E544-49D3-894E-1AEE-015BAF461A1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923" name="Group 13922">
                      <a:extLst>
                        <a:ext uri="{FF2B5EF4-FFF2-40B4-BE49-F238E27FC236}">
                          <a16:creationId xmlns:a16="http://schemas.microsoft.com/office/drawing/2014/main" id="{96695037-3EA0-B63D-C642-96A219618C72}"/>
                        </a:ext>
                      </a:extLst>
                    </p:cNvPr>
                    <p:cNvGrpSpPr/>
                    <p:nvPr/>
                  </p:nvGrpSpPr>
                  <p:grpSpPr>
                    <a:xfrm rot="14400000" flipH="1">
                      <a:off x="6389147" y="3932622"/>
                      <a:ext cx="393192" cy="393192"/>
                      <a:chOff x="5354637" y="3446463"/>
                      <a:chExt cx="214313" cy="214313"/>
                    </a:xfrm>
                  </p:grpSpPr>
                  <p:sp>
                    <p:nvSpPr>
                      <p:cNvPr id="13925" name="Arc 13924">
                        <a:extLst>
                          <a:ext uri="{FF2B5EF4-FFF2-40B4-BE49-F238E27FC236}">
                            <a16:creationId xmlns:a16="http://schemas.microsoft.com/office/drawing/2014/main" id="{2BCF9CBE-8071-5E1B-0CBA-86EC8684DDE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926" name="Arc 13925">
                        <a:extLst>
                          <a:ext uri="{FF2B5EF4-FFF2-40B4-BE49-F238E27FC236}">
                            <a16:creationId xmlns:a16="http://schemas.microsoft.com/office/drawing/2014/main" id="{544DD3F1-51D4-AF87-F682-C6C986412C7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924" name="TextBox 13923">
                      <a:extLst>
                        <a:ext uri="{FF2B5EF4-FFF2-40B4-BE49-F238E27FC236}">
                          <a16:creationId xmlns:a16="http://schemas.microsoft.com/office/drawing/2014/main" id="{2001B4D5-2D10-FE94-241F-2F04F5FA3E9E}"/>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870" name="Group 13869">
                  <a:extLst>
                    <a:ext uri="{FF2B5EF4-FFF2-40B4-BE49-F238E27FC236}">
                      <a16:creationId xmlns:a16="http://schemas.microsoft.com/office/drawing/2014/main" id="{F15C137A-3808-D491-E0CD-FF48080253D1}"/>
                    </a:ext>
                  </a:extLst>
                </p:cNvPr>
                <p:cNvGrpSpPr/>
                <p:nvPr/>
              </p:nvGrpSpPr>
              <p:grpSpPr>
                <a:xfrm>
                  <a:off x="6069086" y="3246228"/>
                  <a:ext cx="1019224" cy="991639"/>
                  <a:chOff x="5886431" y="3225768"/>
                  <a:chExt cx="1019224" cy="991639"/>
                </a:xfrm>
              </p:grpSpPr>
              <p:grpSp>
                <p:nvGrpSpPr>
                  <p:cNvPr id="13871" name="Group 13870">
                    <a:extLst>
                      <a:ext uri="{FF2B5EF4-FFF2-40B4-BE49-F238E27FC236}">
                        <a16:creationId xmlns:a16="http://schemas.microsoft.com/office/drawing/2014/main" id="{1A0F063F-23E2-5A1A-286E-21FADA3B6899}"/>
                      </a:ext>
                    </a:extLst>
                  </p:cNvPr>
                  <p:cNvGrpSpPr/>
                  <p:nvPr/>
                </p:nvGrpSpPr>
                <p:grpSpPr>
                  <a:xfrm>
                    <a:off x="6197413" y="3824215"/>
                    <a:ext cx="393192" cy="393192"/>
                    <a:chOff x="5265196" y="3357021"/>
                    <a:chExt cx="393192" cy="393192"/>
                  </a:xfrm>
                </p:grpSpPr>
                <p:grpSp>
                  <p:nvGrpSpPr>
                    <p:cNvPr id="13906" name="Group 13905">
                      <a:extLst>
                        <a:ext uri="{FF2B5EF4-FFF2-40B4-BE49-F238E27FC236}">
                          <a16:creationId xmlns:a16="http://schemas.microsoft.com/office/drawing/2014/main" id="{82A86FE6-F219-FBED-3E4D-9BAA2889E32E}"/>
                        </a:ext>
                      </a:extLst>
                    </p:cNvPr>
                    <p:cNvGrpSpPr/>
                    <p:nvPr/>
                  </p:nvGrpSpPr>
                  <p:grpSpPr>
                    <a:xfrm rot="14400000">
                      <a:off x="5265196" y="3357021"/>
                      <a:ext cx="393192" cy="393192"/>
                      <a:chOff x="5354637" y="3446463"/>
                      <a:chExt cx="214313" cy="214313"/>
                    </a:xfrm>
                  </p:grpSpPr>
                  <p:sp>
                    <p:nvSpPr>
                      <p:cNvPr id="13915" name="Arc 13914">
                        <a:extLst>
                          <a:ext uri="{FF2B5EF4-FFF2-40B4-BE49-F238E27FC236}">
                            <a16:creationId xmlns:a16="http://schemas.microsoft.com/office/drawing/2014/main" id="{C2D9FAB7-91B2-C0FB-0487-F1874E6B871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916" name="Arc 13915">
                        <a:extLst>
                          <a:ext uri="{FF2B5EF4-FFF2-40B4-BE49-F238E27FC236}">
                            <a16:creationId xmlns:a16="http://schemas.microsoft.com/office/drawing/2014/main" id="{AF78126F-EF35-995C-6839-9C75D13E959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907" name="Group 13906">
                      <a:extLst>
                        <a:ext uri="{FF2B5EF4-FFF2-40B4-BE49-F238E27FC236}">
                          <a16:creationId xmlns:a16="http://schemas.microsoft.com/office/drawing/2014/main" id="{4B4183B2-03ED-A800-4C21-4D01A2043833}"/>
                        </a:ext>
                      </a:extLst>
                    </p:cNvPr>
                    <p:cNvGrpSpPr/>
                    <p:nvPr/>
                  </p:nvGrpSpPr>
                  <p:grpSpPr>
                    <a:xfrm>
                      <a:off x="5310186" y="3402011"/>
                      <a:ext cx="303213" cy="303213"/>
                      <a:chOff x="5310186" y="3402011"/>
                      <a:chExt cx="303213" cy="303213"/>
                    </a:xfrm>
                  </p:grpSpPr>
                  <p:grpSp>
                    <p:nvGrpSpPr>
                      <p:cNvPr id="13908" name="Group 13907">
                        <a:extLst>
                          <a:ext uri="{FF2B5EF4-FFF2-40B4-BE49-F238E27FC236}">
                            <a16:creationId xmlns:a16="http://schemas.microsoft.com/office/drawing/2014/main" id="{2577D66C-7D00-7C46-A553-E588D7D7DAD9}"/>
                          </a:ext>
                        </a:extLst>
                      </p:cNvPr>
                      <p:cNvGrpSpPr/>
                      <p:nvPr/>
                    </p:nvGrpSpPr>
                    <p:grpSpPr>
                      <a:xfrm>
                        <a:off x="5354636" y="3446461"/>
                        <a:ext cx="214313" cy="214313"/>
                        <a:chOff x="5354637" y="3446463"/>
                        <a:chExt cx="214313" cy="214313"/>
                      </a:xfrm>
                    </p:grpSpPr>
                    <p:sp>
                      <p:nvSpPr>
                        <p:cNvPr id="13913" name="Arc 13912">
                          <a:extLst>
                            <a:ext uri="{FF2B5EF4-FFF2-40B4-BE49-F238E27FC236}">
                              <a16:creationId xmlns:a16="http://schemas.microsoft.com/office/drawing/2014/main" id="{8921665F-D275-5295-7DE1-AAF4B4CC388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914" name="Arc 13913">
                          <a:extLst>
                            <a:ext uri="{FF2B5EF4-FFF2-40B4-BE49-F238E27FC236}">
                              <a16:creationId xmlns:a16="http://schemas.microsoft.com/office/drawing/2014/main" id="{2F0441BB-16A5-E197-612D-FF256D3241B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909" name="Group 13908">
                        <a:extLst>
                          <a:ext uri="{FF2B5EF4-FFF2-40B4-BE49-F238E27FC236}">
                            <a16:creationId xmlns:a16="http://schemas.microsoft.com/office/drawing/2014/main" id="{939DED60-1DA5-ED20-B7C1-208DBB10B568}"/>
                          </a:ext>
                        </a:extLst>
                      </p:cNvPr>
                      <p:cNvGrpSpPr/>
                      <p:nvPr/>
                    </p:nvGrpSpPr>
                    <p:grpSpPr>
                      <a:xfrm rot="7200000">
                        <a:off x="5310186" y="3402011"/>
                        <a:ext cx="303213" cy="303213"/>
                        <a:chOff x="5354637" y="3446463"/>
                        <a:chExt cx="214313" cy="214313"/>
                      </a:xfrm>
                    </p:grpSpPr>
                    <p:sp>
                      <p:nvSpPr>
                        <p:cNvPr id="13911" name="Arc 13910">
                          <a:extLst>
                            <a:ext uri="{FF2B5EF4-FFF2-40B4-BE49-F238E27FC236}">
                              <a16:creationId xmlns:a16="http://schemas.microsoft.com/office/drawing/2014/main" id="{F283DB35-0C88-E82C-862B-E007D0CDD84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912" name="Arc 13911">
                          <a:extLst>
                            <a:ext uri="{FF2B5EF4-FFF2-40B4-BE49-F238E27FC236}">
                              <a16:creationId xmlns:a16="http://schemas.microsoft.com/office/drawing/2014/main" id="{E40317DB-BAE2-E6C9-2C4C-BE4BE2A5251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910" name="TextBox 13909">
                        <a:extLst>
                          <a:ext uri="{FF2B5EF4-FFF2-40B4-BE49-F238E27FC236}">
                            <a16:creationId xmlns:a16="http://schemas.microsoft.com/office/drawing/2014/main" id="{53696A1F-DFB3-839F-0A70-E3B3557643EB}"/>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872" name="Group 13871">
                    <a:extLst>
                      <a:ext uri="{FF2B5EF4-FFF2-40B4-BE49-F238E27FC236}">
                        <a16:creationId xmlns:a16="http://schemas.microsoft.com/office/drawing/2014/main" id="{EB0957F6-F6FF-330E-4469-97546AB52503}"/>
                      </a:ext>
                    </a:extLst>
                  </p:cNvPr>
                  <p:cNvGrpSpPr/>
                  <p:nvPr/>
                </p:nvGrpSpPr>
                <p:grpSpPr>
                  <a:xfrm>
                    <a:off x="5886431" y="3525040"/>
                    <a:ext cx="393192" cy="393192"/>
                    <a:chOff x="5265196" y="3932619"/>
                    <a:chExt cx="393192" cy="393192"/>
                  </a:xfrm>
                </p:grpSpPr>
                <p:grpSp>
                  <p:nvGrpSpPr>
                    <p:cNvPr id="13896" name="Group 13895">
                      <a:extLst>
                        <a:ext uri="{FF2B5EF4-FFF2-40B4-BE49-F238E27FC236}">
                          <a16:creationId xmlns:a16="http://schemas.microsoft.com/office/drawing/2014/main" id="{D46AC1CC-DCA4-9116-3160-C4818E52CF5F}"/>
                        </a:ext>
                      </a:extLst>
                    </p:cNvPr>
                    <p:cNvGrpSpPr/>
                    <p:nvPr/>
                  </p:nvGrpSpPr>
                  <p:grpSpPr>
                    <a:xfrm>
                      <a:off x="5354636" y="4022061"/>
                      <a:ext cx="214313" cy="214313"/>
                      <a:chOff x="5354637" y="3446463"/>
                      <a:chExt cx="214313" cy="214313"/>
                    </a:xfrm>
                  </p:grpSpPr>
                  <p:sp>
                    <p:nvSpPr>
                      <p:cNvPr id="13904" name="Arc 13903">
                        <a:extLst>
                          <a:ext uri="{FF2B5EF4-FFF2-40B4-BE49-F238E27FC236}">
                            <a16:creationId xmlns:a16="http://schemas.microsoft.com/office/drawing/2014/main" id="{F6CD0E84-08FA-59EA-5F8A-56E936766D2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905" name="Arc 13904">
                        <a:extLst>
                          <a:ext uri="{FF2B5EF4-FFF2-40B4-BE49-F238E27FC236}">
                            <a16:creationId xmlns:a16="http://schemas.microsoft.com/office/drawing/2014/main" id="{5D241D2B-FB47-E3FF-94AC-FC56EE2E099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897" name="Group 13896">
                      <a:extLst>
                        <a:ext uri="{FF2B5EF4-FFF2-40B4-BE49-F238E27FC236}">
                          <a16:creationId xmlns:a16="http://schemas.microsoft.com/office/drawing/2014/main" id="{F00BF19D-7C05-910D-C3B7-19B8C30B4A0D}"/>
                        </a:ext>
                      </a:extLst>
                    </p:cNvPr>
                    <p:cNvGrpSpPr/>
                    <p:nvPr/>
                  </p:nvGrpSpPr>
                  <p:grpSpPr>
                    <a:xfrm rot="14400000">
                      <a:off x="5310186" y="3977611"/>
                      <a:ext cx="303213" cy="303213"/>
                      <a:chOff x="5354637" y="3446463"/>
                      <a:chExt cx="214313" cy="214313"/>
                    </a:xfrm>
                  </p:grpSpPr>
                  <p:sp>
                    <p:nvSpPr>
                      <p:cNvPr id="13902" name="Arc 13901">
                        <a:extLst>
                          <a:ext uri="{FF2B5EF4-FFF2-40B4-BE49-F238E27FC236}">
                            <a16:creationId xmlns:a16="http://schemas.microsoft.com/office/drawing/2014/main" id="{F4A07734-3362-2502-9346-AF9F0B484D8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903" name="Arc 13902">
                        <a:extLst>
                          <a:ext uri="{FF2B5EF4-FFF2-40B4-BE49-F238E27FC236}">
                            <a16:creationId xmlns:a16="http://schemas.microsoft.com/office/drawing/2014/main" id="{258A61F0-CBC6-8CC5-0501-B466A94D20E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898" name="Group 13897">
                      <a:extLst>
                        <a:ext uri="{FF2B5EF4-FFF2-40B4-BE49-F238E27FC236}">
                          <a16:creationId xmlns:a16="http://schemas.microsoft.com/office/drawing/2014/main" id="{8B16E559-C562-3C7D-EB28-EE25F997028B}"/>
                        </a:ext>
                      </a:extLst>
                    </p:cNvPr>
                    <p:cNvGrpSpPr/>
                    <p:nvPr/>
                  </p:nvGrpSpPr>
                  <p:grpSpPr>
                    <a:xfrm rot="7200000">
                      <a:off x="5265196" y="3932619"/>
                      <a:ext cx="393192" cy="393192"/>
                      <a:chOff x="5354637" y="3446463"/>
                      <a:chExt cx="214313" cy="214313"/>
                    </a:xfrm>
                  </p:grpSpPr>
                  <p:sp>
                    <p:nvSpPr>
                      <p:cNvPr id="13900" name="Arc 13899">
                        <a:extLst>
                          <a:ext uri="{FF2B5EF4-FFF2-40B4-BE49-F238E27FC236}">
                            <a16:creationId xmlns:a16="http://schemas.microsoft.com/office/drawing/2014/main" id="{9E55139D-EE5D-F3AE-B7D2-854609F65FE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901" name="Arc 13900">
                        <a:extLst>
                          <a:ext uri="{FF2B5EF4-FFF2-40B4-BE49-F238E27FC236}">
                            <a16:creationId xmlns:a16="http://schemas.microsoft.com/office/drawing/2014/main" id="{E49F7FD4-0E41-D9ED-1FA9-0F1FBB3DE8A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899" name="TextBox 13898">
                      <a:extLst>
                        <a:ext uri="{FF2B5EF4-FFF2-40B4-BE49-F238E27FC236}">
                          <a16:creationId xmlns:a16="http://schemas.microsoft.com/office/drawing/2014/main" id="{FABC8A4C-A3D6-BAD3-7E37-353EF95352DA}"/>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3873" name="Group 13872">
                    <a:extLst>
                      <a:ext uri="{FF2B5EF4-FFF2-40B4-BE49-F238E27FC236}">
                        <a16:creationId xmlns:a16="http://schemas.microsoft.com/office/drawing/2014/main" id="{7C0B7803-5981-BB27-B9E7-97325027B7C7}"/>
                      </a:ext>
                    </a:extLst>
                  </p:cNvPr>
                  <p:cNvGrpSpPr/>
                  <p:nvPr/>
                </p:nvGrpSpPr>
                <p:grpSpPr>
                  <a:xfrm>
                    <a:off x="6512463" y="3525040"/>
                    <a:ext cx="393192" cy="393192"/>
                    <a:chOff x="6389147" y="3357021"/>
                    <a:chExt cx="393192" cy="393192"/>
                  </a:xfrm>
                </p:grpSpPr>
                <p:grpSp>
                  <p:nvGrpSpPr>
                    <p:cNvPr id="13885" name="Group 13884">
                      <a:extLst>
                        <a:ext uri="{FF2B5EF4-FFF2-40B4-BE49-F238E27FC236}">
                          <a16:creationId xmlns:a16="http://schemas.microsoft.com/office/drawing/2014/main" id="{C4CCDDB3-A458-46CB-8D9E-E89BD352D701}"/>
                        </a:ext>
                      </a:extLst>
                    </p:cNvPr>
                    <p:cNvGrpSpPr/>
                    <p:nvPr/>
                  </p:nvGrpSpPr>
                  <p:grpSpPr>
                    <a:xfrm rot="7200000" flipH="1">
                      <a:off x="6389147" y="3357021"/>
                      <a:ext cx="393192" cy="393192"/>
                      <a:chOff x="5354637" y="3446463"/>
                      <a:chExt cx="214313" cy="214313"/>
                    </a:xfrm>
                  </p:grpSpPr>
                  <p:sp>
                    <p:nvSpPr>
                      <p:cNvPr id="13894" name="Arc 13893">
                        <a:extLst>
                          <a:ext uri="{FF2B5EF4-FFF2-40B4-BE49-F238E27FC236}">
                            <a16:creationId xmlns:a16="http://schemas.microsoft.com/office/drawing/2014/main" id="{001A47F7-5321-8029-3188-E54D3691DD3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895" name="Arc 13894">
                        <a:extLst>
                          <a:ext uri="{FF2B5EF4-FFF2-40B4-BE49-F238E27FC236}">
                            <a16:creationId xmlns:a16="http://schemas.microsoft.com/office/drawing/2014/main" id="{EF4260EC-3E00-483C-31B2-37F8E61A8EF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886" name="Group 13885">
                      <a:extLst>
                        <a:ext uri="{FF2B5EF4-FFF2-40B4-BE49-F238E27FC236}">
                          <a16:creationId xmlns:a16="http://schemas.microsoft.com/office/drawing/2014/main" id="{256CD14F-0E7B-2C1B-5D50-9F77D5B95204}"/>
                        </a:ext>
                      </a:extLst>
                    </p:cNvPr>
                    <p:cNvGrpSpPr/>
                    <p:nvPr/>
                  </p:nvGrpSpPr>
                  <p:grpSpPr>
                    <a:xfrm>
                      <a:off x="6434137" y="3402011"/>
                      <a:ext cx="303213" cy="303213"/>
                      <a:chOff x="6434137" y="3402011"/>
                      <a:chExt cx="303213" cy="303213"/>
                    </a:xfrm>
                  </p:grpSpPr>
                  <p:grpSp>
                    <p:nvGrpSpPr>
                      <p:cNvPr id="13887" name="Group 13886">
                        <a:extLst>
                          <a:ext uri="{FF2B5EF4-FFF2-40B4-BE49-F238E27FC236}">
                            <a16:creationId xmlns:a16="http://schemas.microsoft.com/office/drawing/2014/main" id="{D1251319-B7E6-2C43-F5D9-290F011DC3B2}"/>
                          </a:ext>
                        </a:extLst>
                      </p:cNvPr>
                      <p:cNvGrpSpPr/>
                      <p:nvPr/>
                    </p:nvGrpSpPr>
                    <p:grpSpPr>
                      <a:xfrm flipH="1">
                        <a:off x="6478587" y="3446461"/>
                        <a:ext cx="214313" cy="214313"/>
                        <a:chOff x="5354637" y="3446463"/>
                        <a:chExt cx="214313" cy="214313"/>
                      </a:xfrm>
                    </p:grpSpPr>
                    <p:sp>
                      <p:nvSpPr>
                        <p:cNvPr id="13892" name="Arc 13891">
                          <a:extLst>
                            <a:ext uri="{FF2B5EF4-FFF2-40B4-BE49-F238E27FC236}">
                              <a16:creationId xmlns:a16="http://schemas.microsoft.com/office/drawing/2014/main" id="{46914FF3-B01E-D3A8-5379-5373D501E89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893" name="Arc 13892">
                          <a:extLst>
                            <a:ext uri="{FF2B5EF4-FFF2-40B4-BE49-F238E27FC236}">
                              <a16:creationId xmlns:a16="http://schemas.microsoft.com/office/drawing/2014/main" id="{6BD1589D-577F-38FE-B4C6-7D4A6AD75DC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888" name="Group 13887">
                        <a:extLst>
                          <a:ext uri="{FF2B5EF4-FFF2-40B4-BE49-F238E27FC236}">
                            <a16:creationId xmlns:a16="http://schemas.microsoft.com/office/drawing/2014/main" id="{41188360-DE9C-5918-5212-9E3ABFBE279A}"/>
                          </a:ext>
                        </a:extLst>
                      </p:cNvPr>
                      <p:cNvGrpSpPr/>
                      <p:nvPr/>
                    </p:nvGrpSpPr>
                    <p:grpSpPr>
                      <a:xfrm rot="14400000" flipH="1">
                        <a:off x="6434137" y="3402011"/>
                        <a:ext cx="303213" cy="303213"/>
                        <a:chOff x="5354637" y="3446463"/>
                        <a:chExt cx="214313" cy="214313"/>
                      </a:xfrm>
                    </p:grpSpPr>
                    <p:sp>
                      <p:nvSpPr>
                        <p:cNvPr id="13890" name="Arc 13889">
                          <a:extLst>
                            <a:ext uri="{FF2B5EF4-FFF2-40B4-BE49-F238E27FC236}">
                              <a16:creationId xmlns:a16="http://schemas.microsoft.com/office/drawing/2014/main" id="{70ACD8C3-6CEA-413E-7827-63B4AD5F4D0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891" name="Arc 13890">
                          <a:extLst>
                            <a:ext uri="{FF2B5EF4-FFF2-40B4-BE49-F238E27FC236}">
                              <a16:creationId xmlns:a16="http://schemas.microsoft.com/office/drawing/2014/main" id="{76C807D1-86BC-996B-74CC-E615B429B05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889" name="TextBox 13888">
                        <a:extLst>
                          <a:ext uri="{FF2B5EF4-FFF2-40B4-BE49-F238E27FC236}">
                            <a16:creationId xmlns:a16="http://schemas.microsoft.com/office/drawing/2014/main" id="{6D96A4A9-984D-F283-5755-F10EC14A900B}"/>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874" name="Group 13873">
                    <a:extLst>
                      <a:ext uri="{FF2B5EF4-FFF2-40B4-BE49-F238E27FC236}">
                        <a16:creationId xmlns:a16="http://schemas.microsoft.com/office/drawing/2014/main" id="{9D9FECD4-DC60-00F2-26D2-4D4BDB10D0EC}"/>
                      </a:ext>
                    </a:extLst>
                  </p:cNvPr>
                  <p:cNvGrpSpPr/>
                  <p:nvPr/>
                </p:nvGrpSpPr>
                <p:grpSpPr>
                  <a:xfrm>
                    <a:off x="6197413" y="3225768"/>
                    <a:ext cx="393192" cy="393192"/>
                    <a:chOff x="6389147" y="3932622"/>
                    <a:chExt cx="393192" cy="393192"/>
                  </a:xfrm>
                </p:grpSpPr>
                <p:grpSp>
                  <p:nvGrpSpPr>
                    <p:cNvPr id="13875" name="Group 13874">
                      <a:extLst>
                        <a:ext uri="{FF2B5EF4-FFF2-40B4-BE49-F238E27FC236}">
                          <a16:creationId xmlns:a16="http://schemas.microsoft.com/office/drawing/2014/main" id="{1959A45C-C009-35A4-96CD-8BD7E18751F9}"/>
                        </a:ext>
                      </a:extLst>
                    </p:cNvPr>
                    <p:cNvGrpSpPr/>
                    <p:nvPr/>
                  </p:nvGrpSpPr>
                  <p:grpSpPr>
                    <a:xfrm flipH="1">
                      <a:off x="6478587" y="4022061"/>
                      <a:ext cx="214313" cy="214313"/>
                      <a:chOff x="5354637" y="3446463"/>
                      <a:chExt cx="214313" cy="214313"/>
                    </a:xfrm>
                  </p:grpSpPr>
                  <p:sp>
                    <p:nvSpPr>
                      <p:cNvPr id="13883" name="Arc 13882">
                        <a:extLst>
                          <a:ext uri="{FF2B5EF4-FFF2-40B4-BE49-F238E27FC236}">
                            <a16:creationId xmlns:a16="http://schemas.microsoft.com/office/drawing/2014/main" id="{7D16CB97-99BE-B178-8D09-48FFB287DE6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884" name="Arc 13883">
                        <a:extLst>
                          <a:ext uri="{FF2B5EF4-FFF2-40B4-BE49-F238E27FC236}">
                            <a16:creationId xmlns:a16="http://schemas.microsoft.com/office/drawing/2014/main" id="{0FDEBA6F-EA0B-D233-1B28-5E68F646BBA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876" name="Group 13875">
                      <a:extLst>
                        <a:ext uri="{FF2B5EF4-FFF2-40B4-BE49-F238E27FC236}">
                          <a16:creationId xmlns:a16="http://schemas.microsoft.com/office/drawing/2014/main" id="{6977F50A-332D-3588-8871-C1ED97AF5971}"/>
                        </a:ext>
                      </a:extLst>
                    </p:cNvPr>
                    <p:cNvGrpSpPr/>
                    <p:nvPr/>
                  </p:nvGrpSpPr>
                  <p:grpSpPr>
                    <a:xfrm rot="7200000" flipH="1">
                      <a:off x="6434137" y="3977611"/>
                      <a:ext cx="303213" cy="303213"/>
                      <a:chOff x="5354637" y="3446463"/>
                      <a:chExt cx="214313" cy="214313"/>
                    </a:xfrm>
                  </p:grpSpPr>
                  <p:sp>
                    <p:nvSpPr>
                      <p:cNvPr id="13881" name="Arc 13880">
                        <a:extLst>
                          <a:ext uri="{FF2B5EF4-FFF2-40B4-BE49-F238E27FC236}">
                            <a16:creationId xmlns:a16="http://schemas.microsoft.com/office/drawing/2014/main" id="{C6010CD2-9392-1B79-2D62-9F730C01DD9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882" name="Arc 13881">
                        <a:extLst>
                          <a:ext uri="{FF2B5EF4-FFF2-40B4-BE49-F238E27FC236}">
                            <a16:creationId xmlns:a16="http://schemas.microsoft.com/office/drawing/2014/main" id="{53A12836-BBFF-09EE-3286-55E1489E5AF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877" name="Group 13876">
                      <a:extLst>
                        <a:ext uri="{FF2B5EF4-FFF2-40B4-BE49-F238E27FC236}">
                          <a16:creationId xmlns:a16="http://schemas.microsoft.com/office/drawing/2014/main" id="{E3DFACAC-B225-E302-A08E-6F9670092F88}"/>
                        </a:ext>
                      </a:extLst>
                    </p:cNvPr>
                    <p:cNvGrpSpPr/>
                    <p:nvPr/>
                  </p:nvGrpSpPr>
                  <p:grpSpPr>
                    <a:xfrm rot="14400000" flipH="1">
                      <a:off x="6389147" y="3932622"/>
                      <a:ext cx="393192" cy="393192"/>
                      <a:chOff x="5354637" y="3446463"/>
                      <a:chExt cx="214313" cy="214313"/>
                    </a:xfrm>
                  </p:grpSpPr>
                  <p:sp>
                    <p:nvSpPr>
                      <p:cNvPr id="13879" name="Arc 13878">
                        <a:extLst>
                          <a:ext uri="{FF2B5EF4-FFF2-40B4-BE49-F238E27FC236}">
                            <a16:creationId xmlns:a16="http://schemas.microsoft.com/office/drawing/2014/main" id="{4280701C-5C7B-C635-C90F-3A549FF5DC3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880" name="Arc 13879">
                        <a:extLst>
                          <a:ext uri="{FF2B5EF4-FFF2-40B4-BE49-F238E27FC236}">
                            <a16:creationId xmlns:a16="http://schemas.microsoft.com/office/drawing/2014/main" id="{6FC89548-3D5E-67CC-A5A2-993EE99E5AD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878" name="TextBox 13877">
                      <a:extLst>
                        <a:ext uri="{FF2B5EF4-FFF2-40B4-BE49-F238E27FC236}">
                          <a16:creationId xmlns:a16="http://schemas.microsoft.com/office/drawing/2014/main" id="{61F36602-7D96-C676-D54D-5825B64C4AA6}"/>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3774" name="Group 13773">
                <a:extLst>
                  <a:ext uri="{FF2B5EF4-FFF2-40B4-BE49-F238E27FC236}">
                    <a16:creationId xmlns:a16="http://schemas.microsoft.com/office/drawing/2014/main" id="{3503FEDB-0C6F-3D22-18DC-86149D42950A}"/>
                  </a:ext>
                </a:extLst>
              </p:cNvPr>
              <p:cNvGrpSpPr/>
              <p:nvPr/>
            </p:nvGrpSpPr>
            <p:grpSpPr>
              <a:xfrm>
                <a:off x="6065340" y="2039507"/>
                <a:ext cx="1643204" cy="1593124"/>
                <a:chOff x="5445106" y="2644743"/>
                <a:chExt cx="1643204" cy="1593124"/>
              </a:xfrm>
            </p:grpSpPr>
            <p:grpSp>
              <p:nvGrpSpPr>
                <p:cNvPr id="13775" name="Group 13774">
                  <a:extLst>
                    <a:ext uri="{FF2B5EF4-FFF2-40B4-BE49-F238E27FC236}">
                      <a16:creationId xmlns:a16="http://schemas.microsoft.com/office/drawing/2014/main" id="{A4963DC6-5E76-C44D-A8B6-141736991586}"/>
                    </a:ext>
                  </a:extLst>
                </p:cNvPr>
                <p:cNvGrpSpPr/>
                <p:nvPr/>
              </p:nvGrpSpPr>
              <p:grpSpPr>
                <a:xfrm>
                  <a:off x="5445106" y="2644743"/>
                  <a:ext cx="1019224" cy="991639"/>
                  <a:chOff x="5886431" y="3225768"/>
                  <a:chExt cx="1019224" cy="991639"/>
                </a:xfrm>
              </p:grpSpPr>
              <p:grpSp>
                <p:nvGrpSpPr>
                  <p:cNvPr id="13823" name="Group 13822">
                    <a:extLst>
                      <a:ext uri="{FF2B5EF4-FFF2-40B4-BE49-F238E27FC236}">
                        <a16:creationId xmlns:a16="http://schemas.microsoft.com/office/drawing/2014/main" id="{7470A8C4-EFDB-E2C4-0AB6-C2E20659A869}"/>
                      </a:ext>
                    </a:extLst>
                  </p:cNvPr>
                  <p:cNvGrpSpPr/>
                  <p:nvPr/>
                </p:nvGrpSpPr>
                <p:grpSpPr>
                  <a:xfrm>
                    <a:off x="6197413" y="3824215"/>
                    <a:ext cx="393192" cy="393192"/>
                    <a:chOff x="5265196" y="3357021"/>
                    <a:chExt cx="393192" cy="393192"/>
                  </a:xfrm>
                </p:grpSpPr>
                <p:grpSp>
                  <p:nvGrpSpPr>
                    <p:cNvPr id="13858" name="Group 13857">
                      <a:extLst>
                        <a:ext uri="{FF2B5EF4-FFF2-40B4-BE49-F238E27FC236}">
                          <a16:creationId xmlns:a16="http://schemas.microsoft.com/office/drawing/2014/main" id="{A977199F-EEFD-1CBB-92D7-B12DC08E1658}"/>
                        </a:ext>
                      </a:extLst>
                    </p:cNvPr>
                    <p:cNvGrpSpPr/>
                    <p:nvPr/>
                  </p:nvGrpSpPr>
                  <p:grpSpPr>
                    <a:xfrm rot="14400000">
                      <a:off x="5265196" y="3357021"/>
                      <a:ext cx="393192" cy="393192"/>
                      <a:chOff x="5354637" y="3446463"/>
                      <a:chExt cx="214313" cy="214313"/>
                    </a:xfrm>
                  </p:grpSpPr>
                  <p:sp>
                    <p:nvSpPr>
                      <p:cNvPr id="13867" name="Arc 13866">
                        <a:extLst>
                          <a:ext uri="{FF2B5EF4-FFF2-40B4-BE49-F238E27FC236}">
                            <a16:creationId xmlns:a16="http://schemas.microsoft.com/office/drawing/2014/main" id="{4242C5ED-F419-BEF4-0777-B463927A76F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868" name="Arc 13867">
                        <a:extLst>
                          <a:ext uri="{FF2B5EF4-FFF2-40B4-BE49-F238E27FC236}">
                            <a16:creationId xmlns:a16="http://schemas.microsoft.com/office/drawing/2014/main" id="{6A590DDF-5FE6-EEC9-AE97-4D957BA0008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859" name="Group 13858">
                      <a:extLst>
                        <a:ext uri="{FF2B5EF4-FFF2-40B4-BE49-F238E27FC236}">
                          <a16:creationId xmlns:a16="http://schemas.microsoft.com/office/drawing/2014/main" id="{BD243CDA-82C8-D301-4A94-CEC5F3D101ED}"/>
                        </a:ext>
                      </a:extLst>
                    </p:cNvPr>
                    <p:cNvGrpSpPr/>
                    <p:nvPr/>
                  </p:nvGrpSpPr>
                  <p:grpSpPr>
                    <a:xfrm>
                      <a:off x="5310186" y="3402011"/>
                      <a:ext cx="303213" cy="303213"/>
                      <a:chOff x="5310186" y="3402011"/>
                      <a:chExt cx="303213" cy="303213"/>
                    </a:xfrm>
                  </p:grpSpPr>
                  <p:grpSp>
                    <p:nvGrpSpPr>
                      <p:cNvPr id="13860" name="Group 13859">
                        <a:extLst>
                          <a:ext uri="{FF2B5EF4-FFF2-40B4-BE49-F238E27FC236}">
                            <a16:creationId xmlns:a16="http://schemas.microsoft.com/office/drawing/2014/main" id="{F118248A-25DB-27DA-FCC0-3DF980E2CBAB}"/>
                          </a:ext>
                        </a:extLst>
                      </p:cNvPr>
                      <p:cNvGrpSpPr/>
                      <p:nvPr/>
                    </p:nvGrpSpPr>
                    <p:grpSpPr>
                      <a:xfrm>
                        <a:off x="5354636" y="3446461"/>
                        <a:ext cx="214313" cy="214313"/>
                        <a:chOff x="5354637" y="3446463"/>
                        <a:chExt cx="214313" cy="214313"/>
                      </a:xfrm>
                    </p:grpSpPr>
                    <p:sp>
                      <p:nvSpPr>
                        <p:cNvPr id="13865" name="Arc 13864">
                          <a:extLst>
                            <a:ext uri="{FF2B5EF4-FFF2-40B4-BE49-F238E27FC236}">
                              <a16:creationId xmlns:a16="http://schemas.microsoft.com/office/drawing/2014/main" id="{2DADD394-CC79-0520-796B-A1508B6E671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866" name="Arc 13865">
                          <a:extLst>
                            <a:ext uri="{FF2B5EF4-FFF2-40B4-BE49-F238E27FC236}">
                              <a16:creationId xmlns:a16="http://schemas.microsoft.com/office/drawing/2014/main" id="{FB556ECE-274D-61B2-1C49-18860BAF327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861" name="Group 13860">
                        <a:extLst>
                          <a:ext uri="{FF2B5EF4-FFF2-40B4-BE49-F238E27FC236}">
                            <a16:creationId xmlns:a16="http://schemas.microsoft.com/office/drawing/2014/main" id="{FBCB701B-1281-0E20-CD2E-E1B16CF9B9BA}"/>
                          </a:ext>
                        </a:extLst>
                      </p:cNvPr>
                      <p:cNvGrpSpPr/>
                      <p:nvPr/>
                    </p:nvGrpSpPr>
                    <p:grpSpPr>
                      <a:xfrm rot="7200000">
                        <a:off x="5310186" y="3402011"/>
                        <a:ext cx="303213" cy="303213"/>
                        <a:chOff x="5354637" y="3446463"/>
                        <a:chExt cx="214313" cy="214313"/>
                      </a:xfrm>
                    </p:grpSpPr>
                    <p:sp>
                      <p:nvSpPr>
                        <p:cNvPr id="13863" name="Arc 13862">
                          <a:extLst>
                            <a:ext uri="{FF2B5EF4-FFF2-40B4-BE49-F238E27FC236}">
                              <a16:creationId xmlns:a16="http://schemas.microsoft.com/office/drawing/2014/main" id="{E18575CD-8676-6D3E-AB5B-175FA59F568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864" name="Arc 13863">
                          <a:extLst>
                            <a:ext uri="{FF2B5EF4-FFF2-40B4-BE49-F238E27FC236}">
                              <a16:creationId xmlns:a16="http://schemas.microsoft.com/office/drawing/2014/main" id="{917CF3F8-4467-EA5B-7D2C-C7952B16D4F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862" name="TextBox 13861">
                        <a:extLst>
                          <a:ext uri="{FF2B5EF4-FFF2-40B4-BE49-F238E27FC236}">
                            <a16:creationId xmlns:a16="http://schemas.microsoft.com/office/drawing/2014/main" id="{FF4B9E92-0E6A-55B2-AF7B-05D11DEEB90D}"/>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824" name="Group 13823">
                    <a:extLst>
                      <a:ext uri="{FF2B5EF4-FFF2-40B4-BE49-F238E27FC236}">
                        <a16:creationId xmlns:a16="http://schemas.microsoft.com/office/drawing/2014/main" id="{A5C44521-F832-CBE3-9635-744647001392}"/>
                      </a:ext>
                    </a:extLst>
                  </p:cNvPr>
                  <p:cNvGrpSpPr/>
                  <p:nvPr/>
                </p:nvGrpSpPr>
                <p:grpSpPr>
                  <a:xfrm>
                    <a:off x="5886431" y="3525040"/>
                    <a:ext cx="393192" cy="393192"/>
                    <a:chOff x="5265196" y="3932619"/>
                    <a:chExt cx="393192" cy="393192"/>
                  </a:xfrm>
                </p:grpSpPr>
                <p:grpSp>
                  <p:nvGrpSpPr>
                    <p:cNvPr id="13848" name="Group 13847">
                      <a:extLst>
                        <a:ext uri="{FF2B5EF4-FFF2-40B4-BE49-F238E27FC236}">
                          <a16:creationId xmlns:a16="http://schemas.microsoft.com/office/drawing/2014/main" id="{C21BD590-B027-4A65-25E6-64F1BB27517D}"/>
                        </a:ext>
                      </a:extLst>
                    </p:cNvPr>
                    <p:cNvGrpSpPr/>
                    <p:nvPr/>
                  </p:nvGrpSpPr>
                  <p:grpSpPr>
                    <a:xfrm>
                      <a:off x="5354636" y="4022061"/>
                      <a:ext cx="214313" cy="214313"/>
                      <a:chOff x="5354637" y="3446463"/>
                      <a:chExt cx="214313" cy="214313"/>
                    </a:xfrm>
                  </p:grpSpPr>
                  <p:sp>
                    <p:nvSpPr>
                      <p:cNvPr id="13856" name="Arc 13855">
                        <a:extLst>
                          <a:ext uri="{FF2B5EF4-FFF2-40B4-BE49-F238E27FC236}">
                            <a16:creationId xmlns:a16="http://schemas.microsoft.com/office/drawing/2014/main" id="{C92CA436-F249-7F50-BCEB-BABC322E3C9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857" name="Arc 13856">
                        <a:extLst>
                          <a:ext uri="{FF2B5EF4-FFF2-40B4-BE49-F238E27FC236}">
                            <a16:creationId xmlns:a16="http://schemas.microsoft.com/office/drawing/2014/main" id="{6D4CB62B-A37D-E464-1F1E-A20FB23D538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849" name="Group 13848">
                      <a:extLst>
                        <a:ext uri="{FF2B5EF4-FFF2-40B4-BE49-F238E27FC236}">
                          <a16:creationId xmlns:a16="http://schemas.microsoft.com/office/drawing/2014/main" id="{9774743C-63F1-0F4F-5962-EB3127CFAA43}"/>
                        </a:ext>
                      </a:extLst>
                    </p:cNvPr>
                    <p:cNvGrpSpPr/>
                    <p:nvPr/>
                  </p:nvGrpSpPr>
                  <p:grpSpPr>
                    <a:xfrm rot="14400000">
                      <a:off x="5310186" y="3977611"/>
                      <a:ext cx="303213" cy="303213"/>
                      <a:chOff x="5354637" y="3446463"/>
                      <a:chExt cx="214313" cy="214313"/>
                    </a:xfrm>
                  </p:grpSpPr>
                  <p:sp>
                    <p:nvSpPr>
                      <p:cNvPr id="13854" name="Arc 13853">
                        <a:extLst>
                          <a:ext uri="{FF2B5EF4-FFF2-40B4-BE49-F238E27FC236}">
                            <a16:creationId xmlns:a16="http://schemas.microsoft.com/office/drawing/2014/main" id="{F52D923F-C744-18D8-A30C-D5BF99A8654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855" name="Arc 13854">
                        <a:extLst>
                          <a:ext uri="{FF2B5EF4-FFF2-40B4-BE49-F238E27FC236}">
                            <a16:creationId xmlns:a16="http://schemas.microsoft.com/office/drawing/2014/main" id="{CC84B5B4-049F-0991-A045-D12F40F1300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850" name="Group 13849">
                      <a:extLst>
                        <a:ext uri="{FF2B5EF4-FFF2-40B4-BE49-F238E27FC236}">
                          <a16:creationId xmlns:a16="http://schemas.microsoft.com/office/drawing/2014/main" id="{22CF28CB-B0B7-8B83-261C-D4915DC26F2C}"/>
                        </a:ext>
                      </a:extLst>
                    </p:cNvPr>
                    <p:cNvGrpSpPr/>
                    <p:nvPr/>
                  </p:nvGrpSpPr>
                  <p:grpSpPr>
                    <a:xfrm rot="7200000">
                      <a:off x="5265196" y="3932619"/>
                      <a:ext cx="393192" cy="393192"/>
                      <a:chOff x="5354637" y="3446463"/>
                      <a:chExt cx="214313" cy="214313"/>
                    </a:xfrm>
                  </p:grpSpPr>
                  <p:sp>
                    <p:nvSpPr>
                      <p:cNvPr id="13852" name="Arc 13851">
                        <a:extLst>
                          <a:ext uri="{FF2B5EF4-FFF2-40B4-BE49-F238E27FC236}">
                            <a16:creationId xmlns:a16="http://schemas.microsoft.com/office/drawing/2014/main" id="{A74DD3C3-7429-27E1-D76A-7E97E787DC8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853" name="Arc 13852">
                        <a:extLst>
                          <a:ext uri="{FF2B5EF4-FFF2-40B4-BE49-F238E27FC236}">
                            <a16:creationId xmlns:a16="http://schemas.microsoft.com/office/drawing/2014/main" id="{2C20F35D-95F4-3616-2091-4620E36ED51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851" name="TextBox 13850">
                      <a:extLst>
                        <a:ext uri="{FF2B5EF4-FFF2-40B4-BE49-F238E27FC236}">
                          <a16:creationId xmlns:a16="http://schemas.microsoft.com/office/drawing/2014/main" id="{5FCFD107-3720-4DC9-0263-AABA2566321E}"/>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3825" name="Group 13824">
                    <a:extLst>
                      <a:ext uri="{FF2B5EF4-FFF2-40B4-BE49-F238E27FC236}">
                        <a16:creationId xmlns:a16="http://schemas.microsoft.com/office/drawing/2014/main" id="{A2D6275E-BB44-2B06-6DD1-E26D02ACDF9C}"/>
                      </a:ext>
                    </a:extLst>
                  </p:cNvPr>
                  <p:cNvGrpSpPr/>
                  <p:nvPr/>
                </p:nvGrpSpPr>
                <p:grpSpPr>
                  <a:xfrm>
                    <a:off x="6512463" y="3525040"/>
                    <a:ext cx="393192" cy="393192"/>
                    <a:chOff x="6389147" y="3357021"/>
                    <a:chExt cx="393192" cy="393192"/>
                  </a:xfrm>
                </p:grpSpPr>
                <p:grpSp>
                  <p:nvGrpSpPr>
                    <p:cNvPr id="13837" name="Group 13836">
                      <a:extLst>
                        <a:ext uri="{FF2B5EF4-FFF2-40B4-BE49-F238E27FC236}">
                          <a16:creationId xmlns:a16="http://schemas.microsoft.com/office/drawing/2014/main" id="{6AA37615-CCD8-42F6-ACDC-541D0E7CF78A}"/>
                        </a:ext>
                      </a:extLst>
                    </p:cNvPr>
                    <p:cNvGrpSpPr/>
                    <p:nvPr/>
                  </p:nvGrpSpPr>
                  <p:grpSpPr>
                    <a:xfrm rot="7200000" flipH="1">
                      <a:off x="6389147" y="3357021"/>
                      <a:ext cx="393192" cy="393192"/>
                      <a:chOff x="5354637" y="3446463"/>
                      <a:chExt cx="214313" cy="214313"/>
                    </a:xfrm>
                  </p:grpSpPr>
                  <p:sp>
                    <p:nvSpPr>
                      <p:cNvPr id="13846" name="Arc 13845">
                        <a:extLst>
                          <a:ext uri="{FF2B5EF4-FFF2-40B4-BE49-F238E27FC236}">
                            <a16:creationId xmlns:a16="http://schemas.microsoft.com/office/drawing/2014/main" id="{C68C1A44-ED0C-F821-EA21-9B0B64006B9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847" name="Arc 13846">
                        <a:extLst>
                          <a:ext uri="{FF2B5EF4-FFF2-40B4-BE49-F238E27FC236}">
                            <a16:creationId xmlns:a16="http://schemas.microsoft.com/office/drawing/2014/main" id="{BA72A43D-F6B7-9DCC-1880-14189BF6E17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838" name="Group 13837">
                      <a:extLst>
                        <a:ext uri="{FF2B5EF4-FFF2-40B4-BE49-F238E27FC236}">
                          <a16:creationId xmlns:a16="http://schemas.microsoft.com/office/drawing/2014/main" id="{F7BBEA6A-BE1E-D27B-47C8-1B65A81EB063}"/>
                        </a:ext>
                      </a:extLst>
                    </p:cNvPr>
                    <p:cNvGrpSpPr/>
                    <p:nvPr/>
                  </p:nvGrpSpPr>
                  <p:grpSpPr>
                    <a:xfrm>
                      <a:off x="6434137" y="3402011"/>
                      <a:ext cx="303213" cy="303213"/>
                      <a:chOff x="6434137" y="3402011"/>
                      <a:chExt cx="303213" cy="303213"/>
                    </a:xfrm>
                  </p:grpSpPr>
                  <p:grpSp>
                    <p:nvGrpSpPr>
                      <p:cNvPr id="13839" name="Group 13838">
                        <a:extLst>
                          <a:ext uri="{FF2B5EF4-FFF2-40B4-BE49-F238E27FC236}">
                            <a16:creationId xmlns:a16="http://schemas.microsoft.com/office/drawing/2014/main" id="{24D42C5A-8134-E8A0-FF7E-A0732FF99D17}"/>
                          </a:ext>
                        </a:extLst>
                      </p:cNvPr>
                      <p:cNvGrpSpPr/>
                      <p:nvPr/>
                    </p:nvGrpSpPr>
                    <p:grpSpPr>
                      <a:xfrm flipH="1">
                        <a:off x="6478587" y="3446461"/>
                        <a:ext cx="214313" cy="214313"/>
                        <a:chOff x="5354637" y="3446463"/>
                        <a:chExt cx="214313" cy="214313"/>
                      </a:xfrm>
                    </p:grpSpPr>
                    <p:sp>
                      <p:nvSpPr>
                        <p:cNvPr id="13844" name="Arc 13843">
                          <a:extLst>
                            <a:ext uri="{FF2B5EF4-FFF2-40B4-BE49-F238E27FC236}">
                              <a16:creationId xmlns:a16="http://schemas.microsoft.com/office/drawing/2014/main" id="{869522DA-43E9-A8C9-F045-528CAEBC378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845" name="Arc 13844">
                          <a:extLst>
                            <a:ext uri="{FF2B5EF4-FFF2-40B4-BE49-F238E27FC236}">
                              <a16:creationId xmlns:a16="http://schemas.microsoft.com/office/drawing/2014/main" id="{C49E5C24-B78F-C124-D96E-847F8F93C6F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840" name="Group 13839">
                        <a:extLst>
                          <a:ext uri="{FF2B5EF4-FFF2-40B4-BE49-F238E27FC236}">
                            <a16:creationId xmlns:a16="http://schemas.microsoft.com/office/drawing/2014/main" id="{115C9672-7940-F1D9-E4B1-567500259871}"/>
                          </a:ext>
                        </a:extLst>
                      </p:cNvPr>
                      <p:cNvGrpSpPr/>
                      <p:nvPr/>
                    </p:nvGrpSpPr>
                    <p:grpSpPr>
                      <a:xfrm rot="14400000" flipH="1">
                        <a:off x="6434137" y="3402011"/>
                        <a:ext cx="303213" cy="303213"/>
                        <a:chOff x="5354637" y="3446463"/>
                        <a:chExt cx="214313" cy="214313"/>
                      </a:xfrm>
                    </p:grpSpPr>
                    <p:sp>
                      <p:nvSpPr>
                        <p:cNvPr id="13842" name="Arc 13841">
                          <a:extLst>
                            <a:ext uri="{FF2B5EF4-FFF2-40B4-BE49-F238E27FC236}">
                              <a16:creationId xmlns:a16="http://schemas.microsoft.com/office/drawing/2014/main" id="{063B7BF5-7BDB-B865-F7A7-6EF8AEE2E2A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843" name="Arc 13842">
                          <a:extLst>
                            <a:ext uri="{FF2B5EF4-FFF2-40B4-BE49-F238E27FC236}">
                              <a16:creationId xmlns:a16="http://schemas.microsoft.com/office/drawing/2014/main" id="{0DF58D81-9DC7-1F23-7A5A-F4EC79CBEF8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841" name="TextBox 13840">
                        <a:extLst>
                          <a:ext uri="{FF2B5EF4-FFF2-40B4-BE49-F238E27FC236}">
                            <a16:creationId xmlns:a16="http://schemas.microsoft.com/office/drawing/2014/main" id="{81639CF7-45C2-BD95-C08E-6A5E2AB73688}"/>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826" name="Group 13825">
                    <a:extLst>
                      <a:ext uri="{FF2B5EF4-FFF2-40B4-BE49-F238E27FC236}">
                        <a16:creationId xmlns:a16="http://schemas.microsoft.com/office/drawing/2014/main" id="{34DC2342-5DFD-FE86-9894-340DD3EB1846}"/>
                      </a:ext>
                    </a:extLst>
                  </p:cNvPr>
                  <p:cNvGrpSpPr/>
                  <p:nvPr/>
                </p:nvGrpSpPr>
                <p:grpSpPr>
                  <a:xfrm>
                    <a:off x="6197413" y="3225768"/>
                    <a:ext cx="393192" cy="393192"/>
                    <a:chOff x="6389147" y="3932622"/>
                    <a:chExt cx="393192" cy="393192"/>
                  </a:xfrm>
                </p:grpSpPr>
                <p:grpSp>
                  <p:nvGrpSpPr>
                    <p:cNvPr id="13827" name="Group 13826">
                      <a:extLst>
                        <a:ext uri="{FF2B5EF4-FFF2-40B4-BE49-F238E27FC236}">
                          <a16:creationId xmlns:a16="http://schemas.microsoft.com/office/drawing/2014/main" id="{2AA4E4FF-7D6A-C7CD-B6F1-EAED248B7887}"/>
                        </a:ext>
                      </a:extLst>
                    </p:cNvPr>
                    <p:cNvGrpSpPr/>
                    <p:nvPr/>
                  </p:nvGrpSpPr>
                  <p:grpSpPr>
                    <a:xfrm flipH="1">
                      <a:off x="6478587" y="4022061"/>
                      <a:ext cx="214313" cy="214313"/>
                      <a:chOff x="5354637" y="3446463"/>
                      <a:chExt cx="214313" cy="214313"/>
                    </a:xfrm>
                  </p:grpSpPr>
                  <p:sp>
                    <p:nvSpPr>
                      <p:cNvPr id="13835" name="Arc 13834">
                        <a:extLst>
                          <a:ext uri="{FF2B5EF4-FFF2-40B4-BE49-F238E27FC236}">
                            <a16:creationId xmlns:a16="http://schemas.microsoft.com/office/drawing/2014/main" id="{B85942B0-1ADA-DED3-32AF-9923A9ED2C9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836" name="Arc 13835">
                        <a:extLst>
                          <a:ext uri="{FF2B5EF4-FFF2-40B4-BE49-F238E27FC236}">
                            <a16:creationId xmlns:a16="http://schemas.microsoft.com/office/drawing/2014/main" id="{82005F0C-661E-A377-035D-032733BC5DA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828" name="Group 13827">
                      <a:extLst>
                        <a:ext uri="{FF2B5EF4-FFF2-40B4-BE49-F238E27FC236}">
                          <a16:creationId xmlns:a16="http://schemas.microsoft.com/office/drawing/2014/main" id="{45A4655E-FEB1-52B2-B623-99DA6323D66F}"/>
                        </a:ext>
                      </a:extLst>
                    </p:cNvPr>
                    <p:cNvGrpSpPr/>
                    <p:nvPr/>
                  </p:nvGrpSpPr>
                  <p:grpSpPr>
                    <a:xfrm rot="7200000" flipH="1">
                      <a:off x="6434137" y="3977611"/>
                      <a:ext cx="303213" cy="303213"/>
                      <a:chOff x="5354637" y="3446463"/>
                      <a:chExt cx="214313" cy="214313"/>
                    </a:xfrm>
                  </p:grpSpPr>
                  <p:sp>
                    <p:nvSpPr>
                      <p:cNvPr id="13833" name="Arc 13832">
                        <a:extLst>
                          <a:ext uri="{FF2B5EF4-FFF2-40B4-BE49-F238E27FC236}">
                            <a16:creationId xmlns:a16="http://schemas.microsoft.com/office/drawing/2014/main" id="{A12233CC-D01A-C536-A079-A38A4AF26F0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834" name="Arc 13833">
                        <a:extLst>
                          <a:ext uri="{FF2B5EF4-FFF2-40B4-BE49-F238E27FC236}">
                            <a16:creationId xmlns:a16="http://schemas.microsoft.com/office/drawing/2014/main" id="{CD348945-964C-01FF-B17A-51B685F5427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829" name="Group 13828">
                      <a:extLst>
                        <a:ext uri="{FF2B5EF4-FFF2-40B4-BE49-F238E27FC236}">
                          <a16:creationId xmlns:a16="http://schemas.microsoft.com/office/drawing/2014/main" id="{EA2A68BF-5B30-07C3-781A-EC9917E1F72C}"/>
                        </a:ext>
                      </a:extLst>
                    </p:cNvPr>
                    <p:cNvGrpSpPr/>
                    <p:nvPr/>
                  </p:nvGrpSpPr>
                  <p:grpSpPr>
                    <a:xfrm rot="14400000" flipH="1">
                      <a:off x="6389147" y="3932622"/>
                      <a:ext cx="393192" cy="393192"/>
                      <a:chOff x="5354637" y="3446463"/>
                      <a:chExt cx="214313" cy="214313"/>
                    </a:xfrm>
                  </p:grpSpPr>
                  <p:sp>
                    <p:nvSpPr>
                      <p:cNvPr id="13831" name="Arc 13830">
                        <a:extLst>
                          <a:ext uri="{FF2B5EF4-FFF2-40B4-BE49-F238E27FC236}">
                            <a16:creationId xmlns:a16="http://schemas.microsoft.com/office/drawing/2014/main" id="{5F183889-294B-0026-6389-54C4E0026E8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832" name="Arc 13831">
                        <a:extLst>
                          <a:ext uri="{FF2B5EF4-FFF2-40B4-BE49-F238E27FC236}">
                            <a16:creationId xmlns:a16="http://schemas.microsoft.com/office/drawing/2014/main" id="{23748E1C-B05D-7152-8CA3-CA7E8C1C2E1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830" name="TextBox 13829">
                      <a:extLst>
                        <a:ext uri="{FF2B5EF4-FFF2-40B4-BE49-F238E27FC236}">
                          <a16:creationId xmlns:a16="http://schemas.microsoft.com/office/drawing/2014/main" id="{F476C4F5-66B7-5E35-7049-B1BF1CB6B0BD}"/>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776" name="Group 13775">
                  <a:extLst>
                    <a:ext uri="{FF2B5EF4-FFF2-40B4-BE49-F238E27FC236}">
                      <a16:creationId xmlns:a16="http://schemas.microsoft.com/office/drawing/2014/main" id="{A9722A46-21AE-2B41-5266-3DE517A6160B}"/>
                    </a:ext>
                  </a:extLst>
                </p:cNvPr>
                <p:cNvGrpSpPr/>
                <p:nvPr/>
              </p:nvGrpSpPr>
              <p:grpSpPr>
                <a:xfrm>
                  <a:off x="6069086" y="3246228"/>
                  <a:ext cx="1019224" cy="991639"/>
                  <a:chOff x="5886431" y="3225768"/>
                  <a:chExt cx="1019224" cy="991639"/>
                </a:xfrm>
              </p:grpSpPr>
              <p:grpSp>
                <p:nvGrpSpPr>
                  <p:cNvPr id="13777" name="Group 13776">
                    <a:extLst>
                      <a:ext uri="{FF2B5EF4-FFF2-40B4-BE49-F238E27FC236}">
                        <a16:creationId xmlns:a16="http://schemas.microsoft.com/office/drawing/2014/main" id="{C90A6170-C3D3-C4DC-65C0-CADAD68CB61C}"/>
                      </a:ext>
                    </a:extLst>
                  </p:cNvPr>
                  <p:cNvGrpSpPr/>
                  <p:nvPr/>
                </p:nvGrpSpPr>
                <p:grpSpPr>
                  <a:xfrm>
                    <a:off x="6197413" y="3824215"/>
                    <a:ext cx="393192" cy="393192"/>
                    <a:chOff x="5265196" y="3357021"/>
                    <a:chExt cx="393192" cy="393192"/>
                  </a:xfrm>
                </p:grpSpPr>
                <p:grpSp>
                  <p:nvGrpSpPr>
                    <p:cNvPr id="13812" name="Group 13811">
                      <a:extLst>
                        <a:ext uri="{FF2B5EF4-FFF2-40B4-BE49-F238E27FC236}">
                          <a16:creationId xmlns:a16="http://schemas.microsoft.com/office/drawing/2014/main" id="{E28138A4-3B55-7087-83F7-0A09E90F8A96}"/>
                        </a:ext>
                      </a:extLst>
                    </p:cNvPr>
                    <p:cNvGrpSpPr/>
                    <p:nvPr/>
                  </p:nvGrpSpPr>
                  <p:grpSpPr>
                    <a:xfrm rot="14400000">
                      <a:off x="5265196" y="3357021"/>
                      <a:ext cx="393192" cy="393192"/>
                      <a:chOff x="5354637" y="3446463"/>
                      <a:chExt cx="214313" cy="214313"/>
                    </a:xfrm>
                  </p:grpSpPr>
                  <p:sp>
                    <p:nvSpPr>
                      <p:cNvPr id="13821" name="Arc 13820">
                        <a:extLst>
                          <a:ext uri="{FF2B5EF4-FFF2-40B4-BE49-F238E27FC236}">
                            <a16:creationId xmlns:a16="http://schemas.microsoft.com/office/drawing/2014/main" id="{A3D796B1-C3E4-A6D1-52CD-5DDF425529C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822" name="Arc 13821">
                        <a:extLst>
                          <a:ext uri="{FF2B5EF4-FFF2-40B4-BE49-F238E27FC236}">
                            <a16:creationId xmlns:a16="http://schemas.microsoft.com/office/drawing/2014/main" id="{FD0B778F-0AFC-DF75-8660-874EE79BC61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813" name="Group 13812">
                      <a:extLst>
                        <a:ext uri="{FF2B5EF4-FFF2-40B4-BE49-F238E27FC236}">
                          <a16:creationId xmlns:a16="http://schemas.microsoft.com/office/drawing/2014/main" id="{184C6A2D-652A-52A7-0761-1DF2E4468661}"/>
                        </a:ext>
                      </a:extLst>
                    </p:cNvPr>
                    <p:cNvGrpSpPr/>
                    <p:nvPr/>
                  </p:nvGrpSpPr>
                  <p:grpSpPr>
                    <a:xfrm>
                      <a:off x="5310186" y="3402011"/>
                      <a:ext cx="303213" cy="303213"/>
                      <a:chOff x="5310186" y="3402011"/>
                      <a:chExt cx="303213" cy="303213"/>
                    </a:xfrm>
                  </p:grpSpPr>
                  <p:grpSp>
                    <p:nvGrpSpPr>
                      <p:cNvPr id="13814" name="Group 13813">
                        <a:extLst>
                          <a:ext uri="{FF2B5EF4-FFF2-40B4-BE49-F238E27FC236}">
                            <a16:creationId xmlns:a16="http://schemas.microsoft.com/office/drawing/2014/main" id="{EDCB20EF-9AEC-E006-AD3C-5CCE346F9878}"/>
                          </a:ext>
                        </a:extLst>
                      </p:cNvPr>
                      <p:cNvGrpSpPr/>
                      <p:nvPr/>
                    </p:nvGrpSpPr>
                    <p:grpSpPr>
                      <a:xfrm>
                        <a:off x="5354636" y="3446461"/>
                        <a:ext cx="214313" cy="214313"/>
                        <a:chOff x="5354637" y="3446463"/>
                        <a:chExt cx="214313" cy="214313"/>
                      </a:xfrm>
                    </p:grpSpPr>
                    <p:sp>
                      <p:nvSpPr>
                        <p:cNvPr id="13819" name="Arc 13818">
                          <a:extLst>
                            <a:ext uri="{FF2B5EF4-FFF2-40B4-BE49-F238E27FC236}">
                              <a16:creationId xmlns:a16="http://schemas.microsoft.com/office/drawing/2014/main" id="{04635F43-1335-CA9F-1F58-E097506D1CC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820" name="Arc 13819">
                          <a:extLst>
                            <a:ext uri="{FF2B5EF4-FFF2-40B4-BE49-F238E27FC236}">
                              <a16:creationId xmlns:a16="http://schemas.microsoft.com/office/drawing/2014/main" id="{F5052BB0-55CB-6284-76F2-72D854D66B1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815" name="Group 13814">
                        <a:extLst>
                          <a:ext uri="{FF2B5EF4-FFF2-40B4-BE49-F238E27FC236}">
                            <a16:creationId xmlns:a16="http://schemas.microsoft.com/office/drawing/2014/main" id="{D67CB8D4-9C75-D74D-6D25-561C9F7965A3}"/>
                          </a:ext>
                        </a:extLst>
                      </p:cNvPr>
                      <p:cNvGrpSpPr/>
                      <p:nvPr/>
                    </p:nvGrpSpPr>
                    <p:grpSpPr>
                      <a:xfrm rot="7200000">
                        <a:off x="5310186" y="3402011"/>
                        <a:ext cx="303213" cy="303213"/>
                        <a:chOff x="5354637" y="3446463"/>
                        <a:chExt cx="214313" cy="214313"/>
                      </a:xfrm>
                    </p:grpSpPr>
                    <p:sp>
                      <p:nvSpPr>
                        <p:cNvPr id="13817" name="Arc 13816">
                          <a:extLst>
                            <a:ext uri="{FF2B5EF4-FFF2-40B4-BE49-F238E27FC236}">
                              <a16:creationId xmlns:a16="http://schemas.microsoft.com/office/drawing/2014/main" id="{9C9B724C-D3A0-E089-A678-3A5EDE854DF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818" name="Arc 13817">
                          <a:extLst>
                            <a:ext uri="{FF2B5EF4-FFF2-40B4-BE49-F238E27FC236}">
                              <a16:creationId xmlns:a16="http://schemas.microsoft.com/office/drawing/2014/main" id="{3AD4DDC3-7456-0115-1F89-25A490EAD71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816" name="TextBox 13815">
                        <a:extLst>
                          <a:ext uri="{FF2B5EF4-FFF2-40B4-BE49-F238E27FC236}">
                            <a16:creationId xmlns:a16="http://schemas.microsoft.com/office/drawing/2014/main" id="{FCD5EE21-EEEC-63A9-DDCE-DB3526AE24B6}"/>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778" name="Group 13777">
                    <a:extLst>
                      <a:ext uri="{FF2B5EF4-FFF2-40B4-BE49-F238E27FC236}">
                        <a16:creationId xmlns:a16="http://schemas.microsoft.com/office/drawing/2014/main" id="{29CBCAAD-919B-5ED5-07F6-3E3E434532C1}"/>
                      </a:ext>
                    </a:extLst>
                  </p:cNvPr>
                  <p:cNvGrpSpPr/>
                  <p:nvPr/>
                </p:nvGrpSpPr>
                <p:grpSpPr>
                  <a:xfrm>
                    <a:off x="5886431" y="3525040"/>
                    <a:ext cx="393192" cy="393192"/>
                    <a:chOff x="5265196" y="3932619"/>
                    <a:chExt cx="393192" cy="393192"/>
                  </a:xfrm>
                </p:grpSpPr>
                <p:grpSp>
                  <p:nvGrpSpPr>
                    <p:cNvPr id="13802" name="Group 13801">
                      <a:extLst>
                        <a:ext uri="{FF2B5EF4-FFF2-40B4-BE49-F238E27FC236}">
                          <a16:creationId xmlns:a16="http://schemas.microsoft.com/office/drawing/2014/main" id="{5E26150D-1926-50DA-C516-5206588A1F2D}"/>
                        </a:ext>
                      </a:extLst>
                    </p:cNvPr>
                    <p:cNvGrpSpPr/>
                    <p:nvPr/>
                  </p:nvGrpSpPr>
                  <p:grpSpPr>
                    <a:xfrm>
                      <a:off x="5354636" y="4022061"/>
                      <a:ext cx="214313" cy="214313"/>
                      <a:chOff x="5354637" y="3446463"/>
                      <a:chExt cx="214313" cy="214313"/>
                    </a:xfrm>
                  </p:grpSpPr>
                  <p:sp>
                    <p:nvSpPr>
                      <p:cNvPr id="13810" name="Arc 13809">
                        <a:extLst>
                          <a:ext uri="{FF2B5EF4-FFF2-40B4-BE49-F238E27FC236}">
                            <a16:creationId xmlns:a16="http://schemas.microsoft.com/office/drawing/2014/main" id="{920770B9-E72F-3AFA-6568-AC56FE36D2E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811" name="Arc 13810">
                        <a:extLst>
                          <a:ext uri="{FF2B5EF4-FFF2-40B4-BE49-F238E27FC236}">
                            <a16:creationId xmlns:a16="http://schemas.microsoft.com/office/drawing/2014/main" id="{A6F3AE63-8AC7-0E2C-631D-4110FB087CD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803" name="Group 13802">
                      <a:extLst>
                        <a:ext uri="{FF2B5EF4-FFF2-40B4-BE49-F238E27FC236}">
                          <a16:creationId xmlns:a16="http://schemas.microsoft.com/office/drawing/2014/main" id="{5B2404B7-9BBC-941E-A0BB-B08038B8A2E5}"/>
                        </a:ext>
                      </a:extLst>
                    </p:cNvPr>
                    <p:cNvGrpSpPr/>
                    <p:nvPr/>
                  </p:nvGrpSpPr>
                  <p:grpSpPr>
                    <a:xfrm rot="14400000">
                      <a:off x="5310186" y="3977611"/>
                      <a:ext cx="303213" cy="303213"/>
                      <a:chOff x="5354637" y="3446463"/>
                      <a:chExt cx="214313" cy="214313"/>
                    </a:xfrm>
                  </p:grpSpPr>
                  <p:sp>
                    <p:nvSpPr>
                      <p:cNvPr id="13808" name="Arc 13807">
                        <a:extLst>
                          <a:ext uri="{FF2B5EF4-FFF2-40B4-BE49-F238E27FC236}">
                            <a16:creationId xmlns:a16="http://schemas.microsoft.com/office/drawing/2014/main" id="{B08135DF-C1F8-4AA6-093F-99AB6B83557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809" name="Arc 13808">
                        <a:extLst>
                          <a:ext uri="{FF2B5EF4-FFF2-40B4-BE49-F238E27FC236}">
                            <a16:creationId xmlns:a16="http://schemas.microsoft.com/office/drawing/2014/main" id="{3E8FDDBB-FBD5-4165-945B-093611EEB57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804" name="Group 13803">
                      <a:extLst>
                        <a:ext uri="{FF2B5EF4-FFF2-40B4-BE49-F238E27FC236}">
                          <a16:creationId xmlns:a16="http://schemas.microsoft.com/office/drawing/2014/main" id="{0036EEA0-EB16-A088-9592-7FD2FBD69E25}"/>
                        </a:ext>
                      </a:extLst>
                    </p:cNvPr>
                    <p:cNvGrpSpPr/>
                    <p:nvPr/>
                  </p:nvGrpSpPr>
                  <p:grpSpPr>
                    <a:xfrm rot="7200000">
                      <a:off x="5265196" y="3932619"/>
                      <a:ext cx="393192" cy="393192"/>
                      <a:chOff x="5354637" y="3446463"/>
                      <a:chExt cx="214313" cy="214313"/>
                    </a:xfrm>
                  </p:grpSpPr>
                  <p:sp>
                    <p:nvSpPr>
                      <p:cNvPr id="13806" name="Arc 13805">
                        <a:extLst>
                          <a:ext uri="{FF2B5EF4-FFF2-40B4-BE49-F238E27FC236}">
                            <a16:creationId xmlns:a16="http://schemas.microsoft.com/office/drawing/2014/main" id="{00D3B7CD-B657-6C93-7BCF-E6B758B9529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807" name="Arc 13806">
                        <a:extLst>
                          <a:ext uri="{FF2B5EF4-FFF2-40B4-BE49-F238E27FC236}">
                            <a16:creationId xmlns:a16="http://schemas.microsoft.com/office/drawing/2014/main" id="{E463FE96-B89D-655F-7FA4-78E369CF487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805" name="TextBox 13804">
                      <a:extLst>
                        <a:ext uri="{FF2B5EF4-FFF2-40B4-BE49-F238E27FC236}">
                          <a16:creationId xmlns:a16="http://schemas.microsoft.com/office/drawing/2014/main" id="{5F7A8AD1-2AC5-2C09-1823-721C79462BDD}"/>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3779" name="Group 13778">
                    <a:extLst>
                      <a:ext uri="{FF2B5EF4-FFF2-40B4-BE49-F238E27FC236}">
                        <a16:creationId xmlns:a16="http://schemas.microsoft.com/office/drawing/2014/main" id="{097323BF-C675-A79D-42D6-6FE047051F42}"/>
                      </a:ext>
                    </a:extLst>
                  </p:cNvPr>
                  <p:cNvGrpSpPr/>
                  <p:nvPr/>
                </p:nvGrpSpPr>
                <p:grpSpPr>
                  <a:xfrm>
                    <a:off x="6512463" y="3525040"/>
                    <a:ext cx="393192" cy="393192"/>
                    <a:chOff x="6389147" y="3357021"/>
                    <a:chExt cx="393192" cy="393192"/>
                  </a:xfrm>
                </p:grpSpPr>
                <p:grpSp>
                  <p:nvGrpSpPr>
                    <p:cNvPr id="13791" name="Group 13790">
                      <a:extLst>
                        <a:ext uri="{FF2B5EF4-FFF2-40B4-BE49-F238E27FC236}">
                          <a16:creationId xmlns:a16="http://schemas.microsoft.com/office/drawing/2014/main" id="{938520CD-E5BF-B71D-82BA-E6CA74F59109}"/>
                        </a:ext>
                      </a:extLst>
                    </p:cNvPr>
                    <p:cNvGrpSpPr/>
                    <p:nvPr/>
                  </p:nvGrpSpPr>
                  <p:grpSpPr>
                    <a:xfrm rot="7200000" flipH="1">
                      <a:off x="6389147" y="3357021"/>
                      <a:ext cx="393192" cy="393192"/>
                      <a:chOff x="5354637" y="3446463"/>
                      <a:chExt cx="214313" cy="214313"/>
                    </a:xfrm>
                  </p:grpSpPr>
                  <p:sp>
                    <p:nvSpPr>
                      <p:cNvPr id="13800" name="Arc 13799">
                        <a:extLst>
                          <a:ext uri="{FF2B5EF4-FFF2-40B4-BE49-F238E27FC236}">
                            <a16:creationId xmlns:a16="http://schemas.microsoft.com/office/drawing/2014/main" id="{39476585-F061-D39E-FEA5-580A2137763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801" name="Arc 13800">
                        <a:extLst>
                          <a:ext uri="{FF2B5EF4-FFF2-40B4-BE49-F238E27FC236}">
                            <a16:creationId xmlns:a16="http://schemas.microsoft.com/office/drawing/2014/main" id="{221D6944-F15A-AF7C-EB09-26334C349BE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792" name="Group 13791">
                      <a:extLst>
                        <a:ext uri="{FF2B5EF4-FFF2-40B4-BE49-F238E27FC236}">
                          <a16:creationId xmlns:a16="http://schemas.microsoft.com/office/drawing/2014/main" id="{404C495B-3A01-0A6E-2B4B-74C7EDF68D8D}"/>
                        </a:ext>
                      </a:extLst>
                    </p:cNvPr>
                    <p:cNvGrpSpPr/>
                    <p:nvPr/>
                  </p:nvGrpSpPr>
                  <p:grpSpPr>
                    <a:xfrm>
                      <a:off x="6434137" y="3402011"/>
                      <a:ext cx="303213" cy="303213"/>
                      <a:chOff x="6434137" y="3402011"/>
                      <a:chExt cx="303213" cy="303213"/>
                    </a:xfrm>
                  </p:grpSpPr>
                  <p:grpSp>
                    <p:nvGrpSpPr>
                      <p:cNvPr id="13793" name="Group 13792">
                        <a:extLst>
                          <a:ext uri="{FF2B5EF4-FFF2-40B4-BE49-F238E27FC236}">
                            <a16:creationId xmlns:a16="http://schemas.microsoft.com/office/drawing/2014/main" id="{8D179D11-61CB-008B-EDD5-2664C7E032D9}"/>
                          </a:ext>
                        </a:extLst>
                      </p:cNvPr>
                      <p:cNvGrpSpPr/>
                      <p:nvPr/>
                    </p:nvGrpSpPr>
                    <p:grpSpPr>
                      <a:xfrm flipH="1">
                        <a:off x="6478587" y="3446461"/>
                        <a:ext cx="214313" cy="214313"/>
                        <a:chOff x="5354637" y="3446463"/>
                        <a:chExt cx="214313" cy="214313"/>
                      </a:xfrm>
                    </p:grpSpPr>
                    <p:sp>
                      <p:nvSpPr>
                        <p:cNvPr id="13798" name="Arc 13797">
                          <a:extLst>
                            <a:ext uri="{FF2B5EF4-FFF2-40B4-BE49-F238E27FC236}">
                              <a16:creationId xmlns:a16="http://schemas.microsoft.com/office/drawing/2014/main" id="{F76B1E61-53E5-ED36-38F2-248EB7AF56E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799" name="Arc 13798">
                          <a:extLst>
                            <a:ext uri="{FF2B5EF4-FFF2-40B4-BE49-F238E27FC236}">
                              <a16:creationId xmlns:a16="http://schemas.microsoft.com/office/drawing/2014/main" id="{9A044A8F-71F8-38E8-7178-01C95663896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794" name="Group 13793">
                        <a:extLst>
                          <a:ext uri="{FF2B5EF4-FFF2-40B4-BE49-F238E27FC236}">
                            <a16:creationId xmlns:a16="http://schemas.microsoft.com/office/drawing/2014/main" id="{A517BA36-F5E1-6F14-1ACB-83F171120C64}"/>
                          </a:ext>
                        </a:extLst>
                      </p:cNvPr>
                      <p:cNvGrpSpPr/>
                      <p:nvPr/>
                    </p:nvGrpSpPr>
                    <p:grpSpPr>
                      <a:xfrm rot="14400000" flipH="1">
                        <a:off x="6434137" y="3402011"/>
                        <a:ext cx="303213" cy="303213"/>
                        <a:chOff x="5354637" y="3446463"/>
                        <a:chExt cx="214313" cy="214313"/>
                      </a:xfrm>
                    </p:grpSpPr>
                    <p:sp>
                      <p:nvSpPr>
                        <p:cNvPr id="13796" name="Arc 13795">
                          <a:extLst>
                            <a:ext uri="{FF2B5EF4-FFF2-40B4-BE49-F238E27FC236}">
                              <a16:creationId xmlns:a16="http://schemas.microsoft.com/office/drawing/2014/main" id="{7BC94126-EFA4-5A4F-86BA-B97BAA13887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797" name="Arc 13796">
                          <a:extLst>
                            <a:ext uri="{FF2B5EF4-FFF2-40B4-BE49-F238E27FC236}">
                              <a16:creationId xmlns:a16="http://schemas.microsoft.com/office/drawing/2014/main" id="{36DFF077-C937-1926-4CD4-7DE80F51887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795" name="TextBox 13794">
                        <a:extLst>
                          <a:ext uri="{FF2B5EF4-FFF2-40B4-BE49-F238E27FC236}">
                            <a16:creationId xmlns:a16="http://schemas.microsoft.com/office/drawing/2014/main" id="{C5BC8780-ECF3-87AB-DD02-84A98F1234EC}"/>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780" name="Group 13779">
                    <a:extLst>
                      <a:ext uri="{FF2B5EF4-FFF2-40B4-BE49-F238E27FC236}">
                        <a16:creationId xmlns:a16="http://schemas.microsoft.com/office/drawing/2014/main" id="{A3C9F1F7-8263-5A01-74AF-DECA035FFA13}"/>
                      </a:ext>
                    </a:extLst>
                  </p:cNvPr>
                  <p:cNvGrpSpPr/>
                  <p:nvPr/>
                </p:nvGrpSpPr>
                <p:grpSpPr>
                  <a:xfrm>
                    <a:off x="6197413" y="3225768"/>
                    <a:ext cx="393192" cy="393192"/>
                    <a:chOff x="6389147" y="3932622"/>
                    <a:chExt cx="393192" cy="393192"/>
                  </a:xfrm>
                </p:grpSpPr>
                <p:grpSp>
                  <p:nvGrpSpPr>
                    <p:cNvPr id="13781" name="Group 13780">
                      <a:extLst>
                        <a:ext uri="{FF2B5EF4-FFF2-40B4-BE49-F238E27FC236}">
                          <a16:creationId xmlns:a16="http://schemas.microsoft.com/office/drawing/2014/main" id="{DD56D6C4-A72E-95C6-761E-DBB778F3FBC7}"/>
                        </a:ext>
                      </a:extLst>
                    </p:cNvPr>
                    <p:cNvGrpSpPr/>
                    <p:nvPr/>
                  </p:nvGrpSpPr>
                  <p:grpSpPr>
                    <a:xfrm flipH="1">
                      <a:off x="6478587" y="4022061"/>
                      <a:ext cx="214313" cy="214313"/>
                      <a:chOff x="5354637" y="3446463"/>
                      <a:chExt cx="214313" cy="214313"/>
                    </a:xfrm>
                  </p:grpSpPr>
                  <p:sp>
                    <p:nvSpPr>
                      <p:cNvPr id="13789" name="Arc 13788">
                        <a:extLst>
                          <a:ext uri="{FF2B5EF4-FFF2-40B4-BE49-F238E27FC236}">
                            <a16:creationId xmlns:a16="http://schemas.microsoft.com/office/drawing/2014/main" id="{062F8CEE-A1F8-A276-9407-F1D14CF5D4A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790" name="Arc 13789">
                        <a:extLst>
                          <a:ext uri="{FF2B5EF4-FFF2-40B4-BE49-F238E27FC236}">
                            <a16:creationId xmlns:a16="http://schemas.microsoft.com/office/drawing/2014/main" id="{56B7441F-4BE8-A08F-0676-F96E49651AA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782" name="Group 13781">
                      <a:extLst>
                        <a:ext uri="{FF2B5EF4-FFF2-40B4-BE49-F238E27FC236}">
                          <a16:creationId xmlns:a16="http://schemas.microsoft.com/office/drawing/2014/main" id="{92F54885-75F2-60CF-8675-A1D38BB634E5}"/>
                        </a:ext>
                      </a:extLst>
                    </p:cNvPr>
                    <p:cNvGrpSpPr/>
                    <p:nvPr/>
                  </p:nvGrpSpPr>
                  <p:grpSpPr>
                    <a:xfrm rot="7200000" flipH="1">
                      <a:off x="6434137" y="3977611"/>
                      <a:ext cx="303213" cy="303213"/>
                      <a:chOff x="5354637" y="3446463"/>
                      <a:chExt cx="214313" cy="214313"/>
                    </a:xfrm>
                  </p:grpSpPr>
                  <p:sp>
                    <p:nvSpPr>
                      <p:cNvPr id="13787" name="Arc 13786">
                        <a:extLst>
                          <a:ext uri="{FF2B5EF4-FFF2-40B4-BE49-F238E27FC236}">
                            <a16:creationId xmlns:a16="http://schemas.microsoft.com/office/drawing/2014/main" id="{D6DC11E2-2590-5FE3-65A8-152775CB57B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788" name="Arc 13787">
                        <a:extLst>
                          <a:ext uri="{FF2B5EF4-FFF2-40B4-BE49-F238E27FC236}">
                            <a16:creationId xmlns:a16="http://schemas.microsoft.com/office/drawing/2014/main" id="{3300F404-E78B-BC29-10E5-D0435789E14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783" name="Group 13782">
                      <a:extLst>
                        <a:ext uri="{FF2B5EF4-FFF2-40B4-BE49-F238E27FC236}">
                          <a16:creationId xmlns:a16="http://schemas.microsoft.com/office/drawing/2014/main" id="{42032423-92CE-EEAD-2B74-3D4E9BC751DF}"/>
                        </a:ext>
                      </a:extLst>
                    </p:cNvPr>
                    <p:cNvGrpSpPr/>
                    <p:nvPr/>
                  </p:nvGrpSpPr>
                  <p:grpSpPr>
                    <a:xfrm rot="14400000" flipH="1">
                      <a:off x="6389147" y="3932622"/>
                      <a:ext cx="393192" cy="393192"/>
                      <a:chOff x="5354637" y="3446463"/>
                      <a:chExt cx="214313" cy="214313"/>
                    </a:xfrm>
                  </p:grpSpPr>
                  <p:sp>
                    <p:nvSpPr>
                      <p:cNvPr id="13785" name="Arc 13784">
                        <a:extLst>
                          <a:ext uri="{FF2B5EF4-FFF2-40B4-BE49-F238E27FC236}">
                            <a16:creationId xmlns:a16="http://schemas.microsoft.com/office/drawing/2014/main" id="{156DBDCD-D7F4-D9AA-A01F-93B98B4F414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786" name="Arc 13785">
                        <a:extLst>
                          <a:ext uri="{FF2B5EF4-FFF2-40B4-BE49-F238E27FC236}">
                            <a16:creationId xmlns:a16="http://schemas.microsoft.com/office/drawing/2014/main" id="{26B6B2CA-DC9E-1663-5D19-099F4BBC71B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784" name="TextBox 13783">
                      <a:extLst>
                        <a:ext uri="{FF2B5EF4-FFF2-40B4-BE49-F238E27FC236}">
                          <a16:creationId xmlns:a16="http://schemas.microsoft.com/office/drawing/2014/main" id="{95A6EB75-32CC-CA9C-96BB-78F70DDCA1B7}"/>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2245" name="Group 12244">
              <a:extLst>
                <a:ext uri="{FF2B5EF4-FFF2-40B4-BE49-F238E27FC236}">
                  <a16:creationId xmlns:a16="http://schemas.microsoft.com/office/drawing/2014/main" id="{5B4E4EDB-8D85-98F9-5091-18CC60AC4CFC}"/>
                </a:ext>
              </a:extLst>
            </p:cNvPr>
            <p:cNvGrpSpPr/>
            <p:nvPr/>
          </p:nvGrpSpPr>
          <p:grpSpPr>
            <a:xfrm>
              <a:off x="9939813" y="-878204"/>
              <a:ext cx="2263438" cy="2198360"/>
              <a:chOff x="5445106" y="2039507"/>
              <a:chExt cx="2263438" cy="2198360"/>
            </a:xfrm>
          </p:grpSpPr>
          <p:grpSp>
            <p:nvGrpSpPr>
              <p:cNvPr id="13583" name="Group 13582">
                <a:extLst>
                  <a:ext uri="{FF2B5EF4-FFF2-40B4-BE49-F238E27FC236}">
                    <a16:creationId xmlns:a16="http://schemas.microsoft.com/office/drawing/2014/main" id="{B10DBFC0-5ACF-F052-92A8-E051ECF04453}"/>
                  </a:ext>
                </a:extLst>
              </p:cNvPr>
              <p:cNvGrpSpPr/>
              <p:nvPr/>
            </p:nvGrpSpPr>
            <p:grpSpPr>
              <a:xfrm>
                <a:off x="5445106" y="2644743"/>
                <a:ext cx="1643204" cy="1593124"/>
                <a:chOff x="5445106" y="2644743"/>
                <a:chExt cx="1643204" cy="1593124"/>
              </a:xfrm>
            </p:grpSpPr>
            <p:grpSp>
              <p:nvGrpSpPr>
                <p:cNvPr id="13679" name="Group 13678">
                  <a:extLst>
                    <a:ext uri="{FF2B5EF4-FFF2-40B4-BE49-F238E27FC236}">
                      <a16:creationId xmlns:a16="http://schemas.microsoft.com/office/drawing/2014/main" id="{FB51CC30-BE1D-857C-30F6-7D70362F6145}"/>
                    </a:ext>
                  </a:extLst>
                </p:cNvPr>
                <p:cNvGrpSpPr/>
                <p:nvPr/>
              </p:nvGrpSpPr>
              <p:grpSpPr>
                <a:xfrm>
                  <a:off x="5445106" y="2644743"/>
                  <a:ext cx="1019224" cy="991639"/>
                  <a:chOff x="5886431" y="3225768"/>
                  <a:chExt cx="1019224" cy="991639"/>
                </a:xfrm>
              </p:grpSpPr>
              <p:grpSp>
                <p:nvGrpSpPr>
                  <p:cNvPr id="13727" name="Group 13726">
                    <a:extLst>
                      <a:ext uri="{FF2B5EF4-FFF2-40B4-BE49-F238E27FC236}">
                        <a16:creationId xmlns:a16="http://schemas.microsoft.com/office/drawing/2014/main" id="{67867CC8-C5EB-4F9A-B8AC-920357384F30}"/>
                      </a:ext>
                    </a:extLst>
                  </p:cNvPr>
                  <p:cNvGrpSpPr/>
                  <p:nvPr/>
                </p:nvGrpSpPr>
                <p:grpSpPr>
                  <a:xfrm>
                    <a:off x="6197413" y="3824215"/>
                    <a:ext cx="393192" cy="393192"/>
                    <a:chOff x="5265196" y="3357021"/>
                    <a:chExt cx="393192" cy="393192"/>
                  </a:xfrm>
                </p:grpSpPr>
                <p:grpSp>
                  <p:nvGrpSpPr>
                    <p:cNvPr id="13762" name="Group 13761">
                      <a:extLst>
                        <a:ext uri="{FF2B5EF4-FFF2-40B4-BE49-F238E27FC236}">
                          <a16:creationId xmlns:a16="http://schemas.microsoft.com/office/drawing/2014/main" id="{8F7AB2B9-7124-55BD-2A4F-6ACF70BCC211}"/>
                        </a:ext>
                      </a:extLst>
                    </p:cNvPr>
                    <p:cNvGrpSpPr/>
                    <p:nvPr/>
                  </p:nvGrpSpPr>
                  <p:grpSpPr>
                    <a:xfrm rot="14400000">
                      <a:off x="5265196" y="3357021"/>
                      <a:ext cx="393192" cy="393192"/>
                      <a:chOff x="5354637" y="3446463"/>
                      <a:chExt cx="214313" cy="214313"/>
                    </a:xfrm>
                  </p:grpSpPr>
                  <p:sp>
                    <p:nvSpPr>
                      <p:cNvPr id="13771" name="Arc 13770">
                        <a:extLst>
                          <a:ext uri="{FF2B5EF4-FFF2-40B4-BE49-F238E27FC236}">
                            <a16:creationId xmlns:a16="http://schemas.microsoft.com/office/drawing/2014/main" id="{ADCFB8F2-8AFC-1A67-2F67-BA692E79D7E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772" name="Arc 13771">
                        <a:extLst>
                          <a:ext uri="{FF2B5EF4-FFF2-40B4-BE49-F238E27FC236}">
                            <a16:creationId xmlns:a16="http://schemas.microsoft.com/office/drawing/2014/main" id="{4F67757A-540E-27E8-B23B-6A8C20967D2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763" name="Group 13762">
                      <a:extLst>
                        <a:ext uri="{FF2B5EF4-FFF2-40B4-BE49-F238E27FC236}">
                          <a16:creationId xmlns:a16="http://schemas.microsoft.com/office/drawing/2014/main" id="{5D2E75C3-B0AC-2DEC-4315-E479F25AE2E0}"/>
                        </a:ext>
                      </a:extLst>
                    </p:cNvPr>
                    <p:cNvGrpSpPr/>
                    <p:nvPr/>
                  </p:nvGrpSpPr>
                  <p:grpSpPr>
                    <a:xfrm>
                      <a:off x="5310186" y="3402011"/>
                      <a:ext cx="303213" cy="303213"/>
                      <a:chOff x="5310186" y="3402011"/>
                      <a:chExt cx="303213" cy="303213"/>
                    </a:xfrm>
                  </p:grpSpPr>
                  <p:grpSp>
                    <p:nvGrpSpPr>
                      <p:cNvPr id="13764" name="Group 13763">
                        <a:extLst>
                          <a:ext uri="{FF2B5EF4-FFF2-40B4-BE49-F238E27FC236}">
                            <a16:creationId xmlns:a16="http://schemas.microsoft.com/office/drawing/2014/main" id="{7BF91B53-2D2A-94E3-9F87-3A00710DF577}"/>
                          </a:ext>
                        </a:extLst>
                      </p:cNvPr>
                      <p:cNvGrpSpPr/>
                      <p:nvPr/>
                    </p:nvGrpSpPr>
                    <p:grpSpPr>
                      <a:xfrm>
                        <a:off x="5354636" y="3446461"/>
                        <a:ext cx="214313" cy="214313"/>
                        <a:chOff x="5354637" y="3446463"/>
                        <a:chExt cx="214313" cy="214313"/>
                      </a:xfrm>
                    </p:grpSpPr>
                    <p:sp>
                      <p:nvSpPr>
                        <p:cNvPr id="13769" name="Arc 13768">
                          <a:extLst>
                            <a:ext uri="{FF2B5EF4-FFF2-40B4-BE49-F238E27FC236}">
                              <a16:creationId xmlns:a16="http://schemas.microsoft.com/office/drawing/2014/main" id="{5DAD527D-A27A-397A-9337-DA8569B74EB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770" name="Arc 13769">
                          <a:extLst>
                            <a:ext uri="{FF2B5EF4-FFF2-40B4-BE49-F238E27FC236}">
                              <a16:creationId xmlns:a16="http://schemas.microsoft.com/office/drawing/2014/main" id="{A4AC8DDC-388E-9BE4-4147-93B1C7ACBF7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765" name="Group 13764">
                        <a:extLst>
                          <a:ext uri="{FF2B5EF4-FFF2-40B4-BE49-F238E27FC236}">
                            <a16:creationId xmlns:a16="http://schemas.microsoft.com/office/drawing/2014/main" id="{F786DE80-AD12-A7F8-337B-3A30A2B2C389}"/>
                          </a:ext>
                        </a:extLst>
                      </p:cNvPr>
                      <p:cNvGrpSpPr/>
                      <p:nvPr/>
                    </p:nvGrpSpPr>
                    <p:grpSpPr>
                      <a:xfrm rot="7200000">
                        <a:off x="5310186" y="3402011"/>
                        <a:ext cx="303213" cy="303213"/>
                        <a:chOff x="5354637" y="3446463"/>
                        <a:chExt cx="214313" cy="214313"/>
                      </a:xfrm>
                    </p:grpSpPr>
                    <p:sp>
                      <p:nvSpPr>
                        <p:cNvPr id="13767" name="Arc 13766">
                          <a:extLst>
                            <a:ext uri="{FF2B5EF4-FFF2-40B4-BE49-F238E27FC236}">
                              <a16:creationId xmlns:a16="http://schemas.microsoft.com/office/drawing/2014/main" id="{C86A23D5-0B09-686C-CFB5-D5FA8FF6697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768" name="Arc 13767">
                          <a:extLst>
                            <a:ext uri="{FF2B5EF4-FFF2-40B4-BE49-F238E27FC236}">
                              <a16:creationId xmlns:a16="http://schemas.microsoft.com/office/drawing/2014/main" id="{DE604AD5-62CC-845C-AE78-467D2DFA234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766" name="TextBox 13765">
                        <a:extLst>
                          <a:ext uri="{FF2B5EF4-FFF2-40B4-BE49-F238E27FC236}">
                            <a16:creationId xmlns:a16="http://schemas.microsoft.com/office/drawing/2014/main" id="{3862B1D7-30AC-ABA6-73D6-6571C314BFA0}"/>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728" name="Group 13727">
                    <a:extLst>
                      <a:ext uri="{FF2B5EF4-FFF2-40B4-BE49-F238E27FC236}">
                        <a16:creationId xmlns:a16="http://schemas.microsoft.com/office/drawing/2014/main" id="{85BC8CF2-BA3B-B80B-16FE-BA8521F35EFF}"/>
                      </a:ext>
                    </a:extLst>
                  </p:cNvPr>
                  <p:cNvGrpSpPr/>
                  <p:nvPr/>
                </p:nvGrpSpPr>
                <p:grpSpPr>
                  <a:xfrm>
                    <a:off x="5886431" y="3525040"/>
                    <a:ext cx="393192" cy="393192"/>
                    <a:chOff x="5265196" y="3932619"/>
                    <a:chExt cx="393192" cy="393192"/>
                  </a:xfrm>
                </p:grpSpPr>
                <p:grpSp>
                  <p:nvGrpSpPr>
                    <p:cNvPr id="13752" name="Group 13751">
                      <a:extLst>
                        <a:ext uri="{FF2B5EF4-FFF2-40B4-BE49-F238E27FC236}">
                          <a16:creationId xmlns:a16="http://schemas.microsoft.com/office/drawing/2014/main" id="{71D90DA8-B31F-EAEE-411E-BDBB517E7EDC}"/>
                        </a:ext>
                      </a:extLst>
                    </p:cNvPr>
                    <p:cNvGrpSpPr/>
                    <p:nvPr/>
                  </p:nvGrpSpPr>
                  <p:grpSpPr>
                    <a:xfrm>
                      <a:off x="5354636" y="4022061"/>
                      <a:ext cx="214313" cy="214313"/>
                      <a:chOff x="5354637" y="3446463"/>
                      <a:chExt cx="214313" cy="214313"/>
                    </a:xfrm>
                  </p:grpSpPr>
                  <p:sp>
                    <p:nvSpPr>
                      <p:cNvPr id="13760" name="Arc 13759">
                        <a:extLst>
                          <a:ext uri="{FF2B5EF4-FFF2-40B4-BE49-F238E27FC236}">
                            <a16:creationId xmlns:a16="http://schemas.microsoft.com/office/drawing/2014/main" id="{F437AB51-94B2-66E1-8DC8-75E7885534C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761" name="Arc 13760">
                        <a:extLst>
                          <a:ext uri="{FF2B5EF4-FFF2-40B4-BE49-F238E27FC236}">
                            <a16:creationId xmlns:a16="http://schemas.microsoft.com/office/drawing/2014/main" id="{EDDED99E-DD88-468C-440C-741146751C9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753" name="Group 13752">
                      <a:extLst>
                        <a:ext uri="{FF2B5EF4-FFF2-40B4-BE49-F238E27FC236}">
                          <a16:creationId xmlns:a16="http://schemas.microsoft.com/office/drawing/2014/main" id="{E9522794-FE97-6788-1AFD-3E1C79683026}"/>
                        </a:ext>
                      </a:extLst>
                    </p:cNvPr>
                    <p:cNvGrpSpPr/>
                    <p:nvPr/>
                  </p:nvGrpSpPr>
                  <p:grpSpPr>
                    <a:xfrm rot="14400000">
                      <a:off x="5310186" y="3977611"/>
                      <a:ext cx="303213" cy="303213"/>
                      <a:chOff x="5354637" y="3446463"/>
                      <a:chExt cx="214313" cy="214313"/>
                    </a:xfrm>
                  </p:grpSpPr>
                  <p:sp>
                    <p:nvSpPr>
                      <p:cNvPr id="13758" name="Arc 13757">
                        <a:extLst>
                          <a:ext uri="{FF2B5EF4-FFF2-40B4-BE49-F238E27FC236}">
                            <a16:creationId xmlns:a16="http://schemas.microsoft.com/office/drawing/2014/main" id="{53B36DB7-B3BE-4C70-6B0C-BAA236D4F41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759" name="Arc 13758">
                        <a:extLst>
                          <a:ext uri="{FF2B5EF4-FFF2-40B4-BE49-F238E27FC236}">
                            <a16:creationId xmlns:a16="http://schemas.microsoft.com/office/drawing/2014/main" id="{4ECA73F6-1481-17D0-15B0-5BEB44EBC2E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754" name="Group 13753">
                      <a:extLst>
                        <a:ext uri="{FF2B5EF4-FFF2-40B4-BE49-F238E27FC236}">
                          <a16:creationId xmlns:a16="http://schemas.microsoft.com/office/drawing/2014/main" id="{54895D38-C279-F269-D384-17DAE50472DE}"/>
                        </a:ext>
                      </a:extLst>
                    </p:cNvPr>
                    <p:cNvGrpSpPr/>
                    <p:nvPr/>
                  </p:nvGrpSpPr>
                  <p:grpSpPr>
                    <a:xfrm rot="7200000">
                      <a:off x="5265196" y="3932619"/>
                      <a:ext cx="393192" cy="393192"/>
                      <a:chOff x="5354637" y="3446463"/>
                      <a:chExt cx="214313" cy="214313"/>
                    </a:xfrm>
                  </p:grpSpPr>
                  <p:sp>
                    <p:nvSpPr>
                      <p:cNvPr id="13756" name="Arc 13755">
                        <a:extLst>
                          <a:ext uri="{FF2B5EF4-FFF2-40B4-BE49-F238E27FC236}">
                            <a16:creationId xmlns:a16="http://schemas.microsoft.com/office/drawing/2014/main" id="{EC59609C-19CB-941A-9ABD-8757F38F09D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757" name="Arc 13756">
                        <a:extLst>
                          <a:ext uri="{FF2B5EF4-FFF2-40B4-BE49-F238E27FC236}">
                            <a16:creationId xmlns:a16="http://schemas.microsoft.com/office/drawing/2014/main" id="{CFAE2A9E-42D6-1639-73AE-8585247EF65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755" name="TextBox 13754">
                      <a:extLst>
                        <a:ext uri="{FF2B5EF4-FFF2-40B4-BE49-F238E27FC236}">
                          <a16:creationId xmlns:a16="http://schemas.microsoft.com/office/drawing/2014/main" id="{73ACC337-9373-9BC8-242F-1968A0E7D36F}"/>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3729" name="Group 13728">
                    <a:extLst>
                      <a:ext uri="{FF2B5EF4-FFF2-40B4-BE49-F238E27FC236}">
                        <a16:creationId xmlns:a16="http://schemas.microsoft.com/office/drawing/2014/main" id="{618F9A47-93DE-BEEE-336B-F71EAA3FF179}"/>
                      </a:ext>
                    </a:extLst>
                  </p:cNvPr>
                  <p:cNvGrpSpPr/>
                  <p:nvPr/>
                </p:nvGrpSpPr>
                <p:grpSpPr>
                  <a:xfrm>
                    <a:off x="6512463" y="3525040"/>
                    <a:ext cx="393192" cy="393192"/>
                    <a:chOff x="6389147" y="3357021"/>
                    <a:chExt cx="393192" cy="393192"/>
                  </a:xfrm>
                </p:grpSpPr>
                <p:grpSp>
                  <p:nvGrpSpPr>
                    <p:cNvPr id="13741" name="Group 13740">
                      <a:extLst>
                        <a:ext uri="{FF2B5EF4-FFF2-40B4-BE49-F238E27FC236}">
                          <a16:creationId xmlns:a16="http://schemas.microsoft.com/office/drawing/2014/main" id="{D1623705-7393-190A-C374-CA68BA142894}"/>
                        </a:ext>
                      </a:extLst>
                    </p:cNvPr>
                    <p:cNvGrpSpPr/>
                    <p:nvPr/>
                  </p:nvGrpSpPr>
                  <p:grpSpPr>
                    <a:xfrm rot="7200000" flipH="1">
                      <a:off x="6389147" y="3357021"/>
                      <a:ext cx="393192" cy="393192"/>
                      <a:chOff x="5354637" y="3446463"/>
                      <a:chExt cx="214313" cy="214313"/>
                    </a:xfrm>
                  </p:grpSpPr>
                  <p:sp>
                    <p:nvSpPr>
                      <p:cNvPr id="13750" name="Arc 13749">
                        <a:extLst>
                          <a:ext uri="{FF2B5EF4-FFF2-40B4-BE49-F238E27FC236}">
                            <a16:creationId xmlns:a16="http://schemas.microsoft.com/office/drawing/2014/main" id="{922957D2-ACBE-307E-61FE-F826F79A749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751" name="Arc 13750">
                        <a:extLst>
                          <a:ext uri="{FF2B5EF4-FFF2-40B4-BE49-F238E27FC236}">
                            <a16:creationId xmlns:a16="http://schemas.microsoft.com/office/drawing/2014/main" id="{78D076E6-AB66-BAA8-90F8-29A40EAA891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742" name="Group 13741">
                      <a:extLst>
                        <a:ext uri="{FF2B5EF4-FFF2-40B4-BE49-F238E27FC236}">
                          <a16:creationId xmlns:a16="http://schemas.microsoft.com/office/drawing/2014/main" id="{200357E8-16FC-37EC-EE8D-6AD45646287C}"/>
                        </a:ext>
                      </a:extLst>
                    </p:cNvPr>
                    <p:cNvGrpSpPr/>
                    <p:nvPr/>
                  </p:nvGrpSpPr>
                  <p:grpSpPr>
                    <a:xfrm>
                      <a:off x="6434137" y="3402011"/>
                      <a:ext cx="303213" cy="303213"/>
                      <a:chOff x="6434137" y="3402011"/>
                      <a:chExt cx="303213" cy="303213"/>
                    </a:xfrm>
                  </p:grpSpPr>
                  <p:grpSp>
                    <p:nvGrpSpPr>
                      <p:cNvPr id="13743" name="Group 13742">
                        <a:extLst>
                          <a:ext uri="{FF2B5EF4-FFF2-40B4-BE49-F238E27FC236}">
                            <a16:creationId xmlns:a16="http://schemas.microsoft.com/office/drawing/2014/main" id="{D1D8A21D-4669-C9B8-CC37-F8E6CA3E99E4}"/>
                          </a:ext>
                        </a:extLst>
                      </p:cNvPr>
                      <p:cNvGrpSpPr/>
                      <p:nvPr/>
                    </p:nvGrpSpPr>
                    <p:grpSpPr>
                      <a:xfrm flipH="1">
                        <a:off x="6478587" y="3446461"/>
                        <a:ext cx="214313" cy="214313"/>
                        <a:chOff x="5354637" y="3446463"/>
                        <a:chExt cx="214313" cy="214313"/>
                      </a:xfrm>
                    </p:grpSpPr>
                    <p:sp>
                      <p:nvSpPr>
                        <p:cNvPr id="13748" name="Arc 13747">
                          <a:extLst>
                            <a:ext uri="{FF2B5EF4-FFF2-40B4-BE49-F238E27FC236}">
                              <a16:creationId xmlns:a16="http://schemas.microsoft.com/office/drawing/2014/main" id="{5A89D9A7-6BEB-42C2-97C3-618863C43CD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749" name="Arc 13748">
                          <a:extLst>
                            <a:ext uri="{FF2B5EF4-FFF2-40B4-BE49-F238E27FC236}">
                              <a16:creationId xmlns:a16="http://schemas.microsoft.com/office/drawing/2014/main" id="{FA7241FC-30A9-5594-63B1-AC7A8F8D214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744" name="Group 13743">
                        <a:extLst>
                          <a:ext uri="{FF2B5EF4-FFF2-40B4-BE49-F238E27FC236}">
                            <a16:creationId xmlns:a16="http://schemas.microsoft.com/office/drawing/2014/main" id="{D60A9DF6-65AB-E503-C135-D78CE1ABC1E0}"/>
                          </a:ext>
                        </a:extLst>
                      </p:cNvPr>
                      <p:cNvGrpSpPr/>
                      <p:nvPr/>
                    </p:nvGrpSpPr>
                    <p:grpSpPr>
                      <a:xfrm rot="14400000" flipH="1">
                        <a:off x="6434137" y="3402011"/>
                        <a:ext cx="303213" cy="303213"/>
                        <a:chOff x="5354637" y="3446463"/>
                        <a:chExt cx="214313" cy="214313"/>
                      </a:xfrm>
                    </p:grpSpPr>
                    <p:sp>
                      <p:nvSpPr>
                        <p:cNvPr id="13746" name="Arc 13745">
                          <a:extLst>
                            <a:ext uri="{FF2B5EF4-FFF2-40B4-BE49-F238E27FC236}">
                              <a16:creationId xmlns:a16="http://schemas.microsoft.com/office/drawing/2014/main" id="{52F81E5D-1BD1-6EA3-706F-D209CDAB58E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747" name="Arc 13746">
                          <a:extLst>
                            <a:ext uri="{FF2B5EF4-FFF2-40B4-BE49-F238E27FC236}">
                              <a16:creationId xmlns:a16="http://schemas.microsoft.com/office/drawing/2014/main" id="{DEEC5F9A-D71A-7AA1-4417-69727115DF0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745" name="TextBox 13744">
                        <a:extLst>
                          <a:ext uri="{FF2B5EF4-FFF2-40B4-BE49-F238E27FC236}">
                            <a16:creationId xmlns:a16="http://schemas.microsoft.com/office/drawing/2014/main" id="{AF99800A-7B5E-46C8-DAE0-8C922F9280CE}"/>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730" name="Group 13729">
                    <a:extLst>
                      <a:ext uri="{FF2B5EF4-FFF2-40B4-BE49-F238E27FC236}">
                        <a16:creationId xmlns:a16="http://schemas.microsoft.com/office/drawing/2014/main" id="{B4FDAB1D-F0C0-6B41-D406-995EE50FD1D2}"/>
                      </a:ext>
                    </a:extLst>
                  </p:cNvPr>
                  <p:cNvGrpSpPr/>
                  <p:nvPr/>
                </p:nvGrpSpPr>
                <p:grpSpPr>
                  <a:xfrm>
                    <a:off x="6197413" y="3225768"/>
                    <a:ext cx="393192" cy="393192"/>
                    <a:chOff x="6389147" y="3932622"/>
                    <a:chExt cx="393192" cy="393192"/>
                  </a:xfrm>
                </p:grpSpPr>
                <p:grpSp>
                  <p:nvGrpSpPr>
                    <p:cNvPr id="13731" name="Group 13730">
                      <a:extLst>
                        <a:ext uri="{FF2B5EF4-FFF2-40B4-BE49-F238E27FC236}">
                          <a16:creationId xmlns:a16="http://schemas.microsoft.com/office/drawing/2014/main" id="{D6D2D738-519F-B9E9-88E5-6C538F228389}"/>
                        </a:ext>
                      </a:extLst>
                    </p:cNvPr>
                    <p:cNvGrpSpPr/>
                    <p:nvPr/>
                  </p:nvGrpSpPr>
                  <p:grpSpPr>
                    <a:xfrm flipH="1">
                      <a:off x="6478587" y="4022061"/>
                      <a:ext cx="214313" cy="214313"/>
                      <a:chOff x="5354637" y="3446463"/>
                      <a:chExt cx="214313" cy="214313"/>
                    </a:xfrm>
                  </p:grpSpPr>
                  <p:sp>
                    <p:nvSpPr>
                      <p:cNvPr id="13739" name="Arc 13738">
                        <a:extLst>
                          <a:ext uri="{FF2B5EF4-FFF2-40B4-BE49-F238E27FC236}">
                            <a16:creationId xmlns:a16="http://schemas.microsoft.com/office/drawing/2014/main" id="{AED058E8-7068-C47A-A4E8-D3395A462CC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740" name="Arc 13739">
                        <a:extLst>
                          <a:ext uri="{FF2B5EF4-FFF2-40B4-BE49-F238E27FC236}">
                            <a16:creationId xmlns:a16="http://schemas.microsoft.com/office/drawing/2014/main" id="{C5BD8397-6685-8063-826B-BA6F4574B9E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732" name="Group 13731">
                      <a:extLst>
                        <a:ext uri="{FF2B5EF4-FFF2-40B4-BE49-F238E27FC236}">
                          <a16:creationId xmlns:a16="http://schemas.microsoft.com/office/drawing/2014/main" id="{B109F3EA-0B1C-7C84-6ED9-FB6FCDB938ED}"/>
                        </a:ext>
                      </a:extLst>
                    </p:cNvPr>
                    <p:cNvGrpSpPr/>
                    <p:nvPr/>
                  </p:nvGrpSpPr>
                  <p:grpSpPr>
                    <a:xfrm rot="7200000" flipH="1">
                      <a:off x="6434137" y="3977611"/>
                      <a:ext cx="303213" cy="303213"/>
                      <a:chOff x="5354637" y="3446463"/>
                      <a:chExt cx="214313" cy="214313"/>
                    </a:xfrm>
                  </p:grpSpPr>
                  <p:sp>
                    <p:nvSpPr>
                      <p:cNvPr id="13737" name="Arc 13736">
                        <a:extLst>
                          <a:ext uri="{FF2B5EF4-FFF2-40B4-BE49-F238E27FC236}">
                            <a16:creationId xmlns:a16="http://schemas.microsoft.com/office/drawing/2014/main" id="{4B5ABA94-E0F3-940C-9483-5FA3F4ED76D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738" name="Arc 13737">
                        <a:extLst>
                          <a:ext uri="{FF2B5EF4-FFF2-40B4-BE49-F238E27FC236}">
                            <a16:creationId xmlns:a16="http://schemas.microsoft.com/office/drawing/2014/main" id="{9BA1C64A-84DA-1A03-1BC5-482CBC81FDE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733" name="Group 13732">
                      <a:extLst>
                        <a:ext uri="{FF2B5EF4-FFF2-40B4-BE49-F238E27FC236}">
                          <a16:creationId xmlns:a16="http://schemas.microsoft.com/office/drawing/2014/main" id="{E8032FEC-4E51-0005-D0ED-4AFE432F1B6B}"/>
                        </a:ext>
                      </a:extLst>
                    </p:cNvPr>
                    <p:cNvGrpSpPr/>
                    <p:nvPr/>
                  </p:nvGrpSpPr>
                  <p:grpSpPr>
                    <a:xfrm rot="14400000" flipH="1">
                      <a:off x="6389147" y="3932622"/>
                      <a:ext cx="393192" cy="393192"/>
                      <a:chOff x="5354637" y="3446463"/>
                      <a:chExt cx="214313" cy="214313"/>
                    </a:xfrm>
                  </p:grpSpPr>
                  <p:sp>
                    <p:nvSpPr>
                      <p:cNvPr id="13735" name="Arc 13734">
                        <a:extLst>
                          <a:ext uri="{FF2B5EF4-FFF2-40B4-BE49-F238E27FC236}">
                            <a16:creationId xmlns:a16="http://schemas.microsoft.com/office/drawing/2014/main" id="{0BD3E8FD-7E52-3359-DC70-838A1F6CD9E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736" name="Arc 13735">
                        <a:extLst>
                          <a:ext uri="{FF2B5EF4-FFF2-40B4-BE49-F238E27FC236}">
                            <a16:creationId xmlns:a16="http://schemas.microsoft.com/office/drawing/2014/main" id="{65843678-420E-0757-5F64-1A68311D665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734" name="TextBox 13733">
                      <a:extLst>
                        <a:ext uri="{FF2B5EF4-FFF2-40B4-BE49-F238E27FC236}">
                          <a16:creationId xmlns:a16="http://schemas.microsoft.com/office/drawing/2014/main" id="{FB8E2F75-7825-F5DE-BA84-1D28A0457A5A}"/>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680" name="Group 13679">
                  <a:extLst>
                    <a:ext uri="{FF2B5EF4-FFF2-40B4-BE49-F238E27FC236}">
                      <a16:creationId xmlns:a16="http://schemas.microsoft.com/office/drawing/2014/main" id="{C7295604-06AC-A584-2419-E6280B6CC4AC}"/>
                    </a:ext>
                  </a:extLst>
                </p:cNvPr>
                <p:cNvGrpSpPr/>
                <p:nvPr/>
              </p:nvGrpSpPr>
              <p:grpSpPr>
                <a:xfrm>
                  <a:off x="6069086" y="3246228"/>
                  <a:ext cx="1019224" cy="991639"/>
                  <a:chOff x="5886431" y="3225768"/>
                  <a:chExt cx="1019224" cy="991639"/>
                </a:xfrm>
              </p:grpSpPr>
              <p:grpSp>
                <p:nvGrpSpPr>
                  <p:cNvPr id="13681" name="Group 13680">
                    <a:extLst>
                      <a:ext uri="{FF2B5EF4-FFF2-40B4-BE49-F238E27FC236}">
                        <a16:creationId xmlns:a16="http://schemas.microsoft.com/office/drawing/2014/main" id="{5F2F2591-7E8F-EFFD-2CD7-4BC7C123ABB2}"/>
                      </a:ext>
                    </a:extLst>
                  </p:cNvPr>
                  <p:cNvGrpSpPr/>
                  <p:nvPr/>
                </p:nvGrpSpPr>
                <p:grpSpPr>
                  <a:xfrm>
                    <a:off x="6197413" y="3824215"/>
                    <a:ext cx="393192" cy="393192"/>
                    <a:chOff x="5265196" y="3357021"/>
                    <a:chExt cx="393192" cy="393192"/>
                  </a:xfrm>
                </p:grpSpPr>
                <p:grpSp>
                  <p:nvGrpSpPr>
                    <p:cNvPr id="13716" name="Group 13715">
                      <a:extLst>
                        <a:ext uri="{FF2B5EF4-FFF2-40B4-BE49-F238E27FC236}">
                          <a16:creationId xmlns:a16="http://schemas.microsoft.com/office/drawing/2014/main" id="{D07CD7E0-77CD-3769-8BB5-8DEAC55BAC20}"/>
                        </a:ext>
                      </a:extLst>
                    </p:cNvPr>
                    <p:cNvGrpSpPr/>
                    <p:nvPr/>
                  </p:nvGrpSpPr>
                  <p:grpSpPr>
                    <a:xfrm rot="14400000">
                      <a:off x="5265196" y="3357021"/>
                      <a:ext cx="393192" cy="393192"/>
                      <a:chOff x="5354637" y="3446463"/>
                      <a:chExt cx="214313" cy="214313"/>
                    </a:xfrm>
                  </p:grpSpPr>
                  <p:sp>
                    <p:nvSpPr>
                      <p:cNvPr id="13725" name="Arc 13724">
                        <a:extLst>
                          <a:ext uri="{FF2B5EF4-FFF2-40B4-BE49-F238E27FC236}">
                            <a16:creationId xmlns:a16="http://schemas.microsoft.com/office/drawing/2014/main" id="{B909FA00-C5D3-72E1-26C5-A4231E6E1C6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726" name="Arc 13725">
                        <a:extLst>
                          <a:ext uri="{FF2B5EF4-FFF2-40B4-BE49-F238E27FC236}">
                            <a16:creationId xmlns:a16="http://schemas.microsoft.com/office/drawing/2014/main" id="{DE2E994F-5367-3A68-6517-42892AA8B53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717" name="Group 13716">
                      <a:extLst>
                        <a:ext uri="{FF2B5EF4-FFF2-40B4-BE49-F238E27FC236}">
                          <a16:creationId xmlns:a16="http://schemas.microsoft.com/office/drawing/2014/main" id="{927D40A6-9050-46B2-F2C4-58E0C8E2C405}"/>
                        </a:ext>
                      </a:extLst>
                    </p:cNvPr>
                    <p:cNvGrpSpPr/>
                    <p:nvPr/>
                  </p:nvGrpSpPr>
                  <p:grpSpPr>
                    <a:xfrm>
                      <a:off x="5310186" y="3402011"/>
                      <a:ext cx="303213" cy="303213"/>
                      <a:chOff x="5310186" y="3402011"/>
                      <a:chExt cx="303213" cy="303213"/>
                    </a:xfrm>
                  </p:grpSpPr>
                  <p:grpSp>
                    <p:nvGrpSpPr>
                      <p:cNvPr id="13718" name="Group 13717">
                        <a:extLst>
                          <a:ext uri="{FF2B5EF4-FFF2-40B4-BE49-F238E27FC236}">
                            <a16:creationId xmlns:a16="http://schemas.microsoft.com/office/drawing/2014/main" id="{98B96057-0C7A-EF90-37A9-B846C89C75F9}"/>
                          </a:ext>
                        </a:extLst>
                      </p:cNvPr>
                      <p:cNvGrpSpPr/>
                      <p:nvPr/>
                    </p:nvGrpSpPr>
                    <p:grpSpPr>
                      <a:xfrm>
                        <a:off x="5354636" y="3446461"/>
                        <a:ext cx="214313" cy="214313"/>
                        <a:chOff x="5354637" y="3446463"/>
                        <a:chExt cx="214313" cy="214313"/>
                      </a:xfrm>
                    </p:grpSpPr>
                    <p:sp>
                      <p:nvSpPr>
                        <p:cNvPr id="13723" name="Arc 13722">
                          <a:extLst>
                            <a:ext uri="{FF2B5EF4-FFF2-40B4-BE49-F238E27FC236}">
                              <a16:creationId xmlns:a16="http://schemas.microsoft.com/office/drawing/2014/main" id="{63D7B3D7-2A9E-5B75-29F3-E89946AC2F0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724" name="Arc 13723">
                          <a:extLst>
                            <a:ext uri="{FF2B5EF4-FFF2-40B4-BE49-F238E27FC236}">
                              <a16:creationId xmlns:a16="http://schemas.microsoft.com/office/drawing/2014/main" id="{E1D7C51A-18C8-927D-393B-3372EBBAC32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719" name="Group 13718">
                        <a:extLst>
                          <a:ext uri="{FF2B5EF4-FFF2-40B4-BE49-F238E27FC236}">
                            <a16:creationId xmlns:a16="http://schemas.microsoft.com/office/drawing/2014/main" id="{746328AF-FED3-3EB4-441C-025558CB7B84}"/>
                          </a:ext>
                        </a:extLst>
                      </p:cNvPr>
                      <p:cNvGrpSpPr/>
                      <p:nvPr/>
                    </p:nvGrpSpPr>
                    <p:grpSpPr>
                      <a:xfrm rot="7200000">
                        <a:off x="5310186" y="3402011"/>
                        <a:ext cx="303213" cy="303213"/>
                        <a:chOff x="5354637" y="3446463"/>
                        <a:chExt cx="214313" cy="214313"/>
                      </a:xfrm>
                    </p:grpSpPr>
                    <p:sp>
                      <p:nvSpPr>
                        <p:cNvPr id="13721" name="Arc 13720">
                          <a:extLst>
                            <a:ext uri="{FF2B5EF4-FFF2-40B4-BE49-F238E27FC236}">
                              <a16:creationId xmlns:a16="http://schemas.microsoft.com/office/drawing/2014/main" id="{6DDF08EC-0548-0B31-FC41-130565AB987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722" name="Arc 13721">
                          <a:extLst>
                            <a:ext uri="{FF2B5EF4-FFF2-40B4-BE49-F238E27FC236}">
                              <a16:creationId xmlns:a16="http://schemas.microsoft.com/office/drawing/2014/main" id="{8315918B-0B7A-02AA-6AF7-26D723DF56E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720" name="TextBox 13719">
                        <a:extLst>
                          <a:ext uri="{FF2B5EF4-FFF2-40B4-BE49-F238E27FC236}">
                            <a16:creationId xmlns:a16="http://schemas.microsoft.com/office/drawing/2014/main" id="{9450D20B-B101-104C-1291-344DA7073FE9}"/>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682" name="Group 13681">
                    <a:extLst>
                      <a:ext uri="{FF2B5EF4-FFF2-40B4-BE49-F238E27FC236}">
                        <a16:creationId xmlns:a16="http://schemas.microsoft.com/office/drawing/2014/main" id="{A55C0059-9917-F125-E83E-5940FD766B96}"/>
                      </a:ext>
                    </a:extLst>
                  </p:cNvPr>
                  <p:cNvGrpSpPr/>
                  <p:nvPr/>
                </p:nvGrpSpPr>
                <p:grpSpPr>
                  <a:xfrm>
                    <a:off x="5886431" y="3525040"/>
                    <a:ext cx="393192" cy="393192"/>
                    <a:chOff x="5265196" y="3932619"/>
                    <a:chExt cx="393192" cy="393192"/>
                  </a:xfrm>
                </p:grpSpPr>
                <p:grpSp>
                  <p:nvGrpSpPr>
                    <p:cNvPr id="13706" name="Group 13705">
                      <a:extLst>
                        <a:ext uri="{FF2B5EF4-FFF2-40B4-BE49-F238E27FC236}">
                          <a16:creationId xmlns:a16="http://schemas.microsoft.com/office/drawing/2014/main" id="{78FE2F51-D893-536A-360D-5F4184A053CE}"/>
                        </a:ext>
                      </a:extLst>
                    </p:cNvPr>
                    <p:cNvGrpSpPr/>
                    <p:nvPr/>
                  </p:nvGrpSpPr>
                  <p:grpSpPr>
                    <a:xfrm>
                      <a:off x="5354636" y="4022061"/>
                      <a:ext cx="214313" cy="214313"/>
                      <a:chOff x="5354637" y="3446463"/>
                      <a:chExt cx="214313" cy="214313"/>
                    </a:xfrm>
                  </p:grpSpPr>
                  <p:sp>
                    <p:nvSpPr>
                      <p:cNvPr id="13714" name="Arc 13713">
                        <a:extLst>
                          <a:ext uri="{FF2B5EF4-FFF2-40B4-BE49-F238E27FC236}">
                            <a16:creationId xmlns:a16="http://schemas.microsoft.com/office/drawing/2014/main" id="{08BD32C2-BFC0-B4E9-67E8-FC622996200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715" name="Arc 13714">
                        <a:extLst>
                          <a:ext uri="{FF2B5EF4-FFF2-40B4-BE49-F238E27FC236}">
                            <a16:creationId xmlns:a16="http://schemas.microsoft.com/office/drawing/2014/main" id="{951F9158-AF0C-80B2-24D0-C10028CC69A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707" name="Group 13706">
                      <a:extLst>
                        <a:ext uri="{FF2B5EF4-FFF2-40B4-BE49-F238E27FC236}">
                          <a16:creationId xmlns:a16="http://schemas.microsoft.com/office/drawing/2014/main" id="{F657ABA6-EFAC-6B46-426D-E04CEAFE37DE}"/>
                        </a:ext>
                      </a:extLst>
                    </p:cNvPr>
                    <p:cNvGrpSpPr/>
                    <p:nvPr/>
                  </p:nvGrpSpPr>
                  <p:grpSpPr>
                    <a:xfrm rot="14400000">
                      <a:off x="5310186" y="3977611"/>
                      <a:ext cx="303213" cy="303213"/>
                      <a:chOff x="5354637" y="3446463"/>
                      <a:chExt cx="214313" cy="214313"/>
                    </a:xfrm>
                  </p:grpSpPr>
                  <p:sp>
                    <p:nvSpPr>
                      <p:cNvPr id="13712" name="Arc 13711">
                        <a:extLst>
                          <a:ext uri="{FF2B5EF4-FFF2-40B4-BE49-F238E27FC236}">
                            <a16:creationId xmlns:a16="http://schemas.microsoft.com/office/drawing/2014/main" id="{C5040557-B284-030C-423E-F2E142B5DE2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713" name="Arc 13712">
                        <a:extLst>
                          <a:ext uri="{FF2B5EF4-FFF2-40B4-BE49-F238E27FC236}">
                            <a16:creationId xmlns:a16="http://schemas.microsoft.com/office/drawing/2014/main" id="{5CF285FE-5E42-2461-2842-557005E3355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708" name="Group 13707">
                      <a:extLst>
                        <a:ext uri="{FF2B5EF4-FFF2-40B4-BE49-F238E27FC236}">
                          <a16:creationId xmlns:a16="http://schemas.microsoft.com/office/drawing/2014/main" id="{E64F97C5-0170-D0BC-3296-609948DF100D}"/>
                        </a:ext>
                      </a:extLst>
                    </p:cNvPr>
                    <p:cNvGrpSpPr/>
                    <p:nvPr/>
                  </p:nvGrpSpPr>
                  <p:grpSpPr>
                    <a:xfrm rot="7200000">
                      <a:off x="5265196" y="3932619"/>
                      <a:ext cx="393192" cy="393192"/>
                      <a:chOff x="5354637" y="3446463"/>
                      <a:chExt cx="214313" cy="214313"/>
                    </a:xfrm>
                  </p:grpSpPr>
                  <p:sp>
                    <p:nvSpPr>
                      <p:cNvPr id="13710" name="Arc 13709">
                        <a:extLst>
                          <a:ext uri="{FF2B5EF4-FFF2-40B4-BE49-F238E27FC236}">
                            <a16:creationId xmlns:a16="http://schemas.microsoft.com/office/drawing/2014/main" id="{FF9CE2E7-6077-C0C3-C676-CCFCFD720F0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711" name="Arc 13710">
                        <a:extLst>
                          <a:ext uri="{FF2B5EF4-FFF2-40B4-BE49-F238E27FC236}">
                            <a16:creationId xmlns:a16="http://schemas.microsoft.com/office/drawing/2014/main" id="{299FDC5B-98AA-656E-0774-A548D0B2506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709" name="TextBox 13708">
                      <a:extLst>
                        <a:ext uri="{FF2B5EF4-FFF2-40B4-BE49-F238E27FC236}">
                          <a16:creationId xmlns:a16="http://schemas.microsoft.com/office/drawing/2014/main" id="{801BDEB3-3926-AE45-94E8-3A04E6689BB1}"/>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3683" name="Group 13682">
                    <a:extLst>
                      <a:ext uri="{FF2B5EF4-FFF2-40B4-BE49-F238E27FC236}">
                        <a16:creationId xmlns:a16="http://schemas.microsoft.com/office/drawing/2014/main" id="{39F67289-930C-18A0-6D78-5E3333391D1C}"/>
                      </a:ext>
                    </a:extLst>
                  </p:cNvPr>
                  <p:cNvGrpSpPr/>
                  <p:nvPr/>
                </p:nvGrpSpPr>
                <p:grpSpPr>
                  <a:xfrm>
                    <a:off x="6512463" y="3525040"/>
                    <a:ext cx="393192" cy="393192"/>
                    <a:chOff x="6389147" y="3357021"/>
                    <a:chExt cx="393192" cy="393192"/>
                  </a:xfrm>
                </p:grpSpPr>
                <p:grpSp>
                  <p:nvGrpSpPr>
                    <p:cNvPr id="13695" name="Group 13694">
                      <a:extLst>
                        <a:ext uri="{FF2B5EF4-FFF2-40B4-BE49-F238E27FC236}">
                          <a16:creationId xmlns:a16="http://schemas.microsoft.com/office/drawing/2014/main" id="{727BD5F8-10D9-1C6F-A0A8-CA4C8F923C9F}"/>
                        </a:ext>
                      </a:extLst>
                    </p:cNvPr>
                    <p:cNvGrpSpPr/>
                    <p:nvPr/>
                  </p:nvGrpSpPr>
                  <p:grpSpPr>
                    <a:xfrm rot="7200000" flipH="1">
                      <a:off x="6389147" y="3357021"/>
                      <a:ext cx="393192" cy="393192"/>
                      <a:chOff x="5354637" y="3446463"/>
                      <a:chExt cx="214313" cy="214313"/>
                    </a:xfrm>
                  </p:grpSpPr>
                  <p:sp>
                    <p:nvSpPr>
                      <p:cNvPr id="13704" name="Arc 13703">
                        <a:extLst>
                          <a:ext uri="{FF2B5EF4-FFF2-40B4-BE49-F238E27FC236}">
                            <a16:creationId xmlns:a16="http://schemas.microsoft.com/office/drawing/2014/main" id="{78A919BD-A202-2021-C5D7-D7613A0A1E8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705" name="Arc 13704">
                        <a:extLst>
                          <a:ext uri="{FF2B5EF4-FFF2-40B4-BE49-F238E27FC236}">
                            <a16:creationId xmlns:a16="http://schemas.microsoft.com/office/drawing/2014/main" id="{42641EB0-C00C-582C-2A30-151598168D7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696" name="Group 13695">
                      <a:extLst>
                        <a:ext uri="{FF2B5EF4-FFF2-40B4-BE49-F238E27FC236}">
                          <a16:creationId xmlns:a16="http://schemas.microsoft.com/office/drawing/2014/main" id="{F56B10BD-CFB9-1597-A773-43175F80DF15}"/>
                        </a:ext>
                      </a:extLst>
                    </p:cNvPr>
                    <p:cNvGrpSpPr/>
                    <p:nvPr/>
                  </p:nvGrpSpPr>
                  <p:grpSpPr>
                    <a:xfrm>
                      <a:off x="6434137" y="3402011"/>
                      <a:ext cx="303213" cy="303213"/>
                      <a:chOff x="6434137" y="3402011"/>
                      <a:chExt cx="303213" cy="303213"/>
                    </a:xfrm>
                  </p:grpSpPr>
                  <p:grpSp>
                    <p:nvGrpSpPr>
                      <p:cNvPr id="13697" name="Group 13696">
                        <a:extLst>
                          <a:ext uri="{FF2B5EF4-FFF2-40B4-BE49-F238E27FC236}">
                            <a16:creationId xmlns:a16="http://schemas.microsoft.com/office/drawing/2014/main" id="{69633F3C-E177-8993-1401-4C560BB9D9B4}"/>
                          </a:ext>
                        </a:extLst>
                      </p:cNvPr>
                      <p:cNvGrpSpPr/>
                      <p:nvPr/>
                    </p:nvGrpSpPr>
                    <p:grpSpPr>
                      <a:xfrm flipH="1">
                        <a:off x="6478587" y="3446461"/>
                        <a:ext cx="214313" cy="214313"/>
                        <a:chOff x="5354637" y="3446463"/>
                        <a:chExt cx="214313" cy="214313"/>
                      </a:xfrm>
                    </p:grpSpPr>
                    <p:sp>
                      <p:nvSpPr>
                        <p:cNvPr id="13702" name="Arc 13701">
                          <a:extLst>
                            <a:ext uri="{FF2B5EF4-FFF2-40B4-BE49-F238E27FC236}">
                              <a16:creationId xmlns:a16="http://schemas.microsoft.com/office/drawing/2014/main" id="{DE71A828-38D4-7BAE-B622-2394510E107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703" name="Arc 13702">
                          <a:extLst>
                            <a:ext uri="{FF2B5EF4-FFF2-40B4-BE49-F238E27FC236}">
                              <a16:creationId xmlns:a16="http://schemas.microsoft.com/office/drawing/2014/main" id="{379FD762-4C6C-07A3-F495-4C7FCC4CAB6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698" name="Group 13697">
                        <a:extLst>
                          <a:ext uri="{FF2B5EF4-FFF2-40B4-BE49-F238E27FC236}">
                            <a16:creationId xmlns:a16="http://schemas.microsoft.com/office/drawing/2014/main" id="{E719A591-08A3-75C2-368A-4F14379B7C11}"/>
                          </a:ext>
                        </a:extLst>
                      </p:cNvPr>
                      <p:cNvGrpSpPr/>
                      <p:nvPr/>
                    </p:nvGrpSpPr>
                    <p:grpSpPr>
                      <a:xfrm rot="14400000" flipH="1">
                        <a:off x="6434137" y="3402011"/>
                        <a:ext cx="303213" cy="303213"/>
                        <a:chOff x="5354637" y="3446463"/>
                        <a:chExt cx="214313" cy="214313"/>
                      </a:xfrm>
                    </p:grpSpPr>
                    <p:sp>
                      <p:nvSpPr>
                        <p:cNvPr id="13700" name="Arc 13699">
                          <a:extLst>
                            <a:ext uri="{FF2B5EF4-FFF2-40B4-BE49-F238E27FC236}">
                              <a16:creationId xmlns:a16="http://schemas.microsoft.com/office/drawing/2014/main" id="{4C8C3483-B961-D6A2-0AC8-0FC4DC5FB0E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701" name="Arc 13700">
                          <a:extLst>
                            <a:ext uri="{FF2B5EF4-FFF2-40B4-BE49-F238E27FC236}">
                              <a16:creationId xmlns:a16="http://schemas.microsoft.com/office/drawing/2014/main" id="{0E5B9D47-D117-AD7C-AA70-31DE9EBD10A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699" name="TextBox 13698">
                        <a:extLst>
                          <a:ext uri="{FF2B5EF4-FFF2-40B4-BE49-F238E27FC236}">
                            <a16:creationId xmlns:a16="http://schemas.microsoft.com/office/drawing/2014/main" id="{2E3D37AC-2E42-74CD-A8B9-AE3E17F012F8}"/>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684" name="Group 13683">
                    <a:extLst>
                      <a:ext uri="{FF2B5EF4-FFF2-40B4-BE49-F238E27FC236}">
                        <a16:creationId xmlns:a16="http://schemas.microsoft.com/office/drawing/2014/main" id="{15C4EA0C-B487-B654-5640-2F58B0D95F0E}"/>
                      </a:ext>
                    </a:extLst>
                  </p:cNvPr>
                  <p:cNvGrpSpPr/>
                  <p:nvPr/>
                </p:nvGrpSpPr>
                <p:grpSpPr>
                  <a:xfrm>
                    <a:off x="6197413" y="3225768"/>
                    <a:ext cx="393192" cy="393192"/>
                    <a:chOff x="6389147" y="3932622"/>
                    <a:chExt cx="393192" cy="393192"/>
                  </a:xfrm>
                </p:grpSpPr>
                <p:grpSp>
                  <p:nvGrpSpPr>
                    <p:cNvPr id="13685" name="Group 13684">
                      <a:extLst>
                        <a:ext uri="{FF2B5EF4-FFF2-40B4-BE49-F238E27FC236}">
                          <a16:creationId xmlns:a16="http://schemas.microsoft.com/office/drawing/2014/main" id="{A7CD6000-30AD-1BCF-2765-48E863EFA956}"/>
                        </a:ext>
                      </a:extLst>
                    </p:cNvPr>
                    <p:cNvGrpSpPr/>
                    <p:nvPr/>
                  </p:nvGrpSpPr>
                  <p:grpSpPr>
                    <a:xfrm flipH="1">
                      <a:off x="6478587" y="4022061"/>
                      <a:ext cx="214313" cy="214313"/>
                      <a:chOff x="5354637" y="3446463"/>
                      <a:chExt cx="214313" cy="214313"/>
                    </a:xfrm>
                  </p:grpSpPr>
                  <p:sp>
                    <p:nvSpPr>
                      <p:cNvPr id="13693" name="Arc 13692">
                        <a:extLst>
                          <a:ext uri="{FF2B5EF4-FFF2-40B4-BE49-F238E27FC236}">
                            <a16:creationId xmlns:a16="http://schemas.microsoft.com/office/drawing/2014/main" id="{57ED24BC-0726-3D59-DE12-CA5DD19B5B8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694" name="Arc 13693">
                        <a:extLst>
                          <a:ext uri="{FF2B5EF4-FFF2-40B4-BE49-F238E27FC236}">
                            <a16:creationId xmlns:a16="http://schemas.microsoft.com/office/drawing/2014/main" id="{84010D7C-638F-B00A-9710-BDB8A84E1B4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686" name="Group 13685">
                      <a:extLst>
                        <a:ext uri="{FF2B5EF4-FFF2-40B4-BE49-F238E27FC236}">
                          <a16:creationId xmlns:a16="http://schemas.microsoft.com/office/drawing/2014/main" id="{A4E32AA5-AFC0-F0FB-72ED-100ABA416158}"/>
                        </a:ext>
                      </a:extLst>
                    </p:cNvPr>
                    <p:cNvGrpSpPr/>
                    <p:nvPr/>
                  </p:nvGrpSpPr>
                  <p:grpSpPr>
                    <a:xfrm rot="7200000" flipH="1">
                      <a:off x="6434137" y="3977611"/>
                      <a:ext cx="303213" cy="303213"/>
                      <a:chOff x="5354637" y="3446463"/>
                      <a:chExt cx="214313" cy="214313"/>
                    </a:xfrm>
                  </p:grpSpPr>
                  <p:sp>
                    <p:nvSpPr>
                      <p:cNvPr id="13691" name="Arc 13690">
                        <a:extLst>
                          <a:ext uri="{FF2B5EF4-FFF2-40B4-BE49-F238E27FC236}">
                            <a16:creationId xmlns:a16="http://schemas.microsoft.com/office/drawing/2014/main" id="{6DDAFFBC-C173-831F-CFBC-CABA8DEF63C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692" name="Arc 13691">
                        <a:extLst>
                          <a:ext uri="{FF2B5EF4-FFF2-40B4-BE49-F238E27FC236}">
                            <a16:creationId xmlns:a16="http://schemas.microsoft.com/office/drawing/2014/main" id="{6F0FFEE8-96A4-ACFB-9EC3-11BD5FC4A30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687" name="Group 13686">
                      <a:extLst>
                        <a:ext uri="{FF2B5EF4-FFF2-40B4-BE49-F238E27FC236}">
                          <a16:creationId xmlns:a16="http://schemas.microsoft.com/office/drawing/2014/main" id="{3313299E-9F0E-C319-F022-5A519D759FDD}"/>
                        </a:ext>
                      </a:extLst>
                    </p:cNvPr>
                    <p:cNvGrpSpPr/>
                    <p:nvPr/>
                  </p:nvGrpSpPr>
                  <p:grpSpPr>
                    <a:xfrm rot="14400000" flipH="1">
                      <a:off x="6389147" y="3932622"/>
                      <a:ext cx="393192" cy="393192"/>
                      <a:chOff x="5354637" y="3446463"/>
                      <a:chExt cx="214313" cy="214313"/>
                    </a:xfrm>
                  </p:grpSpPr>
                  <p:sp>
                    <p:nvSpPr>
                      <p:cNvPr id="13689" name="Arc 13688">
                        <a:extLst>
                          <a:ext uri="{FF2B5EF4-FFF2-40B4-BE49-F238E27FC236}">
                            <a16:creationId xmlns:a16="http://schemas.microsoft.com/office/drawing/2014/main" id="{39988677-96C5-1746-3ACC-2A04ABEF775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690" name="Arc 13689">
                        <a:extLst>
                          <a:ext uri="{FF2B5EF4-FFF2-40B4-BE49-F238E27FC236}">
                            <a16:creationId xmlns:a16="http://schemas.microsoft.com/office/drawing/2014/main" id="{A8C4926B-FC12-3AB3-AB8C-FB3B4B56645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688" name="TextBox 13687">
                      <a:extLst>
                        <a:ext uri="{FF2B5EF4-FFF2-40B4-BE49-F238E27FC236}">
                          <a16:creationId xmlns:a16="http://schemas.microsoft.com/office/drawing/2014/main" id="{40F57822-3557-10EB-BF8B-EB994419E8BC}"/>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3584" name="Group 13583">
                <a:extLst>
                  <a:ext uri="{FF2B5EF4-FFF2-40B4-BE49-F238E27FC236}">
                    <a16:creationId xmlns:a16="http://schemas.microsoft.com/office/drawing/2014/main" id="{4A82486D-376A-3985-EF47-1D5BC9A3283B}"/>
                  </a:ext>
                </a:extLst>
              </p:cNvPr>
              <p:cNvGrpSpPr/>
              <p:nvPr/>
            </p:nvGrpSpPr>
            <p:grpSpPr>
              <a:xfrm>
                <a:off x="6065340" y="2039507"/>
                <a:ext cx="1643204" cy="1593124"/>
                <a:chOff x="5445106" y="2644743"/>
                <a:chExt cx="1643204" cy="1593124"/>
              </a:xfrm>
            </p:grpSpPr>
            <p:grpSp>
              <p:nvGrpSpPr>
                <p:cNvPr id="13585" name="Group 13584">
                  <a:extLst>
                    <a:ext uri="{FF2B5EF4-FFF2-40B4-BE49-F238E27FC236}">
                      <a16:creationId xmlns:a16="http://schemas.microsoft.com/office/drawing/2014/main" id="{3B5B0D9C-34CA-10F8-06FB-047A7F8B9A86}"/>
                    </a:ext>
                  </a:extLst>
                </p:cNvPr>
                <p:cNvGrpSpPr/>
                <p:nvPr/>
              </p:nvGrpSpPr>
              <p:grpSpPr>
                <a:xfrm>
                  <a:off x="5445106" y="2644743"/>
                  <a:ext cx="1019224" cy="991639"/>
                  <a:chOff x="5886431" y="3225768"/>
                  <a:chExt cx="1019224" cy="991639"/>
                </a:xfrm>
              </p:grpSpPr>
              <p:grpSp>
                <p:nvGrpSpPr>
                  <p:cNvPr id="13633" name="Group 13632">
                    <a:extLst>
                      <a:ext uri="{FF2B5EF4-FFF2-40B4-BE49-F238E27FC236}">
                        <a16:creationId xmlns:a16="http://schemas.microsoft.com/office/drawing/2014/main" id="{92C5CF24-0C56-E140-E811-DBAF7C2A27BD}"/>
                      </a:ext>
                    </a:extLst>
                  </p:cNvPr>
                  <p:cNvGrpSpPr/>
                  <p:nvPr/>
                </p:nvGrpSpPr>
                <p:grpSpPr>
                  <a:xfrm>
                    <a:off x="6197413" y="3824215"/>
                    <a:ext cx="393192" cy="393192"/>
                    <a:chOff x="5265196" y="3357021"/>
                    <a:chExt cx="393192" cy="393192"/>
                  </a:xfrm>
                </p:grpSpPr>
                <p:grpSp>
                  <p:nvGrpSpPr>
                    <p:cNvPr id="13668" name="Group 13667">
                      <a:extLst>
                        <a:ext uri="{FF2B5EF4-FFF2-40B4-BE49-F238E27FC236}">
                          <a16:creationId xmlns:a16="http://schemas.microsoft.com/office/drawing/2014/main" id="{5750E12F-3186-2406-74F5-E39D71ECA9E1}"/>
                        </a:ext>
                      </a:extLst>
                    </p:cNvPr>
                    <p:cNvGrpSpPr/>
                    <p:nvPr/>
                  </p:nvGrpSpPr>
                  <p:grpSpPr>
                    <a:xfrm rot="14400000">
                      <a:off x="5265196" y="3357021"/>
                      <a:ext cx="393192" cy="393192"/>
                      <a:chOff x="5354637" y="3446463"/>
                      <a:chExt cx="214313" cy="214313"/>
                    </a:xfrm>
                  </p:grpSpPr>
                  <p:sp>
                    <p:nvSpPr>
                      <p:cNvPr id="13677" name="Arc 13676">
                        <a:extLst>
                          <a:ext uri="{FF2B5EF4-FFF2-40B4-BE49-F238E27FC236}">
                            <a16:creationId xmlns:a16="http://schemas.microsoft.com/office/drawing/2014/main" id="{5CD6C5F5-3E03-E8AB-80F5-1348B58E43D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678" name="Arc 13677">
                        <a:extLst>
                          <a:ext uri="{FF2B5EF4-FFF2-40B4-BE49-F238E27FC236}">
                            <a16:creationId xmlns:a16="http://schemas.microsoft.com/office/drawing/2014/main" id="{8B74F98C-D187-6A7D-DD06-A2EFCA8BC7D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669" name="Group 13668">
                      <a:extLst>
                        <a:ext uri="{FF2B5EF4-FFF2-40B4-BE49-F238E27FC236}">
                          <a16:creationId xmlns:a16="http://schemas.microsoft.com/office/drawing/2014/main" id="{0B5FC23D-161F-9CC3-9627-BAFF0420949F}"/>
                        </a:ext>
                      </a:extLst>
                    </p:cNvPr>
                    <p:cNvGrpSpPr/>
                    <p:nvPr/>
                  </p:nvGrpSpPr>
                  <p:grpSpPr>
                    <a:xfrm>
                      <a:off x="5310186" y="3402011"/>
                      <a:ext cx="303213" cy="303213"/>
                      <a:chOff x="5310186" y="3402011"/>
                      <a:chExt cx="303213" cy="303213"/>
                    </a:xfrm>
                  </p:grpSpPr>
                  <p:grpSp>
                    <p:nvGrpSpPr>
                      <p:cNvPr id="13670" name="Group 13669">
                        <a:extLst>
                          <a:ext uri="{FF2B5EF4-FFF2-40B4-BE49-F238E27FC236}">
                            <a16:creationId xmlns:a16="http://schemas.microsoft.com/office/drawing/2014/main" id="{6965B47D-C6A8-DDB5-3E4A-A7609FE91968}"/>
                          </a:ext>
                        </a:extLst>
                      </p:cNvPr>
                      <p:cNvGrpSpPr/>
                      <p:nvPr/>
                    </p:nvGrpSpPr>
                    <p:grpSpPr>
                      <a:xfrm>
                        <a:off x="5354636" y="3446461"/>
                        <a:ext cx="214313" cy="214313"/>
                        <a:chOff x="5354637" y="3446463"/>
                        <a:chExt cx="214313" cy="214313"/>
                      </a:xfrm>
                    </p:grpSpPr>
                    <p:sp>
                      <p:nvSpPr>
                        <p:cNvPr id="13675" name="Arc 13674">
                          <a:extLst>
                            <a:ext uri="{FF2B5EF4-FFF2-40B4-BE49-F238E27FC236}">
                              <a16:creationId xmlns:a16="http://schemas.microsoft.com/office/drawing/2014/main" id="{C209E5BE-6E41-CC56-22D4-B3FF4A9D6A5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676" name="Arc 13675">
                          <a:extLst>
                            <a:ext uri="{FF2B5EF4-FFF2-40B4-BE49-F238E27FC236}">
                              <a16:creationId xmlns:a16="http://schemas.microsoft.com/office/drawing/2014/main" id="{63DB65CE-4761-37F9-1AAB-F0A6405834A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671" name="Group 13670">
                        <a:extLst>
                          <a:ext uri="{FF2B5EF4-FFF2-40B4-BE49-F238E27FC236}">
                            <a16:creationId xmlns:a16="http://schemas.microsoft.com/office/drawing/2014/main" id="{CAD1F431-B4F9-A77D-FEC6-B905B7746120}"/>
                          </a:ext>
                        </a:extLst>
                      </p:cNvPr>
                      <p:cNvGrpSpPr/>
                      <p:nvPr/>
                    </p:nvGrpSpPr>
                    <p:grpSpPr>
                      <a:xfrm rot="7200000">
                        <a:off x="5310186" y="3402011"/>
                        <a:ext cx="303213" cy="303213"/>
                        <a:chOff x="5354637" y="3446463"/>
                        <a:chExt cx="214313" cy="214313"/>
                      </a:xfrm>
                    </p:grpSpPr>
                    <p:sp>
                      <p:nvSpPr>
                        <p:cNvPr id="13673" name="Arc 13672">
                          <a:extLst>
                            <a:ext uri="{FF2B5EF4-FFF2-40B4-BE49-F238E27FC236}">
                              <a16:creationId xmlns:a16="http://schemas.microsoft.com/office/drawing/2014/main" id="{469071B8-472B-446B-6115-8350F222E9B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674" name="Arc 13673">
                          <a:extLst>
                            <a:ext uri="{FF2B5EF4-FFF2-40B4-BE49-F238E27FC236}">
                              <a16:creationId xmlns:a16="http://schemas.microsoft.com/office/drawing/2014/main" id="{0EAEE1CF-62AD-9C78-D124-48D22B813AA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672" name="TextBox 13671">
                        <a:extLst>
                          <a:ext uri="{FF2B5EF4-FFF2-40B4-BE49-F238E27FC236}">
                            <a16:creationId xmlns:a16="http://schemas.microsoft.com/office/drawing/2014/main" id="{6721BC84-E279-E285-BDD0-D1F14643DDBC}"/>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634" name="Group 13633">
                    <a:extLst>
                      <a:ext uri="{FF2B5EF4-FFF2-40B4-BE49-F238E27FC236}">
                        <a16:creationId xmlns:a16="http://schemas.microsoft.com/office/drawing/2014/main" id="{FFC50517-24D7-B1B1-82C5-9C97371D6868}"/>
                      </a:ext>
                    </a:extLst>
                  </p:cNvPr>
                  <p:cNvGrpSpPr/>
                  <p:nvPr/>
                </p:nvGrpSpPr>
                <p:grpSpPr>
                  <a:xfrm>
                    <a:off x="5886431" y="3525040"/>
                    <a:ext cx="393192" cy="393192"/>
                    <a:chOff x="5265196" y="3932619"/>
                    <a:chExt cx="393192" cy="393192"/>
                  </a:xfrm>
                </p:grpSpPr>
                <p:grpSp>
                  <p:nvGrpSpPr>
                    <p:cNvPr id="13658" name="Group 13657">
                      <a:extLst>
                        <a:ext uri="{FF2B5EF4-FFF2-40B4-BE49-F238E27FC236}">
                          <a16:creationId xmlns:a16="http://schemas.microsoft.com/office/drawing/2014/main" id="{6BAC9081-8043-1C0E-E170-5D75BBFED128}"/>
                        </a:ext>
                      </a:extLst>
                    </p:cNvPr>
                    <p:cNvGrpSpPr/>
                    <p:nvPr/>
                  </p:nvGrpSpPr>
                  <p:grpSpPr>
                    <a:xfrm>
                      <a:off x="5354636" y="4022061"/>
                      <a:ext cx="214313" cy="214313"/>
                      <a:chOff x="5354637" y="3446463"/>
                      <a:chExt cx="214313" cy="214313"/>
                    </a:xfrm>
                  </p:grpSpPr>
                  <p:sp>
                    <p:nvSpPr>
                      <p:cNvPr id="13666" name="Arc 13665">
                        <a:extLst>
                          <a:ext uri="{FF2B5EF4-FFF2-40B4-BE49-F238E27FC236}">
                            <a16:creationId xmlns:a16="http://schemas.microsoft.com/office/drawing/2014/main" id="{3F8E368B-824A-9166-A365-1C495B67084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667" name="Arc 13666">
                        <a:extLst>
                          <a:ext uri="{FF2B5EF4-FFF2-40B4-BE49-F238E27FC236}">
                            <a16:creationId xmlns:a16="http://schemas.microsoft.com/office/drawing/2014/main" id="{EE56A91C-AA38-7D7D-6CE9-84F7C69EAA6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659" name="Group 13658">
                      <a:extLst>
                        <a:ext uri="{FF2B5EF4-FFF2-40B4-BE49-F238E27FC236}">
                          <a16:creationId xmlns:a16="http://schemas.microsoft.com/office/drawing/2014/main" id="{FEE92562-0FB9-514C-94B1-BB3F9D2835B5}"/>
                        </a:ext>
                      </a:extLst>
                    </p:cNvPr>
                    <p:cNvGrpSpPr/>
                    <p:nvPr/>
                  </p:nvGrpSpPr>
                  <p:grpSpPr>
                    <a:xfrm rot="14400000">
                      <a:off x="5310186" y="3977611"/>
                      <a:ext cx="303213" cy="303213"/>
                      <a:chOff x="5354637" y="3446463"/>
                      <a:chExt cx="214313" cy="214313"/>
                    </a:xfrm>
                  </p:grpSpPr>
                  <p:sp>
                    <p:nvSpPr>
                      <p:cNvPr id="13664" name="Arc 13663">
                        <a:extLst>
                          <a:ext uri="{FF2B5EF4-FFF2-40B4-BE49-F238E27FC236}">
                            <a16:creationId xmlns:a16="http://schemas.microsoft.com/office/drawing/2014/main" id="{D817CA7A-2E53-2BA8-3B76-74BFFB4BE58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665" name="Arc 13664">
                        <a:extLst>
                          <a:ext uri="{FF2B5EF4-FFF2-40B4-BE49-F238E27FC236}">
                            <a16:creationId xmlns:a16="http://schemas.microsoft.com/office/drawing/2014/main" id="{C66D1CBD-0366-18B9-1FF8-6B77C9357A5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660" name="Group 13659">
                      <a:extLst>
                        <a:ext uri="{FF2B5EF4-FFF2-40B4-BE49-F238E27FC236}">
                          <a16:creationId xmlns:a16="http://schemas.microsoft.com/office/drawing/2014/main" id="{78D5A9FE-054B-19D4-8ADE-FECDE8EACDD1}"/>
                        </a:ext>
                      </a:extLst>
                    </p:cNvPr>
                    <p:cNvGrpSpPr/>
                    <p:nvPr/>
                  </p:nvGrpSpPr>
                  <p:grpSpPr>
                    <a:xfrm rot="7200000">
                      <a:off x="5265196" y="3932619"/>
                      <a:ext cx="393192" cy="393192"/>
                      <a:chOff x="5354637" y="3446463"/>
                      <a:chExt cx="214313" cy="214313"/>
                    </a:xfrm>
                  </p:grpSpPr>
                  <p:sp>
                    <p:nvSpPr>
                      <p:cNvPr id="13662" name="Arc 13661">
                        <a:extLst>
                          <a:ext uri="{FF2B5EF4-FFF2-40B4-BE49-F238E27FC236}">
                            <a16:creationId xmlns:a16="http://schemas.microsoft.com/office/drawing/2014/main" id="{0FB99169-DBE7-B279-D4F0-C2F80E1EDC2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663" name="Arc 13662">
                        <a:extLst>
                          <a:ext uri="{FF2B5EF4-FFF2-40B4-BE49-F238E27FC236}">
                            <a16:creationId xmlns:a16="http://schemas.microsoft.com/office/drawing/2014/main" id="{295D9DE8-D2D6-1311-4CE0-98AF7B2FB8D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661" name="TextBox 13660">
                      <a:extLst>
                        <a:ext uri="{FF2B5EF4-FFF2-40B4-BE49-F238E27FC236}">
                          <a16:creationId xmlns:a16="http://schemas.microsoft.com/office/drawing/2014/main" id="{1B51451A-4C19-D324-3F4E-6CAEDC2DA9C2}"/>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3635" name="Group 13634">
                    <a:extLst>
                      <a:ext uri="{FF2B5EF4-FFF2-40B4-BE49-F238E27FC236}">
                        <a16:creationId xmlns:a16="http://schemas.microsoft.com/office/drawing/2014/main" id="{FF95A7FE-708C-2B47-6770-083D1128FF66}"/>
                      </a:ext>
                    </a:extLst>
                  </p:cNvPr>
                  <p:cNvGrpSpPr/>
                  <p:nvPr/>
                </p:nvGrpSpPr>
                <p:grpSpPr>
                  <a:xfrm>
                    <a:off x="6512463" y="3525040"/>
                    <a:ext cx="393192" cy="393192"/>
                    <a:chOff x="6389147" y="3357021"/>
                    <a:chExt cx="393192" cy="393192"/>
                  </a:xfrm>
                </p:grpSpPr>
                <p:grpSp>
                  <p:nvGrpSpPr>
                    <p:cNvPr id="13647" name="Group 13646">
                      <a:extLst>
                        <a:ext uri="{FF2B5EF4-FFF2-40B4-BE49-F238E27FC236}">
                          <a16:creationId xmlns:a16="http://schemas.microsoft.com/office/drawing/2014/main" id="{94903441-5413-4FBD-3053-E5773D36B6AC}"/>
                        </a:ext>
                      </a:extLst>
                    </p:cNvPr>
                    <p:cNvGrpSpPr/>
                    <p:nvPr/>
                  </p:nvGrpSpPr>
                  <p:grpSpPr>
                    <a:xfrm rot="7200000" flipH="1">
                      <a:off x="6389147" y="3357021"/>
                      <a:ext cx="393192" cy="393192"/>
                      <a:chOff x="5354637" y="3446463"/>
                      <a:chExt cx="214313" cy="214313"/>
                    </a:xfrm>
                  </p:grpSpPr>
                  <p:sp>
                    <p:nvSpPr>
                      <p:cNvPr id="13656" name="Arc 13655">
                        <a:extLst>
                          <a:ext uri="{FF2B5EF4-FFF2-40B4-BE49-F238E27FC236}">
                            <a16:creationId xmlns:a16="http://schemas.microsoft.com/office/drawing/2014/main" id="{FE1A5725-0C02-78DE-CC23-ACD1A7C8CE4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657" name="Arc 13656">
                        <a:extLst>
                          <a:ext uri="{FF2B5EF4-FFF2-40B4-BE49-F238E27FC236}">
                            <a16:creationId xmlns:a16="http://schemas.microsoft.com/office/drawing/2014/main" id="{A3BA59A1-724E-A0AC-03DB-4CDC1C43453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648" name="Group 13647">
                      <a:extLst>
                        <a:ext uri="{FF2B5EF4-FFF2-40B4-BE49-F238E27FC236}">
                          <a16:creationId xmlns:a16="http://schemas.microsoft.com/office/drawing/2014/main" id="{98DC3B2E-90A0-0B6F-2B67-9703A0EA8251}"/>
                        </a:ext>
                      </a:extLst>
                    </p:cNvPr>
                    <p:cNvGrpSpPr/>
                    <p:nvPr/>
                  </p:nvGrpSpPr>
                  <p:grpSpPr>
                    <a:xfrm>
                      <a:off x="6434137" y="3402011"/>
                      <a:ext cx="303213" cy="303213"/>
                      <a:chOff x="6434137" y="3402011"/>
                      <a:chExt cx="303213" cy="303213"/>
                    </a:xfrm>
                  </p:grpSpPr>
                  <p:grpSp>
                    <p:nvGrpSpPr>
                      <p:cNvPr id="13649" name="Group 13648">
                        <a:extLst>
                          <a:ext uri="{FF2B5EF4-FFF2-40B4-BE49-F238E27FC236}">
                            <a16:creationId xmlns:a16="http://schemas.microsoft.com/office/drawing/2014/main" id="{EB7FBBD8-6F77-7D4F-7DD7-022EE070C1D3}"/>
                          </a:ext>
                        </a:extLst>
                      </p:cNvPr>
                      <p:cNvGrpSpPr/>
                      <p:nvPr/>
                    </p:nvGrpSpPr>
                    <p:grpSpPr>
                      <a:xfrm flipH="1">
                        <a:off x="6478587" y="3446461"/>
                        <a:ext cx="214313" cy="214313"/>
                        <a:chOff x="5354637" y="3446463"/>
                        <a:chExt cx="214313" cy="214313"/>
                      </a:xfrm>
                    </p:grpSpPr>
                    <p:sp>
                      <p:nvSpPr>
                        <p:cNvPr id="13654" name="Arc 13653">
                          <a:extLst>
                            <a:ext uri="{FF2B5EF4-FFF2-40B4-BE49-F238E27FC236}">
                              <a16:creationId xmlns:a16="http://schemas.microsoft.com/office/drawing/2014/main" id="{496370A6-17C7-1864-613D-8B895D350A3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655" name="Arc 13654">
                          <a:extLst>
                            <a:ext uri="{FF2B5EF4-FFF2-40B4-BE49-F238E27FC236}">
                              <a16:creationId xmlns:a16="http://schemas.microsoft.com/office/drawing/2014/main" id="{340E7512-7D0D-5B5D-9BF8-64120DA768F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650" name="Group 13649">
                        <a:extLst>
                          <a:ext uri="{FF2B5EF4-FFF2-40B4-BE49-F238E27FC236}">
                            <a16:creationId xmlns:a16="http://schemas.microsoft.com/office/drawing/2014/main" id="{24D646A0-2D0F-6B2C-2419-7EC187C7A435}"/>
                          </a:ext>
                        </a:extLst>
                      </p:cNvPr>
                      <p:cNvGrpSpPr/>
                      <p:nvPr/>
                    </p:nvGrpSpPr>
                    <p:grpSpPr>
                      <a:xfrm rot="14400000" flipH="1">
                        <a:off x="6434137" y="3402011"/>
                        <a:ext cx="303213" cy="303213"/>
                        <a:chOff x="5354637" y="3446463"/>
                        <a:chExt cx="214313" cy="214313"/>
                      </a:xfrm>
                    </p:grpSpPr>
                    <p:sp>
                      <p:nvSpPr>
                        <p:cNvPr id="13652" name="Arc 13651">
                          <a:extLst>
                            <a:ext uri="{FF2B5EF4-FFF2-40B4-BE49-F238E27FC236}">
                              <a16:creationId xmlns:a16="http://schemas.microsoft.com/office/drawing/2014/main" id="{C2F63765-99A1-27AA-D62D-EADFC759601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653" name="Arc 13652">
                          <a:extLst>
                            <a:ext uri="{FF2B5EF4-FFF2-40B4-BE49-F238E27FC236}">
                              <a16:creationId xmlns:a16="http://schemas.microsoft.com/office/drawing/2014/main" id="{391EFE1B-28A3-3FCC-906C-8A736A077C5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651" name="TextBox 13650">
                        <a:extLst>
                          <a:ext uri="{FF2B5EF4-FFF2-40B4-BE49-F238E27FC236}">
                            <a16:creationId xmlns:a16="http://schemas.microsoft.com/office/drawing/2014/main" id="{0596D674-FA96-7F02-AE11-400779B420B6}"/>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636" name="Group 13635">
                    <a:extLst>
                      <a:ext uri="{FF2B5EF4-FFF2-40B4-BE49-F238E27FC236}">
                        <a16:creationId xmlns:a16="http://schemas.microsoft.com/office/drawing/2014/main" id="{933903BD-144B-DC62-B44E-94ECFAB6D044}"/>
                      </a:ext>
                    </a:extLst>
                  </p:cNvPr>
                  <p:cNvGrpSpPr/>
                  <p:nvPr/>
                </p:nvGrpSpPr>
                <p:grpSpPr>
                  <a:xfrm>
                    <a:off x="6197413" y="3225768"/>
                    <a:ext cx="393192" cy="393192"/>
                    <a:chOff x="6389147" y="3932622"/>
                    <a:chExt cx="393192" cy="393192"/>
                  </a:xfrm>
                </p:grpSpPr>
                <p:grpSp>
                  <p:nvGrpSpPr>
                    <p:cNvPr id="13637" name="Group 13636">
                      <a:extLst>
                        <a:ext uri="{FF2B5EF4-FFF2-40B4-BE49-F238E27FC236}">
                          <a16:creationId xmlns:a16="http://schemas.microsoft.com/office/drawing/2014/main" id="{066C50BA-0749-7422-4DC6-8F97DA014F0A}"/>
                        </a:ext>
                      </a:extLst>
                    </p:cNvPr>
                    <p:cNvGrpSpPr/>
                    <p:nvPr/>
                  </p:nvGrpSpPr>
                  <p:grpSpPr>
                    <a:xfrm flipH="1">
                      <a:off x="6478587" y="4022061"/>
                      <a:ext cx="214313" cy="214313"/>
                      <a:chOff x="5354637" y="3446463"/>
                      <a:chExt cx="214313" cy="214313"/>
                    </a:xfrm>
                  </p:grpSpPr>
                  <p:sp>
                    <p:nvSpPr>
                      <p:cNvPr id="13645" name="Arc 13644">
                        <a:extLst>
                          <a:ext uri="{FF2B5EF4-FFF2-40B4-BE49-F238E27FC236}">
                            <a16:creationId xmlns:a16="http://schemas.microsoft.com/office/drawing/2014/main" id="{971965FE-492E-C32A-5DC3-640D32F6CF2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646" name="Arc 13645">
                        <a:extLst>
                          <a:ext uri="{FF2B5EF4-FFF2-40B4-BE49-F238E27FC236}">
                            <a16:creationId xmlns:a16="http://schemas.microsoft.com/office/drawing/2014/main" id="{8986C0D7-1C48-1DAB-7652-F973B7ECA10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638" name="Group 13637">
                      <a:extLst>
                        <a:ext uri="{FF2B5EF4-FFF2-40B4-BE49-F238E27FC236}">
                          <a16:creationId xmlns:a16="http://schemas.microsoft.com/office/drawing/2014/main" id="{0F27038D-D4C5-E4D4-F601-7716990BACEF}"/>
                        </a:ext>
                      </a:extLst>
                    </p:cNvPr>
                    <p:cNvGrpSpPr/>
                    <p:nvPr/>
                  </p:nvGrpSpPr>
                  <p:grpSpPr>
                    <a:xfrm rot="7200000" flipH="1">
                      <a:off x="6434137" y="3977611"/>
                      <a:ext cx="303213" cy="303213"/>
                      <a:chOff x="5354637" y="3446463"/>
                      <a:chExt cx="214313" cy="214313"/>
                    </a:xfrm>
                  </p:grpSpPr>
                  <p:sp>
                    <p:nvSpPr>
                      <p:cNvPr id="13643" name="Arc 13642">
                        <a:extLst>
                          <a:ext uri="{FF2B5EF4-FFF2-40B4-BE49-F238E27FC236}">
                            <a16:creationId xmlns:a16="http://schemas.microsoft.com/office/drawing/2014/main" id="{C74CEE91-4563-B702-0FF7-CF822CFF831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644" name="Arc 13643">
                        <a:extLst>
                          <a:ext uri="{FF2B5EF4-FFF2-40B4-BE49-F238E27FC236}">
                            <a16:creationId xmlns:a16="http://schemas.microsoft.com/office/drawing/2014/main" id="{9B90F2B1-6502-01FD-8375-E8938A3F566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639" name="Group 13638">
                      <a:extLst>
                        <a:ext uri="{FF2B5EF4-FFF2-40B4-BE49-F238E27FC236}">
                          <a16:creationId xmlns:a16="http://schemas.microsoft.com/office/drawing/2014/main" id="{4ABF4CC1-35F9-5843-2C96-3AE2CE94CF65}"/>
                        </a:ext>
                      </a:extLst>
                    </p:cNvPr>
                    <p:cNvGrpSpPr/>
                    <p:nvPr/>
                  </p:nvGrpSpPr>
                  <p:grpSpPr>
                    <a:xfrm rot="14400000" flipH="1">
                      <a:off x="6389147" y="3932622"/>
                      <a:ext cx="393192" cy="393192"/>
                      <a:chOff x="5354637" y="3446463"/>
                      <a:chExt cx="214313" cy="214313"/>
                    </a:xfrm>
                  </p:grpSpPr>
                  <p:sp>
                    <p:nvSpPr>
                      <p:cNvPr id="13641" name="Arc 13640">
                        <a:extLst>
                          <a:ext uri="{FF2B5EF4-FFF2-40B4-BE49-F238E27FC236}">
                            <a16:creationId xmlns:a16="http://schemas.microsoft.com/office/drawing/2014/main" id="{245430A8-363D-7E80-9367-9A3494F6C91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642" name="Arc 13641">
                        <a:extLst>
                          <a:ext uri="{FF2B5EF4-FFF2-40B4-BE49-F238E27FC236}">
                            <a16:creationId xmlns:a16="http://schemas.microsoft.com/office/drawing/2014/main" id="{A70A8E01-9D19-F1E9-86D8-754AD4C3EDA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640" name="TextBox 13639">
                      <a:extLst>
                        <a:ext uri="{FF2B5EF4-FFF2-40B4-BE49-F238E27FC236}">
                          <a16:creationId xmlns:a16="http://schemas.microsoft.com/office/drawing/2014/main" id="{7595EE22-F0FD-F129-2882-FCD76712DC05}"/>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586" name="Group 13585">
                  <a:extLst>
                    <a:ext uri="{FF2B5EF4-FFF2-40B4-BE49-F238E27FC236}">
                      <a16:creationId xmlns:a16="http://schemas.microsoft.com/office/drawing/2014/main" id="{F272208E-CA63-E468-76DC-BB3FD48A157C}"/>
                    </a:ext>
                  </a:extLst>
                </p:cNvPr>
                <p:cNvGrpSpPr/>
                <p:nvPr/>
              </p:nvGrpSpPr>
              <p:grpSpPr>
                <a:xfrm>
                  <a:off x="6069086" y="3246228"/>
                  <a:ext cx="1019224" cy="991639"/>
                  <a:chOff x="5886431" y="3225768"/>
                  <a:chExt cx="1019224" cy="991639"/>
                </a:xfrm>
              </p:grpSpPr>
              <p:grpSp>
                <p:nvGrpSpPr>
                  <p:cNvPr id="13587" name="Group 13586">
                    <a:extLst>
                      <a:ext uri="{FF2B5EF4-FFF2-40B4-BE49-F238E27FC236}">
                        <a16:creationId xmlns:a16="http://schemas.microsoft.com/office/drawing/2014/main" id="{887A751D-CADF-01CD-6542-FE6B0D273B62}"/>
                      </a:ext>
                    </a:extLst>
                  </p:cNvPr>
                  <p:cNvGrpSpPr/>
                  <p:nvPr/>
                </p:nvGrpSpPr>
                <p:grpSpPr>
                  <a:xfrm>
                    <a:off x="6197413" y="3824215"/>
                    <a:ext cx="393192" cy="393192"/>
                    <a:chOff x="5265196" y="3357021"/>
                    <a:chExt cx="393192" cy="393192"/>
                  </a:xfrm>
                </p:grpSpPr>
                <p:grpSp>
                  <p:nvGrpSpPr>
                    <p:cNvPr id="13622" name="Group 13621">
                      <a:extLst>
                        <a:ext uri="{FF2B5EF4-FFF2-40B4-BE49-F238E27FC236}">
                          <a16:creationId xmlns:a16="http://schemas.microsoft.com/office/drawing/2014/main" id="{8DBE603D-55D9-A834-1F18-859F6E6B5436}"/>
                        </a:ext>
                      </a:extLst>
                    </p:cNvPr>
                    <p:cNvGrpSpPr/>
                    <p:nvPr/>
                  </p:nvGrpSpPr>
                  <p:grpSpPr>
                    <a:xfrm rot="14400000">
                      <a:off x="5265196" y="3357021"/>
                      <a:ext cx="393192" cy="393192"/>
                      <a:chOff x="5354637" y="3446463"/>
                      <a:chExt cx="214313" cy="214313"/>
                    </a:xfrm>
                  </p:grpSpPr>
                  <p:sp>
                    <p:nvSpPr>
                      <p:cNvPr id="13631" name="Arc 13630">
                        <a:extLst>
                          <a:ext uri="{FF2B5EF4-FFF2-40B4-BE49-F238E27FC236}">
                            <a16:creationId xmlns:a16="http://schemas.microsoft.com/office/drawing/2014/main" id="{63CA4546-BB55-28CB-0818-E5A29B4388B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632" name="Arc 13631">
                        <a:extLst>
                          <a:ext uri="{FF2B5EF4-FFF2-40B4-BE49-F238E27FC236}">
                            <a16:creationId xmlns:a16="http://schemas.microsoft.com/office/drawing/2014/main" id="{030F4229-3A23-61D5-E77D-24AB3AEDBF6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623" name="Group 13622">
                      <a:extLst>
                        <a:ext uri="{FF2B5EF4-FFF2-40B4-BE49-F238E27FC236}">
                          <a16:creationId xmlns:a16="http://schemas.microsoft.com/office/drawing/2014/main" id="{C702482F-C42E-A592-A314-8076F49FC37D}"/>
                        </a:ext>
                      </a:extLst>
                    </p:cNvPr>
                    <p:cNvGrpSpPr/>
                    <p:nvPr/>
                  </p:nvGrpSpPr>
                  <p:grpSpPr>
                    <a:xfrm>
                      <a:off x="5310186" y="3402011"/>
                      <a:ext cx="303213" cy="303213"/>
                      <a:chOff x="5310186" y="3402011"/>
                      <a:chExt cx="303213" cy="303213"/>
                    </a:xfrm>
                  </p:grpSpPr>
                  <p:grpSp>
                    <p:nvGrpSpPr>
                      <p:cNvPr id="13624" name="Group 13623">
                        <a:extLst>
                          <a:ext uri="{FF2B5EF4-FFF2-40B4-BE49-F238E27FC236}">
                            <a16:creationId xmlns:a16="http://schemas.microsoft.com/office/drawing/2014/main" id="{5B4665AB-A221-D7D2-26FE-53999C171144}"/>
                          </a:ext>
                        </a:extLst>
                      </p:cNvPr>
                      <p:cNvGrpSpPr/>
                      <p:nvPr/>
                    </p:nvGrpSpPr>
                    <p:grpSpPr>
                      <a:xfrm>
                        <a:off x="5354636" y="3446461"/>
                        <a:ext cx="214313" cy="214313"/>
                        <a:chOff x="5354637" y="3446463"/>
                        <a:chExt cx="214313" cy="214313"/>
                      </a:xfrm>
                    </p:grpSpPr>
                    <p:sp>
                      <p:nvSpPr>
                        <p:cNvPr id="13629" name="Arc 13628">
                          <a:extLst>
                            <a:ext uri="{FF2B5EF4-FFF2-40B4-BE49-F238E27FC236}">
                              <a16:creationId xmlns:a16="http://schemas.microsoft.com/office/drawing/2014/main" id="{59C8EC96-7530-2801-A862-132B400C42C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630" name="Arc 13629">
                          <a:extLst>
                            <a:ext uri="{FF2B5EF4-FFF2-40B4-BE49-F238E27FC236}">
                              <a16:creationId xmlns:a16="http://schemas.microsoft.com/office/drawing/2014/main" id="{8F55E3AD-3F91-3B74-63D9-CE78AD5249E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625" name="Group 13624">
                        <a:extLst>
                          <a:ext uri="{FF2B5EF4-FFF2-40B4-BE49-F238E27FC236}">
                            <a16:creationId xmlns:a16="http://schemas.microsoft.com/office/drawing/2014/main" id="{1DE0FA08-8EDF-9A48-73C5-0FF93EBCFAA9}"/>
                          </a:ext>
                        </a:extLst>
                      </p:cNvPr>
                      <p:cNvGrpSpPr/>
                      <p:nvPr/>
                    </p:nvGrpSpPr>
                    <p:grpSpPr>
                      <a:xfrm rot="7200000">
                        <a:off x="5310186" y="3402011"/>
                        <a:ext cx="303213" cy="303213"/>
                        <a:chOff x="5354637" y="3446463"/>
                        <a:chExt cx="214313" cy="214313"/>
                      </a:xfrm>
                    </p:grpSpPr>
                    <p:sp>
                      <p:nvSpPr>
                        <p:cNvPr id="13627" name="Arc 13626">
                          <a:extLst>
                            <a:ext uri="{FF2B5EF4-FFF2-40B4-BE49-F238E27FC236}">
                              <a16:creationId xmlns:a16="http://schemas.microsoft.com/office/drawing/2014/main" id="{75DB25AB-7947-B986-D289-F27ECDA0A31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628" name="Arc 13627">
                          <a:extLst>
                            <a:ext uri="{FF2B5EF4-FFF2-40B4-BE49-F238E27FC236}">
                              <a16:creationId xmlns:a16="http://schemas.microsoft.com/office/drawing/2014/main" id="{6F25378A-3C14-BC5A-59ED-2EFC2813365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626" name="TextBox 13625">
                        <a:extLst>
                          <a:ext uri="{FF2B5EF4-FFF2-40B4-BE49-F238E27FC236}">
                            <a16:creationId xmlns:a16="http://schemas.microsoft.com/office/drawing/2014/main" id="{19F86F88-979D-C5EB-94D9-0C6ED676255C}"/>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588" name="Group 13587">
                    <a:extLst>
                      <a:ext uri="{FF2B5EF4-FFF2-40B4-BE49-F238E27FC236}">
                        <a16:creationId xmlns:a16="http://schemas.microsoft.com/office/drawing/2014/main" id="{11F6E0A7-24BF-D0D2-E333-86A3BF3176E1}"/>
                      </a:ext>
                    </a:extLst>
                  </p:cNvPr>
                  <p:cNvGrpSpPr/>
                  <p:nvPr/>
                </p:nvGrpSpPr>
                <p:grpSpPr>
                  <a:xfrm>
                    <a:off x="5886431" y="3525040"/>
                    <a:ext cx="393192" cy="393192"/>
                    <a:chOff x="5265196" y="3932619"/>
                    <a:chExt cx="393192" cy="393192"/>
                  </a:xfrm>
                </p:grpSpPr>
                <p:grpSp>
                  <p:nvGrpSpPr>
                    <p:cNvPr id="13612" name="Group 13611">
                      <a:extLst>
                        <a:ext uri="{FF2B5EF4-FFF2-40B4-BE49-F238E27FC236}">
                          <a16:creationId xmlns:a16="http://schemas.microsoft.com/office/drawing/2014/main" id="{99736C6D-5CB4-1547-4F3B-05A24730A20F}"/>
                        </a:ext>
                      </a:extLst>
                    </p:cNvPr>
                    <p:cNvGrpSpPr/>
                    <p:nvPr/>
                  </p:nvGrpSpPr>
                  <p:grpSpPr>
                    <a:xfrm>
                      <a:off x="5354636" y="4022061"/>
                      <a:ext cx="214313" cy="214313"/>
                      <a:chOff x="5354637" y="3446463"/>
                      <a:chExt cx="214313" cy="214313"/>
                    </a:xfrm>
                  </p:grpSpPr>
                  <p:sp>
                    <p:nvSpPr>
                      <p:cNvPr id="13620" name="Arc 13619">
                        <a:extLst>
                          <a:ext uri="{FF2B5EF4-FFF2-40B4-BE49-F238E27FC236}">
                            <a16:creationId xmlns:a16="http://schemas.microsoft.com/office/drawing/2014/main" id="{9AF9D308-FC8A-84A6-0599-29475716F65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621" name="Arc 13620">
                        <a:extLst>
                          <a:ext uri="{FF2B5EF4-FFF2-40B4-BE49-F238E27FC236}">
                            <a16:creationId xmlns:a16="http://schemas.microsoft.com/office/drawing/2014/main" id="{E257E01B-EC4E-D5E2-CBCE-64F34CC3066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613" name="Group 13612">
                      <a:extLst>
                        <a:ext uri="{FF2B5EF4-FFF2-40B4-BE49-F238E27FC236}">
                          <a16:creationId xmlns:a16="http://schemas.microsoft.com/office/drawing/2014/main" id="{CF19B7DC-7EE1-BE33-18D8-010A9A74E360}"/>
                        </a:ext>
                      </a:extLst>
                    </p:cNvPr>
                    <p:cNvGrpSpPr/>
                    <p:nvPr/>
                  </p:nvGrpSpPr>
                  <p:grpSpPr>
                    <a:xfrm rot="14400000">
                      <a:off x="5310186" y="3977611"/>
                      <a:ext cx="303213" cy="303213"/>
                      <a:chOff x="5354637" y="3446463"/>
                      <a:chExt cx="214313" cy="214313"/>
                    </a:xfrm>
                  </p:grpSpPr>
                  <p:sp>
                    <p:nvSpPr>
                      <p:cNvPr id="13618" name="Arc 13617">
                        <a:extLst>
                          <a:ext uri="{FF2B5EF4-FFF2-40B4-BE49-F238E27FC236}">
                            <a16:creationId xmlns:a16="http://schemas.microsoft.com/office/drawing/2014/main" id="{CD3288BB-C349-DA23-8993-306236F45B6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619" name="Arc 13618">
                        <a:extLst>
                          <a:ext uri="{FF2B5EF4-FFF2-40B4-BE49-F238E27FC236}">
                            <a16:creationId xmlns:a16="http://schemas.microsoft.com/office/drawing/2014/main" id="{35FA7F86-701A-6981-7C11-84302F1035F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614" name="Group 13613">
                      <a:extLst>
                        <a:ext uri="{FF2B5EF4-FFF2-40B4-BE49-F238E27FC236}">
                          <a16:creationId xmlns:a16="http://schemas.microsoft.com/office/drawing/2014/main" id="{ADB479F9-91B5-41CA-E280-AA14A67461FD}"/>
                        </a:ext>
                      </a:extLst>
                    </p:cNvPr>
                    <p:cNvGrpSpPr/>
                    <p:nvPr/>
                  </p:nvGrpSpPr>
                  <p:grpSpPr>
                    <a:xfrm rot="7200000">
                      <a:off x="5265196" y="3932619"/>
                      <a:ext cx="393192" cy="393192"/>
                      <a:chOff x="5354637" y="3446463"/>
                      <a:chExt cx="214313" cy="214313"/>
                    </a:xfrm>
                  </p:grpSpPr>
                  <p:sp>
                    <p:nvSpPr>
                      <p:cNvPr id="13616" name="Arc 13615">
                        <a:extLst>
                          <a:ext uri="{FF2B5EF4-FFF2-40B4-BE49-F238E27FC236}">
                            <a16:creationId xmlns:a16="http://schemas.microsoft.com/office/drawing/2014/main" id="{4BA10C16-8127-8134-7B8B-3B16277E8F5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617" name="Arc 13616">
                        <a:extLst>
                          <a:ext uri="{FF2B5EF4-FFF2-40B4-BE49-F238E27FC236}">
                            <a16:creationId xmlns:a16="http://schemas.microsoft.com/office/drawing/2014/main" id="{2DA14BB3-B83E-9097-ACC0-7F06FC2D4B2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615" name="TextBox 13614">
                      <a:extLst>
                        <a:ext uri="{FF2B5EF4-FFF2-40B4-BE49-F238E27FC236}">
                          <a16:creationId xmlns:a16="http://schemas.microsoft.com/office/drawing/2014/main" id="{8368A177-EBE3-DCA1-B14D-D23FB73B4B02}"/>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3589" name="Group 13588">
                    <a:extLst>
                      <a:ext uri="{FF2B5EF4-FFF2-40B4-BE49-F238E27FC236}">
                        <a16:creationId xmlns:a16="http://schemas.microsoft.com/office/drawing/2014/main" id="{2BF2A7F2-64DF-CC20-0275-C6FB29CABEC8}"/>
                      </a:ext>
                    </a:extLst>
                  </p:cNvPr>
                  <p:cNvGrpSpPr/>
                  <p:nvPr/>
                </p:nvGrpSpPr>
                <p:grpSpPr>
                  <a:xfrm>
                    <a:off x="6512463" y="3525040"/>
                    <a:ext cx="393192" cy="393192"/>
                    <a:chOff x="6389147" y="3357021"/>
                    <a:chExt cx="393192" cy="393192"/>
                  </a:xfrm>
                </p:grpSpPr>
                <p:grpSp>
                  <p:nvGrpSpPr>
                    <p:cNvPr id="13601" name="Group 13600">
                      <a:extLst>
                        <a:ext uri="{FF2B5EF4-FFF2-40B4-BE49-F238E27FC236}">
                          <a16:creationId xmlns:a16="http://schemas.microsoft.com/office/drawing/2014/main" id="{C39A47A3-AFDB-B373-4B5A-15E75F8CF53E}"/>
                        </a:ext>
                      </a:extLst>
                    </p:cNvPr>
                    <p:cNvGrpSpPr/>
                    <p:nvPr/>
                  </p:nvGrpSpPr>
                  <p:grpSpPr>
                    <a:xfrm rot="7200000" flipH="1">
                      <a:off x="6389147" y="3357021"/>
                      <a:ext cx="393192" cy="393192"/>
                      <a:chOff x="5354637" y="3446463"/>
                      <a:chExt cx="214313" cy="214313"/>
                    </a:xfrm>
                  </p:grpSpPr>
                  <p:sp>
                    <p:nvSpPr>
                      <p:cNvPr id="13610" name="Arc 13609">
                        <a:extLst>
                          <a:ext uri="{FF2B5EF4-FFF2-40B4-BE49-F238E27FC236}">
                            <a16:creationId xmlns:a16="http://schemas.microsoft.com/office/drawing/2014/main" id="{E897C18E-16AB-78B5-9772-6BB4DB9DE07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611" name="Arc 13610">
                        <a:extLst>
                          <a:ext uri="{FF2B5EF4-FFF2-40B4-BE49-F238E27FC236}">
                            <a16:creationId xmlns:a16="http://schemas.microsoft.com/office/drawing/2014/main" id="{6038239A-A079-9FAB-CE41-4EFECBBF020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602" name="Group 13601">
                      <a:extLst>
                        <a:ext uri="{FF2B5EF4-FFF2-40B4-BE49-F238E27FC236}">
                          <a16:creationId xmlns:a16="http://schemas.microsoft.com/office/drawing/2014/main" id="{30E09336-4E42-82E0-6725-CE1CEEF3F272}"/>
                        </a:ext>
                      </a:extLst>
                    </p:cNvPr>
                    <p:cNvGrpSpPr/>
                    <p:nvPr/>
                  </p:nvGrpSpPr>
                  <p:grpSpPr>
                    <a:xfrm>
                      <a:off x="6434137" y="3402011"/>
                      <a:ext cx="303213" cy="303213"/>
                      <a:chOff x="6434137" y="3402011"/>
                      <a:chExt cx="303213" cy="303213"/>
                    </a:xfrm>
                  </p:grpSpPr>
                  <p:grpSp>
                    <p:nvGrpSpPr>
                      <p:cNvPr id="13603" name="Group 13602">
                        <a:extLst>
                          <a:ext uri="{FF2B5EF4-FFF2-40B4-BE49-F238E27FC236}">
                            <a16:creationId xmlns:a16="http://schemas.microsoft.com/office/drawing/2014/main" id="{636A4B63-13D1-54D9-D9E4-85A56F20EC38}"/>
                          </a:ext>
                        </a:extLst>
                      </p:cNvPr>
                      <p:cNvGrpSpPr/>
                      <p:nvPr/>
                    </p:nvGrpSpPr>
                    <p:grpSpPr>
                      <a:xfrm flipH="1">
                        <a:off x="6478587" y="3446461"/>
                        <a:ext cx="214313" cy="214313"/>
                        <a:chOff x="5354637" y="3446463"/>
                        <a:chExt cx="214313" cy="214313"/>
                      </a:xfrm>
                    </p:grpSpPr>
                    <p:sp>
                      <p:nvSpPr>
                        <p:cNvPr id="13608" name="Arc 13607">
                          <a:extLst>
                            <a:ext uri="{FF2B5EF4-FFF2-40B4-BE49-F238E27FC236}">
                              <a16:creationId xmlns:a16="http://schemas.microsoft.com/office/drawing/2014/main" id="{0B9C2B48-771D-15A1-397D-94E33AB56B4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609" name="Arc 13608">
                          <a:extLst>
                            <a:ext uri="{FF2B5EF4-FFF2-40B4-BE49-F238E27FC236}">
                              <a16:creationId xmlns:a16="http://schemas.microsoft.com/office/drawing/2014/main" id="{FCCBB280-71FA-28DB-4F6B-27185969DEB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604" name="Group 13603">
                        <a:extLst>
                          <a:ext uri="{FF2B5EF4-FFF2-40B4-BE49-F238E27FC236}">
                            <a16:creationId xmlns:a16="http://schemas.microsoft.com/office/drawing/2014/main" id="{33F9D19F-6C8F-FA6F-FCC0-E31E00E26E5E}"/>
                          </a:ext>
                        </a:extLst>
                      </p:cNvPr>
                      <p:cNvGrpSpPr/>
                      <p:nvPr/>
                    </p:nvGrpSpPr>
                    <p:grpSpPr>
                      <a:xfrm rot="14400000" flipH="1">
                        <a:off x="6434137" y="3402011"/>
                        <a:ext cx="303213" cy="303213"/>
                        <a:chOff x="5354637" y="3446463"/>
                        <a:chExt cx="214313" cy="214313"/>
                      </a:xfrm>
                    </p:grpSpPr>
                    <p:sp>
                      <p:nvSpPr>
                        <p:cNvPr id="13606" name="Arc 13605">
                          <a:extLst>
                            <a:ext uri="{FF2B5EF4-FFF2-40B4-BE49-F238E27FC236}">
                              <a16:creationId xmlns:a16="http://schemas.microsoft.com/office/drawing/2014/main" id="{7D4CD3A7-DBC1-9AA9-FEFB-33C004AF8DD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607" name="Arc 13606">
                          <a:extLst>
                            <a:ext uri="{FF2B5EF4-FFF2-40B4-BE49-F238E27FC236}">
                              <a16:creationId xmlns:a16="http://schemas.microsoft.com/office/drawing/2014/main" id="{8906C40A-1CCE-9012-0096-17935ABF5D3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605" name="TextBox 13604">
                        <a:extLst>
                          <a:ext uri="{FF2B5EF4-FFF2-40B4-BE49-F238E27FC236}">
                            <a16:creationId xmlns:a16="http://schemas.microsoft.com/office/drawing/2014/main" id="{9A185624-293C-32DD-D8CC-49622E42750F}"/>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590" name="Group 13589">
                    <a:extLst>
                      <a:ext uri="{FF2B5EF4-FFF2-40B4-BE49-F238E27FC236}">
                        <a16:creationId xmlns:a16="http://schemas.microsoft.com/office/drawing/2014/main" id="{1AB5B24D-233E-A745-D92F-EE4FD830A4B0}"/>
                      </a:ext>
                    </a:extLst>
                  </p:cNvPr>
                  <p:cNvGrpSpPr/>
                  <p:nvPr/>
                </p:nvGrpSpPr>
                <p:grpSpPr>
                  <a:xfrm>
                    <a:off x="6197413" y="3225768"/>
                    <a:ext cx="393192" cy="393192"/>
                    <a:chOff x="6389147" y="3932622"/>
                    <a:chExt cx="393192" cy="393192"/>
                  </a:xfrm>
                </p:grpSpPr>
                <p:grpSp>
                  <p:nvGrpSpPr>
                    <p:cNvPr id="13591" name="Group 13590">
                      <a:extLst>
                        <a:ext uri="{FF2B5EF4-FFF2-40B4-BE49-F238E27FC236}">
                          <a16:creationId xmlns:a16="http://schemas.microsoft.com/office/drawing/2014/main" id="{87C8EA36-F063-8354-01E2-2BAD0A1F7407}"/>
                        </a:ext>
                      </a:extLst>
                    </p:cNvPr>
                    <p:cNvGrpSpPr/>
                    <p:nvPr/>
                  </p:nvGrpSpPr>
                  <p:grpSpPr>
                    <a:xfrm flipH="1">
                      <a:off x="6478587" y="4022061"/>
                      <a:ext cx="214313" cy="214313"/>
                      <a:chOff x="5354637" y="3446463"/>
                      <a:chExt cx="214313" cy="214313"/>
                    </a:xfrm>
                  </p:grpSpPr>
                  <p:sp>
                    <p:nvSpPr>
                      <p:cNvPr id="13599" name="Arc 13598">
                        <a:extLst>
                          <a:ext uri="{FF2B5EF4-FFF2-40B4-BE49-F238E27FC236}">
                            <a16:creationId xmlns:a16="http://schemas.microsoft.com/office/drawing/2014/main" id="{7931245D-F3FA-C195-44BA-12FC4CD8FB5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600" name="Arc 13599">
                        <a:extLst>
                          <a:ext uri="{FF2B5EF4-FFF2-40B4-BE49-F238E27FC236}">
                            <a16:creationId xmlns:a16="http://schemas.microsoft.com/office/drawing/2014/main" id="{6C8B6AF8-91A4-7640-14E8-ACD94FD30BE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592" name="Group 13591">
                      <a:extLst>
                        <a:ext uri="{FF2B5EF4-FFF2-40B4-BE49-F238E27FC236}">
                          <a16:creationId xmlns:a16="http://schemas.microsoft.com/office/drawing/2014/main" id="{74945B98-F7AE-7325-2DCE-FE426CF48E37}"/>
                        </a:ext>
                      </a:extLst>
                    </p:cNvPr>
                    <p:cNvGrpSpPr/>
                    <p:nvPr/>
                  </p:nvGrpSpPr>
                  <p:grpSpPr>
                    <a:xfrm rot="7200000" flipH="1">
                      <a:off x="6434137" y="3977611"/>
                      <a:ext cx="303213" cy="303213"/>
                      <a:chOff x="5354637" y="3446463"/>
                      <a:chExt cx="214313" cy="214313"/>
                    </a:xfrm>
                  </p:grpSpPr>
                  <p:sp>
                    <p:nvSpPr>
                      <p:cNvPr id="13597" name="Arc 13596">
                        <a:extLst>
                          <a:ext uri="{FF2B5EF4-FFF2-40B4-BE49-F238E27FC236}">
                            <a16:creationId xmlns:a16="http://schemas.microsoft.com/office/drawing/2014/main" id="{B64AE720-C4B4-08EC-AD2D-85873D05D0E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598" name="Arc 13597">
                        <a:extLst>
                          <a:ext uri="{FF2B5EF4-FFF2-40B4-BE49-F238E27FC236}">
                            <a16:creationId xmlns:a16="http://schemas.microsoft.com/office/drawing/2014/main" id="{0614E9D7-8061-634C-C01A-0A142E290BD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593" name="Group 13592">
                      <a:extLst>
                        <a:ext uri="{FF2B5EF4-FFF2-40B4-BE49-F238E27FC236}">
                          <a16:creationId xmlns:a16="http://schemas.microsoft.com/office/drawing/2014/main" id="{6BDED105-668B-93BE-D474-68DE14925332}"/>
                        </a:ext>
                      </a:extLst>
                    </p:cNvPr>
                    <p:cNvGrpSpPr/>
                    <p:nvPr/>
                  </p:nvGrpSpPr>
                  <p:grpSpPr>
                    <a:xfrm rot="14400000" flipH="1">
                      <a:off x="6389147" y="3932622"/>
                      <a:ext cx="393192" cy="393192"/>
                      <a:chOff x="5354637" y="3446463"/>
                      <a:chExt cx="214313" cy="214313"/>
                    </a:xfrm>
                  </p:grpSpPr>
                  <p:sp>
                    <p:nvSpPr>
                      <p:cNvPr id="13595" name="Arc 13594">
                        <a:extLst>
                          <a:ext uri="{FF2B5EF4-FFF2-40B4-BE49-F238E27FC236}">
                            <a16:creationId xmlns:a16="http://schemas.microsoft.com/office/drawing/2014/main" id="{90629EA7-0768-AA33-E769-C72129342F9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596" name="Arc 13595">
                        <a:extLst>
                          <a:ext uri="{FF2B5EF4-FFF2-40B4-BE49-F238E27FC236}">
                            <a16:creationId xmlns:a16="http://schemas.microsoft.com/office/drawing/2014/main" id="{B96613EC-070E-88EA-AE9D-F4D7372C073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594" name="TextBox 13593">
                      <a:extLst>
                        <a:ext uri="{FF2B5EF4-FFF2-40B4-BE49-F238E27FC236}">
                          <a16:creationId xmlns:a16="http://schemas.microsoft.com/office/drawing/2014/main" id="{9D4A2A77-267C-2278-ADD8-4E50E9FB460E}"/>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2246" name="Group 12245">
              <a:extLst>
                <a:ext uri="{FF2B5EF4-FFF2-40B4-BE49-F238E27FC236}">
                  <a16:creationId xmlns:a16="http://schemas.microsoft.com/office/drawing/2014/main" id="{E426D7DF-0399-906A-5B3A-DAF2EBF7F9B0}"/>
                </a:ext>
              </a:extLst>
            </p:cNvPr>
            <p:cNvGrpSpPr/>
            <p:nvPr/>
          </p:nvGrpSpPr>
          <p:grpSpPr>
            <a:xfrm>
              <a:off x="-599392" y="-493844"/>
              <a:ext cx="2263438" cy="2198360"/>
              <a:chOff x="5445106" y="2039507"/>
              <a:chExt cx="2263438" cy="2198360"/>
            </a:xfrm>
          </p:grpSpPr>
          <p:grpSp>
            <p:nvGrpSpPr>
              <p:cNvPr id="13393" name="Group 13392">
                <a:extLst>
                  <a:ext uri="{FF2B5EF4-FFF2-40B4-BE49-F238E27FC236}">
                    <a16:creationId xmlns:a16="http://schemas.microsoft.com/office/drawing/2014/main" id="{F5A64EB4-0FF0-1749-C47A-527AA7C6D8FF}"/>
                  </a:ext>
                </a:extLst>
              </p:cNvPr>
              <p:cNvGrpSpPr/>
              <p:nvPr/>
            </p:nvGrpSpPr>
            <p:grpSpPr>
              <a:xfrm>
                <a:off x="5445106" y="2644743"/>
                <a:ext cx="1643204" cy="1593124"/>
                <a:chOff x="5445106" y="2644743"/>
                <a:chExt cx="1643204" cy="1593124"/>
              </a:xfrm>
            </p:grpSpPr>
            <p:grpSp>
              <p:nvGrpSpPr>
                <p:cNvPr id="13489" name="Group 13488">
                  <a:extLst>
                    <a:ext uri="{FF2B5EF4-FFF2-40B4-BE49-F238E27FC236}">
                      <a16:creationId xmlns:a16="http://schemas.microsoft.com/office/drawing/2014/main" id="{FD5A7EDB-FD53-15C8-1B0C-5CA8DB5EC607}"/>
                    </a:ext>
                  </a:extLst>
                </p:cNvPr>
                <p:cNvGrpSpPr/>
                <p:nvPr/>
              </p:nvGrpSpPr>
              <p:grpSpPr>
                <a:xfrm>
                  <a:off x="5445106" y="2644743"/>
                  <a:ext cx="1019224" cy="991639"/>
                  <a:chOff x="5886431" y="3225768"/>
                  <a:chExt cx="1019224" cy="991639"/>
                </a:xfrm>
              </p:grpSpPr>
              <p:grpSp>
                <p:nvGrpSpPr>
                  <p:cNvPr id="13537" name="Group 13536">
                    <a:extLst>
                      <a:ext uri="{FF2B5EF4-FFF2-40B4-BE49-F238E27FC236}">
                        <a16:creationId xmlns:a16="http://schemas.microsoft.com/office/drawing/2014/main" id="{8E522A56-6BDC-A60C-EA34-CC79E7F78CEF}"/>
                      </a:ext>
                    </a:extLst>
                  </p:cNvPr>
                  <p:cNvGrpSpPr/>
                  <p:nvPr/>
                </p:nvGrpSpPr>
                <p:grpSpPr>
                  <a:xfrm>
                    <a:off x="6197413" y="3824215"/>
                    <a:ext cx="393192" cy="393192"/>
                    <a:chOff x="5265196" y="3357021"/>
                    <a:chExt cx="393192" cy="393192"/>
                  </a:xfrm>
                </p:grpSpPr>
                <p:grpSp>
                  <p:nvGrpSpPr>
                    <p:cNvPr id="13572" name="Group 13571">
                      <a:extLst>
                        <a:ext uri="{FF2B5EF4-FFF2-40B4-BE49-F238E27FC236}">
                          <a16:creationId xmlns:a16="http://schemas.microsoft.com/office/drawing/2014/main" id="{F0AA1870-45E1-A04E-2A4F-E9092C1145EC}"/>
                        </a:ext>
                      </a:extLst>
                    </p:cNvPr>
                    <p:cNvGrpSpPr/>
                    <p:nvPr/>
                  </p:nvGrpSpPr>
                  <p:grpSpPr>
                    <a:xfrm rot="14400000">
                      <a:off x="5265196" y="3357021"/>
                      <a:ext cx="393192" cy="393192"/>
                      <a:chOff x="5354637" y="3446463"/>
                      <a:chExt cx="214313" cy="214313"/>
                    </a:xfrm>
                  </p:grpSpPr>
                  <p:sp>
                    <p:nvSpPr>
                      <p:cNvPr id="13581" name="Arc 13580">
                        <a:extLst>
                          <a:ext uri="{FF2B5EF4-FFF2-40B4-BE49-F238E27FC236}">
                            <a16:creationId xmlns:a16="http://schemas.microsoft.com/office/drawing/2014/main" id="{58696294-73A2-CA0F-B030-B321286D66C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582" name="Arc 13581">
                        <a:extLst>
                          <a:ext uri="{FF2B5EF4-FFF2-40B4-BE49-F238E27FC236}">
                            <a16:creationId xmlns:a16="http://schemas.microsoft.com/office/drawing/2014/main" id="{F221E880-E716-2508-5CC4-2CA48C61AF6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573" name="Group 13572">
                      <a:extLst>
                        <a:ext uri="{FF2B5EF4-FFF2-40B4-BE49-F238E27FC236}">
                          <a16:creationId xmlns:a16="http://schemas.microsoft.com/office/drawing/2014/main" id="{FD8E31AB-9957-4E38-0A15-4268AFB10A52}"/>
                        </a:ext>
                      </a:extLst>
                    </p:cNvPr>
                    <p:cNvGrpSpPr/>
                    <p:nvPr/>
                  </p:nvGrpSpPr>
                  <p:grpSpPr>
                    <a:xfrm>
                      <a:off x="5310186" y="3402011"/>
                      <a:ext cx="303213" cy="303213"/>
                      <a:chOff x="5310186" y="3402011"/>
                      <a:chExt cx="303213" cy="303213"/>
                    </a:xfrm>
                  </p:grpSpPr>
                  <p:grpSp>
                    <p:nvGrpSpPr>
                      <p:cNvPr id="13574" name="Group 13573">
                        <a:extLst>
                          <a:ext uri="{FF2B5EF4-FFF2-40B4-BE49-F238E27FC236}">
                            <a16:creationId xmlns:a16="http://schemas.microsoft.com/office/drawing/2014/main" id="{E394CB3D-79DC-5558-2F7E-D14FF9CD4751}"/>
                          </a:ext>
                        </a:extLst>
                      </p:cNvPr>
                      <p:cNvGrpSpPr/>
                      <p:nvPr/>
                    </p:nvGrpSpPr>
                    <p:grpSpPr>
                      <a:xfrm>
                        <a:off x="5354636" y="3446461"/>
                        <a:ext cx="214313" cy="214313"/>
                        <a:chOff x="5354637" y="3446463"/>
                        <a:chExt cx="214313" cy="214313"/>
                      </a:xfrm>
                    </p:grpSpPr>
                    <p:sp>
                      <p:nvSpPr>
                        <p:cNvPr id="13579" name="Arc 13578">
                          <a:extLst>
                            <a:ext uri="{FF2B5EF4-FFF2-40B4-BE49-F238E27FC236}">
                              <a16:creationId xmlns:a16="http://schemas.microsoft.com/office/drawing/2014/main" id="{328BDF1A-3407-357B-E55F-92FF4FBE65C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580" name="Arc 13579">
                          <a:extLst>
                            <a:ext uri="{FF2B5EF4-FFF2-40B4-BE49-F238E27FC236}">
                              <a16:creationId xmlns:a16="http://schemas.microsoft.com/office/drawing/2014/main" id="{9F8621F8-94AC-8B26-4A26-3B5368332E5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575" name="Group 13574">
                        <a:extLst>
                          <a:ext uri="{FF2B5EF4-FFF2-40B4-BE49-F238E27FC236}">
                            <a16:creationId xmlns:a16="http://schemas.microsoft.com/office/drawing/2014/main" id="{E33FDAE1-DE33-E3BA-5C0F-FC5B36729FB9}"/>
                          </a:ext>
                        </a:extLst>
                      </p:cNvPr>
                      <p:cNvGrpSpPr/>
                      <p:nvPr/>
                    </p:nvGrpSpPr>
                    <p:grpSpPr>
                      <a:xfrm rot="7200000">
                        <a:off x="5310186" y="3402011"/>
                        <a:ext cx="303213" cy="303213"/>
                        <a:chOff x="5354637" y="3446463"/>
                        <a:chExt cx="214313" cy="214313"/>
                      </a:xfrm>
                    </p:grpSpPr>
                    <p:sp>
                      <p:nvSpPr>
                        <p:cNvPr id="13577" name="Arc 13576">
                          <a:extLst>
                            <a:ext uri="{FF2B5EF4-FFF2-40B4-BE49-F238E27FC236}">
                              <a16:creationId xmlns:a16="http://schemas.microsoft.com/office/drawing/2014/main" id="{C1365A2E-7302-9B58-17D0-6FBE4022D34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578" name="Arc 13577">
                          <a:extLst>
                            <a:ext uri="{FF2B5EF4-FFF2-40B4-BE49-F238E27FC236}">
                              <a16:creationId xmlns:a16="http://schemas.microsoft.com/office/drawing/2014/main" id="{1A3D3516-E798-B3DA-7828-445BDC615CE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576" name="TextBox 13575">
                        <a:extLst>
                          <a:ext uri="{FF2B5EF4-FFF2-40B4-BE49-F238E27FC236}">
                            <a16:creationId xmlns:a16="http://schemas.microsoft.com/office/drawing/2014/main" id="{CB575224-1861-54EE-4B3E-54F1511EE0CE}"/>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538" name="Group 13537">
                    <a:extLst>
                      <a:ext uri="{FF2B5EF4-FFF2-40B4-BE49-F238E27FC236}">
                        <a16:creationId xmlns:a16="http://schemas.microsoft.com/office/drawing/2014/main" id="{F906CA6D-E779-B33D-F951-EFE59A6F44DB}"/>
                      </a:ext>
                    </a:extLst>
                  </p:cNvPr>
                  <p:cNvGrpSpPr/>
                  <p:nvPr/>
                </p:nvGrpSpPr>
                <p:grpSpPr>
                  <a:xfrm>
                    <a:off x="5886431" y="3525040"/>
                    <a:ext cx="393192" cy="393192"/>
                    <a:chOff x="5265196" y="3932619"/>
                    <a:chExt cx="393192" cy="393192"/>
                  </a:xfrm>
                </p:grpSpPr>
                <p:grpSp>
                  <p:nvGrpSpPr>
                    <p:cNvPr id="13562" name="Group 13561">
                      <a:extLst>
                        <a:ext uri="{FF2B5EF4-FFF2-40B4-BE49-F238E27FC236}">
                          <a16:creationId xmlns:a16="http://schemas.microsoft.com/office/drawing/2014/main" id="{4D201ACA-15E6-75E2-4E49-1CB9DC6627A9}"/>
                        </a:ext>
                      </a:extLst>
                    </p:cNvPr>
                    <p:cNvGrpSpPr/>
                    <p:nvPr/>
                  </p:nvGrpSpPr>
                  <p:grpSpPr>
                    <a:xfrm>
                      <a:off x="5354636" y="4022061"/>
                      <a:ext cx="214313" cy="214313"/>
                      <a:chOff x="5354637" y="3446463"/>
                      <a:chExt cx="214313" cy="214313"/>
                    </a:xfrm>
                  </p:grpSpPr>
                  <p:sp>
                    <p:nvSpPr>
                      <p:cNvPr id="13570" name="Arc 13569">
                        <a:extLst>
                          <a:ext uri="{FF2B5EF4-FFF2-40B4-BE49-F238E27FC236}">
                            <a16:creationId xmlns:a16="http://schemas.microsoft.com/office/drawing/2014/main" id="{6D4F3A6C-60D0-40E4-92DF-E5CA1366847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571" name="Arc 13570">
                        <a:extLst>
                          <a:ext uri="{FF2B5EF4-FFF2-40B4-BE49-F238E27FC236}">
                            <a16:creationId xmlns:a16="http://schemas.microsoft.com/office/drawing/2014/main" id="{A44E1FAE-6601-1735-1F97-4F8E6A242D6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563" name="Group 13562">
                      <a:extLst>
                        <a:ext uri="{FF2B5EF4-FFF2-40B4-BE49-F238E27FC236}">
                          <a16:creationId xmlns:a16="http://schemas.microsoft.com/office/drawing/2014/main" id="{1445CA4E-522D-E0F7-B503-B8474E5DDAE9}"/>
                        </a:ext>
                      </a:extLst>
                    </p:cNvPr>
                    <p:cNvGrpSpPr/>
                    <p:nvPr/>
                  </p:nvGrpSpPr>
                  <p:grpSpPr>
                    <a:xfrm rot="14400000">
                      <a:off x="5310186" y="3977611"/>
                      <a:ext cx="303213" cy="303213"/>
                      <a:chOff x="5354637" y="3446463"/>
                      <a:chExt cx="214313" cy="214313"/>
                    </a:xfrm>
                  </p:grpSpPr>
                  <p:sp>
                    <p:nvSpPr>
                      <p:cNvPr id="13568" name="Arc 13567">
                        <a:extLst>
                          <a:ext uri="{FF2B5EF4-FFF2-40B4-BE49-F238E27FC236}">
                            <a16:creationId xmlns:a16="http://schemas.microsoft.com/office/drawing/2014/main" id="{19D12571-5AB8-9B44-509D-199CCF0F047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569" name="Arc 13568">
                        <a:extLst>
                          <a:ext uri="{FF2B5EF4-FFF2-40B4-BE49-F238E27FC236}">
                            <a16:creationId xmlns:a16="http://schemas.microsoft.com/office/drawing/2014/main" id="{8AA87281-0FEA-9AD6-EEE7-09C174CD35D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564" name="Group 13563">
                      <a:extLst>
                        <a:ext uri="{FF2B5EF4-FFF2-40B4-BE49-F238E27FC236}">
                          <a16:creationId xmlns:a16="http://schemas.microsoft.com/office/drawing/2014/main" id="{7CC56BE9-99F7-1455-9DFB-1448843E3752}"/>
                        </a:ext>
                      </a:extLst>
                    </p:cNvPr>
                    <p:cNvGrpSpPr/>
                    <p:nvPr/>
                  </p:nvGrpSpPr>
                  <p:grpSpPr>
                    <a:xfrm rot="7200000">
                      <a:off x="5265196" y="3932619"/>
                      <a:ext cx="393192" cy="393192"/>
                      <a:chOff x="5354637" y="3446463"/>
                      <a:chExt cx="214313" cy="214313"/>
                    </a:xfrm>
                  </p:grpSpPr>
                  <p:sp>
                    <p:nvSpPr>
                      <p:cNvPr id="13566" name="Arc 13565">
                        <a:extLst>
                          <a:ext uri="{FF2B5EF4-FFF2-40B4-BE49-F238E27FC236}">
                            <a16:creationId xmlns:a16="http://schemas.microsoft.com/office/drawing/2014/main" id="{E4C0E576-773F-D7A1-3FAC-DDBFE2725CA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567" name="Arc 13566">
                        <a:extLst>
                          <a:ext uri="{FF2B5EF4-FFF2-40B4-BE49-F238E27FC236}">
                            <a16:creationId xmlns:a16="http://schemas.microsoft.com/office/drawing/2014/main" id="{95392E65-8166-C18F-B14C-F101D0F9684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565" name="TextBox 13564">
                      <a:extLst>
                        <a:ext uri="{FF2B5EF4-FFF2-40B4-BE49-F238E27FC236}">
                          <a16:creationId xmlns:a16="http://schemas.microsoft.com/office/drawing/2014/main" id="{66E4C003-2B2A-6884-1C6A-D39DABE4296C}"/>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3539" name="Group 13538">
                    <a:extLst>
                      <a:ext uri="{FF2B5EF4-FFF2-40B4-BE49-F238E27FC236}">
                        <a16:creationId xmlns:a16="http://schemas.microsoft.com/office/drawing/2014/main" id="{F96F1019-5A2A-A0DB-2D24-4ABF6B9D2444}"/>
                      </a:ext>
                    </a:extLst>
                  </p:cNvPr>
                  <p:cNvGrpSpPr/>
                  <p:nvPr/>
                </p:nvGrpSpPr>
                <p:grpSpPr>
                  <a:xfrm>
                    <a:off x="6512463" y="3525040"/>
                    <a:ext cx="393192" cy="393192"/>
                    <a:chOff x="6389147" y="3357021"/>
                    <a:chExt cx="393192" cy="393192"/>
                  </a:xfrm>
                </p:grpSpPr>
                <p:grpSp>
                  <p:nvGrpSpPr>
                    <p:cNvPr id="13551" name="Group 13550">
                      <a:extLst>
                        <a:ext uri="{FF2B5EF4-FFF2-40B4-BE49-F238E27FC236}">
                          <a16:creationId xmlns:a16="http://schemas.microsoft.com/office/drawing/2014/main" id="{0EA06860-2FB6-CEFE-F35F-3A06CA8C9906}"/>
                        </a:ext>
                      </a:extLst>
                    </p:cNvPr>
                    <p:cNvGrpSpPr/>
                    <p:nvPr/>
                  </p:nvGrpSpPr>
                  <p:grpSpPr>
                    <a:xfrm rot="7200000" flipH="1">
                      <a:off x="6389147" y="3357021"/>
                      <a:ext cx="393192" cy="393192"/>
                      <a:chOff x="5354637" y="3446463"/>
                      <a:chExt cx="214313" cy="214313"/>
                    </a:xfrm>
                  </p:grpSpPr>
                  <p:sp>
                    <p:nvSpPr>
                      <p:cNvPr id="13560" name="Arc 13559">
                        <a:extLst>
                          <a:ext uri="{FF2B5EF4-FFF2-40B4-BE49-F238E27FC236}">
                            <a16:creationId xmlns:a16="http://schemas.microsoft.com/office/drawing/2014/main" id="{9B217F00-B7E5-E2BC-C43F-94A6AC2C93D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561" name="Arc 13560">
                        <a:extLst>
                          <a:ext uri="{FF2B5EF4-FFF2-40B4-BE49-F238E27FC236}">
                            <a16:creationId xmlns:a16="http://schemas.microsoft.com/office/drawing/2014/main" id="{EAFD578C-F822-006A-AC23-897CB92EDCC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552" name="Group 13551">
                      <a:extLst>
                        <a:ext uri="{FF2B5EF4-FFF2-40B4-BE49-F238E27FC236}">
                          <a16:creationId xmlns:a16="http://schemas.microsoft.com/office/drawing/2014/main" id="{8BCE97E7-0C40-79EC-B7AF-6A0AB3FD1DB7}"/>
                        </a:ext>
                      </a:extLst>
                    </p:cNvPr>
                    <p:cNvGrpSpPr/>
                    <p:nvPr/>
                  </p:nvGrpSpPr>
                  <p:grpSpPr>
                    <a:xfrm>
                      <a:off x="6434137" y="3402011"/>
                      <a:ext cx="303213" cy="303213"/>
                      <a:chOff x="6434137" y="3402011"/>
                      <a:chExt cx="303213" cy="303213"/>
                    </a:xfrm>
                  </p:grpSpPr>
                  <p:grpSp>
                    <p:nvGrpSpPr>
                      <p:cNvPr id="13553" name="Group 13552">
                        <a:extLst>
                          <a:ext uri="{FF2B5EF4-FFF2-40B4-BE49-F238E27FC236}">
                            <a16:creationId xmlns:a16="http://schemas.microsoft.com/office/drawing/2014/main" id="{C889E54F-1B52-CCF6-3D85-1D362A957617}"/>
                          </a:ext>
                        </a:extLst>
                      </p:cNvPr>
                      <p:cNvGrpSpPr/>
                      <p:nvPr/>
                    </p:nvGrpSpPr>
                    <p:grpSpPr>
                      <a:xfrm flipH="1">
                        <a:off x="6478587" y="3446461"/>
                        <a:ext cx="214313" cy="214313"/>
                        <a:chOff x="5354637" y="3446463"/>
                        <a:chExt cx="214313" cy="214313"/>
                      </a:xfrm>
                    </p:grpSpPr>
                    <p:sp>
                      <p:nvSpPr>
                        <p:cNvPr id="13558" name="Arc 13557">
                          <a:extLst>
                            <a:ext uri="{FF2B5EF4-FFF2-40B4-BE49-F238E27FC236}">
                              <a16:creationId xmlns:a16="http://schemas.microsoft.com/office/drawing/2014/main" id="{76B58577-3CEE-5EE1-8631-A994E98D613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559" name="Arc 13558">
                          <a:extLst>
                            <a:ext uri="{FF2B5EF4-FFF2-40B4-BE49-F238E27FC236}">
                              <a16:creationId xmlns:a16="http://schemas.microsoft.com/office/drawing/2014/main" id="{3EBC8F89-0AC5-619B-1571-88F4A61C360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554" name="Group 13553">
                        <a:extLst>
                          <a:ext uri="{FF2B5EF4-FFF2-40B4-BE49-F238E27FC236}">
                            <a16:creationId xmlns:a16="http://schemas.microsoft.com/office/drawing/2014/main" id="{E1E82FE7-35CE-E6D9-9A63-4D609128C5F6}"/>
                          </a:ext>
                        </a:extLst>
                      </p:cNvPr>
                      <p:cNvGrpSpPr/>
                      <p:nvPr/>
                    </p:nvGrpSpPr>
                    <p:grpSpPr>
                      <a:xfrm rot="14400000" flipH="1">
                        <a:off x="6434137" y="3402011"/>
                        <a:ext cx="303213" cy="303213"/>
                        <a:chOff x="5354637" y="3446463"/>
                        <a:chExt cx="214313" cy="214313"/>
                      </a:xfrm>
                    </p:grpSpPr>
                    <p:sp>
                      <p:nvSpPr>
                        <p:cNvPr id="13556" name="Arc 13555">
                          <a:extLst>
                            <a:ext uri="{FF2B5EF4-FFF2-40B4-BE49-F238E27FC236}">
                              <a16:creationId xmlns:a16="http://schemas.microsoft.com/office/drawing/2014/main" id="{F67C030C-1FC1-0C40-2BF9-7B21688C162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557" name="Arc 13556">
                          <a:extLst>
                            <a:ext uri="{FF2B5EF4-FFF2-40B4-BE49-F238E27FC236}">
                              <a16:creationId xmlns:a16="http://schemas.microsoft.com/office/drawing/2014/main" id="{86C36C22-8871-1FFE-1192-A9B5852CD6B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555" name="TextBox 13554">
                        <a:extLst>
                          <a:ext uri="{FF2B5EF4-FFF2-40B4-BE49-F238E27FC236}">
                            <a16:creationId xmlns:a16="http://schemas.microsoft.com/office/drawing/2014/main" id="{2D2A599A-CA01-4AAC-0773-BB11F70017ED}"/>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540" name="Group 13539">
                    <a:extLst>
                      <a:ext uri="{FF2B5EF4-FFF2-40B4-BE49-F238E27FC236}">
                        <a16:creationId xmlns:a16="http://schemas.microsoft.com/office/drawing/2014/main" id="{71D9FDFB-B94A-C170-EDA3-523E746FCF16}"/>
                      </a:ext>
                    </a:extLst>
                  </p:cNvPr>
                  <p:cNvGrpSpPr/>
                  <p:nvPr/>
                </p:nvGrpSpPr>
                <p:grpSpPr>
                  <a:xfrm>
                    <a:off x="6197413" y="3225768"/>
                    <a:ext cx="393192" cy="393192"/>
                    <a:chOff x="6389147" y="3932622"/>
                    <a:chExt cx="393192" cy="393192"/>
                  </a:xfrm>
                </p:grpSpPr>
                <p:grpSp>
                  <p:nvGrpSpPr>
                    <p:cNvPr id="13541" name="Group 13540">
                      <a:extLst>
                        <a:ext uri="{FF2B5EF4-FFF2-40B4-BE49-F238E27FC236}">
                          <a16:creationId xmlns:a16="http://schemas.microsoft.com/office/drawing/2014/main" id="{6218D952-C9ED-A2EE-D722-959C8CA572A6}"/>
                        </a:ext>
                      </a:extLst>
                    </p:cNvPr>
                    <p:cNvGrpSpPr/>
                    <p:nvPr/>
                  </p:nvGrpSpPr>
                  <p:grpSpPr>
                    <a:xfrm flipH="1">
                      <a:off x="6478587" y="4022061"/>
                      <a:ext cx="214313" cy="214313"/>
                      <a:chOff x="5354637" y="3446463"/>
                      <a:chExt cx="214313" cy="214313"/>
                    </a:xfrm>
                  </p:grpSpPr>
                  <p:sp>
                    <p:nvSpPr>
                      <p:cNvPr id="13549" name="Arc 13548">
                        <a:extLst>
                          <a:ext uri="{FF2B5EF4-FFF2-40B4-BE49-F238E27FC236}">
                            <a16:creationId xmlns:a16="http://schemas.microsoft.com/office/drawing/2014/main" id="{73D06B4D-3C4B-F58A-BEFB-FABF25E04C1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550" name="Arc 13549">
                        <a:extLst>
                          <a:ext uri="{FF2B5EF4-FFF2-40B4-BE49-F238E27FC236}">
                            <a16:creationId xmlns:a16="http://schemas.microsoft.com/office/drawing/2014/main" id="{57DCD7F3-685F-56C5-D33A-67905EF2070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542" name="Group 13541">
                      <a:extLst>
                        <a:ext uri="{FF2B5EF4-FFF2-40B4-BE49-F238E27FC236}">
                          <a16:creationId xmlns:a16="http://schemas.microsoft.com/office/drawing/2014/main" id="{00C3B927-BD11-B26F-4260-05641A29DE74}"/>
                        </a:ext>
                      </a:extLst>
                    </p:cNvPr>
                    <p:cNvGrpSpPr/>
                    <p:nvPr/>
                  </p:nvGrpSpPr>
                  <p:grpSpPr>
                    <a:xfrm rot="7200000" flipH="1">
                      <a:off x="6434137" y="3977611"/>
                      <a:ext cx="303213" cy="303213"/>
                      <a:chOff x="5354637" y="3446463"/>
                      <a:chExt cx="214313" cy="214313"/>
                    </a:xfrm>
                  </p:grpSpPr>
                  <p:sp>
                    <p:nvSpPr>
                      <p:cNvPr id="13547" name="Arc 13546">
                        <a:extLst>
                          <a:ext uri="{FF2B5EF4-FFF2-40B4-BE49-F238E27FC236}">
                            <a16:creationId xmlns:a16="http://schemas.microsoft.com/office/drawing/2014/main" id="{56E768CF-6F82-3431-4421-FD3C3BB54E7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548" name="Arc 13547">
                        <a:extLst>
                          <a:ext uri="{FF2B5EF4-FFF2-40B4-BE49-F238E27FC236}">
                            <a16:creationId xmlns:a16="http://schemas.microsoft.com/office/drawing/2014/main" id="{116624D2-C867-AA52-0706-F758BF71BE8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543" name="Group 13542">
                      <a:extLst>
                        <a:ext uri="{FF2B5EF4-FFF2-40B4-BE49-F238E27FC236}">
                          <a16:creationId xmlns:a16="http://schemas.microsoft.com/office/drawing/2014/main" id="{4214F955-9752-FFCC-BEE5-A9B9277A50EF}"/>
                        </a:ext>
                      </a:extLst>
                    </p:cNvPr>
                    <p:cNvGrpSpPr/>
                    <p:nvPr/>
                  </p:nvGrpSpPr>
                  <p:grpSpPr>
                    <a:xfrm rot="14400000" flipH="1">
                      <a:off x="6389147" y="3932622"/>
                      <a:ext cx="393192" cy="393192"/>
                      <a:chOff x="5354637" y="3446463"/>
                      <a:chExt cx="214313" cy="214313"/>
                    </a:xfrm>
                  </p:grpSpPr>
                  <p:sp>
                    <p:nvSpPr>
                      <p:cNvPr id="13545" name="Arc 13544">
                        <a:extLst>
                          <a:ext uri="{FF2B5EF4-FFF2-40B4-BE49-F238E27FC236}">
                            <a16:creationId xmlns:a16="http://schemas.microsoft.com/office/drawing/2014/main" id="{B0FE7D7A-7E99-B96A-DB25-F00F97C6356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546" name="Arc 13545">
                        <a:extLst>
                          <a:ext uri="{FF2B5EF4-FFF2-40B4-BE49-F238E27FC236}">
                            <a16:creationId xmlns:a16="http://schemas.microsoft.com/office/drawing/2014/main" id="{80D95384-FF86-2E5E-055C-C4683293D83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544" name="TextBox 13543">
                      <a:extLst>
                        <a:ext uri="{FF2B5EF4-FFF2-40B4-BE49-F238E27FC236}">
                          <a16:creationId xmlns:a16="http://schemas.microsoft.com/office/drawing/2014/main" id="{E839736A-BBE1-FF37-D41A-C4DDB5018F6C}"/>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490" name="Group 13489">
                  <a:extLst>
                    <a:ext uri="{FF2B5EF4-FFF2-40B4-BE49-F238E27FC236}">
                      <a16:creationId xmlns:a16="http://schemas.microsoft.com/office/drawing/2014/main" id="{9C0ED3DE-6FD2-BF58-28D3-504C5CA75FB8}"/>
                    </a:ext>
                  </a:extLst>
                </p:cNvPr>
                <p:cNvGrpSpPr/>
                <p:nvPr/>
              </p:nvGrpSpPr>
              <p:grpSpPr>
                <a:xfrm>
                  <a:off x="6069086" y="3246228"/>
                  <a:ext cx="1019224" cy="991639"/>
                  <a:chOff x="5886431" y="3225768"/>
                  <a:chExt cx="1019224" cy="991639"/>
                </a:xfrm>
              </p:grpSpPr>
              <p:grpSp>
                <p:nvGrpSpPr>
                  <p:cNvPr id="13491" name="Group 13490">
                    <a:extLst>
                      <a:ext uri="{FF2B5EF4-FFF2-40B4-BE49-F238E27FC236}">
                        <a16:creationId xmlns:a16="http://schemas.microsoft.com/office/drawing/2014/main" id="{87CBA344-CFEB-C14F-3DA1-F0354E6D176D}"/>
                      </a:ext>
                    </a:extLst>
                  </p:cNvPr>
                  <p:cNvGrpSpPr/>
                  <p:nvPr/>
                </p:nvGrpSpPr>
                <p:grpSpPr>
                  <a:xfrm>
                    <a:off x="6197413" y="3824215"/>
                    <a:ext cx="393192" cy="393192"/>
                    <a:chOff x="5265196" y="3357021"/>
                    <a:chExt cx="393192" cy="393192"/>
                  </a:xfrm>
                </p:grpSpPr>
                <p:grpSp>
                  <p:nvGrpSpPr>
                    <p:cNvPr id="13526" name="Group 13525">
                      <a:extLst>
                        <a:ext uri="{FF2B5EF4-FFF2-40B4-BE49-F238E27FC236}">
                          <a16:creationId xmlns:a16="http://schemas.microsoft.com/office/drawing/2014/main" id="{105BC898-EBD5-8EE8-0A96-7EFC18C2A56A}"/>
                        </a:ext>
                      </a:extLst>
                    </p:cNvPr>
                    <p:cNvGrpSpPr/>
                    <p:nvPr/>
                  </p:nvGrpSpPr>
                  <p:grpSpPr>
                    <a:xfrm rot="14400000">
                      <a:off x="5265196" y="3357021"/>
                      <a:ext cx="393192" cy="393192"/>
                      <a:chOff x="5354637" y="3446463"/>
                      <a:chExt cx="214313" cy="214313"/>
                    </a:xfrm>
                  </p:grpSpPr>
                  <p:sp>
                    <p:nvSpPr>
                      <p:cNvPr id="13535" name="Arc 13534">
                        <a:extLst>
                          <a:ext uri="{FF2B5EF4-FFF2-40B4-BE49-F238E27FC236}">
                            <a16:creationId xmlns:a16="http://schemas.microsoft.com/office/drawing/2014/main" id="{4D07AB1D-96EA-B618-19B7-47DEFE5BD02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536" name="Arc 13535">
                        <a:extLst>
                          <a:ext uri="{FF2B5EF4-FFF2-40B4-BE49-F238E27FC236}">
                            <a16:creationId xmlns:a16="http://schemas.microsoft.com/office/drawing/2014/main" id="{61F2461D-B20C-8E3E-89A9-F9262028806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527" name="Group 13526">
                      <a:extLst>
                        <a:ext uri="{FF2B5EF4-FFF2-40B4-BE49-F238E27FC236}">
                          <a16:creationId xmlns:a16="http://schemas.microsoft.com/office/drawing/2014/main" id="{9F034031-7D5D-200B-E86A-F441578E34F0}"/>
                        </a:ext>
                      </a:extLst>
                    </p:cNvPr>
                    <p:cNvGrpSpPr/>
                    <p:nvPr/>
                  </p:nvGrpSpPr>
                  <p:grpSpPr>
                    <a:xfrm>
                      <a:off x="5310186" y="3402011"/>
                      <a:ext cx="303213" cy="303213"/>
                      <a:chOff x="5310186" y="3402011"/>
                      <a:chExt cx="303213" cy="303213"/>
                    </a:xfrm>
                  </p:grpSpPr>
                  <p:grpSp>
                    <p:nvGrpSpPr>
                      <p:cNvPr id="13528" name="Group 13527">
                        <a:extLst>
                          <a:ext uri="{FF2B5EF4-FFF2-40B4-BE49-F238E27FC236}">
                            <a16:creationId xmlns:a16="http://schemas.microsoft.com/office/drawing/2014/main" id="{ADDFD645-DBD1-BDDA-25A0-A74322C66AC2}"/>
                          </a:ext>
                        </a:extLst>
                      </p:cNvPr>
                      <p:cNvGrpSpPr/>
                      <p:nvPr/>
                    </p:nvGrpSpPr>
                    <p:grpSpPr>
                      <a:xfrm>
                        <a:off x="5354636" y="3446461"/>
                        <a:ext cx="214313" cy="214313"/>
                        <a:chOff x="5354637" y="3446463"/>
                        <a:chExt cx="214313" cy="214313"/>
                      </a:xfrm>
                    </p:grpSpPr>
                    <p:sp>
                      <p:nvSpPr>
                        <p:cNvPr id="13533" name="Arc 13532">
                          <a:extLst>
                            <a:ext uri="{FF2B5EF4-FFF2-40B4-BE49-F238E27FC236}">
                              <a16:creationId xmlns:a16="http://schemas.microsoft.com/office/drawing/2014/main" id="{3804D6DE-3A69-FE0B-8505-33170F2981C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534" name="Arc 13533">
                          <a:extLst>
                            <a:ext uri="{FF2B5EF4-FFF2-40B4-BE49-F238E27FC236}">
                              <a16:creationId xmlns:a16="http://schemas.microsoft.com/office/drawing/2014/main" id="{1D52291B-C1A0-645D-2F85-546C1530AA1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529" name="Group 13528">
                        <a:extLst>
                          <a:ext uri="{FF2B5EF4-FFF2-40B4-BE49-F238E27FC236}">
                            <a16:creationId xmlns:a16="http://schemas.microsoft.com/office/drawing/2014/main" id="{34333A22-DE45-B385-1E22-0C8239D497A5}"/>
                          </a:ext>
                        </a:extLst>
                      </p:cNvPr>
                      <p:cNvGrpSpPr/>
                      <p:nvPr/>
                    </p:nvGrpSpPr>
                    <p:grpSpPr>
                      <a:xfrm rot="7200000">
                        <a:off x="5310186" y="3402011"/>
                        <a:ext cx="303213" cy="303213"/>
                        <a:chOff x="5354637" y="3446463"/>
                        <a:chExt cx="214313" cy="214313"/>
                      </a:xfrm>
                    </p:grpSpPr>
                    <p:sp>
                      <p:nvSpPr>
                        <p:cNvPr id="13531" name="Arc 13530">
                          <a:extLst>
                            <a:ext uri="{FF2B5EF4-FFF2-40B4-BE49-F238E27FC236}">
                              <a16:creationId xmlns:a16="http://schemas.microsoft.com/office/drawing/2014/main" id="{4F16B5DA-3227-83A5-8FCB-54237DA2DCF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532" name="Arc 13531">
                          <a:extLst>
                            <a:ext uri="{FF2B5EF4-FFF2-40B4-BE49-F238E27FC236}">
                              <a16:creationId xmlns:a16="http://schemas.microsoft.com/office/drawing/2014/main" id="{4A9A3EC3-9670-4FCC-EF37-B6CF0FD8212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530" name="TextBox 13529">
                        <a:extLst>
                          <a:ext uri="{FF2B5EF4-FFF2-40B4-BE49-F238E27FC236}">
                            <a16:creationId xmlns:a16="http://schemas.microsoft.com/office/drawing/2014/main" id="{A16BAC1E-26BC-4F74-1852-B647060509A4}"/>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492" name="Group 13491">
                    <a:extLst>
                      <a:ext uri="{FF2B5EF4-FFF2-40B4-BE49-F238E27FC236}">
                        <a16:creationId xmlns:a16="http://schemas.microsoft.com/office/drawing/2014/main" id="{E0C6C87E-74F1-BABF-0471-978E1144C7AF}"/>
                      </a:ext>
                    </a:extLst>
                  </p:cNvPr>
                  <p:cNvGrpSpPr/>
                  <p:nvPr/>
                </p:nvGrpSpPr>
                <p:grpSpPr>
                  <a:xfrm>
                    <a:off x="5886431" y="3525040"/>
                    <a:ext cx="393192" cy="393192"/>
                    <a:chOff x="5265196" y="3932619"/>
                    <a:chExt cx="393192" cy="393192"/>
                  </a:xfrm>
                </p:grpSpPr>
                <p:grpSp>
                  <p:nvGrpSpPr>
                    <p:cNvPr id="13516" name="Group 13515">
                      <a:extLst>
                        <a:ext uri="{FF2B5EF4-FFF2-40B4-BE49-F238E27FC236}">
                          <a16:creationId xmlns:a16="http://schemas.microsoft.com/office/drawing/2014/main" id="{E6D316FC-8468-8EDD-B696-D802BFA40DE0}"/>
                        </a:ext>
                      </a:extLst>
                    </p:cNvPr>
                    <p:cNvGrpSpPr/>
                    <p:nvPr/>
                  </p:nvGrpSpPr>
                  <p:grpSpPr>
                    <a:xfrm>
                      <a:off x="5354636" y="4022061"/>
                      <a:ext cx="214313" cy="214313"/>
                      <a:chOff x="5354637" y="3446463"/>
                      <a:chExt cx="214313" cy="214313"/>
                    </a:xfrm>
                  </p:grpSpPr>
                  <p:sp>
                    <p:nvSpPr>
                      <p:cNvPr id="13524" name="Arc 13523">
                        <a:extLst>
                          <a:ext uri="{FF2B5EF4-FFF2-40B4-BE49-F238E27FC236}">
                            <a16:creationId xmlns:a16="http://schemas.microsoft.com/office/drawing/2014/main" id="{0C83B5FB-190B-9998-CC0E-2FE6125FDD7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525" name="Arc 13524">
                        <a:extLst>
                          <a:ext uri="{FF2B5EF4-FFF2-40B4-BE49-F238E27FC236}">
                            <a16:creationId xmlns:a16="http://schemas.microsoft.com/office/drawing/2014/main" id="{E4702339-AAC5-7928-77FD-E8CF8C7A472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517" name="Group 13516">
                      <a:extLst>
                        <a:ext uri="{FF2B5EF4-FFF2-40B4-BE49-F238E27FC236}">
                          <a16:creationId xmlns:a16="http://schemas.microsoft.com/office/drawing/2014/main" id="{AB794F65-C851-305B-3876-31724FE1317B}"/>
                        </a:ext>
                      </a:extLst>
                    </p:cNvPr>
                    <p:cNvGrpSpPr/>
                    <p:nvPr/>
                  </p:nvGrpSpPr>
                  <p:grpSpPr>
                    <a:xfrm rot="14400000">
                      <a:off x="5310186" y="3977611"/>
                      <a:ext cx="303213" cy="303213"/>
                      <a:chOff x="5354637" y="3446463"/>
                      <a:chExt cx="214313" cy="214313"/>
                    </a:xfrm>
                  </p:grpSpPr>
                  <p:sp>
                    <p:nvSpPr>
                      <p:cNvPr id="13522" name="Arc 13521">
                        <a:extLst>
                          <a:ext uri="{FF2B5EF4-FFF2-40B4-BE49-F238E27FC236}">
                            <a16:creationId xmlns:a16="http://schemas.microsoft.com/office/drawing/2014/main" id="{36D21FCC-7DAA-2BA6-E642-59BB2E03D30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523" name="Arc 13522">
                        <a:extLst>
                          <a:ext uri="{FF2B5EF4-FFF2-40B4-BE49-F238E27FC236}">
                            <a16:creationId xmlns:a16="http://schemas.microsoft.com/office/drawing/2014/main" id="{009E72B0-0ABE-841F-2639-A363FAF84CB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518" name="Group 13517">
                      <a:extLst>
                        <a:ext uri="{FF2B5EF4-FFF2-40B4-BE49-F238E27FC236}">
                          <a16:creationId xmlns:a16="http://schemas.microsoft.com/office/drawing/2014/main" id="{5EA5F36F-BA2E-F5CF-EAFB-602C754F0C63}"/>
                        </a:ext>
                      </a:extLst>
                    </p:cNvPr>
                    <p:cNvGrpSpPr/>
                    <p:nvPr/>
                  </p:nvGrpSpPr>
                  <p:grpSpPr>
                    <a:xfrm rot="7200000">
                      <a:off x="5265196" y="3932619"/>
                      <a:ext cx="393192" cy="393192"/>
                      <a:chOff x="5354637" y="3446463"/>
                      <a:chExt cx="214313" cy="214313"/>
                    </a:xfrm>
                  </p:grpSpPr>
                  <p:sp>
                    <p:nvSpPr>
                      <p:cNvPr id="13520" name="Arc 13519">
                        <a:extLst>
                          <a:ext uri="{FF2B5EF4-FFF2-40B4-BE49-F238E27FC236}">
                            <a16:creationId xmlns:a16="http://schemas.microsoft.com/office/drawing/2014/main" id="{A1389331-7CF9-9E58-CBB3-44FEA2F0A87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521" name="Arc 13520">
                        <a:extLst>
                          <a:ext uri="{FF2B5EF4-FFF2-40B4-BE49-F238E27FC236}">
                            <a16:creationId xmlns:a16="http://schemas.microsoft.com/office/drawing/2014/main" id="{FBDD7E85-19D7-F56C-8BD3-99DDCDEA13A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519" name="TextBox 13518">
                      <a:extLst>
                        <a:ext uri="{FF2B5EF4-FFF2-40B4-BE49-F238E27FC236}">
                          <a16:creationId xmlns:a16="http://schemas.microsoft.com/office/drawing/2014/main" id="{50EEAAA6-F41A-160F-8B9F-69982397BC85}"/>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3493" name="Group 13492">
                    <a:extLst>
                      <a:ext uri="{FF2B5EF4-FFF2-40B4-BE49-F238E27FC236}">
                        <a16:creationId xmlns:a16="http://schemas.microsoft.com/office/drawing/2014/main" id="{8622BD51-2DB3-13F4-B41B-31CE17734AFB}"/>
                      </a:ext>
                    </a:extLst>
                  </p:cNvPr>
                  <p:cNvGrpSpPr/>
                  <p:nvPr/>
                </p:nvGrpSpPr>
                <p:grpSpPr>
                  <a:xfrm>
                    <a:off x="6512463" y="3525040"/>
                    <a:ext cx="393192" cy="393192"/>
                    <a:chOff x="6389147" y="3357021"/>
                    <a:chExt cx="393192" cy="393192"/>
                  </a:xfrm>
                </p:grpSpPr>
                <p:grpSp>
                  <p:nvGrpSpPr>
                    <p:cNvPr id="13505" name="Group 13504">
                      <a:extLst>
                        <a:ext uri="{FF2B5EF4-FFF2-40B4-BE49-F238E27FC236}">
                          <a16:creationId xmlns:a16="http://schemas.microsoft.com/office/drawing/2014/main" id="{26DC2C3B-4B51-6A58-723F-6B63CE8068BC}"/>
                        </a:ext>
                      </a:extLst>
                    </p:cNvPr>
                    <p:cNvGrpSpPr/>
                    <p:nvPr/>
                  </p:nvGrpSpPr>
                  <p:grpSpPr>
                    <a:xfrm rot="7200000" flipH="1">
                      <a:off x="6389147" y="3357021"/>
                      <a:ext cx="393192" cy="393192"/>
                      <a:chOff x="5354637" y="3446463"/>
                      <a:chExt cx="214313" cy="214313"/>
                    </a:xfrm>
                  </p:grpSpPr>
                  <p:sp>
                    <p:nvSpPr>
                      <p:cNvPr id="13514" name="Arc 13513">
                        <a:extLst>
                          <a:ext uri="{FF2B5EF4-FFF2-40B4-BE49-F238E27FC236}">
                            <a16:creationId xmlns:a16="http://schemas.microsoft.com/office/drawing/2014/main" id="{10F9FB8B-FBBE-F482-6E19-6C77F1610A9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515" name="Arc 13514">
                        <a:extLst>
                          <a:ext uri="{FF2B5EF4-FFF2-40B4-BE49-F238E27FC236}">
                            <a16:creationId xmlns:a16="http://schemas.microsoft.com/office/drawing/2014/main" id="{869AD1F8-B4CC-39B9-B199-BCE62C53203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506" name="Group 13505">
                      <a:extLst>
                        <a:ext uri="{FF2B5EF4-FFF2-40B4-BE49-F238E27FC236}">
                          <a16:creationId xmlns:a16="http://schemas.microsoft.com/office/drawing/2014/main" id="{D8406821-E5C8-6A9F-6E65-D89A6F1E381B}"/>
                        </a:ext>
                      </a:extLst>
                    </p:cNvPr>
                    <p:cNvGrpSpPr/>
                    <p:nvPr/>
                  </p:nvGrpSpPr>
                  <p:grpSpPr>
                    <a:xfrm>
                      <a:off x="6434137" y="3402011"/>
                      <a:ext cx="303213" cy="303213"/>
                      <a:chOff x="6434137" y="3402011"/>
                      <a:chExt cx="303213" cy="303213"/>
                    </a:xfrm>
                  </p:grpSpPr>
                  <p:grpSp>
                    <p:nvGrpSpPr>
                      <p:cNvPr id="13507" name="Group 13506">
                        <a:extLst>
                          <a:ext uri="{FF2B5EF4-FFF2-40B4-BE49-F238E27FC236}">
                            <a16:creationId xmlns:a16="http://schemas.microsoft.com/office/drawing/2014/main" id="{842D1F5A-9B0D-2C67-4924-E226D43C8FF6}"/>
                          </a:ext>
                        </a:extLst>
                      </p:cNvPr>
                      <p:cNvGrpSpPr/>
                      <p:nvPr/>
                    </p:nvGrpSpPr>
                    <p:grpSpPr>
                      <a:xfrm flipH="1">
                        <a:off x="6478587" y="3446461"/>
                        <a:ext cx="214313" cy="214313"/>
                        <a:chOff x="5354637" y="3446463"/>
                        <a:chExt cx="214313" cy="214313"/>
                      </a:xfrm>
                    </p:grpSpPr>
                    <p:sp>
                      <p:nvSpPr>
                        <p:cNvPr id="13512" name="Arc 13511">
                          <a:extLst>
                            <a:ext uri="{FF2B5EF4-FFF2-40B4-BE49-F238E27FC236}">
                              <a16:creationId xmlns:a16="http://schemas.microsoft.com/office/drawing/2014/main" id="{4F6A7B1E-E7AE-03C7-C6B8-438E45C1399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513" name="Arc 13512">
                          <a:extLst>
                            <a:ext uri="{FF2B5EF4-FFF2-40B4-BE49-F238E27FC236}">
                              <a16:creationId xmlns:a16="http://schemas.microsoft.com/office/drawing/2014/main" id="{0E016819-050E-D1CB-EB4E-EF21027B686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508" name="Group 13507">
                        <a:extLst>
                          <a:ext uri="{FF2B5EF4-FFF2-40B4-BE49-F238E27FC236}">
                            <a16:creationId xmlns:a16="http://schemas.microsoft.com/office/drawing/2014/main" id="{33FDA92C-C703-536D-5D91-E715E4208018}"/>
                          </a:ext>
                        </a:extLst>
                      </p:cNvPr>
                      <p:cNvGrpSpPr/>
                      <p:nvPr/>
                    </p:nvGrpSpPr>
                    <p:grpSpPr>
                      <a:xfrm rot="14400000" flipH="1">
                        <a:off x="6434137" y="3402011"/>
                        <a:ext cx="303213" cy="303213"/>
                        <a:chOff x="5354637" y="3446463"/>
                        <a:chExt cx="214313" cy="214313"/>
                      </a:xfrm>
                    </p:grpSpPr>
                    <p:sp>
                      <p:nvSpPr>
                        <p:cNvPr id="13510" name="Arc 13509">
                          <a:extLst>
                            <a:ext uri="{FF2B5EF4-FFF2-40B4-BE49-F238E27FC236}">
                              <a16:creationId xmlns:a16="http://schemas.microsoft.com/office/drawing/2014/main" id="{09420918-E124-5249-0F74-ADB2E37622A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511" name="Arc 13510">
                          <a:extLst>
                            <a:ext uri="{FF2B5EF4-FFF2-40B4-BE49-F238E27FC236}">
                              <a16:creationId xmlns:a16="http://schemas.microsoft.com/office/drawing/2014/main" id="{BFADA8FB-9690-F291-F636-A73651AE165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509" name="TextBox 13508">
                        <a:extLst>
                          <a:ext uri="{FF2B5EF4-FFF2-40B4-BE49-F238E27FC236}">
                            <a16:creationId xmlns:a16="http://schemas.microsoft.com/office/drawing/2014/main" id="{70729AE0-DBFE-62C1-DBFB-EC435D4299C4}"/>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494" name="Group 13493">
                    <a:extLst>
                      <a:ext uri="{FF2B5EF4-FFF2-40B4-BE49-F238E27FC236}">
                        <a16:creationId xmlns:a16="http://schemas.microsoft.com/office/drawing/2014/main" id="{9C397C31-E7D2-7CF8-D047-AC1158548E1E}"/>
                      </a:ext>
                    </a:extLst>
                  </p:cNvPr>
                  <p:cNvGrpSpPr/>
                  <p:nvPr/>
                </p:nvGrpSpPr>
                <p:grpSpPr>
                  <a:xfrm>
                    <a:off x="6197413" y="3225768"/>
                    <a:ext cx="393192" cy="393192"/>
                    <a:chOff x="6389147" y="3932622"/>
                    <a:chExt cx="393192" cy="393192"/>
                  </a:xfrm>
                </p:grpSpPr>
                <p:grpSp>
                  <p:nvGrpSpPr>
                    <p:cNvPr id="13495" name="Group 13494">
                      <a:extLst>
                        <a:ext uri="{FF2B5EF4-FFF2-40B4-BE49-F238E27FC236}">
                          <a16:creationId xmlns:a16="http://schemas.microsoft.com/office/drawing/2014/main" id="{2E5A55FA-B1A9-EB80-8E9C-45EFE60F92EC}"/>
                        </a:ext>
                      </a:extLst>
                    </p:cNvPr>
                    <p:cNvGrpSpPr/>
                    <p:nvPr/>
                  </p:nvGrpSpPr>
                  <p:grpSpPr>
                    <a:xfrm flipH="1">
                      <a:off x="6478587" y="4022061"/>
                      <a:ext cx="214313" cy="214313"/>
                      <a:chOff x="5354637" y="3446463"/>
                      <a:chExt cx="214313" cy="214313"/>
                    </a:xfrm>
                  </p:grpSpPr>
                  <p:sp>
                    <p:nvSpPr>
                      <p:cNvPr id="13503" name="Arc 13502">
                        <a:extLst>
                          <a:ext uri="{FF2B5EF4-FFF2-40B4-BE49-F238E27FC236}">
                            <a16:creationId xmlns:a16="http://schemas.microsoft.com/office/drawing/2014/main" id="{86F47D3F-2AAF-B0DC-B23D-3A8A655C298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504" name="Arc 13503">
                        <a:extLst>
                          <a:ext uri="{FF2B5EF4-FFF2-40B4-BE49-F238E27FC236}">
                            <a16:creationId xmlns:a16="http://schemas.microsoft.com/office/drawing/2014/main" id="{56C1FD32-D712-7D2A-FA0C-4B99A47431E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496" name="Group 13495">
                      <a:extLst>
                        <a:ext uri="{FF2B5EF4-FFF2-40B4-BE49-F238E27FC236}">
                          <a16:creationId xmlns:a16="http://schemas.microsoft.com/office/drawing/2014/main" id="{AD756FA4-37A2-FF28-754F-645DE9073A18}"/>
                        </a:ext>
                      </a:extLst>
                    </p:cNvPr>
                    <p:cNvGrpSpPr/>
                    <p:nvPr/>
                  </p:nvGrpSpPr>
                  <p:grpSpPr>
                    <a:xfrm rot="7200000" flipH="1">
                      <a:off x="6434137" y="3977611"/>
                      <a:ext cx="303213" cy="303213"/>
                      <a:chOff x="5354637" y="3446463"/>
                      <a:chExt cx="214313" cy="214313"/>
                    </a:xfrm>
                  </p:grpSpPr>
                  <p:sp>
                    <p:nvSpPr>
                      <p:cNvPr id="13501" name="Arc 13500">
                        <a:extLst>
                          <a:ext uri="{FF2B5EF4-FFF2-40B4-BE49-F238E27FC236}">
                            <a16:creationId xmlns:a16="http://schemas.microsoft.com/office/drawing/2014/main" id="{44054C34-07FD-A13F-5660-48C7AE000A3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502" name="Arc 13501">
                        <a:extLst>
                          <a:ext uri="{FF2B5EF4-FFF2-40B4-BE49-F238E27FC236}">
                            <a16:creationId xmlns:a16="http://schemas.microsoft.com/office/drawing/2014/main" id="{4A72EE2A-E34F-D4E3-CEE6-0B29CEDA0B2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497" name="Group 13496">
                      <a:extLst>
                        <a:ext uri="{FF2B5EF4-FFF2-40B4-BE49-F238E27FC236}">
                          <a16:creationId xmlns:a16="http://schemas.microsoft.com/office/drawing/2014/main" id="{24F83741-FFB0-E57E-15F8-17D7DE7936EB}"/>
                        </a:ext>
                      </a:extLst>
                    </p:cNvPr>
                    <p:cNvGrpSpPr/>
                    <p:nvPr/>
                  </p:nvGrpSpPr>
                  <p:grpSpPr>
                    <a:xfrm rot="14400000" flipH="1">
                      <a:off x="6389147" y="3932622"/>
                      <a:ext cx="393192" cy="393192"/>
                      <a:chOff x="5354637" y="3446463"/>
                      <a:chExt cx="214313" cy="214313"/>
                    </a:xfrm>
                  </p:grpSpPr>
                  <p:sp>
                    <p:nvSpPr>
                      <p:cNvPr id="13499" name="Arc 13498">
                        <a:extLst>
                          <a:ext uri="{FF2B5EF4-FFF2-40B4-BE49-F238E27FC236}">
                            <a16:creationId xmlns:a16="http://schemas.microsoft.com/office/drawing/2014/main" id="{1BE6AB6F-61C4-1F1D-1645-6DFF679D7EF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500" name="Arc 13499">
                        <a:extLst>
                          <a:ext uri="{FF2B5EF4-FFF2-40B4-BE49-F238E27FC236}">
                            <a16:creationId xmlns:a16="http://schemas.microsoft.com/office/drawing/2014/main" id="{37249AB7-FBB6-7E1B-5A19-3592B188C1E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498" name="TextBox 13497">
                      <a:extLst>
                        <a:ext uri="{FF2B5EF4-FFF2-40B4-BE49-F238E27FC236}">
                          <a16:creationId xmlns:a16="http://schemas.microsoft.com/office/drawing/2014/main" id="{A6698F70-6C81-E3DB-0BD7-834E451B7CFF}"/>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3394" name="Group 13393">
                <a:extLst>
                  <a:ext uri="{FF2B5EF4-FFF2-40B4-BE49-F238E27FC236}">
                    <a16:creationId xmlns:a16="http://schemas.microsoft.com/office/drawing/2014/main" id="{A070CC7E-F6BE-39F9-9562-7B82ABDCAFD7}"/>
                  </a:ext>
                </a:extLst>
              </p:cNvPr>
              <p:cNvGrpSpPr/>
              <p:nvPr/>
            </p:nvGrpSpPr>
            <p:grpSpPr>
              <a:xfrm>
                <a:off x="6065340" y="2039507"/>
                <a:ext cx="1643204" cy="1593124"/>
                <a:chOff x="5445106" y="2644743"/>
                <a:chExt cx="1643204" cy="1593124"/>
              </a:xfrm>
            </p:grpSpPr>
            <p:grpSp>
              <p:nvGrpSpPr>
                <p:cNvPr id="13395" name="Group 13394">
                  <a:extLst>
                    <a:ext uri="{FF2B5EF4-FFF2-40B4-BE49-F238E27FC236}">
                      <a16:creationId xmlns:a16="http://schemas.microsoft.com/office/drawing/2014/main" id="{0B20E616-9B5A-4A1C-8B17-DD24CCFC6F08}"/>
                    </a:ext>
                  </a:extLst>
                </p:cNvPr>
                <p:cNvGrpSpPr/>
                <p:nvPr/>
              </p:nvGrpSpPr>
              <p:grpSpPr>
                <a:xfrm>
                  <a:off x="5445106" y="2644743"/>
                  <a:ext cx="1019224" cy="991639"/>
                  <a:chOff x="5886431" y="3225768"/>
                  <a:chExt cx="1019224" cy="991639"/>
                </a:xfrm>
              </p:grpSpPr>
              <p:grpSp>
                <p:nvGrpSpPr>
                  <p:cNvPr id="13443" name="Group 13442">
                    <a:extLst>
                      <a:ext uri="{FF2B5EF4-FFF2-40B4-BE49-F238E27FC236}">
                        <a16:creationId xmlns:a16="http://schemas.microsoft.com/office/drawing/2014/main" id="{6740E740-772A-3CFA-749D-ACDACCADD687}"/>
                      </a:ext>
                    </a:extLst>
                  </p:cNvPr>
                  <p:cNvGrpSpPr/>
                  <p:nvPr/>
                </p:nvGrpSpPr>
                <p:grpSpPr>
                  <a:xfrm>
                    <a:off x="6197413" y="3824215"/>
                    <a:ext cx="393192" cy="393192"/>
                    <a:chOff x="5265196" y="3357021"/>
                    <a:chExt cx="393192" cy="393192"/>
                  </a:xfrm>
                </p:grpSpPr>
                <p:grpSp>
                  <p:nvGrpSpPr>
                    <p:cNvPr id="13478" name="Group 13477">
                      <a:extLst>
                        <a:ext uri="{FF2B5EF4-FFF2-40B4-BE49-F238E27FC236}">
                          <a16:creationId xmlns:a16="http://schemas.microsoft.com/office/drawing/2014/main" id="{B50FA747-F355-E4DC-A0A9-3D2ADE9026EA}"/>
                        </a:ext>
                      </a:extLst>
                    </p:cNvPr>
                    <p:cNvGrpSpPr/>
                    <p:nvPr/>
                  </p:nvGrpSpPr>
                  <p:grpSpPr>
                    <a:xfrm rot="14400000">
                      <a:off x="5265196" y="3357021"/>
                      <a:ext cx="393192" cy="393192"/>
                      <a:chOff x="5354637" y="3446463"/>
                      <a:chExt cx="214313" cy="214313"/>
                    </a:xfrm>
                  </p:grpSpPr>
                  <p:sp>
                    <p:nvSpPr>
                      <p:cNvPr id="13487" name="Arc 13486">
                        <a:extLst>
                          <a:ext uri="{FF2B5EF4-FFF2-40B4-BE49-F238E27FC236}">
                            <a16:creationId xmlns:a16="http://schemas.microsoft.com/office/drawing/2014/main" id="{04C36F4A-CF54-4F28-92F4-8FE58A89981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488" name="Arc 13487">
                        <a:extLst>
                          <a:ext uri="{FF2B5EF4-FFF2-40B4-BE49-F238E27FC236}">
                            <a16:creationId xmlns:a16="http://schemas.microsoft.com/office/drawing/2014/main" id="{A710ED6D-784E-3D53-FC26-8961BC2D0A7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479" name="Group 13478">
                      <a:extLst>
                        <a:ext uri="{FF2B5EF4-FFF2-40B4-BE49-F238E27FC236}">
                          <a16:creationId xmlns:a16="http://schemas.microsoft.com/office/drawing/2014/main" id="{EA75AD55-8E8B-45C6-0FB9-D938F26CAADA}"/>
                        </a:ext>
                      </a:extLst>
                    </p:cNvPr>
                    <p:cNvGrpSpPr/>
                    <p:nvPr/>
                  </p:nvGrpSpPr>
                  <p:grpSpPr>
                    <a:xfrm>
                      <a:off x="5310186" y="3402011"/>
                      <a:ext cx="303213" cy="303213"/>
                      <a:chOff x="5310186" y="3402011"/>
                      <a:chExt cx="303213" cy="303213"/>
                    </a:xfrm>
                  </p:grpSpPr>
                  <p:grpSp>
                    <p:nvGrpSpPr>
                      <p:cNvPr id="13480" name="Group 13479">
                        <a:extLst>
                          <a:ext uri="{FF2B5EF4-FFF2-40B4-BE49-F238E27FC236}">
                            <a16:creationId xmlns:a16="http://schemas.microsoft.com/office/drawing/2014/main" id="{89E874DF-97FC-3D2E-87E0-CC735D8FCC69}"/>
                          </a:ext>
                        </a:extLst>
                      </p:cNvPr>
                      <p:cNvGrpSpPr/>
                      <p:nvPr/>
                    </p:nvGrpSpPr>
                    <p:grpSpPr>
                      <a:xfrm>
                        <a:off x="5354636" y="3446461"/>
                        <a:ext cx="214313" cy="214313"/>
                        <a:chOff x="5354637" y="3446463"/>
                        <a:chExt cx="214313" cy="214313"/>
                      </a:xfrm>
                    </p:grpSpPr>
                    <p:sp>
                      <p:nvSpPr>
                        <p:cNvPr id="13485" name="Arc 13484">
                          <a:extLst>
                            <a:ext uri="{FF2B5EF4-FFF2-40B4-BE49-F238E27FC236}">
                              <a16:creationId xmlns:a16="http://schemas.microsoft.com/office/drawing/2014/main" id="{E8410E9A-01D9-2D0E-5B97-5D7E3196328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486" name="Arc 13485">
                          <a:extLst>
                            <a:ext uri="{FF2B5EF4-FFF2-40B4-BE49-F238E27FC236}">
                              <a16:creationId xmlns:a16="http://schemas.microsoft.com/office/drawing/2014/main" id="{7228731B-034A-EA8D-495A-BBCB5F42CD3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481" name="Group 13480">
                        <a:extLst>
                          <a:ext uri="{FF2B5EF4-FFF2-40B4-BE49-F238E27FC236}">
                            <a16:creationId xmlns:a16="http://schemas.microsoft.com/office/drawing/2014/main" id="{60BC0F23-F26F-D970-05A5-7F995BD31C3E}"/>
                          </a:ext>
                        </a:extLst>
                      </p:cNvPr>
                      <p:cNvGrpSpPr/>
                      <p:nvPr/>
                    </p:nvGrpSpPr>
                    <p:grpSpPr>
                      <a:xfrm rot="7200000">
                        <a:off x="5310186" y="3402011"/>
                        <a:ext cx="303213" cy="303213"/>
                        <a:chOff x="5354637" y="3446463"/>
                        <a:chExt cx="214313" cy="214313"/>
                      </a:xfrm>
                    </p:grpSpPr>
                    <p:sp>
                      <p:nvSpPr>
                        <p:cNvPr id="13483" name="Arc 13482">
                          <a:extLst>
                            <a:ext uri="{FF2B5EF4-FFF2-40B4-BE49-F238E27FC236}">
                              <a16:creationId xmlns:a16="http://schemas.microsoft.com/office/drawing/2014/main" id="{943297DE-4601-2DCE-78D8-9E144C73603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484" name="Arc 13483">
                          <a:extLst>
                            <a:ext uri="{FF2B5EF4-FFF2-40B4-BE49-F238E27FC236}">
                              <a16:creationId xmlns:a16="http://schemas.microsoft.com/office/drawing/2014/main" id="{F6EFCDFF-27A3-6B1F-8552-7632BC1E4E9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482" name="TextBox 13481">
                        <a:extLst>
                          <a:ext uri="{FF2B5EF4-FFF2-40B4-BE49-F238E27FC236}">
                            <a16:creationId xmlns:a16="http://schemas.microsoft.com/office/drawing/2014/main" id="{4D054C15-B921-86A4-B67B-A682DF4D20E2}"/>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444" name="Group 13443">
                    <a:extLst>
                      <a:ext uri="{FF2B5EF4-FFF2-40B4-BE49-F238E27FC236}">
                        <a16:creationId xmlns:a16="http://schemas.microsoft.com/office/drawing/2014/main" id="{F26E09CD-1AF1-F497-3BD8-0D7F5D37678A}"/>
                      </a:ext>
                    </a:extLst>
                  </p:cNvPr>
                  <p:cNvGrpSpPr/>
                  <p:nvPr/>
                </p:nvGrpSpPr>
                <p:grpSpPr>
                  <a:xfrm>
                    <a:off x="5886431" y="3525040"/>
                    <a:ext cx="393192" cy="393192"/>
                    <a:chOff x="5265196" y="3932619"/>
                    <a:chExt cx="393192" cy="393192"/>
                  </a:xfrm>
                </p:grpSpPr>
                <p:grpSp>
                  <p:nvGrpSpPr>
                    <p:cNvPr id="13468" name="Group 13467">
                      <a:extLst>
                        <a:ext uri="{FF2B5EF4-FFF2-40B4-BE49-F238E27FC236}">
                          <a16:creationId xmlns:a16="http://schemas.microsoft.com/office/drawing/2014/main" id="{CF0B10E5-6037-91A3-CA43-DFFB5034B436}"/>
                        </a:ext>
                      </a:extLst>
                    </p:cNvPr>
                    <p:cNvGrpSpPr/>
                    <p:nvPr/>
                  </p:nvGrpSpPr>
                  <p:grpSpPr>
                    <a:xfrm>
                      <a:off x="5354636" y="4022061"/>
                      <a:ext cx="214313" cy="214313"/>
                      <a:chOff x="5354637" y="3446463"/>
                      <a:chExt cx="214313" cy="214313"/>
                    </a:xfrm>
                  </p:grpSpPr>
                  <p:sp>
                    <p:nvSpPr>
                      <p:cNvPr id="13476" name="Arc 13475">
                        <a:extLst>
                          <a:ext uri="{FF2B5EF4-FFF2-40B4-BE49-F238E27FC236}">
                            <a16:creationId xmlns:a16="http://schemas.microsoft.com/office/drawing/2014/main" id="{2A5521C4-55E8-2D21-98FB-C9D03242D47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477" name="Arc 13476">
                        <a:extLst>
                          <a:ext uri="{FF2B5EF4-FFF2-40B4-BE49-F238E27FC236}">
                            <a16:creationId xmlns:a16="http://schemas.microsoft.com/office/drawing/2014/main" id="{653B666E-04F7-FB34-AA39-C284D910951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469" name="Group 13468">
                      <a:extLst>
                        <a:ext uri="{FF2B5EF4-FFF2-40B4-BE49-F238E27FC236}">
                          <a16:creationId xmlns:a16="http://schemas.microsoft.com/office/drawing/2014/main" id="{F028EC98-8273-7359-0DC8-8366C0300E2F}"/>
                        </a:ext>
                      </a:extLst>
                    </p:cNvPr>
                    <p:cNvGrpSpPr/>
                    <p:nvPr/>
                  </p:nvGrpSpPr>
                  <p:grpSpPr>
                    <a:xfrm rot="14400000">
                      <a:off x="5310186" y="3977611"/>
                      <a:ext cx="303213" cy="303213"/>
                      <a:chOff x="5354637" y="3446463"/>
                      <a:chExt cx="214313" cy="214313"/>
                    </a:xfrm>
                  </p:grpSpPr>
                  <p:sp>
                    <p:nvSpPr>
                      <p:cNvPr id="13474" name="Arc 13473">
                        <a:extLst>
                          <a:ext uri="{FF2B5EF4-FFF2-40B4-BE49-F238E27FC236}">
                            <a16:creationId xmlns:a16="http://schemas.microsoft.com/office/drawing/2014/main" id="{5E1616B7-A047-E70E-1735-F5EC4BD37F6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475" name="Arc 13474">
                        <a:extLst>
                          <a:ext uri="{FF2B5EF4-FFF2-40B4-BE49-F238E27FC236}">
                            <a16:creationId xmlns:a16="http://schemas.microsoft.com/office/drawing/2014/main" id="{12A8C4FA-06DE-94FE-8419-ACEF614114E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470" name="Group 13469">
                      <a:extLst>
                        <a:ext uri="{FF2B5EF4-FFF2-40B4-BE49-F238E27FC236}">
                          <a16:creationId xmlns:a16="http://schemas.microsoft.com/office/drawing/2014/main" id="{68ECAF7F-BF3C-DEAE-1106-51A322023E1B}"/>
                        </a:ext>
                      </a:extLst>
                    </p:cNvPr>
                    <p:cNvGrpSpPr/>
                    <p:nvPr/>
                  </p:nvGrpSpPr>
                  <p:grpSpPr>
                    <a:xfrm rot="7200000">
                      <a:off x="5265196" y="3932619"/>
                      <a:ext cx="393192" cy="393192"/>
                      <a:chOff x="5354637" y="3446463"/>
                      <a:chExt cx="214313" cy="214313"/>
                    </a:xfrm>
                  </p:grpSpPr>
                  <p:sp>
                    <p:nvSpPr>
                      <p:cNvPr id="13472" name="Arc 13471">
                        <a:extLst>
                          <a:ext uri="{FF2B5EF4-FFF2-40B4-BE49-F238E27FC236}">
                            <a16:creationId xmlns:a16="http://schemas.microsoft.com/office/drawing/2014/main" id="{9DE1FA01-66C2-CC7D-6240-78C265AD728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473" name="Arc 13472">
                        <a:extLst>
                          <a:ext uri="{FF2B5EF4-FFF2-40B4-BE49-F238E27FC236}">
                            <a16:creationId xmlns:a16="http://schemas.microsoft.com/office/drawing/2014/main" id="{2179DCC3-32B7-7A65-9696-AC2D04EE7AA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471" name="TextBox 13470">
                      <a:extLst>
                        <a:ext uri="{FF2B5EF4-FFF2-40B4-BE49-F238E27FC236}">
                          <a16:creationId xmlns:a16="http://schemas.microsoft.com/office/drawing/2014/main" id="{EB600DBD-5DD3-21F3-B24A-43616ED2E5FF}"/>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3445" name="Group 13444">
                    <a:extLst>
                      <a:ext uri="{FF2B5EF4-FFF2-40B4-BE49-F238E27FC236}">
                        <a16:creationId xmlns:a16="http://schemas.microsoft.com/office/drawing/2014/main" id="{B632B443-2270-0868-5162-C5256B1A32DA}"/>
                      </a:ext>
                    </a:extLst>
                  </p:cNvPr>
                  <p:cNvGrpSpPr/>
                  <p:nvPr/>
                </p:nvGrpSpPr>
                <p:grpSpPr>
                  <a:xfrm>
                    <a:off x="6512463" y="3525040"/>
                    <a:ext cx="393192" cy="393192"/>
                    <a:chOff x="6389147" y="3357021"/>
                    <a:chExt cx="393192" cy="393192"/>
                  </a:xfrm>
                </p:grpSpPr>
                <p:grpSp>
                  <p:nvGrpSpPr>
                    <p:cNvPr id="13457" name="Group 13456">
                      <a:extLst>
                        <a:ext uri="{FF2B5EF4-FFF2-40B4-BE49-F238E27FC236}">
                          <a16:creationId xmlns:a16="http://schemas.microsoft.com/office/drawing/2014/main" id="{8D938172-CDD0-6A70-18DD-650375BB3C0F}"/>
                        </a:ext>
                      </a:extLst>
                    </p:cNvPr>
                    <p:cNvGrpSpPr/>
                    <p:nvPr/>
                  </p:nvGrpSpPr>
                  <p:grpSpPr>
                    <a:xfrm rot="7200000" flipH="1">
                      <a:off x="6389147" y="3357021"/>
                      <a:ext cx="393192" cy="393192"/>
                      <a:chOff x="5354637" y="3446463"/>
                      <a:chExt cx="214313" cy="214313"/>
                    </a:xfrm>
                  </p:grpSpPr>
                  <p:sp>
                    <p:nvSpPr>
                      <p:cNvPr id="13466" name="Arc 13465">
                        <a:extLst>
                          <a:ext uri="{FF2B5EF4-FFF2-40B4-BE49-F238E27FC236}">
                            <a16:creationId xmlns:a16="http://schemas.microsoft.com/office/drawing/2014/main" id="{5375AF11-01C1-4257-FD52-0CA79CA00F4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467" name="Arc 13466">
                        <a:extLst>
                          <a:ext uri="{FF2B5EF4-FFF2-40B4-BE49-F238E27FC236}">
                            <a16:creationId xmlns:a16="http://schemas.microsoft.com/office/drawing/2014/main" id="{7050A202-0ECE-9E0A-C458-C2CAB52E70B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458" name="Group 13457">
                      <a:extLst>
                        <a:ext uri="{FF2B5EF4-FFF2-40B4-BE49-F238E27FC236}">
                          <a16:creationId xmlns:a16="http://schemas.microsoft.com/office/drawing/2014/main" id="{6C558226-D7AD-66F5-E2D7-46B47FA3DF45}"/>
                        </a:ext>
                      </a:extLst>
                    </p:cNvPr>
                    <p:cNvGrpSpPr/>
                    <p:nvPr/>
                  </p:nvGrpSpPr>
                  <p:grpSpPr>
                    <a:xfrm>
                      <a:off x="6434137" y="3402011"/>
                      <a:ext cx="303213" cy="303213"/>
                      <a:chOff x="6434137" y="3402011"/>
                      <a:chExt cx="303213" cy="303213"/>
                    </a:xfrm>
                  </p:grpSpPr>
                  <p:grpSp>
                    <p:nvGrpSpPr>
                      <p:cNvPr id="13459" name="Group 13458">
                        <a:extLst>
                          <a:ext uri="{FF2B5EF4-FFF2-40B4-BE49-F238E27FC236}">
                            <a16:creationId xmlns:a16="http://schemas.microsoft.com/office/drawing/2014/main" id="{4B85F405-6EA1-271D-D502-38449F96C25F}"/>
                          </a:ext>
                        </a:extLst>
                      </p:cNvPr>
                      <p:cNvGrpSpPr/>
                      <p:nvPr/>
                    </p:nvGrpSpPr>
                    <p:grpSpPr>
                      <a:xfrm flipH="1">
                        <a:off x="6478587" y="3446461"/>
                        <a:ext cx="214313" cy="214313"/>
                        <a:chOff x="5354637" y="3446463"/>
                        <a:chExt cx="214313" cy="214313"/>
                      </a:xfrm>
                    </p:grpSpPr>
                    <p:sp>
                      <p:nvSpPr>
                        <p:cNvPr id="13464" name="Arc 13463">
                          <a:extLst>
                            <a:ext uri="{FF2B5EF4-FFF2-40B4-BE49-F238E27FC236}">
                              <a16:creationId xmlns:a16="http://schemas.microsoft.com/office/drawing/2014/main" id="{84BA9163-9F6B-13F6-AAAB-FCEBAECA4C3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465" name="Arc 13464">
                          <a:extLst>
                            <a:ext uri="{FF2B5EF4-FFF2-40B4-BE49-F238E27FC236}">
                              <a16:creationId xmlns:a16="http://schemas.microsoft.com/office/drawing/2014/main" id="{3C679F5A-3A2E-A113-B7DE-18164590258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460" name="Group 13459">
                        <a:extLst>
                          <a:ext uri="{FF2B5EF4-FFF2-40B4-BE49-F238E27FC236}">
                            <a16:creationId xmlns:a16="http://schemas.microsoft.com/office/drawing/2014/main" id="{72007A5A-7375-903F-9586-C2E86757844C}"/>
                          </a:ext>
                        </a:extLst>
                      </p:cNvPr>
                      <p:cNvGrpSpPr/>
                      <p:nvPr/>
                    </p:nvGrpSpPr>
                    <p:grpSpPr>
                      <a:xfrm rot="14400000" flipH="1">
                        <a:off x="6434137" y="3402011"/>
                        <a:ext cx="303213" cy="303213"/>
                        <a:chOff x="5354637" y="3446463"/>
                        <a:chExt cx="214313" cy="214313"/>
                      </a:xfrm>
                    </p:grpSpPr>
                    <p:sp>
                      <p:nvSpPr>
                        <p:cNvPr id="13462" name="Arc 13461">
                          <a:extLst>
                            <a:ext uri="{FF2B5EF4-FFF2-40B4-BE49-F238E27FC236}">
                              <a16:creationId xmlns:a16="http://schemas.microsoft.com/office/drawing/2014/main" id="{1F7B7D43-AB97-7707-AF23-7DAC5E31119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463" name="Arc 13462">
                          <a:extLst>
                            <a:ext uri="{FF2B5EF4-FFF2-40B4-BE49-F238E27FC236}">
                              <a16:creationId xmlns:a16="http://schemas.microsoft.com/office/drawing/2014/main" id="{429485AB-9048-1786-BB49-9E60B97261C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461" name="TextBox 13460">
                        <a:extLst>
                          <a:ext uri="{FF2B5EF4-FFF2-40B4-BE49-F238E27FC236}">
                            <a16:creationId xmlns:a16="http://schemas.microsoft.com/office/drawing/2014/main" id="{683CE968-D363-EB2B-912A-488DA020812F}"/>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446" name="Group 13445">
                    <a:extLst>
                      <a:ext uri="{FF2B5EF4-FFF2-40B4-BE49-F238E27FC236}">
                        <a16:creationId xmlns:a16="http://schemas.microsoft.com/office/drawing/2014/main" id="{0DA35A8B-92F8-1CBA-9D88-DB0904698E46}"/>
                      </a:ext>
                    </a:extLst>
                  </p:cNvPr>
                  <p:cNvGrpSpPr/>
                  <p:nvPr/>
                </p:nvGrpSpPr>
                <p:grpSpPr>
                  <a:xfrm>
                    <a:off x="6197413" y="3225768"/>
                    <a:ext cx="393192" cy="393192"/>
                    <a:chOff x="6389147" y="3932622"/>
                    <a:chExt cx="393192" cy="393192"/>
                  </a:xfrm>
                </p:grpSpPr>
                <p:grpSp>
                  <p:nvGrpSpPr>
                    <p:cNvPr id="13447" name="Group 13446">
                      <a:extLst>
                        <a:ext uri="{FF2B5EF4-FFF2-40B4-BE49-F238E27FC236}">
                          <a16:creationId xmlns:a16="http://schemas.microsoft.com/office/drawing/2014/main" id="{4A99868E-7413-8F5F-86A3-E1C4B3390F1F}"/>
                        </a:ext>
                      </a:extLst>
                    </p:cNvPr>
                    <p:cNvGrpSpPr/>
                    <p:nvPr/>
                  </p:nvGrpSpPr>
                  <p:grpSpPr>
                    <a:xfrm flipH="1">
                      <a:off x="6478587" y="4022061"/>
                      <a:ext cx="214313" cy="214313"/>
                      <a:chOff x="5354637" y="3446463"/>
                      <a:chExt cx="214313" cy="214313"/>
                    </a:xfrm>
                  </p:grpSpPr>
                  <p:sp>
                    <p:nvSpPr>
                      <p:cNvPr id="13455" name="Arc 13454">
                        <a:extLst>
                          <a:ext uri="{FF2B5EF4-FFF2-40B4-BE49-F238E27FC236}">
                            <a16:creationId xmlns:a16="http://schemas.microsoft.com/office/drawing/2014/main" id="{CE6AAFE8-C349-5EFD-C4B5-29A3DA10000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456" name="Arc 13455">
                        <a:extLst>
                          <a:ext uri="{FF2B5EF4-FFF2-40B4-BE49-F238E27FC236}">
                            <a16:creationId xmlns:a16="http://schemas.microsoft.com/office/drawing/2014/main" id="{09C4A392-77CD-D2BF-C305-B632DE50F00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448" name="Group 13447">
                      <a:extLst>
                        <a:ext uri="{FF2B5EF4-FFF2-40B4-BE49-F238E27FC236}">
                          <a16:creationId xmlns:a16="http://schemas.microsoft.com/office/drawing/2014/main" id="{563DC148-352B-B3C7-5056-6708DEAAF453}"/>
                        </a:ext>
                      </a:extLst>
                    </p:cNvPr>
                    <p:cNvGrpSpPr/>
                    <p:nvPr/>
                  </p:nvGrpSpPr>
                  <p:grpSpPr>
                    <a:xfrm rot="7200000" flipH="1">
                      <a:off x="6434137" y="3977611"/>
                      <a:ext cx="303213" cy="303213"/>
                      <a:chOff x="5354637" y="3446463"/>
                      <a:chExt cx="214313" cy="214313"/>
                    </a:xfrm>
                  </p:grpSpPr>
                  <p:sp>
                    <p:nvSpPr>
                      <p:cNvPr id="13453" name="Arc 13452">
                        <a:extLst>
                          <a:ext uri="{FF2B5EF4-FFF2-40B4-BE49-F238E27FC236}">
                            <a16:creationId xmlns:a16="http://schemas.microsoft.com/office/drawing/2014/main" id="{63724DAB-A064-3574-2D3B-FCB1D577BE8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454" name="Arc 13453">
                        <a:extLst>
                          <a:ext uri="{FF2B5EF4-FFF2-40B4-BE49-F238E27FC236}">
                            <a16:creationId xmlns:a16="http://schemas.microsoft.com/office/drawing/2014/main" id="{AA02DBC5-6C05-857A-EA8C-BC9462ADDCE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449" name="Group 13448">
                      <a:extLst>
                        <a:ext uri="{FF2B5EF4-FFF2-40B4-BE49-F238E27FC236}">
                          <a16:creationId xmlns:a16="http://schemas.microsoft.com/office/drawing/2014/main" id="{BB597CDC-1352-B5DC-5331-8435091CBC38}"/>
                        </a:ext>
                      </a:extLst>
                    </p:cNvPr>
                    <p:cNvGrpSpPr/>
                    <p:nvPr/>
                  </p:nvGrpSpPr>
                  <p:grpSpPr>
                    <a:xfrm rot="14400000" flipH="1">
                      <a:off x="6389147" y="3932622"/>
                      <a:ext cx="393192" cy="393192"/>
                      <a:chOff x="5354637" y="3446463"/>
                      <a:chExt cx="214313" cy="214313"/>
                    </a:xfrm>
                  </p:grpSpPr>
                  <p:sp>
                    <p:nvSpPr>
                      <p:cNvPr id="13451" name="Arc 13450">
                        <a:extLst>
                          <a:ext uri="{FF2B5EF4-FFF2-40B4-BE49-F238E27FC236}">
                            <a16:creationId xmlns:a16="http://schemas.microsoft.com/office/drawing/2014/main" id="{97455A5D-A1F4-0682-1266-C718A8A51D3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452" name="Arc 13451">
                        <a:extLst>
                          <a:ext uri="{FF2B5EF4-FFF2-40B4-BE49-F238E27FC236}">
                            <a16:creationId xmlns:a16="http://schemas.microsoft.com/office/drawing/2014/main" id="{A0FC49DF-EB7E-075F-3FEA-6F9815416DC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450" name="TextBox 13449">
                      <a:extLst>
                        <a:ext uri="{FF2B5EF4-FFF2-40B4-BE49-F238E27FC236}">
                          <a16:creationId xmlns:a16="http://schemas.microsoft.com/office/drawing/2014/main" id="{37E43BAA-8F49-E41A-0C43-77AD3FC44AD0}"/>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396" name="Group 13395">
                  <a:extLst>
                    <a:ext uri="{FF2B5EF4-FFF2-40B4-BE49-F238E27FC236}">
                      <a16:creationId xmlns:a16="http://schemas.microsoft.com/office/drawing/2014/main" id="{EF9A55A7-280A-BF64-73B4-5B2342D941DB}"/>
                    </a:ext>
                  </a:extLst>
                </p:cNvPr>
                <p:cNvGrpSpPr/>
                <p:nvPr/>
              </p:nvGrpSpPr>
              <p:grpSpPr>
                <a:xfrm>
                  <a:off x="6069086" y="3246228"/>
                  <a:ext cx="1019224" cy="991639"/>
                  <a:chOff x="5886431" y="3225768"/>
                  <a:chExt cx="1019224" cy="991639"/>
                </a:xfrm>
              </p:grpSpPr>
              <p:grpSp>
                <p:nvGrpSpPr>
                  <p:cNvPr id="13397" name="Group 13396">
                    <a:extLst>
                      <a:ext uri="{FF2B5EF4-FFF2-40B4-BE49-F238E27FC236}">
                        <a16:creationId xmlns:a16="http://schemas.microsoft.com/office/drawing/2014/main" id="{A5F5E2BE-4E6F-423D-8D89-4038A101CFD2}"/>
                      </a:ext>
                    </a:extLst>
                  </p:cNvPr>
                  <p:cNvGrpSpPr/>
                  <p:nvPr/>
                </p:nvGrpSpPr>
                <p:grpSpPr>
                  <a:xfrm>
                    <a:off x="6197413" y="3824215"/>
                    <a:ext cx="393192" cy="393192"/>
                    <a:chOff x="5265196" y="3357021"/>
                    <a:chExt cx="393192" cy="393192"/>
                  </a:xfrm>
                </p:grpSpPr>
                <p:grpSp>
                  <p:nvGrpSpPr>
                    <p:cNvPr id="13432" name="Group 13431">
                      <a:extLst>
                        <a:ext uri="{FF2B5EF4-FFF2-40B4-BE49-F238E27FC236}">
                          <a16:creationId xmlns:a16="http://schemas.microsoft.com/office/drawing/2014/main" id="{A6D3C7DF-E300-6DDC-A03E-519F125613A1}"/>
                        </a:ext>
                      </a:extLst>
                    </p:cNvPr>
                    <p:cNvGrpSpPr/>
                    <p:nvPr/>
                  </p:nvGrpSpPr>
                  <p:grpSpPr>
                    <a:xfrm rot="14400000">
                      <a:off x="5265196" y="3357021"/>
                      <a:ext cx="393192" cy="393192"/>
                      <a:chOff x="5354637" y="3446463"/>
                      <a:chExt cx="214313" cy="214313"/>
                    </a:xfrm>
                  </p:grpSpPr>
                  <p:sp>
                    <p:nvSpPr>
                      <p:cNvPr id="13441" name="Arc 13440">
                        <a:extLst>
                          <a:ext uri="{FF2B5EF4-FFF2-40B4-BE49-F238E27FC236}">
                            <a16:creationId xmlns:a16="http://schemas.microsoft.com/office/drawing/2014/main" id="{0F99234C-12ED-A309-251B-D7AC33F375B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442" name="Arc 13441">
                        <a:extLst>
                          <a:ext uri="{FF2B5EF4-FFF2-40B4-BE49-F238E27FC236}">
                            <a16:creationId xmlns:a16="http://schemas.microsoft.com/office/drawing/2014/main" id="{C2993977-7B2A-3570-619B-8B0F718806B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433" name="Group 13432">
                      <a:extLst>
                        <a:ext uri="{FF2B5EF4-FFF2-40B4-BE49-F238E27FC236}">
                          <a16:creationId xmlns:a16="http://schemas.microsoft.com/office/drawing/2014/main" id="{EDC647C8-16B0-B413-09BC-F00CAD47A7A7}"/>
                        </a:ext>
                      </a:extLst>
                    </p:cNvPr>
                    <p:cNvGrpSpPr/>
                    <p:nvPr/>
                  </p:nvGrpSpPr>
                  <p:grpSpPr>
                    <a:xfrm>
                      <a:off x="5310186" y="3402011"/>
                      <a:ext cx="303213" cy="303213"/>
                      <a:chOff x="5310186" y="3402011"/>
                      <a:chExt cx="303213" cy="303213"/>
                    </a:xfrm>
                  </p:grpSpPr>
                  <p:grpSp>
                    <p:nvGrpSpPr>
                      <p:cNvPr id="13434" name="Group 13433">
                        <a:extLst>
                          <a:ext uri="{FF2B5EF4-FFF2-40B4-BE49-F238E27FC236}">
                            <a16:creationId xmlns:a16="http://schemas.microsoft.com/office/drawing/2014/main" id="{880AFA85-C9E6-F97F-F076-0FBEEE12B3FD}"/>
                          </a:ext>
                        </a:extLst>
                      </p:cNvPr>
                      <p:cNvGrpSpPr/>
                      <p:nvPr/>
                    </p:nvGrpSpPr>
                    <p:grpSpPr>
                      <a:xfrm>
                        <a:off x="5354636" y="3446461"/>
                        <a:ext cx="214313" cy="214313"/>
                        <a:chOff x="5354637" y="3446463"/>
                        <a:chExt cx="214313" cy="214313"/>
                      </a:xfrm>
                    </p:grpSpPr>
                    <p:sp>
                      <p:nvSpPr>
                        <p:cNvPr id="13439" name="Arc 13438">
                          <a:extLst>
                            <a:ext uri="{FF2B5EF4-FFF2-40B4-BE49-F238E27FC236}">
                              <a16:creationId xmlns:a16="http://schemas.microsoft.com/office/drawing/2014/main" id="{6E6F9E94-D221-2635-EC4C-798DDBD8C1C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440" name="Arc 13439">
                          <a:extLst>
                            <a:ext uri="{FF2B5EF4-FFF2-40B4-BE49-F238E27FC236}">
                              <a16:creationId xmlns:a16="http://schemas.microsoft.com/office/drawing/2014/main" id="{B89F78B7-EE94-A1C1-9248-DA57A318522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435" name="Group 13434">
                        <a:extLst>
                          <a:ext uri="{FF2B5EF4-FFF2-40B4-BE49-F238E27FC236}">
                            <a16:creationId xmlns:a16="http://schemas.microsoft.com/office/drawing/2014/main" id="{E835BBBE-4864-1F71-DF81-29AF0A05DFF3}"/>
                          </a:ext>
                        </a:extLst>
                      </p:cNvPr>
                      <p:cNvGrpSpPr/>
                      <p:nvPr/>
                    </p:nvGrpSpPr>
                    <p:grpSpPr>
                      <a:xfrm rot="7200000">
                        <a:off x="5310186" y="3402011"/>
                        <a:ext cx="303213" cy="303213"/>
                        <a:chOff x="5354637" y="3446463"/>
                        <a:chExt cx="214313" cy="214313"/>
                      </a:xfrm>
                    </p:grpSpPr>
                    <p:sp>
                      <p:nvSpPr>
                        <p:cNvPr id="13437" name="Arc 13436">
                          <a:extLst>
                            <a:ext uri="{FF2B5EF4-FFF2-40B4-BE49-F238E27FC236}">
                              <a16:creationId xmlns:a16="http://schemas.microsoft.com/office/drawing/2014/main" id="{3C59E01F-728B-0C12-57BA-85D89C3EDD9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438" name="Arc 13437">
                          <a:extLst>
                            <a:ext uri="{FF2B5EF4-FFF2-40B4-BE49-F238E27FC236}">
                              <a16:creationId xmlns:a16="http://schemas.microsoft.com/office/drawing/2014/main" id="{7C7D069E-861A-758A-A820-EE97F701C1C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436" name="TextBox 13435">
                        <a:extLst>
                          <a:ext uri="{FF2B5EF4-FFF2-40B4-BE49-F238E27FC236}">
                            <a16:creationId xmlns:a16="http://schemas.microsoft.com/office/drawing/2014/main" id="{9B429E2A-24DE-A036-DFE0-E829B4B34292}"/>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398" name="Group 13397">
                    <a:extLst>
                      <a:ext uri="{FF2B5EF4-FFF2-40B4-BE49-F238E27FC236}">
                        <a16:creationId xmlns:a16="http://schemas.microsoft.com/office/drawing/2014/main" id="{E772F09C-0080-DA9F-67A1-92356ADA8949}"/>
                      </a:ext>
                    </a:extLst>
                  </p:cNvPr>
                  <p:cNvGrpSpPr/>
                  <p:nvPr/>
                </p:nvGrpSpPr>
                <p:grpSpPr>
                  <a:xfrm>
                    <a:off x="5886431" y="3525040"/>
                    <a:ext cx="393192" cy="393192"/>
                    <a:chOff x="5265196" y="3932619"/>
                    <a:chExt cx="393192" cy="393192"/>
                  </a:xfrm>
                </p:grpSpPr>
                <p:grpSp>
                  <p:nvGrpSpPr>
                    <p:cNvPr id="13422" name="Group 13421">
                      <a:extLst>
                        <a:ext uri="{FF2B5EF4-FFF2-40B4-BE49-F238E27FC236}">
                          <a16:creationId xmlns:a16="http://schemas.microsoft.com/office/drawing/2014/main" id="{C8F5079E-235E-CBE4-9A9D-E994A497AA59}"/>
                        </a:ext>
                      </a:extLst>
                    </p:cNvPr>
                    <p:cNvGrpSpPr/>
                    <p:nvPr/>
                  </p:nvGrpSpPr>
                  <p:grpSpPr>
                    <a:xfrm>
                      <a:off x="5354636" y="4022061"/>
                      <a:ext cx="214313" cy="214313"/>
                      <a:chOff x="5354637" y="3446463"/>
                      <a:chExt cx="214313" cy="214313"/>
                    </a:xfrm>
                  </p:grpSpPr>
                  <p:sp>
                    <p:nvSpPr>
                      <p:cNvPr id="13430" name="Arc 13429">
                        <a:extLst>
                          <a:ext uri="{FF2B5EF4-FFF2-40B4-BE49-F238E27FC236}">
                            <a16:creationId xmlns:a16="http://schemas.microsoft.com/office/drawing/2014/main" id="{6430A565-D162-5265-5F04-7CF2ED006A3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431" name="Arc 13430">
                        <a:extLst>
                          <a:ext uri="{FF2B5EF4-FFF2-40B4-BE49-F238E27FC236}">
                            <a16:creationId xmlns:a16="http://schemas.microsoft.com/office/drawing/2014/main" id="{5DCE9063-DA28-7176-573C-8326E56838B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423" name="Group 13422">
                      <a:extLst>
                        <a:ext uri="{FF2B5EF4-FFF2-40B4-BE49-F238E27FC236}">
                          <a16:creationId xmlns:a16="http://schemas.microsoft.com/office/drawing/2014/main" id="{282469FE-EFC1-D484-E8AB-F50912E6B6C6}"/>
                        </a:ext>
                      </a:extLst>
                    </p:cNvPr>
                    <p:cNvGrpSpPr/>
                    <p:nvPr/>
                  </p:nvGrpSpPr>
                  <p:grpSpPr>
                    <a:xfrm rot="14400000">
                      <a:off x="5310186" y="3977611"/>
                      <a:ext cx="303213" cy="303213"/>
                      <a:chOff x="5354637" y="3446463"/>
                      <a:chExt cx="214313" cy="214313"/>
                    </a:xfrm>
                  </p:grpSpPr>
                  <p:sp>
                    <p:nvSpPr>
                      <p:cNvPr id="13428" name="Arc 13427">
                        <a:extLst>
                          <a:ext uri="{FF2B5EF4-FFF2-40B4-BE49-F238E27FC236}">
                            <a16:creationId xmlns:a16="http://schemas.microsoft.com/office/drawing/2014/main" id="{7DCD1286-6620-F801-1667-79812A40C79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429" name="Arc 13428">
                        <a:extLst>
                          <a:ext uri="{FF2B5EF4-FFF2-40B4-BE49-F238E27FC236}">
                            <a16:creationId xmlns:a16="http://schemas.microsoft.com/office/drawing/2014/main" id="{2C0B88B4-FDCA-4F70-6A36-54BA6BCD4EE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424" name="Group 13423">
                      <a:extLst>
                        <a:ext uri="{FF2B5EF4-FFF2-40B4-BE49-F238E27FC236}">
                          <a16:creationId xmlns:a16="http://schemas.microsoft.com/office/drawing/2014/main" id="{15B49BF8-E544-5524-A1F4-F02282B62FFE}"/>
                        </a:ext>
                      </a:extLst>
                    </p:cNvPr>
                    <p:cNvGrpSpPr/>
                    <p:nvPr/>
                  </p:nvGrpSpPr>
                  <p:grpSpPr>
                    <a:xfrm rot="7200000">
                      <a:off x="5265196" y="3932619"/>
                      <a:ext cx="393192" cy="393192"/>
                      <a:chOff x="5354637" y="3446463"/>
                      <a:chExt cx="214313" cy="214313"/>
                    </a:xfrm>
                  </p:grpSpPr>
                  <p:sp>
                    <p:nvSpPr>
                      <p:cNvPr id="13426" name="Arc 13425">
                        <a:extLst>
                          <a:ext uri="{FF2B5EF4-FFF2-40B4-BE49-F238E27FC236}">
                            <a16:creationId xmlns:a16="http://schemas.microsoft.com/office/drawing/2014/main" id="{6EA0EB74-845B-8127-D539-B1A8ABCCC0D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427" name="Arc 13426">
                        <a:extLst>
                          <a:ext uri="{FF2B5EF4-FFF2-40B4-BE49-F238E27FC236}">
                            <a16:creationId xmlns:a16="http://schemas.microsoft.com/office/drawing/2014/main" id="{092F86C1-798D-D571-FB75-A1496045845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425" name="TextBox 13424">
                      <a:extLst>
                        <a:ext uri="{FF2B5EF4-FFF2-40B4-BE49-F238E27FC236}">
                          <a16:creationId xmlns:a16="http://schemas.microsoft.com/office/drawing/2014/main" id="{25FEFA45-5CDD-DE8D-4836-D60F35CF6AFC}"/>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3399" name="Group 13398">
                    <a:extLst>
                      <a:ext uri="{FF2B5EF4-FFF2-40B4-BE49-F238E27FC236}">
                        <a16:creationId xmlns:a16="http://schemas.microsoft.com/office/drawing/2014/main" id="{AD42A326-6673-DDE6-4691-E7AD23922C7A}"/>
                      </a:ext>
                    </a:extLst>
                  </p:cNvPr>
                  <p:cNvGrpSpPr/>
                  <p:nvPr/>
                </p:nvGrpSpPr>
                <p:grpSpPr>
                  <a:xfrm>
                    <a:off x="6512463" y="3525040"/>
                    <a:ext cx="393192" cy="393192"/>
                    <a:chOff x="6389147" y="3357021"/>
                    <a:chExt cx="393192" cy="393192"/>
                  </a:xfrm>
                </p:grpSpPr>
                <p:grpSp>
                  <p:nvGrpSpPr>
                    <p:cNvPr id="13411" name="Group 13410">
                      <a:extLst>
                        <a:ext uri="{FF2B5EF4-FFF2-40B4-BE49-F238E27FC236}">
                          <a16:creationId xmlns:a16="http://schemas.microsoft.com/office/drawing/2014/main" id="{EA087248-A908-4344-98D5-35A10BD25D3D}"/>
                        </a:ext>
                      </a:extLst>
                    </p:cNvPr>
                    <p:cNvGrpSpPr/>
                    <p:nvPr/>
                  </p:nvGrpSpPr>
                  <p:grpSpPr>
                    <a:xfrm rot="7200000" flipH="1">
                      <a:off x="6389147" y="3357021"/>
                      <a:ext cx="393192" cy="393192"/>
                      <a:chOff x="5354637" y="3446463"/>
                      <a:chExt cx="214313" cy="214313"/>
                    </a:xfrm>
                  </p:grpSpPr>
                  <p:sp>
                    <p:nvSpPr>
                      <p:cNvPr id="13420" name="Arc 13419">
                        <a:extLst>
                          <a:ext uri="{FF2B5EF4-FFF2-40B4-BE49-F238E27FC236}">
                            <a16:creationId xmlns:a16="http://schemas.microsoft.com/office/drawing/2014/main" id="{AD05FDA1-BE81-6562-6690-C578B38A31A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421" name="Arc 13420">
                        <a:extLst>
                          <a:ext uri="{FF2B5EF4-FFF2-40B4-BE49-F238E27FC236}">
                            <a16:creationId xmlns:a16="http://schemas.microsoft.com/office/drawing/2014/main" id="{B67782FB-73D9-853D-D221-6CDC6D7680D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412" name="Group 13411">
                      <a:extLst>
                        <a:ext uri="{FF2B5EF4-FFF2-40B4-BE49-F238E27FC236}">
                          <a16:creationId xmlns:a16="http://schemas.microsoft.com/office/drawing/2014/main" id="{268E09FA-32C2-EA5F-B379-B96E90AFBA76}"/>
                        </a:ext>
                      </a:extLst>
                    </p:cNvPr>
                    <p:cNvGrpSpPr/>
                    <p:nvPr/>
                  </p:nvGrpSpPr>
                  <p:grpSpPr>
                    <a:xfrm>
                      <a:off x="6434137" y="3402011"/>
                      <a:ext cx="303213" cy="303213"/>
                      <a:chOff x="6434137" y="3402011"/>
                      <a:chExt cx="303213" cy="303213"/>
                    </a:xfrm>
                  </p:grpSpPr>
                  <p:grpSp>
                    <p:nvGrpSpPr>
                      <p:cNvPr id="13413" name="Group 13412">
                        <a:extLst>
                          <a:ext uri="{FF2B5EF4-FFF2-40B4-BE49-F238E27FC236}">
                            <a16:creationId xmlns:a16="http://schemas.microsoft.com/office/drawing/2014/main" id="{4BBF5F01-A108-B13A-7A5E-AA5FD836FDC0}"/>
                          </a:ext>
                        </a:extLst>
                      </p:cNvPr>
                      <p:cNvGrpSpPr/>
                      <p:nvPr/>
                    </p:nvGrpSpPr>
                    <p:grpSpPr>
                      <a:xfrm flipH="1">
                        <a:off x="6478587" y="3446461"/>
                        <a:ext cx="214313" cy="214313"/>
                        <a:chOff x="5354637" y="3446463"/>
                        <a:chExt cx="214313" cy="214313"/>
                      </a:xfrm>
                    </p:grpSpPr>
                    <p:sp>
                      <p:nvSpPr>
                        <p:cNvPr id="13418" name="Arc 13417">
                          <a:extLst>
                            <a:ext uri="{FF2B5EF4-FFF2-40B4-BE49-F238E27FC236}">
                              <a16:creationId xmlns:a16="http://schemas.microsoft.com/office/drawing/2014/main" id="{EF026705-3C44-6598-81F9-2A669A5CE2D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419" name="Arc 13418">
                          <a:extLst>
                            <a:ext uri="{FF2B5EF4-FFF2-40B4-BE49-F238E27FC236}">
                              <a16:creationId xmlns:a16="http://schemas.microsoft.com/office/drawing/2014/main" id="{A4DD1232-727D-6CF1-B483-6605696E696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414" name="Group 13413">
                        <a:extLst>
                          <a:ext uri="{FF2B5EF4-FFF2-40B4-BE49-F238E27FC236}">
                            <a16:creationId xmlns:a16="http://schemas.microsoft.com/office/drawing/2014/main" id="{2A559F4F-9AEA-25FF-5E55-800425199754}"/>
                          </a:ext>
                        </a:extLst>
                      </p:cNvPr>
                      <p:cNvGrpSpPr/>
                      <p:nvPr/>
                    </p:nvGrpSpPr>
                    <p:grpSpPr>
                      <a:xfrm rot="14400000" flipH="1">
                        <a:off x="6434137" y="3402011"/>
                        <a:ext cx="303213" cy="303213"/>
                        <a:chOff x="5354637" y="3446463"/>
                        <a:chExt cx="214313" cy="214313"/>
                      </a:xfrm>
                    </p:grpSpPr>
                    <p:sp>
                      <p:nvSpPr>
                        <p:cNvPr id="13416" name="Arc 13415">
                          <a:extLst>
                            <a:ext uri="{FF2B5EF4-FFF2-40B4-BE49-F238E27FC236}">
                              <a16:creationId xmlns:a16="http://schemas.microsoft.com/office/drawing/2014/main" id="{1C9D06F3-3BFE-2DAF-C01F-BF3DE2B5F56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417" name="Arc 13416">
                          <a:extLst>
                            <a:ext uri="{FF2B5EF4-FFF2-40B4-BE49-F238E27FC236}">
                              <a16:creationId xmlns:a16="http://schemas.microsoft.com/office/drawing/2014/main" id="{B5CABCCA-59C1-7ECF-B8D2-A7F8CC08BE0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415" name="TextBox 13414">
                        <a:extLst>
                          <a:ext uri="{FF2B5EF4-FFF2-40B4-BE49-F238E27FC236}">
                            <a16:creationId xmlns:a16="http://schemas.microsoft.com/office/drawing/2014/main" id="{40E89FDF-21BB-9725-C63F-32C5F9B103B1}"/>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400" name="Group 13399">
                    <a:extLst>
                      <a:ext uri="{FF2B5EF4-FFF2-40B4-BE49-F238E27FC236}">
                        <a16:creationId xmlns:a16="http://schemas.microsoft.com/office/drawing/2014/main" id="{74FF2928-96AE-2FDA-A8F5-DE15101A3BE6}"/>
                      </a:ext>
                    </a:extLst>
                  </p:cNvPr>
                  <p:cNvGrpSpPr/>
                  <p:nvPr/>
                </p:nvGrpSpPr>
                <p:grpSpPr>
                  <a:xfrm>
                    <a:off x="6197413" y="3225768"/>
                    <a:ext cx="393192" cy="393192"/>
                    <a:chOff x="6389147" y="3932622"/>
                    <a:chExt cx="393192" cy="393192"/>
                  </a:xfrm>
                </p:grpSpPr>
                <p:grpSp>
                  <p:nvGrpSpPr>
                    <p:cNvPr id="13401" name="Group 13400">
                      <a:extLst>
                        <a:ext uri="{FF2B5EF4-FFF2-40B4-BE49-F238E27FC236}">
                          <a16:creationId xmlns:a16="http://schemas.microsoft.com/office/drawing/2014/main" id="{9798BEAC-5996-4F11-214F-234AA88D4F96}"/>
                        </a:ext>
                      </a:extLst>
                    </p:cNvPr>
                    <p:cNvGrpSpPr/>
                    <p:nvPr/>
                  </p:nvGrpSpPr>
                  <p:grpSpPr>
                    <a:xfrm flipH="1">
                      <a:off x="6478587" y="4022061"/>
                      <a:ext cx="214313" cy="214313"/>
                      <a:chOff x="5354637" y="3446463"/>
                      <a:chExt cx="214313" cy="214313"/>
                    </a:xfrm>
                  </p:grpSpPr>
                  <p:sp>
                    <p:nvSpPr>
                      <p:cNvPr id="13409" name="Arc 13408">
                        <a:extLst>
                          <a:ext uri="{FF2B5EF4-FFF2-40B4-BE49-F238E27FC236}">
                            <a16:creationId xmlns:a16="http://schemas.microsoft.com/office/drawing/2014/main" id="{AEA4981D-B14D-17F2-4F84-5312ABF3287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410" name="Arc 13409">
                        <a:extLst>
                          <a:ext uri="{FF2B5EF4-FFF2-40B4-BE49-F238E27FC236}">
                            <a16:creationId xmlns:a16="http://schemas.microsoft.com/office/drawing/2014/main" id="{3FDABEC4-DB85-F937-93E8-0FA98C50C5D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402" name="Group 13401">
                      <a:extLst>
                        <a:ext uri="{FF2B5EF4-FFF2-40B4-BE49-F238E27FC236}">
                          <a16:creationId xmlns:a16="http://schemas.microsoft.com/office/drawing/2014/main" id="{9F225709-87EB-DC15-5804-12821588DC7F}"/>
                        </a:ext>
                      </a:extLst>
                    </p:cNvPr>
                    <p:cNvGrpSpPr/>
                    <p:nvPr/>
                  </p:nvGrpSpPr>
                  <p:grpSpPr>
                    <a:xfrm rot="7200000" flipH="1">
                      <a:off x="6434137" y="3977611"/>
                      <a:ext cx="303213" cy="303213"/>
                      <a:chOff x="5354637" y="3446463"/>
                      <a:chExt cx="214313" cy="214313"/>
                    </a:xfrm>
                  </p:grpSpPr>
                  <p:sp>
                    <p:nvSpPr>
                      <p:cNvPr id="13407" name="Arc 13406">
                        <a:extLst>
                          <a:ext uri="{FF2B5EF4-FFF2-40B4-BE49-F238E27FC236}">
                            <a16:creationId xmlns:a16="http://schemas.microsoft.com/office/drawing/2014/main" id="{531FE7F5-6841-A063-7338-E9DD284CFC4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408" name="Arc 13407">
                        <a:extLst>
                          <a:ext uri="{FF2B5EF4-FFF2-40B4-BE49-F238E27FC236}">
                            <a16:creationId xmlns:a16="http://schemas.microsoft.com/office/drawing/2014/main" id="{81D1BE24-EA65-5739-CA98-80A3D37B106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403" name="Group 13402">
                      <a:extLst>
                        <a:ext uri="{FF2B5EF4-FFF2-40B4-BE49-F238E27FC236}">
                          <a16:creationId xmlns:a16="http://schemas.microsoft.com/office/drawing/2014/main" id="{7B26EEE3-04E5-BB87-7DA6-00AEAD468C43}"/>
                        </a:ext>
                      </a:extLst>
                    </p:cNvPr>
                    <p:cNvGrpSpPr/>
                    <p:nvPr/>
                  </p:nvGrpSpPr>
                  <p:grpSpPr>
                    <a:xfrm rot="14400000" flipH="1">
                      <a:off x="6389147" y="3932622"/>
                      <a:ext cx="393192" cy="393192"/>
                      <a:chOff x="5354637" y="3446463"/>
                      <a:chExt cx="214313" cy="214313"/>
                    </a:xfrm>
                  </p:grpSpPr>
                  <p:sp>
                    <p:nvSpPr>
                      <p:cNvPr id="13405" name="Arc 13404">
                        <a:extLst>
                          <a:ext uri="{FF2B5EF4-FFF2-40B4-BE49-F238E27FC236}">
                            <a16:creationId xmlns:a16="http://schemas.microsoft.com/office/drawing/2014/main" id="{05E4218C-8B55-5ED0-6097-A69378A6D0B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406" name="Arc 13405">
                        <a:extLst>
                          <a:ext uri="{FF2B5EF4-FFF2-40B4-BE49-F238E27FC236}">
                            <a16:creationId xmlns:a16="http://schemas.microsoft.com/office/drawing/2014/main" id="{167C286C-DA4E-4B11-CF47-285A4DEF14B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404" name="TextBox 13403">
                      <a:extLst>
                        <a:ext uri="{FF2B5EF4-FFF2-40B4-BE49-F238E27FC236}">
                          <a16:creationId xmlns:a16="http://schemas.microsoft.com/office/drawing/2014/main" id="{3A504363-164A-19FF-6E11-8840485645DB}"/>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2247" name="Group 12246">
              <a:extLst>
                <a:ext uri="{FF2B5EF4-FFF2-40B4-BE49-F238E27FC236}">
                  <a16:creationId xmlns:a16="http://schemas.microsoft.com/office/drawing/2014/main" id="{DB7CCD54-DE72-5865-E365-12BB4812A540}"/>
                </a:ext>
              </a:extLst>
            </p:cNvPr>
            <p:cNvGrpSpPr/>
            <p:nvPr/>
          </p:nvGrpSpPr>
          <p:grpSpPr>
            <a:xfrm>
              <a:off x="5257729" y="-658620"/>
              <a:ext cx="2263438" cy="2198360"/>
              <a:chOff x="5445106" y="2039507"/>
              <a:chExt cx="2263438" cy="2198360"/>
            </a:xfrm>
          </p:grpSpPr>
          <p:grpSp>
            <p:nvGrpSpPr>
              <p:cNvPr id="13203" name="Group 13202">
                <a:extLst>
                  <a:ext uri="{FF2B5EF4-FFF2-40B4-BE49-F238E27FC236}">
                    <a16:creationId xmlns:a16="http://schemas.microsoft.com/office/drawing/2014/main" id="{AF6E41E1-EC75-4C4F-3476-41D86558A9FE}"/>
                  </a:ext>
                </a:extLst>
              </p:cNvPr>
              <p:cNvGrpSpPr/>
              <p:nvPr/>
            </p:nvGrpSpPr>
            <p:grpSpPr>
              <a:xfrm>
                <a:off x="5445106" y="2644743"/>
                <a:ext cx="1643204" cy="1593124"/>
                <a:chOff x="5445106" y="2644743"/>
                <a:chExt cx="1643204" cy="1593124"/>
              </a:xfrm>
            </p:grpSpPr>
            <p:grpSp>
              <p:nvGrpSpPr>
                <p:cNvPr id="13299" name="Group 13298">
                  <a:extLst>
                    <a:ext uri="{FF2B5EF4-FFF2-40B4-BE49-F238E27FC236}">
                      <a16:creationId xmlns:a16="http://schemas.microsoft.com/office/drawing/2014/main" id="{CA2FE53A-5C2E-F633-DEDE-3A2B72ABF12E}"/>
                    </a:ext>
                  </a:extLst>
                </p:cNvPr>
                <p:cNvGrpSpPr/>
                <p:nvPr/>
              </p:nvGrpSpPr>
              <p:grpSpPr>
                <a:xfrm>
                  <a:off x="5445106" y="2644743"/>
                  <a:ext cx="1019224" cy="991639"/>
                  <a:chOff x="5886431" y="3225768"/>
                  <a:chExt cx="1019224" cy="991639"/>
                </a:xfrm>
              </p:grpSpPr>
              <p:grpSp>
                <p:nvGrpSpPr>
                  <p:cNvPr id="13347" name="Group 13346">
                    <a:extLst>
                      <a:ext uri="{FF2B5EF4-FFF2-40B4-BE49-F238E27FC236}">
                        <a16:creationId xmlns:a16="http://schemas.microsoft.com/office/drawing/2014/main" id="{DF6AEA2F-ADB9-4C43-821E-20979C20D3D1}"/>
                      </a:ext>
                    </a:extLst>
                  </p:cNvPr>
                  <p:cNvGrpSpPr/>
                  <p:nvPr/>
                </p:nvGrpSpPr>
                <p:grpSpPr>
                  <a:xfrm>
                    <a:off x="6197413" y="3824215"/>
                    <a:ext cx="393192" cy="393192"/>
                    <a:chOff x="5265196" y="3357021"/>
                    <a:chExt cx="393192" cy="393192"/>
                  </a:xfrm>
                </p:grpSpPr>
                <p:grpSp>
                  <p:nvGrpSpPr>
                    <p:cNvPr id="13382" name="Group 13381">
                      <a:extLst>
                        <a:ext uri="{FF2B5EF4-FFF2-40B4-BE49-F238E27FC236}">
                          <a16:creationId xmlns:a16="http://schemas.microsoft.com/office/drawing/2014/main" id="{02960A4A-868D-268B-02BD-CB8F4D1332F2}"/>
                        </a:ext>
                      </a:extLst>
                    </p:cNvPr>
                    <p:cNvGrpSpPr/>
                    <p:nvPr/>
                  </p:nvGrpSpPr>
                  <p:grpSpPr>
                    <a:xfrm rot="14400000">
                      <a:off x="5265196" y="3357021"/>
                      <a:ext cx="393192" cy="393192"/>
                      <a:chOff x="5354637" y="3446463"/>
                      <a:chExt cx="214313" cy="214313"/>
                    </a:xfrm>
                  </p:grpSpPr>
                  <p:sp>
                    <p:nvSpPr>
                      <p:cNvPr id="13391" name="Arc 13390">
                        <a:extLst>
                          <a:ext uri="{FF2B5EF4-FFF2-40B4-BE49-F238E27FC236}">
                            <a16:creationId xmlns:a16="http://schemas.microsoft.com/office/drawing/2014/main" id="{28B91467-FDC1-B837-29FA-152C0887FDC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392" name="Arc 13391">
                        <a:extLst>
                          <a:ext uri="{FF2B5EF4-FFF2-40B4-BE49-F238E27FC236}">
                            <a16:creationId xmlns:a16="http://schemas.microsoft.com/office/drawing/2014/main" id="{703CA81E-990D-45E2-F27C-494FFAE8810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383" name="Group 13382">
                      <a:extLst>
                        <a:ext uri="{FF2B5EF4-FFF2-40B4-BE49-F238E27FC236}">
                          <a16:creationId xmlns:a16="http://schemas.microsoft.com/office/drawing/2014/main" id="{7AB17927-C49F-9525-68ED-8D4B77C718A0}"/>
                        </a:ext>
                      </a:extLst>
                    </p:cNvPr>
                    <p:cNvGrpSpPr/>
                    <p:nvPr/>
                  </p:nvGrpSpPr>
                  <p:grpSpPr>
                    <a:xfrm>
                      <a:off x="5310186" y="3402011"/>
                      <a:ext cx="303213" cy="303213"/>
                      <a:chOff x="5310186" y="3402011"/>
                      <a:chExt cx="303213" cy="303213"/>
                    </a:xfrm>
                  </p:grpSpPr>
                  <p:grpSp>
                    <p:nvGrpSpPr>
                      <p:cNvPr id="13384" name="Group 13383">
                        <a:extLst>
                          <a:ext uri="{FF2B5EF4-FFF2-40B4-BE49-F238E27FC236}">
                            <a16:creationId xmlns:a16="http://schemas.microsoft.com/office/drawing/2014/main" id="{3CA0D67E-B4E2-9303-B8CB-3F21F5BE552F}"/>
                          </a:ext>
                        </a:extLst>
                      </p:cNvPr>
                      <p:cNvGrpSpPr/>
                      <p:nvPr/>
                    </p:nvGrpSpPr>
                    <p:grpSpPr>
                      <a:xfrm>
                        <a:off x="5354636" y="3446461"/>
                        <a:ext cx="214313" cy="214313"/>
                        <a:chOff x="5354637" y="3446463"/>
                        <a:chExt cx="214313" cy="214313"/>
                      </a:xfrm>
                    </p:grpSpPr>
                    <p:sp>
                      <p:nvSpPr>
                        <p:cNvPr id="13389" name="Arc 13388">
                          <a:extLst>
                            <a:ext uri="{FF2B5EF4-FFF2-40B4-BE49-F238E27FC236}">
                              <a16:creationId xmlns:a16="http://schemas.microsoft.com/office/drawing/2014/main" id="{DF373173-C902-A406-5657-8D50F56239F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390" name="Arc 13389">
                          <a:extLst>
                            <a:ext uri="{FF2B5EF4-FFF2-40B4-BE49-F238E27FC236}">
                              <a16:creationId xmlns:a16="http://schemas.microsoft.com/office/drawing/2014/main" id="{3E414429-B3DF-A336-2DAA-D3F3570A671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385" name="Group 13384">
                        <a:extLst>
                          <a:ext uri="{FF2B5EF4-FFF2-40B4-BE49-F238E27FC236}">
                            <a16:creationId xmlns:a16="http://schemas.microsoft.com/office/drawing/2014/main" id="{B5E7ABD9-4884-EFD9-9647-7E6B3E395A17}"/>
                          </a:ext>
                        </a:extLst>
                      </p:cNvPr>
                      <p:cNvGrpSpPr/>
                      <p:nvPr/>
                    </p:nvGrpSpPr>
                    <p:grpSpPr>
                      <a:xfrm rot="7200000">
                        <a:off x="5310186" y="3402011"/>
                        <a:ext cx="303213" cy="303213"/>
                        <a:chOff x="5354637" y="3446463"/>
                        <a:chExt cx="214313" cy="214313"/>
                      </a:xfrm>
                    </p:grpSpPr>
                    <p:sp>
                      <p:nvSpPr>
                        <p:cNvPr id="13387" name="Arc 13386">
                          <a:extLst>
                            <a:ext uri="{FF2B5EF4-FFF2-40B4-BE49-F238E27FC236}">
                              <a16:creationId xmlns:a16="http://schemas.microsoft.com/office/drawing/2014/main" id="{BDF0D240-2187-10E8-4854-8A88D672E84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388" name="Arc 13387">
                          <a:extLst>
                            <a:ext uri="{FF2B5EF4-FFF2-40B4-BE49-F238E27FC236}">
                              <a16:creationId xmlns:a16="http://schemas.microsoft.com/office/drawing/2014/main" id="{4A64FA6A-921A-FE82-FAFF-C477A1FBC20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386" name="TextBox 13385">
                        <a:extLst>
                          <a:ext uri="{FF2B5EF4-FFF2-40B4-BE49-F238E27FC236}">
                            <a16:creationId xmlns:a16="http://schemas.microsoft.com/office/drawing/2014/main" id="{2D32E8D9-BBEB-5550-CE54-0029F2A484D0}"/>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348" name="Group 13347">
                    <a:extLst>
                      <a:ext uri="{FF2B5EF4-FFF2-40B4-BE49-F238E27FC236}">
                        <a16:creationId xmlns:a16="http://schemas.microsoft.com/office/drawing/2014/main" id="{E36996AF-0E8F-5961-67F7-8425B836FF67}"/>
                      </a:ext>
                    </a:extLst>
                  </p:cNvPr>
                  <p:cNvGrpSpPr/>
                  <p:nvPr/>
                </p:nvGrpSpPr>
                <p:grpSpPr>
                  <a:xfrm>
                    <a:off x="5886431" y="3525040"/>
                    <a:ext cx="393192" cy="393192"/>
                    <a:chOff x="5265196" y="3932619"/>
                    <a:chExt cx="393192" cy="393192"/>
                  </a:xfrm>
                </p:grpSpPr>
                <p:grpSp>
                  <p:nvGrpSpPr>
                    <p:cNvPr id="13372" name="Group 13371">
                      <a:extLst>
                        <a:ext uri="{FF2B5EF4-FFF2-40B4-BE49-F238E27FC236}">
                          <a16:creationId xmlns:a16="http://schemas.microsoft.com/office/drawing/2014/main" id="{F9C2DD0E-DF31-5403-38FD-4E9E6364A352}"/>
                        </a:ext>
                      </a:extLst>
                    </p:cNvPr>
                    <p:cNvGrpSpPr/>
                    <p:nvPr/>
                  </p:nvGrpSpPr>
                  <p:grpSpPr>
                    <a:xfrm>
                      <a:off x="5354636" y="4022061"/>
                      <a:ext cx="214313" cy="214313"/>
                      <a:chOff x="5354637" y="3446463"/>
                      <a:chExt cx="214313" cy="214313"/>
                    </a:xfrm>
                  </p:grpSpPr>
                  <p:sp>
                    <p:nvSpPr>
                      <p:cNvPr id="13380" name="Arc 13379">
                        <a:extLst>
                          <a:ext uri="{FF2B5EF4-FFF2-40B4-BE49-F238E27FC236}">
                            <a16:creationId xmlns:a16="http://schemas.microsoft.com/office/drawing/2014/main" id="{00FD822E-076C-561C-ACB5-130D7152385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381" name="Arc 13380">
                        <a:extLst>
                          <a:ext uri="{FF2B5EF4-FFF2-40B4-BE49-F238E27FC236}">
                            <a16:creationId xmlns:a16="http://schemas.microsoft.com/office/drawing/2014/main" id="{C4853456-2DB0-A562-B4A4-7CBF241BF4A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373" name="Group 13372">
                      <a:extLst>
                        <a:ext uri="{FF2B5EF4-FFF2-40B4-BE49-F238E27FC236}">
                          <a16:creationId xmlns:a16="http://schemas.microsoft.com/office/drawing/2014/main" id="{21632807-181C-F437-EC06-F46435E91D2B}"/>
                        </a:ext>
                      </a:extLst>
                    </p:cNvPr>
                    <p:cNvGrpSpPr/>
                    <p:nvPr/>
                  </p:nvGrpSpPr>
                  <p:grpSpPr>
                    <a:xfrm rot="14400000">
                      <a:off x="5310186" y="3977611"/>
                      <a:ext cx="303213" cy="303213"/>
                      <a:chOff x="5354637" y="3446463"/>
                      <a:chExt cx="214313" cy="214313"/>
                    </a:xfrm>
                  </p:grpSpPr>
                  <p:sp>
                    <p:nvSpPr>
                      <p:cNvPr id="13378" name="Arc 13377">
                        <a:extLst>
                          <a:ext uri="{FF2B5EF4-FFF2-40B4-BE49-F238E27FC236}">
                            <a16:creationId xmlns:a16="http://schemas.microsoft.com/office/drawing/2014/main" id="{77FFEDB8-C7B8-75D3-981B-59B8E585CD7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379" name="Arc 13378">
                        <a:extLst>
                          <a:ext uri="{FF2B5EF4-FFF2-40B4-BE49-F238E27FC236}">
                            <a16:creationId xmlns:a16="http://schemas.microsoft.com/office/drawing/2014/main" id="{5D97E4D1-B239-9E8E-E5C0-5467A4FD207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374" name="Group 13373">
                      <a:extLst>
                        <a:ext uri="{FF2B5EF4-FFF2-40B4-BE49-F238E27FC236}">
                          <a16:creationId xmlns:a16="http://schemas.microsoft.com/office/drawing/2014/main" id="{4708E966-345A-DE80-BEE1-0992B9A2AB27}"/>
                        </a:ext>
                      </a:extLst>
                    </p:cNvPr>
                    <p:cNvGrpSpPr/>
                    <p:nvPr/>
                  </p:nvGrpSpPr>
                  <p:grpSpPr>
                    <a:xfrm rot="7200000">
                      <a:off x="5265196" y="3932619"/>
                      <a:ext cx="393192" cy="393192"/>
                      <a:chOff x="5354637" y="3446463"/>
                      <a:chExt cx="214313" cy="214313"/>
                    </a:xfrm>
                  </p:grpSpPr>
                  <p:sp>
                    <p:nvSpPr>
                      <p:cNvPr id="13376" name="Arc 13375">
                        <a:extLst>
                          <a:ext uri="{FF2B5EF4-FFF2-40B4-BE49-F238E27FC236}">
                            <a16:creationId xmlns:a16="http://schemas.microsoft.com/office/drawing/2014/main" id="{7A80760F-E187-39F9-8EFF-D01F3E6DC68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377" name="Arc 13376">
                        <a:extLst>
                          <a:ext uri="{FF2B5EF4-FFF2-40B4-BE49-F238E27FC236}">
                            <a16:creationId xmlns:a16="http://schemas.microsoft.com/office/drawing/2014/main" id="{EF038BE0-6F8E-E4BB-C694-95FC9C01136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375" name="TextBox 13374">
                      <a:extLst>
                        <a:ext uri="{FF2B5EF4-FFF2-40B4-BE49-F238E27FC236}">
                          <a16:creationId xmlns:a16="http://schemas.microsoft.com/office/drawing/2014/main" id="{9B0B4526-4D86-6361-89A7-9101109FDF56}"/>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3349" name="Group 13348">
                    <a:extLst>
                      <a:ext uri="{FF2B5EF4-FFF2-40B4-BE49-F238E27FC236}">
                        <a16:creationId xmlns:a16="http://schemas.microsoft.com/office/drawing/2014/main" id="{102DCD1B-3452-4CC7-218D-A28DA8DA7228}"/>
                      </a:ext>
                    </a:extLst>
                  </p:cNvPr>
                  <p:cNvGrpSpPr/>
                  <p:nvPr/>
                </p:nvGrpSpPr>
                <p:grpSpPr>
                  <a:xfrm>
                    <a:off x="6512463" y="3525040"/>
                    <a:ext cx="393192" cy="393192"/>
                    <a:chOff x="6389147" y="3357021"/>
                    <a:chExt cx="393192" cy="393192"/>
                  </a:xfrm>
                </p:grpSpPr>
                <p:grpSp>
                  <p:nvGrpSpPr>
                    <p:cNvPr id="13361" name="Group 13360">
                      <a:extLst>
                        <a:ext uri="{FF2B5EF4-FFF2-40B4-BE49-F238E27FC236}">
                          <a16:creationId xmlns:a16="http://schemas.microsoft.com/office/drawing/2014/main" id="{60677450-C412-875C-833B-E1A74B830A0A}"/>
                        </a:ext>
                      </a:extLst>
                    </p:cNvPr>
                    <p:cNvGrpSpPr/>
                    <p:nvPr/>
                  </p:nvGrpSpPr>
                  <p:grpSpPr>
                    <a:xfrm rot="7200000" flipH="1">
                      <a:off x="6389147" y="3357021"/>
                      <a:ext cx="393192" cy="393192"/>
                      <a:chOff x="5354637" y="3446463"/>
                      <a:chExt cx="214313" cy="214313"/>
                    </a:xfrm>
                  </p:grpSpPr>
                  <p:sp>
                    <p:nvSpPr>
                      <p:cNvPr id="13370" name="Arc 13369">
                        <a:extLst>
                          <a:ext uri="{FF2B5EF4-FFF2-40B4-BE49-F238E27FC236}">
                            <a16:creationId xmlns:a16="http://schemas.microsoft.com/office/drawing/2014/main" id="{E5A7F8A7-4F2F-446B-2C93-6A4AC10626E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371" name="Arc 13370">
                        <a:extLst>
                          <a:ext uri="{FF2B5EF4-FFF2-40B4-BE49-F238E27FC236}">
                            <a16:creationId xmlns:a16="http://schemas.microsoft.com/office/drawing/2014/main" id="{76145B1E-5615-4CF7-BCD0-C5EA770DA83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362" name="Group 13361">
                      <a:extLst>
                        <a:ext uri="{FF2B5EF4-FFF2-40B4-BE49-F238E27FC236}">
                          <a16:creationId xmlns:a16="http://schemas.microsoft.com/office/drawing/2014/main" id="{688C8161-38FC-927B-23F7-E53744C06F77}"/>
                        </a:ext>
                      </a:extLst>
                    </p:cNvPr>
                    <p:cNvGrpSpPr/>
                    <p:nvPr/>
                  </p:nvGrpSpPr>
                  <p:grpSpPr>
                    <a:xfrm>
                      <a:off x="6434137" y="3402011"/>
                      <a:ext cx="303213" cy="303213"/>
                      <a:chOff x="6434137" y="3402011"/>
                      <a:chExt cx="303213" cy="303213"/>
                    </a:xfrm>
                  </p:grpSpPr>
                  <p:grpSp>
                    <p:nvGrpSpPr>
                      <p:cNvPr id="13363" name="Group 13362">
                        <a:extLst>
                          <a:ext uri="{FF2B5EF4-FFF2-40B4-BE49-F238E27FC236}">
                            <a16:creationId xmlns:a16="http://schemas.microsoft.com/office/drawing/2014/main" id="{59F87B01-36C4-57C1-41CD-DCD0A2B3F653}"/>
                          </a:ext>
                        </a:extLst>
                      </p:cNvPr>
                      <p:cNvGrpSpPr/>
                      <p:nvPr/>
                    </p:nvGrpSpPr>
                    <p:grpSpPr>
                      <a:xfrm flipH="1">
                        <a:off x="6478587" y="3446461"/>
                        <a:ext cx="214313" cy="214313"/>
                        <a:chOff x="5354637" y="3446463"/>
                        <a:chExt cx="214313" cy="214313"/>
                      </a:xfrm>
                    </p:grpSpPr>
                    <p:sp>
                      <p:nvSpPr>
                        <p:cNvPr id="13368" name="Arc 13367">
                          <a:extLst>
                            <a:ext uri="{FF2B5EF4-FFF2-40B4-BE49-F238E27FC236}">
                              <a16:creationId xmlns:a16="http://schemas.microsoft.com/office/drawing/2014/main" id="{D2F86D3D-0B08-8862-64AF-2264131282B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369" name="Arc 13368">
                          <a:extLst>
                            <a:ext uri="{FF2B5EF4-FFF2-40B4-BE49-F238E27FC236}">
                              <a16:creationId xmlns:a16="http://schemas.microsoft.com/office/drawing/2014/main" id="{51EF0412-4F25-489F-3E54-2E49E2B4BBD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364" name="Group 13363">
                        <a:extLst>
                          <a:ext uri="{FF2B5EF4-FFF2-40B4-BE49-F238E27FC236}">
                            <a16:creationId xmlns:a16="http://schemas.microsoft.com/office/drawing/2014/main" id="{58483CB3-4DF6-9B2E-DB38-D242683DF1C0}"/>
                          </a:ext>
                        </a:extLst>
                      </p:cNvPr>
                      <p:cNvGrpSpPr/>
                      <p:nvPr/>
                    </p:nvGrpSpPr>
                    <p:grpSpPr>
                      <a:xfrm rot="14400000" flipH="1">
                        <a:off x="6434137" y="3402011"/>
                        <a:ext cx="303213" cy="303213"/>
                        <a:chOff x="5354637" y="3446463"/>
                        <a:chExt cx="214313" cy="214313"/>
                      </a:xfrm>
                    </p:grpSpPr>
                    <p:sp>
                      <p:nvSpPr>
                        <p:cNvPr id="13366" name="Arc 13365">
                          <a:extLst>
                            <a:ext uri="{FF2B5EF4-FFF2-40B4-BE49-F238E27FC236}">
                              <a16:creationId xmlns:a16="http://schemas.microsoft.com/office/drawing/2014/main" id="{17B5E030-F6A7-299D-1F5D-CDE0BC41648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367" name="Arc 13366">
                          <a:extLst>
                            <a:ext uri="{FF2B5EF4-FFF2-40B4-BE49-F238E27FC236}">
                              <a16:creationId xmlns:a16="http://schemas.microsoft.com/office/drawing/2014/main" id="{4743A5D7-71AD-3B5F-53C5-ED58AF5CE8F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365" name="TextBox 13364">
                        <a:extLst>
                          <a:ext uri="{FF2B5EF4-FFF2-40B4-BE49-F238E27FC236}">
                            <a16:creationId xmlns:a16="http://schemas.microsoft.com/office/drawing/2014/main" id="{E2442E7B-D57A-99CD-DBF8-7C776CD2E140}"/>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350" name="Group 13349">
                    <a:extLst>
                      <a:ext uri="{FF2B5EF4-FFF2-40B4-BE49-F238E27FC236}">
                        <a16:creationId xmlns:a16="http://schemas.microsoft.com/office/drawing/2014/main" id="{E155FDFF-E6D2-959F-DFF9-751886EB480B}"/>
                      </a:ext>
                    </a:extLst>
                  </p:cNvPr>
                  <p:cNvGrpSpPr/>
                  <p:nvPr/>
                </p:nvGrpSpPr>
                <p:grpSpPr>
                  <a:xfrm>
                    <a:off x="6197413" y="3225768"/>
                    <a:ext cx="393192" cy="393192"/>
                    <a:chOff x="6389147" y="3932622"/>
                    <a:chExt cx="393192" cy="393192"/>
                  </a:xfrm>
                </p:grpSpPr>
                <p:grpSp>
                  <p:nvGrpSpPr>
                    <p:cNvPr id="13351" name="Group 13350">
                      <a:extLst>
                        <a:ext uri="{FF2B5EF4-FFF2-40B4-BE49-F238E27FC236}">
                          <a16:creationId xmlns:a16="http://schemas.microsoft.com/office/drawing/2014/main" id="{BAB583B6-1967-275F-6829-2D1043901D3A}"/>
                        </a:ext>
                      </a:extLst>
                    </p:cNvPr>
                    <p:cNvGrpSpPr/>
                    <p:nvPr/>
                  </p:nvGrpSpPr>
                  <p:grpSpPr>
                    <a:xfrm flipH="1">
                      <a:off x="6478587" y="4022061"/>
                      <a:ext cx="214313" cy="214313"/>
                      <a:chOff x="5354637" y="3446463"/>
                      <a:chExt cx="214313" cy="214313"/>
                    </a:xfrm>
                  </p:grpSpPr>
                  <p:sp>
                    <p:nvSpPr>
                      <p:cNvPr id="13359" name="Arc 13358">
                        <a:extLst>
                          <a:ext uri="{FF2B5EF4-FFF2-40B4-BE49-F238E27FC236}">
                            <a16:creationId xmlns:a16="http://schemas.microsoft.com/office/drawing/2014/main" id="{FD4935D0-E246-21A9-5720-5A6B35A2B83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360" name="Arc 13359">
                        <a:extLst>
                          <a:ext uri="{FF2B5EF4-FFF2-40B4-BE49-F238E27FC236}">
                            <a16:creationId xmlns:a16="http://schemas.microsoft.com/office/drawing/2014/main" id="{F0B837A2-5595-2FF3-5D8F-55EF1BE41FF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352" name="Group 13351">
                      <a:extLst>
                        <a:ext uri="{FF2B5EF4-FFF2-40B4-BE49-F238E27FC236}">
                          <a16:creationId xmlns:a16="http://schemas.microsoft.com/office/drawing/2014/main" id="{07818939-01A4-2296-5892-35CA8EB03BE9}"/>
                        </a:ext>
                      </a:extLst>
                    </p:cNvPr>
                    <p:cNvGrpSpPr/>
                    <p:nvPr/>
                  </p:nvGrpSpPr>
                  <p:grpSpPr>
                    <a:xfrm rot="7200000" flipH="1">
                      <a:off x="6434137" y="3977611"/>
                      <a:ext cx="303213" cy="303213"/>
                      <a:chOff x="5354637" y="3446463"/>
                      <a:chExt cx="214313" cy="214313"/>
                    </a:xfrm>
                  </p:grpSpPr>
                  <p:sp>
                    <p:nvSpPr>
                      <p:cNvPr id="13357" name="Arc 13356">
                        <a:extLst>
                          <a:ext uri="{FF2B5EF4-FFF2-40B4-BE49-F238E27FC236}">
                            <a16:creationId xmlns:a16="http://schemas.microsoft.com/office/drawing/2014/main" id="{42E8F4CE-7B09-65DE-0DBF-F70B81CB778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358" name="Arc 13357">
                        <a:extLst>
                          <a:ext uri="{FF2B5EF4-FFF2-40B4-BE49-F238E27FC236}">
                            <a16:creationId xmlns:a16="http://schemas.microsoft.com/office/drawing/2014/main" id="{4D22A382-7914-361A-47C4-F705AFA745B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353" name="Group 13352">
                      <a:extLst>
                        <a:ext uri="{FF2B5EF4-FFF2-40B4-BE49-F238E27FC236}">
                          <a16:creationId xmlns:a16="http://schemas.microsoft.com/office/drawing/2014/main" id="{3F1075CC-51D7-E944-1237-C57DC809AF53}"/>
                        </a:ext>
                      </a:extLst>
                    </p:cNvPr>
                    <p:cNvGrpSpPr/>
                    <p:nvPr/>
                  </p:nvGrpSpPr>
                  <p:grpSpPr>
                    <a:xfrm rot="14400000" flipH="1">
                      <a:off x="6389147" y="3932622"/>
                      <a:ext cx="393192" cy="393192"/>
                      <a:chOff x="5354637" y="3446463"/>
                      <a:chExt cx="214313" cy="214313"/>
                    </a:xfrm>
                  </p:grpSpPr>
                  <p:sp>
                    <p:nvSpPr>
                      <p:cNvPr id="13355" name="Arc 13354">
                        <a:extLst>
                          <a:ext uri="{FF2B5EF4-FFF2-40B4-BE49-F238E27FC236}">
                            <a16:creationId xmlns:a16="http://schemas.microsoft.com/office/drawing/2014/main" id="{204F0A5E-D31D-B952-821A-D0A2BC02C56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356" name="Arc 13355">
                        <a:extLst>
                          <a:ext uri="{FF2B5EF4-FFF2-40B4-BE49-F238E27FC236}">
                            <a16:creationId xmlns:a16="http://schemas.microsoft.com/office/drawing/2014/main" id="{6E2157D1-BE65-8DF7-CFB9-13A30C852B9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354" name="TextBox 13353">
                      <a:extLst>
                        <a:ext uri="{FF2B5EF4-FFF2-40B4-BE49-F238E27FC236}">
                          <a16:creationId xmlns:a16="http://schemas.microsoft.com/office/drawing/2014/main" id="{AA907EED-A09C-82E2-815A-572E7813BD25}"/>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300" name="Group 13299">
                  <a:extLst>
                    <a:ext uri="{FF2B5EF4-FFF2-40B4-BE49-F238E27FC236}">
                      <a16:creationId xmlns:a16="http://schemas.microsoft.com/office/drawing/2014/main" id="{005DD782-9171-00BB-C0F1-7A701A95A642}"/>
                    </a:ext>
                  </a:extLst>
                </p:cNvPr>
                <p:cNvGrpSpPr/>
                <p:nvPr/>
              </p:nvGrpSpPr>
              <p:grpSpPr>
                <a:xfrm>
                  <a:off x="6069086" y="3246228"/>
                  <a:ext cx="1019224" cy="991639"/>
                  <a:chOff x="5886431" y="3225768"/>
                  <a:chExt cx="1019224" cy="991639"/>
                </a:xfrm>
              </p:grpSpPr>
              <p:grpSp>
                <p:nvGrpSpPr>
                  <p:cNvPr id="13301" name="Group 13300">
                    <a:extLst>
                      <a:ext uri="{FF2B5EF4-FFF2-40B4-BE49-F238E27FC236}">
                        <a16:creationId xmlns:a16="http://schemas.microsoft.com/office/drawing/2014/main" id="{09FF7996-1A6F-9BEA-60F9-BE9116E96968}"/>
                      </a:ext>
                    </a:extLst>
                  </p:cNvPr>
                  <p:cNvGrpSpPr/>
                  <p:nvPr/>
                </p:nvGrpSpPr>
                <p:grpSpPr>
                  <a:xfrm>
                    <a:off x="6197413" y="3824215"/>
                    <a:ext cx="393192" cy="393192"/>
                    <a:chOff x="5265196" y="3357021"/>
                    <a:chExt cx="393192" cy="393192"/>
                  </a:xfrm>
                </p:grpSpPr>
                <p:grpSp>
                  <p:nvGrpSpPr>
                    <p:cNvPr id="13336" name="Group 13335">
                      <a:extLst>
                        <a:ext uri="{FF2B5EF4-FFF2-40B4-BE49-F238E27FC236}">
                          <a16:creationId xmlns:a16="http://schemas.microsoft.com/office/drawing/2014/main" id="{515E4155-1B61-75DF-58BF-F00D1AB289C2}"/>
                        </a:ext>
                      </a:extLst>
                    </p:cNvPr>
                    <p:cNvGrpSpPr/>
                    <p:nvPr/>
                  </p:nvGrpSpPr>
                  <p:grpSpPr>
                    <a:xfrm rot="14400000">
                      <a:off x="5265196" y="3357021"/>
                      <a:ext cx="393192" cy="393192"/>
                      <a:chOff x="5354637" y="3446463"/>
                      <a:chExt cx="214313" cy="214313"/>
                    </a:xfrm>
                  </p:grpSpPr>
                  <p:sp>
                    <p:nvSpPr>
                      <p:cNvPr id="13345" name="Arc 13344">
                        <a:extLst>
                          <a:ext uri="{FF2B5EF4-FFF2-40B4-BE49-F238E27FC236}">
                            <a16:creationId xmlns:a16="http://schemas.microsoft.com/office/drawing/2014/main" id="{86B66745-1EEA-7519-9E04-F9EA2100DB8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346" name="Arc 13345">
                        <a:extLst>
                          <a:ext uri="{FF2B5EF4-FFF2-40B4-BE49-F238E27FC236}">
                            <a16:creationId xmlns:a16="http://schemas.microsoft.com/office/drawing/2014/main" id="{9E302D72-A0FC-D5C4-89F8-CA99B00128E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337" name="Group 13336">
                      <a:extLst>
                        <a:ext uri="{FF2B5EF4-FFF2-40B4-BE49-F238E27FC236}">
                          <a16:creationId xmlns:a16="http://schemas.microsoft.com/office/drawing/2014/main" id="{9189E5CE-AA36-6C69-5B01-CC968C6A2B32}"/>
                        </a:ext>
                      </a:extLst>
                    </p:cNvPr>
                    <p:cNvGrpSpPr/>
                    <p:nvPr/>
                  </p:nvGrpSpPr>
                  <p:grpSpPr>
                    <a:xfrm>
                      <a:off x="5310186" y="3402011"/>
                      <a:ext cx="303213" cy="303213"/>
                      <a:chOff x="5310186" y="3402011"/>
                      <a:chExt cx="303213" cy="303213"/>
                    </a:xfrm>
                  </p:grpSpPr>
                  <p:grpSp>
                    <p:nvGrpSpPr>
                      <p:cNvPr id="13338" name="Group 13337">
                        <a:extLst>
                          <a:ext uri="{FF2B5EF4-FFF2-40B4-BE49-F238E27FC236}">
                            <a16:creationId xmlns:a16="http://schemas.microsoft.com/office/drawing/2014/main" id="{CE0FDE0E-F754-051F-149A-DBEDA10F6389}"/>
                          </a:ext>
                        </a:extLst>
                      </p:cNvPr>
                      <p:cNvGrpSpPr/>
                      <p:nvPr/>
                    </p:nvGrpSpPr>
                    <p:grpSpPr>
                      <a:xfrm>
                        <a:off x="5354636" y="3446461"/>
                        <a:ext cx="214313" cy="214313"/>
                        <a:chOff x="5354637" y="3446463"/>
                        <a:chExt cx="214313" cy="214313"/>
                      </a:xfrm>
                    </p:grpSpPr>
                    <p:sp>
                      <p:nvSpPr>
                        <p:cNvPr id="13343" name="Arc 13342">
                          <a:extLst>
                            <a:ext uri="{FF2B5EF4-FFF2-40B4-BE49-F238E27FC236}">
                              <a16:creationId xmlns:a16="http://schemas.microsoft.com/office/drawing/2014/main" id="{A639C157-AFBB-92AE-B757-FC444D88C89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344" name="Arc 13343">
                          <a:extLst>
                            <a:ext uri="{FF2B5EF4-FFF2-40B4-BE49-F238E27FC236}">
                              <a16:creationId xmlns:a16="http://schemas.microsoft.com/office/drawing/2014/main" id="{24B25A55-2678-FD45-504F-B8E08C8C763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339" name="Group 13338">
                        <a:extLst>
                          <a:ext uri="{FF2B5EF4-FFF2-40B4-BE49-F238E27FC236}">
                            <a16:creationId xmlns:a16="http://schemas.microsoft.com/office/drawing/2014/main" id="{C9FF2FED-70AC-1CBE-8CDB-DAA5EDADD98B}"/>
                          </a:ext>
                        </a:extLst>
                      </p:cNvPr>
                      <p:cNvGrpSpPr/>
                      <p:nvPr/>
                    </p:nvGrpSpPr>
                    <p:grpSpPr>
                      <a:xfrm rot="7200000">
                        <a:off x="5310186" y="3402011"/>
                        <a:ext cx="303213" cy="303213"/>
                        <a:chOff x="5354637" y="3446463"/>
                        <a:chExt cx="214313" cy="214313"/>
                      </a:xfrm>
                    </p:grpSpPr>
                    <p:sp>
                      <p:nvSpPr>
                        <p:cNvPr id="13341" name="Arc 13340">
                          <a:extLst>
                            <a:ext uri="{FF2B5EF4-FFF2-40B4-BE49-F238E27FC236}">
                              <a16:creationId xmlns:a16="http://schemas.microsoft.com/office/drawing/2014/main" id="{A6A8376A-D8DA-A73F-5D6D-A95095066E4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342" name="Arc 13341">
                          <a:extLst>
                            <a:ext uri="{FF2B5EF4-FFF2-40B4-BE49-F238E27FC236}">
                              <a16:creationId xmlns:a16="http://schemas.microsoft.com/office/drawing/2014/main" id="{8C8F9380-8B37-F6EB-8864-16C5F60BAB6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340" name="TextBox 13339">
                        <a:extLst>
                          <a:ext uri="{FF2B5EF4-FFF2-40B4-BE49-F238E27FC236}">
                            <a16:creationId xmlns:a16="http://schemas.microsoft.com/office/drawing/2014/main" id="{BE15850A-FEA8-8832-EF84-80C9DBC8A6AA}"/>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302" name="Group 13301">
                    <a:extLst>
                      <a:ext uri="{FF2B5EF4-FFF2-40B4-BE49-F238E27FC236}">
                        <a16:creationId xmlns:a16="http://schemas.microsoft.com/office/drawing/2014/main" id="{9BB3E76F-AE75-6A3A-1031-72227D682C18}"/>
                      </a:ext>
                    </a:extLst>
                  </p:cNvPr>
                  <p:cNvGrpSpPr/>
                  <p:nvPr/>
                </p:nvGrpSpPr>
                <p:grpSpPr>
                  <a:xfrm>
                    <a:off x="5886431" y="3525040"/>
                    <a:ext cx="393192" cy="393192"/>
                    <a:chOff x="5265196" y="3932619"/>
                    <a:chExt cx="393192" cy="393192"/>
                  </a:xfrm>
                </p:grpSpPr>
                <p:grpSp>
                  <p:nvGrpSpPr>
                    <p:cNvPr id="13326" name="Group 13325">
                      <a:extLst>
                        <a:ext uri="{FF2B5EF4-FFF2-40B4-BE49-F238E27FC236}">
                          <a16:creationId xmlns:a16="http://schemas.microsoft.com/office/drawing/2014/main" id="{75C2A5B1-4844-DBBA-B142-F48E80E3386A}"/>
                        </a:ext>
                      </a:extLst>
                    </p:cNvPr>
                    <p:cNvGrpSpPr/>
                    <p:nvPr/>
                  </p:nvGrpSpPr>
                  <p:grpSpPr>
                    <a:xfrm>
                      <a:off x="5354636" y="4022061"/>
                      <a:ext cx="214313" cy="214313"/>
                      <a:chOff x="5354637" y="3446463"/>
                      <a:chExt cx="214313" cy="214313"/>
                    </a:xfrm>
                  </p:grpSpPr>
                  <p:sp>
                    <p:nvSpPr>
                      <p:cNvPr id="13334" name="Arc 13333">
                        <a:extLst>
                          <a:ext uri="{FF2B5EF4-FFF2-40B4-BE49-F238E27FC236}">
                            <a16:creationId xmlns:a16="http://schemas.microsoft.com/office/drawing/2014/main" id="{E85120A6-E84C-6FA2-8FFA-534C0B67235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335" name="Arc 13334">
                        <a:extLst>
                          <a:ext uri="{FF2B5EF4-FFF2-40B4-BE49-F238E27FC236}">
                            <a16:creationId xmlns:a16="http://schemas.microsoft.com/office/drawing/2014/main" id="{48E5647D-9FE8-7D91-B4E3-72F6A876EE5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327" name="Group 13326">
                      <a:extLst>
                        <a:ext uri="{FF2B5EF4-FFF2-40B4-BE49-F238E27FC236}">
                          <a16:creationId xmlns:a16="http://schemas.microsoft.com/office/drawing/2014/main" id="{8FD1CD8E-7B8A-516C-5841-6AECED6ABC50}"/>
                        </a:ext>
                      </a:extLst>
                    </p:cNvPr>
                    <p:cNvGrpSpPr/>
                    <p:nvPr/>
                  </p:nvGrpSpPr>
                  <p:grpSpPr>
                    <a:xfrm rot="14400000">
                      <a:off x="5310186" y="3977611"/>
                      <a:ext cx="303213" cy="303213"/>
                      <a:chOff x="5354637" y="3446463"/>
                      <a:chExt cx="214313" cy="214313"/>
                    </a:xfrm>
                  </p:grpSpPr>
                  <p:sp>
                    <p:nvSpPr>
                      <p:cNvPr id="13332" name="Arc 13331">
                        <a:extLst>
                          <a:ext uri="{FF2B5EF4-FFF2-40B4-BE49-F238E27FC236}">
                            <a16:creationId xmlns:a16="http://schemas.microsoft.com/office/drawing/2014/main" id="{DB8920AE-4B70-0AD9-69A4-25346DB04F3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333" name="Arc 13332">
                        <a:extLst>
                          <a:ext uri="{FF2B5EF4-FFF2-40B4-BE49-F238E27FC236}">
                            <a16:creationId xmlns:a16="http://schemas.microsoft.com/office/drawing/2014/main" id="{0AD097C9-2422-6F2F-6814-113E0857428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328" name="Group 13327">
                      <a:extLst>
                        <a:ext uri="{FF2B5EF4-FFF2-40B4-BE49-F238E27FC236}">
                          <a16:creationId xmlns:a16="http://schemas.microsoft.com/office/drawing/2014/main" id="{B7DC4521-1167-6B2F-4DDC-F569CAD7C2B4}"/>
                        </a:ext>
                      </a:extLst>
                    </p:cNvPr>
                    <p:cNvGrpSpPr/>
                    <p:nvPr/>
                  </p:nvGrpSpPr>
                  <p:grpSpPr>
                    <a:xfrm rot="7200000">
                      <a:off x="5265196" y="3932619"/>
                      <a:ext cx="393192" cy="393192"/>
                      <a:chOff x="5354637" y="3446463"/>
                      <a:chExt cx="214313" cy="214313"/>
                    </a:xfrm>
                  </p:grpSpPr>
                  <p:sp>
                    <p:nvSpPr>
                      <p:cNvPr id="13330" name="Arc 13329">
                        <a:extLst>
                          <a:ext uri="{FF2B5EF4-FFF2-40B4-BE49-F238E27FC236}">
                            <a16:creationId xmlns:a16="http://schemas.microsoft.com/office/drawing/2014/main" id="{B7254AAA-100C-D243-BC22-2F9A24D5427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331" name="Arc 13330">
                        <a:extLst>
                          <a:ext uri="{FF2B5EF4-FFF2-40B4-BE49-F238E27FC236}">
                            <a16:creationId xmlns:a16="http://schemas.microsoft.com/office/drawing/2014/main" id="{7E15FF22-48E4-09D2-13FC-F994F4F5DC4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329" name="TextBox 13328">
                      <a:extLst>
                        <a:ext uri="{FF2B5EF4-FFF2-40B4-BE49-F238E27FC236}">
                          <a16:creationId xmlns:a16="http://schemas.microsoft.com/office/drawing/2014/main" id="{45F3B118-6186-92BE-3427-1929BF720E12}"/>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3303" name="Group 13302">
                    <a:extLst>
                      <a:ext uri="{FF2B5EF4-FFF2-40B4-BE49-F238E27FC236}">
                        <a16:creationId xmlns:a16="http://schemas.microsoft.com/office/drawing/2014/main" id="{980DA30F-1DFB-5CC6-7A8B-F5F41F598E63}"/>
                      </a:ext>
                    </a:extLst>
                  </p:cNvPr>
                  <p:cNvGrpSpPr/>
                  <p:nvPr/>
                </p:nvGrpSpPr>
                <p:grpSpPr>
                  <a:xfrm>
                    <a:off x="6512463" y="3525040"/>
                    <a:ext cx="393192" cy="393192"/>
                    <a:chOff x="6389147" y="3357021"/>
                    <a:chExt cx="393192" cy="393192"/>
                  </a:xfrm>
                </p:grpSpPr>
                <p:grpSp>
                  <p:nvGrpSpPr>
                    <p:cNvPr id="13315" name="Group 13314">
                      <a:extLst>
                        <a:ext uri="{FF2B5EF4-FFF2-40B4-BE49-F238E27FC236}">
                          <a16:creationId xmlns:a16="http://schemas.microsoft.com/office/drawing/2014/main" id="{332BEE10-7E5F-B219-42B9-54981D373B35}"/>
                        </a:ext>
                      </a:extLst>
                    </p:cNvPr>
                    <p:cNvGrpSpPr/>
                    <p:nvPr/>
                  </p:nvGrpSpPr>
                  <p:grpSpPr>
                    <a:xfrm rot="7200000" flipH="1">
                      <a:off x="6389147" y="3357021"/>
                      <a:ext cx="393192" cy="393192"/>
                      <a:chOff x="5354637" y="3446463"/>
                      <a:chExt cx="214313" cy="214313"/>
                    </a:xfrm>
                  </p:grpSpPr>
                  <p:sp>
                    <p:nvSpPr>
                      <p:cNvPr id="13324" name="Arc 13323">
                        <a:extLst>
                          <a:ext uri="{FF2B5EF4-FFF2-40B4-BE49-F238E27FC236}">
                            <a16:creationId xmlns:a16="http://schemas.microsoft.com/office/drawing/2014/main" id="{B1571974-998B-C98C-0CBA-D25BDDC9D8B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325" name="Arc 13324">
                        <a:extLst>
                          <a:ext uri="{FF2B5EF4-FFF2-40B4-BE49-F238E27FC236}">
                            <a16:creationId xmlns:a16="http://schemas.microsoft.com/office/drawing/2014/main" id="{7D360125-777E-D74B-C37D-68DF6A433DE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316" name="Group 13315">
                      <a:extLst>
                        <a:ext uri="{FF2B5EF4-FFF2-40B4-BE49-F238E27FC236}">
                          <a16:creationId xmlns:a16="http://schemas.microsoft.com/office/drawing/2014/main" id="{8A24E34A-5747-6A65-116F-C90A7B2206BE}"/>
                        </a:ext>
                      </a:extLst>
                    </p:cNvPr>
                    <p:cNvGrpSpPr/>
                    <p:nvPr/>
                  </p:nvGrpSpPr>
                  <p:grpSpPr>
                    <a:xfrm>
                      <a:off x="6434137" y="3402011"/>
                      <a:ext cx="303213" cy="303213"/>
                      <a:chOff x="6434137" y="3402011"/>
                      <a:chExt cx="303213" cy="303213"/>
                    </a:xfrm>
                  </p:grpSpPr>
                  <p:grpSp>
                    <p:nvGrpSpPr>
                      <p:cNvPr id="13317" name="Group 13316">
                        <a:extLst>
                          <a:ext uri="{FF2B5EF4-FFF2-40B4-BE49-F238E27FC236}">
                            <a16:creationId xmlns:a16="http://schemas.microsoft.com/office/drawing/2014/main" id="{B33C30F4-0227-BB58-692E-7A3B302591B2}"/>
                          </a:ext>
                        </a:extLst>
                      </p:cNvPr>
                      <p:cNvGrpSpPr/>
                      <p:nvPr/>
                    </p:nvGrpSpPr>
                    <p:grpSpPr>
                      <a:xfrm flipH="1">
                        <a:off x="6478587" y="3446461"/>
                        <a:ext cx="214313" cy="214313"/>
                        <a:chOff x="5354637" y="3446463"/>
                        <a:chExt cx="214313" cy="214313"/>
                      </a:xfrm>
                    </p:grpSpPr>
                    <p:sp>
                      <p:nvSpPr>
                        <p:cNvPr id="13322" name="Arc 13321">
                          <a:extLst>
                            <a:ext uri="{FF2B5EF4-FFF2-40B4-BE49-F238E27FC236}">
                              <a16:creationId xmlns:a16="http://schemas.microsoft.com/office/drawing/2014/main" id="{9E9F4D0C-06AA-06F1-F8D7-33C4B95BEED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323" name="Arc 13322">
                          <a:extLst>
                            <a:ext uri="{FF2B5EF4-FFF2-40B4-BE49-F238E27FC236}">
                              <a16:creationId xmlns:a16="http://schemas.microsoft.com/office/drawing/2014/main" id="{DBC83229-C331-C81E-65EB-E76BCD8FD81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318" name="Group 13317">
                        <a:extLst>
                          <a:ext uri="{FF2B5EF4-FFF2-40B4-BE49-F238E27FC236}">
                            <a16:creationId xmlns:a16="http://schemas.microsoft.com/office/drawing/2014/main" id="{0CEE8082-7161-38E3-4206-B61AF3E7562C}"/>
                          </a:ext>
                        </a:extLst>
                      </p:cNvPr>
                      <p:cNvGrpSpPr/>
                      <p:nvPr/>
                    </p:nvGrpSpPr>
                    <p:grpSpPr>
                      <a:xfrm rot="14400000" flipH="1">
                        <a:off x="6434137" y="3402011"/>
                        <a:ext cx="303213" cy="303213"/>
                        <a:chOff x="5354637" y="3446463"/>
                        <a:chExt cx="214313" cy="214313"/>
                      </a:xfrm>
                    </p:grpSpPr>
                    <p:sp>
                      <p:nvSpPr>
                        <p:cNvPr id="13320" name="Arc 13319">
                          <a:extLst>
                            <a:ext uri="{FF2B5EF4-FFF2-40B4-BE49-F238E27FC236}">
                              <a16:creationId xmlns:a16="http://schemas.microsoft.com/office/drawing/2014/main" id="{7659AE13-73E5-C063-7EC5-8DD4F3B60F7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321" name="Arc 13320">
                          <a:extLst>
                            <a:ext uri="{FF2B5EF4-FFF2-40B4-BE49-F238E27FC236}">
                              <a16:creationId xmlns:a16="http://schemas.microsoft.com/office/drawing/2014/main" id="{EE350D68-7B83-1F79-C3F4-3822FA1690D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319" name="TextBox 13318">
                        <a:extLst>
                          <a:ext uri="{FF2B5EF4-FFF2-40B4-BE49-F238E27FC236}">
                            <a16:creationId xmlns:a16="http://schemas.microsoft.com/office/drawing/2014/main" id="{406FE6AD-0563-AB60-84B1-922963B6FF5A}"/>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304" name="Group 13303">
                    <a:extLst>
                      <a:ext uri="{FF2B5EF4-FFF2-40B4-BE49-F238E27FC236}">
                        <a16:creationId xmlns:a16="http://schemas.microsoft.com/office/drawing/2014/main" id="{87677F68-F739-9EE7-BA6C-F2D1EC2A3311}"/>
                      </a:ext>
                    </a:extLst>
                  </p:cNvPr>
                  <p:cNvGrpSpPr/>
                  <p:nvPr/>
                </p:nvGrpSpPr>
                <p:grpSpPr>
                  <a:xfrm>
                    <a:off x="6197413" y="3225768"/>
                    <a:ext cx="393192" cy="393192"/>
                    <a:chOff x="6389147" y="3932622"/>
                    <a:chExt cx="393192" cy="393192"/>
                  </a:xfrm>
                </p:grpSpPr>
                <p:grpSp>
                  <p:nvGrpSpPr>
                    <p:cNvPr id="13305" name="Group 13304">
                      <a:extLst>
                        <a:ext uri="{FF2B5EF4-FFF2-40B4-BE49-F238E27FC236}">
                          <a16:creationId xmlns:a16="http://schemas.microsoft.com/office/drawing/2014/main" id="{E4AA33CA-57D8-F2D8-FE09-0BBD4761A29C}"/>
                        </a:ext>
                      </a:extLst>
                    </p:cNvPr>
                    <p:cNvGrpSpPr/>
                    <p:nvPr/>
                  </p:nvGrpSpPr>
                  <p:grpSpPr>
                    <a:xfrm flipH="1">
                      <a:off x="6478587" y="4022061"/>
                      <a:ext cx="214313" cy="214313"/>
                      <a:chOff x="5354637" y="3446463"/>
                      <a:chExt cx="214313" cy="214313"/>
                    </a:xfrm>
                  </p:grpSpPr>
                  <p:sp>
                    <p:nvSpPr>
                      <p:cNvPr id="13313" name="Arc 13312">
                        <a:extLst>
                          <a:ext uri="{FF2B5EF4-FFF2-40B4-BE49-F238E27FC236}">
                            <a16:creationId xmlns:a16="http://schemas.microsoft.com/office/drawing/2014/main" id="{BF2586C6-C81A-605C-731A-DCB318C3D7B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314" name="Arc 13313">
                        <a:extLst>
                          <a:ext uri="{FF2B5EF4-FFF2-40B4-BE49-F238E27FC236}">
                            <a16:creationId xmlns:a16="http://schemas.microsoft.com/office/drawing/2014/main" id="{672332D9-22E3-E94C-A19A-E3E18679043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306" name="Group 13305">
                      <a:extLst>
                        <a:ext uri="{FF2B5EF4-FFF2-40B4-BE49-F238E27FC236}">
                          <a16:creationId xmlns:a16="http://schemas.microsoft.com/office/drawing/2014/main" id="{BA0D6BA7-9761-E19E-B405-D7DA88C32C07}"/>
                        </a:ext>
                      </a:extLst>
                    </p:cNvPr>
                    <p:cNvGrpSpPr/>
                    <p:nvPr/>
                  </p:nvGrpSpPr>
                  <p:grpSpPr>
                    <a:xfrm rot="7200000" flipH="1">
                      <a:off x="6434137" y="3977611"/>
                      <a:ext cx="303213" cy="303213"/>
                      <a:chOff x="5354637" y="3446463"/>
                      <a:chExt cx="214313" cy="214313"/>
                    </a:xfrm>
                  </p:grpSpPr>
                  <p:sp>
                    <p:nvSpPr>
                      <p:cNvPr id="13311" name="Arc 13310">
                        <a:extLst>
                          <a:ext uri="{FF2B5EF4-FFF2-40B4-BE49-F238E27FC236}">
                            <a16:creationId xmlns:a16="http://schemas.microsoft.com/office/drawing/2014/main" id="{041C4153-8ABD-7516-7FFE-6A988801003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312" name="Arc 13311">
                        <a:extLst>
                          <a:ext uri="{FF2B5EF4-FFF2-40B4-BE49-F238E27FC236}">
                            <a16:creationId xmlns:a16="http://schemas.microsoft.com/office/drawing/2014/main" id="{F71F7A91-4D93-9C48-3FE3-B068081BB8B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307" name="Group 13306">
                      <a:extLst>
                        <a:ext uri="{FF2B5EF4-FFF2-40B4-BE49-F238E27FC236}">
                          <a16:creationId xmlns:a16="http://schemas.microsoft.com/office/drawing/2014/main" id="{C03DB307-8176-B1D0-C3C9-B293374B4849}"/>
                        </a:ext>
                      </a:extLst>
                    </p:cNvPr>
                    <p:cNvGrpSpPr/>
                    <p:nvPr/>
                  </p:nvGrpSpPr>
                  <p:grpSpPr>
                    <a:xfrm rot="14400000" flipH="1">
                      <a:off x="6389147" y="3932622"/>
                      <a:ext cx="393192" cy="393192"/>
                      <a:chOff x="5354637" y="3446463"/>
                      <a:chExt cx="214313" cy="214313"/>
                    </a:xfrm>
                  </p:grpSpPr>
                  <p:sp>
                    <p:nvSpPr>
                      <p:cNvPr id="13309" name="Arc 13308">
                        <a:extLst>
                          <a:ext uri="{FF2B5EF4-FFF2-40B4-BE49-F238E27FC236}">
                            <a16:creationId xmlns:a16="http://schemas.microsoft.com/office/drawing/2014/main" id="{4ACADB78-9DCB-17AA-597A-32594EE390D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310" name="Arc 13309">
                        <a:extLst>
                          <a:ext uri="{FF2B5EF4-FFF2-40B4-BE49-F238E27FC236}">
                            <a16:creationId xmlns:a16="http://schemas.microsoft.com/office/drawing/2014/main" id="{DFC870BD-9588-0049-5D52-8652CCC7B13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308" name="TextBox 13307">
                      <a:extLst>
                        <a:ext uri="{FF2B5EF4-FFF2-40B4-BE49-F238E27FC236}">
                          <a16:creationId xmlns:a16="http://schemas.microsoft.com/office/drawing/2014/main" id="{9DA02A00-096F-F83B-D593-78179EA46E9C}"/>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3204" name="Group 13203">
                <a:extLst>
                  <a:ext uri="{FF2B5EF4-FFF2-40B4-BE49-F238E27FC236}">
                    <a16:creationId xmlns:a16="http://schemas.microsoft.com/office/drawing/2014/main" id="{FEF6DA81-C530-257B-AAFE-4A8D68C7808D}"/>
                  </a:ext>
                </a:extLst>
              </p:cNvPr>
              <p:cNvGrpSpPr/>
              <p:nvPr/>
            </p:nvGrpSpPr>
            <p:grpSpPr>
              <a:xfrm>
                <a:off x="6065340" y="2039507"/>
                <a:ext cx="1643204" cy="1593124"/>
                <a:chOff x="5445106" y="2644743"/>
                <a:chExt cx="1643204" cy="1593124"/>
              </a:xfrm>
            </p:grpSpPr>
            <p:grpSp>
              <p:nvGrpSpPr>
                <p:cNvPr id="13205" name="Group 13204">
                  <a:extLst>
                    <a:ext uri="{FF2B5EF4-FFF2-40B4-BE49-F238E27FC236}">
                      <a16:creationId xmlns:a16="http://schemas.microsoft.com/office/drawing/2014/main" id="{1E62E872-6EE4-EFC1-585E-06B011B82056}"/>
                    </a:ext>
                  </a:extLst>
                </p:cNvPr>
                <p:cNvGrpSpPr/>
                <p:nvPr/>
              </p:nvGrpSpPr>
              <p:grpSpPr>
                <a:xfrm>
                  <a:off x="5445106" y="2644743"/>
                  <a:ext cx="1019224" cy="991639"/>
                  <a:chOff x="5886431" y="3225768"/>
                  <a:chExt cx="1019224" cy="991639"/>
                </a:xfrm>
              </p:grpSpPr>
              <p:grpSp>
                <p:nvGrpSpPr>
                  <p:cNvPr id="13253" name="Group 13252">
                    <a:extLst>
                      <a:ext uri="{FF2B5EF4-FFF2-40B4-BE49-F238E27FC236}">
                        <a16:creationId xmlns:a16="http://schemas.microsoft.com/office/drawing/2014/main" id="{73AEE084-1753-4B93-CDE2-48047DE188DF}"/>
                      </a:ext>
                    </a:extLst>
                  </p:cNvPr>
                  <p:cNvGrpSpPr/>
                  <p:nvPr/>
                </p:nvGrpSpPr>
                <p:grpSpPr>
                  <a:xfrm>
                    <a:off x="6197413" y="3824215"/>
                    <a:ext cx="393192" cy="393192"/>
                    <a:chOff x="5265196" y="3357021"/>
                    <a:chExt cx="393192" cy="393192"/>
                  </a:xfrm>
                </p:grpSpPr>
                <p:grpSp>
                  <p:nvGrpSpPr>
                    <p:cNvPr id="13288" name="Group 13287">
                      <a:extLst>
                        <a:ext uri="{FF2B5EF4-FFF2-40B4-BE49-F238E27FC236}">
                          <a16:creationId xmlns:a16="http://schemas.microsoft.com/office/drawing/2014/main" id="{A66E1D55-A4A9-F8E1-43F7-B765AFA27691}"/>
                        </a:ext>
                      </a:extLst>
                    </p:cNvPr>
                    <p:cNvGrpSpPr/>
                    <p:nvPr/>
                  </p:nvGrpSpPr>
                  <p:grpSpPr>
                    <a:xfrm rot="14400000">
                      <a:off x="5265196" y="3357021"/>
                      <a:ext cx="393192" cy="393192"/>
                      <a:chOff x="5354637" y="3446463"/>
                      <a:chExt cx="214313" cy="214313"/>
                    </a:xfrm>
                  </p:grpSpPr>
                  <p:sp>
                    <p:nvSpPr>
                      <p:cNvPr id="13297" name="Arc 13296">
                        <a:extLst>
                          <a:ext uri="{FF2B5EF4-FFF2-40B4-BE49-F238E27FC236}">
                            <a16:creationId xmlns:a16="http://schemas.microsoft.com/office/drawing/2014/main" id="{19BB112F-8B2B-CFFB-F566-7A8E43B7A59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298" name="Arc 13297">
                        <a:extLst>
                          <a:ext uri="{FF2B5EF4-FFF2-40B4-BE49-F238E27FC236}">
                            <a16:creationId xmlns:a16="http://schemas.microsoft.com/office/drawing/2014/main" id="{0622F85A-5712-D379-331B-1CCD53FE888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289" name="Group 13288">
                      <a:extLst>
                        <a:ext uri="{FF2B5EF4-FFF2-40B4-BE49-F238E27FC236}">
                          <a16:creationId xmlns:a16="http://schemas.microsoft.com/office/drawing/2014/main" id="{5F68AA42-7A93-852F-DE99-ACCF71E4580A}"/>
                        </a:ext>
                      </a:extLst>
                    </p:cNvPr>
                    <p:cNvGrpSpPr/>
                    <p:nvPr/>
                  </p:nvGrpSpPr>
                  <p:grpSpPr>
                    <a:xfrm>
                      <a:off x="5310186" y="3402011"/>
                      <a:ext cx="303213" cy="303213"/>
                      <a:chOff x="5310186" y="3402011"/>
                      <a:chExt cx="303213" cy="303213"/>
                    </a:xfrm>
                  </p:grpSpPr>
                  <p:grpSp>
                    <p:nvGrpSpPr>
                      <p:cNvPr id="13290" name="Group 13289">
                        <a:extLst>
                          <a:ext uri="{FF2B5EF4-FFF2-40B4-BE49-F238E27FC236}">
                            <a16:creationId xmlns:a16="http://schemas.microsoft.com/office/drawing/2014/main" id="{398D5969-52E7-5126-F764-5A8FFA281EB1}"/>
                          </a:ext>
                        </a:extLst>
                      </p:cNvPr>
                      <p:cNvGrpSpPr/>
                      <p:nvPr/>
                    </p:nvGrpSpPr>
                    <p:grpSpPr>
                      <a:xfrm>
                        <a:off x="5354636" y="3446461"/>
                        <a:ext cx="214313" cy="214313"/>
                        <a:chOff x="5354637" y="3446463"/>
                        <a:chExt cx="214313" cy="214313"/>
                      </a:xfrm>
                    </p:grpSpPr>
                    <p:sp>
                      <p:nvSpPr>
                        <p:cNvPr id="13295" name="Arc 13294">
                          <a:extLst>
                            <a:ext uri="{FF2B5EF4-FFF2-40B4-BE49-F238E27FC236}">
                              <a16:creationId xmlns:a16="http://schemas.microsoft.com/office/drawing/2014/main" id="{3F219288-7D16-73A5-6993-6198BE7BF46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296" name="Arc 13295">
                          <a:extLst>
                            <a:ext uri="{FF2B5EF4-FFF2-40B4-BE49-F238E27FC236}">
                              <a16:creationId xmlns:a16="http://schemas.microsoft.com/office/drawing/2014/main" id="{5D61FB0D-7B1C-56FC-091B-291F00D0A6A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291" name="Group 13290">
                        <a:extLst>
                          <a:ext uri="{FF2B5EF4-FFF2-40B4-BE49-F238E27FC236}">
                            <a16:creationId xmlns:a16="http://schemas.microsoft.com/office/drawing/2014/main" id="{DB24470A-53E9-79DF-886C-C66E7E4351D7}"/>
                          </a:ext>
                        </a:extLst>
                      </p:cNvPr>
                      <p:cNvGrpSpPr/>
                      <p:nvPr/>
                    </p:nvGrpSpPr>
                    <p:grpSpPr>
                      <a:xfrm rot="7200000">
                        <a:off x="5310186" y="3402011"/>
                        <a:ext cx="303213" cy="303213"/>
                        <a:chOff x="5354637" y="3446463"/>
                        <a:chExt cx="214313" cy="214313"/>
                      </a:xfrm>
                    </p:grpSpPr>
                    <p:sp>
                      <p:nvSpPr>
                        <p:cNvPr id="13293" name="Arc 13292">
                          <a:extLst>
                            <a:ext uri="{FF2B5EF4-FFF2-40B4-BE49-F238E27FC236}">
                              <a16:creationId xmlns:a16="http://schemas.microsoft.com/office/drawing/2014/main" id="{66211726-50AC-19B7-9550-F7ED862AAD9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294" name="Arc 13293">
                          <a:extLst>
                            <a:ext uri="{FF2B5EF4-FFF2-40B4-BE49-F238E27FC236}">
                              <a16:creationId xmlns:a16="http://schemas.microsoft.com/office/drawing/2014/main" id="{90B8D548-DD90-D56C-7B61-5B6AF675976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292" name="TextBox 13291">
                        <a:extLst>
                          <a:ext uri="{FF2B5EF4-FFF2-40B4-BE49-F238E27FC236}">
                            <a16:creationId xmlns:a16="http://schemas.microsoft.com/office/drawing/2014/main" id="{592ACE6D-E211-44C5-94AE-11336EF92976}"/>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254" name="Group 13253">
                    <a:extLst>
                      <a:ext uri="{FF2B5EF4-FFF2-40B4-BE49-F238E27FC236}">
                        <a16:creationId xmlns:a16="http://schemas.microsoft.com/office/drawing/2014/main" id="{0DDC6507-E9B1-1B31-B283-3F74C8CE57D8}"/>
                      </a:ext>
                    </a:extLst>
                  </p:cNvPr>
                  <p:cNvGrpSpPr/>
                  <p:nvPr/>
                </p:nvGrpSpPr>
                <p:grpSpPr>
                  <a:xfrm>
                    <a:off x="5886431" y="3525040"/>
                    <a:ext cx="393192" cy="393192"/>
                    <a:chOff x="5265196" y="3932619"/>
                    <a:chExt cx="393192" cy="393192"/>
                  </a:xfrm>
                </p:grpSpPr>
                <p:grpSp>
                  <p:nvGrpSpPr>
                    <p:cNvPr id="13278" name="Group 13277">
                      <a:extLst>
                        <a:ext uri="{FF2B5EF4-FFF2-40B4-BE49-F238E27FC236}">
                          <a16:creationId xmlns:a16="http://schemas.microsoft.com/office/drawing/2014/main" id="{B32ECD1B-3F9C-ECE6-F1FD-27BAE48F7394}"/>
                        </a:ext>
                      </a:extLst>
                    </p:cNvPr>
                    <p:cNvGrpSpPr/>
                    <p:nvPr/>
                  </p:nvGrpSpPr>
                  <p:grpSpPr>
                    <a:xfrm>
                      <a:off x="5354636" y="4022061"/>
                      <a:ext cx="214313" cy="214313"/>
                      <a:chOff x="5354637" y="3446463"/>
                      <a:chExt cx="214313" cy="214313"/>
                    </a:xfrm>
                  </p:grpSpPr>
                  <p:sp>
                    <p:nvSpPr>
                      <p:cNvPr id="13286" name="Arc 13285">
                        <a:extLst>
                          <a:ext uri="{FF2B5EF4-FFF2-40B4-BE49-F238E27FC236}">
                            <a16:creationId xmlns:a16="http://schemas.microsoft.com/office/drawing/2014/main" id="{CD6837B0-ECFA-B4D1-E3C5-D2A12918353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287" name="Arc 13286">
                        <a:extLst>
                          <a:ext uri="{FF2B5EF4-FFF2-40B4-BE49-F238E27FC236}">
                            <a16:creationId xmlns:a16="http://schemas.microsoft.com/office/drawing/2014/main" id="{13325F3E-5744-19CD-236F-B4E8E9806F1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279" name="Group 13278">
                      <a:extLst>
                        <a:ext uri="{FF2B5EF4-FFF2-40B4-BE49-F238E27FC236}">
                          <a16:creationId xmlns:a16="http://schemas.microsoft.com/office/drawing/2014/main" id="{B2EE9FA7-2919-F505-3325-66885222CFB1}"/>
                        </a:ext>
                      </a:extLst>
                    </p:cNvPr>
                    <p:cNvGrpSpPr/>
                    <p:nvPr/>
                  </p:nvGrpSpPr>
                  <p:grpSpPr>
                    <a:xfrm rot="14400000">
                      <a:off x="5310186" y="3977611"/>
                      <a:ext cx="303213" cy="303213"/>
                      <a:chOff x="5354637" y="3446463"/>
                      <a:chExt cx="214313" cy="214313"/>
                    </a:xfrm>
                  </p:grpSpPr>
                  <p:sp>
                    <p:nvSpPr>
                      <p:cNvPr id="13284" name="Arc 13283">
                        <a:extLst>
                          <a:ext uri="{FF2B5EF4-FFF2-40B4-BE49-F238E27FC236}">
                            <a16:creationId xmlns:a16="http://schemas.microsoft.com/office/drawing/2014/main" id="{88B937BD-48DB-6019-AAAA-8F84E70918D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285" name="Arc 13284">
                        <a:extLst>
                          <a:ext uri="{FF2B5EF4-FFF2-40B4-BE49-F238E27FC236}">
                            <a16:creationId xmlns:a16="http://schemas.microsoft.com/office/drawing/2014/main" id="{011D209F-F6F3-E3A6-D355-74CC0823208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280" name="Group 13279">
                      <a:extLst>
                        <a:ext uri="{FF2B5EF4-FFF2-40B4-BE49-F238E27FC236}">
                          <a16:creationId xmlns:a16="http://schemas.microsoft.com/office/drawing/2014/main" id="{DBC98B6D-BE3B-7319-F43C-D6B5610CA6DD}"/>
                        </a:ext>
                      </a:extLst>
                    </p:cNvPr>
                    <p:cNvGrpSpPr/>
                    <p:nvPr/>
                  </p:nvGrpSpPr>
                  <p:grpSpPr>
                    <a:xfrm rot="7200000">
                      <a:off x="5265196" y="3932619"/>
                      <a:ext cx="393192" cy="393192"/>
                      <a:chOff x="5354637" y="3446463"/>
                      <a:chExt cx="214313" cy="214313"/>
                    </a:xfrm>
                  </p:grpSpPr>
                  <p:sp>
                    <p:nvSpPr>
                      <p:cNvPr id="13282" name="Arc 13281">
                        <a:extLst>
                          <a:ext uri="{FF2B5EF4-FFF2-40B4-BE49-F238E27FC236}">
                            <a16:creationId xmlns:a16="http://schemas.microsoft.com/office/drawing/2014/main" id="{1F3873BA-C008-4D2C-5170-A92C868B228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283" name="Arc 13282">
                        <a:extLst>
                          <a:ext uri="{FF2B5EF4-FFF2-40B4-BE49-F238E27FC236}">
                            <a16:creationId xmlns:a16="http://schemas.microsoft.com/office/drawing/2014/main" id="{3E1AE83B-E6C3-8411-8F98-B7C5F9906A4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281" name="TextBox 13280">
                      <a:extLst>
                        <a:ext uri="{FF2B5EF4-FFF2-40B4-BE49-F238E27FC236}">
                          <a16:creationId xmlns:a16="http://schemas.microsoft.com/office/drawing/2014/main" id="{52B5BA0A-D1C0-4ABE-7205-18A567875738}"/>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3255" name="Group 13254">
                    <a:extLst>
                      <a:ext uri="{FF2B5EF4-FFF2-40B4-BE49-F238E27FC236}">
                        <a16:creationId xmlns:a16="http://schemas.microsoft.com/office/drawing/2014/main" id="{450F2D7B-4FFB-C4A6-B52A-BCC58DE02640}"/>
                      </a:ext>
                    </a:extLst>
                  </p:cNvPr>
                  <p:cNvGrpSpPr/>
                  <p:nvPr/>
                </p:nvGrpSpPr>
                <p:grpSpPr>
                  <a:xfrm>
                    <a:off x="6512463" y="3525040"/>
                    <a:ext cx="393192" cy="393192"/>
                    <a:chOff x="6389147" y="3357021"/>
                    <a:chExt cx="393192" cy="393192"/>
                  </a:xfrm>
                </p:grpSpPr>
                <p:grpSp>
                  <p:nvGrpSpPr>
                    <p:cNvPr id="13267" name="Group 13266">
                      <a:extLst>
                        <a:ext uri="{FF2B5EF4-FFF2-40B4-BE49-F238E27FC236}">
                          <a16:creationId xmlns:a16="http://schemas.microsoft.com/office/drawing/2014/main" id="{8566921E-57F0-788E-17EE-9208BBFCD1E5}"/>
                        </a:ext>
                      </a:extLst>
                    </p:cNvPr>
                    <p:cNvGrpSpPr/>
                    <p:nvPr/>
                  </p:nvGrpSpPr>
                  <p:grpSpPr>
                    <a:xfrm rot="7200000" flipH="1">
                      <a:off x="6389147" y="3357021"/>
                      <a:ext cx="393192" cy="393192"/>
                      <a:chOff x="5354637" y="3446463"/>
                      <a:chExt cx="214313" cy="214313"/>
                    </a:xfrm>
                  </p:grpSpPr>
                  <p:sp>
                    <p:nvSpPr>
                      <p:cNvPr id="13276" name="Arc 13275">
                        <a:extLst>
                          <a:ext uri="{FF2B5EF4-FFF2-40B4-BE49-F238E27FC236}">
                            <a16:creationId xmlns:a16="http://schemas.microsoft.com/office/drawing/2014/main" id="{E5184410-299D-3AE7-A43A-B93C4EB581A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277" name="Arc 13276">
                        <a:extLst>
                          <a:ext uri="{FF2B5EF4-FFF2-40B4-BE49-F238E27FC236}">
                            <a16:creationId xmlns:a16="http://schemas.microsoft.com/office/drawing/2014/main" id="{751FDF2A-9BB3-23BE-78A9-C3D4DBA0675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268" name="Group 13267">
                      <a:extLst>
                        <a:ext uri="{FF2B5EF4-FFF2-40B4-BE49-F238E27FC236}">
                          <a16:creationId xmlns:a16="http://schemas.microsoft.com/office/drawing/2014/main" id="{9FDBEC34-A421-80B8-09F9-537AA0EF91F0}"/>
                        </a:ext>
                      </a:extLst>
                    </p:cNvPr>
                    <p:cNvGrpSpPr/>
                    <p:nvPr/>
                  </p:nvGrpSpPr>
                  <p:grpSpPr>
                    <a:xfrm>
                      <a:off x="6434137" y="3402011"/>
                      <a:ext cx="303213" cy="303213"/>
                      <a:chOff x="6434137" y="3402011"/>
                      <a:chExt cx="303213" cy="303213"/>
                    </a:xfrm>
                  </p:grpSpPr>
                  <p:grpSp>
                    <p:nvGrpSpPr>
                      <p:cNvPr id="13269" name="Group 13268">
                        <a:extLst>
                          <a:ext uri="{FF2B5EF4-FFF2-40B4-BE49-F238E27FC236}">
                            <a16:creationId xmlns:a16="http://schemas.microsoft.com/office/drawing/2014/main" id="{F6E5C251-D6DA-AB4F-75DE-00DFE7277137}"/>
                          </a:ext>
                        </a:extLst>
                      </p:cNvPr>
                      <p:cNvGrpSpPr/>
                      <p:nvPr/>
                    </p:nvGrpSpPr>
                    <p:grpSpPr>
                      <a:xfrm flipH="1">
                        <a:off x="6478587" y="3446461"/>
                        <a:ext cx="214313" cy="214313"/>
                        <a:chOff x="5354637" y="3446463"/>
                        <a:chExt cx="214313" cy="214313"/>
                      </a:xfrm>
                    </p:grpSpPr>
                    <p:sp>
                      <p:nvSpPr>
                        <p:cNvPr id="13274" name="Arc 13273">
                          <a:extLst>
                            <a:ext uri="{FF2B5EF4-FFF2-40B4-BE49-F238E27FC236}">
                              <a16:creationId xmlns:a16="http://schemas.microsoft.com/office/drawing/2014/main" id="{B6F6948D-AD64-7861-609D-5163EEBAC63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275" name="Arc 13274">
                          <a:extLst>
                            <a:ext uri="{FF2B5EF4-FFF2-40B4-BE49-F238E27FC236}">
                              <a16:creationId xmlns:a16="http://schemas.microsoft.com/office/drawing/2014/main" id="{F6920B22-0AB2-30F7-BCD6-3BDC2BE4B12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270" name="Group 13269">
                        <a:extLst>
                          <a:ext uri="{FF2B5EF4-FFF2-40B4-BE49-F238E27FC236}">
                            <a16:creationId xmlns:a16="http://schemas.microsoft.com/office/drawing/2014/main" id="{FCA044B6-3578-45AF-2C52-7972FA40DD3E}"/>
                          </a:ext>
                        </a:extLst>
                      </p:cNvPr>
                      <p:cNvGrpSpPr/>
                      <p:nvPr/>
                    </p:nvGrpSpPr>
                    <p:grpSpPr>
                      <a:xfrm rot="14400000" flipH="1">
                        <a:off x="6434137" y="3402011"/>
                        <a:ext cx="303213" cy="303213"/>
                        <a:chOff x="5354637" y="3446463"/>
                        <a:chExt cx="214313" cy="214313"/>
                      </a:xfrm>
                    </p:grpSpPr>
                    <p:sp>
                      <p:nvSpPr>
                        <p:cNvPr id="13272" name="Arc 13271">
                          <a:extLst>
                            <a:ext uri="{FF2B5EF4-FFF2-40B4-BE49-F238E27FC236}">
                              <a16:creationId xmlns:a16="http://schemas.microsoft.com/office/drawing/2014/main" id="{28CF1178-E3C2-67FE-4879-8C1DECC7B8A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273" name="Arc 13272">
                          <a:extLst>
                            <a:ext uri="{FF2B5EF4-FFF2-40B4-BE49-F238E27FC236}">
                              <a16:creationId xmlns:a16="http://schemas.microsoft.com/office/drawing/2014/main" id="{CF0F4907-FFE5-E53E-0951-B97215EFE9B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271" name="TextBox 13270">
                        <a:extLst>
                          <a:ext uri="{FF2B5EF4-FFF2-40B4-BE49-F238E27FC236}">
                            <a16:creationId xmlns:a16="http://schemas.microsoft.com/office/drawing/2014/main" id="{960D596C-15DA-3F10-ADA3-D52C69846242}"/>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256" name="Group 13255">
                    <a:extLst>
                      <a:ext uri="{FF2B5EF4-FFF2-40B4-BE49-F238E27FC236}">
                        <a16:creationId xmlns:a16="http://schemas.microsoft.com/office/drawing/2014/main" id="{F6276BB8-EF02-3C53-F55D-066939F4679C}"/>
                      </a:ext>
                    </a:extLst>
                  </p:cNvPr>
                  <p:cNvGrpSpPr/>
                  <p:nvPr/>
                </p:nvGrpSpPr>
                <p:grpSpPr>
                  <a:xfrm>
                    <a:off x="6197413" y="3225768"/>
                    <a:ext cx="393192" cy="393192"/>
                    <a:chOff x="6389147" y="3932622"/>
                    <a:chExt cx="393192" cy="393192"/>
                  </a:xfrm>
                </p:grpSpPr>
                <p:grpSp>
                  <p:nvGrpSpPr>
                    <p:cNvPr id="13257" name="Group 13256">
                      <a:extLst>
                        <a:ext uri="{FF2B5EF4-FFF2-40B4-BE49-F238E27FC236}">
                          <a16:creationId xmlns:a16="http://schemas.microsoft.com/office/drawing/2014/main" id="{1FAE175F-6818-EE42-A1AB-BCA86512729E}"/>
                        </a:ext>
                      </a:extLst>
                    </p:cNvPr>
                    <p:cNvGrpSpPr/>
                    <p:nvPr/>
                  </p:nvGrpSpPr>
                  <p:grpSpPr>
                    <a:xfrm flipH="1">
                      <a:off x="6478587" y="4022061"/>
                      <a:ext cx="214313" cy="214313"/>
                      <a:chOff x="5354637" y="3446463"/>
                      <a:chExt cx="214313" cy="214313"/>
                    </a:xfrm>
                  </p:grpSpPr>
                  <p:sp>
                    <p:nvSpPr>
                      <p:cNvPr id="13265" name="Arc 13264">
                        <a:extLst>
                          <a:ext uri="{FF2B5EF4-FFF2-40B4-BE49-F238E27FC236}">
                            <a16:creationId xmlns:a16="http://schemas.microsoft.com/office/drawing/2014/main" id="{7A41C1E8-BEB1-89CE-9910-8788FDF6D00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266" name="Arc 13265">
                        <a:extLst>
                          <a:ext uri="{FF2B5EF4-FFF2-40B4-BE49-F238E27FC236}">
                            <a16:creationId xmlns:a16="http://schemas.microsoft.com/office/drawing/2014/main" id="{C40EAFEE-4B0E-CC6A-B729-AA240261440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258" name="Group 13257">
                      <a:extLst>
                        <a:ext uri="{FF2B5EF4-FFF2-40B4-BE49-F238E27FC236}">
                          <a16:creationId xmlns:a16="http://schemas.microsoft.com/office/drawing/2014/main" id="{1EC8A62D-BB34-600D-5354-BA41B6D03737}"/>
                        </a:ext>
                      </a:extLst>
                    </p:cNvPr>
                    <p:cNvGrpSpPr/>
                    <p:nvPr/>
                  </p:nvGrpSpPr>
                  <p:grpSpPr>
                    <a:xfrm rot="7200000" flipH="1">
                      <a:off x="6434137" y="3977611"/>
                      <a:ext cx="303213" cy="303213"/>
                      <a:chOff x="5354637" y="3446463"/>
                      <a:chExt cx="214313" cy="214313"/>
                    </a:xfrm>
                  </p:grpSpPr>
                  <p:sp>
                    <p:nvSpPr>
                      <p:cNvPr id="13263" name="Arc 13262">
                        <a:extLst>
                          <a:ext uri="{FF2B5EF4-FFF2-40B4-BE49-F238E27FC236}">
                            <a16:creationId xmlns:a16="http://schemas.microsoft.com/office/drawing/2014/main" id="{BB1544B6-4578-5E9D-F895-63A63A98F22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264" name="Arc 13263">
                        <a:extLst>
                          <a:ext uri="{FF2B5EF4-FFF2-40B4-BE49-F238E27FC236}">
                            <a16:creationId xmlns:a16="http://schemas.microsoft.com/office/drawing/2014/main" id="{118EAB1C-D236-04D1-21EB-9D4DCF509A8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259" name="Group 13258">
                      <a:extLst>
                        <a:ext uri="{FF2B5EF4-FFF2-40B4-BE49-F238E27FC236}">
                          <a16:creationId xmlns:a16="http://schemas.microsoft.com/office/drawing/2014/main" id="{F42625F3-8FA8-1001-A7C8-3209D83CD56A}"/>
                        </a:ext>
                      </a:extLst>
                    </p:cNvPr>
                    <p:cNvGrpSpPr/>
                    <p:nvPr/>
                  </p:nvGrpSpPr>
                  <p:grpSpPr>
                    <a:xfrm rot="14400000" flipH="1">
                      <a:off x="6389147" y="3932622"/>
                      <a:ext cx="393192" cy="393192"/>
                      <a:chOff x="5354637" y="3446463"/>
                      <a:chExt cx="214313" cy="214313"/>
                    </a:xfrm>
                  </p:grpSpPr>
                  <p:sp>
                    <p:nvSpPr>
                      <p:cNvPr id="13261" name="Arc 13260">
                        <a:extLst>
                          <a:ext uri="{FF2B5EF4-FFF2-40B4-BE49-F238E27FC236}">
                            <a16:creationId xmlns:a16="http://schemas.microsoft.com/office/drawing/2014/main" id="{6C74A3B8-C547-3D14-C1C5-5F124A3AC66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262" name="Arc 13261">
                        <a:extLst>
                          <a:ext uri="{FF2B5EF4-FFF2-40B4-BE49-F238E27FC236}">
                            <a16:creationId xmlns:a16="http://schemas.microsoft.com/office/drawing/2014/main" id="{A20435D2-946B-108F-F905-0D64C034CC2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260" name="TextBox 13259">
                      <a:extLst>
                        <a:ext uri="{FF2B5EF4-FFF2-40B4-BE49-F238E27FC236}">
                          <a16:creationId xmlns:a16="http://schemas.microsoft.com/office/drawing/2014/main" id="{A881F08F-D2CE-3BAB-2E20-27597EACE782}"/>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206" name="Group 13205">
                  <a:extLst>
                    <a:ext uri="{FF2B5EF4-FFF2-40B4-BE49-F238E27FC236}">
                      <a16:creationId xmlns:a16="http://schemas.microsoft.com/office/drawing/2014/main" id="{919BC79D-05E6-6041-AC29-28144C4B209F}"/>
                    </a:ext>
                  </a:extLst>
                </p:cNvPr>
                <p:cNvGrpSpPr/>
                <p:nvPr/>
              </p:nvGrpSpPr>
              <p:grpSpPr>
                <a:xfrm>
                  <a:off x="6069086" y="3246228"/>
                  <a:ext cx="1019224" cy="991639"/>
                  <a:chOff x="5886431" y="3225768"/>
                  <a:chExt cx="1019224" cy="991639"/>
                </a:xfrm>
              </p:grpSpPr>
              <p:grpSp>
                <p:nvGrpSpPr>
                  <p:cNvPr id="13207" name="Group 13206">
                    <a:extLst>
                      <a:ext uri="{FF2B5EF4-FFF2-40B4-BE49-F238E27FC236}">
                        <a16:creationId xmlns:a16="http://schemas.microsoft.com/office/drawing/2014/main" id="{5D181738-E061-2886-2987-984B5CCD5C78}"/>
                      </a:ext>
                    </a:extLst>
                  </p:cNvPr>
                  <p:cNvGrpSpPr/>
                  <p:nvPr/>
                </p:nvGrpSpPr>
                <p:grpSpPr>
                  <a:xfrm>
                    <a:off x="6197413" y="3824215"/>
                    <a:ext cx="393192" cy="393192"/>
                    <a:chOff x="5265196" y="3357021"/>
                    <a:chExt cx="393192" cy="393192"/>
                  </a:xfrm>
                </p:grpSpPr>
                <p:grpSp>
                  <p:nvGrpSpPr>
                    <p:cNvPr id="13242" name="Group 13241">
                      <a:extLst>
                        <a:ext uri="{FF2B5EF4-FFF2-40B4-BE49-F238E27FC236}">
                          <a16:creationId xmlns:a16="http://schemas.microsoft.com/office/drawing/2014/main" id="{40E255D5-CB54-B20B-A3A8-8C95EF78C034}"/>
                        </a:ext>
                      </a:extLst>
                    </p:cNvPr>
                    <p:cNvGrpSpPr/>
                    <p:nvPr/>
                  </p:nvGrpSpPr>
                  <p:grpSpPr>
                    <a:xfrm rot="14400000">
                      <a:off x="5265196" y="3357021"/>
                      <a:ext cx="393192" cy="393192"/>
                      <a:chOff x="5354637" y="3446463"/>
                      <a:chExt cx="214313" cy="214313"/>
                    </a:xfrm>
                  </p:grpSpPr>
                  <p:sp>
                    <p:nvSpPr>
                      <p:cNvPr id="13251" name="Arc 13250">
                        <a:extLst>
                          <a:ext uri="{FF2B5EF4-FFF2-40B4-BE49-F238E27FC236}">
                            <a16:creationId xmlns:a16="http://schemas.microsoft.com/office/drawing/2014/main" id="{1CD63B58-ECAD-734A-2E2D-B2102349965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252" name="Arc 13251">
                        <a:extLst>
                          <a:ext uri="{FF2B5EF4-FFF2-40B4-BE49-F238E27FC236}">
                            <a16:creationId xmlns:a16="http://schemas.microsoft.com/office/drawing/2014/main" id="{8BE10C63-1E76-7A2A-254A-5712B6B97A3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243" name="Group 13242">
                      <a:extLst>
                        <a:ext uri="{FF2B5EF4-FFF2-40B4-BE49-F238E27FC236}">
                          <a16:creationId xmlns:a16="http://schemas.microsoft.com/office/drawing/2014/main" id="{89FB7FCA-50D0-3D99-CA9F-39E3C5D0825D}"/>
                        </a:ext>
                      </a:extLst>
                    </p:cNvPr>
                    <p:cNvGrpSpPr/>
                    <p:nvPr/>
                  </p:nvGrpSpPr>
                  <p:grpSpPr>
                    <a:xfrm>
                      <a:off x="5310186" y="3402011"/>
                      <a:ext cx="303213" cy="303213"/>
                      <a:chOff x="5310186" y="3402011"/>
                      <a:chExt cx="303213" cy="303213"/>
                    </a:xfrm>
                  </p:grpSpPr>
                  <p:grpSp>
                    <p:nvGrpSpPr>
                      <p:cNvPr id="13244" name="Group 13243">
                        <a:extLst>
                          <a:ext uri="{FF2B5EF4-FFF2-40B4-BE49-F238E27FC236}">
                            <a16:creationId xmlns:a16="http://schemas.microsoft.com/office/drawing/2014/main" id="{43A91BC9-2E2E-70F9-8F79-3A0D3F5E49C3}"/>
                          </a:ext>
                        </a:extLst>
                      </p:cNvPr>
                      <p:cNvGrpSpPr/>
                      <p:nvPr/>
                    </p:nvGrpSpPr>
                    <p:grpSpPr>
                      <a:xfrm>
                        <a:off x="5354636" y="3446461"/>
                        <a:ext cx="214313" cy="214313"/>
                        <a:chOff x="5354637" y="3446463"/>
                        <a:chExt cx="214313" cy="214313"/>
                      </a:xfrm>
                    </p:grpSpPr>
                    <p:sp>
                      <p:nvSpPr>
                        <p:cNvPr id="13249" name="Arc 13248">
                          <a:extLst>
                            <a:ext uri="{FF2B5EF4-FFF2-40B4-BE49-F238E27FC236}">
                              <a16:creationId xmlns:a16="http://schemas.microsoft.com/office/drawing/2014/main" id="{C94C90CB-9E20-789A-17C7-1DF60AE0630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250" name="Arc 13249">
                          <a:extLst>
                            <a:ext uri="{FF2B5EF4-FFF2-40B4-BE49-F238E27FC236}">
                              <a16:creationId xmlns:a16="http://schemas.microsoft.com/office/drawing/2014/main" id="{5C8A0481-6449-D193-7B98-D9B2A2AE458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245" name="Group 13244">
                        <a:extLst>
                          <a:ext uri="{FF2B5EF4-FFF2-40B4-BE49-F238E27FC236}">
                            <a16:creationId xmlns:a16="http://schemas.microsoft.com/office/drawing/2014/main" id="{647F84EF-DB8A-1D84-C8E2-669A11A1E5F3}"/>
                          </a:ext>
                        </a:extLst>
                      </p:cNvPr>
                      <p:cNvGrpSpPr/>
                      <p:nvPr/>
                    </p:nvGrpSpPr>
                    <p:grpSpPr>
                      <a:xfrm rot="7200000">
                        <a:off x="5310186" y="3402011"/>
                        <a:ext cx="303213" cy="303213"/>
                        <a:chOff x="5354637" y="3446463"/>
                        <a:chExt cx="214313" cy="214313"/>
                      </a:xfrm>
                    </p:grpSpPr>
                    <p:sp>
                      <p:nvSpPr>
                        <p:cNvPr id="13247" name="Arc 13246">
                          <a:extLst>
                            <a:ext uri="{FF2B5EF4-FFF2-40B4-BE49-F238E27FC236}">
                              <a16:creationId xmlns:a16="http://schemas.microsoft.com/office/drawing/2014/main" id="{418DC9B2-7AE6-8B96-7BA3-15543A3948E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248" name="Arc 13247">
                          <a:extLst>
                            <a:ext uri="{FF2B5EF4-FFF2-40B4-BE49-F238E27FC236}">
                              <a16:creationId xmlns:a16="http://schemas.microsoft.com/office/drawing/2014/main" id="{22F2C0D9-0720-953D-E7CF-756D3FEF91F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246" name="TextBox 13245">
                        <a:extLst>
                          <a:ext uri="{FF2B5EF4-FFF2-40B4-BE49-F238E27FC236}">
                            <a16:creationId xmlns:a16="http://schemas.microsoft.com/office/drawing/2014/main" id="{B8BAA74C-2308-241E-8D75-D3F7D3BCFC7C}"/>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208" name="Group 13207">
                    <a:extLst>
                      <a:ext uri="{FF2B5EF4-FFF2-40B4-BE49-F238E27FC236}">
                        <a16:creationId xmlns:a16="http://schemas.microsoft.com/office/drawing/2014/main" id="{36CDAC41-4CB2-A005-3529-321C546E1F44}"/>
                      </a:ext>
                    </a:extLst>
                  </p:cNvPr>
                  <p:cNvGrpSpPr/>
                  <p:nvPr/>
                </p:nvGrpSpPr>
                <p:grpSpPr>
                  <a:xfrm>
                    <a:off x="5886431" y="3525040"/>
                    <a:ext cx="393192" cy="393192"/>
                    <a:chOff x="5265196" y="3932619"/>
                    <a:chExt cx="393192" cy="393192"/>
                  </a:xfrm>
                </p:grpSpPr>
                <p:grpSp>
                  <p:nvGrpSpPr>
                    <p:cNvPr id="13232" name="Group 13231">
                      <a:extLst>
                        <a:ext uri="{FF2B5EF4-FFF2-40B4-BE49-F238E27FC236}">
                          <a16:creationId xmlns:a16="http://schemas.microsoft.com/office/drawing/2014/main" id="{8F427592-431D-624E-34A8-3210E021EC83}"/>
                        </a:ext>
                      </a:extLst>
                    </p:cNvPr>
                    <p:cNvGrpSpPr/>
                    <p:nvPr/>
                  </p:nvGrpSpPr>
                  <p:grpSpPr>
                    <a:xfrm>
                      <a:off x="5354636" y="4022061"/>
                      <a:ext cx="214313" cy="214313"/>
                      <a:chOff x="5354637" y="3446463"/>
                      <a:chExt cx="214313" cy="214313"/>
                    </a:xfrm>
                  </p:grpSpPr>
                  <p:sp>
                    <p:nvSpPr>
                      <p:cNvPr id="13240" name="Arc 13239">
                        <a:extLst>
                          <a:ext uri="{FF2B5EF4-FFF2-40B4-BE49-F238E27FC236}">
                            <a16:creationId xmlns:a16="http://schemas.microsoft.com/office/drawing/2014/main" id="{B1F79487-6EF4-5DF7-DC56-4D9D4AC182A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241" name="Arc 13240">
                        <a:extLst>
                          <a:ext uri="{FF2B5EF4-FFF2-40B4-BE49-F238E27FC236}">
                            <a16:creationId xmlns:a16="http://schemas.microsoft.com/office/drawing/2014/main" id="{279058C4-6572-F8A3-0F7F-DA5EDD763AF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233" name="Group 13232">
                      <a:extLst>
                        <a:ext uri="{FF2B5EF4-FFF2-40B4-BE49-F238E27FC236}">
                          <a16:creationId xmlns:a16="http://schemas.microsoft.com/office/drawing/2014/main" id="{028B1F1B-A028-63A9-12A6-8350F0E3787E}"/>
                        </a:ext>
                      </a:extLst>
                    </p:cNvPr>
                    <p:cNvGrpSpPr/>
                    <p:nvPr/>
                  </p:nvGrpSpPr>
                  <p:grpSpPr>
                    <a:xfrm rot="14400000">
                      <a:off x="5310186" y="3977611"/>
                      <a:ext cx="303213" cy="303213"/>
                      <a:chOff x="5354637" y="3446463"/>
                      <a:chExt cx="214313" cy="214313"/>
                    </a:xfrm>
                  </p:grpSpPr>
                  <p:sp>
                    <p:nvSpPr>
                      <p:cNvPr id="13238" name="Arc 13237">
                        <a:extLst>
                          <a:ext uri="{FF2B5EF4-FFF2-40B4-BE49-F238E27FC236}">
                            <a16:creationId xmlns:a16="http://schemas.microsoft.com/office/drawing/2014/main" id="{2D43E4B3-21B8-E130-BA7E-3EBCC933C04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239" name="Arc 13238">
                        <a:extLst>
                          <a:ext uri="{FF2B5EF4-FFF2-40B4-BE49-F238E27FC236}">
                            <a16:creationId xmlns:a16="http://schemas.microsoft.com/office/drawing/2014/main" id="{136BCEF7-4E8E-D9FB-9B8F-FA8700CDF15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234" name="Group 13233">
                      <a:extLst>
                        <a:ext uri="{FF2B5EF4-FFF2-40B4-BE49-F238E27FC236}">
                          <a16:creationId xmlns:a16="http://schemas.microsoft.com/office/drawing/2014/main" id="{A8A77110-BF3B-77A0-23D3-CB0C0D38B387}"/>
                        </a:ext>
                      </a:extLst>
                    </p:cNvPr>
                    <p:cNvGrpSpPr/>
                    <p:nvPr/>
                  </p:nvGrpSpPr>
                  <p:grpSpPr>
                    <a:xfrm rot="7200000">
                      <a:off x="5265196" y="3932619"/>
                      <a:ext cx="393192" cy="393192"/>
                      <a:chOff x="5354637" y="3446463"/>
                      <a:chExt cx="214313" cy="214313"/>
                    </a:xfrm>
                  </p:grpSpPr>
                  <p:sp>
                    <p:nvSpPr>
                      <p:cNvPr id="13236" name="Arc 13235">
                        <a:extLst>
                          <a:ext uri="{FF2B5EF4-FFF2-40B4-BE49-F238E27FC236}">
                            <a16:creationId xmlns:a16="http://schemas.microsoft.com/office/drawing/2014/main" id="{2A31E368-B24B-356C-3B67-EFC92B13251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237" name="Arc 13236">
                        <a:extLst>
                          <a:ext uri="{FF2B5EF4-FFF2-40B4-BE49-F238E27FC236}">
                            <a16:creationId xmlns:a16="http://schemas.microsoft.com/office/drawing/2014/main" id="{71219C92-890F-BFF0-EEE2-BDAE888BD28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235" name="TextBox 13234">
                      <a:extLst>
                        <a:ext uri="{FF2B5EF4-FFF2-40B4-BE49-F238E27FC236}">
                          <a16:creationId xmlns:a16="http://schemas.microsoft.com/office/drawing/2014/main" id="{60185AF1-D3B6-A90A-8E7B-D5A6CCE416F8}"/>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3209" name="Group 13208">
                    <a:extLst>
                      <a:ext uri="{FF2B5EF4-FFF2-40B4-BE49-F238E27FC236}">
                        <a16:creationId xmlns:a16="http://schemas.microsoft.com/office/drawing/2014/main" id="{47CE0C0F-6FCA-B1A1-6318-4ABAA70018F6}"/>
                      </a:ext>
                    </a:extLst>
                  </p:cNvPr>
                  <p:cNvGrpSpPr/>
                  <p:nvPr/>
                </p:nvGrpSpPr>
                <p:grpSpPr>
                  <a:xfrm>
                    <a:off x="6512463" y="3525040"/>
                    <a:ext cx="393192" cy="393192"/>
                    <a:chOff x="6389147" y="3357021"/>
                    <a:chExt cx="393192" cy="393192"/>
                  </a:xfrm>
                </p:grpSpPr>
                <p:grpSp>
                  <p:nvGrpSpPr>
                    <p:cNvPr id="13221" name="Group 13220">
                      <a:extLst>
                        <a:ext uri="{FF2B5EF4-FFF2-40B4-BE49-F238E27FC236}">
                          <a16:creationId xmlns:a16="http://schemas.microsoft.com/office/drawing/2014/main" id="{DF39688D-03A6-07A3-11AF-B380A45F1113}"/>
                        </a:ext>
                      </a:extLst>
                    </p:cNvPr>
                    <p:cNvGrpSpPr/>
                    <p:nvPr/>
                  </p:nvGrpSpPr>
                  <p:grpSpPr>
                    <a:xfrm rot="7200000" flipH="1">
                      <a:off x="6389147" y="3357021"/>
                      <a:ext cx="393192" cy="393192"/>
                      <a:chOff x="5354637" y="3446463"/>
                      <a:chExt cx="214313" cy="214313"/>
                    </a:xfrm>
                  </p:grpSpPr>
                  <p:sp>
                    <p:nvSpPr>
                      <p:cNvPr id="13230" name="Arc 13229">
                        <a:extLst>
                          <a:ext uri="{FF2B5EF4-FFF2-40B4-BE49-F238E27FC236}">
                            <a16:creationId xmlns:a16="http://schemas.microsoft.com/office/drawing/2014/main" id="{3D5A3082-E4E9-5132-C07A-11BCBF425EB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231" name="Arc 13230">
                        <a:extLst>
                          <a:ext uri="{FF2B5EF4-FFF2-40B4-BE49-F238E27FC236}">
                            <a16:creationId xmlns:a16="http://schemas.microsoft.com/office/drawing/2014/main" id="{C6F8A991-BD15-7E9E-9972-EECF66E8B87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222" name="Group 13221">
                      <a:extLst>
                        <a:ext uri="{FF2B5EF4-FFF2-40B4-BE49-F238E27FC236}">
                          <a16:creationId xmlns:a16="http://schemas.microsoft.com/office/drawing/2014/main" id="{074427AF-8C3C-0706-ACCD-7ED276EA67A3}"/>
                        </a:ext>
                      </a:extLst>
                    </p:cNvPr>
                    <p:cNvGrpSpPr/>
                    <p:nvPr/>
                  </p:nvGrpSpPr>
                  <p:grpSpPr>
                    <a:xfrm>
                      <a:off x="6434137" y="3402011"/>
                      <a:ext cx="303213" cy="303213"/>
                      <a:chOff x="6434137" y="3402011"/>
                      <a:chExt cx="303213" cy="303213"/>
                    </a:xfrm>
                  </p:grpSpPr>
                  <p:grpSp>
                    <p:nvGrpSpPr>
                      <p:cNvPr id="13223" name="Group 13222">
                        <a:extLst>
                          <a:ext uri="{FF2B5EF4-FFF2-40B4-BE49-F238E27FC236}">
                            <a16:creationId xmlns:a16="http://schemas.microsoft.com/office/drawing/2014/main" id="{953B03E7-AA12-7FC4-FF0E-0792FE00919F}"/>
                          </a:ext>
                        </a:extLst>
                      </p:cNvPr>
                      <p:cNvGrpSpPr/>
                      <p:nvPr/>
                    </p:nvGrpSpPr>
                    <p:grpSpPr>
                      <a:xfrm flipH="1">
                        <a:off x="6478587" y="3446461"/>
                        <a:ext cx="214313" cy="214313"/>
                        <a:chOff x="5354637" y="3446463"/>
                        <a:chExt cx="214313" cy="214313"/>
                      </a:xfrm>
                    </p:grpSpPr>
                    <p:sp>
                      <p:nvSpPr>
                        <p:cNvPr id="13228" name="Arc 13227">
                          <a:extLst>
                            <a:ext uri="{FF2B5EF4-FFF2-40B4-BE49-F238E27FC236}">
                              <a16:creationId xmlns:a16="http://schemas.microsoft.com/office/drawing/2014/main" id="{857ED6BA-BFEC-695D-1F0A-A8C06A78F0A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229" name="Arc 13228">
                          <a:extLst>
                            <a:ext uri="{FF2B5EF4-FFF2-40B4-BE49-F238E27FC236}">
                              <a16:creationId xmlns:a16="http://schemas.microsoft.com/office/drawing/2014/main" id="{3A8EBE6C-5BBE-BAA0-6D06-E19DCE95C1F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224" name="Group 13223">
                        <a:extLst>
                          <a:ext uri="{FF2B5EF4-FFF2-40B4-BE49-F238E27FC236}">
                            <a16:creationId xmlns:a16="http://schemas.microsoft.com/office/drawing/2014/main" id="{61EF80D3-6262-BF2C-FEFC-3982A09F6BA1}"/>
                          </a:ext>
                        </a:extLst>
                      </p:cNvPr>
                      <p:cNvGrpSpPr/>
                      <p:nvPr/>
                    </p:nvGrpSpPr>
                    <p:grpSpPr>
                      <a:xfrm rot="14400000" flipH="1">
                        <a:off x="6434137" y="3402011"/>
                        <a:ext cx="303213" cy="303213"/>
                        <a:chOff x="5354637" y="3446463"/>
                        <a:chExt cx="214313" cy="214313"/>
                      </a:xfrm>
                    </p:grpSpPr>
                    <p:sp>
                      <p:nvSpPr>
                        <p:cNvPr id="13226" name="Arc 13225">
                          <a:extLst>
                            <a:ext uri="{FF2B5EF4-FFF2-40B4-BE49-F238E27FC236}">
                              <a16:creationId xmlns:a16="http://schemas.microsoft.com/office/drawing/2014/main" id="{1B95BF50-55D0-92C5-DED8-9EA0853B9F0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227" name="Arc 13226">
                          <a:extLst>
                            <a:ext uri="{FF2B5EF4-FFF2-40B4-BE49-F238E27FC236}">
                              <a16:creationId xmlns:a16="http://schemas.microsoft.com/office/drawing/2014/main" id="{709F0ED9-BF40-F0CE-14D4-FD1EE96D462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225" name="TextBox 13224">
                        <a:extLst>
                          <a:ext uri="{FF2B5EF4-FFF2-40B4-BE49-F238E27FC236}">
                            <a16:creationId xmlns:a16="http://schemas.microsoft.com/office/drawing/2014/main" id="{8F0C04C8-D7D3-783C-F668-87060E7932CB}"/>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210" name="Group 13209">
                    <a:extLst>
                      <a:ext uri="{FF2B5EF4-FFF2-40B4-BE49-F238E27FC236}">
                        <a16:creationId xmlns:a16="http://schemas.microsoft.com/office/drawing/2014/main" id="{F0BE5EFC-5BA2-DCD1-64E8-63172BBC0218}"/>
                      </a:ext>
                    </a:extLst>
                  </p:cNvPr>
                  <p:cNvGrpSpPr/>
                  <p:nvPr/>
                </p:nvGrpSpPr>
                <p:grpSpPr>
                  <a:xfrm>
                    <a:off x="6197413" y="3225768"/>
                    <a:ext cx="393192" cy="393192"/>
                    <a:chOff x="6389147" y="3932622"/>
                    <a:chExt cx="393192" cy="393192"/>
                  </a:xfrm>
                </p:grpSpPr>
                <p:grpSp>
                  <p:nvGrpSpPr>
                    <p:cNvPr id="13211" name="Group 13210">
                      <a:extLst>
                        <a:ext uri="{FF2B5EF4-FFF2-40B4-BE49-F238E27FC236}">
                          <a16:creationId xmlns:a16="http://schemas.microsoft.com/office/drawing/2014/main" id="{CB51C53F-4E7D-FC8A-7FB2-2C75FB91835D}"/>
                        </a:ext>
                      </a:extLst>
                    </p:cNvPr>
                    <p:cNvGrpSpPr/>
                    <p:nvPr/>
                  </p:nvGrpSpPr>
                  <p:grpSpPr>
                    <a:xfrm flipH="1">
                      <a:off x="6478587" y="4022061"/>
                      <a:ext cx="214313" cy="214313"/>
                      <a:chOff x="5354637" y="3446463"/>
                      <a:chExt cx="214313" cy="214313"/>
                    </a:xfrm>
                  </p:grpSpPr>
                  <p:sp>
                    <p:nvSpPr>
                      <p:cNvPr id="13219" name="Arc 13218">
                        <a:extLst>
                          <a:ext uri="{FF2B5EF4-FFF2-40B4-BE49-F238E27FC236}">
                            <a16:creationId xmlns:a16="http://schemas.microsoft.com/office/drawing/2014/main" id="{40131B2A-E378-8448-5DA9-39A3556FA62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220" name="Arc 13219">
                        <a:extLst>
                          <a:ext uri="{FF2B5EF4-FFF2-40B4-BE49-F238E27FC236}">
                            <a16:creationId xmlns:a16="http://schemas.microsoft.com/office/drawing/2014/main" id="{472132C8-7DF4-5C4B-76CB-9EAC872C3BA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212" name="Group 13211">
                      <a:extLst>
                        <a:ext uri="{FF2B5EF4-FFF2-40B4-BE49-F238E27FC236}">
                          <a16:creationId xmlns:a16="http://schemas.microsoft.com/office/drawing/2014/main" id="{9130B309-3B9E-E8E2-EF13-3D6C9C02DDFB}"/>
                        </a:ext>
                      </a:extLst>
                    </p:cNvPr>
                    <p:cNvGrpSpPr/>
                    <p:nvPr/>
                  </p:nvGrpSpPr>
                  <p:grpSpPr>
                    <a:xfrm rot="7200000" flipH="1">
                      <a:off x="6434137" y="3977611"/>
                      <a:ext cx="303213" cy="303213"/>
                      <a:chOff x="5354637" y="3446463"/>
                      <a:chExt cx="214313" cy="214313"/>
                    </a:xfrm>
                  </p:grpSpPr>
                  <p:sp>
                    <p:nvSpPr>
                      <p:cNvPr id="13217" name="Arc 13216">
                        <a:extLst>
                          <a:ext uri="{FF2B5EF4-FFF2-40B4-BE49-F238E27FC236}">
                            <a16:creationId xmlns:a16="http://schemas.microsoft.com/office/drawing/2014/main" id="{1200B659-9F1C-3F01-28AD-1F11E4BD22D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218" name="Arc 13217">
                        <a:extLst>
                          <a:ext uri="{FF2B5EF4-FFF2-40B4-BE49-F238E27FC236}">
                            <a16:creationId xmlns:a16="http://schemas.microsoft.com/office/drawing/2014/main" id="{4B5003B3-26BC-2F6C-3582-D1FE6BEE648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213" name="Group 13212">
                      <a:extLst>
                        <a:ext uri="{FF2B5EF4-FFF2-40B4-BE49-F238E27FC236}">
                          <a16:creationId xmlns:a16="http://schemas.microsoft.com/office/drawing/2014/main" id="{C934E691-518D-C612-48D8-233A105237C5}"/>
                        </a:ext>
                      </a:extLst>
                    </p:cNvPr>
                    <p:cNvGrpSpPr/>
                    <p:nvPr/>
                  </p:nvGrpSpPr>
                  <p:grpSpPr>
                    <a:xfrm rot="14400000" flipH="1">
                      <a:off x="6389147" y="3932622"/>
                      <a:ext cx="393192" cy="393192"/>
                      <a:chOff x="5354637" y="3446463"/>
                      <a:chExt cx="214313" cy="214313"/>
                    </a:xfrm>
                  </p:grpSpPr>
                  <p:sp>
                    <p:nvSpPr>
                      <p:cNvPr id="13215" name="Arc 13214">
                        <a:extLst>
                          <a:ext uri="{FF2B5EF4-FFF2-40B4-BE49-F238E27FC236}">
                            <a16:creationId xmlns:a16="http://schemas.microsoft.com/office/drawing/2014/main" id="{7D00A7EC-6094-0978-64EE-F4FF5C70F7D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216" name="Arc 13215">
                        <a:extLst>
                          <a:ext uri="{FF2B5EF4-FFF2-40B4-BE49-F238E27FC236}">
                            <a16:creationId xmlns:a16="http://schemas.microsoft.com/office/drawing/2014/main" id="{BA0CCFB4-E68C-B7E4-E300-4AA0E5E7150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214" name="TextBox 13213">
                      <a:extLst>
                        <a:ext uri="{FF2B5EF4-FFF2-40B4-BE49-F238E27FC236}">
                          <a16:creationId xmlns:a16="http://schemas.microsoft.com/office/drawing/2014/main" id="{89127A17-CCDB-36EA-EF84-70355ACD528D}"/>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2248" name="Group 12247">
              <a:extLst>
                <a:ext uri="{FF2B5EF4-FFF2-40B4-BE49-F238E27FC236}">
                  <a16:creationId xmlns:a16="http://schemas.microsoft.com/office/drawing/2014/main" id="{19225CBC-5F23-4A50-6324-1AFDA3F4829C}"/>
                </a:ext>
              </a:extLst>
            </p:cNvPr>
            <p:cNvGrpSpPr/>
            <p:nvPr/>
          </p:nvGrpSpPr>
          <p:grpSpPr>
            <a:xfrm>
              <a:off x="3814867" y="-515566"/>
              <a:ext cx="2263438" cy="2198360"/>
              <a:chOff x="5445106" y="2039507"/>
              <a:chExt cx="2263438" cy="2198360"/>
            </a:xfrm>
          </p:grpSpPr>
          <p:grpSp>
            <p:nvGrpSpPr>
              <p:cNvPr id="13013" name="Group 13012">
                <a:extLst>
                  <a:ext uri="{FF2B5EF4-FFF2-40B4-BE49-F238E27FC236}">
                    <a16:creationId xmlns:a16="http://schemas.microsoft.com/office/drawing/2014/main" id="{60D170F5-7EF0-9B06-686B-3701BA443521}"/>
                  </a:ext>
                </a:extLst>
              </p:cNvPr>
              <p:cNvGrpSpPr/>
              <p:nvPr/>
            </p:nvGrpSpPr>
            <p:grpSpPr>
              <a:xfrm>
                <a:off x="5445106" y="2644743"/>
                <a:ext cx="1643204" cy="1593124"/>
                <a:chOff x="5445106" y="2644743"/>
                <a:chExt cx="1643204" cy="1593124"/>
              </a:xfrm>
            </p:grpSpPr>
            <p:grpSp>
              <p:nvGrpSpPr>
                <p:cNvPr id="13109" name="Group 13108">
                  <a:extLst>
                    <a:ext uri="{FF2B5EF4-FFF2-40B4-BE49-F238E27FC236}">
                      <a16:creationId xmlns:a16="http://schemas.microsoft.com/office/drawing/2014/main" id="{6839B2BC-9E8D-F34A-9006-CE220E5B15B5}"/>
                    </a:ext>
                  </a:extLst>
                </p:cNvPr>
                <p:cNvGrpSpPr/>
                <p:nvPr/>
              </p:nvGrpSpPr>
              <p:grpSpPr>
                <a:xfrm>
                  <a:off x="5445106" y="2644743"/>
                  <a:ext cx="1019224" cy="991639"/>
                  <a:chOff x="5886431" y="3225768"/>
                  <a:chExt cx="1019224" cy="991639"/>
                </a:xfrm>
              </p:grpSpPr>
              <p:grpSp>
                <p:nvGrpSpPr>
                  <p:cNvPr id="13157" name="Group 13156">
                    <a:extLst>
                      <a:ext uri="{FF2B5EF4-FFF2-40B4-BE49-F238E27FC236}">
                        <a16:creationId xmlns:a16="http://schemas.microsoft.com/office/drawing/2014/main" id="{B2D165C6-7067-3B25-6D61-D57E9F3F7176}"/>
                      </a:ext>
                    </a:extLst>
                  </p:cNvPr>
                  <p:cNvGrpSpPr/>
                  <p:nvPr/>
                </p:nvGrpSpPr>
                <p:grpSpPr>
                  <a:xfrm>
                    <a:off x="6197413" y="3824215"/>
                    <a:ext cx="393192" cy="393192"/>
                    <a:chOff x="5265196" y="3357021"/>
                    <a:chExt cx="393192" cy="393192"/>
                  </a:xfrm>
                </p:grpSpPr>
                <p:grpSp>
                  <p:nvGrpSpPr>
                    <p:cNvPr id="13192" name="Group 13191">
                      <a:extLst>
                        <a:ext uri="{FF2B5EF4-FFF2-40B4-BE49-F238E27FC236}">
                          <a16:creationId xmlns:a16="http://schemas.microsoft.com/office/drawing/2014/main" id="{ED06B830-D3AD-66FE-33AF-8304D0DAC444}"/>
                        </a:ext>
                      </a:extLst>
                    </p:cNvPr>
                    <p:cNvGrpSpPr/>
                    <p:nvPr/>
                  </p:nvGrpSpPr>
                  <p:grpSpPr>
                    <a:xfrm rot="14400000">
                      <a:off x="5265196" y="3357021"/>
                      <a:ext cx="393192" cy="393192"/>
                      <a:chOff x="5354637" y="3446463"/>
                      <a:chExt cx="214313" cy="214313"/>
                    </a:xfrm>
                  </p:grpSpPr>
                  <p:sp>
                    <p:nvSpPr>
                      <p:cNvPr id="13201" name="Arc 13200">
                        <a:extLst>
                          <a:ext uri="{FF2B5EF4-FFF2-40B4-BE49-F238E27FC236}">
                            <a16:creationId xmlns:a16="http://schemas.microsoft.com/office/drawing/2014/main" id="{67B7EDD6-DA64-FBD6-76DF-0CB506D3DCB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202" name="Arc 13201">
                        <a:extLst>
                          <a:ext uri="{FF2B5EF4-FFF2-40B4-BE49-F238E27FC236}">
                            <a16:creationId xmlns:a16="http://schemas.microsoft.com/office/drawing/2014/main" id="{24D4839A-DEF4-D0EC-ADB6-2D52626A32F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193" name="Group 13192">
                      <a:extLst>
                        <a:ext uri="{FF2B5EF4-FFF2-40B4-BE49-F238E27FC236}">
                          <a16:creationId xmlns:a16="http://schemas.microsoft.com/office/drawing/2014/main" id="{7529AE72-7AF5-B1EF-B83C-DBEE6E9CE2EB}"/>
                        </a:ext>
                      </a:extLst>
                    </p:cNvPr>
                    <p:cNvGrpSpPr/>
                    <p:nvPr/>
                  </p:nvGrpSpPr>
                  <p:grpSpPr>
                    <a:xfrm>
                      <a:off x="5310186" y="3402011"/>
                      <a:ext cx="303213" cy="303213"/>
                      <a:chOff x="5310186" y="3402011"/>
                      <a:chExt cx="303213" cy="303213"/>
                    </a:xfrm>
                  </p:grpSpPr>
                  <p:grpSp>
                    <p:nvGrpSpPr>
                      <p:cNvPr id="13194" name="Group 13193">
                        <a:extLst>
                          <a:ext uri="{FF2B5EF4-FFF2-40B4-BE49-F238E27FC236}">
                            <a16:creationId xmlns:a16="http://schemas.microsoft.com/office/drawing/2014/main" id="{288D0B9B-310D-F9A5-DC1E-26CA191B23E5}"/>
                          </a:ext>
                        </a:extLst>
                      </p:cNvPr>
                      <p:cNvGrpSpPr/>
                      <p:nvPr/>
                    </p:nvGrpSpPr>
                    <p:grpSpPr>
                      <a:xfrm>
                        <a:off x="5354636" y="3446461"/>
                        <a:ext cx="214313" cy="214313"/>
                        <a:chOff x="5354637" y="3446463"/>
                        <a:chExt cx="214313" cy="214313"/>
                      </a:xfrm>
                    </p:grpSpPr>
                    <p:sp>
                      <p:nvSpPr>
                        <p:cNvPr id="13199" name="Arc 13198">
                          <a:extLst>
                            <a:ext uri="{FF2B5EF4-FFF2-40B4-BE49-F238E27FC236}">
                              <a16:creationId xmlns:a16="http://schemas.microsoft.com/office/drawing/2014/main" id="{CF5F2581-1AF8-D93B-9890-8891AE7F657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200" name="Arc 13199">
                          <a:extLst>
                            <a:ext uri="{FF2B5EF4-FFF2-40B4-BE49-F238E27FC236}">
                              <a16:creationId xmlns:a16="http://schemas.microsoft.com/office/drawing/2014/main" id="{A8E91116-A2A7-AD19-81AD-B07E2ECD0F5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195" name="Group 13194">
                        <a:extLst>
                          <a:ext uri="{FF2B5EF4-FFF2-40B4-BE49-F238E27FC236}">
                            <a16:creationId xmlns:a16="http://schemas.microsoft.com/office/drawing/2014/main" id="{F433CE79-0C9F-7849-818F-D3622A40A212}"/>
                          </a:ext>
                        </a:extLst>
                      </p:cNvPr>
                      <p:cNvGrpSpPr/>
                      <p:nvPr/>
                    </p:nvGrpSpPr>
                    <p:grpSpPr>
                      <a:xfrm rot="7200000">
                        <a:off x="5310186" y="3402011"/>
                        <a:ext cx="303213" cy="303213"/>
                        <a:chOff x="5354637" y="3446463"/>
                        <a:chExt cx="214313" cy="214313"/>
                      </a:xfrm>
                    </p:grpSpPr>
                    <p:sp>
                      <p:nvSpPr>
                        <p:cNvPr id="13197" name="Arc 13196">
                          <a:extLst>
                            <a:ext uri="{FF2B5EF4-FFF2-40B4-BE49-F238E27FC236}">
                              <a16:creationId xmlns:a16="http://schemas.microsoft.com/office/drawing/2014/main" id="{6CCB05CC-B850-08B4-EE6E-07468F1AF9A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198" name="Arc 13197">
                          <a:extLst>
                            <a:ext uri="{FF2B5EF4-FFF2-40B4-BE49-F238E27FC236}">
                              <a16:creationId xmlns:a16="http://schemas.microsoft.com/office/drawing/2014/main" id="{BF05B0B1-2466-1A4E-C514-5FCF49CA642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196" name="TextBox 13195">
                        <a:extLst>
                          <a:ext uri="{FF2B5EF4-FFF2-40B4-BE49-F238E27FC236}">
                            <a16:creationId xmlns:a16="http://schemas.microsoft.com/office/drawing/2014/main" id="{3314FE73-CE2B-0A66-266A-34B4FE1728B0}"/>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158" name="Group 13157">
                    <a:extLst>
                      <a:ext uri="{FF2B5EF4-FFF2-40B4-BE49-F238E27FC236}">
                        <a16:creationId xmlns:a16="http://schemas.microsoft.com/office/drawing/2014/main" id="{9250F217-6E34-7902-23E9-52462C63CBCF}"/>
                      </a:ext>
                    </a:extLst>
                  </p:cNvPr>
                  <p:cNvGrpSpPr/>
                  <p:nvPr/>
                </p:nvGrpSpPr>
                <p:grpSpPr>
                  <a:xfrm>
                    <a:off x="5886431" y="3525040"/>
                    <a:ext cx="393192" cy="393192"/>
                    <a:chOff x="5265196" y="3932619"/>
                    <a:chExt cx="393192" cy="393192"/>
                  </a:xfrm>
                </p:grpSpPr>
                <p:grpSp>
                  <p:nvGrpSpPr>
                    <p:cNvPr id="13182" name="Group 13181">
                      <a:extLst>
                        <a:ext uri="{FF2B5EF4-FFF2-40B4-BE49-F238E27FC236}">
                          <a16:creationId xmlns:a16="http://schemas.microsoft.com/office/drawing/2014/main" id="{E5BB9594-837A-E1C7-A772-00FB45BDDC87}"/>
                        </a:ext>
                      </a:extLst>
                    </p:cNvPr>
                    <p:cNvGrpSpPr/>
                    <p:nvPr/>
                  </p:nvGrpSpPr>
                  <p:grpSpPr>
                    <a:xfrm>
                      <a:off x="5354636" y="4022061"/>
                      <a:ext cx="214313" cy="214313"/>
                      <a:chOff x="5354637" y="3446463"/>
                      <a:chExt cx="214313" cy="214313"/>
                    </a:xfrm>
                  </p:grpSpPr>
                  <p:sp>
                    <p:nvSpPr>
                      <p:cNvPr id="13190" name="Arc 13189">
                        <a:extLst>
                          <a:ext uri="{FF2B5EF4-FFF2-40B4-BE49-F238E27FC236}">
                            <a16:creationId xmlns:a16="http://schemas.microsoft.com/office/drawing/2014/main" id="{918B93B9-A3E2-7838-1523-705D5D1F4CF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191" name="Arc 13190">
                        <a:extLst>
                          <a:ext uri="{FF2B5EF4-FFF2-40B4-BE49-F238E27FC236}">
                            <a16:creationId xmlns:a16="http://schemas.microsoft.com/office/drawing/2014/main" id="{BA56D67F-0F79-409A-9F5D-33F60CD1B1B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183" name="Group 13182">
                      <a:extLst>
                        <a:ext uri="{FF2B5EF4-FFF2-40B4-BE49-F238E27FC236}">
                          <a16:creationId xmlns:a16="http://schemas.microsoft.com/office/drawing/2014/main" id="{1ECE4530-9E6A-4988-6455-DD5321DF998B}"/>
                        </a:ext>
                      </a:extLst>
                    </p:cNvPr>
                    <p:cNvGrpSpPr/>
                    <p:nvPr/>
                  </p:nvGrpSpPr>
                  <p:grpSpPr>
                    <a:xfrm rot="14400000">
                      <a:off x="5310186" y="3977611"/>
                      <a:ext cx="303213" cy="303213"/>
                      <a:chOff x="5354637" y="3446463"/>
                      <a:chExt cx="214313" cy="214313"/>
                    </a:xfrm>
                  </p:grpSpPr>
                  <p:sp>
                    <p:nvSpPr>
                      <p:cNvPr id="13188" name="Arc 13187">
                        <a:extLst>
                          <a:ext uri="{FF2B5EF4-FFF2-40B4-BE49-F238E27FC236}">
                            <a16:creationId xmlns:a16="http://schemas.microsoft.com/office/drawing/2014/main" id="{D086E31B-4885-0381-F501-FBE5362DB98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189" name="Arc 13188">
                        <a:extLst>
                          <a:ext uri="{FF2B5EF4-FFF2-40B4-BE49-F238E27FC236}">
                            <a16:creationId xmlns:a16="http://schemas.microsoft.com/office/drawing/2014/main" id="{31348048-A40D-45E6-1381-DAC130D0F63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184" name="Group 13183">
                      <a:extLst>
                        <a:ext uri="{FF2B5EF4-FFF2-40B4-BE49-F238E27FC236}">
                          <a16:creationId xmlns:a16="http://schemas.microsoft.com/office/drawing/2014/main" id="{BDE20CCA-5604-609D-AC3F-B1B33A746E6A}"/>
                        </a:ext>
                      </a:extLst>
                    </p:cNvPr>
                    <p:cNvGrpSpPr/>
                    <p:nvPr/>
                  </p:nvGrpSpPr>
                  <p:grpSpPr>
                    <a:xfrm rot="7200000">
                      <a:off x="5265196" y="3932619"/>
                      <a:ext cx="393192" cy="393192"/>
                      <a:chOff x="5354637" y="3446463"/>
                      <a:chExt cx="214313" cy="214313"/>
                    </a:xfrm>
                  </p:grpSpPr>
                  <p:sp>
                    <p:nvSpPr>
                      <p:cNvPr id="13186" name="Arc 13185">
                        <a:extLst>
                          <a:ext uri="{FF2B5EF4-FFF2-40B4-BE49-F238E27FC236}">
                            <a16:creationId xmlns:a16="http://schemas.microsoft.com/office/drawing/2014/main" id="{99CA996C-6016-7EA2-3185-4AE9EBBAD07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187" name="Arc 13186">
                        <a:extLst>
                          <a:ext uri="{FF2B5EF4-FFF2-40B4-BE49-F238E27FC236}">
                            <a16:creationId xmlns:a16="http://schemas.microsoft.com/office/drawing/2014/main" id="{CD2F239D-D272-9FA6-0490-4D361CAA71F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185" name="TextBox 13184">
                      <a:extLst>
                        <a:ext uri="{FF2B5EF4-FFF2-40B4-BE49-F238E27FC236}">
                          <a16:creationId xmlns:a16="http://schemas.microsoft.com/office/drawing/2014/main" id="{FB84E263-A274-5A7A-D932-98ECDF21D1F6}"/>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3159" name="Group 13158">
                    <a:extLst>
                      <a:ext uri="{FF2B5EF4-FFF2-40B4-BE49-F238E27FC236}">
                        <a16:creationId xmlns:a16="http://schemas.microsoft.com/office/drawing/2014/main" id="{8489F55D-9CEF-2CA4-6F5E-8DBF098C96CE}"/>
                      </a:ext>
                    </a:extLst>
                  </p:cNvPr>
                  <p:cNvGrpSpPr/>
                  <p:nvPr/>
                </p:nvGrpSpPr>
                <p:grpSpPr>
                  <a:xfrm>
                    <a:off x="6512463" y="3525040"/>
                    <a:ext cx="393192" cy="393192"/>
                    <a:chOff x="6389147" y="3357021"/>
                    <a:chExt cx="393192" cy="393192"/>
                  </a:xfrm>
                </p:grpSpPr>
                <p:grpSp>
                  <p:nvGrpSpPr>
                    <p:cNvPr id="13171" name="Group 13170">
                      <a:extLst>
                        <a:ext uri="{FF2B5EF4-FFF2-40B4-BE49-F238E27FC236}">
                          <a16:creationId xmlns:a16="http://schemas.microsoft.com/office/drawing/2014/main" id="{D1B301D2-9F24-10A4-A08E-2E94AA889157}"/>
                        </a:ext>
                      </a:extLst>
                    </p:cNvPr>
                    <p:cNvGrpSpPr/>
                    <p:nvPr/>
                  </p:nvGrpSpPr>
                  <p:grpSpPr>
                    <a:xfrm rot="7200000" flipH="1">
                      <a:off x="6389147" y="3357021"/>
                      <a:ext cx="393192" cy="393192"/>
                      <a:chOff x="5354637" y="3446463"/>
                      <a:chExt cx="214313" cy="214313"/>
                    </a:xfrm>
                  </p:grpSpPr>
                  <p:sp>
                    <p:nvSpPr>
                      <p:cNvPr id="13180" name="Arc 13179">
                        <a:extLst>
                          <a:ext uri="{FF2B5EF4-FFF2-40B4-BE49-F238E27FC236}">
                            <a16:creationId xmlns:a16="http://schemas.microsoft.com/office/drawing/2014/main" id="{0DF3BBC1-4DAA-5E50-9BF5-F02A430C169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181" name="Arc 13180">
                        <a:extLst>
                          <a:ext uri="{FF2B5EF4-FFF2-40B4-BE49-F238E27FC236}">
                            <a16:creationId xmlns:a16="http://schemas.microsoft.com/office/drawing/2014/main" id="{28566483-0FA0-7BCA-AC99-D029CA45B5D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172" name="Group 13171">
                      <a:extLst>
                        <a:ext uri="{FF2B5EF4-FFF2-40B4-BE49-F238E27FC236}">
                          <a16:creationId xmlns:a16="http://schemas.microsoft.com/office/drawing/2014/main" id="{8E412D0B-5F66-0463-7BCF-5DD6F9E53682}"/>
                        </a:ext>
                      </a:extLst>
                    </p:cNvPr>
                    <p:cNvGrpSpPr/>
                    <p:nvPr/>
                  </p:nvGrpSpPr>
                  <p:grpSpPr>
                    <a:xfrm>
                      <a:off x="6434137" y="3402011"/>
                      <a:ext cx="303213" cy="303213"/>
                      <a:chOff x="6434137" y="3402011"/>
                      <a:chExt cx="303213" cy="303213"/>
                    </a:xfrm>
                  </p:grpSpPr>
                  <p:grpSp>
                    <p:nvGrpSpPr>
                      <p:cNvPr id="13173" name="Group 13172">
                        <a:extLst>
                          <a:ext uri="{FF2B5EF4-FFF2-40B4-BE49-F238E27FC236}">
                            <a16:creationId xmlns:a16="http://schemas.microsoft.com/office/drawing/2014/main" id="{2DFC1E79-0A6D-1F9E-CBFE-3E695F83A76E}"/>
                          </a:ext>
                        </a:extLst>
                      </p:cNvPr>
                      <p:cNvGrpSpPr/>
                      <p:nvPr/>
                    </p:nvGrpSpPr>
                    <p:grpSpPr>
                      <a:xfrm flipH="1">
                        <a:off x="6478587" y="3446461"/>
                        <a:ext cx="214313" cy="214313"/>
                        <a:chOff x="5354637" y="3446463"/>
                        <a:chExt cx="214313" cy="214313"/>
                      </a:xfrm>
                    </p:grpSpPr>
                    <p:sp>
                      <p:nvSpPr>
                        <p:cNvPr id="13178" name="Arc 13177">
                          <a:extLst>
                            <a:ext uri="{FF2B5EF4-FFF2-40B4-BE49-F238E27FC236}">
                              <a16:creationId xmlns:a16="http://schemas.microsoft.com/office/drawing/2014/main" id="{514E08DD-2DA1-57FD-6E4C-5C5581080FB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179" name="Arc 13178">
                          <a:extLst>
                            <a:ext uri="{FF2B5EF4-FFF2-40B4-BE49-F238E27FC236}">
                              <a16:creationId xmlns:a16="http://schemas.microsoft.com/office/drawing/2014/main" id="{7944F1EA-AD7F-2A9F-54B8-621B49C4AF3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174" name="Group 13173">
                        <a:extLst>
                          <a:ext uri="{FF2B5EF4-FFF2-40B4-BE49-F238E27FC236}">
                            <a16:creationId xmlns:a16="http://schemas.microsoft.com/office/drawing/2014/main" id="{2C64BBDF-F3A4-4EF3-9E7B-F6ECA76BB77B}"/>
                          </a:ext>
                        </a:extLst>
                      </p:cNvPr>
                      <p:cNvGrpSpPr/>
                      <p:nvPr/>
                    </p:nvGrpSpPr>
                    <p:grpSpPr>
                      <a:xfrm rot="14400000" flipH="1">
                        <a:off x="6434137" y="3402011"/>
                        <a:ext cx="303213" cy="303213"/>
                        <a:chOff x="5354637" y="3446463"/>
                        <a:chExt cx="214313" cy="214313"/>
                      </a:xfrm>
                    </p:grpSpPr>
                    <p:sp>
                      <p:nvSpPr>
                        <p:cNvPr id="13176" name="Arc 13175">
                          <a:extLst>
                            <a:ext uri="{FF2B5EF4-FFF2-40B4-BE49-F238E27FC236}">
                              <a16:creationId xmlns:a16="http://schemas.microsoft.com/office/drawing/2014/main" id="{A8BB440C-6087-0FF7-5342-16A2D996995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177" name="Arc 13176">
                          <a:extLst>
                            <a:ext uri="{FF2B5EF4-FFF2-40B4-BE49-F238E27FC236}">
                              <a16:creationId xmlns:a16="http://schemas.microsoft.com/office/drawing/2014/main" id="{0CE1291D-DF67-0092-22FB-B90E2DA304A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175" name="TextBox 13174">
                        <a:extLst>
                          <a:ext uri="{FF2B5EF4-FFF2-40B4-BE49-F238E27FC236}">
                            <a16:creationId xmlns:a16="http://schemas.microsoft.com/office/drawing/2014/main" id="{655418EF-3444-12C2-7F92-9BFD25A61E2B}"/>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160" name="Group 13159">
                    <a:extLst>
                      <a:ext uri="{FF2B5EF4-FFF2-40B4-BE49-F238E27FC236}">
                        <a16:creationId xmlns:a16="http://schemas.microsoft.com/office/drawing/2014/main" id="{5FD28CEC-DAE1-FD68-00FB-90B976EAA93C}"/>
                      </a:ext>
                    </a:extLst>
                  </p:cNvPr>
                  <p:cNvGrpSpPr/>
                  <p:nvPr/>
                </p:nvGrpSpPr>
                <p:grpSpPr>
                  <a:xfrm>
                    <a:off x="6197413" y="3225768"/>
                    <a:ext cx="393192" cy="393192"/>
                    <a:chOff x="6389147" y="3932622"/>
                    <a:chExt cx="393192" cy="393192"/>
                  </a:xfrm>
                </p:grpSpPr>
                <p:grpSp>
                  <p:nvGrpSpPr>
                    <p:cNvPr id="13161" name="Group 13160">
                      <a:extLst>
                        <a:ext uri="{FF2B5EF4-FFF2-40B4-BE49-F238E27FC236}">
                          <a16:creationId xmlns:a16="http://schemas.microsoft.com/office/drawing/2014/main" id="{B2A3C31C-C18D-ED32-E22C-33393C64D238}"/>
                        </a:ext>
                      </a:extLst>
                    </p:cNvPr>
                    <p:cNvGrpSpPr/>
                    <p:nvPr/>
                  </p:nvGrpSpPr>
                  <p:grpSpPr>
                    <a:xfrm flipH="1">
                      <a:off x="6478587" y="4022061"/>
                      <a:ext cx="214313" cy="214313"/>
                      <a:chOff x="5354637" y="3446463"/>
                      <a:chExt cx="214313" cy="214313"/>
                    </a:xfrm>
                  </p:grpSpPr>
                  <p:sp>
                    <p:nvSpPr>
                      <p:cNvPr id="13169" name="Arc 13168">
                        <a:extLst>
                          <a:ext uri="{FF2B5EF4-FFF2-40B4-BE49-F238E27FC236}">
                            <a16:creationId xmlns:a16="http://schemas.microsoft.com/office/drawing/2014/main" id="{A0DAE5FB-DDD1-A218-DBFF-58F619A01C9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170" name="Arc 13169">
                        <a:extLst>
                          <a:ext uri="{FF2B5EF4-FFF2-40B4-BE49-F238E27FC236}">
                            <a16:creationId xmlns:a16="http://schemas.microsoft.com/office/drawing/2014/main" id="{60837BEA-B5B8-5B40-4C4D-C1A6ABC48BE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162" name="Group 13161">
                      <a:extLst>
                        <a:ext uri="{FF2B5EF4-FFF2-40B4-BE49-F238E27FC236}">
                          <a16:creationId xmlns:a16="http://schemas.microsoft.com/office/drawing/2014/main" id="{CFC5077A-0028-C760-2CAD-33AF0878AD5E}"/>
                        </a:ext>
                      </a:extLst>
                    </p:cNvPr>
                    <p:cNvGrpSpPr/>
                    <p:nvPr/>
                  </p:nvGrpSpPr>
                  <p:grpSpPr>
                    <a:xfrm rot="7200000" flipH="1">
                      <a:off x="6434137" y="3977611"/>
                      <a:ext cx="303213" cy="303213"/>
                      <a:chOff x="5354637" y="3446463"/>
                      <a:chExt cx="214313" cy="214313"/>
                    </a:xfrm>
                  </p:grpSpPr>
                  <p:sp>
                    <p:nvSpPr>
                      <p:cNvPr id="13167" name="Arc 13166">
                        <a:extLst>
                          <a:ext uri="{FF2B5EF4-FFF2-40B4-BE49-F238E27FC236}">
                            <a16:creationId xmlns:a16="http://schemas.microsoft.com/office/drawing/2014/main" id="{611203AC-1200-1A43-2A00-14FAABC1F9F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168" name="Arc 13167">
                        <a:extLst>
                          <a:ext uri="{FF2B5EF4-FFF2-40B4-BE49-F238E27FC236}">
                            <a16:creationId xmlns:a16="http://schemas.microsoft.com/office/drawing/2014/main" id="{CC484BA7-1D9F-3774-0BC4-B7DFEFAFCBF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163" name="Group 13162">
                      <a:extLst>
                        <a:ext uri="{FF2B5EF4-FFF2-40B4-BE49-F238E27FC236}">
                          <a16:creationId xmlns:a16="http://schemas.microsoft.com/office/drawing/2014/main" id="{48BB5435-EDFD-B73A-F6F5-FB520EBFD720}"/>
                        </a:ext>
                      </a:extLst>
                    </p:cNvPr>
                    <p:cNvGrpSpPr/>
                    <p:nvPr/>
                  </p:nvGrpSpPr>
                  <p:grpSpPr>
                    <a:xfrm rot="14400000" flipH="1">
                      <a:off x="6389147" y="3932622"/>
                      <a:ext cx="393192" cy="393192"/>
                      <a:chOff x="5354637" y="3446463"/>
                      <a:chExt cx="214313" cy="214313"/>
                    </a:xfrm>
                  </p:grpSpPr>
                  <p:sp>
                    <p:nvSpPr>
                      <p:cNvPr id="13165" name="Arc 13164">
                        <a:extLst>
                          <a:ext uri="{FF2B5EF4-FFF2-40B4-BE49-F238E27FC236}">
                            <a16:creationId xmlns:a16="http://schemas.microsoft.com/office/drawing/2014/main" id="{29168DAB-5FD5-4ABC-F639-8D160FA2F42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166" name="Arc 13165">
                        <a:extLst>
                          <a:ext uri="{FF2B5EF4-FFF2-40B4-BE49-F238E27FC236}">
                            <a16:creationId xmlns:a16="http://schemas.microsoft.com/office/drawing/2014/main" id="{E0F9C542-891B-8D8E-FFCB-1DC6DAE284C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164" name="TextBox 13163">
                      <a:extLst>
                        <a:ext uri="{FF2B5EF4-FFF2-40B4-BE49-F238E27FC236}">
                          <a16:creationId xmlns:a16="http://schemas.microsoft.com/office/drawing/2014/main" id="{0592F437-552C-C620-DE86-BD3C7E3FB7A2}"/>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110" name="Group 13109">
                  <a:extLst>
                    <a:ext uri="{FF2B5EF4-FFF2-40B4-BE49-F238E27FC236}">
                      <a16:creationId xmlns:a16="http://schemas.microsoft.com/office/drawing/2014/main" id="{B1C0DE6F-C8D4-5207-D2FE-7392999D17A6}"/>
                    </a:ext>
                  </a:extLst>
                </p:cNvPr>
                <p:cNvGrpSpPr/>
                <p:nvPr/>
              </p:nvGrpSpPr>
              <p:grpSpPr>
                <a:xfrm>
                  <a:off x="6069086" y="3246228"/>
                  <a:ext cx="1019224" cy="991639"/>
                  <a:chOff x="5886431" y="3225768"/>
                  <a:chExt cx="1019224" cy="991639"/>
                </a:xfrm>
              </p:grpSpPr>
              <p:grpSp>
                <p:nvGrpSpPr>
                  <p:cNvPr id="13111" name="Group 13110">
                    <a:extLst>
                      <a:ext uri="{FF2B5EF4-FFF2-40B4-BE49-F238E27FC236}">
                        <a16:creationId xmlns:a16="http://schemas.microsoft.com/office/drawing/2014/main" id="{B254AD0F-2696-4E2D-8FA9-3F44B659C6B8}"/>
                      </a:ext>
                    </a:extLst>
                  </p:cNvPr>
                  <p:cNvGrpSpPr/>
                  <p:nvPr/>
                </p:nvGrpSpPr>
                <p:grpSpPr>
                  <a:xfrm>
                    <a:off x="6197413" y="3824215"/>
                    <a:ext cx="393192" cy="393192"/>
                    <a:chOff x="5265196" y="3357021"/>
                    <a:chExt cx="393192" cy="393192"/>
                  </a:xfrm>
                </p:grpSpPr>
                <p:grpSp>
                  <p:nvGrpSpPr>
                    <p:cNvPr id="13146" name="Group 13145">
                      <a:extLst>
                        <a:ext uri="{FF2B5EF4-FFF2-40B4-BE49-F238E27FC236}">
                          <a16:creationId xmlns:a16="http://schemas.microsoft.com/office/drawing/2014/main" id="{A400AA16-0C93-D3E6-8841-95D63E04F8B1}"/>
                        </a:ext>
                      </a:extLst>
                    </p:cNvPr>
                    <p:cNvGrpSpPr/>
                    <p:nvPr/>
                  </p:nvGrpSpPr>
                  <p:grpSpPr>
                    <a:xfrm rot="14400000">
                      <a:off x="5265196" y="3357021"/>
                      <a:ext cx="393192" cy="393192"/>
                      <a:chOff x="5354637" y="3446463"/>
                      <a:chExt cx="214313" cy="214313"/>
                    </a:xfrm>
                  </p:grpSpPr>
                  <p:sp>
                    <p:nvSpPr>
                      <p:cNvPr id="13155" name="Arc 13154">
                        <a:extLst>
                          <a:ext uri="{FF2B5EF4-FFF2-40B4-BE49-F238E27FC236}">
                            <a16:creationId xmlns:a16="http://schemas.microsoft.com/office/drawing/2014/main" id="{D8B73C8C-4163-6D04-C3C0-C9C864AB242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156" name="Arc 13155">
                        <a:extLst>
                          <a:ext uri="{FF2B5EF4-FFF2-40B4-BE49-F238E27FC236}">
                            <a16:creationId xmlns:a16="http://schemas.microsoft.com/office/drawing/2014/main" id="{BF89F710-85A6-65FF-7D18-D0EB4D3DEA9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147" name="Group 13146">
                      <a:extLst>
                        <a:ext uri="{FF2B5EF4-FFF2-40B4-BE49-F238E27FC236}">
                          <a16:creationId xmlns:a16="http://schemas.microsoft.com/office/drawing/2014/main" id="{1FD3F94B-66DB-E576-B9B1-ADBDFDDD66BA}"/>
                        </a:ext>
                      </a:extLst>
                    </p:cNvPr>
                    <p:cNvGrpSpPr/>
                    <p:nvPr/>
                  </p:nvGrpSpPr>
                  <p:grpSpPr>
                    <a:xfrm>
                      <a:off x="5310186" y="3402011"/>
                      <a:ext cx="303213" cy="303213"/>
                      <a:chOff x="5310186" y="3402011"/>
                      <a:chExt cx="303213" cy="303213"/>
                    </a:xfrm>
                  </p:grpSpPr>
                  <p:grpSp>
                    <p:nvGrpSpPr>
                      <p:cNvPr id="13148" name="Group 13147">
                        <a:extLst>
                          <a:ext uri="{FF2B5EF4-FFF2-40B4-BE49-F238E27FC236}">
                            <a16:creationId xmlns:a16="http://schemas.microsoft.com/office/drawing/2014/main" id="{F163244D-E9EE-B9C7-EBD4-82E502B19080}"/>
                          </a:ext>
                        </a:extLst>
                      </p:cNvPr>
                      <p:cNvGrpSpPr/>
                      <p:nvPr/>
                    </p:nvGrpSpPr>
                    <p:grpSpPr>
                      <a:xfrm>
                        <a:off x="5354636" y="3446461"/>
                        <a:ext cx="214313" cy="214313"/>
                        <a:chOff x="5354637" y="3446463"/>
                        <a:chExt cx="214313" cy="214313"/>
                      </a:xfrm>
                    </p:grpSpPr>
                    <p:sp>
                      <p:nvSpPr>
                        <p:cNvPr id="13153" name="Arc 13152">
                          <a:extLst>
                            <a:ext uri="{FF2B5EF4-FFF2-40B4-BE49-F238E27FC236}">
                              <a16:creationId xmlns:a16="http://schemas.microsoft.com/office/drawing/2014/main" id="{D1C2101F-51A9-DC27-14A5-29DBABCE48F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154" name="Arc 13153">
                          <a:extLst>
                            <a:ext uri="{FF2B5EF4-FFF2-40B4-BE49-F238E27FC236}">
                              <a16:creationId xmlns:a16="http://schemas.microsoft.com/office/drawing/2014/main" id="{BB03FC3F-7E7C-D823-DDB8-41DDC219EB0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149" name="Group 13148">
                        <a:extLst>
                          <a:ext uri="{FF2B5EF4-FFF2-40B4-BE49-F238E27FC236}">
                            <a16:creationId xmlns:a16="http://schemas.microsoft.com/office/drawing/2014/main" id="{7EC1C7A9-652A-1618-5052-71F5BCB2FE2C}"/>
                          </a:ext>
                        </a:extLst>
                      </p:cNvPr>
                      <p:cNvGrpSpPr/>
                      <p:nvPr/>
                    </p:nvGrpSpPr>
                    <p:grpSpPr>
                      <a:xfrm rot="7200000">
                        <a:off x="5310186" y="3402011"/>
                        <a:ext cx="303213" cy="303213"/>
                        <a:chOff x="5354637" y="3446463"/>
                        <a:chExt cx="214313" cy="214313"/>
                      </a:xfrm>
                    </p:grpSpPr>
                    <p:sp>
                      <p:nvSpPr>
                        <p:cNvPr id="13151" name="Arc 13150">
                          <a:extLst>
                            <a:ext uri="{FF2B5EF4-FFF2-40B4-BE49-F238E27FC236}">
                              <a16:creationId xmlns:a16="http://schemas.microsoft.com/office/drawing/2014/main" id="{F95D23CF-163B-CD79-CCEF-59CE032CD0B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152" name="Arc 13151">
                          <a:extLst>
                            <a:ext uri="{FF2B5EF4-FFF2-40B4-BE49-F238E27FC236}">
                              <a16:creationId xmlns:a16="http://schemas.microsoft.com/office/drawing/2014/main" id="{F4C65B00-63E9-FA2F-6E0C-3A41C4120C4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150" name="TextBox 13149">
                        <a:extLst>
                          <a:ext uri="{FF2B5EF4-FFF2-40B4-BE49-F238E27FC236}">
                            <a16:creationId xmlns:a16="http://schemas.microsoft.com/office/drawing/2014/main" id="{AA5AAC59-A676-B091-F701-4907D427E8BE}"/>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112" name="Group 13111">
                    <a:extLst>
                      <a:ext uri="{FF2B5EF4-FFF2-40B4-BE49-F238E27FC236}">
                        <a16:creationId xmlns:a16="http://schemas.microsoft.com/office/drawing/2014/main" id="{00C21B48-1E9D-670A-66BB-F16BC3055B42}"/>
                      </a:ext>
                    </a:extLst>
                  </p:cNvPr>
                  <p:cNvGrpSpPr/>
                  <p:nvPr/>
                </p:nvGrpSpPr>
                <p:grpSpPr>
                  <a:xfrm>
                    <a:off x="5886431" y="3525040"/>
                    <a:ext cx="393192" cy="393192"/>
                    <a:chOff x="5265196" y="3932619"/>
                    <a:chExt cx="393192" cy="393192"/>
                  </a:xfrm>
                </p:grpSpPr>
                <p:grpSp>
                  <p:nvGrpSpPr>
                    <p:cNvPr id="13136" name="Group 13135">
                      <a:extLst>
                        <a:ext uri="{FF2B5EF4-FFF2-40B4-BE49-F238E27FC236}">
                          <a16:creationId xmlns:a16="http://schemas.microsoft.com/office/drawing/2014/main" id="{DA42BBFA-E01A-D7EA-8C93-14DF7DD10F08}"/>
                        </a:ext>
                      </a:extLst>
                    </p:cNvPr>
                    <p:cNvGrpSpPr/>
                    <p:nvPr/>
                  </p:nvGrpSpPr>
                  <p:grpSpPr>
                    <a:xfrm>
                      <a:off x="5354636" y="4022061"/>
                      <a:ext cx="214313" cy="214313"/>
                      <a:chOff x="5354637" y="3446463"/>
                      <a:chExt cx="214313" cy="214313"/>
                    </a:xfrm>
                  </p:grpSpPr>
                  <p:sp>
                    <p:nvSpPr>
                      <p:cNvPr id="13144" name="Arc 13143">
                        <a:extLst>
                          <a:ext uri="{FF2B5EF4-FFF2-40B4-BE49-F238E27FC236}">
                            <a16:creationId xmlns:a16="http://schemas.microsoft.com/office/drawing/2014/main" id="{C53B87BC-405C-FBD4-498A-52E2D663A23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145" name="Arc 13144">
                        <a:extLst>
                          <a:ext uri="{FF2B5EF4-FFF2-40B4-BE49-F238E27FC236}">
                            <a16:creationId xmlns:a16="http://schemas.microsoft.com/office/drawing/2014/main" id="{F84ADC30-FAE4-1458-9E6E-F546ADE8DED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137" name="Group 13136">
                      <a:extLst>
                        <a:ext uri="{FF2B5EF4-FFF2-40B4-BE49-F238E27FC236}">
                          <a16:creationId xmlns:a16="http://schemas.microsoft.com/office/drawing/2014/main" id="{B39CB545-7E4B-82B2-BA0B-4F20A8FDD630}"/>
                        </a:ext>
                      </a:extLst>
                    </p:cNvPr>
                    <p:cNvGrpSpPr/>
                    <p:nvPr/>
                  </p:nvGrpSpPr>
                  <p:grpSpPr>
                    <a:xfrm rot="14400000">
                      <a:off x="5310186" y="3977611"/>
                      <a:ext cx="303213" cy="303213"/>
                      <a:chOff x="5354637" y="3446463"/>
                      <a:chExt cx="214313" cy="214313"/>
                    </a:xfrm>
                  </p:grpSpPr>
                  <p:sp>
                    <p:nvSpPr>
                      <p:cNvPr id="13142" name="Arc 13141">
                        <a:extLst>
                          <a:ext uri="{FF2B5EF4-FFF2-40B4-BE49-F238E27FC236}">
                            <a16:creationId xmlns:a16="http://schemas.microsoft.com/office/drawing/2014/main" id="{DA2CB643-CADF-B036-363B-5EC40A771D9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143" name="Arc 13142">
                        <a:extLst>
                          <a:ext uri="{FF2B5EF4-FFF2-40B4-BE49-F238E27FC236}">
                            <a16:creationId xmlns:a16="http://schemas.microsoft.com/office/drawing/2014/main" id="{2C160A40-6FD2-02FA-E106-F56F081237D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138" name="Group 13137">
                      <a:extLst>
                        <a:ext uri="{FF2B5EF4-FFF2-40B4-BE49-F238E27FC236}">
                          <a16:creationId xmlns:a16="http://schemas.microsoft.com/office/drawing/2014/main" id="{E93F595A-16C5-1A96-ED96-E4093D63C8E7}"/>
                        </a:ext>
                      </a:extLst>
                    </p:cNvPr>
                    <p:cNvGrpSpPr/>
                    <p:nvPr/>
                  </p:nvGrpSpPr>
                  <p:grpSpPr>
                    <a:xfrm rot="7200000">
                      <a:off x="5265196" y="3932619"/>
                      <a:ext cx="393192" cy="393192"/>
                      <a:chOff x="5354637" y="3446463"/>
                      <a:chExt cx="214313" cy="214313"/>
                    </a:xfrm>
                  </p:grpSpPr>
                  <p:sp>
                    <p:nvSpPr>
                      <p:cNvPr id="13140" name="Arc 13139">
                        <a:extLst>
                          <a:ext uri="{FF2B5EF4-FFF2-40B4-BE49-F238E27FC236}">
                            <a16:creationId xmlns:a16="http://schemas.microsoft.com/office/drawing/2014/main" id="{B0DEEBC9-2558-0A70-A305-F81F57647E1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141" name="Arc 13140">
                        <a:extLst>
                          <a:ext uri="{FF2B5EF4-FFF2-40B4-BE49-F238E27FC236}">
                            <a16:creationId xmlns:a16="http://schemas.microsoft.com/office/drawing/2014/main" id="{D4F7298A-EF85-CF92-464D-F9122033BFB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139" name="TextBox 13138">
                      <a:extLst>
                        <a:ext uri="{FF2B5EF4-FFF2-40B4-BE49-F238E27FC236}">
                          <a16:creationId xmlns:a16="http://schemas.microsoft.com/office/drawing/2014/main" id="{AB2F4260-73C0-DE4E-DD0E-78FA4F8F057B}"/>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3113" name="Group 13112">
                    <a:extLst>
                      <a:ext uri="{FF2B5EF4-FFF2-40B4-BE49-F238E27FC236}">
                        <a16:creationId xmlns:a16="http://schemas.microsoft.com/office/drawing/2014/main" id="{C506FD51-8F94-5819-072B-64C265CCCE2E}"/>
                      </a:ext>
                    </a:extLst>
                  </p:cNvPr>
                  <p:cNvGrpSpPr/>
                  <p:nvPr/>
                </p:nvGrpSpPr>
                <p:grpSpPr>
                  <a:xfrm>
                    <a:off x="6512463" y="3525040"/>
                    <a:ext cx="393192" cy="393192"/>
                    <a:chOff x="6389147" y="3357021"/>
                    <a:chExt cx="393192" cy="393192"/>
                  </a:xfrm>
                </p:grpSpPr>
                <p:grpSp>
                  <p:nvGrpSpPr>
                    <p:cNvPr id="13125" name="Group 13124">
                      <a:extLst>
                        <a:ext uri="{FF2B5EF4-FFF2-40B4-BE49-F238E27FC236}">
                          <a16:creationId xmlns:a16="http://schemas.microsoft.com/office/drawing/2014/main" id="{B9ABAC8B-7985-E3A6-B7DB-AA96674E256C}"/>
                        </a:ext>
                      </a:extLst>
                    </p:cNvPr>
                    <p:cNvGrpSpPr/>
                    <p:nvPr/>
                  </p:nvGrpSpPr>
                  <p:grpSpPr>
                    <a:xfrm rot="7200000" flipH="1">
                      <a:off x="6389147" y="3357021"/>
                      <a:ext cx="393192" cy="393192"/>
                      <a:chOff x="5354637" y="3446463"/>
                      <a:chExt cx="214313" cy="214313"/>
                    </a:xfrm>
                  </p:grpSpPr>
                  <p:sp>
                    <p:nvSpPr>
                      <p:cNvPr id="13134" name="Arc 13133">
                        <a:extLst>
                          <a:ext uri="{FF2B5EF4-FFF2-40B4-BE49-F238E27FC236}">
                            <a16:creationId xmlns:a16="http://schemas.microsoft.com/office/drawing/2014/main" id="{116E88B0-F13D-1F35-C77F-91419FBCB10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135" name="Arc 13134">
                        <a:extLst>
                          <a:ext uri="{FF2B5EF4-FFF2-40B4-BE49-F238E27FC236}">
                            <a16:creationId xmlns:a16="http://schemas.microsoft.com/office/drawing/2014/main" id="{B5CD168F-015D-C3ED-362F-71A237A751F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126" name="Group 13125">
                      <a:extLst>
                        <a:ext uri="{FF2B5EF4-FFF2-40B4-BE49-F238E27FC236}">
                          <a16:creationId xmlns:a16="http://schemas.microsoft.com/office/drawing/2014/main" id="{E0325E8D-364C-7DB1-4CE6-B57882BD3D2C}"/>
                        </a:ext>
                      </a:extLst>
                    </p:cNvPr>
                    <p:cNvGrpSpPr/>
                    <p:nvPr/>
                  </p:nvGrpSpPr>
                  <p:grpSpPr>
                    <a:xfrm>
                      <a:off x="6434137" y="3402011"/>
                      <a:ext cx="303213" cy="303213"/>
                      <a:chOff x="6434137" y="3402011"/>
                      <a:chExt cx="303213" cy="303213"/>
                    </a:xfrm>
                  </p:grpSpPr>
                  <p:grpSp>
                    <p:nvGrpSpPr>
                      <p:cNvPr id="13127" name="Group 13126">
                        <a:extLst>
                          <a:ext uri="{FF2B5EF4-FFF2-40B4-BE49-F238E27FC236}">
                            <a16:creationId xmlns:a16="http://schemas.microsoft.com/office/drawing/2014/main" id="{C8F431D2-55CF-459E-151E-EA2D0A07571F}"/>
                          </a:ext>
                        </a:extLst>
                      </p:cNvPr>
                      <p:cNvGrpSpPr/>
                      <p:nvPr/>
                    </p:nvGrpSpPr>
                    <p:grpSpPr>
                      <a:xfrm flipH="1">
                        <a:off x="6478587" y="3446461"/>
                        <a:ext cx="214313" cy="214313"/>
                        <a:chOff x="5354637" y="3446463"/>
                        <a:chExt cx="214313" cy="214313"/>
                      </a:xfrm>
                    </p:grpSpPr>
                    <p:sp>
                      <p:nvSpPr>
                        <p:cNvPr id="13132" name="Arc 13131">
                          <a:extLst>
                            <a:ext uri="{FF2B5EF4-FFF2-40B4-BE49-F238E27FC236}">
                              <a16:creationId xmlns:a16="http://schemas.microsoft.com/office/drawing/2014/main" id="{D91A1D55-C34A-7F8F-FBF0-186E5352491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133" name="Arc 13132">
                          <a:extLst>
                            <a:ext uri="{FF2B5EF4-FFF2-40B4-BE49-F238E27FC236}">
                              <a16:creationId xmlns:a16="http://schemas.microsoft.com/office/drawing/2014/main" id="{79AEE0FC-E7EC-91E9-63B5-BC6B9E57B57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128" name="Group 13127">
                        <a:extLst>
                          <a:ext uri="{FF2B5EF4-FFF2-40B4-BE49-F238E27FC236}">
                            <a16:creationId xmlns:a16="http://schemas.microsoft.com/office/drawing/2014/main" id="{E7EEB59B-65C5-0324-EFF2-1C690AA6BCC1}"/>
                          </a:ext>
                        </a:extLst>
                      </p:cNvPr>
                      <p:cNvGrpSpPr/>
                      <p:nvPr/>
                    </p:nvGrpSpPr>
                    <p:grpSpPr>
                      <a:xfrm rot="14400000" flipH="1">
                        <a:off x="6434137" y="3402011"/>
                        <a:ext cx="303213" cy="303213"/>
                        <a:chOff x="5354637" y="3446463"/>
                        <a:chExt cx="214313" cy="214313"/>
                      </a:xfrm>
                    </p:grpSpPr>
                    <p:sp>
                      <p:nvSpPr>
                        <p:cNvPr id="13130" name="Arc 13129">
                          <a:extLst>
                            <a:ext uri="{FF2B5EF4-FFF2-40B4-BE49-F238E27FC236}">
                              <a16:creationId xmlns:a16="http://schemas.microsoft.com/office/drawing/2014/main" id="{04C37ED7-CE9C-6321-4E59-826A4E153DF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131" name="Arc 13130">
                          <a:extLst>
                            <a:ext uri="{FF2B5EF4-FFF2-40B4-BE49-F238E27FC236}">
                              <a16:creationId xmlns:a16="http://schemas.microsoft.com/office/drawing/2014/main" id="{63CC5815-3727-EA0F-E8F5-0CB146D054D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129" name="TextBox 13128">
                        <a:extLst>
                          <a:ext uri="{FF2B5EF4-FFF2-40B4-BE49-F238E27FC236}">
                            <a16:creationId xmlns:a16="http://schemas.microsoft.com/office/drawing/2014/main" id="{8F47AC84-F050-FA7D-F36D-64E01E7BBE9F}"/>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114" name="Group 13113">
                    <a:extLst>
                      <a:ext uri="{FF2B5EF4-FFF2-40B4-BE49-F238E27FC236}">
                        <a16:creationId xmlns:a16="http://schemas.microsoft.com/office/drawing/2014/main" id="{DF8269C8-E40C-AD37-7876-9E54FCCCAFE4}"/>
                      </a:ext>
                    </a:extLst>
                  </p:cNvPr>
                  <p:cNvGrpSpPr/>
                  <p:nvPr/>
                </p:nvGrpSpPr>
                <p:grpSpPr>
                  <a:xfrm>
                    <a:off x="6197413" y="3225768"/>
                    <a:ext cx="393192" cy="393192"/>
                    <a:chOff x="6389147" y="3932622"/>
                    <a:chExt cx="393192" cy="393192"/>
                  </a:xfrm>
                </p:grpSpPr>
                <p:grpSp>
                  <p:nvGrpSpPr>
                    <p:cNvPr id="13115" name="Group 13114">
                      <a:extLst>
                        <a:ext uri="{FF2B5EF4-FFF2-40B4-BE49-F238E27FC236}">
                          <a16:creationId xmlns:a16="http://schemas.microsoft.com/office/drawing/2014/main" id="{50160698-85FD-7137-A875-B5B8EBDFBE4C}"/>
                        </a:ext>
                      </a:extLst>
                    </p:cNvPr>
                    <p:cNvGrpSpPr/>
                    <p:nvPr/>
                  </p:nvGrpSpPr>
                  <p:grpSpPr>
                    <a:xfrm flipH="1">
                      <a:off x="6478587" y="4022061"/>
                      <a:ext cx="214313" cy="214313"/>
                      <a:chOff x="5354637" y="3446463"/>
                      <a:chExt cx="214313" cy="214313"/>
                    </a:xfrm>
                  </p:grpSpPr>
                  <p:sp>
                    <p:nvSpPr>
                      <p:cNvPr id="13123" name="Arc 13122">
                        <a:extLst>
                          <a:ext uri="{FF2B5EF4-FFF2-40B4-BE49-F238E27FC236}">
                            <a16:creationId xmlns:a16="http://schemas.microsoft.com/office/drawing/2014/main" id="{47A68093-79A7-B799-1C49-5BA154BFA74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124" name="Arc 13123">
                        <a:extLst>
                          <a:ext uri="{FF2B5EF4-FFF2-40B4-BE49-F238E27FC236}">
                            <a16:creationId xmlns:a16="http://schemas.microsoft.com/office/drawing/2014/main" id="{511C0362-33DF-05B7-8C4A-D8503940C01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116" name="Group 13115">
                      <a:extLst>
                        <a:ext uri="{FF2B5EF4-FFF2-40B4-BE49-F238E27FC236}">
                          <a16:creationId xmlns:a16="http://schemas.microsoft.com/office/drawing/2014/main" id="{FC95340A-3517-C9DC-71C7-883F8656DEC5}"/>
                        </a:ext>
                      </a:extLst>
                    </p:cNvPr>
                    <p:cNvGrpSpPr/>
                    <p:nvPr/>
                  </p:nvGrpSpPr>
                  <p:grpSpPr>
                    <a:xfrm rot="7200000" flipH="1">
                      <a:off x="6434137" y="3977611"/>
                      <a:ext cx="303213" cy="303213"/>
                      <a:chOff x="5354637" y="3446463"/>
                      <a:chExt cx="214313" cy="214313"/>
                    </a:xfrm>
                  </p:grpSpPr>
                  <p:sp>
                    <p:nvSpPr>
                      <p:cNvPr id="13121" name="Arc 13120">
                        <a:extLst>
                          <a:ext uri="{FF2B5EF4-FFF2-40B4-BE49-F238E27FC236}">
                            <a16:creationId xmlns:a16="http://schemas.microsoft.com/office/drawing/2014/main" id="{D35C028E-08B6-ACB8-A26D-0DFE09BEED2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122" name="Arc 13121">
                        <a:extLst>
                          <a:ext uri="{FF2B5EF4-FFF2-40B4-BE49-F238E27FC236}">
                            <a16:creationId xmlns:a16="http://schemas.microsoft.com/office/drawing/2014/main" id="{2F387117-8ACB-8893-E598-9902CD6F292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117" name="Group 13116">
                      <a:extLst>
                        <a:ext uri="{FF2B5EF4-FFF2-40B4-BE49-F238E27FC236}">
                          <a16:creationId xmlns:a16="http://schemas.microsoft.com/office/drawing/2014/main" id="{B4FB1A44-B1DC-1C0D-91AE-2949FB8A2512}"/>
                        </a:ext>
                      </a:extLst>
                    </p:cNvPr>
                    <p:cNvGrpSpPr/>
                    <p:nvPr/>
                  </p:nvGrpSpPr>
                  <p:grpSpPr>
                    <a:xfrm rot="14400000" flipH="1">
                      <a:off x="6389147" y="3932622"/>
                      <a:ext cx="393192" cy="393192"/>
                      <a:chOff x="5354637" y="3446463"/>
                      <a:chExt cx="214313" cy="214313"/>
                    </a:xfrm>
                  </p:grpSpPr>
                  <p:sp>
                    <p:nvSpPr>
                      <p:cNvPr id="13119" name="Arc 13118">
                        <a:extLst>
                          <a:ext uri="{FF2B5EF4-FFF2-40B4-BE49-F238E27FC236}">
                            <a16:creationId xmlns:a16="http://schemas.microsoft.com/office/drawing/2014/main" id="{EBB9085D-B690-38A6-D417-580A4AC58B7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120" name="Arc 13119">
                        <a:extLst>
                          <a:ext uri="{FF2B5EF4-FFF2-40B4-BE49-F238E27FC236}">
                            <a16:creationId xmlns:a16="http://schemas.microsoft.com/office/drawing/2014/main" id="{96EED579-9F8E-8E81-6FA3-F6C098622B1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118" name="TextBox 13117">
                      <a:extLst>
                        <a:ext uri="{FF2B5EF4-FFF2-40B4-BE49-F238E27FC236}">
                          <a16:creationId xmlns:a16="http://schemas.microsoft.com/office/drawing/2014/main" id="{574D1755-5B5F-D707-4AD6-B17763488F70}"/>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3014" name="Group 13013">
                <a:extLst>
                  <a:ext uri="{FF2B5EF4-FFF2-40B4-BE49-F238E27FC236}">
                    <a16:creationId xmlns:a16="http://schemas.microsoft.com/office/drawing/2014/main" id="{62131D91-B0B5-7C75-50C0-FB00F3565172}"/>
                  </a:ext>
                </a:extLst>
              </p:cNvPr>
              <p:cNvGrpSpPr/>
              <p:nvPr/>
            </p:nvGrpSpPr>
            <p:grpSpPr>
              <a:xfrm>
                <a:off x="6065340" y="2039507"/>
                <a:ext cx="1643204" cy="1593124"/>
                <a:chOff x="5445106" y="2644743"/>
                <a:chExt cx="1643204" cy="1593124"/>
              </a:xfrm>
            </p:grpSpPr>
            <p:grpSp>
              <p:nvGrpSpPr>
                <p:cNvPr id="13015" name="Group 13014">
                  <a:extLst>
                    <a:ext uri="{FF2B5EF4-FFF2-40B4-BE49-F238E27FC236}">
                      <a16:creationId xmlns:a16="http://schemas.microsoft.com/office/drawing/2014/main" id="{E026BE16-A7F4-41A4-2517-EB41912FF5F9}"/>
                    </a:ext>
                  </a:extLst>
                </p:cNvPr>
                <p:cNvGrpSpPr/>
                <p:nvPr/>
              </p:nvGrpSpPr>
              <p:grpSpPr>
                <a:xfrm>
                  <a:off x="5445106" y="2644743"/>
                  <a:ext cx="1019224" cy="991639"/>
                  <a:chOff x="5886431" y="3225768"/>
                  <a:chExt cx="1019224" cy="991639"/>
                </a:xfrm>
              </p:grpSpPr>
              <p:grpSp>
                <p:nvGrpSpPr>
                  <p:cNvPr id="13063" name="Group 13062">
                    <a:extLst>
                      <a:ext uri="{FF2B5EF4-FFF2-40B4-BE49-F238E27FC236}">
                        <a16:creationId xmlns:a16="http://schemas.microsoft.com/office/drawing/2014/main" id="{0730386F-1556-E25D-126C-49CE184FA506}"/>
                      </a:ext>
                    </a:extLst>
                  </p:cNvPr>
                  <p:cNvGrpSpPr/>
                  <p:nvPr/>
                </p:nvGrpSpPr>
                <p:grpSpPr>
                  <a:xfrm>
                    <a:off x="6197413" y="3824215"/>
                    <a:ext cx="393192" cy="393192"/>
                    <a:chOff x="5265196" y="3357021"/>
                    <a:chExt cx="393192" cy="393192"/>
                  </a:xfrm>
                </p:grpSpPr>
                <p:grpSp>
                  <p:nvGrpSpPr>
                    <p:cNvPr id="13098" name="Group 13097">
                      <a:extLst>
                        <a:ext uri="{FF2B5EF4-FFF2-40B4-BE49-F238E27FC236}">
                          <a16:creationId xmlns:a16="http://schemas.microsoft.com/office/drawing/2014/main" id="{D1275758-9D5D-0FCF-5AAD-26F8F5719F25}"/>
                        </a:ext>
                      </a:extLst>
                    </p:cNvPr>
                    <p:cNvGrpSpPr/>
                    <p:nvPr/>
                  </p:nvGrpSpPr>
                  <p:grpSpPr>
                    <a:xfrm rot="14400000">
                      <a:off x="5265196" y="3357021"/>
                      <a:ext cx="393192" cy="393192"/>
                      <a:chOff x="5354637" y="3446463"/>
                      <a:chExt cx="214313" cy="214313"/>
                    </a:xfrm>
                  </p:grpSpPr>
                  <p:sp>
                    <p:nvSpPr>
                      <p:cNvPr id="13107" name="Arc 13106">
                        <a:extLst>
                          <a:ext uri="{FF2B5EF4-FFF2-40B4-BE49-F238E27FC236}">
                            <a16:creationId xmlns:a16="http://schemas.microsoft.com/office/drawing/2014/main" id="{E76B1915-A2F5-0C5B-10B8-558EF1403FA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108" name="Arc 13107">
                        <a:extLst>
                          <a:ext uri="{FF2B5EF4-FFF2-40B4-BE49-F238E27FC236}">
                            <a16:creationId xmlns:a16="http://schemas.microsoft.com/office/drawing/2014/main" id="{9ED19894-1D33-EF7E-A99F-BA09809E091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099" name="Group 13098">
                      <a:extLst>
                        <a:ext uri="{FF2B5EF4-FFF2-40B4-BE49-F238E27FC236}">
                          <a16:creationId xmlns:a16="http://schemas.microsoft.com/office/drawing/2014/main" id="{69F97EEC-BF64-375F-A321-B7362253EAD2}"/>
                        </a:ext>
                      </a:extLst>
                    </p:cNvPr>
                    <p:cNvGrpSpPr/>
                    <p:nvPr/>
                  </p:nvGrpSpPr>
                  <p:grpSpPr>
                    <a:xfrm>
                      <a:off x="5310186" y="3402011"/>
                      <a:ext cx="303213" cy="303213"/>
                      <a:chOff x="5310186" y="3402011"/>
                      <a:chExt cx="303213" cy="303213"/>
                    </a:xfrm>
                  </p:grpSpPr>
                  <p:grpSp>
                    <p:nvGrpSpPr>
                      <p:cNvPr id="13100" name="Group 13099">
                        <a:extLst>
                          <a:ext uri="{FF2B5EF4-FFF2-40B4-BE49-F238E27FC236}">
                            <a16:creationId xmlns:a16="http://schemas.microsoft.com/office/drawing/2014/main" id="{4626CE17-7482-7114-E311-25AD8C2F4043}"/>
                          </a:ext>
                        </a:extLst>
                      </p:cNvPr>
                      <p:cNvGrpSpPr/>
                      <p:nvPr/>
                    </p:nvGrpSpPr>
                    <p:grpSpPr>
                      <a:xfrm>
                        <a:off x="5354636" y="3446461"/>
                        <a:ext cx="214313" cy="214313"/>
                        <a:chOff x="5354637" y="3446463"/>
                        <a:chExt cx="214313" cy="214313"/>
                      </a:xfrm>
                    </p:grpSpPr>
                    <p:sp>
                      <p:nvSpPr>
                        <p:cNvPr id="13105" name="Arc 13104">
                          <a:extLst>
                            <a:ext uri="{FF2B5EF4-FFF2-40B4-BE49-F238E27FC236}">
                              <a16:creationId xmlns:a16="http://schemas.microsoft.com/office/drawing/2014/main" id="{F6486340-8804-AF4E-0C3C-DB8BC54E14E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106" name="Arc 13105">
                          <a:extLst>
                            <a:ext uri="{FF2B5EF4-FFF2-40B4-BE49-F238E27FC236}">
                              <a16:creationId xmlns:a16="http://schemas.microsoft.com/office/drawing/2014/main" id="{F323F486-F21D-3DD4-EEB4-69A0BA02677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101" name="Group 13100">
                        <a:extLst>
                          <a:ext uri="{FF2B5EF4-FFF2-40B4-BE49-F238E27FC236}">
                            <a16:creationId xmlns:a16="http://schemas.microsoft.com/office/drawing/2014/main" id="{E9BA8245-DB7C-D68A-4312-067084F6FF77}"/>
                          </a:ext>
                        </a:extLst>
                      </p:cNvPr>
                      <p:cNvGrpSpPr/>
                      <p:nvPr/>
                    </p:nvGrpSpPr>
                    <p:grpSpPr>
                      <a:xfrm rot="7200000">
                        <a:off x="5310186" y="3402011"/>
                        <a:ext cx="303213" cy="303213"/>
                        <a:chOff x="5354637" y="3446463"/>
                        <a:chExt cx="214313" cy="214313"/>
                      </a:xfrm>
                    </p:grpSpPr>
                    <p:sp>
                      <p:nvSpPr>
                        <p:cNvPr id="13103" name="Arc 13102">
                          <a:extLst>
                            <a:ext uri="{FF2B5EF4-FFF2-40B4-BE49-F238E27FC236}">
                              <a16:creationId xmlns:a16="http://schemas.microsoft.com/office/drawing/2014/main" id="{12DBE1C2-A57E-DAE0-ED9E-B90129C0F83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104" name="Arc 13103">
                          <a:extLst>
                            <a:ext uri="{FF2B5EF4-FFF2-40B4-BE49-F238E27FC236}">
                              <a16:creationId xmlns:a16="http://schemas.microsoft.com/office/drawing/2014/main" id="{0F89DD68-1044-7AC8-240F-74EA3F0B3AC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102" name="TextBox 13101">
                        <a:extLst>
                          <a:ext uri="{FF2B5EF4-FFF2-40B4-BE49-F238E27FC236}">
                            <a16:creationId xmlns:a16="http://schemas.microsoft.com/office/drawing/2014/main" id="{C9242147-E844-019E-44DB-F003A8A2F646}"/>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064" name="Group 13063">
                    <a:extLst>
                      <a:ext uri="{FF2B5EF4-FFF2-40B4-BE49-F238E27FC236}">
                        <a16:creationId xmlns:a16="http://schemas.microsoft.com/office/drawing/2014/main" id="{7CB47F21-C661-6608-1A7A-2FCA5B0ECB7A}"/>
                      </a:ext>
                    </a:extLst>
                  </p:cNvPr>
                  <p:cNvGrpSpPr/>
                  <p:nvPr/>
                </p:nvGrpSpPr>
                <p:grpSpPr>
                  <a:xfrm>
                    <a:off x="5886431" y="3525040"/>
                    <a:ext cx="393192" cy="393192"/>
                    <a:chOff x="5265196" y="3932619"/>
                    <a:chExt cx="393192" cy="393192"/>
                  </a:xfrm>
                </p:grpSpPr>
                <p:grpSp>
                  <p:nvGrpSpPr>
                    <p:cNvPr id="13088" name="Group 13087">
                      <a:extLst>
                        <a:ext uri="{FF2B5EF4-FFF2-40B4-BE49-F238E27FC236}">
                          <a16:creationId xmlns:a16="http://schemas.microsoft.com/office/drawing/2014/main" id="{85A02508-CA59-411E-804C-DCEA604D42BC}"/>
                        </a:ext>
                      </a:extLst>
                    </p:cNvPr>
                    <p:cNvGrpSpPr/>
                    <p:nvPr/>
                  </p:nvGrpSpPr>
                  <p:grpSpPr>
                    <a:xfrm>
                      <a:off x="5354636" y="4022061"/>
                      <a:ext cx="214313" cy="214313"/>
                      <a:chOff x="5354637" y="3446463"/>
                      <a:chExt cx="214313" cy="214313"/>
                    </a:xfrm>
                  </p:grpSpPr>
                  <p:sp>
                    <p:nvSpPr>
                      <p:cNvPr id="13096" name="Arc 13095">
                        <a:extLst>
                          <a:ext uri="{FF2B5EF4-FFF2-40B4-BE49-F238E27FC236}">
                            <a16:creationId xmlns:a16="http://schemas.microsoft.com/office/drawing/2014/main" id="{43013233-0775-7311-6D43-2D26B011C28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097" name="Arc 13096">
                        <a:extLst>
                          <a:ext uri="{FF2B5EF4-FFF2-40B4-BE49-F238E27FC236}">
                            <a16:creationId xmlns:a16="http://schemas.microsoft.com/office/drawing/2014/main" id="{FEF294F9-356A-19E3-1C33-F968A4C14F9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089" name="Group 13088">
                      <a:extLst>
                        <a:ext uri="{FF2B5EF4-FFF2-40B4-BE49-F238E27FC236}">
                          <a16:creationId xmlns:a16="http://schemas.microsoft.com/office/drawing/2014/main" id="{976B8361-974C-22B2-21F8-961751E0E0AF}"/>
                        </a:ext>
                      </a:extLst>
                    </p:cNvPr>
                    <p:cNvGrpSpPr/>
                    <p:nvPr/>
                  </p:nvGrpSpPr>
                  <p:grpSpPr>
                    <a:xfrm rot="14400000">
                      <a:off x="5310186" y="3977611"/>
                      <a:ext cx="303213" cy="303213"/>
                      <a:chOff x="5354637" y="3446463"/>
                      <a:chExt cx="214313" cy="214313"/>
                    </a:xfrm>
                  </p:grpSpPr>
                  <p:sp>
                    <p:nvSpPr>
                      <p:cNvPr id="13094" name="Arc 13093">
                        <a:extLst>
                          <a:ext uri="{FF2B5EF4-FFF2-40B4-BE49-F238E27FC236}">
                            <a16:creationId xmlns:a16="http://schemas.microsoft.com/office/drawing/2014/main" id="{88FE777C-2E32-47F6-44B9-89F57459DA1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095" name="Arc 13094">
                        <a:extLst>
                          <a:ext uri="{FF2B5EF4-FFF2-40B4-BE49-F238E27FC236}">
                            <a16:creationId xmlns:a16="http://schemas.microsoft.com/office/drawing/2014/main" id="{B766ED08-7630-9CA5-9080-9EC2DE9F6BB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090" name="Group 13089">
                      <a:extLst>
                        <a:ext uri="{FF2B5EF4-FFF2-40B4-BE49-F238E27FC236}">
                          <a16:creationId xmlns:a16="http://schemas.microsoft.com/office/drawing/2014/main" id="{7E87CC35-E727-22C3-5BFD-ED58AF71C31D}"/>
                        </a:ext>
                      </a:extLst>
                    </p:cNvPr>
                    <p:cNvGrpSpPr/>
                    <p:nvPr/>
                  </p:nvGrpSpPr>
                  <p:grpSpPr>
                    <a:xfrm rot="7200000">
                      <a:off x="5265196" y="3932619"/>
                      <a:ext cx="393192" cy="393192"/>
                      <a:chOff x="5354637" y="3446463"/>
                      <a:chExt cx="214313" cy="214313"/>
                    </a:xfrm>
                  </p:grpSpPr>
                  <p:sp>
                    <p:nvSpPr>
                      <p:cNvPr id="13092" name="Arc 13091">
                        <a:extLst>
                          <a:ext uri="{FF2B5EF4-FFF2-40B4-BE49-F238E27FC236}">
                            <a16:creationId xmlns:a16="http://schemas.microsoft.com/office/drawing/2014/main" id="{988E7B22-B037-B892-0C67-74B194925F1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093" name="Arc 13092">
                        <a:extLst>
                          <a:ext uri="{FF2B5EF4-FFF2-40B4-BE49-F238E27FC236}">
                            <a16:creationId xmlns:a16="http://schemas.microsoft.com/office/drawing/2014/main" id="{A58B48E7-4517-7E42-EDA3-E058043BF1E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091" name="TextBox 13090">
                      <a:extLst>
                        <a:ext uri="{FF2B5EF4-FFF2-40B4-BE49-F238E27FC236}">
                          <a16:creationId xmlns:a16="http://schemas.microsoft.com/office/drawing/2014/main" id="{75A742C7-A62D-519E-1117-532087ACA096}"/>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3065" name="Group 13064">
                    <a:extLst>
                      <a:ext uri="{FF2B5EF4-FFF2-40B4-BE49-F238E27FC236}">
                        <a16:creationId xmlns:a16="http://schemas.microsoft.com/office/drawing/2014/main" id="{45239F3A-D764-FB00-15F3-44379A5F1657}"/>
                      </a:ext>
                    </a:extLst>
                  </p:cNvPr>
                  <p:cNvGrpSpPr/>
                  <p:nvPr/>
                </p:nvGrpSpPr>
                <p:grpSpPr>
                  <a:xfrm>
                    <a:off x="6512463" y="3525040"/>
                    <a:ext cx="393192" cy="393192"/>
                    <a:chOff x="6389147" y="3357021"/>
                    <a:chExt cx="393192" cy="393192"/>
                  </a:xfrm>
                </p:grpSpPr>
                <p:grpSp>
                  <p:nvGrpSpPr>
                    <p:cNvPr id="13077" name="Group 13076">
                      <a:extLst>
                        <a:ext uri="{FF2B5EF4-FFF2-40B4-BE49-F238E27FC236}">
                          <a16:creationId xmlns:a16="http://schemas.microsoft.com/office/drawing/2014/main" id="{97314676-2CB8-2979-11B4-6B29B8B3589A}"/>
                        </a:ext>
                      </a:extLst>
                    </p:cNvPr>
                    <p:cNvGrpSpPr/>
                    <p:nvPr/>
                  </p:nvGrpSpPr>
                  <p:grpSpPr>
                    <a:xfrm rot="7200000" flipH="1">
                      <a:off x="6389147" y="3357021"/>
                      <a:ext cx="393192" cy="393192"/>
                      <a:chOff x="5354637" y="3446463"/>
                      <a:chExt cx="214313" cy="214313"/>
                    </a:xfrm>
                  </p:grpSpPr>
                  <p:sp>
                    <p:nvSpPr>
                      <p:cNvPr id="13086" name="Arc 13085">
                        <a:extLst>
                          <a:ext uri="{FF2B5EF4-FFF2-40B4-BE49-F238E27FC236}">
                            <a16:creationId xmlns:a16="http://schemas.microsoft.com/office/drawing/2014/main" id="{B8A4D193-9D8E-99BB-41E7-887072CEE2F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087" name="Arc 13086">
                        <a:extLst>
                          <a:ext uri="{FF2B5EF4-FFF2-40B4-BE49-F238E27FC236}">
                            <a16:creationId xmlns:a16="http://schemas.microsoft.com/office/drawing/2014/main" id="{7AFDEEA7-A503-9C52-FCE8-EAC3E2DCC5E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078" name="Group 13077">
                      <a:extLst>
                        <a:ext uri="{FF2B5EF4-FFF2-40B4-BE49-F238E27FC236}">
                          <a16:creationId xmlns:a16="http://schemas.microsoft.com/office/drawing/2014/main" id="{4764C63B-E541-3957-238D-F058465346D7}"/>
                        </a:ext>
                      </a:extLst>
                    </p:cNvPr>
                    <p:cNvGrpSpPr/>
                    <p:nvPr/>
                  </p:nvGrpSpPr>
                  <p:grpSpPr>
                    <a:xfrm>
                      <a:off x="6434137" y="3402011"/>
                      <a:ext cx="303213" cy="303213"/>
                      <a:chOff x="6434137" y="3402011"/>
                      <a:chExt cx="303213" cy="303213"/>
                    </a:xfrm>
                  </p:grpSpPr>
                  <p:grpSp>
                    <p:nvGrpSpPr>
                      <p:cNvPr id="13079" name="Group 13078">
                        <a:extLst>
                          <a:ext uri="{FF2B5EF4-FFF2-40B4-BE49-F238E27FC236}">
                            <a16:creationId xmlns:a16="http://schemas.microsoft.com/office/drawing/2014/main" id="{8D360A12-7429-B360-66CB-B89D71C2B6D0}"/>
                          </a:ext>
                        </a:extLst>
                      </p:cNvPr>
                      <p:cNvGrpSpPr/>
                      <p:nvPr/>
                    </p:nvGrpSpPr>
                    <p:grpSpPr>
                      <a:xfrm flipH="1">
                        <a:off x="6478587" y="3446461"/>
                        <a:ext cx="214313" cy="214313"/>
                        <a:chOff x="5354637" y="3446463"/>
                        <a:chExt cx="214313" cy="214313"/>
                      </a:xfrm>
                    </p:grpSpPr>
                    <p:sp>
                      <p:nvSpPr>
                        <p:cNvPr id="13084" name="Arc 13083">
                          <a:extLst>
                            <a:ext uri="{FF2B5EF4-FFF2-40B4-BE49-F238E27FC236}">
                              <a16:creationId xmlns:a16="http://schemas.microsoft.com/office/drawing/2014/main" id="{C901AD29-3F05-0D14-B639-1CEFF841783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085" name="Arc 13084">
                          <a:extLst>
                            <a:ext uri="{FF2B5EF4-FFF2-40B4-BE49-F238E27FC236}">
                              <a16:creationId xmlns:a16="http://schemas.microsoft.com/office/drawing/2014/main" id="{EC995375-3DDC-517A-3BE8-85B0210D114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080" name="Group 13079">
                        <a:extLst>
                          <a:ext uri="{FF2B5EF4-FFF2-40B4-BE49-F238E27FC236}">
                            <a16:creationId xmlns:a16="http://schemas.microsoft.com/office/drawing/2014/main" id="{1499C593-B273-88EC-1CFD-F7655B422EB8}"/>
                          </a:ext>
                        </a:extLst>
                      </p:cNvPr>
                      <p:cNvGrpSpPr/>
                      <p:nvPr/>
                    </p:nvGrpSpPr>
                    <p:grpSpPr>
                      <a:xfrm rot="14400000" flipH="1">
                        <a:off x="6434137" y="3402011"/>
                        <a:ext cx="303213" cy="303213"/>
                        <a:chOff x="5354637" y="3446463"/>
                        <a:chExt cx="214313" cy="214313"/>
                      </a:xfrm>
                    </p:grpSpPr>
                    <p:sp>
                      <p:nvSpPr>
                        <p:cNvPr id="13082" name="Arc 13081">
                          <a:extLst>
                            <a:ext uri="{FF2B5EF4-FFF2-40B4-BE49-F238E27FC236}">
                              <a16:creationId xmlns:a16="http://schemas.microsoft.com/office/drawing/2014/main" id="{42416814-940F-14D1-D139-CC84D1FDABA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083" name="Arc 13082">
                          <a:extLst>
                            <a:ext uri="{FF2B5EF4-FFF2-40B4-BE49-F238E27FC236}">
                              <a16:creationId xmlns:a16="http://schemas.microsoft.com/office/drawing/2014/main" id="{5936AD1F-EDA4-B26C-EB91-921359044EC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081" name="TextBox 13080">
                        <a:extLst>
                          <a:ext uri="{FF2B5EF4-FFF2-40B4-BE49-F238E27FC236}">
                            <a16:creationId xmlns:a16="http://schemas.microsoft.com/office/drawing/2014/main" id="{799CA02F-8D4D-8782-2DE4-41C43768D742}"/>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066" name="Group 13065">
                    <a:extLst>
                      <a:ext uri="{FF2B5EF4-FFF2-40B4-BE49-F238E27FC236}">
                        <a16:creationId xmlns:a16="http://schemas.microsoft.com/office/drawing/2014/main" id="{C1925F70-59C8-5D9B-9B3B-BAF527E307D2}"/>
                      </a:ext>
                    </a:extLst>
                  </p:cNvPr>
                  <p:cNvGrpSpPr/>
                  <p:nvPr/>
                </p:nvGrpSpPr>
                <p:grpSpPr>
                  <a:xfrm>
                    <a:off x="6197413" y="3225768"/>
                    <a:ext cx="393192" cy="393192"/>
                    <a:chOff x="6389147" y="3932622"/>
                    <a:chExt cx="393192" cy="393192"/>
                  </a:xfrm>
                </p:grpSpPr>
                <p:grpSp>
                  <p:nvGrpSpPr>
                    <p:cNvPr id="13067" name="Group 13066">
                      <a:extLst>
                        <a:ext uri="{FF2B5EF4-FFF2-40B4-BE49-F238E27FC236}">
                          <a16:creationId xmlns:a16="http://schemas.microsoft.com/office/drawing/2014/main" id="{5C64CEB7-BB76-FA97-B64A-FABD5E82D990}"/>
                        </a:ext>
                      </a:extLst>
                    </p:cNvPr>
                    <p:cNvGrpSpPr/>
                    <p:nvPr/>
                  </p:nvGrpSpPr>
                  <p:grpSpPr>
                    <a:xfrm flipH="1">
                      <a:off x="6478587" y="4022061"/>
                      <a:ext cx="214313" cy="214313"/>
                      <a:chOff x="5354637" y="3446463"/>
                      <a:chExt cx="214313" cy="214313"/>
                    </a:xfrm>
                  </p:grpSpPr>
                  <p:sp>
                    <p:nvSpPr>
                      <p:cNvPr id="13075" name="Arc 13074">
                        <a:extLst>
                          <a:ext uri="{FF2B5EF4-FFF2-40B4-BE49-F238E27FC236}">
                            <a16:creationId xmlns:a16="http://schemas.microsoft.com/office/drawing/2014/main" id="{FBF439CD-DDD9-961E-50BF-2986635969D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076" name="Arc 13075">
                        <a:extLst>
                          <a:ext uri="{FF2B5EF4-FFF2-40B4-BE49-F238E27FC236}">
                            <a16:creationId xmlns:a16="http://schemas.microsoft.com/office/drawing/2014/main" id="{1CD93921-6B71-5A53-00CF-4926DE88FE1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068" name="Group 13067">
                      <a:extLst>
                        <a:ext uri="{FF2B5EF4-FFF2-40B4-BE49-F238E27FC236}">
                          <a16:creationId xmlns:a16="http://schemas.microsoft.com/office/drawing/2014/main" id="{A1B61D3F-85B8-C246-34AC-852B1FE6AF70}"/>
                        </a:ext>
                      </a:extLst>
                    </p:cNvPr>
                    <p:cNvGrpSpPr/>
                    <p:nvPr/>
                  </p:nvGrpSpPr>
                  <p:grpSpPr>
                    <a:xfrm rot="7200000" flipH="1">
                      <a:off x="6434137" y="3977611"/>
                      <a:ext cx="303213" cy="303213"/>
                      <a:chOff x="5354637" y="3446463"/>
                      <a:chExt cx="214313" cy="214313"/>
                    </a:xfrm>
                  </p:grpSpPr>
                  <p:sp>
                    <p:nvSpPr>
                      <p:cNvPr id="13073" name="Arc 13072">
                        <a:extLst>
                          <a:ext uri="{FF2B5EF4-FFF2-40B4-BE49-F238E27FC236}">
                            <a16:creationId xmlns:a16="http://schemas.microsoft.com/office/drawing/2014/main" id="{04A8EBCE-4F77-98FD-F265-EEEED41CC46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074" name="Arc 13073">
                        <a:extLst>
                          <a:ext uri="{FF2B5EF4-FFF2-40B4-BE49-F238E27FC236}">
                            <a16:creationId xmlns:a16="http://schemas.microsoft.com/office/drawing/2014/main" id="{3C7C821A-CF6D-BB37-027F-2A2191A869D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069" name="Group 13068">
                      <a:extLst>
                        <a:ext uri="{FF2B5EF4-FFF2-40B4-BE49-F238E27FC236}">
                          <a16:creationId xmlns:a16="http://schemas.microsoft.com/office/drawing/2014/main" id="{3A79BB0B-97DA-B901-6108-62DB55F58BCF}"/>
                        </a:ext>
                      </a:extLst>
                    </p:cNvPr>
                    <p:cNvGrpSpPr/>
                    <p:nvPr/>
                  </p:nvGrpSpPr>
                  <p:grpSpPr>
                    <a:xfrm rot="14400000" flipH="1">
                      <a:off x="6389147" y="3932622"/>
                      <a:ext cx="393192" cy="393192"/>
                      <a:chOff x="5354637" y="3446463"/>
                      <a:chExt cx="214313" cy="214313"/>
                    </a:xfrm>
                  </p:grpSpPr>
                  <p:sp>
                    <p:nvSpPr>
                      <p:cNvPr id="13071" name="Arc 13070">
                        <a:extLst>
                          <a:ext uri="{FF2B5EF4-FFF2-40B4-BE49-F238E27FC236}">
                            <a16:creationId xmlns:a16="http://schemas.microsoft.com/office/drawing/2014/main" id="{C83E3B1D-7F54-DF94-27E7-E4C332286F6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072" name="Arc 13071">
                        <a:extLst>
                          <a:ext uri="{FF2B5EF4-FFF2-40B4-BE49-F238E27FC236}">
                            <a16:creationId xmlns:a16="http://schemas.microsoft.com/office/drawing/2014/main" id="{524E287D-71F5-9B6A-6DE2-D1ECCA3908D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070" name="TextBox 13069">
                      <a:extLst>
                        <a:ext uri="{FF2B5EF4-FFF2-40B4-BE49-F238E27FC236}">
                          <a16:creationId xmlns:a16="http://schemas.microsoft.com/office/drawing/2014/main" id="{9CEE9A0A-F204-9A6D-225A-10DCB2CA2D44}"/>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016" name="Group 13015">
                  <a:extLst>
                    <a:ext uri="{FF2B5EF4-FFF2-40B4-BE49-F238E27FC236}">
                      <a16:creationId xmlns:a16="http://schemas.microsoft.com/office/drawing/2014/main" id="{07ADB6B6-7E53-BB25-7CA6-2A10B19D93D1}"/>
                    </a:ext>
                  </a:extLst>
                </p:cNvPr>
                <p:cNvGrpSpPr/>
                <p:nvPr/>
              </p:nvGrpSpPr>
              <p:grpSpPr>
                <a:xfrm>
                  <a:off x="6069086" y="3246228"/>
                  <a:ext cx="1019224" cy="991639"/>
                  <a:chOff x="5886431" y="3225768"/>
                  <a:chExt cx="1019224" cy="991639"/>
                </a:xfrm>
              </p:grpSpPr>
              <p:grpSp>
                <p:nvGrpSpPr>
                  <p:cNvPr id="13017" name="Group 13016">
                    <a:extLst>
                      <a:ext uri="{FF2B5EF4-FFF2-40B4-BE49-F238E27FC236}">
                        <a16:creationId xmlns:a16="http://schemas.microsoft.com/office/drawing/2014/main" id="{0EC0A849-1041-BD72-4FC9-727E1B05E50B}"/>
                      </a:ext>
                    </a:extLst>
                  </p:cNvPr>
                  <p:cNvGrpSpPr/>
                  <p:nvPr/>
                </p:nvGrpSpPr>
                <p:grpSpPr>
                  <a:xfrm>
                    <a:off x="6197413" y="3824215"/>
                    <a:ext cx="393192" cy="393192"/>
                    <a:chOff x="5265196" y="3357021"/>
                    <a:chExt cx="393192" cy="393192"/>
                  </a:xfrm>
                </p:grpSpPr>
                <p:grpSp>
                  <p:nvGrpSpPr>
                    <p:cNvPr id="13052" name="Group 13051">
                      <a:extLst>
                        <a:ext uri="{FF2B5EF4-FFF2-40B4-BE49-F238E27FC236}">
                          <a16:creationId xmlns:a16="http://schemas.microsoft.com/office/drawing/2014/main" id="{5999F5FF-98E5-1F70-25A9-BA6C008DB136}"/>
                        </a:ext>
                      </a:extLst>
                    </p:cNvPr>
                    <p:cNvGrpSpPr/>
                    <p:nvPr/>
                  </p:nvGrpSpPr>
                  <p:grpSpPr>
                    <a:xfrm rot="14400000">
                      <a:off x="5265196" y="3357021"/>
                      <a:ext cx="393192" cy="393192"/>
                      <a:chOff x="5354637" y="3446463"/>
                      <a:chExt cx="214313" cy="214313"/>
                    </a:xfrm>
                  </p:grpSpPr>
                  <p:sp>
                    <p:nvSpPr>
                      <p:cNvPr id="13061" name="Arc 13060">
                        <a:extLst>
                          <a:ext uri="{FF2B5EF4-FFF2-40B4-BE49-F238E27FC236}">
                            <a16:creationId xmlns:a16="http://schemas.microsoft.com/office/drawing/2014/main" id="{9D8EE837-7DC3-B0F9-E629-EF7B4A14F58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062" name="Arc 13061">
                        <a:extLst>
                          <a:ext uri="{FF2B5EF4-FFF2-40B4-BE49-F238E27FC236}">
                            <a16:creationId xmlns:a16="http://schemas.microsoft.com/office/drawing/2014/main" id="{DA267BC6-9696-B563-D3A8-98C5D2B02AC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053" name="Group 13052">
                      <a:extLst>
                        <a:ext uri="{FF2B5EF4-FFF2-40B4-BE49-F238E27FC236}">
                          <a16:creationId xmlns:a16="http://schemas.microsoft.com/office/drawing/2014/main" id="{5A3D0CDD-2AEC-1E20-77CC-9A01EFFDB2E5}"/>
                        </a:ext>
                      </a:extLst>
                    </p:cNvPr>
                    <p:cNvGrpSpPr/>
                    <p:nvPr/>
                  </p:nvGrpSpPr>
                  <p:grpSpPr>
                    <a:xfrm>
                      <a:off x="5310186" y="3402011"/>
                      <a:ext cx="303213" cy="303213"/>
                      <a:chOff x="5310186" y="3402011"/>
                      <a:chExt cx="303213" cy="303213"/>
                    </a:xfrm>
                  </p:grpSpPr>
                  <p:grpSp>
                    <p:nvGrpSpPr>
                      <p:cNvPr id="13054" name="Group 13053">
                        <a:extLst>
                          <a:ext uri="{FF2B5EF4-FFF2-40B4-BE49-F238E27FC236}">
                            <a16:creationId xmlns:a16="http://schemas.microsoft.com/office/drawing/2014/main" id="{CDE8E6FF-F745-9301-22A6-36BAC04CA78A}"/>
                          </a:ext>
                        </a:extLst>
                      </p:cNvPr>
                      <p:cNvGrpSpPr/>
                      <p:nvPr/>
                    </p:nvGrpSpPr>
                    <p:grpSpPr>
                      <a:xfrm>
                        <a:off x="5354636" y="3446461"/>
                        <a:ext cx="214313" cy="214313"/>
                        <a:chOff x="5354637" y="3446463"/>
                        <a:chExt cx="214313" cy="214313"/>
                      </a:xfrm>
                    </p:grpSpPr>
                    <p:sp>
                      <p:nvSpPr>
                        <p:cNvPr id="13059" name="Arc 13058">
                          <a:extLst>
                            <a:ext uri="{FF2B5EF4-FFF2-40B4-BE49-F238E27FC236}">
                              <a16:creationId xmlns:a16="http://schemas.microsoft.com/office/drawing/2014/main" id="{75056E88-698C-48EA-F446-EE76C14443F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060" name="Arc 13059">
                          <a:extLst>
                            <a:ext uri="{FF2B5EF4-FFF2-40B4-BE49-F238E27FC236}">
                              <a16:creationId xmlns:a16="http://schemas.microsoft.com/office/drawing/2014/main" id="{32D1D457-FDFB-6385-544D-0665A87F389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055" name="Group 13054">
                        <a:extLst>
                          <a:ext uri="{FF2B5EF4-FFF2-40B4-BE49-F238E27FC236}">
                            <a16:creationId xmlns:a16="http://schemas.microsoft.com/office/drawing/2014/main" id="{77DBD653-986D-C12C-3552-E80C2F4A0A31}"/>
                          </a:ext>
                        </a:extLst>
                      </p:cNvPr>
                      <p:cNvGrpSpPr/>
                      <p:nvPr/>
                    </p:nvGrpSpPr>
                    <p:grpSpPr>
                      <a:xfrm rot="7200000">
                        <a:off x="5310186" y="3402011"/>
                        <a:ext cx="303213" cy="303213"/>
                        <a:chOff x="5354637" y="3446463"/>
                        <a:chExt cx="214313" cy="214313"/>
                      </a:xfrm>
                    </p:grpSpPr>
                    <p:sp>
                      <p:nvSpPr>
                        <p:cNvPr id="13057" name="Arc 13056">
                          <a:extLst>
                            <a:ext uri="{FF2B5EF4-FFF2-40B4-BE49-F238E27FC236}">
                              <a16:creationId xmlns:a16="http://schemas.microsoft.com/office/drawing/2014/main" id="{51815BB4-E7FA-1513-8FD7-45077C9D155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058" name="Arc 13057">
                          <a:extLst>
                            <a:ext uri="{FF2B5EF4-FFF2-40B4-BE49-F238E27FC236}">
                              <a16:creationId xmlns:a16="http://schemas.microsoft.com/office/drawing/2014/main" id="{4B7E53DE-2DA2-17A9-CD4E-F6395B52CFF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056" name="TextBox 13055">
                        <a:extLst>
                          <a:ext uri="{FF2B5EF4-FFF2-40B4-BE49-F238E27FC236}">
                            <a16:creationId xmlns:a16="http://schemas.microsoft.com/office/drawing/2014/main" id="{CF3AF5A4-8C57-9FC2-B013-B6C66D15D358}"/>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018" name="Group 13017">
                    <a:extLst>
                      <a:ext uri="{FF2B5EF4-FFF2-40B4-BE49-F238E27FC236}">
                        <a16:creationId xmlns:a16="http://schemas.microsoft.com/office/drawing/2014/main" id="{FFFB3FC8-A3A3-4297-E4AA-A7FD4264D7E0}"/>
                      </a:ext>
                    </a:extLst>
                  </p:cNvPr>
                  <p:cNvGrpSpPr/>
                  <p:nvPr/>
                </p:nvGrpSpPr>
                <p:grpSpPr>
                  <a:xfrm>
                    <a:off x="5886431" y="3525040"/>
                    <a:ext cx="393192" cy="393192"/>
                    <a:chOff x="5265196" y="3932619"/>
                    <a:chExt cx="393192" cy="393192"/>
                  </a:xfrm>
                </p:grpSpPr>
                <p:grpSp>
                  <p:nvGrpSpPr>
                    <p:cNvPr id="13042" name="Group 13041">
                      <a:extLst>
                        <a:ext uri="{FF2B5EF4-FFF2-40B4-BE49-F238E27FC236}">
                          <a16:creationId xmlns:a16="http://schemas.microsoft.com/office/drawing/2014/main" id="{87DEA422-0B27-32D3-E7E2-49E7366331BB}"/>
                        </a:ext>
                      </a:extLst>
                    </p:cNvPr>
                    <p:cNvGrpSpPr/>
                    <p:nvPr/>
                  </p:nvGrpSpPr>
                  <p:grpSpPr>
                    <a:xfrm>
                      <a:off x="5354636" y="4022061"/>
                      <a:ext cx="214313" cy="214313"/>
                      <a:chOff x="5354637" y="3446463"/>
                      <a:chExt cx="214313" cy="214313"/>
                    </a:xfrm>
                  </p:grpSpPr>
                  <p:sp>
                    <p:nvSpPr>
                      <p:cNvPr id="13050" name="Arc 13049">
                        <a:extLst>
                          <a:ext uri="{FF2B5EF4-FFF2-40B4-BE49-F238E27FC236}">
                            <a16:creationId xmlns:a16="http://schemas.microsoft.com/office/drawing/2014/main" id="{CB996C48-D1D2-D08F-2D70-D7B58408CBE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051" name="Arc 13050">
                        <a:extLst>
                          <a:ext uri="{FF2B5EF4-FFF2-40B4-BE49-F238E27FC236}">
                            <a16:creationId xmlns:a16="http://schemas.microsoft.com/office/drawing/2014/main" id="{E1BBF7D4-3366-CAF6-E935-833EEFD0A81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043" name="Group 13042">
                      <a:extLst>
                        <a:ext uri="{FF2B5EF4-FFF2-40B4-BE49-F238E27FC236}">
                          <a16:creationId xmlns:a16="http://schemas.microsoft.com/office/drawing/2014/main" id="{8F1672B7-F6E4-AD03-D1EE-0C4898BFAD5A}"/>
                        </a:ext>
                      </a:extLst>
                    </p:cNvPr>
                    <p:cNvGrpSpPr/>
                    <p:nvPr/>
                  </p:nvGrpSpPr>
                  <p:grpSpPr>
                    <a:xfrm rot="14400000">
                      <a:off x="5310186" y="3977611"/>
                      <a:ext cx="303213" cy="303213"/>
                      <a:chOff x="5354637" y="3446463"/>
                      <a:chExt cx="214313" cy="214313"/>
                    </a:xfrm>
                  </p:grpSpPr>
                  <p:sp>
                    <p:nvSpPr>
                      <p:cNvPr id="13048" name="Arc 13047">
                        <a:extLst>
                          <a:ext uri="{FF2B5EF4-FFF2-40B4-BE49-F238E27FC236}">
                            <a16:creationId xmlns:a16="http://schemas.microsoft.com/office/drawing/2014/main" id="{9D6E6446-89ED-8C78-A2DC-3228134974D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049" name="Arc 13048">
                        <a:extLst>
                          <a:ext uri="{FF2B5EF4-FFF2-40B4-BE49-F238E27FC236}">
                            <a16:creationId xmlns:a16="http://schemas.microsoft.com/office/drawing/2014/main" id="{049BBF01-C9FB-DC9B-1F82-00FDF4BF04E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044" name="Group 13043">
                      <a:extLst>
                        <a:ext uri="{FF2B5EF4-FFF2-40B4-BE49-F238E27FC236}">
                          <a16:creationId xmlns:a16="http://schemas.microsoft.com/office/drawing/2014/main" id="{6D3A3E39-3A9B-5A32-E66B-ECC84E9CE79B}"/>
                        </a:ext>
                      </a:extLst>
                    </p:cNvPr>
                    <p:cNvGrpSpPr/>
                    <p:nvPr/>
                  </p:nvGrpSpPr>
                  <p:grpSpPr>
                    <a:xfrm rot="7200000">
                      <a:off x="5265196" y="3932619"/>
                      <a:ext cx="393192" cy="393192"/>
                      <a:chOff x="5354637" y="3446463"/>
                      <a:chExt cx="214313" cy="214313"/>
                    </a:xfrm>
                  </p:grpSpPr>
                  <p:sp>
                    <p:nvSpPr>
                      <p:cNvPr id="13046" name="Arc 13045">
                        <a:extLst>
                          <a:ext uri="{FF2B5EF4-FFF2-40B4-BE49-F238E27FC236}">
                            <a16:creationId xmlns:a16="http://schemas.microsoft.com/office/drawing/2014/main" id="{FA342211-B7AC-4580-B163-33EB0FCFEAF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047" name="Arc 13046">
                        <a:extLst>
                          <a:ext uri="{FF2B5EF4-FFF2-40B4-BE49-F238E27FC236}">
                            <a16:creationId xmlns:a16="http://schemas.microsoft.com/office/drawing/2014/main" id="{9C7C3FC9-DD78-EF82-A779-FF813D94A87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045" name="TextBox 13044">
                      <a:extLst>
                        <a:ext uri="{FF2B5EF4-FFF2-40B4-BE49-F238E27FC236}">
                          <a16:creationId xmlns:a16="http://schemas.microsoft.com/office/drawing/2014/main" id="{9786E6B9-9043-8E56-13E9-BD33695E9BD5}"/>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3019" name="Group 13018">
                    <a:extLst>
                      <a:ext uri="{FF2B5EF4-FFF2-40B4-BE49-F238E27FC236}">
                        <a16:creationId xmlns:a16="http://schemas.microsoft.com/office/drawing/2014/main" id="{2D25A793-2914-E7AC-02E4-0BEFB1C604F4}"/>
                      </a:ext>
                    </a:extLst>
                  </p:cNvPr>
                  <p:cNvGrpSpPr/>
                  <p:nvPr/>
                </p:nvGrpSpPr>
                <p:grpSpPr>
                  <a:xfrm>
                    <a:off x="6512463" y="3525040"/>
                    <a:ext cx="393192" cy="393192"/>
                    <a:chOff x="6389147" y="3357021"/>
                    <a:chExt cx="393192" cy="393192"/>
                  </a:xfrm>
                </p:grpSpPr>
                <p:grpSp>
                  <p:nvGrpSpPr>
                    <p:cNvPr id="13031" name="Group 13030">
                      <a:extLst>
                        <a:ext uri="{FF2B5EF4-FFF2-40B4-BE49-F238E27FC236}">
                          <a16:creationId xmlns:a16="http://schemas.microsoft.com/office/drawing/2014/main" id="{99C42437-CAB2-A5E4-089C-5F58A0FE6211}"/>
                        </a:ext>
                      </a:extLst>
                    </p:cNvPr>
                    <p:cNvGrpSpPr/>
                    <p:nvPr/>
                  </p:nvGrpSpPr>
                  <p:grpSpPr>
                    <a:xfrm rot="7200000" flipH="1">
                      <a:off x="6389147" y="3357021"/>
                      <a:ext cx="393192" cy="393192"/>
                      <a:chOff x="5354637" y="3446463"/>
                      <a:chExt cx="214313" cy="214313"/>
                    </a:xfrm>
                  </p:grpSpPr>
                  <p:sp>
                    <p:nvSpPr>
                      <p:cNvPr id="13040" name="Arc 13039">
                        <a:extLst>
                          <a:ext uri="{FF2B5EF4-FFF2-40B4-BE49-F238E27FC236}">
                            <a16:creationId xmlns:a16="http://schemas.microsoft.com/office/drawing/2014/main" id="{A5732F23-DF84-63CC-9034-4EDC5484057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041" name="Arc 13040">
                        <a:extLst>
                          <a:ext uri="{FF2B5EF4-FFF2-40B4-BE49-F238E27FC236}">
                            <a16:creationId xmlns:a16="http://schemas.microsoft.com/office/drawing/2014/main" id="{B50A3054-030F-9C98-4C72-D811DB302BA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032" name="Group 13031">
                      <a:extLst>
                        <a:ext uri="{FF2B5EF4-FFF2-40B4-BE49-F238E27FC236}">
                          <a16:creationId xmlns:a16="http://schemas.microsoft.com/office/drawing/2014/main" id="{27236A23-7844-5A43-273E-CA63979EFC13}"/>
                        </a:ext>
                      </a:extLst>
                    </p:cNvPr>
                    <p:cNvGrpSpPr/>
                    <p:nvPr/>
                  </p:nvGrpSpPr>
                  <p:grpSpPr>
                    <a:xfrm>
                      <a:off x="6434137" y="3402011"/>
                      <a:ext cx="303213" cy="303213"/>
                      <a:chOff x="6434137" y="3402011"/>
                      <a:chExt cx="303213" cy="303213"/>
                    </a:xfrm>
                  </p:grpSpPr>
                  <p:grpSp>
                    <p:nvGrpSpPr>
                      <p:cNvPr id="13033" name="Group 13032">
                        <a:extLst>
                          <a:ext uri="{FF2B5EF4-FFF2-40B4-BE49-F238E27FC236}">
                            <a16:creationId xmlns:a16="http://schemas.microsoft.com/office/drawing/2014/main" id="{B67E38DB-972B-B4C4-3DA5-08C8071B0F8B}"/>
                          </a:ext>
                        </a:extLst>
                      </p:cNvPr>
                      <p:cNvGrpSpPr/>
                      <p:nvPr/>
                    </p:nvGrpSpPr>
                    <p:grpSpPr>
                      <a:xfrm flipH="1">
                        <a:off x="6478587" y="3446461"/>
                        <a:ext cx="214313" cy="214313"/>
                        <a:chOff x="5354637" y="3446463"/>
                        <a:chExt cx="214313" cy="214313"/>
                      </a:xfrm>
                    </p:grpSpPr>
                    <p:sp>
                      <p:nvSpPr>
                        <p:cNvPr id="13038" name="Arc 13037">
                          <a:extLst>
                            <a:ext uri="{FF2B5EF4-FFF2-40B4-BE49-F238E27FC236}">
                              <a16:creationId xmlns:a16="http://schemas.microsoft.com/office/drawing/2014/main" id="{C67772D6-C90F-0D5B-EE73-217CB796A2C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039" name="Arc 13038">
                          <a:extLst>
                            <a:ext uri="{FF2B5EF4-FFF2-40B4-BE49-F238E27FC236}">
                              <a16:creationId xmlns:a16="http://schemas.microsoft.com/office/drawing/2014/main" id="{3EB3AB97-7A78-31FE-F8D8-C6A2DEBDEFB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034" name="Group 13033">
                        <a:extLst>
                          <a:ext uri="{FF2B5EF4-FFF2-40B4-BE49-F238E27FC236}">
                            <a16:creationId xmlns:a16="http://schemas.microsoft.com/office/drawing/2014/main" id="{6DDAE493-41F5-5283-686D-4614D85BABDA}"/>
                          </a:ext>
                        </a:extLst>
                      </p:cNvPr>
                      <p:cNvGrpSpPr/>
                      <p:nvPr/>
                    </p:nvGrpSpPr>
                    <p:grpSpPr>
                      <a:xfrm rot="14400000" flipH="1">
                        <a:off x="6434137" y="3402011"/>
                        <a:ext cx="303213" cy="303213"/>
                        <a:chOff x="5354637" y="3446463"/>
                        <a:chExt cx="214313" cy="214313"/>
                      </a:xfrm>
                    </p:grpSpPr>
                    <p:sp>
                      <p:nvSpPr>
                        <p:cNvPr id="13036" name="Arc 13035">
                          <a:extLst>
                            <a:ext uri="{FF2B5EF4-FFF2-40B4-BE49-F238E27FC236}">
                              <a16:creationId xmlns:a16="http://schemas.microsoft.com/office/drawing/2014/main" id="{70CAD92D-762B-6DC2-D81B-51303DE9E58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037" name="Arc 13036">
                          <a:extLst>
                            <a:ext uri="{FF2B5EF4-FFF2-40B4-BE49-F238E27FC236}">
                              <a16:creationId xmlns:a16="http://schemas.microsoft.com/office/drawing/2014/main" id="{39ECA6FE-D1D2-CF93-AB37-908045BF6BE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035" name="TextBox 13034">
                        <a:extLst>
                          <a:ext uri="{FF2B5EF4-FFF2-40B4-BE49-F238E27FC236}">
                            <a16:creationId xmlns:a16="http://schemas.microsoft.com/office/drawing/2014/main" id="{2B1B7270-7E87-38A4-B91E-CD24FA81272A}"/>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3020" name="Group 13019">
                    <a:extLst>
                      <a:ext uri="{FF2B5EF4-FFF2-40B4-BE49-F238E27FC236}">
                        <a16:creationId xmlns:a16="http://schemas.microsoft.com/office/drawing/2014/main" id="{AEB465F0-D2D4-7697-E50D-CA742D894EF1}"/>
                      </a:ext>
                    </a:extLst>
                  </p:cNvPr>
                  <p:cNvGrpSpPr/>
                  <p:nvPr/>
                </p:nvGrpSpPr>
                <p:grpSpPr>
                  <a:xfrm>
                    <a:off x="6197413" y="3225768"/>
                    <a:ext cx="393192" cy="393192"/>
                    <a:chOff x="6389147" y="3932622"/>
                    <a:chExt cx="393192" cy="393192"/>
                  </a:xfrm>
                </p:grpSpPr>
                <p:grpSp>
                  <p:nvGrpSpPr>
                    <p:cNvPr id="13021" name="Group 13020">
                      <a:extLst>
                        <a:ext uri="{FF2B5EF4-FFF2-40B4-BE49-F238E27FC236}">
                          <a16:creationId xmlns:a16="http://schemas.microsoft.com/office/drawing/2014/main" id="{C3BE6A9C-3B42-E7E8-E234-FD3B49154197}"/>
                        </a:ext>
                      </a:extLst>
                    </p:cNvPr>
                    <p:cNvGrpSpPr/>
                    <p:nvPr/>
                  </p:nvGrpSpPr>
                  <p:grpSpPr>
                    <a:xfrm flipH="1">
                      <a:off x="6478587" y="4022061"/>
                      <a:ext cx="214313" cy="214313"/>
                      <a:chOff x="5354637" y="3446463"/>
                      <a:chExt cx="214313" cy="214313"/>
                    </a:xfrm>
                  </p:grpSpPr>
                  <p:sp>
                    <p:nvSpPr>
                      <p:cNvPr id="13029" name="Arc 13028">
                        <a:extLst>
                          <a:ext uri="{FF2B5EF4-FFF2-40B4-BE49-F238E27FC236}">
                            <a16:creationId xmlns:a16="http://schemas.microsoft.com/office/drawing/2014/main" id="{EA6F5F1D-6F19-4AC1-50CC-5AC2A7F3293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030" name="Arc 13029">
                        <a:extLst>
                          <a:ext uri="{FF2B5EF4-FFF2-40B4-BE49-F238E27FC236}">
                            <a16:creationId xmlns:a16="http://schemas.microsoft.com/office/drawing/2014/main" id="{D7B44675-91ED-9BC0-1C51-0FA499B4D40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022" name="Group 13021">
                      <a:extLst>
                        <a:ext uri="{FF2B5EF4-FFF2-40B4-BE49-F238E27FC236}">
                          <a16:creationId xmlns:a16="http://schemas.microsoft.com/office/drawing/2014/main" id="{DCA30F19-6E9A-A8B8-D5A3-731EECB99717}"/>
                        </a:ext>
                      </a:extLst>
                    </p:cNvPr>
                    <p:cNvGrpSpPr/>
                    <p:nvPr/>
                  </p:nvGrpSpPr>
                  <p:grpSpPr>
                    <a:xfrm rot="7200000" flipH="1">
                      <a:off x="6434137" y="3977611"/>
                      <a:ext cx="303213" cy="303213"/>
                      <a:chOff x="5354637" y="3446463"/>
                      <a:chExt cx="214313" cy="214313"/>
                    </a:xfrm>
                  </p:grpSpPr>
                  <p:sp>
                    <p:nvSpPr>
                      <p:cNvPr id="13027" name="Arc 13026">
                        <a:extLst>
                          <a:ext uri="{FF2B5EF4-FFF2-40B4-BE49-F238E27FC236}">
                            <a16:creationId xmlns:a16="http://schemas.microsoft.com/office/drawing/2014/main" id="{21B47611-6DD2-18A1-ECF5-CF9962DDCFC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028" name="Arc 13027">
                        <a:extLst>
                          <a:ext uri="{FF2B5EF4-FFF2-40B4-BE49-F238E27FC236}">
                            <a16:creationId xmlns:a16="http://schemas.microsoft.com/office/drawing/2014/main" id="{DBFD2D60-6EB7-1BA0-CB0C-8FDB95FE866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023" name="Group 13022">
                      <a:extLst>
                        <a:ext uri="{FF2B5EF4-FFF2-40B4-BE49-F238E27FC236}">
                          <a16:creationId xmlns:a16="http://schemas.microsoft.com/office/drawing/2014/main" id="{FBA049C1-182C-4EC3-B357-2D4FEF265629}"/>
                        </a:ext>
                      </a:extLst>
                    </p:cNvPr>
                    <p:cNvGrpSpPr/>
                    <p:nvPr/>
                  </p:nvGrpSpPr>
                  <p:grpSpPr>
                    <a:xfrm rot="14400000" flipH="1">
                      <a:off x="6389147" y="3932622"/>
                      <a:ext cx="393192" cy="393192"/>
                      <a:chOff x="5354637" y="3446463"/>
                      <a:chExt cx="214313" cy="214313"/>
                    </a:xfrm>
                  </p:grpSpPr>
                  <p:sp>
                    <p:nvSpPr>
                      <p:cNvPr id="13025" name="Arc 13024">
                        <a:extLst>
                          <a:ext uri="{FF2B5EF4-FFF2-40B4-BE49-F238E27FC236}">
                            <a16:creationId xmlns:a16="http://schemas.microsoft.com/office/drawing/2014/main" id="{4B7AD65C-A72C-ABC1-B206-EF9107A2E38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026" name="Arc 13025">
                        <a:extLst>
                          <a:ext uri="{FF2B5EF4-FFF2-40B4-BE49-F238E27FC236}">
                            <a16:creationId xmlns:a16="http://schemas.microsoft.com/office/drawing/2014/main" id="{67C4DAD0-C2CB-BB22-17A2-0A16E91B3FD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024" name="TextBox 13023">
                      <a:extLst>
                        <a:ext uri="{FF2B5EF4-FFF2-40B4-BE49-F238E27FC236}">
                          <a16:creationId xmlns:a16="http://schemas.microsoft.com/office/drawing/2014/main" id="{50163D30-CC8C-E8D2-6419-43FCA1A7FA63}"/>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2249" name="Group 12248">
              <a:extLst>
                <a:ext uri="{FF2B5EF4-FFF2-40B4-BE49-F238E27FC236}">
                  <a16:creationId xmlns:a16="http://schemas.microsoft.com/office/drawing/2014/main" id="{4EEFA8B8-A7DF-F1A3-EDCE-DC8D6834F3F7}"/>
                </a:ext>
              </a:extLst>
            </p:cNvPr>
            <p:cNvGrpSpPr/>
            <p:nvPr/>
          </p:nvGrpSpPr>
          <p:grpSpPr>
            <a:xfrm>
              <a:off x="3119327" y="697943"/>
              <a:ext cx="2263438" cy="2198360"/>
              <a:chOff x="5445106" y="2039507"/>
              <a:chExt cx="2263438" cy="2198360"/>
            </a:xfrm>
          </p:grpSpPr>
          <p:grpSp>
            <p:nvGrpSpPr>
              <p:cNvPr id="12823" name="Group 12822">
                <a:extLst>
                  <a:ext uri="{FF2B5EF4-FFF2-40B4-BE49-F238E27FC236}">
                    <a16:creationId xmlns:a16="http://schemas.microsoft.com/office/drawing/2014/main" id="{4566EDA4-B8F7-D0F7-A7E4-0FA418F93822}"/>
                  </a:ext>
                </a:extLst>
              </p:cNvPr>
              <p:cNvGrpSpPr/>
              <p:nvPr/>
            </p:nvGrpSpPr>
            <p:grpSpPr>
              <a:xfrm>
                <a:off x="5445106" y="2644743"/>
                <a:ext cx="1643204" cy="1593124"/>
                <a:chOff x="5445106" y="2644743"/>
                <a:chExt cx="1643204" cy="1593124"/>
              </a:xfrm>
            </p:grpSpPr>
            <p:grpSp>
              <p:nvGrpSpPr>
                <p:cNvPr id="12919" name="Group 12918">
                  <a:extLst>
                    <a:ext uri="{FF2B5EF4-FFF2-40B4-BE49-F238E27FC236}">
                      <a16:creationId xmlns:a16="http://schemas.microsoft.com/office/drawing/2014/main" id="{C9E95E75-902C-0BFA-D8BD-34467A13DD40}"/>
                    </a:ext>
                  </a:extLst>
                </p:cNvPr>
                <p:cNvGrpSpPr/>
                <p:nvPr/>
              </p:nvGrpSpPr>
              <p:grpSpPr>
                <a:xfrm>
                  <a:off x="5445106" y="2644743"/>
                  <a:ext cx="1019224" cy="991639"/>
                  <a:chOff x="5886431" y="3225768"/>
                  <a:chExt cx="1019224" cy="991639"/>
                </a:xfrm>
              </p:grpSpPr>
              <p:grpSp>
                <p:nvGrpSpPr>
                  <p:cNvPr id="12967" name="Group 12966">
                    <a:extLst>
                      <a:ext uri="{FF2B5EF4-FFF2-40B4-BE49-F238E27FC236}">
                        <a16:creationId xmlns:a16="http://schemas.microsoft.com/office/drawing/2014/main" id="{928AA056-9371-04FE-D3D6-745E89552540}"/>
                      </a:ext>
                    </a:extLst>
                  </p:cNvPr>
                  <p:cNvGrpSpPr/>
                  <p:nvPr/>
                </p:nvGrpSpPr>
                <p:grpSpPr>
                  <a:xfrm>
                    <a:off x="6197413" y="3824215"/>
                    <a:ext cx="393192" cy="393192"/>
                    <a:chOff x="5265196" y="3357021"/>
                    <a:chExt cx="393192" cy="393192"/>
                  </a:xfrm>
                </p:grpSpPr>
                <p:grpSp>
                  <p:nvGrpSpPr>
                    <p:cNvPr id="13002" name="Group 13001">
                      <a:extLst>
                        <a:ext uri="{FF2B5EF4-FFF2-40B4-BE49-F238E27FC236}">
                          <a16:creationId xmlns:a16="http://schemas.microsoft.com/office/drawing/2014/main" id="{F97C27C7-5F6F-F861-5DFE-A36FC09BA47B}"/>
                        </a:ext>
                      </a:extLst>
                    </p:cNvPr>
                    <p:cNvGrpSpPr/>
                    <p:nvPr/>
                  </p:nvGrpSpPr>
                  <p:grpSpPr>
                    <a:xfrm rot="14400000">
                      <a:off x="5265196" y="3357021"/>
                      <a:ext cx="393192" cy="393192"/>
                      <a:chOff x="5354637" y="3446463"/>
                      <a:chExt cx="214313" cy="214313"/>
                    </a:xfrm>
                  </p:grpSpPr>
                  <p:sp>
                    <p:nvSpPr>
                      <p:cNvPr id="13011" name="Arc 13010">
                        <a:extLst>
                          <a:ext uri="{FF2B5EF4-FFF2-40B4-BE49-F238E27FC236}">
                            <a16:creationId xmlns:a16="http://schemas.microsoft.com/office/drawing/2014/main" id="{C810D9D1-816E-81A1-AD0D-5E15AC27264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012" name="Arc 13011">
                        <a:extLst>
                          <a:ext uri="{FF2B5EF4-FFF2-40B4-BE49-F238E27FC236}">
                            <a16:creationId xmlns:a16="http://schemas.microsoft.com/office/drawing/2014/main" id="{2639BE0C-A457-8718-2041-450A81F7A2F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003" name="Group 13002">
                      <a:extLst>
                        <a:ext uri="{FF2B5EF4-FFF2-40B4-BE49-F238E27FC236}">
                          <a16:creationId xmlns:a16="http://schemas.microsoft.com/office/drawing/2014/main" id="{EE1C492D-7107-763D-9830-AF571E4CF270}"/>
                        </a:ext>
                      </a:extLst>
                    </p:cNvPr>
                    <p:cNvGrpSpPr/>
                    <p:nvPr/>
                  </p:nvGrpSpPr>
                  <p:grpSpPr>
                    <a:xfrm>
                      <a:off x="5310186" y="3402011"/>
                      <a:ext cx="303213" cy="303213"/>
                      <a:chOff x="5310186" y="3402011"/>
                      <a:chExt cx="303213" cy="303213"/>
                    </a:xfrm>
                  </p:grpSpPr>
                  <p:grpSp>
                    <p:nvGrpSpPr>
                      <p:cNvPr id="13004" name="Group 13003">
                        <a:extLst>
                          <a:ext uri="{FF2B5EF4-FFF2-40B4-BE49-F238E27FC236}">
                            <a16:creationId xmlns:a16="http://schemas.microsoft.com/office/drawing/2014/main" id="{A9C4D942-E7C3-79C2-CBA4-B3928A423670}"/>
                          </a:ext>
                        </a:extLst>
                      </p:cNvPr>
                      <p:cNvGrpSpPr/>
                      <p:nvPr/>
                    </p:nvGrpSpPr>
                    <p:grpSpPr>
                      <a:xfrm>
                        <a:off x="5354636" y="3446461"/>
                        <a:ext cx="214313" cy="214313"/>
                        <a:chOff x="5354637" y="3446463"/>
                        <a:chExt cx="214313" cy="214313"/>
                      </a:xfrm>
                    </p:grpSpPr>
                    <p:sp>
                      <p:nvSpPr>
                        <p:cNvPr id="13009" name="Arc 13008">
                          <a:extLst>
                            <a:ext uri="{FF2B5EF4-FFF2-40B4-BE49-F238E27FC236}">
                              <a16:creationId xmlns:a16="http://schemas.microsoft.com/office/drawing/2014/main" id="{DC3A0723-DBB7-CE43-385A-8B763E4BAF6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010" name="Arc 13009">
                          <a:extLst>
                            <a:ext uri="{FF2B5EF4-FFF2-40B4-BE49-F238E27FC236}">
                              <a16:creationId xmlns:a16="http://schemas.microsoft.com/office/drawing/2014/main" id="{0FF0C48A-1C50-B601-62FE-07CAEF73335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3005" name="Group 13004">
                        <a:extLst>
                          <a:ext uri="{FF2B5EF4-FFF2-40B4-BE49-F238E27FC236}">
                            <a16:creationId xmlns:a16="http://schemas.microsoft.com/office/drawing/2014/main" id="{5F8A4D10-B59E-FC9E-838E-A553B4DB8A09}"/>
                          </a:ext>
                        </a:extLst>
                      </p:cNvPr>
                      <p:cNvGrpSpPr/>
                      <p:nvPr/>
                    </p:nvGrpSpPr>
                    <p:grpSpPr>
                      <a:xfrm rot="7200000">
                        <a:off x="5310186" y="3402011"/>
                        <a:ext cx="303213" cy="303213"/>
                        <a:chOff x="5354637" y="3446463"/>
                        <a:chExt cx="214313" cy="214313"/>
                      </a:xfrm>
                    </p:grpSpPr>
                    <p:sp>
                      <p:nvSpPr>
                        <p:cNvPr id="13007" name="Arc 13006">
                          <a:extLst>
                            <a:ext uri="{FF2B5EF4-FFF2-40B4-BE49-F238E27FC236}">
                              <a16:creationId xmlns:a16="http://schemas.microsoft.com/office/drawing/2014/main" id="{C365A7E8-FCD1-65D5-864C-CBC757B0469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008" name="Arc 13007">
                          <a:extLst>
                            <a:ext uri="{FF2B5EF4-FFF2-40B4-BE49-F238E27FC236}">
                              <a16:creationId xmlns:a16="http://schemas.microsoft.com/office/drawing/2014/main" id="{2229A4F3-911B-1175-A12B-5A74C66DBC5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3006" name="TextBox 13005">
                        <a:extLst>
                          <a:ext uri="{FF2B5EF4-FFF2-40B4-BE49-F238E27FC236}">
                            <a16:creationId xmlns:a16="http://schemas.microsoft.com/office/drawing/2014/main" id="{BC0B909F-0BF8-581D-11D7-2C0C519153CB}"/>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968" name="Group 12967">
                    <a:extLst>
                      <a:ext uri="{FF2B5EF4-FFF2-40B4-BE49-F238E27FC236}">
                        <a16:creationId xmlns:a16="http://schemas.microsoft.com/office/drawing/2014/main" id="{6B6F71EB-BB48-D050-50CF-E61FCE1044BB}"/>
                      </a:ext>
                    </a:extLst>
                  </p:cNvPr>
                  <p:cNvGrpSpPr/>
                  <p:nvPr/>
                </p:nvGrpSpPr>
                <p:grpSpPr>
                  <a:xfrm>
                    <a:off x="5886431" y="3525040"/>
                    <a:ext cx="393192" cy="393192"/>
                    <a:chOff x="5265196" y="3932619"/>
                    <a:chExt cx="393192" cy="393192"/>
                  </a:xfrm>
                </p:grpSpPr>
                <p:grpSp>
                  <p:nvGrpSpPr>
                    <p:cNvPr id="12992" name="Group 12991">
                      <a:extLst>
                        <a:ext uri="{FF2B5EF4-FFF2-40B4-BE49-F238E27FC236}">
                          <a16:creationId xmlns:a16="http://schemas.microsoft.com/office/drawing/2014/main" id="{E512355D-A718-50FD-8FD6-F27C64AA15FF}"/>
                        </a:ext>
                      </a:extLst>
                    </p:cNvPr>
                    <p:cNvGrpSpPr/>
                    <p:nvPr/>
                  </p:nvGrpSpPr>
                  <p:grpSpPr>
                    <a:xfrm>
                      <a:off x="5354636" y="4022061"/>
                      <a:ext cx="214313" cy="214313"/>
                      <a:chOff x="5354637" y="3446463"/>
                      <a:chExt cx="214313" cy="214313"/>
                    </a:xfrm>
                  </p:grpSpPr>
                  <p:sp>
                    <p:nvSpPr>
                      <p:cNvPr id="13000" name="Arc 12999">
                        <a:extLst>
                          <a:ext uri="{FF2B5EF4-FFF2-40B4-BE49-F238E27FC236}">
                            <a16:creationId xmlns:a16="http://schemas.microsoft.com/office/drawing/2014/main" id="{5A4D0A67-7EEE-0D5E-93CB-08CF70EEEC5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001" name="Arc 13000">
                        <a:extLst>
                          <a:ext uri="{FF2B5EF4-FFF2-40B4-BE49-F238E27FC236}">
                            <a16:creationId xmlns:a16="http://schemas.microsoft.com/office/drawing/2014/main" id="{09F73195-EE6A-A04C-CD02-F17C1A09193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993" name="Group 12992">
                      <a:extLst>
                        <a:ext uri="{FF2B5EF4-FFF2-40B4-BE49-F238E27FC236}">
                          <a16:creationId xmlns:a16="http://schemas.microsoft.com/office/drawing/2014/main" id="{DED2EA0F-23D2-7745-11CE-00629BB989F5}"/>
                        </a:ext>
                      </a:extLst>
                    </p:cNvPr>
                    <p:cNvGrpSpPr/>
                    <p:nvPr/>
                  </p:nvGrpSpPr>
                  <p:grpSpPr>
                    <a:xfrm rot="14400000">
                      <a:off x="5310186" y="3977611"/>
                      <a:ext cx="303213" cy="303213"/>
                      <a:chOff x="5354637" y="3446463"/>
                      <a:chExt cx="214313" cy="214313"/>
                    </a:xfrm>
                  </p:grpSpPr>
                  <p:sp>
                    <p:nvSpPr>
                      <p:cNvPr id="12998" name="Arc 12997">
                        <a:extLst>
                          <a:ext uri="{FF2B5EF4-FFF2-40B4-BE49-F238E27FC236}">
                            <a16:creationId xmlns:a16="http://schemas.microsoft.com/office/drawing/2014/main" id="{80A1529E-6367-7960-F96F-F5556D8DBA2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999" name="Arc 12998">
                        <a:extLst>
                          <a:ext uri="{FF2B5EF4-FFF2-40B4-BE49-F238E27FC236}">
                            <a16:creationId xmlns:a16="http://schemas.microsoft.com/office/drawing/2014/main" id="{4F90B4C6-8566-E143-5AC9-A6377975E1F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994" name="Group 12993">
                      <a:extLst>
                        <a:ext uri="{FF2B5EF4-FFF2-40B4-BE49-F238E27FC236}">
                          <a16:creationId xmlns:a16="http://schemas.microsoft.com/office/drawing/2014/main" id="{AE950CBA-9914-027C-C95E-9D1ECAACD0D4}"/>
                        </a:ext>
                      </a:extLst>
                    </p:cNvPr>
                    <p:cNvGrpSpPr/>
                    <p:nvPr/>
                  </p:nvGrpSpPr>
                  <p:grpSpPr>
                    <a:xfrm rot="7200000">
                      <a:off x="5265196" y="3932619"/>
                      <a:ext cx="393192" cy="393192"/>
                      <a:chOff x="5354637" y="3446463"/>
                      <a:chExt cx="214313" cy="214313"/>
                    </a:xfrm>
                  </p:grpSpPr>
                  <p:sp>
                    <p:nvSpPr>
                      <p:cNvPr id="12996" name="Arc 12995">
                        <a:extLst>
                          <a:ext uri="{FF2B5EF4-FFF2-40B4-BE49-F238E27FC236}">
                            <a16:creationId xmlns:a16="http://schemas.microsoft.com/office/drawing/2014/main" id="{8B9DC43C-6D41-7A38-F7EA-CED8EB05357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997" name="Arc 12996">
                        <a:extLst>
                          <a:ext uri="{FF2B5EF4-FFF2-40B4-BE49-F238E27FC236}">
                            <a16:creationId xmlns:a16="http://schemas.microsoft.com/office/drawing/2014/main" id="{68573968-8D1B-F445-99FC-9533629CFD9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995" name="TextBox 12994">
                      <a:extLst>
                        <a:ext uri="{FF2B5EF4-FFF2-40B4-BE49-F238E27FC236}">
                          <a16:creationId xmlns:a16="http://schemas.microsoft.com/office/drawing/2014/main" id="{F10C1638-6727-C6E3-859F-23A31EC3EA97}"/>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2969" name="Group 12968">
                    <a:extLst>
                      <a:ext uri="{FF2B5EF4-FFF2-40B4-BE49-F238E27FC236}">
                        <a16:creationId xmlns:a16="http://schemas.microsoft.com/office/drawing/2014/main" id="{81705EC3-E971-10E7-7D81-F8B1FFB7D2F7}"/>
                      </a:ext>
                    </a:extLst>
                  </p:cNvPr>
                  <p:cNvGrpSpPr/>
                  <p:nvPr/>
                </p:nvGrpSpPr>
                <p:grpSpPr>
                  <a:xfrm>
                    <a:off x="6512463" y="3525040"/>
                    <a:ext cx="393192" cy="393192"/>
                    <a:chOff x="6389147" y="3357021"/>
                    <a:chExt cx="393192" cy="393192"/>
                  </a:xfrm>
                </p:grpSpPr>
                <p:grpSp>
                  <p:nvGrpSpPr>
                    <p:cNvPr id="12981" name="Group 12980">
                      <a:extLst>
                        <a:ext uri="{FF2B5EF4-FFF2-40B4-BE49-F238E27FC236}">
                          <a16:creationId xmlns:a16="http://schemas.microsoft.com/office/drawing/2014/main" id="{BC3836B5-D6DC-A6A4-BC53-6954B14113DF}"/>
                        </a:ext>
                      </a:extLst>
                    </p:cNvPr>
                    <p:cNvGrpSpPr/>
                    <p:nvPr/>
                  </p:nvGrpSpPr>
                  <p:grpSpPr>
                    <a:xfrm rot="7200000" flipH="1">
                      <a:off x="6389147" y="3357021"/>
                      <a:ext cx="393192" cy="393192"/>
                      <a:chOff x="5354637" y="3446463"/>
                      <a:chExt cx="214313" cy="214313"/>
                    </a:xfrm>
                  </p:grpSpPr>
                  <p:sp>
                    <p:nvSpPr>
                      <p:cNvPr id="12990" name="Arc 12989">
                        <a:extLst>
                          <a:ext uri="{FF2B5EF4-FFF2-40B4-BE49-F238E27FC236}">
                            <a16:creationId xmlns:a16="http://schemas.microsoft.com/office/drawing/2014/main" id="{0FE0B4E8-5439-061F-E5B0-5E3DED528A6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991" name="Arc 12990">
                        <a:extLst>
                          <a:ext uri="{FF2B5EF4-FFF2-40B4-BE49-F238E27FC236}">
                            <a16:creationId xmlns:a16="http://schemas.microsoft.com/office/drawing/2014/main" id="{0FAC765E-25DA-669E-C536-A4EDBE46092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982" name="Group 12981">
                      <a:extLst>
                        <a:ext uri="{FF2B5EF4-FFF2-40B4-BE49-F238E27FC236}">
                          <a16:creationId xmlns:a16="http://schemas.microsoft.com/office/drawing/2014/main" id="{1DB449DD-2F8F-2918-7AEF-6A870AD1B428}"/>
                        </a:ext>
                      </a:extLst>
                    </p:cNvPr>
                    <p:cNvGrpSpPr/>
                    <p:nvPr/>
                  </p:nvGrpSpPr>
                  <p:grpSpPr>
                    <a:xfrm>
                      <a:off x="6434137" y="3402011"/>
                      <a:ext cx="303213" cy="303213"/>
                      <a:chOff x="6434137" y="3402011"/>
                      <a:chExt cx="303213" cy="303213"/>
                    </a:xfrm>
                  </p:grpSpPr>
                  <p:grpSp>
                    <p:nvGrpSpPr>
                      <p:cNvPr id="12983" name="Group 12982">
                        <a:extLst>
                          <a:ext uri="{FF2B5EF4-FFF2-40B4-BE49-F238E27FC236}">
                            <a16:creationId xmlns:a16="http://schemas.microsoft.com/office/drawing/2014/main" id="{54762AED-4E25-9ABD-39AD-A00719262D46}"/>
                          </a:ext>
                        </a:extLst>
                      </p:cNvPr>
                      <p:cNvGrpSpPr/>
                      <p:nvPr/>
                    </p:nvGrpSpPr>
                    <p:grpSpPr>
                      <a:xfrm flipH="1">
                        <a:off x="6478587" y="3446461"/>
                        <a:ext cx="214313" cy="214313"/>
                        <a:chOff x="5354637" y="3446463"/>
                        <a:chExt cx="214313" cy="214313"/>
                      </a:xfrm>
                    </p:grpSpPr>
                    <p:sp>
                      <p:nvSpPr>
                        <p:cNvPr id="12988" name="Arc 12987">
                          <a:extLst>
                            <a:ext uri="{FF2B5EF4-FFF2-40B4-BE49-F238E27FC236}">
                              <a16:creationId xmlns:a16="http://schemas.microsoft.com/office/drawing/2014/main" id="{C4F5287C-5BE1-C8C4-25CC-BCAFEF39056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989" name="Arc 12988">
                          <a:extLst>
                            <a:ext uri="{FF2B5EF4-FFF2-40B4-BE49-F238E27FC236}">
                              <a16:creationId xmlns:a16="http://schemas.microsoft.com/office/drawing/2014/main" id="{218E6469-5AF2-6704-1D46-F157A241CD1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984" name="Group 12983">
                        <a:extLst>
                          <a:ext uri="{FF2B5EF4-FFF2-40B4-BE49-F238E27FC236}">
                            <a16:creationId xmlns:a16="http://schemas.microsoft.com/office/drawing/2014/main" id="{35FDC620-720F-87F6-C0C8-CC883B24ED2A}"/>
                          </a:ext>
                        </a:extLst>
                      </p:cNvPr>
                      <p:cNvGrpSpPr/>
                      <p:nvPr/>
                    </p:nvGrpSpPr>
                    <p:grpSpPr>
                      <a:xfrm rot="14400000" flipH="1">
                        <a:off x="6434137" y="3402011"/>
                        <a:ext cx="303213" cy="303213"/>
                        <a:chOff x="5354637" y="3446463"/>
                        <a:chExt cx="214313" cy="214313"/>
                      </a:xfrm>
                    </p:grpSpPr>
                    <p:sp>
                      <p:nvSpPr>
                        <p:cNvPr id="12986" name="Arc 12985">
                          <a:extLst>
                            <a:ext uri="{FF2B5EF4-FFF2-40B4-BE49-F238E27FC236}">
                              <a16:creationId xmlns:a16="http://schemas.microsoft.com/office/drawing/2014/main" id="{0515A3A7-B60F-7741-33BD-BAE9188B028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987" name="Arc 12986">
                          <a:extLst>
                            <a:ext uri="{FF2B5EF4-FFF2-40B4-BE49-F238E27FC236}">
                              <a16:creationId xmlns:a16="http://schemas.microsoft.com/office/drawing/2014/main" id="{FFAB44E5-9600-B4EB-DEE1-959F98B3F3F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985" name="TextBox 12984">
                        <a:extLst>
                          <a:ext uri="{FF2B5EF4-FFF2-40B4-BE49-F238E27FC236}">
                            <a16:creationId xmlns:a16="http://schemas.microsoft.com/office/drawing/2014/main" id="{B4A19E42-2899-00D1-0422-39021748E7B6}"/>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970" name="Group 12969">
                    <a:extLst>
                      <a:ext uri="{FF2B5EF4-FFF2-40B4-BE49-F238E27FC236}">
                        <a16:creationId xmlns:a16="http://schemas.microsoft.com/office/drawing/2014/main" id="{0EB378E6-17D1-94D0-5921-1B26BBB743CB}"/>
                      </a:ext>
                    </a:extLst>
                  </p:cNvPr>
                  <p:cNvGrpSpPr/>
                  <p:nvPr/>
                </p:nvGrpSpPr>
                <p:grpSpPr>
                  <a:xfrm>
                    <a:off x="6197413" y="3225768"/>
                    <a:ext cx="393192" cy="393192"/>
                    <a:chOff x="6389147" y="3932622"/>
                    <a:chExt cx="393192" cy="393192"/>
                  </a:xfrm>
                </p:grpSpPr>
                <p:grpSp>
                  <p:nvGrpSpPr>
                    <p:cNvPr id="12971" name="Group 12970">
                      <a:extLst>
                        <a:ext uri="{FF2B5EF4-FFF2-40B4-BE49-F238E27FC236}">
                          <a16:creationId xmlns:a16="http://schemas.microsoft.com/office/drawing/2014/main" id="{FFA39DF6-8E9A-8A39-8A32-B6D2108950AD}"/>
                        </a:ext>
                      </a:extLst>
                    </p:cNvPr>
                    <p:cNvGrpSpPr/>
                    <p:nvPr/>
                  </p:nvGrpSpPr>
                  <p:grpSpPr>
                    <a:xfrm flipH="1">
                      <a:off x="6478587" y="4022061"/>
                      <a:ext cx="214313" cy="214313"/>
                      <a:chOff x="5354637" y="3446463"/>
                      <a:chExt cx="214313" cy="214313"/>
                    </a:xfrm>
                  </p:grpSpPr>
                  <p:sp>
                    <p:nvSpPr>
                      <p:cNvPr id="12979" name="Arc 12978">
                        <a:extLst>
                          <a:ext uri="{FF2B5EF4-FFF2-40B4-BE49-F238E27FC236}">
                            <a16:creationId xmlns:a16="http://schemas.microsoft.com/office/drawing/2014/main" id="{89557F98-2FE1-5A16-C9F1-FE81552CA48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980" name="Arc 12979">
                        <a:extLst>
                          <a:ext uri="{FF2B5EF4-FFF2-40B4-BE49-F238E27FC236}">
                            <a16:creationId xmlns:a16="http://schemas.microsoft.com/office/drawing/2014/main" id="{6D54A17F-8ACF-741E-6C1A-546C70D0CBF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972" name="Group 12971">
                      <a:extLst>
                        <a:ext uri="{FF2B5EF4-FFF2-40B4-BE49-F238E27FC236}">
                          <a16:creationId xmlns:a16="http://schemas.microsoft.com/office/drawing/2014/main" id="{242823E5-2039-5B83-FFCB-9CA13F3B9C66}"/>
                        </a:ext>
                      </a:extLst>
                    </p:cNvPr>
                    <p:cNvGrpSpPr/>
                    <p:nvPr/>
                  </p:nvGrpSpPr>
                  <p:grpSpPr>
                    <a:xfrm rot="7200000" flipH="1">
                      <a:off x="6434137" y="3977611"/>
                      <a:ext cx="303213" cy="303213"/>
                      <a:chOff x="5354637" y="3446463"/>
                      <a:chExt cx="214313" cy="214313"/>
                    </a:xfrm>
                  </p:grpSpPr>
                  <p:sp>
                    <p:nvSpPr>
                      <p:cNvPr id="12977" name="Arc 12976">
                        <a:extLst>
                          <a:ext uri="{FF2B5EF4-FFF2-40B4-BE49-F238E27FC236}">
                            <a16:creationId xmlns:a16="http://schemas.microsoft.com/office/drawing/2014/main" id="{4ED49AF2-AC8C-69BD-A247-656B2893167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978" name="Arc 12977">
                        <a:extLst>
                          <a:ext uri="{FF2B5EF4-FFF2-40B4-BE49-F238E27FC236}">
                            <a16:creationId xmlns:a16="http://schemas.microsoft.com/office/drawing/2014/main" id="{46835E1F-85D2-516A-77AA-BB5F37E1F79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973" name="Group 12972">
                      <a:extLst>
                        <a:ext uri="{FF2B5EF4-FFF2-40B4-BE49-F238E27FC236}">
                          <a16:creationId xmlns:a16="http://schemas.microsoft.com/office/drawing/2014/main" id="{26417BFE-E86C-5363-3947-B80393BED728}"/>
                        </a:ext>
                      </a:extLst>
                    </p:cNvPr>
                    <p:cNvGrpSpPr/>
                    <p:nvPr/>
                  </p:nvGrpSpPr>
                  <p:grpSpPr>
                    <a:xfrm rot="14400000" flipH="1">
                      <a:off x="6389147" y="3932622"/>
                      <a:ext cx="393192" cy="393192"/>
                      <a:chOff x="5354637" y="3446463"/>
                      <a:chExt cx="214313" cy="214313"/>
                    </a:xfrm>
                  </p:grpSpPr>
                  <p:sp>
                    <p:nvSpPr>
                      <p:cNvPr id="12975" name="Arc 12974">
                        <a:extLst>
                          <a:ext uri="{FF2B5EF4-FFF2-40B4-BE49-F238E27FC236}">
                            <a16:creationId xmlns:a16="http://schemas.microsoft.com/office/drawing/2014/main" id="{76E98ACB-1204-79CB-56D8-A525EDA9A03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976" name="Arc 12975">
                        <a:extLst>
                          <a:ext uri="{FF2B5EF4-FFF2-40B4-BE49-F238E27FC236}">
                            <a16:creationId xmlns:a16="http://schemas.microsoft.com/office/drawing/2014/main" id="{EEF1A004-D7D8-393E-9A00-AC86BDF5507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974" name="TextBox 12973">
                      <a:extLst>
                        <a:ext uri="{FF2B5EF4-FFF2-40B4-BE49-F238E27FC236}">
                          <a16:creationId xmlns:a16="http://schemas.microsoft.com/office/drawing/2014/main" id="{6FAAF39C-CAB0-AF8F-42B2-9CD88C41CEC8}"/>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920" name="Group 12919">
                  <a:extLst>
                    <a:ext uri="{FF2B5EF4-FFF2-40B4-BE49-F238E27FC236}">
                      <a16:creationId xmlns:a16="http://schemas.microsoft.com/office/drawing/2014/main" id="{309DDC59-DC3D-B3DC-A2B0-1E5B8E142A73}"/>
                    </a:ext>
                  </a:extLst>
                </p:cNvPr>
                <p:cNvGrpSpPr/>
                <p:nvPr/>
              </p:nvGrpSpPr>
              <p:grpSpPr>
                <a:xfrm>
                  <a:off x="6069086" y="3246228"/>
                  <a:ext cx="1019224" cy="991639"/>
                  <a:chOff x="5886431" y="3225768"/>
                  <a:chExt cx="1019224" cy="991639"/>
                </a:xfrm>
              </p:grpSpPr>
              <p:grpSp>
                <p:nvGrpSpPr>
                  <p:cNvPr id="12921" name="Group 12920">
                    <a:extLst>
                      <a:ext uri="{FF2B5EF4-FFF2-40B4-BE49-F238E27FC236}">
                        <a16:creationId xmlns:a16="http://schemas.microsoft.com/office/drawing/2014/main" id="{101EC74D-EA91-867C-5D76-6BFE904C8C78}"/>
                      </a:ext>
                    </a:extLst>
                  </p:cNvPr>
                  <p:cNvGrpSpPr/>
                  <p:nvPr/>
                </p:nvGrpSpPr>
                <p:grpSpPr>
                  <a:xfrm>
                    <a:off x="6197413" y="3824215"/>
                    <a:ext cx="393192" cy="393192"/>
                    <a:chOff x="5265196" y="3357021"/>
                    <a:chExt cx="393192" cy="393192"/>
                  </a:xfrm>
                </p:grpSpPr>
                <p:grpSp>
                  <p:nvGrpSpPr>
                    <p:cNvPr id="12956" name="Group 12955">
                      <a:extLst>
                        <a:ext uri="{FF2B5EF4-FFF2-40B4-BE49-F238E27FC236}">
                          <a16:creationId xmlns:a16="http://schemas.microsoft.com/office/drawing/2014/main" id="{BFE84E32-0DAD-73E8-013A-F16BD91ADF30}"/>
                        </a:ext>
                      </a:extLst>
                    </p:cNvPr>
                    <p:cNvGrpSpPr/>
                    <p:nvPr/>
                  </p:nvGrpSpPr>
                  <p:grpSpPr>
                    <a:xfrm rot="14400000">
                      <a:off x="5265196" y="3357021"/>
                      <a:ext cx="393192" cy="393192"/>
                      <a:chOff x="5354637" y="3446463"/>
                      <a:chExt cx="214313" cy="214313"/>
                    </a:xfrm>
                  </p:grpSpPr>
                  <p:sp>
                    <p:nvSpPr>
                      <p:cNvPr id="12965" name="Arc 12964">
                        <a:extLst>
                          <a:ext uri="{FF2B5EF4-FFF2-40B4-BE49-F238E27FC236}">
                            <a16:creationId xmlns:a16="http://schemas.microsoft.com/office/drawing/2014/main" id="{07B24CE9-786E-BE0D-7520-8C8AC0EDACD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966" name="Arc 12965">
                        <a:extLst>
                          <a:ext uri="{FF2B5EF4-FFF2-40B4-BE49-F238E27FC236}">
                            <a16:creationId xmlns:a16="http://schemas.microsoft.com/office/drawing/2014/main" id="{115064AF-472A-0B30-088E-F20AABD225E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957" name="Group 12956">
                      <a:extLst>
                        <a:ext uri="{FF2B5EF4-FFF2-40B4-BE49-F238E27FC236}">
                          <a16:creationId xmlns:a16="http://schemas.microsoft.com/office/drawing/2014/main" id="{DFEF0E43-C0D8-A2FA-7547-7CD3EAEE6264}"/>
                        </a:ext>
                      </a:extLst>
                    </p:cNvPr>
                    <p:cNvGrpSpPr/>
                    <p:nvPr/>
                  </p:nvGrpSpPr>
                  <p:grpSpPr>
                    <a:xfrm>
                      <a:off x="5310186" y="3402011"/>
                      <a:ext cx="303213" cy="303213"/>
                      <a:chOff x="5310186" y="3402011"/>
                      <a:chExt cx="303213" cy="303213"/>
                    </a:xfrm>
                  </p:grpSpPr>
                  <p:grpSp>
                    <p:nvGrpSpPr>
                      <p:cNvPr id="12958" name="Group 12957">
                        <a:extLst>
                          <a:ext uri="{FF2B5EF4-FFF2-40B4-BE49-F238E27FC236}">
                            <a16:creationId xmlns:a16="http://schemas.microsoft.com/office/drawing/2014/main" id="{1DD17F07-8DCC-D362-F3F9-A4F94CB60C6D}"/>
                          </a:ext>
                        </a:extLst>
                      </p:cNvPr>
                      <p:cNvGrpSpPr/>
                      <p:nvPr/>
                    </p:nvGrpSpPr>
                    <p:grpSpPr>
                      <a:xfrm>
                        <a:off x="5354636" y="3446461"/>
                        <a:ext cx="214313" cy="214313"/>
                        <a:chOff x="5354637" y="3446463"/>
                        <a:chExt cx="214313" cy="214313"/>
                      </a:xfrm>
                    </p:grpSpPr>
                    <p:sp>
                      <p:nvSpPr>
                        <p:cNvPr id="12963" name="Arc 12962">
                          <a:extLst>
                            <a:ext uri="{FF2B5EF4-FFF2-40B4-BE49-F238E27FC236}">
                              <a16:creationId xmlns:a16="http://schemas.microsoft.com/office/drawing/2014/main" id="{B53496DD-3B68-4699-8B56-A3A54ABAFF9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964" name="Arc 12963">
                          <a:extLst>
                            <a:ext uri="{FF2B5EF4-FFF2-40B4-BE49-F238E27FC236}">
                              <a16:creationId xmlns:a16="http://schemas.microsoft.com/office/drawing/2014/main" id="{DEEA556A-BF02-7086-1CC7-D563C14A3F7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959" name="Group 12958">
                        <a:extLst>
                          <a:ext uri="{FF2B5EF4-FFF2-40B4-BE49-F238E27FC236}">
                            <a16:creationId xmlns:a16="http://schemas.microsoft.com/office/drawing/2014/main" id="{E726AC55-FD9E-0C43-B211-E48235A0857E}"/>
                          </a:ext>
                        </a:extLst>
                      </p:cNvPr>
                      <p:cNvGrpSpPr/>
                      <p:nvPr/>
                    </p:nvGrpSpPr>
                    <p:grpSpPr>
                      <a:xfrm rot="7200000">
                        <a:off x="5310186" y="3402011"/>
                        <a:ext cx="303213" cy="303213"/>
                        <a:chOff x="5354637" y="3446463"/>
                        <a:chExt cx="214313" cy="214313"/>
                      </a:xfrm>
                    </p:grpSpPr>
                    <p:sp>
                      <p:nvSpPr>
                        <p:cNvPr id="12961" name="Arc 12960">
                          <a:extLst>
                            <a:ext uri="{FF2B5EF4-FFF2-40B4-BE49-F238E27FC236}">
                              <a16:creationId xmlns:a16="http://schemas.microsoft.com/office/drawing/2014/main" id="{4B5DE76A-8925-BF6E-022C-376798F86BB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962" name="Arc 12961">
                          <a:extLst>
                            <a:ext uri="{FF2B5EF4-FFF2-40B4-BE49-F238E27FC236}">
                              <a16:creationId xmlns:a16="http://schemas.microsoft.com/office/drawing/2014/main" id="{21845B1B-75CD-FA67-0ADD-4688C2D403A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960" name="TextBox 12959">
                        <a:extLst>
                          <a:ext uri="{FF2B5EF4-FFF2-40B4-BE49-F238E27FC236}">
                            <a16:creationId xmlns:a16="http://schemas.microsoft.com/office/drawing/2014/main" id="{3A2FC66A-DF0A-3D2C-E1E9-7C7491E576A5}"/>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922" name="Group 12921">
                    <a:extLst>
                      <a:ext uri="{FF2B5EF4-FFF2-40B4-BE49-F238E27FC236}">
                        <a16:creationId xmlns:a16="http://schemas.microsoft.com/office/drawing/2014/main" id="{0A2C46E6-519C-4D62-07A9-1B5F3D8B434C}"/>
                      </a:ext>
                    </a:extLst>
                  </p:cNvPr>
                  <p:cNvGrpSpPr/>
                  <p:nvPr/>
                </p:nvGrpSpPr>
                <p:grpSpPr>
                  <a:xfrm>
                    <a:off x="5886431" y="3525040"/>
                    <a:ext cx="393192" cy="393192"/>
                    <a:chOff x="5265196" y="3932619"/>
                    <a:chExt cx="393192" cy="393192"/>
                  </a:xfrm>
                </p:grpSpPr>
                <p:grpSp>
                  <p:nvGrpSpPr>
                    <p:cNvPr id="12946" name="Group 12945">
                      <a:extLst>
                        <a:ext uri="{FF2B5EF4-FFF2-40B4-BE49-F238E27FC236}">
                          <a16:creationId xmlns:a16="http://schemas.microsoft.com/office/drawing/2014/main" id="{B4A2269C-6D76-20E6-64FC-A881898C0637}"/>
                        </a:ext>
                      </a:extLst>
                    </p:cNvPr>
                    <p:cNvGrpSpPr/>
                    <p:nvPr/>
                  </p:nvGrpSpPr>
                  <p:grpSpPr>
                    <a:xfrm>
                      <a:off x="5354636" y="4022061"/>
                      <a:ext cx="214313" cy="214313"/>
                      <a:chOff x="5354637" y="3446463"/>
                      <a:chExt cx="214313" cy="214313"/>
                    </a:xfrm>
                  </p:grpSpPr>
                  <p:sp>
                    <p:nvSpPr>
                      <p:cNvPr id="12954" name="Arc 12953">
                        <a:extLst>
                          <a:ext uri="{FF2B5EF4-FFF2-40B4-BE49-F238E27FC236}">
                            <a16:creationId xmlns:a16="http://schemas.microsoft.com/office/drawing/2014/main" id="{0E52DD68-95E7-92AF-8C69-7357E5364B0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955" name="Arc 12954">
                        <a:extLst>
                          <a:ext uri="{FF2B5EF4-FFF2-40B4-BE49-F238E27FC236}">
                            <a16:creationId xmlns:a16="http://schemas.microsoft.com/office/drawing/2014/main" id="{8ABE38DB-8C0F-A2D5-9DCD-DB1984EC64C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947" name="Group 12946">
                      <a:extLst>
                        <a:ext uri="{FF2B5EF4-FFF2-40B4-BE49-F238E27FC236}">
                          <a16:creationId xmlns:a16="http://schemas.microsoft.com/office/drawing/2014/main" id="{4150B5CD-2E92-8FE4-D788-EE35E40577E0}"/>
                        </a:ext>
                      </a:extLst>
                    </p:cNvPr>
                    <p:cNvGrpSpPr/>
                    <p:nvPr/>
                  </p:nvGrpSpPr>
                  <p:grpSpPr>
                    <a:xfrm rot="14400000">
                      <a:off x="5310186" y="3977611"/>
                      <a:ext cx="303213" cy="303213"/>
                      <a:chOff x="5354637" y="3446463"/>
                      <a:chExt cx="214313" cy="214313"/>
                    </a:xfrm>
                  </p:grpSpPr>
                  <p:sp>
                    <p:nvSpPr>
                      <p:cNvPr id="12952" name="Arc 12951">
                        <a:extLst>
                          <a:ext uri="{FF2B5EF4-FFF2-40B4-BE49-F238E27FC236}">
                            <a16:creationId xmlns:a16="http://schemas.microsoft.com/office/drawing/2014/main" id="{0D6D9A2E-790F-28C8-98F9-689BDEB2207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953" name="Arc 12952">
                        <a:extLst>
                          <a:ext uri="{FF2B5EF4-FFF2-40B4-BE49-F238E27FC236}">
                            <a16:creationId xmlns:a16="http://schemas.microsoft.com/office/drawing/2014/main" id="{F3A206EE-1383-4385-C089-767D05E90E9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948" name="Group 12947">
                      <a:extLst>
                        <a:ext uri="{FF2B5EF4-FFF2-40B4-BE49-F238E27FC236}">
                          <a16:creationId xmlns:a16="http://schemas.microsoft.com/office/drawing/2014/main" id="{37ED9C3D-8A8F-193E-59A2-4DBCB0CE1A21}"/>
                        </a:ext>
                      </a:extLst>
                    </p:cNvPr>
                    <p:cNvGrpSpPr/>
                    <p:nvPr/>
                  </p:nvGrpSpPr>
                  <p:grpSpPr>
                    <a:xfrm rot="7200000">
                      <a:off x="5265196" y="3932619"/>
                      <a:ext cx="393192" cy="393192"/>
                      <a:chOff x="5354637" y="3446463"/>
                      <a:chExt cx="214313" cy="214313"/>
                    </a:xfrm>
                  </p:grpSpPr>
                  <p:sp>
                    <p:nvSpPr>
                      <p:cNvPr id="12950" name="Arc 12949">
                        <a:extLst>
                          <a:ext uri="{FF2B5EF4-FFF2-40B4-BE49-F238E27FC236}">
                            <a16:creationId xmlns:a16="http://schemas.microsoft.com/office/drawing/2014/main" id="{097B8AC5-C5E5-0F33-6174-9F923736351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951" name="Arc 12950">
                        <a:extLst>
                          <a:ext uri="{FF2B5EF4-FFF2-40B4-BE49-F238E27FC236}">
                            <a16:creationId xmlns:a16="http://schemas.microsoft.com/office/drawing/2014/main" id="{22178AE0-F74D-7456-633A-42FEA57E2FE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949" name="TextBox 12948">
                      <a:extLst>
                        <a:ext uri="{FF2B5EF4-FFF2-40B4-BE49-F238E27FC236}">
                          <a16:creationId xmlns:a16="http://schemas.microsoft.com/office/drawing/2014/main" id="{9E27D94F-211B-C25C-796E-5A3916E966F1}"/>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2923" name="Group 12922">
                    <a:extLst>
                      <a:ext uri="{FF2B5EF4-FFF2-40B4-BE49-F238E27FC236}">
                        <a16:creationId xmlns:a16="http://schemas.microsoft.com/office/drawing/2014/main" id="{120ED560-D0E5-4227-E0FB-BFF509AC6441}"/>
                      </a:ext>
                    </a:extLst>
                  </p:cNvPr>
                  <p:cNvGrpSpPr/>
                  <p:nvPr/>
                </p:nvGrpSpPr>
                <p:grpSpPr>
                  <a:xfrm>
                    <a:off x="6512463" y="3525040"/>
                    <a:ext cx="393192" cy="393192"/>
                    <a:chOff x="6389147" y="3357021"/>
                    <a:chExt cx="393192" cy="393192"/>
                  </a:xfrm>
                </p:grpSpPr>
                <p:grpSp>
                  <p:nvGrpSpPr>
                    <p:cNvPr id="12935" name="Group 12934">
                      <a:extLst>
                        <a:ext uri="{FF2B5EF4-FFF2-40B4-BE49-F238E27FC236}">
                          <a16:creationId xmlns:a16="http://schemas.microsoft.com/office/drawing/2014/main" id="{670FA0C6-9979-FDAC-DB68-B5C95DE6045F}"/>
                        </a:ext>
                      </a:extLst>
                    </p:cNvPr>
                    <p:cNvGrpSpPr/>
                    <p:nvPr/>
                  </p:nvGrpSpPr>
                  <p:grpSpPr>
                    <a:xfrm rot="7200000" flipH="1">
                      <a:off x="6389147" y="3357021"/>
                      <a:ext cx="393192" cy="393192"/>
                      <a:chOff x="5354637" y="3446463"/>
                      <a:chExt cx="214313" cy="214313"/>
                    </a:xfrm>
                  </p:grpSpPr>
                  <p:sp>
                    <p:nvSpPr>
                      <p:cNvPr id="12944" name="Arc 12943">
                        <a:extLst>
                          <a:ext uri="{FF2B5EF4-FFF2-40B4-BE49-F238E27FC236}">
                            <a16:creationId xmlns:a16="http://schemas.microsoft.com/office/drawing/2014/main" id="{D046773A-4001-A323-07C4-C166FA9C3F8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945" name="Arc 12944">
                        <a:extLst>
                          <a:ext uri="{FF2B5EF4-FFF2-40B4-BE49-F238E27FC236}">
                            <a16:creationId xmlns:a16="http://schemas.microsoft.com/office/drawing/2014/main" id="{689688AC-AE2F-FC7C-9982-64E984B4A56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936" name="Group 12935">
                      <a:extLst>
                        <a:ext uri="{FF2B5EF4-FFF2-40B4-BE49-F238E27FC236}">
                          <a16:creationId xmlns:a16="http://schemas.microsoft.com/office/drawing/2014/main" id="{DF9E2CC9-D2AE-99B5-B8BB-405978BCB4F4}"/>
                        </a:ext>
                      </a:extLst>
                    </p:cNvPr>
                    <p:cNvGrpSpPr/>
                    <p:nvPr/>
                  </p:nvGrpSpPr>
                  <p:grpSpPr>
                    <a:xfrm>
                      <a:off x="6434137" y="3402011"/>
                      <a:ext cx="303213" cy="303213"/>
                      <a:chOff x="6434137" y="3402011"/>
                      <a:chExt cx="303213" cy="303213"/>
                    </a:xfrm>
                  </p:grpSpPr>
                  <p:grpSp>
                    <p:nvGrpSpPr>
                      <p:cNvPr id="12937" name="Group 12936">
                        <a:extLst>
                          <a:ext uri="{FF2B5EF4-FFF2-40B4-BE49-F238E27FC236}">
                            <a16:creationId xmlns:a16="http://schemas.microsoft.com/office/drawing/2014/main" id="{FAB8A953-B6F1-C446-C02B-7B977441024C}"/>
                          </a:ext>
                        </a:extLst>
                      </p:cNvPr>
                      <p:cNvGrpSpPr/>
                      <p:nvPr/>
                    </p:nvGrpSpPr>
                    <p:grpSpPr>
                      <a:xfrm flipH="1">
                        <a:off x="6478587" y="3446461"/>
                        <a:ext cx="214313" cy="214313"/>
                        <a:chOff x="5354637" y="3446463"/>
                        <a:chExt cx="214313" cy="214313"/>
                      </a:xfrm>
                    </p:grpSpPr>
                    <p:sp>
                      <p:nvSpPr>
                        <p:cNvPr id="12942" name="Arc 12941">
                          <a:extLst>
                            <a:ext uri="{FF2B5EF4-FFF2-40B4-BE49-F238E27FC236}">
                              <a16:creationId xmlns:a16="http://schemas.microsoft.com/office/drawing/2014/main" id="{2F6542B5-5BB4-14E6-E20D-AD4C4C7106E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943" name="Arc 12942">
                          <a:extLst>
                            <a:ext uri="{FF2B5EF4-FFF2-40B4-BE49-F238E27FC236}">
                              <a16:creationId xmlns:a16="http://schemas.microsoft.com/office/drawing/2014/main" id="{FE250326-CF36-EC00-06F3-BDC71914EE4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938" name="Group 12937">
                        <a:extLst>
                          <a:ext uri="{FF2B5EF4-FFF2-40B4-BE49-F238E27FC236}">
                            <a16:creationId xmlns:a16="http://schemas.microsoft.com/office/drawing/2014/main" id="{AF513DB6-CB3F-DE79-6682-BFABD132FB95}"/>
                          </a:ext>
                        </a:extLst>
                      </p:cNvPr>
                      <p:cNvGrpSpPr/>
                      <p:nvPr/>
                    </p:nvGrpSpPr>
                    <p:grpSpPr>
                      <a:xfrm rot="14400000" flipH="1">
                        <a:off x="6434137" y="3402011"/>
                        <a:ext cx="303213" cy="303213"/>
                        <a:chOff x="5354637" y="3446463"/>
                        <a:chExt cx="214313" cy="214313"/>
                      </a:xfrm>
                    </p:grpSpPr>
                    <p:sp>
                      <p:nvSpPr>
                        <p:cNvPr id="12940" name="Arc 12939">
                          <a:extLst>
                            <a:ext uri="{FF2B5EF4-FFF2-40B4-BE49-F238E27FC236}">
                              <a16:creationId xmlns:a16="http://schemas.microsoft.com/office/drawing/2014/main" id="{464A1458-C955-F775-D827-BE87A33607A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941" name="Arc 12940">
                          <a:extLst>
                            <a:ext uri="{FF2B5EF4-FFF2-40B4-BE49-F238E27FC236}">
                              <a16:creationId xmlns:a16="http://schemas.microsoft.com/office/drawing/2014/main" id="{1E85AC54-9FA6-813F-92D5-34E19AD4290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939" name="TextBox 12938">
                        <a:extLst>
                          <a:ext uri="{FF2B5EF4-FFF2-40B4-BE49-F238E27FC236}">
                            <a16:creationId xmlns:a16="http://schemas.microsoft.com/office/drawing/2014/main" id="{AC391ECD-66B1-2BAA-B9F9-1A934913398A}"/>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924" name="Group 12923">
                    <a:extLst>
                      <a:ext uri="{FF2B5EF4-FFF2-40B4-BE49-F238E27FC236}">
                        <a16:creationId xmlns:a16="http://schemas.microsoft.com/office/drawing/2014/main" id="{6E25D5BF-CFB5-91B9-6000-0BD3B39FA581}"/>
                      </a:ext>
                    </a:extLst>
                  </p:cNvPr>
                  <p:cNvGrpSpPr/>
                  <p:nvPr/>
                </p:nvGrpSpPr>
                <p:grpSpPr>
                  <a:xfrm>
                    <a:off x="6197413" y="3225768"/>
                    <a:ext cx="393192" cy="393192"/>
                    <a:chOff x="6389147" y="3932622"/>
                    <a:chExt cx="393192" cy="393192"/>
                  </a:xfrm>
                </p:grpSpPr>
                <p:grpSp>
                  <p:nvGrpSpPr>
                    <p:cNvPr id="12925" name="Group 12924">
                      <a:extLst>
                        <a:ext uri="{FF2B5EF4-FFF2-40B4-BE49-F238E27FC236}">
                          <a16:creationId xmlns:a16="http://schemas.microsoft.com/office/drawing/2014/main" id="{51DF991A-2C99-48A7-9F2D-1AF09C8E9307}"/>
                        </a:ext>
                      </a:extLst>
                    </p:cNvPr>
                    <p:cNvGrpSpPr/>
                    <p:nvPr/>
                  </p:nvGrpSpPr>
                  <p:grpSpPr>
                    <a:xfrm flipH="1">
                      <a:off x="6478587" y="4022061"/>
                      <a:ext cx="214313" cy="214313"/>
                      <a:chOff x="5354637" y="3446463"/>
                      <a:chExt cx="214313" cy="214313"/>
                    </a:xfrm>
                  </p:grpSpPr>
                  <p:sp>
                    <p:nvSpPr>
                      <p:cNvPr id="12933" name="Arc 12932">
                        <a:extLst>
                          <a:ext uri="{FF2B5EF4-FFF2-40B4-BE49-F238E27FC236}">
                            <a16:creationId xmlns:a16="http://schemas.microsoft.com/office/drawing/2014/main" id="{73D4798D-359E-23F3-01B4-B19393E940B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934" name="Arc 12933">
                        <a:extLst>
                          <a:ext uri="{FF2B5EF4-FFF2-40B4-BE49-F238E27FC236}">
                            <a16:creationId xmlns:a16="http://schemas.microsoft.com/office/drawing/2014/main" id="{BB4CA9B6-BE1E-908D-52BD-AB8E5CECE6B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926" name="Group 12925">
                      <a:extLst>
                        <a:ext uri="{FF2B5EF4-FFF2-40B4-BE49-F238E27FC236}">
                          <a16:creationId xmlns:a16="http://schemas.microsoft.com/office/drawing/2014/main" id="{6D3EC0E0-C14E-FB33-46F1-632C2D496AC5}"/>
                        </a:ext>
                      </a:extLst>
                    </p:cNvPr>
                    <p:cNvGrpSpPr/>
                    <p:nvPr/>
                  </p:nvGrpSpPr>
                  <p:grpSpPr>
                    <a:xfrm rot="7200000" flipH="1">
                      <a:off x="6434137" y="3977611"/>
                      <a:ext cx="303213" cy="303213"/>
                      <a:chOff x="5354637" y="3446463"/>
                      <a:chExt cx="214313" cy="214313"/>
                    </a:xfrm>
                  </p:grpSpPr>
                  <p:sp>
                    <p:nvSpPr>
                      <p:cNvPr id="12931" name="Arc 12930">
                        <a:extLst>
                          <a:ext uri="{FF2B5EF4-FFF2-40B4-BE49-F238E27FC236}">
                            <a16:creationId xmlns:a16="http://schemas.microsoft.com/office/drawing/2014/main" id="{632EF63E-F88D-7DB2-293F-2906EC45808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932" name="Arc 12931">
                        <a:extLst>
                          <a:ext uri="{FF2B5EF4-FFF2-40B4-BE49-F238E27FC236}">
                            <a16:creationId xmlns:a16="http://schemas.microsoft.com/office/drawing/2014/main" id="{54E5DCBE-6FE0-5F58-6957-8AA4DFED9A5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927" name="Group 12926">
                      <a:extLst>
                        <a:ext uri="{FF2B5EF4-FFF2-40B4-BE49-F238E27FC236}">
                          <a16:creationId xmlns:a16="http://schemas.microsoft.com/office/drawing/2014/main" id="{2438323C-CD5B-13F7-32B2-DACCDDB10C0F}"/>
                        </a:ext>
                      </a:extLst>
                    </p:cNvPr>
                    <p:cNvGrpSpPr/>
                    <p:nvPr/>
                  </p:nvGrpSpPr>
                  <p:grpSpPr>
                    <a:xfrm rot="14400000" flipH="1">
                      <a:off x="6389147" y="3932622"/>
                      <a:ext cx="393192" cy="393192"/>
                      <a:chOff x="5354637" y="3446463"/>
                      <a:chExt cx="214313" cy="214313"/>
                    </a:xfrm>
                  </p:grpSpPr>
                  <p:sp>
                    <p:nvSpPr>
                      <p:cNvPr id="12929" name="Arc 12928">
                        <a:extLst>
                          <a:ext uri="{FF2B5EF4-FFF2-40B4-BE49-F238E27FC236}">
                            <a16:creationId xmlns:a16="http://schemas.microsoft.com/office/drawing/2014/main" id="{9C75EC7D-164C-A0FA-20CE-31D3DA54774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930" name="Arc 12929">
                        <a:extLst>
                          <a:ext uri="{FF2B5EF4-FFF2-40B4-BE49-F238E27FC236}">
                            <a16:creationId xmlns:a16="http://schemas.microsoft.com/office/drawing/2014/main" id="{1BDE8898-9FC7-7E4B-2DB5-78759C68485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928" name="TextBox 12927">
                      <a:extLst>
                        <a:ext uri="{FF2B5EF4-FFF2-40B4-BE49-F238E27FC236}">
                          <a16:creationId xmlns:a16="http://schemas.microsoft.com/office/drawing/2014/main" id="{A90425FC-82DF-5628-7A66-EAA3C6B04339}"/>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2824" name="Group 12823">
                <a:extLst>
                  <a:ext uri="{FF2B5EF4-FFF2-40B4-BE49-F238E27FC236}">
                    <a16:creationId xmlns:a16="http://schemas.microsoft.com/office/drawing/2014/main" id="{59106D0B-ABF2-6151-6EE8-5C9F01EB9DA7}"/>
                  </a:ext>
                </a:extLst>
              </p:cNvPr>
              <p:cNvGrpSpPr/>
              <p:nvPr/>
            </p:nvGrpSpPr>
            <p:grpSpPr>
              <a:xfrm>
                <a:off x="6065340" y="2039507"/>
                <a:ext cx="1643204" cy="1593124"/>
                <a:chOff x="5445106" y="2644743"/>
                <a:chExt cx="1643204" cy="1593124"/>
              </a:xfrm>
            </p:grpSpPr>
            <p:grpSp>
              <p:nvGrpSpPr>
                <p:cNvPr id="12825" name="Group 12824">
                  <a:extLst>
                    <a:ext uri="{FF2B5EF4-FFF2-40B4-BE49-F238E27FC236}">
                      <a16:creationId xmlns:a16="http://schemas.microsoft.com/office/drawing/2014/main" id="{5BF3E8E7-7690-CC73-28AE-A844D2B7BB29}"/>
                    </a:ext>
                  </a:extLst>
                </p:cNvPr>
                <p:cNvGrpSpPr/>
                <p:nvPr/>
              </p:nvGrpSpPr>
              <p:grpSpPr>
                <a:xfrm>
                  <a:off x="5445106" y="2644743"/>
                  <a:ext cx="1019224" cy="991639"/>
                  <a:chOff x="5886431" y="3225768"/>
                  <a:chExt cx="1019224" cy="991639"/>
                </a:xfrm>
              </p:grpSpPr>
              <p:grpSp>
                <p:nvGrpSpPr>
                  <p:cNvPr id="12873" name="Group 12872">
                    <a:extLst>
                      <a:ext uri="{FF2B5EF4-FFF2-40B4-BE49-F238E27FC236}">
                        <a16:creationId xmlns:a16="http://schemas.microsoft.com/office/drawing/2014/main" id="{8CCC3FF4-4597-EA7F-F53F-F8EA8E042E0D}"/>
                      </a:ext>
                    </a:extLst>
                  </p:cNvPr>
                  <p:cNvGrpSpPr/>
                  <p:nvPr/>
                </p:nvGrpSpPr>
                <p:grpSpPr>
                  <a:xfrm>
                    <a:off x="6197413" y="3824215"/>
                    <a:ext cx="393192" cy="393192"/>
                    <a:chOff x="5265196" y="3357021"/>
                    <a:chExt cx="393192" cy="393192"/>
                  </a:xfrm>
                </p:grpSpPr>
                <p:grpSp>
                  <p:nvGrpSpPr>
                    <p:cNvPr id="12908" name="Group 12907">
                      <a:extLst>
                        <a:ext uri="{FF2B5EF4-FFF2-40B4-BE49-F238E27FC236}">
                          <a16:creationId xmlns:a16="http://schemas.microsoft.com/office/drawing/2014/main" id="{7D980AEC-AE4A-9FD9-0943-7D56371D91A5}"/>
                        </a:ext>
                      </a:extLst>
                    </p:cNvPr>
                    <p:cNvGrpSpPr/>
                    <p:nvPr/>
                  </p:nvGrpSpPr>
                  <p:grpSpPr>
                    <a:xfrm rot="14400000">
                      <a:off x="5265196" y="3357021"/>
                      <a:ext cx="393192" cy="393192"/>
                      <a:chOff x="5354637" y="3446463"/>
                      <a:chExt cx="214313" cy="214313"/>
                    </a:xfrm>
                  </p:grpSpPr>
                  <p:sp>
                    <p:nvSpPr>
                      <p:cNvPr id="12917" name="Arc 12916">
                        <a:extLst>
                          <a:ext uri="{FF2B5EF4-FFF2-40B4-BE49-F238E27FC236}">
                            <a16:creationId xmlns:a16="http://schemas.microsoft.com/office/drawing/2014/main" id="{FB37523C-594D-5B1D-CB96-EEAFC108E58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918" name="Arc 12917">
                        <a:extLst>
                          <a:ext uri="{FF2B5EF4-FFF2-40B4-BE49-F238E27FC236}">
                            <a16:creationId xmlns:a16="http://schemas.microsoft.com/office/drawing/2014/main" id="{BD4BB0DB-15DB-62EE-234D-42F1038FE9D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909" name="Group 12908">
                      <a:extLst>
                        <a:ext uri="{FF2B5EF4-FFF2-40B4-BE49-F238E27FC236}">
                          <a16:creationId xmlns:a16="http://schemas.microsoft.com/office/drawing/2014/main" id="{0EDE2631-978B-2614-2702-1AD05DC691D4}"/>
                        </a:ext>
                      </a:extLst>
                    </p:cNvPr>
                    <p:cNvGrpSpPr/>
                    <p:nvPr/>
                  </p:nvGrpSpPr>
                  <p:grpSpPr>
                    <a:xfrm>
                      <a:off x="5310186" y="3402011"/>
                      <a:ext cx="303213" cy="303213"/>
                      <a:chOff x="5310186" y="3402011"/>
                      <a:chExt cx="303213" cy="303213"/>
                    </a:xfrm>
                  </p:grpSpPr>
                  <p:grpSp>
                    <p:nvGrpSpPr>
                      <p:cNvPr id="12910" name="Group 12909">
                        <a:extLst>
                          <a:ext uri="{FF2B5EF4-FFF2-40B4-BE49-F238E27FC236}">
                            <a16:creationId xmlns:a16="http://schemas.microsoft.com/office/drawing/2014/main" id="{815B017A-8BB2-E2A6-08F2-70E8EFC956B5}"/>
                          </a:ext>
                        </a:extLst>
                      </p:cNvPr>
                      <p:cNvGrpSpPr/>
                      <p:nvPr/>
                    </p:nvGrpSpPr>
                    <p:grpSpPr>
                      <a:xfrm>
                        <a:off x="5354636" y="3446461"/>
                        <a:ext cx="214313" cy="214313"/>
                        <a:chOff x="5354637" y="3446463"/>
                        <a:chExt cx="214313" cy="214313"/>
                      </a:xfrm>
                    </p:grpSpPr>
                    <p:sp>
                      <p:nvSpPr>
                        <p:cNvPr id="12915" name="Arc 12914">
                          <a:extLst>
                            <a:ext uri="{FF2B5EF4-FFF2-40B4-BE49-F238E27FC236}">
                              <a16:creationId xmlns:a16="http://schemas.microsoft.com/office/drawing/2014/main" id="{7BCAE8F1-6C0B-BDB3-B7A0-A61D48AB247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916" name="Arc 12915">
                          <a:extLst>
                            <a:ext uri="{FF2B5EF4-FFF2-40B4-BE49-F238E27FC236}">
                              <a16:creationId xmlns:a16="http://schemas.microsoft.com/office/drawing/2014/main" id="{3A304B74-8141-9122-0C74-9B72E7F576B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911" name="Group 12910">
                        <a:extLst>
                          <a:ext uri="{FF2B5EF4-FFF2-40B4-BE49-F238E27FC236}">
                            <a16:creationId xmlns:a16="http://schemas.microsoft.com/office/drawing/2014/main" id="{A89FFA00-440F-01D3-A81E-7D3BE868B7FC}"/>
                          </a:ext>
                        </a:extLst>
                      </p:cNvPr>
                      <p:cNvGrpSpPr/>
                      <p:nvPr/>
                    </p:nvGrpSpPr>
                    <p:grpSpPr>
                      <a:xfrm rot="7200000">
                        <a:off x="5310186" y="3402011"/>
                        <a:ext cx="303213" cy="303213"/>
                        <a:chOff x="5354637" y="3446463"/>
                        <a:chExt cx="214313" cy="214313"/>
                      </a:xfrm>
                    </p:grpSpPr>
                    <p:sp>
                      <p:nvSpPr>
                        <p:cNvPr id="12913" name="Arc 12912">
                          <a:extLst>
                            <a:ext uri="{FF2B5EF4-FFF2-40B4-BE49-F238E27FC236}">
                              <a16:creationId xmlns:a16="http://schemas.microsoft.com/office/drawing/2014/main" id="{D5D3E530-68C0-066F-048B-FA28E11DFD0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914" name="Arc 12913">
                          <a:extLst>
                            <a:ext uri="{FF2B5EF4-FFF2-40B4-BE49-F238E27FC236}">
                              <a16:creationId xmlns:a16="http://schemas.microsoft.com/office/drawing/2014/main" id="{0B383D40-A93F-7171-AFC9-58DC02F9DD9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912" name="TextBox 12911">
                        <a:extLst>
                          <a:ext uri="{FF2B5EF4-FFF2-40B4-BE49-F238E27FC236}">
                            <a16:creationId xmlns:a16="http://schemas.microsoft.com/office/drawing/2014/main" id="{F087E577-4B07-0FAA-DA54-7BC78F798362}"/>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874" name="Group 12873">
                    <a:extLst>
                      <a:ext uri="{FF2B5EF4-FFF2-40B4-BE49-F238E27FC236}">
                        <a16:creationId xmlns:a16="http://schemas.microsoft.com/office/drawing/2014/main" id="{ACFDDC74-0ADA-A17E-EA7D-79DEEEB90896}"/>
                      </a:ext>
                    </a:extLst>
                  </p:cNvPr>
                  <p:cNvGrpSpPr/>
                  <p:nvPr/>
                </p:nvGrpSpPr>
                <p:grpSpPr>
                  <a:xfrm>
                    <a:off x="5886431" y="3525040"/>
                    <a:ext cx="393192" cy="393192"/>
                    <a:chOff x="5265196" y="3932619"/>
                    <a:chExt cx="393192" cy="393192"/>
                  </a:xfrm>
                </p:grpSpPr>
                <p:grpSp>
                  <p:nvGrpSpPr>
                    <p:cNvPr id="12898" name="Group 12897">
                      <a:extLst>
                        <a:ext uri="{FF2B5EF4-FFF2-40B4-BE49-F238E27FC236}">
                          <a16:creationId xmlns:a16="http://schemas.microsoft.com/office/drawing/2014/main" id="{A3613E9C-3A82-7B1C-0BC7-B8934AAAD9AB}"/>
                        </a:ext>
                      </a:extLst>
                    </p:cNvPr>
                    <p:cNvGrpSpPr/>
                    <p:nvPr/>
                  </p:nvGrpSpPr>
                  <p:grpSpPr>
                    <a:xfrm>
                      <a:off x="5354636" y="4022061"/>
                      <a:ext cx="214313" cy="214313"/>
                      <a:chOff x="5354637" y="3446463"/>
                      <a:chExt cx="214313" cy="214313"/>
                    </a:xfrm>
                  </p:grpSpPr>
                  <p:sp>
                    <p:nvSpPr>
                      <p:cNvPr id="12906" name="Arc 12905">
                        <a:extLst>
                          <a:ext uri="{FF2B5EF4-FFF2-40B4-BE49-F238E27FC236}">
                            <a16:creationId xmlns:a16="http://schemas.microsoft.com/office/drawing/2014/main" id="{9C22DC30-56B7-4093-3267-10B1929AB59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907" name="Arc 12906">
                        <a:extLst>
                          <a:ext uri="{FF2B5EF4-FFF2-40B4-BE49-F238E27FC236}">
                            <a16:creationId xmlns:a16="http://schemas.microsoft.com/office/drawing/2014/main" id="{1F21094E-DACE-C98B-0EC9-FD23838BDB8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899" name="Group 12898">
                      <a:extLst>
                        <a:ext uri="{FF2B5EF4-FFF2-40B4-BE49-F238E27FC236}">
                          <a16:creationId xmlns:a16="http://schemas.microsoft.com/office/drawing/2014/main" id="{BCD8D84F-D41D-D7FF-EF65-7AEC2267FACB}"/>
                        </a:ext>
                      </a:extLst>
                    </p:cNvPr>
                    <p:cNvGrpSpPr/>
                    <p:nvPr/>
                  </p:nvGrpSpPr>
                  <p:grpSpPr>
                    <a:xfrm rot="14400000">
                      <a:off x="5310186" y="3977611"/>
                      <a:ext cx="303213" cy="303213"/>
                      <a:chOff x="5354637" y="3446463"/>
                      <a:chExt cx="214313" cy="214313"/>
                    </a:xfrm>
                  </p:grpSpPr>
                  <p:sp>
                    <p:nvSpPr>
                      <p:cNvPr id="12904" name="Arc 12903">
                        <a:extLst>
                          <a:ext uri="{FF2B5EF4-FFF2-40B4-BE49-F238E27FC236}">
                            <a16:creationId xmlns:a16="http://schemas.microsoft.com/office/drawing/2014/main" id="{566BED40-BB4A-833E-BFE1-1045626A939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905" name="Arc 12904">
                        <a:extLst>
                          <a:ext uri="{FF2B5EF4-FFF2-40B4-BE49-F238E27FC236}">
                            <a16:creationId xmlns:a16="http://schemas.microsoft.com/office/drawing/2014/main" id="{C77B1EB6-E8AE-26F4-E944-79B5E2B943D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900" name="Group 12899">
                      <a:extLst>
                        <a:ext uri="{FF2B5EF4-FFF2-40B4-BE49-F238E27FC236}">
                          <a16:creationId xmlns:a16="http://schemas.microsoft.com/office/drawing/2014/main" id="{1671F3EE-4C86-F10D-E4B5-AC077365C3E2}"/>
                        </a:ext>
                      </a:extLst>
                    </p:cNvPr>
                    <p:cNvGrpSpPr/>
                    <p:nvPr/>
                  </p:nvGrpSpPr>
                  <p:grpSpPr>
                    <a:xfrm rot="7200000">
                      <a:off x="5265196" y="3932619"/>
                      <a:ext cx="393192" cy="393192"/>
                      <a:chOff x="5354637" y="3446463"/>
                      <a:chExt cx="214313" cy="214313"/>
                    </a:xfrm>
                  </p:grpSpPr>
                  <p:sp>
                    <p:nvSpPr>
                      <p:cNvPr id="12902" name="Arc 12901">
                        <a:extLst>
                          <a:ext uri="{FF2B5EF4-FFF2-40B4-BE49-F238E27FC236}">
                            <a16:creationId xmlns:a16="http://schemas.microsoft.com/office/drawing/2014/main" id="{CC24CEB6-7525-8F4F-6DBF-7A05F52F706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903" name="Arc 12902">
                        <a:extLst>
                          <a:ext uri="{FF2B5EF4-FFF2-40B4-BE49-F238E27FC236}">
                            <a16:creationId xmlns:a16="http://schemas.microsoft.com/office/drawing/2014/main" id="{1B0380CD-E4D8-508F-213B-24FE3E45632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901" name="TextBox 12900">
                      <a:extLst>
                        <a:ext uri="{FF2B5EF4-FFF2-40B4-BE49-F238E27FC236}">
                          <a16:creationId xmlns:a16="http://schemas.microsoft.com/office/drawing/2014/main" id="{6D5BDA54-97D4-2E5C-F3C7-84D67A670AA6}"/>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2875" name="Group 12874">
                    <a:extLst>
                      <a:ext uri="{FF2B5EF4-FFF2-40B4-BE49-F238E27FC236}">
                        <a16:creationId xmlns:a16="http://schemas.microsoft.com/office/drawing/2014/main" id="{1F1288C2-5132-3A4A-725A-DA29C095771C}"/>
                      </a:ext>
                    </a:extLst>
                  </p:cNvPr>
                  <p:cNvGrpSpPr/>
                  <p:nvPr/>
                </p:nvGrpSpPr>
                <p:grpSpPr>
                  <a:xfrm>
                    <a:off x="6512463" y="3525040"/>
                    <a:ext cx="393192" cy="393192"/>
                    <a:chOff x="6389147" y="3357021"/>
                    <a:chExt cx="393192" cy="393192"/>
                  </a:xfrm>
                </p:grpSpPr>
                <p:grpSp>
                  <p:nvGrpSpPr>
                    <p:cNvPr id="12887" name="Group 12886">
                      <a:extLst>
                        <a:ext uri="{FF2B5EF4-FFF2-40B4-BE49-F238E27FC236}">
                          <a16:creationId xmlns:a16="http://schemas.microsoft.com/office/drawing/2014/main" id="{03584441-D5F6-A318-BD02-70CD7BF1E024}"/>
                        </a:ext>
                      </a:extLst>
                    </p:cNvPr>
                    <p:cNvGrpSpPr/>
                    <p:nvPr/>
                  </p:nvGrpSpPr>
                  <p:grpSpPr>
                    <a:xfrm rot="7200000" flipH="1">
                      <a:off x="6389147" y="3357021"/>
                      <a:ext cx="393192" cy="393192"/>
                      <a:chOff x="5354637" y="3446463"/>
                      <a:chExt cx="214313" cy="214313"/>
                    </a:xfrm>
                  </p:grpSpPr>
                  <p:sp>
                    <p:nvSpPr>
                      <p:cNvPr id="12896" name="Arc 12895">
                        <a:extLst>
                          <a:ext uri="{FF2B5EF4-FFF2-40B4-BE49-F238E27FC236}">
                            <a16:creationId xmlns:a16="http://schemas.microsoft.com/office/drawing/2014/main" id="{C79F98F0-E7A8-8C2E-A4A6-E94EE3E74EF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897" name="Arc 12896">
                        <a:extLst>
                          <a:ext uri="{FF2B5EF4-FFF2-40B4-BE49-F238E27FC236}">
                            <a16:creationId xmlns:a16="http://schemas.microsoft.com/office/drawing/2014/main" id="{81B0E063-FBE9-D9E1-697D-6850D0910E6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888" name="Group 12887">
                      <a:extLst>
                        <a:ext uri="{FF2B5EF4-FFF2-40B4-BE49-F238E27FC236}">
                          <a16:creationId xmlns:a16="http://schemas.microsoft.com/office/drawing/2014/main" id="{B64DB4E2-8AF4-B4BC-D0BA-07FF232D0A08}"/>
                        </a:ext>
                      </a:extLst>
                    </p:cNvPr>
                    <p:cNvGrpSpPr/>
                    <p:nvPr/>
                  </p:nvGrpSpPr>
                  <p:grpSpPr>
                    <a:xfrm>
                      <a:off x="6434137" y="3402011"/>
                      <a:ext cx="303213" cy="303213"/>
                      <a:chOff x="6434137" y="3402011"/>
                      <a:chExt cx="303213" cy="303213"/>
                    </a:xfrm>
                  </p:grpSpPr>
                  <p:grpSp>
                    <p:nvGrpSpPr>
                      <p:cNvPr id="12889" name="Group 12888">
                        <a:extLst>
                          <a:ext uri="{FF2B5EF4-FFF2-40B4-BE49-F238E27FC236}">
                            <a16:creationId xmlns:a16="http://schemas.microsoft.com/office/drawing/2014/main" id="{F77169B4-E99E-1FE5-BDF4-2DA27900B285}"/>
                          </a:ext>
                        </a:extLst>
                      </p:cNvPr>
                      <p:cNvGrpSpPr/>
                      <p:nvPr/>
                    </p:nvGrpSpPr>
                    <p:grpSpPr>
                      <a:xfrm flipH="1">
                        <a:off x="6478587" y="3446461"/>
                        <a:ext cx="214313" cy="214313"/>
                        <a:chOff x="5354637" y="3446463"/>
                        <a:chExt cx="214313" cy="214313"/>
                      </a:xfrm>
                    </p:grpSpPr>
                    <p:sp>
                      <p:nvSpPr>
                        <p:cNvPr id="12894" name="Arc 12893">
                          <a:extLst>
                            <a:ext uri="{FF2B5EF4-FFF2-40B4-BE49-F238E27FC236}">
                              <a16:creationId xmlns:a16="http://schemas.microsoft.com/office/drawing/2014/main" id="{DFD1946F-D9AC-18C9-FD21-DD043E557E0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895" name="Arc 12894">
                          <a:extLst>
                            <a:ext uri="{FF2B5EF4-FFF2-40B4-BE49-F238E27FC236}">
                              <a16:creationId xmlns:a16="http://schemas.microsoft.com/office/drawing/2014/main" id="{A37C3BE4-D5ED-285A-C15D-FBA1B18130D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890" name="Group 12889">
                        <a:extLst>
                          <a:ext uri="{FF2B5EF4-FFF2-40B4-BE49-F238E27FC236}">
                            <a16:creationId xmlns:a16="http://schemas.microsoft.com/office/drawing/2014/main" id="{59E38800-F3DF-74E7-0E25-C2ED46399BE7}"/>
                          </a:ext>
                        </a:extLst>
                      </p:cNvPr>
                      <p:cNvGrpSpPr/>
                      <p:nvPr/>
                    </p:nvGrpSpPr>
                    <p:grpSpPr>
                      <a:xfrm rot="14400000" flipH="1">
                        <a:off x="6434137" y="3402011"/>
                        <a:ext cx="303213" cy="303213"/>
                        <a:chOff x="5354637" y="3446463"/>
                        <a:chExt cx="214313" cy="214313"/>
                      </a:xfrm>
                    </p:grpSpPr>
                    <p:sp>
                      <p:nvSpPr>
                        <p:cNvPr id="12892" name="Arc 12891">
                          <a:extLst>
                            <a:ext uri="{FF2B5EF4-FFF2-40B4-BE49-F238E27FC236}">
                              <a16:creationId xmlns:a16="http://schemas.microsoft.com/office/drawing/2014/main" id="{CB235EA1-40D4-70BC-2AB2-1EBE7FB8E28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893" name="Arc 12892">
                          <a:extLst>
                            <a:ext uri="{FF2B5EF4-FFF2-40B4-BE49-F238E27FC236}">
                              <a16:creationId xmlns:a16="http://schemas.microsoft.com/office/drawing/2014/main" id="{3D8D7AE3-7280-1FE0-5764-96D3ADFCA33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891" name="TextBox 12890">
                        <a:extLst>
                          <a:ext uri="{FF2B5EF4-FFF2-40B4-BE49-F238E27FC236}">
                            <a16:creationId xmlns:a16="http://schemas.microsoft.com/office/drawing/2014/main" id="{69A8197F-2565-6E08-35C2-70598ACFB619}"/>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876" name="Group 12875">
                    <a:extLst>
                      <a:ext uri="{FF2B5EF4-FFF2-40B4-BE49-F238E27FC236}">
                        <a16:creationId xmlns:a16="http://schemas.microsoft.com/office/drawing/2014/main" id="{FAB39EE1-CD78-56D1-671C-FF5F76183681}"/>
                      </a:ext>
                    </a:extLst>
                  </p:cNvPr>
                  <p:cNvGrpSpPr/>
                  <p:nvPr/>
                </p:nvGrpSpPr>
                <p:grpSpPr>
                  <a:xfrm>
                    <a:off x="6197413" y="3225768"/>
                    <a:ext cx="393192" cy="393192"/>
                    <a:chOff x="6389147" y="3932622"/>
                    <a:chExt cx="393192" cy="393192"/>
                  </a:xfrm>
                </p:grpSpPr>
                <p:grpSp>
                  <p:nvGrpSpPr>
                    <p:cNvPr id="12877" name="Group 12876">
                      <a:extLst>
                        <a:ext uri="{FF2B5EF4-FFF2-40B4-BE49-F238E27FC236}">
                          <a16:creationId xmlns:a16="http://schemas.microsoft.com/office/drawing/2014/main" id="{8CC3DA58-BF4A-070A-E2DC-A7261E8DA7A7}"/>
                        </a:ext>
                      </a:extLst>
                    </p:cNvPr>
                    <p:cNvGrpSpPr/>
                    <p:nvPr/>
                  </p:nvGrpSpPr>
                  <p:grpSpPr>
                    <a:xfrm flipH="1">
                      <a:off x="6478587" y="4022061"/>
                      <a:ext cx="214313" cy="214313"/>
                      <a:chOff x="5354637" y="3446463"/>
                      <a:chExt cx="214313" cy="214313"/>
                    </a:xfrm>
                  </p:grpSpPr>
                  <p:sp>
                    <p:nvSpPr>
                      <p:cNvPr id="12885" name="Arc 12884">
                        <a:extLst>
                          <a:ext uri="{FF2B5EF4-FFF2-40B4-BE49-F238E27FC236}">
                            <a16:creationId xmlns:a16="http://schemas.microsoft.com/office/drawing/2014/main" id="{5D24ADE4-CA29-C032-D098-CC26909C1B0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886" name="Arc 12885">
                        <a:extLst>
                          <a:ext uri="{FF2B5EF4-FFF2-40B4-BE49-F238E27FC236}">
                            <a16:creationId xmlns:a16="http://schemas.microsoft.com/office/drawing/2014/main" id="{CDCFD834-0672-2A8E-2370-039A7CB1BF5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878" name="Group 12877">
                      <a:extLst>
                        <a:ext uri="{FF2B5EF4-FFF2-40B4-BE49-F238E27FC236}">
                          <a16:creationId xmlns:a16="http://schemas.microsoft.com/office/drawing/2014/main" id="{B6DFA751-34A3-5E96-82C2-4A983A0C9862}"/>
                        </a:ext>
                      </a:extLst>
                    </p:cNvPr>
                    <p:cNvGrpSpPr/>
                    <p:nvPr/>
                  </p:nvGrpSpPr>
                  <p:grpSpPr>
                    <a:xfrm rot="7200000" flipH="1">
                      <a:off x="6434137" y="3977611"/>
                      <a:ext cx="303213" cy="303213"/>
                      <a:chOff x="5354637" y="3446463"/>
                      <a:chExt cx="214313" cy="214313"/>
                    </a:xfrm>
                  </p:grpSpPr>
                  <p:sp>
                    <p:nvSpPr>
                      <p:cNvPr id="12883" name="Arc 12882">
                        <a:extLst>
                          <a:ext uri="{FF2B5EF4-FFF2-40B4-BE49-F238E27FC236}">
                            <a16:creationId xmlns:a16="http://schemas.microsoft.com/office/drawing/2014/main" id="{051EBA6C-B0E3-CE33-B6E4-A7E4FA18454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884" name="Arc 12883">
                        <a:extLst>
                          <a:ext uri="{FF2B5EF4-FFF2-40B4-BE49-F238E27FC236}">
                            <a16:creationId xmlns:a16="http://schemas.microsoft.com/office/drawing/2014/main" id="{0431B83F-CAAB-7E99-530F-EB1683F710D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879" name="Group 12878">
                      <a:extLst>
                        <a:ext uri="{FF2B5EF4-FFF2-40B4-BE49-F238E27FC236}">
                          <a16:creationId xmlns:a16="http://schemas.microsoft.com/office/drawing/2014/main" id="{506D12D2-4DDD-A629-FFB7-D11E2BF21D9B}"/>
                        </a:ext>
                      </a:extLst>
                    </p:cNvPr>
                    <p:cNvGrpSpPr/>
                    <p:nvPr/>
                  </p:nvGrpSpPr>
                  <p:grpSpPr>
                    <a:xfrm rot="14400000" flipH="1">
                      <a:off x="6389147" y="3932622"/>
                      <a:ext cx="393192" cy="393192"/>
                      <a:chOff x="5354637" y="3446463"/>
                      <a:chExt cx="214313" cy="214313"/>
                    </a:xfrm>
                  </p:grpSpPr>
                  <p:sp>
                    <p:nvSpPr>
                      <p:cNvPr id="12881" name="Arc 12880">
                        <a:extLst>
                          <a:ext uri="{FF2B5EF4-FFF2-40B4-BE49-F238E27FC236}">
                            <a16:creationId xmlns:a16="http://schemas.microsoft.com/office/drawing/2014/main" id="{42537373-C90C-F6DF-B9FC-827BCAE5885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882" name="Arc 12881">
                        <a:extLst>
                          <a:ext uri="{FF2B5EF4-FFF2-40B4-BE49-F238E27FC236}">
                            <a16:creationId xmlns:a16="http://schemas.microsoft.com/office/drawing/2014/main" id="{6070DA2C-076D-F2D9-CE66-EEB1A4873C5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880" name="TextBox 12879">
                      <a:extLst>
                        <a:ext uri="{FF2B5EF4-FFF2-40B4-BE49-F238E27FC236}">
                          <a16:creationId xmlns:a16="http://schemas.microsoft.com/office/drawing/2014/main" id="{7927C339-70FA-5E70-4CAB-4AAF34A2B1EA}"/>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826" name="Group 12825">
                  <a:extLst>
                    <a:ext uri="{FF2B5EF4-FFF2-40B4-BE49-F238E27FC236}">
                      <a16:creationId xmlns:a16="http://schemas.microsoft.com/office/drawing/2014/main" id="{85D9FFB9-A3E6-A21F-BBC1-AA3A99F1ACF9}"/>
                    </a:ext>
                  </a:extLst>
                </p:cNvPr>
                <p:cNvGrpSpPr/>
                <p:nvPr/>
              </p:nvGrpSpPr>
              <p:grpSpPr>
                <a:xfrm>
                  <a:off x="6069086" y="3246228"/>
                  <a:ext cx="1019224" cy="991639"/>
                  <a:chOff x="5886431" y="3225768"/>
                  <a:chExt cx="1019224" cy="991639"/>
                </a:xfrm>
              </p:grpSpPr>
              <p:grpSp>
                <p:nvGrpSpPr>
                  <p:cNvPr id="12827" name="Group 12826">
                    <a:extLst>
                      <a:ext uri="{FF2B5EF4-FFF2-40B4-BE49-F238E27FC236}">
                        <a16:creationId xmlns:a16="http://schemas.microsoft.com/office/drawing/2014/main" id="{C6F5EEE5-A5DA-302C-0310-3D7AD2E62161}"/>
                      </a:ext>
                    </a:extLst>
                  </p:cNvPr>
                  <p:cNvGrpSpPr/>
                  <p:nvPr/>
                </p:nvGrpSpPr>
                <p:grpSpPr>
                  <a:xfrm>
                    <a:off x="6197413" y="3824215"/>
                    <a:ext cx="393192" cy="393192"/>
                    <a:chOff x="5265196" y="3357021"/>
                    <a:chExt cx="393192" cy="393192"/>
                  </a:xfrm>
                </p:grpSpPr>
                <p:grpSp>
                  <p:nvGrpSpPr>
                    <p:cNvPr id="12862" name="Group 12861">
                      <a:extLst>
                        <a:ext uri="{FF2B5EF4-FFF2-40B4-BE49-F238E27FC236}">
                          <a16:creationId xmlns:a16="http://schemas.microsoft.com/office/drawing/2014/main" id="{7259F33A-9E8D-79F4-472F-B2B956B8E416}"/>
                        </a:ext>
                      </a:extLst>
                    </p:cNvPr>
                    <p:cNvGrpSpPr/>
                    <p:nvPr/>
                  </p:nvGrpSpPr>
                  <p:grpSpPr>
                    <a:xfrm rot="14400000">
                      <a:off x="5265196" y="3357021"/>
                      <a:ext cx="393192" cy="393192"/>
                      <a:chOff x="5354637" y="3446463"/>
                      <a:chExt cx="214313" cy="214313"/>
                    </a:xfrm>
                  </p:grpSpPr>
                  <p:sp>
                    <p:nvSpPr>
                      <p:cNvPr id="12871" name="Arc 12870">
                        <a:extLst>
                          <a:ext uri="{FF2B5EF4-FFF2-40B4-BE49-F238E27FC236}">
                            <a16:creationId xmlns:a16="http://schemas.microsoft.com/office/drawing/2014/main" id="{6F720536-5548-B569-7A9A-1BC2276F3BE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872" name="Arc 12871">
                        <a:extLst>
                          <a:ext uri="{FF2B5EF4-FFF2-40B4-BE49-F238E27FC236}">
                            <a16:creationId xmlns:a16="http://schemas.microsoft.com/office/drawing/2014/main" id="{924071E5-62EB-B9E4-66B5-07790E07466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863" name="Group 12862">
                      <a:extLst>
                        <a:ext uri="{FF2B5EF4-FFF2-40B4-BE49-F238E27FC236}">
                          <a16:creationId xmlns:a16="http://schemas.microsoft.com/office/drawing/2014/main" id="{B4952D4B-789C-8D82-FE75-DC8D284C242E}"/>
                        </a:ext>
                      </a:extLst>
                    </p:cNvPr>
                    <p:cNvGrpSpPr/>
                    <p:nvPr/>
                  </p:nvGrpSpPr>
                  <p:grpSpPr>
                    <a:xfrm>
                      <a:off x="5310186" y="3402011"/>
                      <a:ext cx="303213" cy="303213"/>
                      <a:chOff x="5310186" y="3402011"/>
                      <a:chExt cx="303213" cy="303213"/>
                    </a:xfrm>
                  </p:grpSpPr>
                  <p:grpSp>
                    <p:nvGrpSpPr>
                      <p:cNvPr id="12864" name="Group 12863">
                        <a:extLst>
                          <a:ext uri="{FF2B5EF4-FFF2-40B4-BE49-F238E27FC236}">
                            <a16:creationId xmlns:a16="http://schemas.microsoft.com/office/drawing/2014/main" id="{709BB358-41CC-29EF-78E3-04103F869483}"/>
                          </a:ext>
                        </a:extLst>
                      </p:cNvPr>
                      <p:cNvGrpSpPr/>
                      <p:nvPr/>
                    </p:nvGrpSpPr>
                    <p:grpSpPr>
                      <a:xfrm>
                        <a:off x="5354636" y="3446461"/>
                        <a:ext cx="214313" cy="214313"/>
                        <a:chOff x="5354637" y="3446463"/>
                        <a:chExt cx="214313" cy="214313"/>
                      </a:xfrm>
                    </p:grpSpPr>
                    <p:sp>
                      <p:nvSpPr>
                        <p:cNvPr id="12869" name="Arc 12868">
                          <a:extLst>
                            <a:ext uri="{FF2B5EF4-FFF2-40B4-BE49-F238E27FC236}">
                              <a16:creationId xmlns:a16="http://schemas.microsoft.com/office/drawing/2014/main" id="{6EC5DE4D-F93E-18D7-BB41-EFEBB903654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870" name="Arc 12869">
                          <a:extLst>
                            <a:ext uri="{FF2B5EF4-FFF2-40B4-BE49-F238E27FC236}">
                              <a16:creationId xmlns:a16="http://schemas.microsoft.com/office/drawing/2014/main" id="{4F7D38AF-5E0F-44C5-5D08-43441F149F8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865" name="Group 12864">
                        <a:extLst>
                          <a:ext uri="{FF2B5EF4-FFF2-40B4-BE49-F238E27FC236}">
                            <a16:creationId xmlns:a16="http://schemas.microsoft.com/office/drawing/2014/main" id="{1306E43B-E24E-CC75-5AE3-EB8F98898C40}"/>
                          </a:ext>
                        </a:extLst>
                      </p:cNvPr>
                      <p:cNvGrpSpPr/>
                      <p:nvPr/>
                    </p:nvGrpSpPr>
                    <p:grpSpPr>
                      <a:xfrm rot="7200000">
                        <a:off x="5310186" y="3402011"/>
                        <a:ext cx="303213" cy="303213"/>
                        <a:chOff x="5354637" y="3446463"/>
                        <a:chExt cx="214313" cy="214313"/>
                      </a:xfrm>
                    </p:grpSpPr>
                    <p:sp>
                      <p:nvSpPr>
                        <p:cNvPr id="12867" name="Arc 12866">
                          <a:extLst>
                            <a:ext uri="{FF2B5EF4-FFF2-40B4-BE49-F238E27FC236}">
                              <a16:creationId xmlns:a16="http://schemas.microsoft.com/office/drawing/2014/main" id="{397CEA27-EBAB-0906-532D-0340D7C31A1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868" name="Arc 12867">
                          <a:extLst>
                            <a:ext uri="{FF2B5EF4-FFF2-40B4-BE49-F238E27FC236}">
                              <a16:creationId xmlns:a16="http://schemas.microsoft.com/office/drawing/2014/main" id="{3F7BC366-BA9F-5C3F-7497-2F6428F1014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866" name="TextBox 12865">
                        <a:extLst>
                          <a:ext uri="{FF2B5EF4-FFF2-40B4-BE49-F238E27FC236}">
                            <a16:creationId xmlns:a16="http://schemas.microsoft.com/office/drawing/2014/main" id="{BD56FB20-F2B5-96C4-C9C2-38FD2EFE7242}"/>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828" name="Group 12827">
                    <a:extLst>
                      <a:ext uri="{FF2B5EF4-FFF2-40B4-BE49-F238E27FC236}">
                        <a16:creationId xmlns:a16="http://schemas.microsoft.com/office/drawing/2014/main" id="{582F65F6-0D8B-00F9-BA69-06C6B36BDB96}"/>
                      </a:ext>
                    </a:extLst>
                  </p:cNvPr>
                  <p:cNvGrpSpPr/>
                  <p:nvPr/>
                </p:nvGrpSpPr>
                <p:grpSpPr>
                  <a:xfrm>
                    <a:off x="5886431" y="3525040"/>
                    <a:ext cx="393192" cy="393192"/>
                    <a:chOff x="5265196" y="3932619"/>
                    <a:chExt cx="393192" cy="393192"/>
                  </a:xfrm>
                </p:grpSpPr>
                <p:grpSp>
                  <p:nvGrpSpPr>
                    <p:cNvPr id="12852" name="Group 12851">
                      <a:extLst>
                        <a:ext uri="{FF2B5EF4-FFF2-40B4-BE49-F238E27FC236}">
                          <a16:creationId xmlns:a16="http://schemas.microsoft.com/office/drawing/2014/main" id="{754F3E89-AEA2-8C94-C581-8FA7CE56F396}"/>
                        </a:ext>
                      </a:extLst>
                    </p:cNvPr>
                    <p:cNvGrpSpPr/>
                    <p:nvPr/>
                  </p:nvGrpSpPr>
                  <p:grpSpPr>
                    <a:xfrm>
                      <a:off x="5354636" y="4022061"/>
                      <a:ext cx="214313" cy="214313"/>
                      <a:chOff x="5354637" y="3446463"/>
                      <a:chExt cx="214313" cy="214313"/>
                    </a:xfrm>
                  </p:grpSpPr>
                  <p:sp>
                    <p:nvSpPr>
                      <p:cNvPr id="12860" name="Arc 12859">
                        <a:extLst>
                          <a:ext uri="{FF2B5EF4-FFF2-40B4-BE49-F238E27FC236}">
                            <a16:creationId xmlns:a16="http://schemas.microsoft.com/office/drawing/2014/main" id="{3CFA4FE4-1652-1286-32C4-9F96C790BCD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861" name="Arc 12860">
                        <a:extLst>
                          <a:ext uri="{FF2B5EF4-FFF2-40B4-BE49-F238E27FC236}">
                            <a16:creationId xmlns:a16="http://schemas.microsoft.com/office/drawing/2014/main" id="{01594EF5-C21C-6C4D-F590-9E9167C1555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853" name="Group 12852">
                      <a:extLst>
                        <a:ext uri="{FF2B5EF4-FFF2-40B4-BE49-F238E27FC236}">
                          <a16:creationId xmlns:a16="http://schemas.microsoft.com/office/drawing/2014/main" id="{7BA0030D-6953-C9A5-CBAB-7A8F2855A2A4}"/>
                        </a:ext>
                      </a:extLst>
                    </p:cNvPr>
                    <p:cNvGrpSpPr/>
                    <p:nvPr/>
                  </p:nvGrpSpPr>
                  <p:grpSpPr>
                    <a:xfrm rot="14400000">
                      <a:off x="5310186" y="3977611"/>
                      <a:ext cx="303213" cy="303213"/>
                      <a:chOff x="5354637" y="3446463"/>
                      <a:chExt cx="214313" cy="214313"/>
                    </a:xfrm>
                  </p:grpSpPr>
                  <p:sp>
                    <p:nvSpPr>
                      <p:cNvPr id="12858" name="Arc 12857">
                        <a:extLst>
                          <a:ext uri="{FF2B5EF4-FFF2-40B4-BE49-F238E27FC236}">
                            <a16:creationId xmlns:a16="http://schemas.microsoft.com/office/drawing/2014/main" id="{E5671402-5B56-2E9D-5EF3-7575C140F08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859" name="Arc 12858">
                        <a:extLst>
                          <a:ext uri="{FF2B5EF4-FFF2-40B4-BE49-F238E27FC236}">
                            <a16:creationId xmlns:a16="http://schemas.microsoft.com/office/drawing/2014/main" id="{182A0569-D752-C1D3-22C9-D31A669CCB7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854" name="Group 12853">
                      <a:extLst>
                        <a:ext uri="{FF2B5EF4-FFF2-40B4-BE49-F238E27FC236}">
                          <a16:creationId xmlns:a16="http://schemas.microsoft.com/office/drawing/2014/main" id="{1237F535-6DDE-38FE-A454-A3999153D8EF}"/>
                        </a:ext>
                      </a:extLst>
                    </p:cNvPr>
                    <p:cNvGrpSpPr/>
                    <p:nvPr/>
                  </p:nvGrpSpPr>
                  <p:grpSpPr>
                    <a:xfrm rot="7200000">
                      <a:off x="5265196" y="3932619"/>
                      <a:ext cx="393192" cy="393192"/>
                      <a:chOff x="5354637" y="3446463"/>
                      <a:chExt cx="214313" cy="214313"/>
                    </a:xfrm>
                  </p:grpSpPr>
                  <p:sp>
                    <p:nvSpPr>
                      <p:cNvPr id="12856" name="Arc 12855">
                        <a:extLst>
                          <a:ext uri="{FF2B5EF4-FFF2-40B4-BE49-F238E27FC236}">
                            <a16:creationId xmlns:a16="http://schemas.microsoft.com/office/drawing/2014/main" id="{36E27B7D-FB61-AF4C-C15D-800B92787AC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857" name="Arc 12856">
                        <a:extLst>
                          <a:ext uri="{FF2B5EF4-FFF2-40B4-BE49-F238E27FC236}">
                            <a16:creationId xmlns:a16="http://schemas.microsoft.com/office/drawing/2014/main" id="{D3B413CE-76A9-3D9B-9EC9-6A106E83509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855" name="TextBox 12854">
                      <a:extLst>
                        <a:ext uri="{FF2B5EF4-FFF2-40B4-BE49-F238E27FC236}">
                          <a16:creationId xmlns:a16="http://schemas.microsoft.com/office/drawing/2014/main" id="{E603F1FB-23BF-F07F-1DCD-91E48F6CD8A5}"/>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2829" name="Group 12828">
                    <a:extLst>
                      <a:ext uri="{FF2B5EF4-FFF2-40B4-BE49-F238E27FC236}">
                        <a16:creationId xmlns:a16="http://schemas.microsoft.com/office/drawing/2014/main" id="{71896187-8A6F-6B61-1A8A-A92DDF3F8769}"/>
                      </a:ext>
                    </a:extLst>
                  </p:cNvPr>
                  <p:cNvGrpSpPr/>
                  <p:nvPr/>
                </p:nvGrpSpPr>
                <p:grpSpPr>
                  <a:xfrm>
                    <a:off x="6512463" y="3525040"/>
                    <a:ext cx="393192" cy="393192"/>
                    <a:chOff x="6389147" y="3357021"/>
                    <a:chExt cx="393192" cy="393192"/>
                  </a:xfrm>
                </p:grpSpPr>
                <p:grpSp>
                  <p:nvGrpSpPr>
                    <p:cNvPr id="12841" name="Group 12840">
                      <a:extLst>
                        <a:ext uri="{FF2B5EF4-FFF2-40B4-BE49-F238E27FC236}">
                          <a16:creationId xmlns:a16="http://schemas.microsoft.com/office/drawing/2014/main" id="{6451554A-8CEE-C7C1-9B8C-D20F4DCFA442}"/>
                        </a:ext>
                      </a:extLst>
                    </p:cNvPr>
                    <p:cNvGrpSpPr/>
                    <p:nvPr/>
                  </p:nvGrpSpPr>
                  <p:grpSpPr>
                    <a:xfrm rot="7200000" flipH="1">
                      <a:off x="6389147" y="3357021"/>
                      <a:ext cx="393192" cy="393192"/>
                      <a:chOff x="5354637" y="3446463"/>
                      <a:chExt cx="214313" cy="214313"/>
                    </a:xfrm>
                  </p:grpSpPr>
                  <p:sp>
                    <p:nvSpPr>
                      <p:cNvPr id="12850" name="Arc 12849">
                        <a:extLst>
                          <a:ext uri="{FF2B5EF4-FFF2-40B4-BE49-F238E27FC236}">
                            <a16:creationId xmlns:a16="http://schemas.microsoft.com/office/drawing/2014/main" id="{C9C21DF9-9CE5-3218-59AE-94F14487E35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851" name="Arc 12850">
                        <a:extLst>
                          <a:ext uri="{FF2B5EF4-FFF2-40B4-BE49-F238E27FC236}">
                            <a16:creationId xmlns:a16="http://schemas.microsoft.com/office/drawing/2014/main" id="{59FC9F27-0C04-47CC-60C2-8B86EAC26E5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842" name="Group 12841">
                      <a:extLst>
                        <a:ext uri="{FF2B5EF4-FFF2-40B4-BE49-F238E27FC236}">
                          <a16:creationId xmlns:a16="http://schemas.microsoft.com/office/drawing/2014/main" id="{B4D24CFC-A356-253C-4BB3-010FD4105E28}"/>
                        </a:ext>
                      </a:extLst>
                    </p:cNvPr>
                    <p:cNvGrpSpPr/>
                    <p:nvPr/>
                  </p:nvGrpSpPr>
                  <p:grpSpPr>
                    <a:xfrm>
                      <a:off x="6434137" y="3402011"/>
                      <a:ext cx="303213" cy="303213"/>
                      <a:chOff x="6434137" y="3402011"/>
                      <a:chExt cx="303213" cy="303213"/>
                    </a:xfrm>
                  </p:grpSpPr>
                  <p:grpSp>
                    <p:nvGrpSpPr>
                      <p:cNvPr id="12843" name="Group 12842">
                        <a:extLst>
                          <a:ext uri="{FF2B5EF4-FFF2-40B4-BE49-F238E27FC236}">
                            <a16:creationId xmlns:a16="http://schemas.microsoft.com/office/drawing/2014/main" id="{FDDCDCB8-8686-6476-92B1-04DE319217F4}"/>
                          </a:ext>
                        </a:extLst>
                      </p:cNvPr>
                      <p:cNvGrpSpPr/>
                      <p:nvPr/>
                    </p:nvGrpSpPr>
                    <p:grpSpPr>
                      <a:xfrm flipH="1">
                        <a:off x="6478587" y="3446461"/>
                        <a:ext cx="214313" cy="214313"/>
                        <a:chOff x="5354637" y="3446463"/>
                        <a:chExt cx="214313" cy="214313"/>
                      </a:xfrm>
                    </p:grpSpPr>
                    <p:sp>
                      <p:nvSpPr>
                        <p:cNvPr id="12848" name="Arc 12847">
                          <a:extLst>
                            <a:ext uri="{FF2B5EF4-FFF2-40B4-BE49-F238E27FC236}">
                              <a16:creationId xmlns:a16="http://schemas.microsoft.com/office/drawing/2014/main" id="{F81358B7-CDDF-2549-6B93-06370C3B689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849" name="Arc 12848">
                          <a:extLst>
                            <a:ext uri="{FF2B5EF4-FFF2-40B4-BE49-F238E27FC236}">
                              <a16:creationId xmlns:a16="http://schemas.microsoft.com/office/drawing/2014/main" id="{15713E57-1106-BC38-A798-724109E11A7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844" name="Group 12843">
                        <a:extLst>
                          <a:ext uri="{FF2B5EF4-FFF2-40B4-BE49-F238E27FC236}">
                            <a16:creationId xmlns:a16="http://schemas.microsoft.com/office/drawing/2014/main" id="{CF177D27-08B4-3AA1-C3FC-5BE4710044C4}"/>
                          </a:ext>
                        </a:extLst>
                      </p:cNvPr>
                      <p:cNvGrpSpPr/>
                      <p:nvPr/>
                    </p:nvGrpSpPr>
                    <p:grpSpPr>
                      <a:xfrm rot="14400000" flipH="1">
                        <a:off x="6434137" y="3402011"/>
                        <a:ext cx="303213" cy="303213"/>
                        <a:chOff x="5354637" y="3446463"/>
                        <a:chExt cx="214313" cy="214313"/>
                      </a:xfrm>
                    </p:grpSpPr>
                    <p:sp>
                      <p:nvSpPr>
                        <p:cNvPr id="12846" name="Arc 12845">
                          <a:extLst>
                            <a:ext uri="{FF2B5EF4-FFF2-40B4-BE49-F238E27FC236}">
                              <a16:creationId xmlns:a16="http://schemas.microsoft.com/office/drawing/2014/main" id="{9BF9997B-9E26-71DC-3865-5DE91142489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847" name="Arc 12846">
                          <a:extLst>
                            <a:ext uri="{FF2B5EF4-FFF2-40B4-BE49-F238E27FC236}">
                              <a16:creationId xmlns:a16="http://schemas.microsoft.com/office/drawing/2014/main" id="{BF97F96B-7BE8-A9B0-475D-0BB175998E0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845" name="TextBox 12844">
                        <a:extLst>
                          <a:ext uri="{FF2B5EF4-FFF2-40B4-BE49-F238E27FC236}">
                            <a16:creationId xmlns:a16="http://schemas.microsoft.com/office/drawing/2014/main" id="{BDF862E6-6B7B-8EB0-9F76-0A441D45FE29}"/>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830" name="Group 12829">
                    <a:extLst>
                      <a:ext uri="{FF2B5EF4-FFF2-40B4-BE49-F238E27FC236}">
                        <a16:creationId xmlns:a16="http://schemas.microsoft.com/office/drawing/2014/main" id="{7173EF5D-F3ED-BC2A-32FE-8618397C0C99}"/>
                      </a:ext>
                    </a:extLst>
                  </p:cNvPr>
                  <p:cNvGrpSpPr/>
                  <p:nvPr/>
                </p:nvGrpSpPr>
                <p:grpSpPr>
                  <a:xfrm>
                    <a:off x="6197413" y="3225768"/>
                    <a:ext cx="393192" cy="393192"/>
                    <a:chOff x="6389147" y="3932622"/>
                    <a:chExt cx="393192" cy="393192"/>
                  </a:xfrm>
                </p:grpSpPr>
                <p:grpSp>
                  <p:nvGrpSpPr>
                    <p:cNvPr id="12831" name="Group 12830">
                      <a:extLst>
                        <a:ext uri="{FF2B5EF4-FFF2-40B4-BE49-F238E27FC236}">
                          <a16:creationId xmlns:a16="http://schemas.microsoft.com/office/drawing/2014/main" id="{31121003-482A-87BD-9CBA-37F9897097AB}"/>
                        </a:ext>
                      </a:extLst>
                    </p:cNvPr>
                    <p:cNvGrpSpPr/>
                    <p:nvPr/>
                  </p:nvGrpSpPr>
                  <p:grpSpPr>
                    <a:xfrm flipH="1">
                      <a:off x="6478587" y="4022061"/>
                      <a:ext cx="214313" cy="214313"/>
                      <a:chOff x="5354637" y="3446463"/>
                      <a:chExt cx="214313" cy="214313"/>
                    </a:xfrm>
                  </p:grpSpPr>
                  <p:sp>
                    <p:nvSpPr>
                      <p:cNvPr id="12839" name="Arc 12838">
                        <a:extLst>
                          <a:ext uri="{FF2B5EF4-FFF2-40B4-BE49-F238E27FC236}">
                            <a16:creationId xmlns:a16="http://schemas.microsoft.com/office/drawing/2014/main" id="{9CE23DA6-A5BC-0973-1592-2E8F80D76CE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840" name="Arc 12839">
                        <a:extLst>
                          <a:ext uri="{FF2B5EF4-FFF2-40B4-BE49-F238E27FC236}">
                            <a16:creationId xmlns:a16="http://schemas.microsoft.com/office/drawing/2014/main" id="{70226434-CE41-7A87-D406-5198865AEBC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832" name="Group 12831">
                      <a:extLst>
                        <a:ext uri="{FF2B5EF4-FFF2-40B4-BE49-F238E27FC236}">
                          <a16:creationId xmlns:a16="http://schemas.microsoft.com/office/drawing/2014/main" id="{E7172DFC-71AC-1A08-92E7-8C5A45FCB77D}"/>
                        </a:ext>
                      </a:extLst>
                    </p:cNvPr>
                    <p:cNvGrpSpPr/>
                    <p:nvPr/>
                  </p:nvGrpSpPr>
                  <p:grpSpPr>
                    <a:xfrm rot="7200000" flipH="1">
                      <a:off x="6434137" y="3977611"/>
                      <a:ext cx="303213" cy="303213"/>
                      <a:chOff x="5354637" y="3446463"/>
                      <a:chExt cx="214313" cy="214313"/>
                    </a:xfrm>
                  </p:grpSpPr>
                  <p:sp>
                    <p:nvSpPr>
                      <p:cNvPr id="12837" name="Arc 12836">
                        <a:extLst>
                          <a:ext uri="{FF2B5EF4-FFF2-40B4-BE49-F238E27FC236}">
                            <a16:creationId xmlns:a16="http://schemas.microsoft.com/office/drawing/2014/main" id="{B23E8045-5548-EDB1-4C29-1AAC4B4B201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838" name="Arc 12837">
                        <a:extLst>
                          <a:ext uri="{FF2B5EF4-FFF2-40B4-BE49-F238E27FC236}">
                            <a16:creationId xmlns:a16="http://schemas.microsoft.com/office/drawing/2014/main" id="{9B54B9F4-C603-AB6B-FB1C-EF1ECDF0537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833" name="Group 12832">
                      <a:extLst>
                        <a:ext uri="{FF2B5EF4-FFF2-40B4-BE49-F238E27FC236}">
                          <a16:creationId xmlns:a16="http://schemas.microsoft.com/office/drawing/2014/main" id="{BA4B9FA3-B233-D4CF-4D31-73BD86378645}"/>
                        </a:ext>
                      </a:extLst>
                    </p:cNvPr>
                    <p:cNvGrpSpPr/>
                    <p:nvPr/>
                  </p:nvGrpSpPr>
                  <p:grpSpPr>
                    <a:xfrm rot="14400000" flipH="1">
                      <a:off x="6389147" y="3932622"/>
                      <a:ext cx="393192" cy="393192"/>
                      <a:chOff x="5354637" y="3446463"/>
                      <a:chExt cx="214313" cy="214313"/>
                    </a:xfrm>
                  </p:grpSpPr>
                  <p:sp>
                    <p:nvSpPr>
                      <p:cNvPr id="12835" name="Arc 12834">
                        <a:extLst>
                          <a:ext uri="{FF2B5EF4-FFF2-40B4-BE49-F238E27FC236}">
                            <a16:creationId xmlns:a16="http://schemas.microsoft.com/office/drawing/2014/main" id="{D4D1B5EE-4019-DE37-E86D-40B9F19ACED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836" name="Arc 12835">
                        <a:extLst>
                          <a:ext uri="{FF2B5EF4-FFF2-40B4-BE49-F238E27FC236}">
                            <a16:creationId xmlns:a16="http://schemas.microsoft.com/office/drawing/2014/main" id="{F534144C-136B-233E-1255-E4DFEFCEB51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834" name="TextBox 12833">
                      <a:extLst>
                        <a:ext uri="{FF2B5EF4-FFF2-40B4-BE49-F238E27FC236}">
                          <a16:creationId xmlns:a16="http://schemas.microsoft.com/office/drawing/2014/main" id="{BAD4183E-792A-F705-7686-A796E23EDC06}"/>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2250" name="Group 12249">
              <a:extLst>
                <a:ext uri="{FF2B5EF4-FFF2-40B4-BE49-F238E27FC236}">
                  <a16:creationId xmlns:a16="http://schemas.microsoft.com/office/drawing/2014/main" id="{7AFBA1D8-252C-4C67-9B37-10EFDB380A49}"/>
                </a:ext>
              </a:extLst>
            </p:cNvPr>
            <p:cNvGrpSpPr/>
            <p:nvPr/>
          </p:nvGrpSpPr>
          <p:grpSpPr>
            <a:xfrm>
              <a:off x="-111183" y="663612"/>
              <a:ext cx="2263438" cy="2198360"/>
              <a:chOff x="5445106" y="2039507"/>
              <a:chExt cx="2263438" cy="2198360"/>
            </a:xfrm>
          </p:grpSpPr>
          <p:grpSp>
            <p:nvGrpSpPr>
              <p:cNvPr id="12633" name="Group 12632">
                <a:extLst>
                  <a:ext uri="{FF2B5EF4-FFF2-40B4-BE49-F238E27FC236}">
                    <a16:creationId xmlns:a16="http://schemas.microsoft.com/office/drawing/2014/main" id="{0CAB4173-F56E-B091-4793-6D4BF0F83B87}"/>
                  </a:ext>
                </a:extLst>
              </p:cNvPr>
              <p:cNvGrpSpPr/>
              <p:nvPr/>
            </p:nvGrpSpPr>
            <p:grpSpPr>
              <a:xfrm>
                <a:off x="5445106" y="2644743"/>
                <a:ext cx="1643204" cy="1593124"/>
                <a:chOff x="5445106" y="2644743"/>
                <a:chExt cx="1643204" cy="1593124"/>
              </a:xfrm>
            </p:grpSpPr>
            <p:grpSp>
              <p:nvGrpSpPr>
                <p:cNvPr id="12729" name="Group 12728">
                  <a:extLst>
                    <a:ext uri="{FF2B5EF4-FFF2-40B4-BE49-F238E27FC236}">
                      <a16:creationId xmlns:a16="http://schemas.microsoft.com/office/drawing/2014/main" id="{17698698-5625-DEC1-8ACE-BE5920249B28}"/>
                    </a:ext>
                  </a:extLst>
                </p:cNvPr>
                <p:cNvGrpSpPr/>
                <p:nvPr/>
              </p:nvGrpSpPr>
              <p:grpSpPr>
                <a:xfrm>
                  <a:off x="5445106" y="2644743"/>
                  <a:ext cx="1019224" cy="991639"/>
                  <a:chOff x="5886431" y="3225768"/>
                  <a:chExt cx="1019224" cy="991639"/>
                </a:xfrm>
              </p:grpSpPr>
              <p:grpSp>
                <p:nvGrpSpPr>
                  <p:cNvPr id="12777" name="Group 12776">
                    <a:extLst>
                      <a:ext uri="{FF2B5EF4-FFF2-40B4-BE49-F238E27FC236}">
                        <a16:creationId xmlns:a16="http://schemas.microsoft.com/office/drawing/2014/main" id="{21761762-2592-CB8D-7169-AFC639019272}"/>
                      </a:ext>
                    </a:extLst>
                  </p:cNvPr>
                  <p:cNvGrpSpPr/>
                  <p:nvPr/>
                </p:nvGrpSpPr>
                <p:grpSpPr>
                  <a:xfrm>
                    <a:off x="6197413" y="3824215"/>
                    <a:ext cx="393192" cy="393192"/>
                    <a:chOff x="5265196" y="3357021"/>
                    <a:chExt cx="393192" cy="393192"/>
                  </a:xfrm>
                </p:grpSpPr>
                <p:grpSp>
                  <p:nvGrpSpPr>
                    <p:cNvPr id="12812" name="Group 12811">
                      <a:extLst>
                        <a:ext uri="{FF2B5EF4-FFF2-40B4-BE49-F238E27FC236}">
                          <a16:creationId xmlns:a16="http://schemas.microsoft.com/office/drawing/2014/main" id="{A446AEBA-CC84-8B05-B143-FD644B271DE2}"/>
                        </a:ext>
                      </a:extLst>
                    </p:cNvPr>
                    <p:cNvGrpSpPr/>
                    <p:nvPr/>
                  </p:nvGrpSpPr>
                  <p:grpSpPr>
                    <a:xfrm rot="14400000">
                      <a:off x="5265196" y="3357021"/>
                      <a:ext cx="393192" cy="393192"/>
                      <a:chOff x="5354637" y="3446463"/>
                      <a:chExt cx="214313" cy="214313"/>
                    </a:xfrm>
                  </p:grpSpPr>
                  <p:sp>
                    <p:nvSpPr>
                      <p:cNvPr id="12821" name="Arc 12820">
                        <a:extLst>
                          <a:ext uri="{FF2B5EF4-FFF2-40B4-BE49-F238E27FC236}">
                            <a16:creationId xmlns:a16="http://schemas.microsoft.com/office/drawing/2014/main" id="{30437B16-9E63-4A89-ED02-38C23019578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822" name="Arc 12821">
                        <a:extLst>
                          <a:ext uri="{FF2B5EF4-FFF2-40B4-BE49-F238E27FC236}">
                            <a16:creationId xmlns:a16="http://schemas.microsoft.com/office/drawing/2014/main" id="{5B4BDD07-EF48-A245-D43B-C18798BB0B2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813" name="Group 12812">
                      <a:extLst>
                        <a:ext uri="{FF2B5EF4-FFF2-40B4-BE49-F238E27FC236}">
                          <a16:creationId xmlns:a16="http://schemas.microsoft.com/office/drawing/2014/main" id="{DEFB0A94-2752-A111-3797-78FF6C0CD324}"/>
                        </a:ext>
                      </a:extLst>
                    </p:cNvPr>
                    <p:cNvGrpSpPr/>
                    <p:nvPr/>
                  </p:nvGrpSpPr>
                  <p:grpSpPr>
                    <a:xfrm>
                      <a:off x="5310186" y="3402011"/>
                      <a:ext cx="303213" cy="303213"/>
                      <a:chOff x="5310186" y="3402011"/>
                      <a:chExt cx="303213" cy="303213"/>
                    </a:xfrm>
                  </p:grpSpPr>
                  <p:grpSp>
                    <p:nvGrpSpPr>
                      <p:cNvPr id="12814" name="Group 12813">
                        <a:extLst>
                          <a:ext uri="{FF2B5EF4-FFF2-40B4-BE49-F238E27FC236}">
                            <a16:creationId xmlns:a16="http://schemas.microsoft.com/office/drawing/2014/main" id="{8B76B2EA-A5A0-E2F6-C5AD-5834D09A2D30}"/>
                          </a:ext>
                        </a:extLst>
                      </p:cNvPr>
                      <p:cNvGrpSpPr/>
                      <p:nvPr/>
                    </p:nvGrpSpPr>
                    <p:grpSpPr>
                      <a:xfrm>
                        <a:off x="5354636" y="3446461"/>
                        <a:ext cx="214313" cy="214313"/>
                        <a:chOff x="5354637" y="3446463"/>
                        <a:chExt cx="214313" cy="214313"/>
                      </a:xfrm>
                    </p:grpSpPr>
                    <p:sp>
                      <p:nvSpPr>
                        <p:cNvPr id="12819" name="Arc 12818">
                          <a:extLst>
                            <a:ext uri="{FF2B5EF4-FFF2-40B4-BE49-F238E27FC236}">
                              <a16:creationId xmlns:a16="http://schemas.microsoft.com/office/drawing/2014/main" id="{C0F69A3D-3F80-F7CC-9C3F-2918C75B1E5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820" name="Arc 12819">
                          <a:extLst>
                            <a:ext uri="{FF2B5EF4-FFF2-40B4-BE49-F238E27FC236}">
                              <a16:creationId xmlns:a16="http://schemas.microsoft.com/office/drawing/2014/main" id="{B268D7D5-CAB9-D922-4062-4373B379520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815" name="Group 12814">
                        <a:extLst>
                          <a:ext uri="{FF2B5EF4-FFF2-40B4-BE49-F238E27FC236}">
                            <a16:creationId xmlns:a16="http://schemas.microsoft.com/office/drawing/2014/main" id="{9F7CD751-858D-0254-703D-9F5671228C38}"/>
                          </a:ext>
                        </a:extLst>
                      </p:cNvPr>
                      <p:cNvGrpSpPr/>
                      <p:nvPr/>
                    </p:nvGrpSpPr>
                    <p:grpSpPr>
                      <a:xfrm rot="7200000">
                        <a:off x="5310186" y="3402011"/>
                        <a:ext cx="303213" cy="303213"/>
                        <a:chOff x="5354637" y="3446463"/>
                        <a:chExt cx="214313" cy="214313"/>
                      </a:xfrm>
                    </p:grpSpPr>
                    <p:sp>
                      <p:nvSpPr>
                        <p:cNvPr id="12817" name="Arc 12816">
                          <a:extLst>
                            <a:ext uri="{FF2B5EF4-FFF2-40B4-BE49-F238E27FC236}">
                              <a16:creationId xmlns:a16="http://schemas.microsoft.com/office/drawing/2014/main" id="{97EBFBDB-20EF-7620-F1F7-5B2790B0339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818" name="Arc 12817">
                          <a:extLst>
                            <a:ext uri="{FF2B5EF4-FFF2-40B4-BE49-F238E27FC236}">
                              <a16:creationId xmlns:a16="http://schemas.microsoft.com/office/drawing/2014/main" id="{362E778D-1B50-F257-6932-F18E427C741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816" name="TextBox 12815">
                        <a:extLst>
                          <a:ext uri="{FF2B5EF4-FFF2-40B4-BE49-F238E27FC236}">
                            <a16:creationId xmlns:a16="http://schemas.microsoft.com/office/drawing/2014/main" id="{18E9809C-BFD6-03F0-5227-5A21203F2EE3}"/>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778" name="Group 12777">
                    <a:extLst>
                      <a:ext uri="{FF2B5EF4-FFF2-40B4-BE49-F238E27FC236}">
                        <a16:creationId xmlns:a16="http://schemas.microsoft.com/office/drawing/2014/main" id="{0C7982E0-C005-7770-CF0B-FA583CEB9B58}"/>
                      </a:ext>
                    </a:extLst>
                  </p:cNvPr>
                  <p:cNvGrpSpPr/>
                  <p:nvPr/>
                </p:nvGrpSpPr>
                <p:grpSpPr>
                  <a:xfrm>
                    <a:off x="5886431" y="3525040"/>
                    <a:ext cx="393192" cy="393192"/>
                    <a:chOff x="5265196" y="3932619"/>
                    <a:chExt cx="393192" cy="393192"/>
                  </a:xfrm>
                </p:grpSpPr>
                <p:grpSp>
                  <p:nvGrpSpPr>
                    <p:cNvPr id="12802" name="Group 12801">
                      <a:extLst>
                        <a:ext uri="{FF2B5EF4-FFF2-40B4-BE49-F238E27FC236}">
                          <a16:creationId xmlns:a16="http://schemas.microsoft.com/office/drawing/2014/main" id="{6BD42CA5-860F-959A-DCD4-2C0C4A26A2C7}"/>
                        </a:ext>
                      </a:extLst>
                    </p:cNvPr>
                    <p:cNvGrpSpPr/>
                    <p:nvPr/>
                  </p:nvGrpSpPr>
                  <p:grpSpPr>
                    <a:xfrm>
                      <a:off x="5354636" y="4022061"/>
                      <a:ext cx="214313" cy="214313"/>
                      <a:chOff x="5354637" y="3446463"/>
                      <a:chExt cx="214313" cy="214313"/>
                    </a:xfrm>
                  </p:grpSpPr>
                  <p:sp>
                    <p:nvSpPr>
                      <p:cNvPr id="12810" name="Arc 12809">
                        <a:extLst>
                          <a:ext uri="{FF2B5EF4-FFF2-40B4-BE49-F238E27FC236}">
                            <a16:creationId xmlns:a16="http://schemas.microsoft.com/office/drawing/2014/main" id="{8CBC36B5-E404-589A-CA8F-6176586A671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811" name="Arc 12810">
                        <a:extLst>
                          <a:ext uri="{FF2B5EF4-FFF2-40B4-BE49-F238E27FC236}">
                            <a16:creationId xmlns:a16="http://schemas.microsoft.com/office/drawing/2014/main" id="{14104239-6669-949A-1C51-FB703C4F752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803" name="Group 12802">
                      <a:extLst>
                        <a:ext uri="{FF2B5EF4-FFF2-40B4-BE49-F238E27FC236}">
                          <a16:creationId xmlns:a16="http://schemas.microsoft.com/office/drawing/2014/main" id="{83438AA0-49C6-CA6C-AFE1-91F9A0AAF17B}"/>
                        </a:ext>
                      </a:extLst>
                    </p:cNvPr>
                    <p:cNvGrpSpPr/>
                    <p:nvPr/>
                  </p:nvGrpSpPr>
                  <p:grpSpPr>
                    <a:xfrm rot="14400000">
                      <a:off x="5310186" y="3977611"/>
                      <a:ext cx="303213" cy="303213"/>
                      <a:chOff x="5354637" y="3446463"/>
                      <a:chExt cx="214313" cy="214313"/>
                    </a:xfrm>
                  </p:grpSpPr>
                  <p:sp>
                    <p:nvSpPr>
                      <p:cNvPr id="12808" name="Arc 12807">
                        <a:extLst>
                          <a:ext uri="{FF2B5EF4-FFF2-40B4-BE49-F238E27FC236}">
                            <a16:creationId xmlns:a16="http://schemas.microsoft.com/office/drawing/2014/main" id="{E9C22D98-6A2F-0B98-7DC7-F6FD81B5746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809" name="Arc 12808">
                        <a:extLst>
                          <a:ext uri="{FF2B5EF4-FFF2-40B4-BE49-F238E27FC236}">
                            <a16:creationId xmlns:a16="http://schemas.microsoft.com/office/drawing/2014/main" id="{A7DF731A-C784-A1F1-BC34-1AB500E3B01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804" name="Group 12803">
                      <a:extLst>
                        <a:ext uri="{FF2B5EF4-FFF2-40B4-BE49-F238E27FC236}">
                          <a16:creationId xmlns:a16="http://schemas.microsoft.com/office/drawing/2014/main" id="{4F32AADD-B84F-A2CA-FB94-4688F70975B9}"/>
                        </a:ext>
                      </a:extLst>
                    </p:cNvPr>
                    <p:cNvGrpSpPr/>
                    <p:nvPr/>
                  </p:nvGrpSpPr>
                  <p:grpSpPr>
                    <a:xfrm rot="7200000">
                      <a:off x="5265196" y="3932619"/>
                      <a:ext cx="393192" cy="393192"/>
                      <a:chOff x="5354637" y="3446463"/>
                      <a:chExt cx="214313" cy="214313"/>
                    </a:xfrm>
                  </p:grpSpPr>
                  <p:sp>
                    <p:nvSpPr>
                      <p:cNvPr id="12806" name="Arc 12805">
                        <a:extLst>
                          <a:ext uri="{FF2B5EF4-FFF2-40B4-BE49-F238E27FC236}">
                            <a16:creationId xmlns:a16="http://schemas.microsoft.com/office/drawing/2014/main" id="{D8E2C7C4-8F1C-9D58-1D42-372F562CB33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807" name="Arc 12806">
                        <a:extLst>
                          <a:ext uri="{FF2B5EF4-FFF2-40B4-BE49-F238E27FC236}">
                            <a16:creationId xmlns:a16="http://schemas.microsoft.com/office/drawing/2014/main" id="{7985DAC7-D5C5-1715-3DB8-FBCDF1C2212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805" name="TextBox 12804">
                      <a:extLst>
                        <a:ext uri="{FF2B5EF4-FFF2-40B4-BE49-F238E27FC236}">
                          <a16:creationId xmlns:a16="http://schemas.microsoft.com/office/drawing/2014/main" id="{EE3DCBC3-6064-38CE-ACE5-A87B4BCD7688}"/>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2779" name="Group 12778">
                    <a:extLst>
                      <a:ext uri="{FF2B5EF4-FFF2-40B4-BE49-F238E27FC236}">
                        <a16:creationId xmlns:a16="http://schemas.microsoft.com/office/drawing/2014/main" id="{73844305-AF14-3CEB-901F-924ED5B255DD}"/>
                      </a:ext>
                    </a:extLst>
                  </p:cNvPr>
                  <p:cNvGrpSpPr/>
                  <p:nvPr/>
                </p:nvGrpSpPr>
                <p:grpSpPr>
                  <a:xfrm>
                    <a:off x="6512463" y="3525040"/>
                    <a:ext cx="393192" cy="393192"/>
                    <a:chOff x="6389147" y="3357021"/>
                    <a:chExt cx="393192" cy="393192"/>
                  </a:xfrm>
                </p:grpSpPr>
                <p:grpSp>
                  <p:nvGrpSpPr>
                    <p:cNvPr id="12791" name="Group 12790">
                      <a:extLst>
                        <a:ext uri="{FF2B5EF4-FFF2-40B4-BE49-F238E27FC236}">
                          <a16:creationId xmlns:a16="http://schemas.microsoft.com/office/drawing/2014/main" id="{5BD2C038-862E-DDBB-84B0-0D4115D24B85}"/>
                        </a:ext>
                      </a:extLst>
                    </p:cNvPr>
                    <p:cNvGrpSpPr/>
                    <p:nvPr/>
                  </p:nvGrpSpPr>
                  <p:grpSpPr>
                    <a:xfrm rot="7200000" flipH="1">
                      <a:off x="6389147" y="3357021"/>
                      <a:ext cx="393192" cy="393192"/>
                      <a:chOff x="5354637" y="3446463"/>
                      <a:chExt cx="214313" cy="214313"/>
                    </a:xfrm>
                  </p:grpSpPr>
                  <p:sp>
                    <p:nvSpPr>
                      <p:cNvPr id="12800" name="Arc 12799">
                        <a:extLst>
                          <a:ext uri="{FF2B5EF4-FFF2-40B4-BE49-F238E27FC236}">
                            <a16:creationId xmlns:a16="http://schemas.microsoft.com/office/drawing/2014/main" id="{9BA4C2E3-5F6C-26B5-DB60-B62CD846169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801" name="Arc 12800">
                        <a:extLst>
                          <a:ext uri="{FF2B5EF4-FFF2-40B4-BE49-F238E27FC236}">
                            <a16:creationId xmlns:a16="http://schemas.microsoft.com/office/drawing/2014/main" id="{00CFC4E3-1CF4-1E21-5545-51B908EA65C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792" name="Group 12791">
                      <a:extLst>
                        <a:ext uri="{FF2B5EF4-FFF2-40B4-BE49-F238E27FC236}">
                          <a16:creationId xmlns:a16="http://schemas.microsoft.com/office/drawing/2014/main" id="{A484CB06-8DCD-863F-A46D-D63F5A02AD18}"/>
                        </a:ext>
                      </a:extLst>
                    </p:cNvPr>
                    <p:cNvGrpSpPr/>
                    <p:nvPr/>
                  </p:nvGrpSpPr>
                  <p:grpSpPr>
                    <a:xfrm>
                      <a:off x="6434137" y="3402011"/>
                      <a:ext cx="303213" cy="303213"/>
                      <a:chOff x="6434137" y="3402011"/>
                      <a:chExt cx="303213" cy="303213"/>
                    </a:xfrm>
                  </p:grpSpPr>
                  <p:grpSp>
                    <p:nvGrpSpPr>
                      <p:cNvPr id="12793" name="Group 12792">
                        <a:extLst>
                          <a:ext uri="{FF2B5EF4-FFF2-40B4-BE49-F238E27FC236}">
                            <a16:creationId xmlns:a16="http://schemas.microsoft.com/office/drawing/2014/main" id="{8A300090-A1B6-3727-F703-43D15C75735D}"/>
                          </a:ext>
                        </a:extLst>
                      </p:cNvPr>
                      <p:cNvGrpSpPr/>
                      <p:nvPr/>
                    </p:nvGrpSpPr>
                    <p:grpSpPr>
                      <a:xfrm flipH="1">
                        <a:off x="6478587" y="3446461"/>
                        <a:ext cx="214313" cy="214313"/>
                        <a:chOff x="5354637" y="3446463"/>
                        <a:chExt cx="214313" cy="214313"/>
                      </a:xfrm>
                    </p:grpSpPr>
                    <p:sp>
                      <p:nvSpPr>
                        <p:cNvPr id="12798" name="Arc 12797">
                          <a:extLst>
                            <a:ext uri="{FF2B5EF4-FFF2-40B4-BE49-F238E27FC236}">
                              <a16:creationId xmlns:a16="http://schemas.microsoft.com/office/drawing/2014/main" id="{5F1741CE-EBE9-B43F-116D-2457E868194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799" name="Arc 12798">
                          <a:extLst>
                            <a:ext uri="{FF2B5EF4-FFF2-40B4-BE49-F238E27FC236}">
                              <a16:creationId xmlns:a16="http://schemas.microsoft.com/office/drawing/2014/main" id="{FBD20BE1-C9F2-C12C-19DE-A343986C79F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794" name="Group 12793">
                        <a:extLst>
                          <a:ext uri="{FF2B5EF4-FFF2-40B4-BE49-F238E27FC236}">
                            <a16:creationId xmlns:a16="http://schemas.microsoft.com/office/drawing/2014/main" id="{9BD9F9F1-1A91-13F4-8C36-93B0E4E7F45F}"/>
                          </a:ext>
                        </a:extLst>
                      </p:cNvPr>
                      <p:cNvGrpSpPr/>
                      <p:nvPr/>
                    </p:nvGrpSpPr>
                    <p:grpSpPr>
                      <a:xfrm rot="14400000" flipH="1">
                        <a:off x="6434137" y="3402011"/>
                        <a:ext cx="303213" cy="303213"/>
                        <a:chOff x="5354637" y="3446463"/>
                        <a:chExt cx="214313" cy="214313"/>
                      </a:xfrm>
                    </p:grpSpPr>
                    <p:sp>
                      <p:nvSpPr>
                        <p:cNvPr id="12796" name="Arc 12795">
                          <a:extLst>
                            <a:ext uri="{FF2B5EF4-FFF2-40B4-BE49-F238E27FC236}">
                              <a16:creationId xmlns:a16="http://schemas.microsoft.com/office/drawing/2014/main" id="{E0523D20-DB93-D7C6-FBBE-72EF2924811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797" name="Arc 12796">
                          <a:extLst>
                            <a:ext uri="{FF2B5EF4-FFF2-40B4-BE49-F238E27FC236}">
                              <a16:creationId xmlns:a16="http://schemas.microsoft.com/office/drawing/2014/main" id="{C32336C6-8B77-A447-21CB-8E0F86D3611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795" name="TextBox 12794">
                        <a:extLst>
                          <a:ext uri="{FF2B5EF4-FFF2-40B4-BE49-F238E27FC236}">
                            <a16:creationId xmlns:a16="http://schemas.microsoft.com/office/drawing/2014/main" id="{B3E1FE78-2013-21DB-FFC5-C5C47377A107}"/>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780" name="Group 12779">
                    <a:extLst>
                      <a:ext uri="{FF2B5EF4-FFF2-40B4-BE49-F238E27FC236}">
                        <a16:creationId xmlns:a16="http://schemas.microsoft.com/office/drawing/2014/main" id="{13A21681-A3FB-2D67-AF91-E3D0064C0DCD}"/>
                      </a:ext>
                    </a:extLst>
                  </p:cNvPr>
                  <p:cNvGrpSpPr/>
                  <p:nvPr/>
                </p:nvGrpSpPr>
                <p:grpSpPr>
                  <a:xfrm>
                    <a:off x="6197413" y="3225768"/>
                    <a:ext cx="393192" cy="393192"/>
                    <a:chOff x="6389147" y="3932622"/>
                    <a:chExt cx="393192" cy="393192"/>
                  </a:xfrm>
                </p:grpSpPr>
                <p:grpSp>
                  <p:nvGrpSpPr>
                    <p:cNvPr id="12781" name="Group 12780">
                      <a:extLst>
                        <a:ext uri="{FF2B5EF4-FFF2-40B4-BE49-F238E27FC236}">
                          <a16:creationId xmlns:a16="http://schemas.microsoft.com/office/drawing/2014/main" id="{7323D5D5-1BD5-389B-DE46-C93B3BA2DAD8}"/>
                        </a:ext>
                      </a:extLst>
                    </p:cNvPr>
                    <p:cNvGrpSpPr/>
                    <p:nvPr/>
                  </p:nvGrpSpPr>
                  <p:grpSpPr>
                    <a:xfrm flipH="1">
                      <a:off x="6478587" y="4022061"/>
                      <a:ext cx="214313" cy="214313"/>
                      <a:chOff x="5354637" y="3446463"/>
                      <a:chExt cx="214313" cy="214313"/>
                    </a:xfrm>
                  </p:grpSpPr>
                  <p:sp>
                    <p:nvSpPr>
                      <p:cNvPr id="12789" name="Arc 12788">
                        <a:extLst>
                          <a:ext uri="{FF2B5EF4-FFF2-40B4-BE49-F238E27FC236}">
                            <a16:creationId xmlns:a16="http://schemas.microsoft.com/office/drawing/2014/main" id="{2AD60188-4EB0-FA39-9F86-A901561FF94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790" name="Arc 12789">
                        <a:extLst>
                          <a:ext uri="{FF2B5EF4-FFF2-40B4-BE49-F238E27FC236}">
                            <a16:creationId xmlns:a16="http://schemas.microsoft.com/office/drawing/2014/main" id="{312F4D5E-A20C-12C2-42EF-232CE70D922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782" name="Group 12781">
                      <a:extLst>
                        <a:ext uri="{FF2B5EF4-FFF2-40B4-BE49-F238E27FC236}">
                          <a16:creationId xmlns:a16="http://schemas.microsoft.com/office/drawing/2014/main" id="{357F8617-C83E-0AA5-79F2-5E88D372477B}"/>
                        </a:ext>
                      </a:extLst>
                    </p:cNvPr>
                    <p:cNvGrpSpPr/>
                    <p:nvPr/>
                  </p:nvGrpSpPr>
                  <p:grpSpPr>
                    <a:xfrm rot="7200000" flipH="1">
                      <a:off x="6434137" y="3977611"/>
                      <a:ext cx="303213" cy="303213"/>
                      <a:chOff x="5354637" y="3446463"/>
                      <a:chExt cx="214313" cy="214313"/>
                    </a:xfrm>
                  </p:grpSpPr>
                  <p:sp>
                    <p:nvSpPr>
                      <p:cNvPr id="12787" name="Arc 12786">
                        <a:extLst>
                          <a:ext uri="{FF2B5EF4-FFF2-40B4-BE49-F238E27FC236}">
                            <a16:creationId xmlns:a16="http://schemas.microsoft.com/office/drawing/2014/main" id="{9A600B0B-22E0-6D56-2DEA-235BE4A4154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788" name="Arc 12787">
                        <a:extLst>
                          <a:ext uri="{FF2B5EF4-FFF2-40B4-BE49-F238E27FC236}">
                            <a16:creationId xmlns:a16="http://schemas.microsoft.com/office/drawing/2014/main" id="{703C9AB6-7B5D-89E3-3DC1-35F97271FE8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783" name="Group 12782">
                      <a:extLst>
                        <a:ext uri="{FF2B5EF4-FFF2-40B4-BE49-F238E27FC236}">
                          <a16:creationId xmlns:a16="http://schemas.microsoft.com/office/drawing/2014/main" id="{9F6A1588-FDEE-18B9-AF56-4F75095DAC8A}"/>
                        </a:ext>
                      </a:extLst>
                    </p:cNvPr>
                    <p:cNvGrpSpPr/>
                    <p:nvPr/>
                  </p:nvGrpSpPr>
                  <p:grpSpPr>
                    <a:xfrm rot="14400000" flipH="1">
                      <a:off x="6389147" y="3932622"/>
                      <a:ext cx="393192" cy="393192"/>
                      <a:chOff x="5354637" y="3446463"/>
                      <a:chExt cx="214313" cy="214313"/>
                    </a:xfrm>
                  </p:grpSpPr>
                  <p:sp>
                    <p:nvSpPr>
                      <p:cNvPr id="12785" name="Arc 12784">
                        <a:extLst>
                          <a:ext uri="{FF2B5EF4-FFF2-40B4-BE49-F238E27FC236}">
                            <a16:creationId xmlns:a16="http://schemas.microsoft.com/office/drawing/2014/main" id="{D751FC07-B79B-7619-183A-93071A045BF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786" name="Arc 12785">
                        <a:extLst>
                          <a:ext uri="{FF2B5EF4-FFF2-40B4-BE49-F238E27FC236}">
                            <a16:creationId xmlns:a16="http://schemas.microsoft.com/office/drawing/2014/main" id="{A4708EB3-9EAB-7554-2B1E-F2D27227A94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784" name="TextBox 12783">
                      <a:extLst>
                        <a:ext uri="{FF2B5EF4-FFF2-40B4-BE49-F238E27FC236}">
                          <a16:creationId xmlns:a16="http://schemas.microsoft.com/office/drawing/2014/main" id="{8B0D930D-3E0B-D0F4-264E-B02CAC8DD5EC}"/>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730" name="Group 12729">
                  <a:extLst>
                    <a:ext uri="{FF2B5EF4-FFF2-40B4-BE49-F238E27FC236}">
                      <a16:creationId xmlns:a16="http://schemas.microsoft.com/office/drawing/2014/main" id="{B08162E4-D268-E2B9-DF81-1C4D782B4AA9}"/>
                    </a:ext>
                  </a:extLst>
                </p:cNvPr>
                <p:cNvGrpSpPr/>
                <p:nvPr/>
              </p:nvGrpSpPr>
              <p:grpSpPr>
                <a:xfrm>
                  <a:off x="6069086" y="3246228"/>
                  <a:ext cx="1019224" cy="991639"/>
                  <a:chOff x="5886431" y="3225768"/>
                  <a:chExt cx="1019224" cy="991639"/>
                </a:xfrm>
              </p:grpSpPr>
              <p:grpSp>
                <p:nvGrpSpPr>
                  <p:cNvPr id="12731" name="Group 12730">
                    <a:extLst>
                      <a:ext uri="{FF2B5EF4-FFF2-40B4-BE49-F238E27FC236}">
                        <a16:creationId xmlns:a16="http://schemas.microsoft.com/office/drawing/2014/main" id="{36B6F2BD-18E9-651E-1A89-22C020D25DB0}"/>
                      </a:ext>
                    </a:extLst>
                  </p:cNvPr>
                  <p:cNvGrpSpPr/>
                  <p:nvPr/>
                </p:nvGrpSpPr>
                <p:grpSpPr>
                  <a:xfrm>
                    <a:off x="6197413" y="3824215"/>
                    <a:ext cx="393192" cy="393192"/>
                    <a:chOff x="5265196" y="3357021"/>
                    <a:chExt cx="393192" cy="393192"/>
                  </a:xfrm>
                </p:grpSpPr>
                <p:grpSp>
                  <p:nvGrpSpPr>
                    <p:cNvPr id="12766" name="Group 12765">
                      <a:extLst>
                        <a:ext uri="{FF2B5EF4-FFF2-40B4-BE49-F238E27FC236}">
                          <a16:creationId xmlns:a16="http://schemas.microsoft.com/office/drawing/2014/main" id="{67F99220-2C4E-7F8A-985C-8B858A39F561}"/>
                        </a:ext>
                      </a:extLst>
                    </p:cNvPr>
                    <p:cNvGrpSpPr/>
                    <p:nvPr/>
                  </p:nvGrpSpPr>
                  <p:grpSpPr>
                    <a:xfrm rot="14400000">
                      <a:off x="5265196" y="3357021"/>
                      <a:ext cx="393192" cy="393192"/>
                      <a:chOff x="5354637" y="3446463"/>
                      <a:chExt cx="214313" cy="214313"/>
                    </a:xfrm>
                  </p:grpSpPr>
                  <p:sp>
                    <p:nvSpPr>
                      <p:cNvPr id="12775" name="Arc 12774">
                        <a:extLst>
                          <a:ext uri="{FF2B5EF4-FFF2-40B4-BE49-F238E27FC236}">
                            <a16:creationId xmlns:a16="http://schemas.microsoft.com/office/drawing/2014/main" id="{537145B8-42FC-1AF1-2D80-1DCDF4427EF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776" name="Arc 12775">
                        <a:extLst>
                          <a:ext uri="{FF2B5EF4-FFF2-40B4-BE49-F238E27FC236}">
                            <a16:creationId xmlns:a16="http://schemas.microsoft.com/office/drawing/2014/main" id="{F53908FF-4FA8-B69D-9417-B9F73A37440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767" name="Group 12766">
                      <a:extLst>
                        <a:ext uri="{FF2B5EF4-FFF2-40B4-BE49-F238E27FC236}">
                          <a16:creationId xmlns:a16="http://schemas.microsoft.com/office/drawing/2014/main" id="{09B0BF35-4216-FFB5-911F-791259547586}"/>
                        </a:ext>
                      </a:extLst>
                    </p:cNvPr>
                    <p:cNvGrpSpPr/>
                    <p:nvPr/>
                  </p:nvGrpSpPr>
                  <p:grpSpPr>
                    <a:xfrm>
                      <a:off x="5310186" y="3402011"/>
                      <a:ext cx="303213" cy="303213"/>
                      <a:chOff x="5310186" y="3402011"/>
                      <a:chExt cx="303213" cy="303213"/>
                    </a:xfrm>
                  </p:grpSpPr>
                  <p:grpSp>
                    <p:nvGrpSpPr>
                      <p:cNvPr id="12768" name="Group 12767">
                        <a:extLst>
                          <a:ext uri="{FF2B5EF4-FFF2-40B4-BE49-F238E27FC236}">
                            <a16:creationId xmlns:a16="http://schemas.microsoft.com/office/drawing/2014/main" id="{7AA4E814-7AF1-FDB1-F0DF-787C8C5D5F12}"/>
                          </a:ext>
                        </a:extLst>
                      </p:cNvPr>
                      <p:cNvGrpSpPr/>
                      <p:nvPr/>
                    </p:nvGrpSpPr>
                    <p:grpSpPr>
                      <a:xfrm>
                        <a:off x="5354636" y="3446461"/>
                        <a:ext cx="214313" cy="214313"/>
                        <a:chOff x="5354637" y="3446463"/>
                        <a:chExt cx="214313" cy="214313"/>
                      </a:xfrm>
                    </p:grpSpPr>
                    <p:sp>
                      <p:nvSpPr>
                        <p:cNvPr id="12773" name="Arc 12772">
                          <a:extLst>
                            <a:ext uri="{FF2B5EF4-FFF2-40B4-BE49-F238E27FC236}">
                              <a16:creationId xmlns:a16="http://schemas.microsoft.com/office/drawing/2014/main" id="{BD275AC9-EEFA-D5F4-B04A-1053F8F4435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774" name="Arc 12773">
                          <a:extLst>
                            <a:ext uri="{FF2B5EF4-FFF2-40B4-BE49-F238E27FC236}">
                              <a16:creationId xmlns:a16="http://schemas.microsoft.com/office/drawing/2014/main" id="{35001E76-B4B0-E87D-E03F-9CF91ED118E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769" name="Group 12768">
                        <a:extLst>
                          <a:ext uri="{FF2B5EF4-FFF2-40B4-BE49-F238E27FC236}">
                            <a16:creationId xmlns:a16="http://schemas.microsoft.com/office/drawing/2014/main" id="{EFB73E51-6821-9727-8FFD-7422B61EECEC}"/>
                          </a:ext>
                        </a:extLst>
                      </p:cNvPr>
                      <p:cNvGrpSpPr/>
                      <p:nvPr/>
                    </p:nvGrpSpPr>
                    <p:grpSpPr>
                      <a:xfrm rot="7200000">
                        <a:off x="5310186" y="3402011"/>
                        <a:ext cx="303213" cy="303213"/>
                        <a:chOff x="5354637" y="3446463"/>
                        <a:chExt cx="214313" cy="214313"/>
                      </a:xfrm>
                    </p:grpSpPr>
                    <p:sp>
                      <p:nvSpPr>
                        <p:cNvPr id="12771" name="Arc 12770">
                          <a:extLst>
                            <a:ext uri="{FF2B5EF4-FFF2-40B4-BE49-F238E27FC236}">
                              <a16:creationId xmlns:a16="http://schemas.microsoft.com/office/drawing/2014/main" id="{C8C4497F-DB50-CA47-7EB4-DF54557007F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772" name="Arc 12771">
                          <a:extLst>
                            <a:ext uri="{FF2B5EF4-FFF2-40B4-BE49-F238E27FC236}">
                              <a16:creationId xmlns:a16="http://schemas.microsoft.com/office/drawing/2014/main" id="{314CB0F6-C251-70DD-857D-9AB04AEED8B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770" name="TextBox 12769">
                        <a:extLst>
                          <a:ext uri="{FF2B5EF4-FFF2-40B4-BE49-F238E27FC236}">
                            <a16:creationId xmlns:a16="http://schemas.microsoft.com/office/drawing/2014/main" id="{4EEDCA3E-7C1F-FA42-1FD6-711D499E537D}"/>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732" name="Group 12731">
                    <a:extLst>
                      <a:ext uri="{FF2B5EF4-FFF2-40B4-BE49-F238E27FC236}">
                        <a16:creationId xmlns:a16="http://schemas.microsoft.com/office/drawing/2014/main" id="{AC00174B-4DDF-1AA3-5D41-A0400F6D9F14}"/>
                      </a:ext>
                    </a:extLst>
                  </p:cNvPr>
                  <p:cNvGrpSpPr/>
                  <p:nvPr/>
                </p:nvGrpSpPr>
                <p:grpSpPr>
                  <a:xfrm>
                    <a:off x="5886431" y="3525040"/>
                    <a:ext cx="393192" cy="393192"/>
                    <a:chOff x="5265196" y="3932619"/>
                    <a:chExt cx="393192" cy="393192"/>
                  </a:xfrm>
                </p:grpSpPr>
                <p:grpSp>
                  <p:nvGrpSpPr>
                    <p:cNvPr id="12756" name="Group 12755">
                      <a:extLst>
                        <a:ext uri="{FF2B5EF4-FFF2-40B4-BE49-F238E27FC236}">
                          <a16:creationId xmlns:a16="http://schemas.microsoft.com/office/drawing/2014/main" id="{66F12216-34A9-1B28-CD4D-C8A505ABA366}"/>
                        </a:ext>
                      </a:extLst>
                    </p:cNvPr>
                    <p:cNvGrpSpPr/>
                    <p:nvPr/>
                  </p:nvGrpSpPr>
                  <p:grpSpPr>
                    <a:xfrm>
                      <a:off x="5354636" y="4022061"/>
                      <a:ext cx="214313" cy="214313"/>
                      <a:chOff x="5354637" y="3446463"/>
                      <a:chExt cx="214313" cy="214313"/>
                    </a:xfrm>
                  </p:grpSpPr>
                  <p:sp>
                    <p:nvSpPr>
                      <p:cNvPr id="12764" name="Arc 12763">
                        <a:extLst>
                          <a:ext uri="{FF2B5EF4-FFF2-40B4-BE49-F238E27FC236}">
                            <a16:creationId xmlns:a16="http://schemas.microsoft.com/office/drawing/2014/main" id="{E6451437-AAD7-D0AF-12C8-95457FDBF93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765" name="Arc 12764">
                        <a:extLst>
                          <a:ext uri="{FF2B5EF4-FFF2-40B4-BE49-F238E27FC236}">
                            <a16:creationId xmlns:a16="http://schemas.microsoft.com/office/drawing/2014/main" id="{8BD3CCD5-6F36-EBD0-B345-CB08AB9B05E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757" name="Group 12756">
                      <a:extLst>
                        <a:ext uri="{FF2B5EF4-FFF2-40B4-BE49-F238E27FC236}">
                          <a16:creationId xmlns:a16="http://schemas.microsoft.com/office/drawing/2014/main" id="{29869AAB-8D00-D317-A698-C34FF28B85F9}"/>
                        </a:ext>
                      </a:extLst>
                    </p:cNvPr>
                    <p:cNvGrpSpPr/>
                    <p:nvPr/>
                  </p:nvGrpSpPr>
                  <p:grpSpPr>
                    <a:xfrm rot="14400000">
                      <a:off x="5310186" y="3977611"/>
                      <a:ext cx="303213" cy="303213"/>
                      <a:chOff x="5354637" y="3446463"/>
                      <a:chExt cx="214313" cy="214313"/>
                    </a:xfrm>
                  </p:grpSpPr>
                  <p:sp>
                    <p:nvSpPr>
                      <p:cNvPr id="12762" name="Arc 12761">
                        <a:extLst>
                          <a:ext uri="{FF2B5EF4-FFF2-40B4-BE49-F238E27FC236}">
                            <a16:creationId xmlns:a16="http://schemas.microsoft.com/office/drawing/2014/main" id="{F7E62637-01C7-B812-164A-BFA0D502595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763" name="Arc 12762">
                        <a:extLst>
                          <a:ext uri="{FF2B5EF4-FFF2-40B4-BE49-F238E27FC236}">
                            <a16:creationId xmlns:a16="http://schemas.microsoft.com/office/drawing/2014/main" id="{C4714D07-BDEC-9A11-8DCB-C6C4106216D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758" name="Group 12757">
                      <a:extLst>
                        <a:ext uri="{FF2B5EF4-FFF2-40B4-BE49-F238E27FC236}">
                          <a16:creationId xmlns:a16="http://schemas.microsoft.com/office/drawing/2014/main" id="{15D22F52-74BD-822A-8207-2794FF54A85C}"/>
                        </a:ext>
                      </a:extLst>
                    </p:cNvPr>
                    <p:cNvGrpSpPr/>
                    <p:nvPr/>
                  </p:nvGrpSpPr>
                  <p:grpSpPr>
                    <a:xfrm rot="7200000">
                      <a:off x="5265196" y="3932619"/>
                      <a:ext cx="393192" cy="393192"/>
                      <a:chOff x="5354637" y="3446463"/>
                      <a:chExt cx="214313" cy="214313"/>
                    </a:xfrm>
                  </p:grpSpPr>
                  <p:sp>
                    <p:nvSpPr>
                      <p:cNvPr id="12760" name="Arc 12759">
                        <a:extLst>
                          <a:ext uri="{FF2B5EF4-FFF2-40B4-BE49-F238E27FC236}">
                            <a16:creationId xmlns:a16="http://schemas.microsoft.com/office/drawing/2014/main" id="{EC60DFD0-EDA2-CC7F-894F-87222C08C97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761" name="Arc 12760">
                        <a:extLst>
                          <a:ext uri="{FF2B5EF4-FFF2-40B4-BE49-F238E27FC236}">
                            <a16:creationId xmlns:a16="http://schemas.microsoft.com/office/drawing/2014/main" id="{35CD7195-E8BD-26B8-47F3-67A8C9F663C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759" name="TextBox 12758">
                      <a:extLst>
                        <a:ext uri="{FF2B5EF4-FFF2-40B4-BE49-F238E27FC236}">
                          <a16:creationId xmlns:a16="http://schemas.microsoft.com/office/drawing/2014/main" id="{84DDFD6D-34BC-B7BF-A335-C025F230759F}"/>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2733" name="Group 12732">
                    <a:extLst>
                      <a:ext uri="{FF2B5EF4-FFF2-40B4-BE49-F238E27FC236}">
                        <a16:creationId xmlns:a16="http://schemas.microsoft.com/office/drawing/2014/main" id="{56D207E1-1C3F-5883-F70A-0CD5828903EB}"/>
                      </a:ext>
                    </a:extLst>
                  </p:cNvPr>
                  <p:cNvGrpSpPr/>
                  <p:nvPr/>
                </p:nvGrpSpPr>
                <p:grpSpPr>
                  <a:xfrm>
                    <a:off x="6512463" y="3525040"/>
                    <a:ext cx="393192" cy="393192"/>
                    <a:chOff x="6389147" y="3357021"/>
                    <a:chExt cx="393192" cy="393192"/>
                  </a:xfrm>
                </p:grpSpPr>
                <p:grpSp>
                  <p:nvGrpSpPr>
                    <p:cNvPr id="12745" name="Group 12744">
                      <a:extLst>
                        <a:ext uri="{FF2B5EF4-FFF2-40B4-BE49-F238E27FC236}">
                          <a16:creationId xmlns:a16="http://schemas.microsoft.com/office/drawing/2014/main" id="{C287A886-7064-CDCF-4ACF-734E18B8C785}"/>
                        </a:ext>
                      </a:extLst>
                    </p:cNvPr>
                    <p:cNvGrpSpPr/>
                    <p:nvPr/>
                  </p:nvGrpSpPr>
                  <p:grpSpPr>
                    <a:xfrm rot="7200000" flipH="1">
                      <a:off x="6389147" y="3357021"/>
                      <a:ext cx="393192" cy="393192"/>
                      <a:chOff x="5354637" y="3446463"/>
                      <a:chExt cx="214313" cy="214313"/>
                    </a:xfrm>
                  </p:grpSpPr>
                  <p:sp>
                    <p:nvSpPr>
                      <p:cNvPr id="12754" name="Arc 12753">
                        <a:extLst>
                          <a:ext uri="{FF2B5EF4-FFF2-40B4-BE49-F238E27FC236}">
                            <a16:creationId xmlns:a16="http://schemas.microsoft.com/office/drawing/2014/main" id="{61A13DB1-F045-1890-D7C2-D3B5DEFD2AB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755" name="Arc 12754">
                        <a:extLst>
                          <a:ext uri="{FF2B5EF4-FFF2-40B4-BE49-F238E27FC236}">
                            <a16:creationId xmlns:a16="http://schemas.microsoft.com/office/drawing/2014/main" id="{D8CE0235-91C8-C348-C4B5-9BED3E66B0B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746" name="Group 12745">
                      <a:extLst>
                        <a:ext uri="{FF2B5EF4-FFF2-40B4-BE49-F238E27FC236}">
                          <a16:creationId xmlns:a16="http://schemas.microsoft.com/office/drawing/2014/main" id="{6CCE8111-034C-7CA5-38D0-5367093915F4}"/>
                        </a:ext>
                      </a:extLst>
                    </p:cNvPr>
                    <p:cNvGrpSpPr/>
                    <p:nvPr/>
                  </p:nvGrpSpPr>
                  <p:grpSpPr>
                    <a:xfrm>
                      <a:off x="6434137" y="3402011"/>
                      <a:ext cx="303213" cy="303213"/>
                      <a:chOff x="6434137" y="3402011"/>
                      <a:chExt cx="303213" cy="303213"/>
                    </a:xfrm>
                  </p:grpSpPr>
                  <p:grpSp>
                    <p:nvGrpSpPr>
                      <p:cNvPr id="12747" name="Group 12746">
                        <a:extLst>
                          <a:ext uri="{FF2B5EF4-FFF2-40B4-BE49-F238E27FC236}">
                            <a16:creationId xmlns:a16="http://schemas.microsoft.com/office/drawing/2014/main" id="{773380C4-357B-A5C4-A4D6-A3E55ACE6BC0}"/>
                          </a:ext>
                        </a:extLst>
                      </p:cNvPr>
                      <p:cNvGrpSpPr/>
                      <p:nvPr/>
                    </p:nvGrpSpPr>
                    <p:grpSpPr>
                      <a:xfrm flipH="1">
                        <a:off x="6478587" y="3446461"/>
                        <a:ext cx="214313" cy="214313"/>
                        <a:chOff x="5354637" y="3446463"/>
                        <a:chExt cx="214313" cy="214313"/>
                      </a:xfrm>
                    </p:grpSpPr>
                    <p:sp>
                      <p:nvSpPr>
                        <p:cNvPr id="12752" name="Arc 12751">
                          <a:extLst>
                            <a:ext uri="{FF2B5EF4-FFF2-40B4-BE49-F238E27FC236}">
                              <a16:creationId xmlns:a16="http://schemas.microsoft.com/office/drawing/2014/main" id="{4793F2E7-2BB2-1EEC-DE7C-A48E268A9BC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753" name="Arc 12752">
                          <a:extLst>
                            <a:ext uri="{FF2B5EF4-FFF2-40B4-BE49-F238E27FC236}">
                              <a16:creationId xmlns:a16="http://schemas.microsoft.com/office/drawing/2014/main" id="{22720068-6CEC-8881-D072-AC4550819F6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748" name="Group 12747">
                        <a:extLst>
                          <a:ext uri="{FF2B5EF4-FFF2-40B4-BE49-F238E27FC236}">
                            <a16:creationId xmlns:a16="http://schemas.microsoft.com/office/drawing/2014/main" id="{A57A10D2-DA43-A972-2F4F-58CF1626058B}"/>
                          </a:ext>
                        </a:extLst>
                      </p:cNvPr>
                      <p:cNvGrpSpPr/>
                      <p:nvPr/>
                    </p:nvGrpSpPr>
                    <p:grpSpPr>
                      <a:xfrm rot="14400000" flipH="1">
                        <a:off x="6434137" y="3402011"/>
                        <a:ext cx="303213" cy="303213"/>
                        <a:chOff x="5354637" y="3446463"/>
                        <a:chExt cx="214313" cy="214313"/>
                      </a:xfrm>
                    </p:grpSpPr>
                    <p:sp>
                      <p:nvSpPr>
                        <p:cNvPr id="12750" name="Arc 12749">
                          <a:extLst>
                            <a:ext uri="{FF2B5EF4-FFF2-40B4-BE49-F238E27FC236}">
                              <a16:creationId xmlns:a16="http://schemas.microsoft.com/office/drawing/2014/main" id="{E29778A1-8CE5-C32D-0FE9-B86B31D1EB7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751" name="Arc 12750">
                          <a:extLst>
                            <a:ext uri="{FF2B5EF4-FFF2-40B4-BE49-F238E27FC236}">
                              <a16:creationId xmlns:a16="http://schemas.microsoft.com/office/drawing/2014/main" id="{ABE17EF9-4E4A-1919-0FE2-E1EF33A333B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749" name="TextBox 12748">
                        <a:extLst>
                          <a:ext uri="{FF2B5EF4-FFF2-40B4-BE49-F238E27FC236}">
                            <a16:creationId xmlns:a16="http://schemas.microsoft.com/office/drawing/2014/main" id="{EAD8AE74-6C46-6339-2598-0CC06E6DBC6C}"/>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734" name="Group 12733">
                    <a:extLst>
                      <a:ext uri="{FF2B5EF4-FFF2-40B4-BE49-F238E27FC236}">
                        <a16:creationId xmlns:a16="http://schemas.microsoft.com/office/drawing/2014/main" id="{D47B8413-DBF4-61B3-19C3-B104BEB0DCD3}"/>
                      </a:ext>
                    </a:extLst>
                  </p:cNvPr>
                  <p:cNvGrpSpPr/>
                  <p:nvPr/>
                </p:nvGrpSpPr>
                <p:grpSpPr>
                  <a:xfrm>
                    <a:off x="6197413" y="3225768"/>
                    <a:ext cx="393192" cy="393192"/>
                    <a:chOff x="6389147" y="3932622"/>
                    <a:chExt cx="393192" cy="393192"/>
                  </a:xfrm>
                </p:grpSpPr>
                <p:grpSp>
                  <p:nvGrpSpPr>
                    <p:cNvPr id="12735" name="Group 12734">
                      <a:extLst>
                        <a:ext uri="{FF2B5EF4-FFF2-40B4-BE49-F238E27FC236}">
                          <a16:creationId xmlns:a16="http://schemas.microsoft.com/office/drawing/2014/main" id="{1C432E61-39B1-40BF-3429-6B8EA6B96AC2}"/>
                        </a:ext>
                      </a:extLst>
                    </p:cNvPr>
                    <p:cNvGrpSpPr/>
                    <p:nvPr/>
                  </p:nvGrpSpPr>
                  <p:grpSpPr>
                    <a:xfrm flipH="1">
                      <a:off x="6478587" y="4022061"/>
                      <a:ext cx="214313" cy="214313"/>
                      <a:chOff x="5354637" y="3446463"/>
                      <a:chExt cx="214313" cy="214313"/>
                    </a:xfrm>
                  </p:grpSpPr>
                  <p:sp>
                    <p:nvSpPr>
                      <p:cNvPr id="12743" name="Arc 12742">
                        <a:extLst>
                          <a:ext uri="{FF2B5EF4-FFF2-40B4-BE49-F238E27FC236}">
                            <a16:creationId xmlns:a16="http://schemas.microsoft.com/office/drawing/2014/main" id="{ADC15ABB-08EA-93BD-385C-280AE998D43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744" name="Arc 12743">
                        <a:extLst>
                          <a:ext uri="{FF2B5EF4-FFF2-40B4-BE49-F238E27FC236}">
                            <a16:creationId xmlns:a16="http://schemas.microsoft.com/office/drawing/2014/main" id="{D1BE908C-86BA-55BB-19D8-52E49ACEBE9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736" name="Group 12735">
                      <a:extLst>
                        <a:ext uri="{FF2B5EF4-FFF2-40B4-BE49-F238E27FC236}">
                          <a16:creationId xmlns:a16="http://schemas.microsoft.com/office/drawing/2014/main" id="{C198AE17-45C6-DCCB-DCF6-AC4A6F53F42C}"/>
                        </a:ext>
                      </a:extLst>
                    </p:cNvPr>
                    <p:cNvGrpSpPr/>
                    <p:nvPr/>
                  </p:nvGrpSpPr>
                  <p:grpSpPr>
                    <a:xfrm rot="7200000" flipH="1">
                      <a:off x="6434137" y="3977611"/>
                      <a:ext cx="303213" cy="303213"/>
                      <a:chOff x="5354637" y="3446463"/>
                      <a:chExt cx="214313" cy="214313"/>
                    </a:xfrm>
                  </p:grpSpPr>
                  <p:sp>
                    <p:nvSpPr>
                      <p:cNvPr id="12741" name="Arc 12740">
                        <a:extLst>
                          <a:ext uri="{FF2B5EF4-FFF2-40B4-BE49-F238E27FC236}">
                            <a16:creationId xmlns:a16="http://schemas.microsoft.com/office/drawing/2014/main" id="{A90A0E36-DF7E-2E83-4D20-7BCDC93C180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742" name="Arc 12741">
                        <a:extLst>
                          <a:ext uri="{FF2B5EF4-FFF2-40B4-BE49-F238E27FC236}">
                            <a16:creationId xmlns:a16="http://schemas.microsoft.com/office/drawing/2014/main" id="{C3711B8B-FF3B-D2C7-8DE1-622C2C67030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737" name="Group 12736">
                      <a:extLst>
                        <a:ext uri="{FF2B5EF4-FFF2-40B4-BE49-F238E27FC236}">
                          <a16:creationId xmlns:a16="http://schemas.microsoft.com/office/drawing/2014/main" id="{2A8EBF0E-D1AA-D2E5-691F-6C9B7D5C5457}"/>
                        </a:ext>
                      </a:extLst>
                    </p:cNvPr>
                    <p:cNvGrpSpPr/>
                    <p:nvPr/>
                  </p:nvGrpSpPr>
                  <p:grpSpPr>
                    <a:xfrm rot="14400000" flipH="1">
                      <a:off x="6389147" y="3932622"/>
                      <a:ext cx="393192" cy="393192"/>
                      <a:chOff x="5354637" y="3446463"/>
                      <a:chExt cx="214313" cy="214313"/>
                    </a:xfrm>
                  </p:grpSpPr>
                  <p:sp>
                    <p:nvSpPr>
                      <p:cNvPr id="12739" name="Arc 12738">
                        <a:extLst>
                          <a:ext uri="{FF2B5EF4-FFF2-40B4-BE49-F238E27FC236}">
                            <a16:creationId xmlns:a16="http://schemas.microsoft.com/office/drawing/2014/main" id="{6D4D6B04-3F20-03C4-25EB-5E25254CC46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740" name="Arc 12739">
                        <a:extLst>
                          <a:ext uri="{FF2B5EF4-FFF2-40B4-BE49-F238E27FC236}">
                            <a16:creationId xmlns:a16="http://schemas.microsoft.com/office/drawing/2014/main" id="{7AC62E8F-9857-5D08-2245-98B6073AE22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738" name="TextBox 12737">
                      <a:extLst>
                        <a:ext uri="{FF2B5EF4-FFF2-40B4-BE49-F238E27FC236}">
                          <a16:creationId xmlns:a16="http://schemas.microsoft.com/office/drawing/2014/main" id="{14F4CFBE-D6F9-59EF-01C8-5C8C74D49443}"/>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2634" name="Group 12633">
                <a:extLst>
                  <a:ext uri="{FF2B5EF4-FFF2-40B4-BE49-F238E27FC236}">
                    <a16:creationId xmlns:a16="http://schemas.microsoft.com/office/drawing/2014/main" id="{1B993DBE-E5FF-DBFB-0984-5F11D7D7DC4E}"/>
                  </a:ext>
                </a:extLst>
              </p:cNvPr>
              <p:cNvGrpSpPr/>
              <p:nvPr/>
            </p:nvGrpSpPr>
            <p:grpSpPr>
              <a:xfrm>
                <a:off x="6065340" y="2039507"/>
                <a:ext cx="1643204" cy="1593124"/>
                <a:chOff x="5445106" y="2644743"/>
                <a:chExt cx="1643204" cy="1593124"/>
              </a:xfrm>
            </p:grpSpPr>
            <p:grpSp>
              <p:nvGrpSpPr>
                <p:cNvPr id="12635" name="Group 12634">
                  <a:extLst>
                    <a:ext uri="{FF2B5EF4-FFF2-40B4-BE49-F238E27FC236}">
                      <a16:creationId xmlns:a16="http://schemas.microsoft.com/office/drawing/2014/main" id="{614FA40D-50FA-9307-4A4F-B45213E27BA1}"/>
                    </a:ext>
                  </a:extLst>
                </p:cNvPr>
                <p:cNvGrpSpPr/>
                <p:nvPr/>
              </p:nvGrpSpPr>
              <p:grpSpPr>
                <a:xfrm>
                  <a:off x="5445106" y="2644743"/>
                  <a:ext cx="1019224" cy="991639"/>
                  <a:chOff x="5886431" y="3225768"/>
                  <a:chExt cx="1019224" cy="991639"/>
                </a:xfrm>
              </p:grpSpPr>
              <p:grpSp>
                <p:nvGrpSpPr>
                  <p:cNvPr id="12683" name="Group 12682">
                    <a:extLst>
                      <a:ext uri="{FF2B5EF4-FFF2-40B4-BE49-F238E27FC236}">
                        <a16:creationId xmlns:a16="http://schemas.microsoft.com/office/drawing/2014/main" id="{46195606-498D-15F1-CF63-5DE9BDC8EABF}"/>
                      </a:ext>
                    </a:extLst>
                  </p:cNvPr>
                  <p:cNvGrpSpPr/>
                  <p:nvPr/>
                </p:nvGrpSpPr>
                <p:grpSpPr>
                  <a:xfrm>
                    <a:off x="6197413" y="3824215"/>
                    <a:ext cx="393192" cy="393192"/>
                    <a:chOff x="5265196" y="3357021"/>
                    <a:chExt cx="393192" cy="393192"/>
                  </a:xfrm>
                </p:grpSpPr>
                <p:grpSp>
                  <p:nvGrpSpPr>
                    <p:cNvPr id="12718" name="Group 12717">
                      <a:extLst>
                        <a:ext uri="{FF2B5EF4-FFF2-40B4-BE49-F238E27FC236}">
                          <a16:creationId xmlns:a16="http://schemas.microsoft.com/office/drawing/2014/main" id="{37348DEA-289E-4648-1730-84C6E3146E2F}"/>
                        </a:ext>
                      </a:extLst>
                    </p:cNvPr>
                    <p:cNvGrpSpPr/>
                    <p:nvPr/>
                  </p:nvGrpSpPr>
                  <p:grpSpPr>
                    <a:xfrm rot="14400000">
                      <a:off x="5265196" y="3357021"/>
                      <a:ext cx="393192" cy="393192"/>
                      <a:chOff x="5354637" y="3446463"/>
                      <a:chExt cx="214313" cy="214313"/>
                    </a:xfrm>
                  </p:grpSpPr>
                  <p:sp>
                    <p:nvSpPr>
                      <p:cNvPr id="12727" name="Arc 12726">
                        <a:extLst>
                          <a:ext uri="{FF2B5EF4-FFF2-40B4-BE49-F238E27FC236}">
                            <a16:creationId xmlns:a16="http://schemas.microsoft.com/office/drawing/2014/main" id="{47824FAD-70AE-84FB-5E99-871B7345FDE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728" name="Arc 12727">
                        <a:extLst>
                          <a:ext uri="{FF2B5EF4-FFF2-40B4-BE49-F238E27FC236}">
                            <a16:creationId xmlns:a16="http://schemas.microsoft.com/office/drawing/2014/main" id="{82209623-8EE7-C60D-4752-18FD5604CD5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719" name="Group 12718">
                      <a:extLst>
                        <a:ext uri="{FF2B5EF4-FFF2-40B4-BE49-F238E27FC236}">
                          <a16:creationId xmlns:a16="http://schemas.microsoft.com/office/drawing/2014/main" id="{1A5F38A9-126F-0DB3-0417-D8CE481D3AAD}"/>
                        </a:ext>
                      </a:extLst>
                    </p:cNvPr>
                    <p:cNvGrpSpPr/>
                    <p:nvPr/>
                  </p:nvGrpSpPr>
                  <p:grpSpPr>
                    <a:xfrm>
                      <a:off x="5310186" y="3402011"/>
                      <a:ext cx="303213" cy="303213"/>
                      <a:chOff x="5310186" y="3402011"/>
                      <a:chExt cx="303213" cy="303213"/>
                    </a:xfrm>
                  </p:grpSpPr>
                  <p:grpSp>
                    <p:nvGrpSpPr>
                      <p:cNvPr id="12720" name="Group 12719">
                        <a:extLst>
                          <a:ext uri="{FF2B5EF4-FFF2-40B4-BE49-F238E27FC236}">
                            <a16:creationId xmlns:a16="http://schemas.microsoft.com/office/drawing/2014/main" id="{41F50326-2B3E-A15B-E979-B47EEC37ED51}"/>
                          </a:ext>
                        </a:extLst>
                      </p:cNvPr>
                      <p:cNvGrpSpPr/>
                      <p:nvPr/>
                    </p:nvGrpSpPr>
                    <p:grpSpPr>
                      <a:xfrm>
                        <a:off x="5354636" y="3446461"/>
                        <a:ext cx="214313" cy="214313"/>
                        <a:chOff x="5354637" y="3446463"/>
                        <a:chExt cx="214313" cy="214313"/>
                      </a:xfrm>
                    </p:grpSpPr>
                    <p:sp>
                      <p:nvSpPr>
                        <p:cNvPr id="12725" name="Arc 12724">
                          <a:extLst>
                            <a:ext uri="{FF2B5EF4-FFF2-40B4-BE49-F238E27FC236}">
                              <a16:creationId xmlns:a16="http://schemas.microsoft.com/office/drawing/2014/main" id="{015F746A-BC41-CD48-3239-D1560FF28B0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726" name="Arc 12725">
                          <a:extLst>
                            <a:ext uri="{FF2B5EF4-FFF2-40B4-BE49-F238E27FC236}">
                              <a16:creationId xmlns:a16="http://schemas.microsoft.com/office/drawing/2014/main" id="{0DA72E2C-2327-80F2-1897-8492E0CAB81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721" name="Group 12720">
                        <a:extLst>
                          <a:ext uri="{FF2B5EF4-FFF2-40B4-BE49-F238E27FC236}">
                            <a16:creationId xmlns:a16="http://schemas.microsoft.com/office/drawing/2014/main" id="{A7EA8248-9181-6EB2-A29C-838FE9E132D2}"/>
                          </a:ext>
                        </a:extLst>
                      </p:cNvPr>
                      <p:cNvGrpSpPr/>
                      <p:nvPr/>
                    </p:nvGrpSpPr>
                    <p:grpSpPr>
                      <a:xfrm rot="7200000">
                        <a:off x="5310186" y="3402011"/>
                        <a:ext cx="303213" cy="303213"/>
                        <a:chOff x="5354637" y="3446463"/>
                        <a:chExt cx="214313" cy="214313"/>
                      </a:xfrm>
                    </p:grpSpPr>
                    <p:sp>
                      <p:nvSpPr>
                        <p:cNvPr id="12723" name="Arc 12722">
                          <a:extLst>
                            <a:ext uri="{FF2B5EF4-FFF2-40B4-BE49-F238E27FC236}">
                              <a16:creationId xmlns:a16="http://schemas.microsoft.com/office/drawing/2014/main" id="{75DCE995-AC1C-150C-D2D5-BDA20538901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724" name="Arc 12723">
                          <a:extLst>
                            <a:ext uri="{FF2B5EF4-FFF2-40B4-BE49-F238E27FC236}">
                              <a16:creationId xmlns:a16="http://schemas.microsoft.com/office/drawing/2014/main" id="{4B9582D3-BE3A-AE2D-00A3-1BBD39D030A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722" name="TextBox 12721">
                        <a:extLst>
                          <a:ext uri="{FF2B5EF4-FFF2-40B4-BE49-F238E27FC236}">
                            <a16:creationId xmlns:a16="http://schemas.microsoft.com/office/drawing/2014/main" id="{93916EF5-1CC3-017C-B93C-55807301EC5B}"/>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684" name="Group 12683">
                    <a:extLst>
                      <a:ext uri="{FF2B5EF4-FFF2-40B4-BE49-F238E27FC236}">
                        <a16:creationId xmlns:a16="http://schemas.microsoft.com/office/drawing/2014/main" id="{F59818CC-4DD8-445D-A0A6-891CA389E6B2}"/>
                      </a:ext>
                    </a:extLst>
                  </p:cNvPr>
                  <p:cNvGrpSpPr/>
                  <p:nvPr/>
                </p:nvGrpSpPr>
                <p:grpSpPr>
                  <a:xfrm>
                    <a:off x="5886431" y="3525040"/>
                    <a:ext cx="393192" cy="393192"/>
                    <a:chOff x="5265196" y="3932619"/>
                    <a:chExt cx="393192" cy="393192"/>
                  </a:xfrm>
                </p:grpSpPr>
                <p:grpSp>
                  <p:nvGrpSpPr>
                    <p:cNvPr id="12708" name="Group 12707">
                      <a:extLst>
                        <a:ext uri="{FF2B5EF4-FFF2-40B4-BE49-F238E27FC236}">
                          <a16:creationId xmlns:a16="http://schemas.microsoft.com/office/drawing/2014/main" id="{BA1541D3-DBEC-F805-06EE-711A1D6FC1A5}"/>
                        </a:ext>
                      </a:extLst>
                    </p:cNvPr>
                    <p:cNvGrpSpPr/>
                    <p:nvPr/>
                  </p:nvGrpSpPr>
                  <p:grpSpPr>
                    <a:xfrm>
                      <a:off x="5354636" y="4022061"/>
                      <a:ext cx="214313" cy="214313"/>
                      <a:chOff x="5354637" y="3446463"/>
                      <a:chExt cx="214313" cy="214313"/>
                    </a:xfrm>
                  </p:grpSpPr>
                  <p:sp>
                    <p:nvSpPr>
                      <p:cNvPr id="12716" name="Arc 12715">
                        <a:extLst>
                          <a:ext uri="{FF2B5EF4-FFF2-40B4-BE49-F238E27FC236}">
                            <a16:creationId xmlns:a16="http://schemas.microsoft.com/office/drawing/2014/main" id="{EA185DA4-5E1F-71FD-0060-DBA89E611C4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717" name="Arc 12716">
                        <a:extLst>
                          <a:ext uri="{FF2B5EF4-FFF2-40B4-BE49-F238E27FC236}">
                            <a16:creationId xmlns:a16="http://schemas.microsoft.com/office/drawing/2014/main" id="{45E30EB9-3DF4-5EDB-B090-9994F4394D2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709" name="Group 12708">
                      <a:extLst>
                        <a:ext uri="{FF2B5EF4-FFF2-40B4-BE49-F238E27FC236}">
                          <a16:creationId xmlns:a16="http://schemas.microsoft.com/office/drawing/2014/main" id="{837001C8-469D-695A-6C08-DFF88C9C1447}"/>
                        </a:ext>
                      </a:extLst>
                    </p:cNvPr>
                    <p:cNvGrpSpPr/>
                    <p:nvPr/>
                  </p:nvGrpSpPr>
                  <p:grpSpPr>
                    <a:xfrm rot="14400000">
                      <a:off x="5310186" y="3977611"/>
                      <a:ext cx="303213" cy="303213"/>
                      <a:chOff x="5354637" y="3446463"/>
                      <a:chExt cx="214313" cy="214313"/>
                    </a:xfrm>
                  </p:grpSpPr>
                  <p:sp>
                    <p:nvSpPr>
                      <p:cNvPr id="12714" name="Arc 12713">
                        <a:extLst>
                          <a:ext uri="{FF2B5EF4-FFF2-40B4-BE49-F238E27FC236}">
                            <a16:creationId xmlns:a16="http://schemas.microsoft.com/office/drawing/2014/main" id="{81FBD7A3-8A5D-1F8D-AE06-8A2F07B4E3C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715" name="Arc 12714">
                        <a:extLst>
                          <a:ext uri="{FF2B5EF4-FFF2-40B4-BE49-F238E27FC236}">
                            <a16:creationId xmlns:a16="http://schemas.microsoft.com/office/drawing/2014/main" id="{0BE861F7-DB6C-412C-B135-F9BC05472B9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710" name="Group 12709">
                      <a:extLst>
                        <a:ext uri="{FF2B5EF4-FFF2-40B4-BE49-F238E27FC236}">
                          <a16:creationId xmlns:a16="http://schemas.microsoft.com/office/drawing/2014/main" id="{595C08EC-2EBD-F854-4000-0BC2164419A0}"/>
                        </a:ext>
                      </a:extLst>
                    </p:cNvPr>
                    <p:cNvGrpSpPr/>
                    <p:nvPr/>
                  </p:nvGrpSpPr>
                  <p:grpSpPr>
                    <a:xfrm rot="7200000">
                      <a:off x="5265196" y="3932619"/>
                      <a:ext cx="393192" cy="393192"/>
                      <a:chOff x="5354637" y="3446463"/>
                      <a:chExt cx="214313" cy="214313"/>
                    </a:xfrm>
                  </p:grpSpPr>
                  <p:sp>
                    <p:nvSpPr>
                      <p:cNvPr id="12712" name="Arc 12711">
                        <a:extLst>
                          <a:ext uri="{FF2B5EF4-FFF2-40B4-BE49-F238E27FC236}">
                            <a16:creationId xmlns:a16="http://schemas.microsoft.com/office/drawing/2014/main" id="{23A0050C-B0A5-5C7C-7F34-75F28BD9244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713" name="Arc 12712">
                        <a:extLst>
                          <a:ext uri="{FF2B5EF4-FFF2-40B4-BE49-F238E27FC236}">
                            <a16:creationId xmlns:a16="http://schemas.microsoft.com/office/drawing/2014/main" id="{13D7879E-CE9B-DEC7-C0AB-8E3A75B8618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711" name="TextBox 12710">
                      <a:extLst>
                        <a:ext uri="{FF2B5EF4-FFF2-40B4-BE49-F238E27FC236}">
                          <a16:creationId xmlns:a16="http://schemas.microsoft.com/office/drawing/2014/main" id="{8808FD20-1086-A9D9-9ED3-32261955EF1D}"/>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2685" name="Group 12684">
                    <a:extLst>
                      <a:ext uri="{FF2B5EF4-FFF2-40B4-BE49-F238E27FC236}">
                        <a16:creationId xmlns:a16="http://schemas.microsoft.com/office/drawing/2014/main" id="{E0E4BEB0-F8CC-72F7-4BE6-BC673008E4E2}"/>
                      </a:ext>
                    </a:extLst>
                  </p:cNvPr>
                  <p:cNvGrpSpPr/>
                  <p:nvPr/>
                </p:nvGrpSpPr>
                <p:grpSpPr>
                  <a:xfrm>
                    <a:off x="6512463" y="3525040"/>
                    <a:ext cx="393192" cy="393192"/>
                    <a:chOff x="6389147" y="3357021"/>
                    <a:chExt cx="393192" cy="393192"/>
                  </a:xfrm>
                </p:grpSpPr>
                <p:grpSp>
                  <p:nvGrpSpPr>
                    <p:cNvPr id="12697" name="Group 12696">
                      <a:extLst>
                        <a:ext uri="{FF2B5EF4-FFF2-40B4-BE49-F238E27FC236}">
                          <a16:creationId xmlns:a16="http://schemas.microsoft.com/office/drawing/2014/main" id="{F3C0254E-D43C-A115-6E89-C0473F1285C5}"/>
                        </a:ext>
                      </a:extLst>
                    </p:cNvPr>
                    <p:cNvGrpSpPr/>
                    <p:nvPr/>
                  </p:nvGrpSpPr>
                  <p:grpSpPr>
                    <a:xfrm rot="7200000" flipH="1">
                      <a:off x="6389147" y="3357021"/>
                      <a:ext cx="393192" cy="393192"/>
                      <a:chOff x="5354637" y="3446463"/>
                      <a:chExt cx="214313" cy="214313"/>
                    </a:xfrm>
                  </p:grpSpPr>
                  <p:sp>
                    <p:nvSpPr>
                      <p:cNvPr id="12706" name="Arc 12705">
                        <a:extLst>
                          <a:ext uri="{FF2B5EF4-FFF2-40B4-BE49-F238E27FC236}">
                            <a16:creationId xmlns:a16="http://schemas.microsoft.com/office/drawing/2014/main" id="{EEA1C72F-A37F-C4D2-AB32-16FB69231B1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707" name="Arc 12706">
                        <a:extLst>
                          <a:ext uri="{FF2B5EF4-FFF2-40B4-BE49-F238E27FC236}">
                            <a16:creationId xmlns:a16="http://schemas.microsoft.com/office/drawing/2014/main" id="{267518F3-8D07-D6CF-06E5-6121265CACF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698" name="Group 12697">
                      <a:extLst>
                        <a:ext uri="{FF2B5EF4-FFF2-40B4-BE49-F238E27FC236}">
                          <a16:creationId xmlns:a16="http://schemas.microsoft.com/office/drawing/2014/main" id="{69E64AD3-022C-E2A7-8758-07295E1779CC}"/>
                        </a:ext>
                      </a:extLst>
                    </p:cNvPr>
                    <p:cNvGrpSpPr/>
                    <p:nvPr/>
                  </p:nvGrpSpPr>
                  <p:grpSpPr>
                    <a:xfrm>
                      <a:off x="6434137" y="3402011"/>
                      <a:ext cx="303213" cy="303213"/>
                      <a:chOff x="6434137" y="3402011"/>
                      <a:chExt cx="303213" cy="303213"/>
                    </a:xfrm>
                  </p:grpSpPr>
                  <p:grpSp>
                    <p:nvGrpSpPr>
                      <p:cNvPr id="12699" name="Group 12698">
                        <a:extLst>
                          <a:ext uri="{FF2B5EF4-FFF2-40B4-BE49-F238E27FC236}">
                            <a16:creationId xmlns:a16="http://schemas.microsoft.com/office/drawing/2014/main" id="{69B1D738-AE0E-7844-07B4-177BB459359D}"/>
                          </a:ext>
                        </a:extLst>
                      </p:cNvPr>
                      <p:cNvGrpSpPr/>
                      <p:nvPr/>
                    </p:nvGrpSpPr>
                    <p:grpSpPr>
                      <a:xfrm flipH="1">
                        <a:off x="6478587" y="3446461"/>
                        <a:ext cx="214313" cy="214313"/>
                        <a:chOff x="5354637" y="3446463"/>
                        <a:chExt cx="214313" cy="214313"/>
                      </a:xfrm>
                    </p:grpSpPr>
                    <p:sp>
                      <p:nvSpPr>
                        <p:cNvPr id="12704" name="Arc 12703">
                          <a:extLst>
                            <a:ext uri="{FF2B5EF4-FFF2-40B4-BE49-F238E27FC236}">
                              <a16:creationId xmlns:a16="http://schemas.microsoft.com/office/drawing/2014/main" id="{9E799990-6849-AFB0-91AE-26744162C27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705" name="Arc 12704">
                          <a:extLst>
                            <a:ext uri="{FF2B5EF4-FFF2-40B4-BE49-F238E27FC236}">
                              <a16:creationId xmlns:a16="http://schemas.microsoft.com/office/drawing/2014/main" id="{FBDE96AC-FEBE-1E59-F7E2-E156790A575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700" name="Group 12699">
                        <a:extLst>
                          <a:ext uri="{FF2B5EF4-FFF2-40B4-BE49-F238E27FC236}">
                            <a16:creationId xmlns:a16="http://schemas.microsoft.com/office/drawing/2014/main" id="{8CF5E41C-0342-9ED6-E7C0-03FBD8D2C598}"/>
                          </a:ext>
                        </a:extLst>
                      </p:cNvPr>
                      <p:cNvGrpSpPr/>
                      <p:nvPr/>
                    </p:nvGrpSpPr>
                    <p:grpSpPr>
                      <a:xfrm rot="14400000" flipH="1">
                        <a:off x="6434137" y="3402011"/>
                        <a:ext cx="303213" cy="303213"/>
                        <a:chOff x="5354637" y="3446463"/>
                        <a:chExt cx="214313" cy="214313"/>
                      </a:xfrm>
                    </p:grpSpPr>
                    <p:sp>
                      <p:nvSpPr>
                        <p:cNvPr id="12702" name="Arc 12701">
                          <a:extLst>
                            <a:ext uri="{FF2B5EF4-FFF2-40B4-BE49-F238E27FC236}">
                              <a16:creationId xmlns:a16="http://schemas.microsoft.com/office/drawing/2014/main" id="{F80078AD-DA3B-323D-93BD-12A2DB20402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703" name="Arc 12702">
                          <a:extLst>
                            <a:ext uri="{FF2B5EF4-FFF2-40B4-BE49-F238E27FC236}">
                              <a16:creationId xmlns:a16="http://schemas.microsoft.com/office/drawing/2014/main" id="{4191EF92-F0AB-CC14-417A-22B16FD936D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701" name="TextBox 12700">
                        <a:extLst>
                          <a:ext uri="{FF2B5EF4-FFF2-40B4-BE49-F238E27FC236}">
                            <a16:creationId xmlns:a16="http://schemas.microsoft.com/office/drawing/2014/main" id="{BCFD479D-E3B0-08D7-C526-0D6160A621FF}"/>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686" name="Group 12685">
                    <a:extLst>
                      <a:ext uri="{FF2B5EF4-FFF2-40B4-BE49-F238E27FC236}">
                        <a16:creationId xmlns:a16="http://schemas.microsoft.com/office/drawing/2014/main" id="{431E16BD-55E3-0DAE-0B88-BDE5BA3CEAA5}"/>
                      </a:ext>
                    </a:extLst>
                  </p:cNvPr>
                  <p:cNvGrpSpPr/>
                  <p:nvPr/>
                </p:nvGrpSpPr>
                <p:grpSpPr>
                  <a:xfrm>
                    <a:off x="6197413" y="3225768"/>
                    <a:ext cx="393192" cy="393192"/>
                    <a:chOff x="6389147" y="3932622"/>
                    <a:chExt cx="393192" cy="393192"/>
                  </a:xfrm>
                </p:grpSpPr>
                <p:grpSp>
                  <p:nvGrpSpPr>
                    <p:cNvPr id="12687" name="Group 12686">
                      <a:extLst>
                        <a:ext uri="{FF2B5EF4-FFF2-40B4-BE49-F238E27FC236}">
                          <a16:creationId xmlns:a16="http://schemas.microsoft.com/office/drawing/2014/main" id="{6E850B82-92E5-6CFB-26F4-86ECB8F3DD77}"/>
                        </a:ext>
                      </a:extLst>
                    </p:cNvPr>
                    <p:cNvGrpSpPr/>
                    <p:nvPr/>
                  </p:nvGrpSpPr>
                  <p:grpSpPr>
                    <a:xfrm flipH="1">
                      <a:off x="6478587" y="4022061"/>
                      <a:ext cx="214313" cy="214313"/>
                      <a:chOff x="5354637" y="3446463"/>
                      <a:chExt cx="214313" cy="214313"/>
                    </a:xfrm>
                  </p:grpSpPr>
                  <p:sp>
                    <p:nvSpPr>
                      <p:cNvPr id="12695" name="Arc 12694">
                        <a:extLst>
                          <a:ext uri="{FF2B5EF4-FFF2-40B4-BE49-F238E27FC236}">
                            <a16:creationId xmlns:a16="http://schemas.microsoft.com/office/drawing/2014/main" id="{881B7DDA-B213-A5F6-EC29-0DB895038F3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696" name="Arc 12695">
                        <a:extLst>
                          <a:ext uri="{FF2B5EF4-FFF2-40B4-BE49-F238E27FC236}">
                            <a16:creationId xmlns:a16="http://schemas.microsoft.com/office/drawing/2014/main" id="{0F34848D-E1E1-0C2C-E366-64D3D4F9921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688" name="Group 12687">
                      <a:extLst>
                        <a:ext uri="{FF2B5EF4-FFF2-40B4-BE49-F238E27FC236}">
                          <a16:creationId xmlns:a16="http://schemas.microsoft.com/office/drawing/2014/main" id="{1A35924C-960B-EF2A-8008-6AE2108E8FB2}"/>
                        </a:ext>
                      </a:extLst>
                    </p:cNvPr>
                    <p:cNvGrpSpPr/>
                    <p:nvPr/>
                  </p:nvGrpSpPr>
                  <p:grpSpPr>
                    <a:xfrm rot="7200000" flipH="1">
                      <a:off x="6434137" y="3977611"/>
                      <a:ext cx="303213" cy="303213"/>
                      <a:chOff x="5354637" y="3446463"/>
                      <a:chExt cx="214313" cy="214313"/>
                    </a:xfrm>
                  </p:grpSpPr>
                  <p:sp>
                    <p:nvSpPr>
                      <p:cNvPr id="12693" name="Arc 12692">
                        <a:extLst>
                          <a:ext uri="{FF2B5EF4-FFF2-40B4-BE49-F238E27FC236}">
                            <a16:creationId xmlns:a16="http://schemas.microsoft.com/office/drawing/2014/main" id="{C0EEEE79-ED1F-3F49-79BD-5A1A257E336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694" name="Arc 12693">
                        <a:extLst>
                          <a:ext uri="{FF2B5EF4-FFF2-40B4-BE49-F238E27FC236}">
                            <a16:creationId xmlns:a16="http://schemas.microsoft.com/office/drawing/2014/main" id="{AC5FAC3E-BD09-2BCD-DF2E-42FEC9762D8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689" name="Group 12688">
                      <a:extLst>
                        <a:ext uri="{FF2B5EF4-FFF2-40B4-BE49-F238E27FC236}">
                          <a16:creationId xmlns:a16="http://schemas.microsoft.com/office/drawing/2014/main" id="{54D9F198-1DEB-E2BA-9D1C-E6165EB10898}"/>
                        </a:ext>
                      </a:extLst>
                    </p:cNvPr>
                    <p:cNvGrpSpPr/>
                    <p:nvPr/>
                  </p:nvGrpSpPr>
                  <p:grpSpPr>
                    <a:xfrm rot="14400000" flipH="1">
                      <a:off x="6389147" y="3932622"/>
                      <a:ext cx="393192" cy="393192"/>
                      <a:chOff x="5354637" y="3446463"/>
                      <a:chExt cx="214313" cy="214313"/>
                    </a:xfrm>
                  </p:grpSpPr>
                  <p:sp>
                    <p:nvSpPr>
                      <p:cNvPr id="12691" name="Arc 12690">
                        <a:extLst>
                          <a:ext uri="{FF2B5EF4-FFF2-40B4-BE49-F238E27FC236}">
                            <a16:creationId xmlns:a16="http://schemas.microsoft.com/office/drawing/2014/main" id="{6AF71533-8C6F-9E10-667A-982B95AAD1D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692" name="Arc 12691">
                        <a:extLst>
                          <a:ext uri="{FF2B5EF4-FFF2-40B4-BE49-F238E27FC236}">
                            <a16:creationId xmlns:a16="http://schemas.microsoft.com/office/drawing/2014/main" id="{F28EAC13-CCB9-D140-E96B-FF22E3BFFAA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690" name="TextBox 12689">
                      <a:extLst>
                        <a:ext uri="{FF2B5EF4-FFF2-40B4-BE49-F238E27FC236}">
                          <a16:creationId xmlns:a16="http://schemas.microsoft.com/office/drawing/2014/main" id="{3FCB86E6-CBC9-9C35-97AD-07CB3B7E1460}"/>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636" name="Group 12635">
                  <a:extLst>
                    <a:ext uri="{FF2B5EF4-FFF2-40B4-BE49-F238E27FC236}">
                      <a16:creationId xmlns:a16="http://schemas.microsoft.com/office/drawing/2014/main" id="{BA14E27C-234F-6969-260A-0793CB9066DC}"/>
                    </a:ext>
                  </a:extLst>
                </p:cNvPr>
                <p:cNvGrpSpPr/>
                <p:nvPr/>
              </p:nvGrpSpPr>
              <p:grpSpPr>
                <a:xfrm>
                  <a:off x="6069086" y="3246228"/>
                  <a:ext cx="1019224" cy="991639"/>
                  <a:chOff x="5886431" y="3225768"/>
                  <a:chExt cx="1019224" cy="991639"/>
                </a:xfrm>
              </p:grpSpPr>
              <p:grpSp>
                <p:nvGrpSpPr>
                  <p:cNvPr id="12637" name="Group 12636">
                    <a:extLst>
                      <a:ext uri="{FF2B5EF4-FFF2-40B4-BE49-F238E27FC236}">
                        <a16:creationId xmlns:a16="http://schemas.microsoft.com/office/drawing/2014/main" id="{FFFE1C34-3857-8B8B-CEE5-D787BA056564}"/>
                      </a:ext>
                    </a:extLst>
                  </p:cNvPr>
                  <p:cNvGrpSpPr/>
                  <p:nvPr/>
                </p:nvGrpSpPr>
                <p:grpSpPr>
                  <a:xfrm>
                    <a:off x="6197413" y="3824215"/>
                    <a:ext cx="393192" cy="393192"/>
                    <a:chOff x="5265196" y="3357021"/>
                    <a:chExt cx="393192" cy="393192"/>
                  </a:xfrm>
                </p:grpSpPr>
                <p:grpSp>
                  <p:nvGrpSpPr>
                    <p:cNvPr id="12672" name="Group 12671">
                      <a:extLst>
                        <a:ext uri="{FF2B5EF4-FFF2-40B4-BE49-F238E27FC236}">
                          <a16:creationId xmlns:a16="http://schemas.microsoft.com/office/drawing/2014/main" id="{C19ACD4C-ACF6-A9DF-6FFE-A3F4C9471863}"/>
                        </a:ext>
                      </a:extLst>
                    </p:cNvPr>
                    <p:cNvGrpSpPr/>
                    <p:nvPr/>
                  </p:nvGrpSpPr>
                  <p:grpSpPr>
                    <a:xfrm rot="14400000">
                      <a:off x="5265196" y="3357021"/>
                      <a:ext cx="393192" cy="393192"/>
                      <a:chOff x="5354637" y="3446463"/>
                      <a:chExt cx="214313" cy="214313"/>
                    </a:xfrm>
                  </p:grpSpPr>
                  <p:sp>
                    <p:nvSpPr>
                      <p:cNvPr id="12681" name="Arc 12680">
                        <a:extLst>
                          <a:ext uri="{FF2B5EF4-FFF2-40B4-BE49-F238E27FC236}">
                            <a16:creationId xmlns:a16="http://schemas.microsoft.com/office/drawing/2014/main" id="{65FE5133-140D-AE6E-0A02-F62C479EFA3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682" name="Arc 12681">
                        <a:extLst>
                          <a:ext uri="{FF2B5EF4-FFF2-40B4-BE49-F238E27FC236}">
                            <a16:creationId xmlns:a16="http://schemas.microsoft.com/office/drawing/2014/main" id="{2DBCD2B6-3649-2FEB-460A-9DD331A98A6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673" name="Group 12672">
                      <a:extLst>
                        <a:ext uri="{FF2B5EF4-FFF2-40B4-BE49-F238E27FC236}">
                          <a16:creationId xmlns:a16="http://schemas.microsoft.com/office/drawing/2014/main" id="{6FC5A6EF-6719-48C4-8F70-5B904425B668}"/>
                        </a:ext>
                      </a:extLst>
                    </p:cNvPr>
                    <p:cNvGrpSpPr/>
                    <p:nvPr/>
                  </p:nvGrpSpPr>
                  <p:grpSpPr>
                    <a:xfrm>
                      <a:off x="5310186" y="3402011"/>
                      <a:ext cx="303213" cy="303213"/>
                      <a:chOff x="5310186" y="3402011"/>
                      <a:chExt cx="303213" cy="303213"/>
                    </a:xfrm>
                  </p:grpSpPr>
                  <p:grpSp>
                    <p:nvGrpSpPr>
                      <p:cNvPr id="12674" name="Group 12673">
                        <a:extLst>
                          <a:ext uri="{FF2B5EF4-FFF2-40B4-BE49-F238E27FC236}">
                            <a16:creationId xmlns:a16="http://schemas.microsoft.com/office/drawing/2014/main" id="{6A828F5C-0D6E-193C-DEC0-DA26C31196D0}"/>
                          </a:ext>
                        </a:extLst>
                      </p:cNvPr>
                      <p:cNvGrpSpPr/>
                      <p:nvPr/>
                    </p:nvGrpSpPr>
                    <p:grpSpPr>
                      <a:xfrm>
                        <a:off x="5354636" y="3446461"/>
                        <a:ext cx="214313" cy="214313"/>
                        <a:chOff x="5354637" y="3446463"/>
                        <a:chExt cx="214313" cy="214313"/>
                      </a:xfrm>
                    </p:grpSpPr>
                    <p:sp>
                      <p:nvSpPr>
                        <p:cNvPr id="12679" name="Arc 12678">
                          <a:extLst>
                            <a:ext uri="{FF2B5EF4-FFF2-40B4-BE49-F238E27FC236}">
                              <a16:creationId xmlns:a16="http://schemas.microsoft.com/office/drawing/2014/main" id="{A0F2CA97-7222-A57A-548F-9E6EBDA068E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680" name="Arc 12679">
                          <a:extLst>
                            <a:ext uri="{FF2B5EF4-FFF2-40B4-BE49-F238E27FC236}">
                              <a16:creationId xmlns:a16="http://schemas.microsoft.com/office/drawing/2014/main" id="{DC6E7685-9AA9-857C-3827-B0AB2DE38FD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675" name="Group 12674">
                        <a:extLst>
                          <a:ext uri="{FF2B5EF4-FFF2-40B4-BE49-F238E27FC236}">
                            <a16:creationId xmlns:a16="http://schemas.microsoft.com/office/drawing/2014/main" id="{BCABDEC7-DF9C-1D97-2085-532266496755}"/>
                          </a:ext>
                        </a:extLst>
                      </p:cNvPr>
                      <p:cNvGrpSpPr/>
                      <p:nvPr/>
                    </p:nvGrpSpPr>
                    <p:grpSpPr>
                      <a:xfrm rot="7200000">
                        <a:off x="5310186" y="3402011"/>
                        <a:ext cx="303213" cy="303213"/>
                        <a:chOff x="5354637" y="3446463"/>
                        <a:chExt cx="214313" cy="214313"/>
                      </a:xfrm>
                    </p:grpSpPr>
                    <p:sp>
                      <p:nvSpPr>
                        <p:cNvPr id="12677" name="Arc 12676">
                          <a:extLst>
                            <a:ext uri="{FF2B5EF4-FFF2-40B4-BE49-F238E27FC236}">
                              <a16:creationId xmlns:a16="http://schemas.microsoft.com/office/drawing/2014/main" id="{D0F193D4-2DD9-015E-7AAE-9B02B0497C4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678" name="Arc 12677">
                          <a:extLst>
                            <a:ext uri="{FF2B5EF4-FFF2-40B4-BE49-F238E27FC236}">
                              <a16:creationId xmlns:a16="http://schemas.microsoft.com/office/drawing/2014/main" id="{0F7988CA-0B7A-0DF3-5E6E-7E6ED47E302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676" name="TextBox 12675">
                        <a:extLst>
                          <a:ext uri="{FF2B5EF4-FFF2-40B4-BE49-F238E27FC236}">
                            <a16:creationId xmlns:a16="http://schemas.microsoft.com/office/drawing/2014/main" id="{188FA3E3-AFCC-9513-570B-8F11B4A1CDBB}"/>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638" name="Group 12637">
                    <a:extLst>
                      <a:ext uri="{FF2B5EF4-FFF2-40B4-BE49-F238E27FC236}">
                        <a16:creationId xmlns:a16="http://schemas.microsoft.com/office/drawing/2014/main" id="{8D1683EA-07C5-99BC-129D-2364782D6DB4}"/>
                      </a:ext>
                    </a:extLst>
                  </p:cNvPr>
                  <p:cNvGrpSpPr/>
                  <p:nvPr/>
                </p:nvGrpSpPr>
                <p:grpSpPr>
                  <a:xfrm>
                    <a:off x="5886431" y="3525040"/>
                    <a:ext cx="393192" cy="393192"/>
                    <a:chOff x="5265196" y="3932619"/>
                    <a:chExt cx="393192" cy="393192"/>
                  </a:xfrm>
                </p:grpSpPr>
                <p:grpSp>
                  <p:nvGrpSpPr>
                    <p:cNvPr id="12662" name="Group 12661">
                      <a:extLst>
                        <a:ext uri="{FF2B5EF4-FFF2-40B4-BE49-F238E27FC236}">
                          <a16:creationId xmlns:a16="http://schemas.microsoft.com/office/drawing/2014/main" id="{CE31BA02-99D8-9978-95AF-70E020ED785A}"/>
                        </a:ext>
                      </a:extLst>
                    </p:cNvPr>
                    <p:cNvGrpSpPr/>
                    <p:nvPr/>
                  </p:nvGrpSpPr>
                  <p:grpSpPr>
                    <a:xfrm>
                      <a:off x="5354636" y="4022061"/>
                      <a:ext cx="214313" cy="214313"/>
                      <a:chOff x="5354637" y="3446463"/>
                      <a:chExt cx="214313" cy="214313"/>
                    </a:xfrm>
                  </p:grpSpPr>
                  <p:sp>
                    <p:nvSpPr>
                      <p:cNvPr id="12670" name="Arc 12669">
                        <a:extLst>
                          <a:ext uri="{FF2B5EF4-FFF2-40B4-BE49-F238E27FC236}">
                            <a16:creationId xmlns:a16="http://schemas.microsoft.com/office/drawing/2014/main" id="{5C3F45C1-6FB0-F698-2FC7-ACD8124D084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671" name="Arc 12670">
                        <a:extLst>
                          <a:ext uri="{FF2B5EF4-FFF2-40B4-BE49-F238E27FC236}">
                            <a16:creationId xmlns:a16="http://schemas.microsoft.com/office/drawing/2014/main" id="{044D30A9-A54D-AB18-D9A3-A7337683CDE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663" name="Group 12662">
                      <a:extLst>
                        <a:ext uri="{FF2B5EF4-FFF2-40B4-BE49-F238E27FC236}">
                          <a16:creationId xmlns:a16="http://schemas.microsoft.com/office/drawing/2014/main" id="{DD5B6096-C1D7-16BE-10F9-72A3D3A622EE}"/>
                        </a:ext>
                      </a:extLst>
                    </p:cNvPr>
                    <p:cNvGrpSpPr/>
                    <p:nvPr/>
                  </p:nvGrpSpPr>
                  <p:grpSpPr>
                    <a:xfrm rot="14400000">
                      <a:off x="5310186" y="3977611"/>
                      <a:ext cx="303213" cy="303213"/>
                      <a:chOff x="5354637" y="3446463"/>
                      <a:chExt cx="214313" cy="214313"/>
                    </a:xfrm>
                  </p:grpSpPr>
                  <p:sp>
                    <p:nvSpPr>
                      <p:cNvPr id="12668" name="Arc 12667">
                        <a:extLst>
                          <a:ext uri="{FF2B5EF4-FFF2-40B4-BE49-F238E27FC236}">
                            <a16:creationId xmlns:a16="http://schemas.microsoft.com/office/drawing/2014/main" id="{DE83E072-8BD2-9D52-0321-A251D6CF523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669" name="Arc 12668">
                        <a:extLst>
                          <a:ext uri="{FF2B5EF4-FFF2-40B4-BE49-F238E27FC236}">
                            <a16:creationId xmlns:a16="http://schemas.microsoft.com/office/drawing/2014/main" id="{A813B1C4-1B6C-1163-9A24-48F0AD1B998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664" name="Group 12663">
                      <a:extLst>
                        <a:ext uri="{FF2B5EF4-FFF2-40B4-BE49-F238E27FC236}">
                          <a16:creationId xmlns:a16="http://schemas.microsoft.com/office/drawing/2014/main" id="{D7288AE6-DFA2-C4EB-5E35-1CA08318A5F2}"/>
                        </a:ext>
                      </a:extLst>
                    </p:cNvPr>
                    <p:cNvGrpSpPr/>
                    <p:nvPr/>
                  </p:nvGrpSpPr>
                  <p:grpSpPr>
                    <a:xfrm rot="7200000">
                      <a:off x="5265196" y="3932619"/>
                      <a:ext cx="393192" cy="393192"/>
                      <a:chOff x="5354637" y="3446463"/>
                      <a:chExt cx="214313" cy="214313"/>
                    </a:xfrm>
                  </p:grpSpPr>
                  <p:sp>
                    <p:nvSpPr>
                      <p:cNvPr id="12666" name="Arc 12665">
                        <a:extLst>
                          <a:ext uri="{FF2B5EF4-FFF2-40B4-BE49-F238E27FC236}">
                            <a16:creationId xmlns:a16="http://schemas.microsoft.com/office/drawing/2014/main" id="{061AE6CF-8765-8328-0DAD-D94A737A30F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667" name="Arc 12666">
                        <a:extLst>
                          <a:ext uri="{FF2B5EF4-FFF2-40B4-BE49-F238E27FC236}">
                            <a16:creationId xmlns:a16="http://schemas.microsoft.com/office/drawing/2014/main" id="{A847304C-47BF-ABCF-C91B-45F6C40E784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665" name="TextBox 12664">
                      <a:extLst>
                        <a:ext uri="{FF2B5EF4-FFF2-40B4-BE49-F238E27FC236}">
                          <a16:creationId xmlns:a16="http://schemas.microsoft.com/office/drawing/2014/main" id="{72B2EE73-F847-5F76-70AA-2D7041B43C23}"/>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2639" name="Group 12638">
                    <a:extLst>
                      <a:ext uri="{FF2B5EF4-FFF2-40B4-BE49-F238E27FC236}">
                        <a16:creationId xmlns:a16="http://schemas.microsoft.com/office/drawing/2014/main" id="{C650BE07-4427-8E3D-FDF3-73B3D184F56B}"/>
                      </a:ext>
                    </a:extLst>
                  </p:cNvPr>
                  <p:cNvGrpSpPr/>
                  <p:nvPr/>
                </p:nvGrpSpPr>
                <p:grpSpPr>
                  <a:xfrm>
                    <a:off x="6512463" y="3525040"/>
                    <a:ext cx="393192" cy="393192"/>
                    <a:chOff x="6389147" y="3357021"/>
                    <a:chExt cx="393192" cy="393192"/>
                  </a:xfrm>
                </p:grpSpPr>
                <p:grpSp>
                  <p:nvGrpSpPr>
                    <p:cNvPr id="12651" name="Group 12650">
                      <a:extLst>
                        <a:ext uri="{FF2B5EF4-FFF2-40B4-BE49-F238E27FC236}">
                          <a16:creationId xmlns:a16="http://schemas.microsoft.com/office/drawing/2014/main" id="{CEFBC7D3-4F1D-A9D3-EACB-CD843B674173}"/>
                        </a:ext>
                      </a:extLst>
                    </p:cNvPr>
                    <p:cNvGrpSpPr/>
                    <p:nvPr/>
                  </p:nvGrpSpPr>
                  <p:grpSpPr>
                    <a:xfrm rot="7200000" flipH="1">
                      <a:off x="6389147" y="3357021"/>
                      <a:ext cx="393192" cy="393192"/>
                      <a:chOff x="5354637" y="3446463"/>
                      <a:chExt cx="214313" cy="214313"/>
                    </a:xfrm>
                  </p:grpSpPr>
                  <p:sp>
                    <p:nvSpPr>
                      <p:cNvPr id="12660" name="Arc 12659">
                        <a:extLst>
                          <a:ext uri="{FF2B5EF4-FFF2-40B4-BE49-F238E27FC236}">
                            <a16:creationId xmlns:a16="http://schemas.microsoft.com/office/drawing/2014/main" id="{45A2D14C-6F3F-9FB6-E355-3D148B206CA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661" name="Arc 12660">
                        <a:extLst>
                          <a:ext uri="{FF2B5EF4-FFF2-40B4-BE49-F238E27FC236}">
                            <a16:creationId xmlns:a16="http://schemas.microsoft.com/office/drawing/2014/main" id="{85CA1062-4B52-56A3-018D-1AD215001A3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652" name="Group 12651">
                      <a:extLst>
                        <a:ext uri="{FF2B5EF4-FFF2-40B4-BE49-F238E27FC236}">
                          <a16:creationId xmlns:a16="http://schemas.microsoft.com/office/drawing/2014/main" id="{85E05B26-A398-9C38-4661-45770AA9A526}"/>
                        </a:ext>
                      </a:extLst>
                    </p:cNvPr>
                    <p:cNvGrpSpPr/>
                    <p:nvPr/>
                  </p:nvGrpSpPr>
                  <p:grpSpPr>
                    <a:xfrm>
                      <a:off x="6434137" y="3402011"/>
                      <a:ext cx="303213" cy="303213"/>
                      <a:chOff x="6434137" y="3402011"/>
                      <a:chExt cx="303213" cy="303213"/>
                    </a:xfrm>
                  </p:grpSpPr>
                  <p:grpSp>
                    <p:nvGrpSpPr>
                      <p:cNvPr id="12653" name="Group 12652">
                        <a:extLst>
                          <a:ext uri="{FF2B5EF4-FFF2-40B4-BE49-F238E27FC236}">
                            <a16:creationId xmlns:a16="http://schemas.microsoft.com/office/drawing/2014/main" id="{62E5986E-8DEF-6281-A63C-E2DD1F6159FB}"/>
                          </a:ext>
                        </a:extLst>
                      </p:cNvPr>
                      <p:cNvGrpSpPr/>
                      <p:nvPr/>
                    </p:nvGrpSpPr>
                    <p:grpSpPr>
                      <a:xfrm flipH="1">
                        <a:off x="6478587" y="3446461"/>
                        <a:ext cx="214313" cy="214313"/>
                        <a:chOff x="5354637" y="3446463"/>
                        <a:chExt cx="214313" cy="214313"/>
                      </a:xfrm>
                    </p:grpSpPr>
                    <p:sp>
                      <p:nvSpPr>
                        <p:cNvPr id="12658" name="Arc 12657">
                          <a:extLst>
                            <a:ext uri="{FF2B5EF4-FFF2-40B4-BE49-F238E27FC236}">
                              <a16:creationId xmlns:a16="http://schemas.microsoft.com/office/drawing/2014/main" id="{767724EC-D3E9-840F-FFF6-9A7A50B4017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659" name="Arc 12658">
                          <a:extLst>
                            <a:ext uri="{FF2B5EF4-FFF2-40B4-BE49-F238E27FC236}">
                              <a16:creationId xmlns:a16="http://schemas.microsoft.com/office/drawing/2014/main" id="{B6D41D1B-E323-7D6E-551E-FAC3F5C3B31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654" name="Group 12653">
                        <a:extLst>
                          <a:ext uri="{FF2B5EF4-FFF2-40B4-BE49-F238E27FC236}">
                            <a16:creationId xmlns:a16="http://schemas.microsoft.com/office/drawing/2014/main" id="{296737BB-2CC1-F367-E558-4332C32692A7}"/>
                          </a:ext>
                        </a:extLst>
                      </p:cNvPr>
                      <p:cNvGrpSpPr/>
                      <p:nvPr/>
                    </p:nvGrpSpPr>
                    <p:grpSpPr>
                      <a:xfrm rot="14400000" flipH="1">
                        <a:off x="6434137" y="3402011"/>
                        <a:ext cx="303213" cy="303213"/>
                        <a:chOff x="5354637" y="3446463"/>
                        <a:chExt cx="214313" cy="214313"/>
                      </a:xfrm>
                    </p:grpSpPr>
                    <p:sp>
                      <p:nvSpPr>
                        <p:cNvPr id="12656" name="Arc 12655">
                          <a:extLst>
                            <a:ext uri="{FF2B5EF4-FFF2-40B4-BE49-F238E27FC236}">
                              <a16:creationId xmlns:a16="http://schemas.microsoft.com/office/drawing/2014/main" id="{DF6322DE-C013-D89A-3303-2244FA0C1B5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657" name="Arc 12656">
                          <a:extLst>
                            <a:ext uri="{FF2B5EF4-FFF2-40B4-BE49-F238E27FC236}">
                              <a16:creationId xmlns:a16="http://schemas.microsoft.com/office/drawing/2014/main" id="{982BEFAC-BF4E-A348-D802-EA62A651A10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655" name="TextBox 12654">
                        <a:extLst>
                          <a:ext uri="{FF2B5EF4-FFF2-40B4-BE49-F238E27FC236}">
                            <a16:creationId xmlns:a16="http://schemas.microsoft.com/office/drawing/2014/main" id="{A5AF0693-9902-D8A9-DF1B-22A5E2206F18}"/>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640" name="Group 12639">
                    <a:extLst>
                      <a:ext uri="{FF2B5EF4-FFF2-40B4-BE49-F238E27FC236}">
                        <a16:creationId xmlns:a16="http://schemas.microsoft.com/office/drawing/2014/main" id="{499C3FDB-A79E-E8B6-D171-9899A2D370F9}"/>
                      </a:ext>
                    </a:extLst>
                  </p:cNvPr>
                  <p:cNvGrpSpPr/>
                  <p:nvPr/>
                </p:nvGrpSpPr>
                <p:grpSpPr>
                  <a:xfrm>
                    <a:off x="6197413" y="3225768"/>
                    <a:ext cx="393192" cy="393192"/>
                    <a:chOff x="6389147" y="3932622"/>
                    <a:chExt cx="393192" cy="393192"/>
                  </a:xfrm>
                </p:grpSpPr>
                <p:grpSp>
                  <p:nvGrpSpPr>
                    <p:cNvPr id="12641" name="Group 12640">
                      <a:extLst>
                        <a:ext uri="{FF2B5EF4-FFF2-40B4-BE49-F238E27FC236}">
                          <a16:creationId xmlns:a16="http://schemas.microsoft.com/office/drawing/2014/main" id="{2A233DB0-6A42-C9B8-2D97-0D5D17A2BCE9}"/>
                        </a:ext>
                      </a:extLst>
                    </p:cNvPr>
                    <p:cNvGrpSpPr/>
                    <p:nvPr/>
                  </p:nvGrpSpPr>
                  <p:grpSpPr>
                    <a:xfrm flipH="1">
                      <a:off x="6478587" y="4022061"/>
                      <a:ext cx="214313" cy="214313"/>
                      <a:chOff x="5354637" y="3446463"/>
                      <a:chExt cx="214313" cy="214313"/>
                    </a:xfrm>
                  </p:grpSpPr>
                  <p:sp>
                    <p:nvSpPr>
                      <p:cNvPr id="12649" name="Arc 12648">
                        <a:extLst>
                          <a:ext uri="{FF2B5EF4-FFF2-40B4-BE49-F238E27FC236}">
                            <a16:creationId xmlns:a16="http://schemas.microsoft.com/office/drawing/2014/main" id="{7B8A14AC-7C0C-6EDF-8E78-B6ABFD38A34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650" name="Arc 12649">
                        <a:extLst>
                          <a:ext uri="{FF2B5EF4-FFF2-40B4-BE49-F238E27FC236}">
                            <a16:creationId xmlns:a16="http://schemas.microsoft.com/office/drawing/2014/main" id="{D2494880-ACF3-F15D-25FA-CA44209AD12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642" name="Group 12641">
                      <a:extLst>
                        <a:ext uri="{FF2B5EF4-FFF2-40B4-BE49-F238E27FC236}">
                          <a16:creationId xmlns:a16="http://schemas.microsoft.com/office/drawing/2014/main" id="{BD106A6C-6C47-FCB7-E8C8-7B6E164EA497}"/>
                        </a:ext>
                      </a:extLst>
                    </p:cNvPr>
                    <p:cNvGrpSpPr/>
                    <p:nvPr/>
                  </p:nvGrpSpPr>
                  <p:grpSpPr>
                    <a:xfrm rot="7200000" flipH="1">
                      <a:off x="6434137" y="3977611"/>
                      <a:ext cx="303213" cy="303213"/>
                      <a:chOff x="5354637" y="3446463"/>
                      <a:chExt cx="214313" cy="214313"/>
                    </a:xfrm>
                  </p:grpSpPr>
                  <p:sp>
                    <p:nvSpPr>
                      <p:cNvPr id="12647" name="Arc 12646">
                        <a:extLst>
                          <a:ext uri="{FF2B5EF4-FFF2-40B4-BE49-F238E27FC236}">
                            <a16:creationId xmlns:a16="http://schemas.microsoft.com/office/drawing/2014/main" id="{6D3CE95D-6A73-9CC1-C4E7-788ED5E8DAF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648" name="Arc 12647">
                        <a:extLst>
                          <a:ext uri="{FF2B5EF4-FFF2-40B4-BE49-F238E27FC236}">
                            <a16:creationId xmlns:a16="http://schemas.microsoft.com/office/drawing/2014/main" id="{491C3B5D-E503-52A4-F07C-2A67EBE9324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643" name="Group 12642">
                      <a:extLst>
                        <a:ext uri="{FF2B5EF4-FFF2-40B4-BE49-F238E27FC236}">
                          <a16:creationId xmlns:a16="http://schemas.microsoft.com/office/drawing/2014/main" id="{1DF0C7A4-4467-8F7D-BB54-21B2651B4F8B}"/>
                        </a:ext>
                      </a:extLst>
                    </p:cNvPr>
                    <p:cNvGrpSpPr/>
                    <p:nvPr/>
                  </p:nvGrpSpPr>
                  <p:grpSpPr>
                    <a:xfrm rot="14400000" flipH="1">
                      <a:off x="6389147" y="3932622"/>
                      <a:ext cx="393192" cy="393192"/>
                      <a:chOff x="5354637" y="3446463"/>
                      <a:chExt cx="214313" cy="214313"/>
                    </a:xfrm>
                  </p:grpSpPr>
                  <p:sp>
                    <p:nvSpPr>
                      <p:cNvPr id="12645" name="Arc 12644">
                        <a:extLst>
                          <a:ext uri="{FF2B5EF4-FFF2-40B4-BE49-F238E27FC236}">
                            <a16:creationId xmlns:a16="http://schemas.microsoft.com/office/drawing/2014/main" id="{1073917C-47A6-9017-AAB3-D47768A860E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646" name="Arc 12645">
                        <a:extLst>
                          <a:ext uri="{FF2B5EF4-FFF2-40B4-BE49-F238E27FC236}">
                            <a16:creationId xmlns:a16="http://schemas.microsoft.com/office/drawing/2014/main" id="{EA607D6F-83CB-B99E-2BD8-50000238AFB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644" name="TextBox 12643">
                      <a:extLst>
                        <a:ext uri="{FF2B5EF4-FFF2-40B4-BE49-F238E27FC236}">
                          <a16:creationId xmlns:a16="http://schemas.microsoft.com/office/drawing/2014/main" id="{C4C1F4F1-522F-7852-E023-226E1758DE87}"/>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2251" name="Group 12250">
              <a:extLst>
                <a:ext uri="{FF2B5EF4-FFF2-40B4-BE49-F238E27FC236}">
                  <a16:creationId xmlns:a16="http://schemas.microsoft.com/office/drawing/2014/main" id="{6BDE1106-A389-1BC7-CDE7-1E6964A026AE}"/>
                </a:ext>
              </a:extLst>
            </p:cNvPr>
            <p:cNvGrpSpPr/>
            <p:nvPr/>
          </p:nvGrpSpPr>
          <p:grpSpPr>
            <a:xfrm>
              <a:off x="1677244" y="638235"/>
              <a:ext cx="2263438" cy="2198360"/>
              <a:chOff x="5445106" y="2039507"/>
              <a:chExt cx="2263438" cy="2198360"/>
            </a:xfrm>
          </p:grpSpPr>
          <p:grpSp>
            <p:nvGrpSpPr>
              <p:cNvPr id="12443" name="Group 12442">
                <a:extLst>
                  <a:ext uri="{FF2B5EF4-FFF2-40B4-BE49-F238E27FC236}">
                    <a16:creationId xmlns:a16="http://schemas.microsoft.com/office/drawing/2014/main" id="{596BDDB8-61A8-D8BC-B936-7E53DAFE1E41}"/>
                  </a:ext>
                </a:extLst>
              </p:cNvPr>
              <p:cNvGrpSpPr/>
              <p:nvPr/>
            </p:nvGrpSpPr>
            <p:grpSpPr>
              <a:xfrm>
                <a:off x="5445106" y="2644743"/>
                <a:ext cx="1643204" cy="1593124"/>
                <a:chOff x="5445106" y="2644743"/>
                <a:chExt cx="1643204" cy="1593124"/>
              </a:xfrm>
            </p:grpSpPr>
            <p:grpSp>
              <p:nvGrpSpPr>
                <p:cNvPr id="12539" name="Group 12538">
                  <a:extLst>
                    <a:ext uri="{FF2B5EF4-FFF2-40B4-BE49-F238E27FC236}">
                      <a16:creationId xmlns:a16="http://schemas.microsoft.com/office/drawing/2014/main" id="{F6DBD7BC-072E-2133-F2A6-A6705A74FF16}"/>
                    </a:ext>
                  </a:extLst>
                </p:cNvPr>
                <p:cNvGrpSpPr/>
                <p:nvPr/>
              </p:nvGrpSpPr>
              <p:grpSpPr>
                <a:xfrm>
                  <a:off x="5445106" y="2644743"/>
                  <a:ext cx="1019224" cy="991639"/>
                  <a:chOff x="5886431" y="3225768"/>
                  <a:chExt cx="1019224" cy="991639"/>
                </a:xfrm>
              </p:grpSpPr>
              <p:grpSp>
                <p:nvGrpSpPr>
                  <p:cNvPr id="12587" name="Group 12586">
                    <a:extLst>
                      <a:ext uri="{FF2B5EF4-FFF2-40B4-BE49-F238E27FC236}">
                        <a16:creationId xmlns:a16="http://schemas.microsoft.com/office/drawing/2014/main" id="{3E607B69-DB62-47D5-AB57-58E1D3980689}"/>
                      </a:ext>
                    </a:extLst>
                  </p:cNvPr>
                  <p:cNvGrpSpPr/>
                  <p:nvPr/>
                </p:nvGrpSpPr>
                <p:grpSpPr>
                  <a:xfrm>
                    <a:off x="6197413" y="3824215"/>
                    <a:ext cx="393192" cy="393192"/>
                    <a:chOff x="5265196" y="3357021"/>
                    <a:chExt cx="393192" cy="393192"/>
                  </a:xfrm>
                </p:grpSpPr>
                <p:grpSp>
                  <p:nvGrpSpPr>
                    <p:cNvPr id="12622" name="Group 12621">
                      <a:extLst>
                        <a:ext uri="{FF2B5EF4-FFF2-40B4-BE49-F238E27FC236}">
                          <a16:creationId xmlns:a16="http://schemas.microsoft.com/office/drawing/2014/main" id="{785790B0-7EB5-CF9A-05A8-5A58FB9DED29}"/>
                        </a:ext>
                      </a:extLst>
                    </p:cNvPr>
                    <p:cNvGrpSpPr/>
                    <p:nvPr/>
                  </p:nvGrpSpPr>
                  <p:grpSpPr>
                    <a:xfrm rot="14400000">
                      <a:off x="5265196" y="3357021"/>
                      <a:ext cx="393192" cy="393192"/>
                      <a:chOff x="5354637" y="3446463"/>
                      <a:chExt cx="214313" cy="214313"/>
                    </a:xfrm>
                  </p:grpSpPr>
                  <p:sp>
                    <p:nvSpPr>
                      <p:cNvPr id="12631" name="Arc 12630">
                        <a:extLst>
                          <a:ext uri="{FF2B5EF4-FFF2-40B4-BE49-F238E27FC236}">
                            <a16:creationId xmlns:a16="http://schemas.microsoft.com/office/drawing/2014/main" id="{33644966-F472-FEBD-698C-5A961225321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632" name="Arc 12631">
                        <a:extLst>
                          <a:ext uri="{FF2B5EF4-FFF2-40B4-BE49-F238E27FC236}">
                            <a16:creationId xmlns:a16="http://schemas.microsoft.com/office/drawing/2014/main" id="{E922B2B4-45E5-3727-D40E-E9DC82558E9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623" name="Group 12622">
                      <a:extLst>
                        <a:ext uri="{FF2B5EF4-FFF2-40B4-BE49-F238E27FC236}">
                          <a16:creationId xmlns:a16="http://schemas.microsoft.com/office/drawing/2014/main" id="{BFD8B932-E57D-6B3E-1D30-BBC8809DC460}"/>
                        </a:ext>
                      </a:extLst>
                    </p:cNvPr>
                    <p:cNvGrpSpPr/>
                    <p:nvPr/>
                  </p:nvGrpSpPr>
                  <p:grpSpPr>
                    <a:xfrm>
                      <a:off x="5310186" y="3402011"/>
                      <a:ext cx="303213" cy="303213"/>
                      <a:chOff x="5310186" y="3402011"/>
                      <a:chExt cx="303213" cy="303213"/>
                    </a:xfrm>
                  </p:grpSpPr>
                  <p:grpSp>
                    <p:nvGrpSpPr>
                      <p:cNvPr id="12624" name="Group 12623">
                        <a:extLst>
                          <a:ext uri="{FF2B5EF4-FFF2-40B4-BE49-F238E27FC236}">
                            <a16:creationId xmlns:a16="http://schemas.microsoft.com/office/drawing/2014/main" id="{120408F9-9C8B-345D-AE53-B0FDE7E5B373}"/>
                          </a:ext>
                        </a:extLst>
                      </p:cNvPr>
                      <p:cNvGrpSpPr/>
                      <p:nvPr/>
                    </p:nvGrpSpPr>
                    <p:grpSpPr>
                      <a:xfrm>
                        <a:off x="5354636" y="3446461"/>
                        <a:ext cx="214313" cy="214313"/>
                        <a:chOff x="5354637" y="3446463"/>
                        <a:chExt cx="214313" cy="214313"/>
                      </a:xfrm>
                    </p:grpSpPr>
                    <p:sp>
                      <p:nvSpPr>
                        <p:cNvPr id="12629" name="Arc 12628">
                          <a:extLst>
                            <a:ext uri="{FF2B5EF4-FFF2-40B4-BE49-F238E27FC236}">
                              <a16:creationId xmlns:a16="http://schemas.microsoft.com/office/drawing/2014/main" id="{DAFACE24-C9C1-CD59-C27D-5959DA4846D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630" name="Arc 12629">
                          <a:extLst>
                            <a:ext uri="{FF2B5EF4-FFF2-40B4-BE49-F238E27FC236}">
                              <a16:creationId xmlns:a16="http://schemas.microsoft.com/office/drawing/2014/main" id="{E07F1E46-8B3E-B4AC-6F2D-CB4BB44F2B8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625" name="Group 12624">
                        <a:extLst>
                          <a:ext uri="{FF2B5EF4-FFF2-40B4-BE49-F238E27FC236}">
                            <a16:creationId xmlns:a16="http://schemas.microsoft.com/office/drawing/2014/main" id="{AC614700-7D36-16EE-C722-F951910964CB}"/>
                          </a:ext>
                        </a:extLst>
                      </p:cNvPr>
                      <p:cNvGrpSpPr/>
                      <p:nvPr/>
                    </p:nvGrpSpPr>
                    <p:grpSpPr>
                      <a:xfrm rot="7200000">
                        <a:off x="5310186" y="3402011"/>
                        <a:ext cx="303213" cy="303213"/>
                        <a:chOff x="5354637" y="3446463"/>
                        <a:chExt cx="214313" cy="214313"/>
                      </a:xfrm>
                    </p:grpSpPr>
                    <p:sp>
                      <p:nvSpPr>
                        <p:cNvPr id="12627" name="Arc 12626">
                          <a:extLst>
                            <a:ext uri="{FF2B5EF4-FFF2-40B4-BE49-F238E27FC236}">
                              <a16:creationId xmlns:a16="http://schemas.microsoft.com/office/drawing/2014/main" id="{6B1CB8D3-1A4C-BDAA-9C39-BF696192F3C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628" name="Arc 12627">
                          <a:extLst>
                            <a:ext uri="{FF2B5EF4-FFF2-40B4-BE49-F238E27FC236}">
                              <a16:creationId xmlns:a16="http://schemas.microsoft.com/office/drawing/2014/main" id="{A86F6F62-B747-FF36-8ABA-CB973BA0F2F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626" name="TextBox 12625">
                        <a:extLst>
                          <a:ext uri="{FF2B5EF4-FFF2-40B4-BE49-F238E27FC236}">
                            <a16:creationId xmlns:a16="http://schemas.microsoft.com/office/drawing/2014/main" id="{642F9AB1-3913-1188-4C51-A4E5287DC0AF}"/>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588" name="Group 12587">
                    <a:extLst>
                      <a:ext uri="{FF2B5EF4-FFF2-40B4-BE49-F238E27FC236}">
                        <a16:creationId xmlns:a16="http://schemas.microsoft.com/office/drawing/2014/main" id="{B2781C09-A7F7-56D8-3BF9-CE59E65B13A4}"/>
                      </a:ext>
                    </a:extLst>
                  </p:cNvPr>
                  <p:cNvGrpSpPr/>
                  <p:nvPr/>
                </p:nvGrpSpPr>
                <p:grpSpPr>
                  <a:xfrm>
                    <a:off x="5886431" y="3525040"/>
                    <a:ext cx="393192" cy="393192"/>
                    <a:chOff x="5265196" y="3932619"/>
                    <a:chExt cx="393192" cy="393192"/>
                  </a:xfrm>
                </p:grpSpPr>
                <p:grpSp>
                  <p:nvGrpSpPr>
                    <p:cNvPr id="12612" name="Group 12611">
                      <a:extLst>
                        <a:ext uri="{FF2B5EF4-FFF2-40B4-BE49-F238E27FC236}">
                          <a16:creationId xmlns:a16="http://schemas.microsoft.com/office/drawing/2014/main" id="{7FD6E665-03BA-AAD7-835D-A44070CC6924}"/>
                        </a:ext>
                      </a:extLst>
                    </p:cNvPr>
                    <p:cNvGrpSpPr/>
                    <p:nvPr/>
                  </p:nvGrpSpPr>
                  <p:grpSpPr>
                    <a:xfrm>
                      <a:off x="5354636" y="4022061"/>
                      <a:ext cx="214313" cy="214313"/>
                      <a:chOff x="5354637" y="3446463"/>
                      <a:chExt cx="214313" cy="214313"/>
                    </a:xfrm>
                  </p:grpSpPr>
                  <p:sp>
                    <p:nvSpPr>
                      <p:cNvPr id="12620" name="Arc 12619">
                        <a:extLst>
                          <a:ext uri="{FF2B5EF4-FFF2-40B4-BE49-F238E27FC236}">
                            <a16:creationId xmlns:a16="http://schemas.microsoft.com/office/drawing/2014/main" id="{8C57B2AF-CDF8-7A4D-D851-C6C466A3AD5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621" name="Arc 12620">
                        <a:extLst>
                          <a:ext uri="{FF2B5EF4-FFF2-40B4-BE49-F238E27FC236}">
                            <a16:creationId xmlns:a16="http://schemas.microsoft.com/office/drawing/2014/main" id="{5F98625C-30DE-C8D3-C98E-DF43746DF0D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613" name="Group 12612">
                      <a:extLst>
                        <a:ext uri="{FF2B5EF4-FFF2-40B4-BE49-F238E27FC236}">
                          <a16:creationId xmlns:a16="http://schemas.microsoft.com/office/drawing/2014/main" id="{14074213-DC8F-9FF4-DCC3-21210DBA7425}"/>
                        </a:ext>
                      </a:extLst>
                    </p:cNvPr>
                    <p:cNvGrpSpPr/>
                    <p:nvPr/>
                  </p:nvGrpSpPr>
                  <p:grpSpPr>
                    <a:xfrm rot="14400000">
                      <a:off x="5310186" y="3977611"/>
                      <a:ext cx="303213" cy="303213"/>
                      <a:chOff x="5354637" y="3446463"/>
                      <a:chExt cx="214313" cy="214313"/>
                    </a:xfrm>
                  </p:grpSpPr>
                  <p:sp>
                    <p:nvSpPr>
                      <p:cNvPr id="12618" name="Arc 12617">
                        <a:extLst>
                          <a:ext uri="{FF2B5EF4-FFF2-40B4-BE49-F238E27FC236}">
                            <a16:creationId xmlns:a16="http://schemas.microsoft.com/office/drawing/2014/main" id="{97498248-AC56-1C44-4757-A7528C1D7CA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619" name="Arc 12618">
                        <a:extLst>
                          <a:ext uri="{FF2B5EF4-FFF2-40B4-BE49-F238E27FC236}">
                            <a16:creationId xmlns:a16="http://schemas.microsoft.com/office/drawing/2014/main" id="{88A1BBD7-ED5D-A43D-EBA8-12F10CD1E71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614" name="Group 12613">
                      <a:extLst>
                        <a:ext uri="{FF2B5EF4-FFF2-40B4-BE49-F238E27FC236}">
                          <a16:creationId xmlns:a16="http://schemas.microsoft.com/office/drawing/2014/main" id="{A1150CE9-B51F-4194-C8B6-BA2F2ABC4F5E}"/>
                        </a:ext>
                      </a:extLst>
                    </p:cNvPr>
                    <p:cNvGrpSpPr/>
                    <p:nvPr/>
                  </p:nvGrpSpPr>
                  <p:grpSpPr>
                    <a:xfrm rot="7200000">
                      <a:off x="5265196" y="3932619"/>
                      <a:ext cx="393192" cy="393192"/>
                      <a:chOff x="5354637" y="3446463"/>
                      <a:chExt cx="214313" cy="214313"/>
                    </a:xfrm>
                  </p:grpSpPr>
                  <p:sp>
                    <p:nvSpPr>
                      <p:cNvPr id="12616" name="Arc 12615">
                        <a:extLst>
                          <a:ext uri="{FF2B5EF4-FFF2-40B4-BE49-F238E27FC236}">
                            <a16:creationId xmlns:a16="http://schemas.microsoft.com/office/drawing/2014/main" id="{CAF62C4B-50F1-677D-8428-0CA24C278CD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617" name="Arc 12616">
                        <a:extLst>
                          <a:ext uri="{FF2B5EF4-FFF2-40B4-BE49-F238E27FC236}">
                            <a16:creationId xmlns:a16="http://schemas.microsoft.com/office/drawing/2014/main" id="{F67652D4-69A2-0530-8868-A44AB0E5A78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615" name="TextBox 12614">
                      <a:extLst>
                        <a:ext uri="{FF2B5EF4-FFF2-40B4-BE49-F238E27FC236}">
                          <a16:creationId xmlns:a16="http://schemas.microsoft.com/office/drawing/2014/main" id="{C3EDEC5A-EE49-3698-61ED-9050932801E6}"/>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2589" name="Group 12588">
                    <a:extLst>
                      <a:ext uri="{FF2B5EF4-FFF2-40B4-BE49-F238E27FC236}">
                        <a16:creationId xmlns:a16="http://schemas.microsoft.com/office/drawing/2014/main" id="{97CA3C45-E0AF-F03C-649D-5A1FA8BF2FEC}"/>
                      </a:ext>
                    </a:extLst>
                  </p:cNvPr>
                  <p:cNvGrpSpPr/>
                  <p:nvPr/>
                </p:nvGrpSpPr>
                <p:grpSpPr>
                  <a:xfrm>
                    <a:off x="6512463" y="3525040"/>
                    <a:ext cx="393192" cy="393192"/>
                    <a:chOff x="6389147" y="3357021"/>
                    <a:chExt cx="393192" cy="393192"/>
                  </a:xfrm>
                </p:grpSpPr>
                <p:grpSp>
                  <p:nvGrpSpPr>
                    <p:cNvPr id="12601" name="Group 12600">
                      <a:extLst>
                        <a:ext uri="{FF2B5EF4-FFF2-40B4-BE49-F238E27FC236}">
                          <a16:creationId xmlns:a16="http://schemas.microsoft.com/office/drawing/2014/main" id="{41C26D32-1F1A-4142-20EB-D619D3F0C5D8}"/>
                        </a:ext>
                      </a:extLst>
                    </p:cNvPr>
                    <p:cNvGrpSpPr/>
                    <p:nvPr/>
                  </p:nvGrpSpPr>
                  <p:grpSpPr>
                    <a:xfrm rot="7200000" flipH="1">
                      <a:off x="6389147" y="3357021"/>
                      <a:ext cx="393192" cy="393192"/>
                      <a:chOff x="5354637" y="3446463"/>
                      <a:chExt cx="214313" cy="214313"/>
                    </a:xfrm>
                  </p:grpSpPr>
                  <p:sp>
                    <p:nvSpPr>
                      <p:cNvPr id="12610" name="Arc 12609">
                        <a:extLst>
                          <a:ext uri="{FF2B5EF4-FFF2-40B4-BE49-F238E27FC236}">
                            <a16:creationId xmlns:a16="http://schemas.microsoft.com/office/drawing/2014/main" id="{116B6D5F-CCA4-4E7B-808A-E8C112A5C3D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611" name="Arc 12610">
                        <a:extLst>
                          <a:ext uri="{FF2B5EF4-FFF2-40B4-BE49-F238E27FC236}">
                            <a16:creationId xmlns:a16="http://schemas.microsoft.com/office/drawing/2014/main" id="{F8C2AD7D-26AA-17A2-6138-D43AA799FD2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602" name="Group 12601">
                      <a:extLst>
                        <a:ext uri="{FF2B5EF4-FFF2-40B4-BE49-F238E27FC236}">
                          <a16:creationId xmlns:a16="http://schemas.microsoft.com/office/drawing/2014/main" id="{3CD74848-174A-C972-7950-642B01132EF6}"/>
                        </a:ext>
                      </a:extLst>
                    </p:cNvPr>
                    <p:cNvGrpSpPr/>
                    <p:nvPr/>
                  </p:nvGrpSpPr>
                  <p:grpSpPr>
                    <a:xfrm>
                      <a:off x="6434137" y="3402011"/>
                      <a:ext cx="303213" cy="303213"/>
                      <a:chOff x="6434137" y="3402011"/>
                      <a:chExt cx="303213" cy="303213"/>
                    </a:xfrm>
                  </p:grpSpPr>
                  <p:grpSp>
                    <p:nvGrpSpPr>
                      <p:cNvPr id="12603" name="Group 12602">
                        <a:extLst>
                          <a:ext uri="{FF2B5EF4-FFF2-40B4-BE49-F238E27FC236}">
                            <a16:creationId xmlns:a16="http://schemas.microsoft.com/office/drawing/2014/main" id="{5A499507-FC21-51E6-82BF-97FDD08C98C9}"/>
                          </a:ext>
                        </a:extLst>
                      </p:cNvPr>
                      <p:cNvGrpSpPr/>
                      <p:nvPr/>
                    </p:nvGrpSpPr>
                    <p:grpSpPr>
                      <a:xfrm flipH="1">
                        <a:off x="6478587" y="3446461"/>
                        <a:ext cx="214313" cy="214313"/>
                        <a:chOff x="5354637" y="3446463"/>
                        <a:chExt cx="214313" cy="214313"/>
                      </a:xfrm>
                    </p:grpSpPr>
                    <p:sp>
                      <p:nvSpPr>
                        <p:cNvPr id="12608" name="Arc 12607">
                          <a:extLst>
                            <a:ext uri="{FF2B5EF4-FFF2-40B4-BE49-F238E27FC236}">
                              <a16:creationId xmlns:a16="http://schemas.microsoft.com/office/drawing/2014/main" id="{80C4F9B4-5890-D37A-C03C-F4CCAF469EC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609" name="Arc 12608">
                          <a:extLst>
                            <a:ext uri="{FF2B5EF4-FFF2-40B4-BE49-F238E27FC236}">
                              <a16:creationId xmlns:a16="http://schemas.microsoft.com/office/drawing/2014/main" id="{8546FB21-DE7C-56E8-46BA-E1941D64024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604" name="Group 12603">
                        <a:extLst>
                          <a:ext uri="{FF2B5EF4-FFF2-40B4-BE49-F238E27FC236}">
                            <a16:creationId xmlns:a16="http://schemas.microsoft.com/office/drawing/2014/main" id="{EF708F95-D266-3615-C5E2-3BC403069893}"/>
                          </a:ext>
                        </a:extLst>
                      </p:cNvPr>
                      <p:cNvGrpSpPr/>
                      <p:nvPr/>
                    </p:nvGrpSpPr>
                    <p:grpSpPr>
                      <a:xfrm rot="14400000" flipH="1">
                        <a:off x="6434137" y="3402011"/>
                        <a:ext cx="303213" cy="303213"/>
                        <a:chOff x="5354637" y="3446463"/>
                        <a:chExt cx="214313" cy="214313"/>
                      </a:xfrm>
                    </p:grpSpPr>
                    <p:sp>
                      <p:nvSpPr>
                        <p:cNvPr id="12606" name="Arc 12605">
                          <a:extLst>
                            <a:ext uri="{FF2B5EF4-FFF2-40B4-BE49-F238E27FC236}">
                              <a16:creationId xmlns:a16="http://schemas.microsoft.com/office/drawing/2014/main" id="{C7B90D13-C62A-047B-4B03-9EF482BAAE6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607" name="Arc 12606">
                          <a:extLst>
                            <a:ext uri="{FF2B5EF4-FFF2-40B4-BE49-F238E27FC236}">
                              <a16:creationId xmlns:a16="http://schemas.microsoft.com/office/drawing/2014/main" id="{C7B13D51-BD39-1D2A-9B44-3F03E8BDC29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605" name="TextBox 12604">
                        <a:extLst>
                          <a:ext uri="{FF2B5EF4-FFF2-40B4-BE49-F238E27FC236}">
                            <a16:creationId xmlns:a16="http://schemas.microsoft.com/office/drawing/2014/main" id="{AFB53D31-AE1C-0FD6-F0DD-4CCA29781EE0}"/>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590" name="Group 12589">
                    <a:extLst>
                      <a:ext uri="{FF2B5EF4-FFF2-40B4-BE49-F238E27FC236}">
                        <a16:creationId xmlns:a16="http://schemas.microsoft.com/office/drawing/2014/main" id="{EDF2C37F-9824-D93A-7D46-210B0F363F3E}"/>
                      </a:ext>
                    </a:extLst>
                  </p:cNvPr>
                  <p:cNvGrpSpPr/>
                  <p:nvPr/>
                </p:nvGrpSpPr>
                <p:grpSpPr>
                  <a:xfrm>
                    <a:off x="6197413" y="3225768"/>
                    <a:ext cx="393192" cy="393192"/>
                    <a:chOff x="6389147" y="3932622"/>
                    <a:chExt cx="393192" cy="393192"/>
                  </a:xfrm>
                </p:grpSpPr>
                <p:grpSp>
                  <p:nvGrpSpPr>
                    <p:cNvPr id="12591" name="Group 12590">
                      <a:extLst>
                        <a:ext uri="{FF2B5EF4-FFF2-40B4-BE49-F238E27FC236}">
                          <a16:creationId xmlns:a16="http://schemas.microsoft.com/office/drawing/2014/main" id="{6D57F757-913D-F742-8B23-7A69B59AFED5}"/>
                        </a:ext>
                      </a:extLst>
                    </p:cNvPr>
                    <p:cNvGrpSpPr/>
                    <p:nvPr/>
                  </p:nvGrpSpPr>
                  <p:grpSpPr>
                    <a:xfrm flipH="1">
                      <a:off x="6478587" y="4022061"/>
                      <a:ext cx="214313" cy="214313"/>
                      <a:chOff x="5354637" y="3446463"/>
                      <a:chExt cx="214313" cy="214313"/>
                    </a:xfrm>
                  </p:grpSpPr>
                  <p:sp>
                    <p:nvSpPr>
                      <p:cNvPr id="12599" name="Arc 12598">
                        <a:extLst>
                          <a:ext uri="{FF2B5EF4-FFF2-40B4-BE49-F238E27FC236}">
                            <a16:creationId xmlns:a16="http://schemas.microsoft.com/office/drawing/2014/main" id="{3CF0C2D9-B901-5936-6517-44719897A51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600" name="Arc 12599">
                        <a:extLst>
                          <a:ext uri="{FF2B5EF4-FFF2-40B4-BE49-F238E27FC236}">
                            <a16:creationId xmlns:a16="http://schemas.microsoft.com/office/drawing/2014/main" id="{35E05CEE-4516-EF94-02A2-15CE9BE9F40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592" name="Group 12591">
                      <a:extLst>
                        <a:ext uri="{FF2B5EF4-FFF2-40B4-BE49-F238E27FC236}">
                          <a16:creationId xmlns:a16="http://schemas.microsoft.com/office/drawing/2014/main" id="{C56E2E84-05A2-C886-9E29-FE8500160609}"/>
                        </a:ext>
                      </a:extLst>
                    </p:cNvPr>
                    <p:cNvGrpSpPr/>
                    <p:nvPr/>
                  </p:nvGrpSpPr>
                  <p:grpSpPr>
                    <a:xfrm rot="7200000" flipH="1">
                      <a:off x="6434137" y="3977611"/>
                      <a:ext cx="303213" cy="303213"/>
                      <a:chOff x="5354637" y="3446463"/>
                      <a:chExt cx="214313" cy="214313"/>
                    </a:xfrm>
                  </p:grpSpPr>
                  <p:sp>
                    <p:nvSpPr>
                      <p:cNvPr id="12597" name="Arc 12596">
                        <a:extLst>
                          <a:ext uri="{FF2B5EF4-FFF2-40B4-BE49-F238E27FC236}">
                            <a16:creationId xmlns:a16="http://schemas.microsoft.com/office/drawing/2014/main" id="{7C842A92-5019-7EAC-8A50-EEF4E4DFF51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598" name="Arc 12597">
                        <a:extLst>
                          <a:ext uri="{FF2B5EF4-FFF2-40B4-BE49-F238E27FC236}">
                            <a16:creationId xmlns:a16="http://schemas.microsoft.com/office/drawing/2014/main" id="{630B8E73-06DC-64B5-E285-119898E3304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593" name="Group 12592">
                      <a:extLst>
                        <a:ext uri="{FF2B5EF4-FFF2-40B4-BE49-F238E27FC236}">
                          <a16:creationId xmlns:a16="http://schemas.microsoft.com/office/drawing/2014/main" id="{0E993514-2BE5-9819-2D44-6681FC7490FC}"/>
                        </a:ext>
                      </a:extLst>
                    </p:cNvPr>
                    <p:cNvGrpSpPr/>
                    <p:nvPr/>
                  </p:nvGrpSpPr>
                  <p:grpSpPr>
                    <a:xfrm rot="14400000" flipH="1">
                      <a:off x="6389147" y="3932622"/>
                      <a:ext cx="393192" cy="393192"/>
                      <a:chOff x="5354637" y="3446463"/>
                      <a:chExt cx="214313" cy="214313"/>
                    </a:xfrm>
                  </p:grpSpPr>
                  <p:sp>
                    <p:nvSpPr>
                      <p:cNvPr id="12595" name="Arc 12594">
                        <a:extLst>
                          <a:ext uri="{FF2B5EF4-FFF2-40B4-BE49-F238E27FC236}">
                            <a16:creationId xmlns:a16="http://schemas.microsoft.com/office/drawing/2014/main" id="{42350318-239C-F225-16C1-C3D9AD81CEC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596" name="Arc 12595">
                        <a:extLst>
                          <a:ext uri="{FF2B5EF4-FFF2-40B4-BE49-F238E27FC236}">
                            <a16:creationId xmlns:a16="http://schemas.microsoft.com/office/drawing/2014/main" id="{C58A03BC-4F14-2664-0C2F-4E45802FEF7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594" name="TextBox 12593">
                      <a:extLst>
                        <a:ext uri="{FF2B5EF4-FFF2-40B4-BE49-F238E27FC236}">
                          <a16:creationId xmlns:a16="http://schemas.microsoft.com/office/drawing/2014/main" id="{00DA8AD8-4142-2C18-6D70-32EDFA8689D4}"/>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540" name="Group 12539">
                  <a:extLst>
                    <a:ext uri="{FF2B5EF4-FFF2-40B4-BE49-F238E27FC236}">
                      <a16:creationId xmlns:a16="http://schemas.microsoft.com/office/drawing/2014/main" id="{D467EC3D-5FA9-EADF-51D9-A34B6A12D8B7}"/>
                    </a:ext>
                  </a:extLst>
                </p:cNvPr>
                <p:cNvGrpSpPr/>
                <p:nvPr/>
              </p:nvGrpSpPr>
              <p:grpSpPr>
                <a:xfrm>
                  <a:off x="6069086" y="3246228"/>
                  <a:ext cx="1019224" cy="991639"/>
                  <a:chOff x="5886431" y="3225768"/>
                  <a:chExt cx="1019224" cy="991639"/>
                </a:xfrm>
              </p:grpSpPr>
              <p:grpSp>
                <p:nvGrpSpPr>
                  <p:cNvPr id="12541" name="Group 12540">
                    <a:extLst>
                      <a:ext uri="{FF2B5EF4-FFF2-40B4-BE49-F238E27FC236}">
                        <a16:creationId xmlns:a16="http://schemas.microsoft.com/office/drawing/2014/main" id="{927E2173-34B6-E3DA-4F6E-B3F43D247D5E}"/>
                      </a:ext>
                    </a:extLst>
                  </p:cNvPr>
                  <p:cNvGrpSpPr/>
                  <p:nvPr/>
                </p:nvGrpSpPr>
                <p:grpSpPr>
                  <a:xfrm>
                    <a:off x="6197413" y="3824215"/>
                    <a:ext cx="393192" cy="393192"/>
                    <a:chOff x="5265196" y="3357021"/>
                    <a:chExt cx="393192" cy="393192"/>
                  </a:xfrm>
                </p:grpSpPr>
                <p:grpSp>
                  <p:nvGrpSpPr>
                    <p:cNvPr id="12576" name="Group 12575">
                      <a:extLst>
                        <a:ext uri="{FF2B5EF4-FFF2-40B4-BE49-F238E27FC236}">
                          <a16:creationId xmlns:a16="http://schemas.microsoft.com/office/drawing/2014/main" id="{A4FD4CD9-8F4D-C930-3B24-E9374A39A76C}"/>
                        </a:ext>
                      </a:extLst>
                    </p:cNvPr>
                    <p:cNvGrpSpPr/>
                    <p:nvPr/>
                  </p:nvGrpSpPr>
                  <p:grpSpPr>
                    <a:xfrm rot="14400000">
                      <a:off x="5265196" y="3357021"/>
                      <a:ext cx="393192" cy="393192"/>
                      <a:chOff x="5354637" y="3446463"/>
                      <a:chExt cx="214313" cy="214313"/>
                    </a:xfrm>
                  </p:grpSpPr>
                  <p:sp>
                    <p:nvSpPr>
                      <p:cNvPr id="12585" name="Arc 12584">
                        <a:extLst>
                          <a:ext uri="{FF2B5EF4-FFF2-40B4-BE49-F238E27FC236}">
                            <a16:creationId xmlns:a16="http://schemas.microsoft.com/office/drawing/2014/main" id="{6BCD5132-360C-C6C0-3960-760F6C48F64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586" name="Arc 12585">
                        <a:extLst>
                          <a:ext uri="{FF2B5EF4-FFF2-40B4-BE49-F238E27FC236}">
                            <a16:creationId xmlns:a16="http://schemas.microsoft.com/office/drawing/2014/main" id="{EDCD926B-C34D-B59F-A0B7-49F09256ECC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577" name="Group 12576">
                      <a:extLst>
                        <a:ext uri="{FF2B5EF4-FFF2-40B4-BE49-F238E27FC236}">
                          <a16:creationId xmlns:a16="http://schemas.microsoft.com/office/drawing/2014/main" id="{140687F4-8BEC-E9E8-9093-EBD454C701BB}"/>
                        </a:ext>
                      </a:extLst>
                    </p:cNvPr>
                    <p:cNvGrpSpPr/>
                    <p:nvPr/>
                  </p:nvGrpSpPr>
                  <p:grpSpPr>
                    <a:xfrm>
                      <a:off x="5310186" y="3402011"/>
                      <a:ext cx="303213" cy="303213"/>
                      <a:chOff x="5310186" y="3402011"/>
                      <a:chExt cx="303213" cy="303213"/>
                    </a:xfrm>
                  </p:grpSpPr>
                  <p:grpSp>
                    <p:nvGrpSpPr>
                      <p:cNvPr id="12578" name="Group 12577">
                        <a:extLst>
                          <a:ext uri="{FF2B5EF4-FFF2-40B4-BE49-F238E27FC236}">
                            <a16:creationId xmlns:a16="http://schemas.microsoft.com/office/drawing/2014/main" id="{0C92E100-6672-1D8E-E4DD-4C040FBA1FB0}"/>
                          </a:ext>
                        </a:extLst>
                      </p:cNvPr>
                      <p:cNvGrpSpPr/>
                      <p:nvPr/>
                    </p:nvGrpSpPr>
                    <p:grpSpPr>
                      <a:xfrm>
                        <a:off x="5354636" y="3446461"/>
                        <a:ext cx="214313" cy="214313"/>
                        <a:chOff x="5354637" y="3446463"/>
                        <a:chExt cx="214313" cy="214313"/>
                      </a:xfrm>
                    </p:grpSpPr>
                    <p:sp>
                      <p:nvSpPr>
                        <p:cNvPr id="12583" name="Arc 12582">
                          <a:extLst>
                            <a:ext uri="{FF2B5EF4-FFF2-40B4-BE49-F238E27FC236}">
                              <a16:creationId xmlns:a16="http://schemas.microsoft.com/office/drawing/2014/main" id="{A88D6E94-2376-FAF9-2E3D-600ACAA2AB8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584" name="Arc 12583">
                          <a:extLst>
                            <a:ext uri="{FF2B5EF4-FFF2-40B4-BE49-F238E27FC236}">
                              <a16:creationId xmlns:a16="http://schemas.microsoft.com/office/drawing/2014/main" id="{D64C3590-230A-C6A4-BBEB-6079B17C191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579" name="Group 12578">
                        <a:extLst>
                          <a:ext uri="{FF2B5EF4-FFF2-40B4-BE49-F238E27FC236}">
                            <a16:creationId xmlns:a16="http://schemas.microsoft.com/office/drawing/2014/main" id="{79056FD4-0CE1-84DB-AED4-04FC32D7B71A}"/>
                          </a:ext>
                        </a:extLst>
                      </p:cNvPr>
                      <p:cNvGrpSpPr/>
                      <p:nvPr/>
                    </p:nvGrpSpPr>
                    <p:grpSpPr>
                      <a:xfrm rot="7200000">
                        <a:off x="5310186" y="3402011"/>
                        <a:ext cx="303213" cy="303213"/>
                        <a:chOff x="5354637" y="3446463"/>
                        <a:chExt cx="214313" cy="214313"/>
                      </a:xfrm>
                    </p:grpSpPr>
                    <p:sp>
                      <p:nvSpPr>
                        <p:cNvPr id="12581" name="Arc 12580">
                          <a:extLst>
                            <a:ext uri="{FF2B5EF4-FFF2-40B4-BE49-F238E27FC236}">
                              <a16:creationId xmlns:a16="http://schemas.microsoft.com/office/drawing/2014/main" id="{AD7B9A49-B435-5C3F-E2CB-5A9BA98AC87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582" name="Arc 12581">
                          <a:extLst>
                            <a:ext uri="{FF2B5EF4-FFF2-40B4-BE49-F238E27FC236}">
                              <a16:creationId xmlns:a16="http://schemas.microsoft.com/office/drawing/2014/main" id="{FCEA72A3-016E-DAC9-6B6D-0244EB434E2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580" name="TextBox 12579">
                        <a:extLst>
                          <a:ext uri="{FF2B5EF4-FFF2-40B4-BE49-F238E27FC236}">
                            <a16:creationId xmlns:a16="http://schemas.microsoft.com/office/drawing/2014/main" id="{EB7EB0FA-8B31-56B1-66C5-9C549E2A6815}"/>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542" name="Group 12541">
                    <a:extLst>
                      <a:ext uri="{FF2B5EF4-FFF2-40B4-BE49-F238E27FC236}">
                        <a16:creationId xmlns:a16="http://schemas.microsoft.com/office/drawing/2014/main" id="{3FBF8093-BD9A-4EEE-6D4F-9DCD26AC5045}"/>
                      </a:ext>
                    </a:extLst>
                  </p:cNvPr>
                  <p:cNvGrpSpPr/>
                  <p:nvPr/>
                </p:nvGrpSpPr>
                <p:grpSpPr>
                  <a:xfrm>
                    <a:off x="5886431" y="3525040"/>
                    <a:ext cx="393192" cy="393192"/>
                    <a:chOff x="5265196" y="3932619"/>
                    <a:chExt cx="393192" cy="393192"/>
                  </a:xfrm>
                </p:grpSpPr>
                <p:grpSp>
                  <p:nvGrpSpPr>
                    <p:cNvPr id="12566" name="Group 12565">
                      <a:extLst>
                        <a:ext uri="{FF2B5EF4-FFF2-40B4-BE49-F238E27FC236}">
                          <a16:creationId xmlns:a16="http://schemas.microsoft.com/office/drawing/2014/main" id="{FCA8E2C1-FA24-1D4C-2BC8-E86D76DED908}"/>
                        </a:ext>
                      </a:extLst>
                    </p:cNvPr>
                    <p:cNvGrpSpPr/>
                    <p:nvPr/>
                  </p:nvGrpSpPr>
                  <p:grpSpPr>
                    <a:xfrm>
                      <a:off x="5354636" y="4022061"/>
                      <a:ext cx="214313" cy="214313"/>
                      <a:chOff x="5354637" y="3446463"/>
                      <a:chExt cx="214313" cy="214313"/>
                    </a:xfrm>
                  </p:grpSpPr>
                  <p:sp>
                    <p:nvSpPr>
                      <p:cNvPr id="12574" name="Arc 12573">
                        <a:extLst>
                          <a:ext uri="{FF2B5EF4-FFF2-40B4-BE49-F238E27FC236}">
                            <a16:creationId xmlns:a16="http://schemas.microsoft.com/office/drawing/2014/main" id="{844E048A-140F-1CBD-BEE6-DBC3FCF75F2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575" name="Arc 12574">
                        <a:extLst>
                          <a:ext uri="{FF2B5EF4-FFF2-40B4-BE49-F238E27FC236}">
                            <a16:creationId xmlns:a16="http://schemas.microsoft.com/office/drawing/2014/main" id="{D9076086-FDBE-4F8D-499B-7CCA325743F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567" name="Group 12566">
                      <a:extLst>
                        <a:ext uri="{FF2B5EF4-FFF2-40B4-BE49-F238E27FC236}">
                          <a16:creationId xmlns:a16="http://schemas.microsoft.com/office/drawing/2014/main" id="{DD45B3F2-CC8D-78ED-0D7A-CD0A1721ADDF}"/>
                        </a:ext>
                      </a:extLst>
                    </p:cNvPr>
                    <p:cNvGrpSpPr/>
                    <p:nvPr/>
                  </p:nvGrpSpPr>
                  <p:grpSpPr>
                    <a:xfrm rot="14400000">
                      <a:off x="5310186" y="3977611"/>
                      <a:ext cx="303213" cy="303213"/>
                      <a:chOff x="5354637" y="3446463"/>
                      <a:chExt cx="214313" cy="214313"/>
                    </a:xfrm>
                  </p:grpSpPr>
                  <p:sp>
                    <p:nvSpPr>
                      <p:cNvPr id="12572" name="Arc 12571">
                        <a:extLst>
                          <a:ext uri="{FF2B5EF4-FFF2-40B4-BE49-F238E27FC236}">
                            <a16:creationId xmlns:a16="http://schemas.microsoft.com/office/drawing/2014/main" id="{7B0A03BC-D889-5386-B3CD-7F06F4516F6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573" name="Arc 12572">
                        <a:extLst>
                          <a:ext uri="{FF2B5EF4-FFF2-40B4-BE49-F238E27FC236}">
                            <a16:creationId xmlns:a16="http://schemas.microsoft.com/office/drawing/2014/main" id="{865BB0B3-D220-B351-881D-5380450720D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568" name="Group 12567">
                      <a:extLst>
                        <a:ext uri="{FF2B5EF4-FFF2-40B4-BE49-F238E27FC236}">
                          <a16:creationId xmlns:a16="http://schemas.microsoft.com/office/drawing/2014/main" id="{CE4E8AC7-7409-C71F-8CBA-A3376FD3D98A}"/>
                        </a:ext>
                      </a:extLst>
                    </p:cNvPr>
                    <p:cNvGrpSpPr/>
                    <p:nvPr/>
                  </p:nvGrpSpPr>
                  <p:grpSpPr>
                    <a:xfrm rot="7200000">
                      <a:off x="5265196" y="3932619"/>
                      <a:ext cx="393192" cy="393192"/>
                      <a:chOff x="5354637" y="3446463"/>
                      <a:chExt cx="214313" cy="214313"/>
                    </a:xfrm>
                  </p:grpSpPr>
                  <p:sp>
                    <p:nvSpPr>
                      <p:cNvPr id="12570" name="Arc 12569">
                        <a:extLst>
                          <a:ext uri="{FF2B5EF4-FFF2-40B4-BE49-F238E27FC236}">
                            <a16:creationId xmlns:a16="http://schemas.microsoft.com/office/drawing/2014/main" id="{6E0861EA-98CC-F8F2-AB9F-F09988C8E81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571" name="Arc 12570">
                        <a:extLst>
                          <a:ext uri="{FF2B5EF4-FFF2-40B4-BE49-F238E27FC236}">
                            <a16:creationId xmlns:a16="http://schemas.microsoft.com/office/drawing/2014/main" id="{5869CB25-B692-B3E4-91D3-71C4FE5B4D9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569" name="TextBox 12568">
                      <a:extLst>
                        <a:ext uri="{FF2B5EF4-FFF2-40B4-BE49-F238E27FC236}">
                          <a16:creationId xmlns:a16="http://schemas.microsoft.com/office/drawing/2014/main" id="{CBD1DDA2-C875-CA2A-F8C1-47E1C09C4E39}"/>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2543" name="Group 12542">
                    <a:extLst>
                      <a:ext uri="{FF2B5EF4-FFF2-40B4-BE49-F238E27FC236}">
                        <a16:creationId xmlns:a16="http://schemas.microsoft.com/office/drawing/2014/main" id="{65F1F136-CDB0-DE8F-AC3B-72E2D03AB159}"/>
                      </a:ext>
                    </a:extLst>
                  </p:cNvPr>
                  <p:cNvGrpSpPr/>
                  <p:nvPr/>
                </p:nvGrpSpPr>
                <p:grpSpPr>
                  <a:xfrm>
                    <a:off x="6512463" y="3525040"/>
                    <a:ext cx="393192" cy="393192"/>
                    <a:chOff x="6389147" y="3357021"/>
                    <a:chExt cx="393192" cy="393192"/>
                  </a:xfrm>
                </p:grpSpPr>
                <p:grpSp>
                  <p:nvGrpSpPr>
                    <p:cNvPr id="12555" name="Group 12554">
                      <a:extLst>
                        <a:ext uri="{FF2B5EF4-FFF2-40B4-BE49-F238E27FC236}">
                          <a16:creationId xmlns:a16="http://schemas.microsoft.com/office/drawing/2014/main" id="{B1766CAD-0470-3304-15F9-1A67C57E83D3}"/>
                        </a:ext>
                      </a:extLst>
                    </p:cNvPr>
                    <p:cNvGrpSpPr/>
                    <p:nvPr/>
                  </p:nvGrpSpPr>
                  <p:grpSpPr>
                    <a:xfrm rot="7200000" flipH="1">
                      <a:off x="6389147" y="3357021"/>
                      <a:ext cx="393192" cy="393192"/>
                      <a:chOff x="5354637" y="3446463"/>
                      <a:chExt cx="214313" cy="214313"/>
                    </a:xfrm>
                  </p:grpSpPr>
                  <p:sp>
                    <p:nvSpPr>
                      <p:cNvPr id="12564" name="Arc 12563">
                        <a:extLst>
                          <a:ext uri="{FF2B5EF4-FFF2-40B4-BE49-F238E27FC236}">
                            <a16:creationId xmlns:a16="http://schemas.microsoft.com/office/drawing/2014/main" id="{45D859C7-22DA-A0A8-828D-01740112EF7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565" name="Arc 12564">
                        <a:extLst>
                          <a:ext uri="{FF2B5EF4-FFF2-40B4-BE49-F238E27FC236}">
                            <a16:creationId xmlns:a16="http://schemas.microsoft.com/office/drawing/2014/main" id="{F688F371-42C7-300E-8D13-B9794AE2F13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556" name="Group 12555">
                      <a:extLst>
                        <a:ext uri="{FF2B5EF4-FFF2-40B4-BE49-F238E27FC236}">
                          <a16:creationId xmlns:a16="http://schemas.microsoft.com/office/drawing/2014/main" id="{4A192ACE-F3EC-ABE2-9621-D2DDF8714701}"/>
                        </a:ext>
                      </a:extLst>
                    </p:cNvPr>
                    <p:cNvGrpSpPr/>
                    <p:nvPr/>
                  </p:nvGrpSpPr>
                  <p:grpSpPr>
                    <a:xfrm>
                      <a:off x="6434137" y="3402011"/>
                      <a:ext cx="303213" cy="303213"/>
                      <a:chOff x="6434137" y="3402011"/>
                      <a:chExt cx="303213" cy="303213"/>
                    </a:xfrm>
                  </p:grpSpPr>
                  <p:grpSp>
                    <p:nvGrpSpPr>
                      <p:cNvPr id="12557" name="Group 12556">
                        <a:extLst>
                          <a:ext uri="{FF2B5EF4-FFF2-40B4-BE49-F238E27FC236}">
                            <a16:creationId xmlns:a16="http://schemas.microsoft.com/office/drawing/2014/main" id="{E7D11C00-749E-E1C6-2345-FEBE21B756AD}"/>
                          </a:ext>
                        </a:extLst>
                      </p:cNvPr>
                      <p:cNvGrpSpPr/>
                      <p:nvPr/>
                    </p:nvGrpSpPr>
                    <p:grpSpPr>
                      <a:xfrm flipH="1">
                        <a:off x="6478587" y="3446461"/>
                        <a:ext cx="214313" cy="214313"/>
                        <a:chOff x="5354637" y="3446463"/>
                        <a:chExt cx="214313" cy="214313"/>
                      </a:xfrm>
                    </p:grpSpPr>
                    <p:sp>
                      <p:nvSpPr>
                        <p:cNvPr id="12562" name="Arc 12561">
                          <a:extLst>
                            <a:ext uri="{FF2B5EF4-FFF2-40B4-BE49-F238E27FC236}">
                              <a16:creationId xmlns:a16="http://schemas.microsoft.com/office/drawing/2014/main" id="{A0A6DFBA-8F58-4EB8-900F-1801854F049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563" name="Arc 12562">
                          <a:extLst>
                            <a:ext uri="{FF2B5EF4-FFF2-40B4-BE49-F238E27FC236}">
                              <a16:creationId xmlns:a16="http://schemas.microsoft.com/office/drawing/2014/main" id="{190536B4-A825-C2A2-681C-79795896979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558" name="Group 12557">
                        <a:extLst>
                          <a:ext uri="{FF2B5EF4-FFF2-40B4-BE49-F238E27FC236}">
                            <a16:creationId xmlns:a16="http://schemas.microsoft.com/office/drawing/2014/main" id="{5B931BA3-D8EC-AAC4-EEBF-BB3E21FD8A58}"/>
                          </a:ext>
                        </a:extLst>
                      </p:cNvPr>
                      <p:cNvGrpSpPr/>
                      <p:nvPr/>
                    </p:nvGrpSpPr>
                    <p:grpSpPr>
                      <a:xfrm rot="14400000" flipH="1">
                        <a:off x="6434137" y="3402011"/>
                        <a:ext cx="303213" cy="303213"/>
                        <a:chOff x="5354637" y="3446463"/>
                        <a:chExt cx="214313" cy="214313"/>
                      </a:xfrm>
                    </p:grpSpPr>
                    <p:sp>
                      <p:nvSpPr>
                        <p:cNvPr id="12560" name="Arc 12559">
                          <a:extLst>
                            <a:ext uri="{FF2B5EF4-FFF2-40B4-BE49-F238E27FC236}">
                              <a16:creationId xmlns:a16="http://schemas.microsoft.com/office/drawing/2014/main" id="{021B9EB9-2015-28A7-08B7-C0365413CC0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561" name="Arc 12560">
                          <a:extLst>
                            <a:ext uri="{FF2B5EF4-FFF2-40B4-BE49-F238E27FC236}">
                              <a16:creationId xmlns:a16="http://schemas.microsoft.com/office/drawing/2014/main" id="{3C798773-5DC2-2653-31E4-8ABE46C9CA1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559" name="TextBox 12558">
                        <a:extLst>
                          <a:ext uri="{FF2B5EF4-FFF2-40B4-BE49-F238E27FC236}">
                            <a16:creationId xmlns:a16="http://schemas.microsoft.com/office/drawing/2014/main" id="{70516ACF-6CE5-D1D8-D38A-B31F7DAE5A17}"/>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544" name="Group 12543">
                    <a:extLst>
                      <a:ext uri="{FF2B5EF4-FFF2-40B4-BE49-F238E27FC236}">
                        <a16:creationId xmlns:a16="http://schemas.microsoft.com/office/drawing/2014/main" id="{34553010-6BC0-0EE1-1F41-1277BB90AEA5}"/>
                      </a:ext>
                    </a:extLst>
                  </p:cNvPr>
                  <p:cNvGrpSpPr/>
                  <p:nvPr/>
                </p:nvGrpSpPr>
                <p:grpSpPr>
                  <a:xfrm>
                    <a:off x="6197413" y="3225768"/>
                    <a:ext cx="393192" cy="393192"/>
                    <a:chOff x="6389147" y="3932622"/>
                    <a:chExt cx="393192" cy="393192"/>
                  </a:xfrm>
                </p:grpSpPr>
                <p:grpSp>
                  <p:nvGrpSpPr>
                    <p:cNvPr id="12545" name="Group 12544">
                      <a:extLst>
                        <a:ext uri="{FF2B5EF4-FFF2-40B4-BE49-F238E27FC236}">
                          <a16:creationId xmlns:a16="http://schemas.microsoft.com/office/drawing/2014/main" id="{8DED2A23-7B4D-A06E-EFCC-F86312D5FEE3}"/>
                        </a:ext>
                      </a:extLst>
                    </p:cNvPr>
                    <p:cNvGrpSpPr/>
                    <p:nvPr/>
                  </p:nvGrpSpPr>
                  <p:grpSpPr>
                    <a:xfrm flipH="1">
                      <a:off x="6478587" y="4022061"/>
                      <a:ext cx="214313" cy="214313"/>
                      <a:chOff x="5354637" y="3446463"/>
                      <a:chExt cx="214313" cy="214313"/>
                    </a:xfrm>
                  </p:grpSpPr>
                  <p:sp>
                    <p:nvSpPr>
                      <p:cNvPr id="12553" name="Arc 12552">
                        <a:extLst>
                          <a:ext uri="{FF2B5EF4-FFF2-40B4-BE49-F238E27FC236}">
                            <a16:creationId xmlns:a16="http://schemas.microsoft.com/office/drawing/2014/main" id="{8446DE0B-3C48-6DB3-08DF-F419E251D27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554" name="Arc 12553">
                        <a:extLst>
                          <a:ext uri="{FF2B5EF4-FFF2-40B4-BE49-F238E27FC236}">
                            <a16:creationId xmlns:a16="http://schemas.microsoft.com/office/drawing/2014/main" id="{2A564E90-17E0-440E-81B3-1CEE3FC0A0B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546" name="Group 12545">
                      <a:extLst>
                        <a:ext uri="{FF2B5EF4-FFF2-40B4-BE49-F238E27FC236}">
                          <a16:creationId xmlns:a16="http://schemas.microsoft.com/office/drawing/2014/main" id="{0106295C-B545-78BE-F83A-01FA77FB1824}"/>
                        </a:ext>
                      </a:extLst>
                    </p:cNvPr>
                    <p:cNvGrpSpPr/>
                    <p:nvPr/>
                  </p:nvGrpSpPr>
                  <p:grpSpPr>
                    <a:xfrm rot="7200000" flipH="1">
                      <a:off x="6434137" y="3977611"/>
                      <a:ext cx="303213" cy="303213"/>
                      <a:chOff x="5354637" y="3446463"/>
                      <a:chExt cx="214313" cy="214313"/>
                    </a:xfrm>
                  </p:grpSpPr>
                  <p:sp>
                    <p:nvSpPr>
                      <p:cNvPr id="12551" name="Arc 12550">
                        <a:extLst>
                          <a:ext uri="{FF2B5EF4-FFF2-40B4-BE49-F238E27FC236}">
                            <a16:creationId xmlns:a16="http://schemas.microsoft.com/office/drawing/2014/main" id="{E8FA39F3-740B-FABD-D6A0-26DCA931FE9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552" name="Arc 12551">
                        <a:extLst>
                          <a:ext uri="{FF2B5EF4-FFF2-40B4-BE49-F238E27FC236}">
                            <a16:creationId xmlns:a16="http://schemas.microsoft.com/office/drawing/2014/main" id="{893F891B-FE84-15AB-9C97-BFEE4BF829A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547" name="Group 12546">
                      <a:extLst>
                        <a:ext uri="{FF2B5EF4-FFF2-40B4-BE49-F238E27FC236}">
                          <a16:creationId xmlns:a16="http://schemas.microsoft.com/office/drawing/2014/main" id="{319D6966-AEFF-FDEE-E1FF-CD7CC0150F11}"/>
                        </a:ext>
                      </a:extLst>
                    </p:cNvPr>
                    <p:cNvGrpSpPr/>
                    <p:nvPr/>
                  </p:nvGrpSpPr>
                  <p:grpSpPr>
                    <a:xfrm rot="14400000" flipH="1">
                      <a:off x="6389147" y="3932622"/>
                      <a:ext cx="393192" cy="393192"/>
                      <a:chOff x="5354637" y="3446463"/>
                      <a:chExt cx="214313" cy="214313"/>
                    </a:xfrm>
                  </p:grpSpPr>
                  <p:sp>
                    <p:nvSpPr>
                      <p:cNvPr id="12549" name="Arc 12548">
                        <a:extLst>
                          <a:ext uri="{FF2B5EF4-FFF2-40B4-BE49-F238E27FC236}">
                            <a16:creationId xmlns:a16="http://schemas.microsoft.com/office/drawing/2014/main" id="{9770731D-E977-DD51-FD2A-8BAFD1160B4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550" name="Arc 12549">
                        <a:extLst>
                          <a:ext uri="{FF2B5EF4-FFF2-40B4-BE49-F238E27FC236}">
                            <a16:creationId xmlns:a16="http://schemas.microsoft.com/office/drawing/2014/main" id="{CF2F3801-5213-1225-0C8B-4A9195AB27D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548" name="TextBox 12547">
                      <a:extLst>
                        <a:ext uri="{FF2B5EF4-FFF2-40B4-BE49-F238E27FC236}">
                          <a16:creationId xmlns:a16="http://schemas.microsoft.com/office/drawing/2014/main" id="{0A50009A-A95D-913F-4BFE-D946DA784727}"/>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2444" name="Group 12443">
                <a:extLst>
                  <a:ext uri="{FF2B5EF4-FFF2-40B4-BE49-F238E27FC236}">
                    <a16:creationId xmlns:a16="http://schemas.microsoft.com/office/drawing/2014/main" id="{D3374606-A0EC-A297-9AE9-8990022B130D}"/>
                  </a:ext>
                </a:extLst>
              </p:cNvPr>
              <p:cNvGrpSpPr/>
              <p:nvPr/>
            </p:nvGrpSpPr>
            <p:grpSpPr>
              <a:xfrm>
                <a:off x="6065340" y="2039507"/>
                <a:ext cx="1643204" cy="1593124"/>
                <a:chOff x="5445106" y="2644743"/>
                <a:chExt cx="1643204" cy="1593124"/>
              </a:xfrm>
            </p:grpSpPr>
            <p:grpSp>
              <p:nvGrpSpPr>
                <p:cNvPr id="12445" name="Group 12444">
                  <a:extLst>
                    <a:ext uri="{FF2B5EF4-FFF2-40B4-BE49-F238E27FC236}">
                      <a16:creationId xmlns:a16="http://schemas.microsoft.com/office/drawing/2014/main" id="{2C4B4CEF-2F78-BBF1-D621-EE62CB81B19E}"/>
                    </a:ext>
                  </a:extLst>
                </p:cNvPr>
                <p:cNvGrpSpPr/>
                <p:nvPr/>
              </p:nvGrpSpPr>
              <p:grpSpPr>
                <a:xfrm>
                  <a:off x="5445106" y="2644743"/>
                  <a:ext cx="1019224" cy="991639"/>
                  <a:chOff x="5886431" y="3225768"/>
                  <a:chExt cx="1019224" cy="991639"/>
                </a:xfrm>
              </p:grpSpPr>
              <p:grpSp>
                <p:nvGrpSpPr>
                  <p:cNvPr id="12493" name="Group 12492">
                    <a:extLst>
                      <a:ext uri="{FF2B5EF4-FFF2-40B4-BE49-F238E27FC236}">
                        <a16:creationId xmlns:a16="http://schemas.microsoft.com/office/drawing/2014/main" id="{E8C55DE7-9EA9-763B-48DE-B1E3C98E499F}"/>
                      </a:ext>
                    </a:extLst>
                  </p:cNvPr>
                  <p:cNvGrpSpPr/>
                  <p:nvPr/>
                </p:nvGrpSpPr>
                <p:grpSpPr>
                  <a:xfrm>
                    <a:off x="6197413" y="3824215"/>
                    <a:ext cx="393192" cy="393192"/>
                    <a:chOff x="5265196" y="3357021"/>
                    <a:chExt cx="393192" cy="393192"/>
                  </a:xfrm>
                </p:grpSpPr>
                <p:grpSp>
                  <p:nvGrpSpPr>
                    <p:cNvPr id="12528" name="Group 12527">
                      <a:extLst>
                        <a:ext uri="{FF2B5EF4-FFF2-40B4-BE49-F238E27FC236}">
                          <a16:creationId xmlns:a16="http://schemas.microsoft.com/office/drawing/2014/main" id="{0E842333-5BD9-982C-38D9-16E662FBFD1A}"/>
                        </a:ext>
                      </a:extLst>
                    </p:cNvPr>
                    <p:cNvGrpSpPr/>
                    <p:nvPr/>
                  </p:nvGrpSpPr>
                  <p:grpSpPr>
                    <a:xfrm rot="14400000">
                      <a:off x="5265196" y="3357021"/>
                      <a:ext cx="393192" cy="393192"/>
                      <a:chOff x="5354637" y="3446463"/>
                      <a:chExt cx="214313" cy="214313"/>
                    </a:xfrm>
                  </p:grpSpPr>
                  <p:sp>
                    <p:nvSpPr>
                      <p:cNvPr id="12537" name="Arc 12536">
                        <a:extLst>
                          <a:ext uri="{FF2B5EF4-FFF2-40B4-BE49-F238E27FC236}">
                            <a16:creationId xmlns:a16="http://schemas.microsoft.com/office/drawing/2014/main" id="{58CD87CB-58A0-3908-0DBC-340D3EA703C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538" name="Arc 12537">
                        <a:extLst>
                          <a:ext uri="{FF2B5EF4-FFF2-40B4-BE49-F238E27FC236}">
                            <a16:creationId xmlns:a16="http://schemas.microsoft.com/office/drawing/2014/main" id="{B325E7D4-8A7C-06DE-2C85-1848538A8B9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529" name="Group 12528">
                      <a:extLst>
                        <a:ext uri="{FF2B5EF4-FFF2-40B4-BE49-F238E27FC236}">
                          <a16:creationId xmlns:a16="http://schemas.microsoft.com/office/drawing/2014/main" id="{6AD9A181-CA3B-2712-E657-90C89E0C9013}"/>
                        </a:ext>
                      </a:extLst>
                    </p:cNvPr>
                    <p:cNvGrpSpPr/>
                    <p:nvPr/>
                  </p:nvGrpSpPr>
                  <p:grpSpPr>
                    <a:xfrm>
                      <a:off x="5310186" y="3402011"/>
                      <a:ext cx="303213" cy="303213"/>
                      <a:chOff x="5310186" y="3402011"/>
                      <a:chExt cx="303213" cy="303213"/>
                    </a:xfrm>
                  </p:grpSpPr>
                  <p:grpSp>
                    <p:nvGrpSpPr>
                      <p:cNvPr id="12530" name="Group 12529">
                        <a:extLst>
                          <a:ext uri="{FF2B5EF4-FFF2-40B4-BE49-F238E27FC236}">
                            <a16:creationId xmlns:a16="http://schemas.microsoft.com/office/drawing/2014/main" id="{1F42B344-CBA8-0A35-287A-690D3F38BF43}"/>
                          </a:ext>
                        </a:extLst>
                      </p:cNvPr>
                      <p:cNvGrpSpPr/>
                      <p:nvPr/>
                    </p:nvGrpSpPr>
                    <p:grpSpPr>
                      <a:xfrm>
                        <a:off x="5354636" y="3446461"/>
                        <a:ext cx="214313" cy="214313"/>
                        <a:chOff x="5354637" y="3446463"/>
                        <a:chExt cx="214313" cy="214313"/>
                      </a:xfrm>
                    </p:grpSpPr>
                    <p:sp>
                      <p:nvSpPr>
                        <p:cNvPr id="12535" name="Arc 12534">
                          <a:extLst>
                            <a:ext uri="{FF2B5EF4-FFF2-40B4-BE49-F238E27FC236}">
                              <a16:creationId xmlns:a16="http://schemas.microsoft.com/office/drawing/2014/main" id="{AC45A6D5-3AFE-B8F7-46CB-3C4162F617F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536" name="Arc 12535">
                          <a:extLst>
                            <a:ext uri="{FF2B5EF4-FFF2-40B4-BE49-F238E27FC236}">
                              <a16:creationId xmlns:a16="http://schemas.microsoft.com/office/drawing/2014/main" id="{8CCD963C-854B-4A49-E4FF-FF47DFC388C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531" name="Group 12530">
                        <a:extLst>
                          <a:ext uri="{FF2B5EF4-FFF2-40B4-BE49-F238E27FC236}">
                            <a16:creationId xmlns:a16="http://schemas.microsoft.com/office/drawing/2014/main" id="{795909CB-9FEE-7356-F021-B075712177F7}"/>
                          </a:ext>
                        </a:extLst>
                      </p:cNvPr>
                      <p:cNvGrpSpPr/>
                      <p:nvPr/>
                    </p:nvGrpSpPr>
                    <p:grpSpPr>
                      <a:xfrm rot="7200000">
                        <a:off x="5310186" y="3402011"/>
                        <a:ext cx="303213" cy="303213"/>
                        <a:chOff x="5354637" y="3446463"/>
                        <a:chExt cx="214313" cy="214313"/>
                      </a:xfrm>
                    </p:grpSpPr>
                    <p:sp>
                      <p:nvSpPr>
                        <p:cNvPr id="12533" name="Arc 12532">
                          <a:extLst>
                            <a:ext uri="{FF2B5EF4-FFF2-40B4-BE49-F238E27FC236}">
                              <a16:creationId xmlns:a16="http://schemas.microsoft.com/office/drawing/2014/main" id="{59ABD485-AAF8-2495-B538-C163D4F9EA5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534" name="Arc 12533">
                          <a:extLst>
                            <a:ext uri="{FF2B5EF4-FFF2-40B4-BE49-F238E27FC236}">
                              <a16:creationId xmlns:a16="http://schemas.microsoft.com/office/drawing/2014/main" id="{17C50B0F-B125-8D91-AA10-08824D6D335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532" name="TextBox 12531">
                        <a:extLst>
                          <a:ext uri="{FF2B5EF4-FFF2-40B4-BE49-F238E27FC236}">
                            <a16:creationId xmlns:a16="http://schemas.microsoft.com/office/drawing/2014/main" id="{5E4D64AB-E1F5-4EF0-03F9-84C1DCC6FFE7}"/>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494" name="Group 12493">
                    <a:extLst>
                      <a:ext uri="{FF2B5EF4-FFF2-40B4-BE49-F238E27FC236}">
                        <a16:creationId xmlns:a16="http://schemas.microsoft.com/office/drawing/2014/main" id="{E5BFF68F-9F19-F198-9A98-42A5C1E70186}"/>
                      </a:ext>
                    </a:extLst>
                  </p:cNvPr>
                  <p:cNvGrpSpPr/>
                  <p:nvPr/>
                </p:nvGrpSpPr>
                <p:grpSpPr>
                  <a:xfrm>
                    <a:off x="5886431" y="3525040"/>
                    <a:ext cx="393192" cy="393192"/>
                    <a:chOff x="5265196" y="3932619"/>
                    <a:chExt cx="393192" cy="393192"/>
                  </a:xfrm>
                </p:grpSpPr>
                <p:grpSp>
                  <p:nvGrpSpPr>
                    <p:cNvPr id="12518" name="Group 12517">
                      <a:extLst>
                        <a:ext uri="{FF2B5EF4-FFF2-40B4-BE49-F238E27FC236}">
                          <a16:creationId xmlns:a16="http://schemas.microsoft.com/office/drawing/2014/main" id="{870D68DC-ADE1-0056-56AB-803FC0FE0478}"/>
                        </a:ext>
                      </a:extLst>
                    </p:cNvPr>
                    <p:cNvGrpSpPr/>
                    <p:nvPr/>
                  </p:nvGrpSpPr>
                  <p:grpSpPr>
                    <a:xfrm>
                      <a:off x="5354636" y="4022061"/>
                      <a:ext cx="214313" cy="214313"/>
                      <a:chOff x="5354637" y="3446463"/>
                      <a:chExt cx="214313" cy="214313"/>
                    </a:xfrm>
                  </p:grpSpPr>
                  <p:sp>
                    <p:nvSpPr>
                      <p:cNvPr id="12526" name="Arc 12525">
                        <a:extLst>
                          <a:ext uri="{FF2B5EF4-FFF2-40B4-BE49-F238E27FC236}">
                            <a16:creationId xmlns:a16="http://schemas.microsoft.com/office/drawing/2014/main" id="{4F1F7A36-0372-3E22-477F-930FDCB9355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527" name="Arc 12526">
                        <a:extLst>
                          <a:ext uri="{FF2B5EF4-FFF2-40B4-BE49-F238E27FC236}">
                            <a16:creationId xmlns:a16="http://schemas.microsoft.com/office/drawing/2014/main" id="{33E32377-42ED-E698-6E63-D81E79A9189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519" name="Group 12518">
                      <a:extLst>
                        <a:ext uri="{FF2B5EF4-FFF2-40B4-BE49-F238E27FC236}">
                          <a16:creationId xmlns:a16="http://schemas.microsoft.com/office/drawing/2014/main" id="{1D58C26A-5F22-9408-1914-2AFC57992AAF}"/>
                        </a:ext>
                      </a:extLst>
                    </p:cNvPr>
                    <p:cNvGrpSpPr/>
                    <p:nvPr/>
                  </p:nvGrpSpPr>
                  <p:grpSpPr>
                    <a:xfrm rot="14400000">
                      <a:off x="5310186" y="3977611"/>
                      <a:ext cx="303213" cy="303213"/>
                      <a:chOff x="5354637" y="3446463"/>
                      <a:chExt cx="214313" cy="214313"/>
                    </a:xfrm>
                  </p:grpSpPr>
                  <p:sp>
                    <p:nvSpPr>
                      <p:cNvPr id="12524" name="Arc 12523">
                        <a:extLst>
                          <a:ext uri="{FF2B5EF4-FFF2-40B4-BE49-F238E27FC236}">
                            <a16:creationId xmlns:a16="http://schemas.microsoft.com/office/drawing/2014/main" id="{3725395A-D178-AB86-84FE-68FED38C625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525" name="Arc 12524">
                        <a:extLst>
                          <a:ext uri="{FF2B5EF4-FFF2-40B4-BE49-F238E27FC236}">
                            <a16:creationId xmlns:a16="http://schemas.microsoft.com/office/drawing/2014/main" id="{A98CBCF4-0501-D355-5135-02DB85850C0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520" name="Group 12519">
                      <a:extLst>
                        <a:ext uri="{FF2B5EF4-FFF2-40B4-BE49-F238E27FC236}">
                          <a16:creationId xmlns:a16="http://schemas.microsoft.com/office/drawing/2014/main" id="{6E63DB53-A9C3-C664-8145-ED6C5921B195}"/>
                        </a:ext>
                      </a:extLst>
                    </p:cNvPr>
                    <p:cNvGrpSpPr/>
                    <p:nvPr/>
                  </p:nvGrpSpPr>
                  <p:grpSpPr>
                    <a:xfrm rot="7200000">
                      <a:off x="5265196" y="3932619"/>
                      <a:ext cx="393192" cy="393192"/>
                      <a:chOff x="5354637" y="3446463"/>
                      <a:chExt cx="214313" cy="214313"/>
                    </a:xfrm>
                  </p:grpSpPr>
                  <p:sp>
                    <p:nvSpPr>
                      <p:cNvPr id="12522" name="Arc 12521">
                        <a:extLst>
                          <a:ext uri="{FF2B5EF4-FFF2-40B4-BE49-F238E27FC236}">
                            <a16:creationId xmlns:a16="http://schemas.microsoft.com/office/drawing/2014/main" id="{C5C02926-B959-6315-BB5B-AE867424AF9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523" name="Arc 12522">
                        <a:extLst>
                          <a:ext uri="{FF2B5EF4-FFF2-40B4-BE49-F238E27FC236}">
                            <a16:creationId xmlns:a16="http://schemas.microsoft.com/office/drawing/2014/main" id="{8E86E515-4A5C-E7C1-78B4-384B1288199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521" name="TextBox 12520">
                      <a:extLst>
                        <a:ext uri="{FF2B5EF4-FFF2-40B4-BE49-F238E27FC236}">
                          <a16:creationId xmlns:a16="http://schemas.microsoft.com/office/drawing/2014/main" id="{4816575C-2593-1519-483D-A18D7659A3E5}"/>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2495" name="Group 12494">
                    <a:extLst>
                      <a:ext uri="{FF2B5EF4-FFF2-40B4-BE49-F238E27FC236}">
                        <a16:creationId xmlns:a16="http://schemas.microsoft.com/office/drawing/2014/main" id="{06BF85A5-64CE-E2B5-4913-28174E581533}"/>
                      </a:ext>
                    </a:extLst>
                  </p:cNvPr>
                  <p:cNvGrpSpPr/>
                  <p:nvPr/>
                </p:nvGrpSpPr>
                <p:grpSpPr>
                  <a:xfrm>
                    <a:off x="6512463" y="3525040"/>
                    <a:ext cx="393192" cy="393192"/>
                    <a:chOff x="6389147" y="3357021"/>
                    <a:chExt cx="393192" cy="393192"/>
                  </a:xfrm>
                </p:grpSpPr>
                <p:grpSp>
                  <p:nvGrpSpPr>
                    <p:cNvPr id="12507" name="Group 12506">
                      <a:extLst>
                        <a:ext uri="{FF2B5EF4-FFF2-40B4-BE49-F238E27FC236}">
                          <a16:creationId xmlns:a16="http://schemas.microsoft.com/office/drawing/2014/main" id="{CCE3AD62-3236-7231-9D20-99B8EAE7882D}"/>
                        </a:ext>
                      </a:extLst>
                    </p:cNvPr>
                    <p:cNvGrpSpPr/>
                    <p:nvPr/>
                  </p:nvGrpSpPr>
                  <p:grpSpPr>
                    <a:xfrm rot="7200000" flipH="1">
                      <a:off x="6389147" y="3357021"/>
                      <a:ext cx="393192" cy="393192"/>
                      <a:chOff x="5354637" y="3446463"/>
                      <a:chExt cx="214313" cy="214313"/>
                    </a:xfrm>
                  </p:grpSpPr>
                  <p:sp>
                    <p:nvSpPr>
                      <p:cNvPr id="12516" name="Arc 12515">
                        <a:extLst>
                          <a:ext uri="{FF2B5EF4-FFF2-40B4-BE49-F238E27FC236}">
                            <a16:creationId xmlns:a16="http://schemas.microsoft.com/office/drawing/2014/main" id="{E5575229-7E8F-4C48-6CA0-CBA1721B602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517" name="Arc 12516">
                        <a:extLst>
                          <a:ext uri="{FF2B5EF4-FFF2-40B4-BE49-F238E27FC236}">
                            <a16:creationId xmlns:a16="http://schemas.microsoft.com/office/drawing/2014/main" id="{85C3695C-B0AB-E6D4-5977-97559C14D53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508" name="Group 12507">
                      <a:extLst>
                        <a:ext uri="{FF2B5EF4-FFF2-40B4-BE49-F238E27FC236}">
                          <a16:creationId xmlns:a16="http://schemas.microsoft.com/office/drawing/2014/main" id="{A38BA03B-E949-DA58-EAAB-7AEC76F5AAFB}"/>
                        </a:ext>
                      </a:extLst>
                    </p:cNvPr>
                    <p:cNvGrpSpPr/>
                    <p:nvPr/>
                  </p:nvGrpSpPr>
                  <p:grpSpPr>
                    <a:xfrm>
                      <a:off x="6434137" y="3402011"/>
                      <a:ext cx="303213" cy="303213"/>
                      <a:chOff x="6434137" y="3402011"/>
                      <a:chExt cx="303213" cy="303213"/>
                    </a:xfrm>
                  </p:grpSpPr>
                  <p:grpSp>
                    <p:nvGrpSpPr>
                      <p:cNvPr id="12509" name="Group 12508">
                        <a:extLst>
                          <a:ext uri="{FF2B5EF4-FFF2-40B4-BE49-F238E27FC236}">
                            <a16:creationId xmlns:a16="http://schemas.microsoft.com/office/drawing/2014/main" id="{5B530DC6-CA53-D001-0912-E2323AE6BF5C}"/>
                          </a:ext>
                        </a:extLst>
                      </p:cNvPr>
                      <p:cNvGrpSpPr/>
                      <p:nvPr/>
                    </p:nvGrpSpPr>
                    <p:grpSpPr>
                      <a:xfrm flipH="1">
                        <a:off x="6478587" y="3446461"/>
                        <a:ext cx="214313" cy="214313"/>
                        <a:chOff x="5354637" y="3446463"/>
                        <a:chExt cx="214313" cy="214313"/>
                      </a:xfrm>
                    </p:grpSpPr>
                    <p:sp>
                      <p:nvSpPr>
                        <p:cNvPr id="12514" name="Arc 12513">
                          <a:extLst>
                            <a:ext uri="{FF2B5EF4-FFF2-40B4-BE49-F238E27FC236}">
                              <a16:creationId xmlns:a16="http://schemas.microsoft.com/office/drawing/2014/main" id="{8C835873-284E-EECC-4769-7BAC29C8C57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515" name="Arc 12514">
                          <a:extLst>
                            <a:ext uri="{FF2B5EF4-FFF2-40B4-BE49-F238E27FC236}">
                              <a16:creationId xmlns:a16="http://schemas.microsoft.com/office/drawing/2014/main" id="{B391E4B3-767F-E727-CC83-C6780922C73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510" name="Group 12509">
                        <a:extLst>
                          <a:ext uri="{FF2B5EF4-FFF2-40B4-BE49-F238E27FC236}">
                            <a16:creationId xmlns:a16="http://schemas.microsoft.com/office/drawing/2014/main" id="{CA35656C-1400-4F80-7028-2A9AB94ACDE5}"/>
                          </a:ext>
                        </a:extLst>
                      </p:cNvPr>
                      <p:cNvGrpSpPr/>
                      <p:nvPr/>
                    </p:nvGrpSpPr>
                    <p:grpSpPr>
                      <a:xfrm rot="14400000" flipH="1">
                        <a:off x="6434137" y="3402011"/>
                        <a:ext cx="303213" cy="303213"/>
                        <a:chOff x="5354637" y="3446463"/>
                        <a:chExt cx="214313" cy="214313"/>
                      </a:xfrm>
                    </p:grpSpPr>
                    <p:sp>
                      <p:nvSpPr>
                        <p:cNvPr id="12512" name="Arc 12511">
                          <a:extLst>
                            <a:ext uri="{FF2B5EF4-FFF2-40B4-BE49-F238E27FC236}">
                              <a16:creationId xmlns:a16="http://schemas.microsoft.com/office/drawing/2014/main" id="{F8E2F91D-8B8D-35E3-E0B7-67FF6584397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513" name="Arc 12512">
                          <a:extLst>
                            <a:ext uri="{FF2B5EF4-FFF2-40B4-BE49-F238E27FC236}">
                              <a16:creationId xmlns:a16="http://schemas.microsoft.com/office/drawing/2014/main" id="{D25309F1-B12B-55E9-BA36-21C5DACA60F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511" name="TextBox 12510">
                        <a:extLst>
                          <a:ext uri="{FF2B5EF4-FFF2-40B4-BE49-F238E27FC236}">
                            <a16:creationId xmlns:a16="http://schemas.microsoft.com/office/drawing/2014/main" id="{9DCD4149-AF66-9524-B5AD-50094F66AB13}"/>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496" name="Group 12495">
                    <a:extLst>
                      <a:ext uri="{FF2B5EF4-FFF2-40B4-BE49-F238E27FC236}">
                        <a16:creationId xmlns:a16="http://schemas.microsoft.com/office/drawing/2014/main" id="{DF80D60A-4DB7-30AA-6C51-2198E5AD5E67}"/>
                      </a:ext>
                    </a:extLst>
                  </p:cNvPr>
                  <p:cNvGrpSpPr/>
                  <p:nvPr/>
                </p:nvGrpSpPr>
                <p:grpSpPr>
                  <a:xfrm>
                    <a:off x="6197413" y="3225768"/>
                    <a:ext cx="393192" cy="393192"/>
                    <a:chOff x="6389147" y="3932622"/>
                    <a:chExt cx="393192" cy="393192"/>
                  </a:xfrm>
                </p:grpSpPr>
                <p:grpSp>
                  <p:nvGrpSpPr>
                    <p:cNvPr id="12497" name="Group 12496">
                      <a:extLst>
                        <a:ext uri="{FF2B5EF4-FFF2-40B4-BE49-F238E27FC236}">
                          <a16:creationId xmlns:a16="http://schemas.microsoft.com/office/drawing/2014/main" id="{0848D1ED-A454-9AD0-B853-6D3802CDA031}"/>
                        </a:ext>
                      </a:extLst>
                    </p:cNvPr>
                    <p:cNvGrpSpPr/>
                    <p:nvPr/>
                  </p:nvGrpSpPr>
                  <p:grpSpPr>
                    <a:xfrm flipH="1">
                      <a:off x="6478587" y="4022061"/>
                      <a:ext cx="214313" cy="214313"/>
                      <a:chOff x="5354637" y="3446463"/>
                      <a:chExt cx="214313" cy="214313"/>
                    </a:xfrm>
                  </p:grpSpPr>
                  <p:sp>
                    <p:nvSpPr>
                      <p:cNvPr id="12505" name="Arc 12504">
                        <a:extLst>
                          <a:ext uri="{FF2B5EF4-FFF2-40B4-BE49-F238E27FC236}">
                            <a16:creationId xmlns:a16="http://schemas.microsoft.com/office/drawing/2014/main" id="{166E7095-13B2-9968-7A49-809946E4F83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506" name="Arc 12505">
                        <a:extLst>
                          <a:ext uri="{FF2B5EF4-FFF2-40B4-BE49-F238E27FC236}">
                            <a16:creationId xmlns:a16="http://schemas.microsoft.com/office/drawing/2014/main" id="{8D47F172-E23A-EF28-CC55-B8B5317E92B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498" name="Group 12497">
                      <a:extLst>
                        <a:ext uri="{FF2B5EF4-FFF2-40B4-BE49-F238E27FC236}">
                          <a16:creationId xmlns:a16="http://schemas.microsoft.com/office/drawing/2014/main" id="{E313487E-202F-79ED-CEEB-F41FDCAA7C2D}"/>
                        </a:ext>
                      </a:extLst>
                    </p:cNvPr>
                    <p:cNvGrpSpPr/>
                    <p:nvPr/>
                  </p:nvGrpSpPr>
                  <p:grpSpPr>
                    <a:xfrm rot="7200000" flipH="1">
                      <a:off x="6434137" y="3977611"/>
                      <a:ext cx="303213" cy="303213"/>
                      <a:chOff x="5354637" y="3446463"/>
                      <a:chExt cx="214313" cy="214313"/>
                    </a:xfrm>
                  </p:grpSpPr>
                  <p:sp>
                    <p:nvSpPr>
                      <p:cNvPr id="12503" name="Arc 12502">
                        <a:extLst>
                          <a:ext uri="{FF2B5EF4-FFF2-40B4-BE49-F238E27FC236}">
                            <a16:creationId xmlns:a16="http://schemas.microsoft.com/office/drawing/2014/main" id="{739ABB98-46E1-A129-7E70-2404396EC7A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504" name="Arc 12503">
                        <a:extLst>
                          <a:ext uri="{FF2B5EF4-FFF2-40B4-BE49-F238E27FC236}">
                            <a16:creationId xmlns:a16="http://schemas.microsoft.com/office/drawing/2014/main" id="{D70D1B0C-E5E7-7E03-1D7F-11B710692D4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499" name="Group 12498">
                      <a:extLst>
                        <a:ext uri="{FF2B5EF4-FFF2-40B4-BE49-F238E27FC236}">
                          <a16:creationId xmlns:a16="http://schemas.microsoft.com/office/drawing/2014/main" id="{1B1CA580-BD69-9EA5-86E1-32672CD4D604}"/>
                        </a:ext>
                      </a:extLst>
                    </p:cNvPr>
                    <p:cNvGrpSpPr/>
                    <p:nvPr/>
                  </p:nvGrpSpPr>
                  <p:grpSpPr>
                    <a:xfrm rot="14400000" flipH="1">
                      <a:off x="6389147" y="3932622"/>
                      <a:ext cx="393192" cy="393192"/>
                      <a:chOff x="5354637" y="3446463"/>
                      <a:chExt cx="214313" cy="214313"/>
                    </a:xfrm>
                  </p:grpSpPr>
                  <p:sp>
                    <p:nvSpPr>
                      <p:cNvPr id="12501" name="Arc 12500">
                        <a:extLst>
                          <a:ext uri="{FF2B5EF4-FFF2-40B4-BE49-F238E27FC236}">
                            <a16:creationId xmlns:a16="http://schemas.microsoft.com/office/drawing/2014/main" id="{A2CB4A67-5FA6-9A01-3A3D-E449B6A47B6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502" name="Arc 12501">
                        <a:extLst>
                          <a:ext uri="{FF2B5EF4-FFF2-40B4-BE49-F238E27FC236}">
                            <a16:creationId xmlns:a16="http://schemas.microsoft.com/office/drawing/2014/main" id="{34A77414-7508-8C84-6203-98259A0F816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500" name="TextBox 12499">
                      <a:extLst>
                        <a:ext uri="{FF2B5EF4-FFF2-40B4-BE49-F238E27FC236}">
                          <a16:creationId xmlns:a16="http://schemas.microsoft.com/office/drawing/2014/main" id="{EF978180-ECE5-C9C4-1984-28EA7D2CF292}"/>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446" name="Group 12445">
                  <a:extLst>
                    <a:ext uri="{FF2B5EF4-FFF2-40B4-BE49-F238E27FC236}">
                      <a16:creationId xmlns:a16="http://schemas.microsoft.com/office/drawing/2014/main" id="{07FA3CEB-5444-09F2-47A4-495D03621D52}"/>
                    </a:ext>
                  </a:extLst>
                </p:cNvPr>
                <p:cNvGrpSpPr/>
                <p:nvPr/>
              </p:nvGrpSpPr>
              <p:grpSpPr>
                <a:xfrm>
                  <a:off x="6069086" y="3246228"/>
                  <a:ext cx="1019224" cy="991639"/>
                  <a:chOff x="5886431" y="3225768"/>
                  <a:chExt cx="1019224" cy="991639"/>
                </a:xfrm>
              </p:grpSpPr>
              <p:grpSp>
                <p:nvGrpSpPr>
                  <p:cNvPr id="12447" name="Group 12446">
                    <a:extLst>
                      <a:ext uri="{FF2B5EF4-FFF2-40B4-BE49-F238E27FC236}">
                        <a16:creationId xmlns:a16="http://schemas.microsoft.com/office/drawing/2014/main" id="{2B2BA586-9DB5-9551-D214-1BDF75F80369}"/>
                      </a:ext>
                    </a:extLst>
                  </p:cNvPr>
                  <p:cNvGrpSpPr/>
                  <p:nvPr/>
                </p:nvGrpSpPr>
                <p:grpSpPr>
                  <a:xfrm>
                    <a:off x="6197413" y="3824215"/>
                    <a:ext cx="393192" cy="393192"/>
                    <a:chOff x="5265196" y="3357021"/>
                    <a:chExt cx="393192" cy="393192"/>
                  </a:xfrm>
                </p:grpSpPr>
                <p:grpSp>
                  <p:nvGrpSpPr>
                    <p:cNvPr id="12482" name="Group 12481">
                      <a:extLst>
                        <a:ext uri="{FF2B5EF4-FFF2-40B4-BE49-F238E27FC236}">
                          <a16:creationId xmlns:a16="http://schemas.microsoft.com/office/drawing/2014/main" id="{EAED970C-7A7E-1EB4-B66E-605C8E53EC04}"/>
                        </a:ext>
                      </a:extLst>
                    </p:cNvPr>
                    <p:cNvGrpSpPr/>
                    <p:nvPr/>
                  </p:nvGrpSpPr>
                  <p:grpSpPr>
                    <a:xfrm rot="14400000">
                      <a:off x="5265196" y="3357021"/>
                      <a:ext cx="393192" cy="393192"/>
                      <a:chOff x="5354637" y="3446463"/>
                      <a:chExt cx="214313" cy="214313"/>
                    </a:xfrm>
                  </p:grpSpPr>
                  <p:sp>
                    <p:nvSpPr>
                      <p:cNvPr id="12491" name="Arc 12490">
                        <a:extLst>
                          <a:ext uri="{FF2B5EF4-FFF2-40B4-BE49-F238E27FC236}">
                            <a16:creationId xmlns:a16="http://schemas.microsoft.com/office/drawing/2014/main" id="{BEAA7F3A-4DD5-FEF5-1113-7987D033396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492" name="Arc 12491">
                        <a:extLst>
                          <a:ext uri="{FF2B5EF4-FFF2-40B4-BE49-F238E27FC236}">
                            <a16:creationId xmlns:a16="http://schemas.microsoft.com/office/drawing/2014/main" id="{055C4D5D-560D-C14D-CF72-A07FDAEB535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483" name="Group 12482">
                      <a:extLst>
                        <a:ext uri="{FF2B5EF4-FFF2-40B4-BE49-F238E27FC236}">
                          <a16:creationId xmlns:a16="http://schemas.microsoft.com/office/drawing/2014/main" id="{58E84FF5-E33C-EF0F-4E59-C9BE413E6CBF}"/>
                        </a:ext>
                      </a:extLst>
                    </p:cNvPr>
                    <p:cNvGrpSpPr/>
                    <p:nvPr/>
                  </p:nvGrpSpPr>
                  <p:grpSpPr>
                    <a:xfrm>
                      <a:off x="5310186" y="3402011"/>
                      <a:ext cx="303213" cy="303213"/>
                      <a:chOff x="5310186" y="3402011"/>
                      <a:chExt cx="303213" cy="303213"/>
                    </a:xfrm>
                  </p:grpSpPr>
                  <p:grpSp>
                    <p:nvGrpSpPr>
                      <p:cNvPr id="12484" name="Group 12483">
                        <a:extLst>
                          <a:ext uri="{FF2B5EF4-FFF2-40B4-BE49-F238E27FC236}">
                            <a16:creationId xmlns:a16="http://schemas.microsoft.com/office/drawing/2014/main" id="{F6B4FBC0-06EA-EC33-9D80-0BF83496CE2D}"/>
                          </a:ext>
                        </a:extLst>
                      </p:cNvPr>
                      <p:cNvGrpSpPr/>
                      <p:nvPr/>
                    </p:nvGrpSpPr>
                    <p:grpSpPr>
                      <a:xfrm>
                        <a:off x="5354636" y="3446461"/>
                        <a:ext cx="214313" cy="214313"/>
                        <a:chOff x="5354637" y="3446463"/>
                        <a:chExt cx="214313" cy="214313"/>
                      </a:xfrm>
                    </p:grpSpPr>
                    <p:sp>
                      <p:nvSpPr>
                        <p:cNvPr id="12489" name="Arc 12488">
                          <a:extLst>
                            <a:ext uri="{FF2B5EF4-FFF2-40B4-BE49-F238E27FC236}">
                              <a16:creationId xmlns:a16="http://schemas.microsoft.com/office/drawing/2014/main" id="{91078A65-7E26-46E7-E6DE-800065E2C4D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490" name="Arc 12489">
                          <a:extLst>
                            <a:ext uri="{FF2B5EF4-FFF2-40B4-BE49-F238E27FC236}">
                              <a16:creationId xmlns:a16="http://schemas.microsoft.com/office/drawing/2014/main" id="{1E87A72A-A23B-257F-874A-F527C4CFFD2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485" name="Group 12484">
                        <a:extLst>
                          <a:ext uri="{FF2B5EF4-FFF2-40B4-BE49-F238E27FC236}">
                            <a16:creationId xmlns:a16="http://schemas.microsoft.com/office/drawing/2014/main" id="{94E456BE-53E6-41B9-5BD0-4BB2AB5C5132}"/>
                          </a:ext>
                        </a:extLst>
                      </p:cNvPr>
                      <p:cNvGrpSpPr/>
                      <p:nvPr/>
                    </p:nvGrpSpPr>
                    <p:grpSpPr>
                      <a:xfrm rot="7200000">
                        <a:off x="5310186" y="3402011"/>
                        <a:ext cx="303213" cy="303213"/>
                        <a:chOff x="5354637" y="3446463"/>
                        <a:chExt cx="214313" cy="214313"/>
                      </a:xfrm>
                    </p:grpSpPr>
                    <p:sp>
                      <p:nvSpPr>
                        <p:cNvPr id="12487" name="Arc 12486">
                          <a:extLst>
                            <a:ext uri="{FF2B5EF4-FFF2-40B4-BE49-F238E27FC236}">
                              <a16:creationId xmlns:a16="http://schemas.microsoft.com/office/drawing/2014/main" id="{53384ADD-3483-40AD-8127-C7E25C12E2B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488" name="Arc 12487">
                          <a:extLst>
                            <a:ext uri="{FF2B5EF4-FFF2-40B4-BE49-F238E27FC236}">
                              <a16:creationId xmlns:a16="http://schemas.microsoft.com/office/drawing/2014/main" id="{E11BE4B2-8F26-B7B9-6D1B-3BE5911F28F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486" name="TextBox 12485">
                        <a:extLst>
                          <a:ext uri="{FF2B5EF4-FFF2-40B4-BE49-F238E27FC236}">
                            <a16:creationId xmlns:a16="http://schemas.microsoft.com/office/drawing/2014/main" id="{70AEA588-1956-9A94-94CE-310438CC8432}"/>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448" name="Group 12447">
                    <a:extLst>
                      <a:ext uri="{FF2B5EF4-FFF2-40B4-BE49-F238E27FC236}">
                        <a16:creationId xmlns:a16="http://schemas.microsoft.com/office/drawing/2014/main" id="{BEAF3388-B86F-2CC0-A726-E46DBB5477D0}"/>
                      </a:ext>
                    </a:extLst>
                  </p:cNvPr>
                  <p:cNvGrpSpPr/>
                  <p:nvPr/>
                </p:nvGrpSpPr>
                <p:grpSpPr>
                  <a:xfrm>
                    <a:off x="5886431" y="3525040"/>
                    <a:ext cx="393192" cy="393192"/>
                    <a:chOff x="5265196" y="3932619"/>
                    <a:chExt cx="393192" cy="393192"/>
                  </a:xfrm>
                </p:grpSpPr>
                <p:grpSp>
                  <p:nvGrpSpPr>
                    <p:cNvPr id="12472" name="Group 12471">
                      <a:extLst>
                        <a:ext uri="{FF2B5EF4-FFF2-40B4-BE49-F238E27FC236}">
                          <a16:creationId xmlns:a16="http://schemas.microsoft.com/office/drawing/2014/main" id="{EFB52AB3-D4B7-5A3D-6DCA-DE061E38E5EC}"/>
                        </a:ext>
                      </a:extLst>
                    </p:cNvPr>
                    <p:cNvGrpSpPr/>
                    <p:nvPr/>
                  </p:nvGrpSpPr>
                  <p:grpSpPr>
                    <a:xfrm>
                      <a:off x="5354636" y="4022061"/>
                      <a:ext cx="214313" cy="214313"/>
                      <a:chOff x="5354637" y="3446463"/>
                      <a:chExt cx="214313" cy="214313"/>
                    </a:xfrm>
                  </p:grpSpPr>
                  <p:sp>
                    <p:nvSpPr>
                      <p:cNvPr id="12480" name="Arc 12479">
                        <a:extLst>
                          <a:ext uri="{FF2B5EF4-FFF2-40B4-BE49-F238E27FC236}">
                            <a16:creationId xmlns:a16="http://schemas.microsoft.com/office/drawing/2014/main" id="{10B5D547-ABB9-A1EE-6A6F-6E922B2EEC7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481" name="Arc 12480">
                        <a:extLst>
                          <a:ext uri="{FF2B5EF4-FFF2-40B4-BE49-F238E27FC236}">
                            <a16:creationId xmlns:a16="http://schemas.microsoft.com/office/drawing/2014/main" id="{C78DCDFE-A3B2-D4BB-6B45-17C5868BE97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473" name="Group 12472">
                      <a:extLst>
                        <a:ext uri="{FF2B5EF4-FFF2-40B4-BE49-F238E27FC236}">
                          <a16:creationId xmlns:a16="http://schemas.microsoft.com/office/drawing/2014/main" id="{1C26A2B3-EC14-4441-1901-C550D7CB689F}"/>
                        </a:ext>
                      </a:extLst>
                    </p:cNvPr>
                    <p:cNvGrpSpPr/>
                    <p:nvPr/>
                  </p:nvGrpSpPr>
                  <p:grpSpPr>
                    <a:xfrm rot="14400000">
                      <a:off x="5310186" y="3977611"/>
                      <a:ext cx="303213" cy="303213"/>
                      <a:chOff x="5354637" y="3446463"/>
                      <a:chExt cx="214313" cy="214313"/>
                    </a:xfrm>
                  </p:grpSpPr>
                  <p:sp>
                    <p:nvSpPr>
                      <p:cNvPr id="12478" name="Arc 12477">
                        <a:extLst>
                          <a:ext uri="{FF2B5EF4-FFF2-40B4-BE49-F238E27FC236}">
                            <a16:creationId xmlns:a16="http://schemas.microsoft.com/office/drawing/2014/main" id="{FA2274AA-BF4F-2CEF-325F-6D8A8243DD9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479" name="Arc 12478">
                        <a:extLst>
                          <a:ext uri="{FF2B5EF4-FFF2-40B4-BE49-F238E27FC236}">
                            <a16:creationId xmlns:a16="http://schemas.microsoft.com/office/drawing/2014/main" id="{78800373-74B4-7ACA-2A6D-F7A535EB2A6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474" name="Group 12473">
                      <a:extLst>
                        <a:ext uri="{FF2B5EF4-FFF2-40B4-BE49-F238E27FC236}">
                          <a16:creationId xmlns:a16="http://schemas.microsoft.com/office/drawing/2014/main" id="{10DE2876-FDE0-7CF2-DB00-87030DC30163}"/>
                        </a:ext>
                      </a:extLst>
                    </p:cNvPr>
                    <p:cNvGrpSpPr/>
                    <p:nvPr/>
                  </p:nvGrpSpPr>
                  <p:grpSpPr>
                    <a:xfrm rot="7200000">
                      <a:off x="5265196" y="3932619"/>
                      <a:ext cx="393192" cy="393192"/>
                      <a:chOff x="5354637" y="3446463"/>
                      <a:chExt cx="214313" cy="214313"/>
                    </a:xfrm>
                  </p:grpSpPr>
                  <p:sp>
                    <p:nvSpPr>
                      <p:cNvPr id="12476" name="Arc 12475">
                        <a:extLst>
                          <a:ext uri="{FF2B5EF4-FFF2-40B4-BE49-F238E27FC236}">
                            <a16:creationId xmlns:a16="http://schemas.microsoft.com/office/drawing/2014/main" id="{8DF39306-29E4-EBF6-6FA5-1A42A9541CD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477" name="Arc 12476">
                        <a:extLst>
                          <a:ext uri="{FF2B5EF4-FFF2-40B4-BE49-F238E27FC236}">
                            <a16:creationId xmlns:a16="http://schemas.microsoft.com/office/drawing/2014/main" id="{0F450074-46AC-08B5-80BD-320B90E8CED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475" name="TextBox 12474">
                      <a:extLst>
                        <a:ext uri="{FF2B5EF4-FFF2-40B4-BE49-F238E27FC236}">
                          <a16:creationId xmlns:a16="http://schemas.microsoft.com/office/drawing/2014/main" id="{B4CA4301-6655-46E6-5AF1-09595580E39F}"/>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2449" name="Group 12448">
                    <a:extLst>
                      <a:ext uri="{FF2B5EF4-FFF2-40B4-BE49-F238E27FC236}">
                        <a16:creationId xmlns:a16="http://schemas.microsoft.com/office/drawing/2014/main" id="{E00DD3D8-4CA8-3489-6B7E-461AF219F060}"/>
                      </a:ext>
                    </a:extLst>
                  </p:cNvPr>
                  <p:cNvGrpSpPr/>
                  <p:nvPr/>
                </p:nvGrpSpPr>
                <p:grpSpPr>
                  <a:xfrm>
                    <a:off x="6512463" y="3525040"/>
                    <a:ext cx="393192" cy="393192"/>
                    <a:chOff x="6389147" y="3357021"/>
                    <a:chExt cx="393192" cy="393192"/>
                  </a:xfrm>
                </p:grpSpPr>
                <p:grpSp>
                  <p:nvGrpSpPr>
                    <p:cNvPr id="12461" name="Group 12460">
                      <a:extLst>
                        <a:ext uri="{FF2B5EF4-FFF2-40B4-BE49-F238E27FC236}">
                          <a16:creationId xmlns:a16="http://schemas.microsoft.com/office/drawing/2014/main" id="{754802B2-FFA4-7B48-9B47-3AAE04A04437}"/>
                        </a:ext>
                      </a:extLst>
                    </p:cNvPr>
                    <p:cNvGrpSpPr/>
                    <p:nvPr/>
                  </p:nvGrpSpPr>
                  <p:grpSpPr>
                    <a:xfrm rot="7200000" flipH="1">
                      <a:off x="6389147" y="3357021"/>
                      <a:ext cx="393192" cy="393192"/>
                      <a:chOff x="5354637" y="3446463"/>
                      <a:chExt cx="214313" cy="214313"/>
                    </a:xfrm>
                  </p:grpSpPr>
                  <p:sp>
                    <p:nvSpPr>
                      <p:cNvPr id="12470" name="Arc 12469">
                        <a:extLst>
                          <a:ext uri="{FF2B5EF4-FFF2-40B4-BE49-F238E27FC236}">
                            <a16:creationId xmlns:a16="http://schemas.microsoft.com/office/drawing/2014/main" id="{B9A10EEE-FA45-469C-80AB-B16C51C2891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471" name="Arc 12470">
                        <a:extLst>
                          <a:ext uri="{FF2B5EF4-FFF2-40B4-BE49-F238E27FC236}">
                            <a16:creationId xmlns:a16="http://schemas.microsoft.com/office/drawing/2014/main" id="{A3F1950C-5FC5-76F8-E46F-8DB5D9D715F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462" name="Group 12461">
                      <a:extLst>
                        <a:ext uri="{FF2B5EF4-FFF2-40B4-BE49-F238E27FC236}">
                          <a16:creationId xmlns:a16="http://schemas.microsoft.com/office/drawing/2014/main" id="{4A6F2B09-6497-C57C-5048-72F8C904E8D5}"/>
                        </a:ext>
                      </a:extLst>
                    </p:cNvPr>
                    <p:cNvGrpSpPr/>
                    <p:nvPr/>
                  </p:nvGrpSpPr>
                  <p:grpSpPr>
                    <a:xfrm>
                      <a:off x="6434137" y="3402011"/>
                      <a:ext cx="303213" cy="303213"/>
                      <a:chOff x="6434137" y="3402011"/>
                      <a:chExt cx="303213" cy="303213"/>
                    </a:xfrm>
                  </p:grpSpPr>
                  <p:grpSp>
                    <p:nvGrpSpPr>
                      <p:cNvPr id="12463" name="Group 12462">
                        <a:extLst>
                          <a:ext uri="{FF2B5EF4-FFF2-40B4-BE49-F238E27FC236}">
                            <a16:creationId xmlns:a16="http://schemas.microsoft.com/office/drawing/2014/main" id="{C06357CE-C3CB-8D31-340E-E7C932A7F054}"/>
                          </a:ext>
                        </a:extLst>
                      </p:cNvPr>
                      <p:cNvGrpSpPr/>
                      <p:nvPr/>
                    </p:nvGrpSpPr>
                    <p:grpSpPr>
                      <a:xfrm flipH="1">
                        <a:off x="6478587" y="3446461"/>
                        <a:ext cx="214313" cy="214313"/>
                        <a:chOff x="5354637" y="3446463"/>
                        <a:chExt cx="214313" cy="214313"/>
                      </a:xfrm>
                    </p:grpSpPr>
                    <p:sp>
                      <p:nvSpPr>
                        <p:cNvPr id="12468" name="Arc 12467">
                          <a:extLst>
                            <a:ext uri="{FF2B5EF4-FFF2-40B4-BE49-F238E27FC236}">
                              <a16:creationId xmlns:a16="http://schemas.microsoft.com/office/drawing/2014/main" id="{824A897D-10DD-4FDF-19FA-9B8020A1608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469" name="Arc 12468">
                          <a:extLst>
                            <a:ext uri="{FF2B5EF4-FFF2-40B4-BE49-F238E27FC236}">
                              <a16:creationId xmlns:a16="http://schemas.microsoft.com/office/drawing/2014/main" id="{84D3E2B4-205D-9126-4CFA-4996DF447C3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464" name="Group 12463">
                        <a:extLst>
                          <a:ext uri="{FF2B5EF4-FFF2-40B4-BE49-F238E27FC236}">
                            <a16:creationId xmlns:a16="http://schemas.microsoft.com/office/drawing/2014/main" id="{E74736B2-BBE8-9A5A-C821-578CD1F38435}"/>
                          </a:ext>
                        </a:extLst>
                      </p:cNvPr>
                      <p:cNvGrpSpPr/>
                      <p:nvPr/>
                    </p:nvGrpSpPr>
                    <p:grpSpPr>
                      <a:xfrm rot="14400000" flipH="1">
                        <a:off x="6434137" y="3402011"/>
                        <a:ext cx="303213" cy="303213"/>
                        <a:chOff x="5354637" y="3446463"/>
                        <a:chExt cx="214313" cy="214313"/>
                      </a:xfrm>
                    </p:grpSpPr>
                    <p:sp>
                      <p:nvSpPr>
                        <p:cNvPr id="12466" name="Arc 12465">
                          <a:extLst>
                            <a:ext uri="{FF2B5EF4-FFF2-40B4-BE49-F238E27FC236}">
                              <a16:creationId xmlns:a16="http://schemas.microsoft.com/office/drawing/2014/main" id="{DC6300EA-D795-52FF-4F0D-306919F1B1F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467" name="Arc 12466">
                          <a:extLst>
                            <a:ext uri="{FF2B5EF4-FFF2-40B4-BE49-F238E27FC236}">
                              <a16:creationId xmlns:a16="http://schemas.microsoft.com/office/drawing/2014/main" id="{33BDE0AE-289B-8FDB-62C0-814A3C5829D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465" name="TextBox 12464">
                        <a:extLst>
                          <a:ext uri="{FF2B5EF4-FFF2-40B4-BE49-F238E27FC236}">
                            <a16:creationId xmlns:a16="http://schemas.microsoft.com/office/drawing/2014/main" id="{E7CBAF70-5607-BE3F-88A7-089061444327}"/>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450" name="Group 12449">
                    <a:extLst>
                      <a:ext uri="{FF2B5EF4-FFF2-40B4-BE49-F238E27FC236}">
                        <a16:creationId xmlns:a16="http://schemas.microsoft.com/office/drawing/2014/main" id="{820ECFDA-B859-A20F-3893-4891E7120C9F}"/>
                      </a:ext>
                    </a:extLst>
                  </p:cNvPr>
                  <p:cNvGrpSpPr/>
                  <p:nvPr/>
                </p:nvGrpSpPr>
                <p:grpSpPr>
                  <a:xfrm>
                    <a:off x="6197413" y="3225768"/>
                    <a:ext cx="393192" cy="393192"/>
                    <a:chOff x="6389147" y="3932622"/>
                    <a:chExt cx="393192" cy="393192"/>
                  </a:xfrm>
                </p:grpSpPr>
                <p:grpSp>
                  <p:nvGrpSpPr>
                    <p:cNvPr id="12451" name="Group 12450">
                      <a:extLst>
                        <a:ext uri="{FF2B5EF4-FFF2-40B4-BE49-F238E27FC236}">
                          <a16:creationId xmlns:a16="http://schemas.microsoft.com/office/drawing/2014/main" id="{E3168885-C066-B288-56EB-962BAFDFA98F}"/>
                        </a:ext>
                      </a:extLst>
                    </p:cNvPr>
                    <p:cNvGrpSpPr/>
                    <p:nvPr/>
                  </p:nvGrpSpPr>
                  <p:grpSpPr>
                    <a:xfrm flipH="1">
                      <a:off x="6478587" y="4022061"/>
                      <a:ext cx="214313" cy="214313"/>
                      <a:chOff x="5354637" y="3446463"/>
                      <a:chExt cx="214313" cy="214313"/>
                    </a:xfrm>
                  </p:grpSpPr>
                  <p:sp>
                    <p:nvSpPr>
                      <p:cNvPr id="12459" name="Arc 12458">
                        <a:extLst>
                          <a:ext uri="{FF2B5EF4-FFF2-40B4-BE49-F238E27FC236}">
                            <a16:creationId xmlns:a16="http://schemas.microsoft.com/office/drawing/2014/main" id="{1026544C-282D-003D-F728-2AAD74CF469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460" name="Arc 12459">
                        <a:extLst>
                          <a:ext uri="{FF2B5EF4-FFF2-40B4-BE49-F238E27FC236}">
                            <a16:creationId xmlns:a16="http://schemas.microsoft.com/office/drawing/2014/main" id="{A59D08AB-9AF1-DD46-0F81-8054B8BADBE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452" name="Group 12451">
                      <a:extLst>
                        <a:ext uri="{FF2B5EF4-FFF2-40B4-BE49-F238E27FC236}">
                          <a16:creationId xmlns:a16="http://schemas.microsoft.com/office/drawing/2014/main" id="{2D417AF5-DF1D-4719-0581-261F29CBF2A0}"/>
                        </a:ext>
                      </a:extLst>
                    </p:cNvPr>
                    <p:cNvGrpSpPr/>
                    <p:nvPr/>
                  </p:nvGrpSpPr>
                  <p:grpSpPr>
                    <a:xfrm rot="7200000" flipH="1">
                      <a:off x="6434137" y="3977611"/>
                      <a:ext cx="303213" cy="303213"/>
                      <a:chOff x="5354637" y="3446463"/>
                      <a:chExt cx="214313" cy="214313"/>
                    </a:xfrm>
                  </p:grpSpPr>
                  <p:sp>
                    <p:nvSpPr>
                      <p:cNvPr id="12457" name="Arc 12456">
                        <a:extLst>
                          <a:ext uri="{FF2B5EF4-FFF2-40B4-BE49-F238E27FC236}">
                            <a16:creationId xmlns:a16="http://schemas.microsoft.com/office/drawing/2014/main" id="{3780A0FC-E6BD-2971-659B-704C86D998F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458" name="Arc 12457">
                        <a:extLst>
                          <a:ext uri="{FF2B5EF4-FFF2-40B4-BE49-F238E27FC236}">
                            <a16:creationId xmlns:a16="http://schemas.microsoft.com/office/drawing/2014/main" id="{EA96F6C5-2601-C176-B90A-D99A55E8219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453" name="Group 12452">
                      <a:extLst>
                        <a:ext uri="{FF2B5EF4-FFF2-40B4-BE49-F238E27FC236}">
                          <a16:creationId xmlns:a16="http://schemas.microsoft.com/office/drawing/2014/main" id="{65E93481-E93A-7CDC-E773-8B3D0AC2C1CB}"/>
                        </a:ext>
                      </a:extLst>
                    </p:cNvPr>
                    <p:cNvGrpSpPr/>
                    <p:nvPr/>
                  </p:nvGrpSpPr>
                  <p:grpSpPr>
                    <a:xfrm rot="14400000" flipH="1">
                      <a:off x="6389147" y="3932622"/>
                      <a:ext cx="393192" cy="393192"/>
                      <a:chOff x="5354637" y="3446463"/>
                      <a:chExt cx="214313" cy="214313"/>
                    </a:xfrm>
                  </p:grpSpPr>
                  <p:sp>
                    <p:nvSpPr>
                      <p:cNvPr id="12455" name="Arc 12454">
                        <a:extLst>
                          <a:ext uri="{FF2B5EF4-FFF2-40B4-BE49-F238E27FC236}">
                            <a16:creationId xmlns:a16="http://schemas.microsoft.com/office/drawing/2014/main" id="{8FDB4255-41C5-80C2-BC81-A073A54BC47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456" name="Arc 12455">
                        <a:extLst>
                          <a:ext uri="{FF2B5EF4-FFF2-40B4-BE49-F238E27FC236}">
                            <a16:creationId xmlns:a16="http://schemas.microsoft.com/office/drawing/2014/main" id="{0575B3E6-BF51-C909-70A9-200A2811C2C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454" name="TextBox 12453">
                      <a:extLst>
                        <a:ext uri="{FF2B5EF4-FFF2-40B4-BE49-F238E27FC236}">
                          <a16:creationId xmlns:a16="http://schemas.microsoft.com/office/drawing/2014/main" id="{EACD555E-13DC-5FB4-9F15-39DB1283E96E}"/>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2252" name="Group 12251">
              <a:extLst>
                <a:ext uri="{FF2B5EF4-FFF2-40B4-BE49-F238E27FC236}">
                  <a16:creationId xmlns:a16="http://schemas.microsoft.com/office/drawing/2014/main" id="{1725E7A6-B1C2-54A6-9024-EAC596B5B306}"/>
                </a:ext>
              </a:extLst>
            </p:cNvPr>
            <p:cNvGrpSpPr/>
            <p:nvPr/>
          </p:nvGrpSpPr>
          <p:grpSpPr>
            <a:xfrm>
              <a:off x="10942563" y="432400"/>
              <a:ext cx="2263438" cy="2198360"/>
              <a:chOff x="5445106" y="2039507"/>
              <a:chExt cx="2263438" cy="2198360"/>
            </a:xfrm>
          </p:grpSpPr>
          <p:grpSp>
            <p:nvGrpSpPr>
              <p:cNvPr id="12253" name="Group 12252">
                <a:extLst>
                  <a:ext uri="{FF2B5EF4-FFF2-40B4-BE49-F238E27FC236}">
                    <a16:creationId xmlns:a16="http://schemas.microsoft.com/office/drawing/2014/main" id="{C11C2896-4E28-232B-7D05-66E81396878F}"/>
                  </a:ext>
                </a:extLst>
              </p:cNvPr>
              <p:cNvGrpSpPr/>
              <p:nvPr/>
            </p:nvGrpSpPr>
            <p:grpSpPr>
              <a:xfrm>
                <a:off x="5445106" y="2644743"/>
                <a:ext cx="1643204" cy="1593124"/>
                <a:chOff x="5445106" y="2644743"/>
                <a:chExt cx="1643204" cy="1593124"/>
              </a:xfrm>
            </p:grpSpPr>
            <p:grpSp>
              <p:nvGrpSpPr>
                <p:cNvPr id="12349" name="Group 12348">
                  <a:extLst>
                    <a:ext uri="{FF2B5EF4-FFF2-40B4-BE49-F238E27FC236}">
                      <a16:creationId xmlns:a16="http://schemas.microsoft.com/office/drawing/2014/main" id="{3BB8E059-A51C-2F03-B362-9DCBB644E226}"/>
                    </a:ext>
                  </a:extLst>
                </p:cNvPr>
                <p:cNvGrpSpPr/>
                <p:nvPr/>
              </p:nvGrpSpPr>
              <p:grpSpPr>
                <a:xfrm>
                  <a:off x="5445106" y="2644743"/>
                  <a:ext cx="1019224" cy="991639"/>
                  <a:chOff x="5886431" y="3225768"/>
                  <a:chExt cx="1019224" cy="991639"/>
                </a:xfrm>
              </p:grpSpPr>
              <p:grpSp>
                <p:nvGrpSpPr>
                  <p:cNvPr id="12397" name="Group 12396">
                    <a:extLst>
                      <a:ext uri="{FF2B5EF4-FFF2-40B4-BE49-F238E27FC236}">
                        <a16:creationId xmlns:a16="http://schemas.microsoft.com/office/drawing/2014/main" id="{C3A2C5C1-BEA9-AC49-C1B0-9A9617CE12C7}"/>
                      </a:ext>
                    </a:extLst>
                  </p:cNvPr>
                  <p:cNvGrpSpPr/>
                  <p:nvPr/>
                </p:nvGrpSpPr>
                <p:grpSpPr>
                  <a:xfrm>
                    <a:off x="6197413" y="3824215"/>
                    <a:ext cx="393192" cy="393192"/>
                    <a:chOff x="5265196" y="3357021"/>
                    <a:chExt cx="393192" cy="393192"/>
                  </a:xfrm>
                </p:grpSpPr>
                <p:grpSp>
                  <p:nvGrpSpPr>
                    <p:cNvPr id="12432" name="Group 12431">
                      <a:extLst>
                        <a:ext uri="{FF2B5EF4-FFF2-40B4-BE49-F238E27FC236}">
                          <a16:creationId xmlns:a16="http://schemas.microsoft.com/office/drawing/2014/main" id="{3EA8077A-B6CA-F5D8-A827-304B6E40780F}"/>
                        </a:ext>
                      </a:extLst>
                    </p:cNvPr>
                    <p:cNvGrpSpPr/>
                    <p:nvPr/>
                  </p:nvGrpSpPr>
                  <p:grpSpPr>
                    <a:xfrm rot="14400000">
                      <a:off x="5265196" y="3357021"/>
                      <a:ext cx="393192" cy="393192"/>
                      <a:chOff x="5354637" y="3446463"/>
                      <a:chExt cx="214313" cy="214313"/>
                    </a:xfrm>
                  </p:grpSpPr>
                  <p:sp>
                    <p:nvSpPr>
                      <p:cNvPr id="12441" name="Arc 12440">
                        <a:extLst>
                          <a:ext uri="{FF2B5EF4-FFF2-40B4-BE49-F238E27FC236}">
                            <a16:creationId xmlns:a16="http://schemas.microsoft.com/office/drawing/2014/main" id="{66500EC0-F940-F721-1792-62E1ACD2D79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442" name="Arc 12441">
                        <a:extLst>
                          <a:ext uri="{FF2B5EF4-FFF2-40B4-BE49-F238E27FC236}">
                            <a16:creationId xmlns:a16="http://schemas.microsoft.com/office/drawing/2014/main" id="{3D0CC2C3-3B29-526B-50F8-948B24F1CED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433" name="Group 12432">
                      <a:extLst>
                        <a:ext uri="{FF2B5EF4-FFF2-40B4-BE49-F238E27FC236}">
                          <a16:creationId xmlns:a16="http://schemas.microsoft.com/office/drawing/2014/main" id="{6CDFECA0-EB99-3BB0-377B-10B90F8F6989}"/>
                        </a:ext>
                      </a:extLst>
                    </p:cNvPr>
                    <p:cNvGrpSpPr/>
                    <p:nvPr/>
                  </p:nvGrpSpPr>
                  <p:grpSpPr>
                    <a:xfrm>
                      <a:off x="5310186" y="3402011"/>
                      <a:ext cx="303213" cy="303213"/>
                      <a:chOff x="5310186" y="3402011"/>
                      <a:chExt cx="303213" cy="303213"/>
                    </a:xfrm>
                  </p:grpSpPr>
                  <p:grpSp>
                    <p:nvGrpSpPr>
                      <p:cNvPr id="12434" name="Group 12433">
                        <a:extLst>
                          <a:ext uri="{FF2B5EF4-FFF2-40B4-BE49-F238E27FC236}">
                            <a16:creationId xmlns:a16="http://schemas.microsoft.com/office/drawing/2014/main" id="{A35C487E-F24F-5701-DC1F-8F7727F70DC7}"/>
                          </a:ext>
                        </a:extLst>
                      </p:cNvPr>
                      <p:cNvGrpSpPr/>
                      <p:nvPr/>
                    </p:nvGrpSpPr>
                    <p:grpSpPr>
                      <a:xfrm>
                        <a:off x="5354636" y="3446461"/>
                        <a:ext cx="214313" cy="214313"/>
                        <a:chOff x="5354637" y="3446463"/>
                        <a:chExt cx="214313" cy="214313"/>
                      </a:xfrm>
                    </p:grpSpPr>
                    <p:sp>
                      <p:nvSpPr>
                        <p:cNvPr id="12439" name="Arc 12438">
                          <a:extLst>
                            <a:ext uri="{FF2B5EF4-FFF2-40B4-BE49-F238E27FC236}">
                              <a16:creationId xmlns:a16="http://schemas.microsoft.com/office/drawing/2014/main" id="{4690743A-FE72-9D2A-2E1E-A5EE834E762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440" name="Arc 12439">
                          <a:extLst>
                            <a:ext uri="{FF2B5EF4-FFF2-40B4-BE49-F238E27FC236}">
                              <a16:creationId xmlns:a16="http://schemas.microsoft.com/office/drawing/2014/main" id="{7BC1A87A-897D-C936-C1D1-ED626FE0029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435" name="Group 12434">
                        <a:extLst>
                          <a:ext uri="{FF2B5EF4-FFF2-40B4-BE49-F238E27FC236}">
                            <a16:creationId xmlns:a16="http://schemas.microsoft.com/office/drawing/2014/main" id="{3DBF33C1-1043-4B30-EA53-F488B6E2AD5E}"/>
                          </a:ext>
                        </a:extLst>
                      </p:cNvPr>
                      <p:cNvGrpSpPr/>
                      <p:nvPr/>
                    </p:nvGrpSpPr>
                    <p:grpSpPr>
                      <a:xfrm rot="7200000">
                        <a:off x="5310186" y="3402011"/>
                        <a:ext cx="303213" cy="303213"/>
                        <a:chOff x="5354637" y="3446463"/>
                        <a:chExt cx="214313" cy="214313"/>
                      </a:xfrm>
                    </p:grpSpPr>
                    <p:sp>
                      <p:nvSpPr>
                        <p:cNvPr id="12437" name="Arc 12436">
                          <a:extLst>
                            <a:ext uri="{FF2B5EF4-FFF2-40B4-BE49-F238E27FC236}">
                              <a16:creationId xmlns:a16="http://schemas.microsoft.com/office/drawing/2014/main" id="{9512E7B8-3FC0-83BF-C39E-B252D5AA8E7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438" name="Arc 12437">
                          <a:extLst>
                            <a:ext uri="{FF2B5EF4-FFF2-40B4-BE49-F238E27FC236}">
                              <a16:creationId xmlns:a16="http://schemas.microsoft.com/office/drawing/2014/main" id="{F4DA567F-0173-52B4-ECA1-E89A8BB817D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436" name="TextBox 12435">
                        <a:extLst>
                          <a:ext uri="{FF2B5EF4-FFF2-40B4-BE49-F238E27FC236}">
                            <a16:creationId xmlns:a16="http://schemas.microsoft.com/office/drawing/2014/main" id="{B7699646-472D-271C-5B13-D5EF9367C50A}"/>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398" name="Group 12397">
                    <a:extLst>
                      <a:ext uri="{FF2B5EF4-FFF2-40B4-BE49-F238E27FC236}">
                        <a16:creationId xmlns:a16="http://schemas.microsoft.com/office/drawing/2014/main" id="{A55E4065-5CFE-855F-7B93-0E7FDF09C4B9}"/>
                      </a:ext>
                    </a:extLst>
                  </p:cNvPr>
                  <p:cNvGrpSpPr/>
                  <p:nvPr/>
                </p:nvGrpSpPr>
                <p:grpSpPr>
                  <a:xfrm>
                    <a:off x="5886431" y="3525040"/>
                    <a:ext cx="393192" cy="393192"/>
                    <a:chOff x="5265196" y="3932619"/>
                    <a:chExt cx="393192" cy="393192"/>
                  </a:xfrm>
                </p:grpSpPr>
                <p:grpSp>
                  <p:nvGrpSpPr>
                    <p:cNvPr id="12422" name="Group 12421">
                      <a:extLst>
                        <a:ext uri="{FF2B5EF4-FFF2-40B4-BE49-F238E27FC236}">
                          <a16:creationId xmlns:a16="http://schemas.microsoft.com/office/drawing/2014/main" id="{ECD91829-69C1-6AAE-4683-14C430D97165}"/>
                        </a:ext>
                      </a:extLst>
                    </p:cNvPr>
                    <p:cNvGrpSpPr/>
                    <p:nvPr/>
                  </p:nvGrpSpPr>
                  <p:grpSpPr>
                    <a:xfrm>
                      <a:off x="5354636" y="4022061"/>
                      <a:ext cx="214313" cy="214313"/>
                      <a:chOff x="5354637" y="3446463"/>
                      <a:chExt cx="214313" cy="214313"/>
                    </a:xfrm>
                  </p:grpSpPr>
                  <p:sp>
                    <p:nvSpPr>
                      <p:cNvPr id="12430" name="Arc 12429">
                        <a:extLst>
                          <a:ext uri="{FF2B5EF4-FFF2-40B4-BE49-F238E27FC236}">
                            <a16:creationId xmlns:a16="http://schemas.microsoft.com/office/drawing/2014/main" id="{9A14411C-2F3A-144A-312B-1CA680FC5E0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431" name="Arc 12430">
                        <a:extLst>
                          <a:ext uri="{FF2B5EF4-FFF2-40B4-BE49-F238E27FC236}">
                            <a16:creationId xmlns:a16="http://schemas.microsoft.com/office/drawing/2014/main" id="{8BFAF4DF-6DF5-8377-C5EF-B3BCDD6A595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423" name="Group 12422">
                      <a:extLst>
                        <a:ext uri="{FF2B5EF4-FFF2-40B4-BE49-F238E27FC236}">
                          <a16:creationId xmlns:a16="http://schemas.microsoft.com/office/drawing/2014/main" id="{AFE89CE1-788E-8362-6203-2F605B6E6CF9}"/>
                        </a:ext>
                      </a:extLst>
                    </p:cNvPr>
                    <p:cNvGrpSpPr/>
                    <p:nvPr/>
                  </p:nvGrpSpPr>
                  <p:grpSpPr>
                    <a:xfrm rot="14400000">
                      <a:off x="5310186" y="3977611"/>
                      <a:ext cx="303213" cy="303213"/>
                      <a:chOff x="5354637" y="3446463"/>
                      <a:chExt cx="214313" cy="214313"/>
                    </a:xfrm>
                  </p:grpSpPr>
                  <p:sp>
                    <p:nvSpPr>
                      <p:cNvPr id="12428" name="Arc 12427">
                        <a:extLst>
                          <a:ext uri="{FF2B5EF4-FFF2-40B4-BE49-F238E27FC236}">
                            <a16:creationId xmlns:a16="http://schemas.microsoft.com/office/drawing/2014/main" id="{C5590B1F-4193-1C79-E40F-3DC15CD9A85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429" name="Arc 12428">
                        <a:extLst>
                          <a:ext uri="{FF2B5EF4-FFF2-40B4-BE49-F238E27FC236}">
                            <a16:creationId xmlns:a16="http://schemas.microsoft.com/office/drawing/2014/main" id="{4EE5477D-A9B1-9FDC-481C-33C862BD692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424" name="Group 12423">
                      <a:extLst>
                        <a:ext uri="{FF2B5EF4-FFF2-40B4-BE49-F238E27FC236}">
                          <a16:creationId xmlns:a16="http://schemas.microsoft.com/office/drawing/2014/main" id="{07AC7404-B14A-6037-E4D3-EF63001319A1}"/>
                        </a:ext>
                      </a:extLst>
                    </p:cNvPr>
                    <p:cNvGrpSpPr/>
                    <p:nvPr/>
                  </p:nvGrpSpPr>
                  <p:grpSpPr>
                    <a:xfrm rot="7200000">
                      <a:off x="5265196" y="3932619"/>
                      <a:ext cx="393192" cy="393192"/>
                      <a:chOff x="5354637" y="3446463"/>
                      <a:chExt cx="214313" cy="214313"/>
                    </a:xfrm>
                  </p:grpSpPr>
                  <p:sp>
                    <p:nvSpPr>
                      <p:cNvPr id="12426" name="Arc 12425">
                        <a:extLst>
                          <a:ext uri="{FF2B5EF4-FFF2-40B4-BE49-F238E27FC236}">
                            <a16:creationId xmlns:a16="http://schemas.microsoft.com/office/drawing/2014/main" id="{94348052-3519-2349-CA8F-39B1205A06D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427" name="Arc 12426">
                        <a:extLst>
                          <a:ext uri="{FF2B5EF4-FFF2-40B4-BE49-F238E27FC236}">
                            <a16:creationId xmlns:a16="http://schemas.microsoft.com/office/drawing/2014/main" id="{36635A77-3126-2A12-D50E-F38677F1DE5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425" name="TextBox 12424">
                      <a:extLst>
                        <a:ext uri="{FF2B5EF4-FFF2-40B4-BE49-F238E27FC236}">
                          <a16:creationId xmlns:a16="http://schemas.microsoft.com/office/drawing/2014/main" id="{C1657ED5-06CA-7A41-6983-3DED52E7323A}"/>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2399" name="Group 12398">
                    <a:extLst>
                      <a:ext uri="{FF2B5EF4-FFF2-40B4-BE49-F238E27FC236}">
                        <a16:creationId xmlns:a16="http://schemas.microsoft.com/office/drawing/2014/main" id="{DD0B450C-30C5-31CE-FD42-BC0F3ED22053}"/>
                      </a:ext>
                    </a:extLst>
                  </p:cNvPr>
                  <p:cNvGrpSpPr/>
                  <p:nvPr/>
                </p:nvGrpSpPr>
                <p:grpSpPr>
                  <a:xfrm>
                    <a:off x="6512463" y="3525040"/>
                    <a:ext cx="393192" cy="393192"/>
                    <a:chOff x="6389147" y="3357021"/>
                    <a:chExt cx="393192" cy="393192"/>
                  </a:xfrm>
                </p:grpSpPr>
                <p:grpSp>
                  <p:nvGrpSpPr>
                    <p:cNvPr id="12411" name="Group 12410">
                      <a:extLst>
                        <a:ext uri="{FF2B5EF4-FFF2-40B4-BE49-F238E27FC236}">
                          <a16:creationId xmlns:a16="http://schemas.microsoft.com/office/drawing/2014/main" id="{27B35991-87E6-2C10-EC91-52F00B8C69C9}"/>
                        </a:ext>
                      </a:extLst>
                    </p:cNvPr>
                    <p:cNvGrpSpPr/>
                    <p:nvPr/>
                  </p:nvGrpSpPr>
                  <p:grpSpPr>
                    <a:xfrm rot="7200000" flipH="1">
                      <a:off x="6389147" y="3357021"/>
                      <a:ext cx="393192" cy="393192"/>
                      <a:chOff x="5354637" y="3446463"/>
                      <a:chExt cx="214313" cy="214313"/>
                    </a:xfrm>
                  </p:grpSpPr>
                  <p:sp>
                    <p:nvSpPr>
                      <p:cNvPr id="12420" name="Arc 12419">
                        <a:extLst>
                          <a:ext uri="{FF2B5EF4-FFF2-40B4-BE49-F238E27FC236}">
                            <a16:creationId xmlns:a16="http://schemas.microsoft.com/office/drawing/2014/main" id="{48126BCF-458A-CC66-0A2C-6D5775FD640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421" name="Arc 12420">
                        <a:extLst>
                          <a:ext uri="{FF2B5EF4-FFF2-40B4-BE49-F238E27FC236}">
                            <a16:creationId xmlns:a16="http://schemas.microsoft.com/office/drawing/2014/main" id="{8DE489C7-58ED-75C2-6AB6-CFD48130978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412" name="Group 12411">
                      <a:extLst>
                        <a:ext uri="{FF2B5EF4-FFF2-40B4-BE49-F238E27FC236}">
                          <a16:creationId xmlns:a16="http://schemas.microsoft.com/office/drawing/2014/main" id="{1B3D1104-345D-3030-819F-4CA63DF88FCE}"/>
                        </a:ext>
                      </a:extLst>
                    </p:cNvPr>
                    <p:cNvGrpSpPr/>
                    <p:nvPr/>
                  </p:nvGrpSpPr>
                  <p:grpSpPr>
                    <a:xfrm>
                      <a:off x="6434137" y="3402011"/>
                      <a:ext cx="303213" cy="303213"/>
                      <a:chOff x="6434137" y="3402011"/>
                      <a:chExt cx="303213" cy="303213"/>
                    </a:xfrm>
                  </p:grpSpPr>
                  <p:grpSp>
                    <p:nvGrpSpPr>
                      <p:cNvPr id="12413" name="Group 12412">
                        <a:extLst>
                          <a:ext uri="{FF2B5EF4-FFF2-40B4-BE49-F238E27FC236}">
                            <a16:creationId xmlns:a16="http://schemas.microsoft.com/office/drawing/2014/main" id="{7EF46F8D-B1F6-5DB5-EA09-7F55F0A825DB}"/>
                          </a:ext>
                        </a:extLst>
                      </p:cNvPr>
                      <p:cNvGrpSpPr/>
                      <p:nvPr/>
                    </p:nvGrpSpPr>
                    <p:grpSpPr>
                      <a:xfrm flipH="1">
                        <a:off x="6478587" y="3446461"/>
                        <a:ext cx="214313" cy="214313"/>
                        <a:chOff x="5354637" y="3446463"/>
                        <a:chExt cx="214313" cy="214313"/>
                      </a:xfrm>
                    </p:grpSpPr>
                    <p:sp>
                      <p:nvSpPr>
                        <p:cNvPr id="12418" name="Arc 12417">
                          <a:extLst>
                            <a:ext uri="{FF2B5EF4-FFF2-40B4-BE49-F238E27FC236}">
                              <a16:creationId xmlns:a16="http://schemas.microsoft.com/office/drawing/2014/main" id="{FF934325-73CD-4D6F-A709-3A212FD6899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419" name="Arc 12418">
                          <a:extLst>
                            <a:ext uri="{FF2B5EF4-FFF2-40B4-BE49-F238E27FC236}">
                              <a16:creationId xmlns:a16="http://schemas.microsoft.com/office/drawing/2014/main" id="{4E142E7A-DEB2-0D97-CFDA-A2E083B1887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414" name="Group 12413">
                        <a:extLst>
                          <a:ext uri="{FF2B5EF4-FFF2-40B4-BE49-F238E27FC236}">
                            <a16:creationId xmlns:a16="http://schemas.microsoft.com/office/drawing/2014/main" id="{D4D7D0E3-C80A-8966-998E-77210104ECE8}"/>
                          </a:ext>
                        </a:extLst>
                      </p:cNvPr>
                      <p:cNvGrpSpPr/>
                      <p:nvPr/>
                    </p:nvGrpSpPr>
                    <p:grpSpPr>
                      <a:xfrm rot="14400000" flipH="1">
                        <a:off x="6434137" y="3402011"/>
                        <a:ext cx="303213" cy="303213"/>
                        <a:chOff x="5354637" y="3446463"/>
                        <a:chExt cx="214313" cy="214313"/>
                      </a:xfrm>
                    </p:grpSpPr>
                    <p:sp>
                      <p:nvSpPr>
                        <p:cNvPr id="12416" name="Arc 12415">
                          <a:extLst>
                            <a:ext uri="{FF2B5EF4-FFF2-40B4-BE49-F238E27FC236}">
                              <a16:creationId xmlns:a16="http://schemas.microsoft.com/office/drawing/2014/main" id="{960DFC5D-9656-3C01-0CE1-BF03F27DC8E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417" name="Arc 12416">
                          <a:extLst>
                            <a:ext uri="{FF2B5EF4-FFF2-40B4-BE49-F238E27FC236}">
                              <a16:creationId xmlns:a16="http://schemas.microsoft.com/office/drawing/2014/main" id="{88769392-4207-7C66-543C-4D2D2E959FB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415" name="TextBox 12414">
                        <a:extLst>
                          <a:ext uri="{FF2B5EF4-FFF2-40B4-BE49-F238E27FC236}">
                            <a16:creationId xmlns:a16="http://schemas.microsoft.com/office/drawing/2014/main" id="{173F0A32-C1E7-39CD-8051-1B96130CDE41}"/>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400" name="Group 12399">
                    <a:extLst>
                      <a:ext uri="{FF2B5EF4-FFF2-40B4-BE49-F238E27FC236}">
                        <a16:creationId xmlns:a16="http://schemas.microsoft.com/office/drawing/2014/main" id="{2D56C8E4-46B0-511E-3E55-9BD50EF362E8}"/>
                      </a:ext>
                    </a:extLst>
                  </p:cNvPr>
                  <p:cNvGrpSpPr/>
                  <p:nvPr/>
                </p:nvGrpSpPr>
                <p:grpSpPr>
                  <a:xfrm>
                    <a:off x="6197413" y="3225768"/>
                    <a:ext cx="393192" cy="393192"/>
                    <a:chOff x="6389147" y="3932622"/>
                    <a:chExt cx="393192" cy="393192"/>
                  </a:xfrm>
                </p:grpSpPr>
                <p:grpSp>
                  <p:nvGrpSpPr>
                    <p:cNvPr id="12401" name="Group 12400">
                      <a:extLst>
                        <a:ext uri="{FF2B5EF4-FFF2-40B4-BE49-F238E27FC236}">
                          <a16:creationId xmlns:a16="http://schemas.microsoft.com/office/drawing/2014/main" id="{C2B63F4D-4EFF-5AF0-2C89-41A0216AC152}"/>
                        </a:ext>
                      </a:extLst>
                    </p:cNvPr>
                    <p:cNvGrpSpPr/>
                    <p:nvPr/>
                  </p:nvGrpSpPr>
                  <p:grpSpPr>
                    <a:xfrm flipH="1">
                      <a:off x="6478587" y="4022061"/>
                      <a:ext cx="214313" cy="214313"/>
                      <a:chOff x="5354637" y="3446463"/>
                      <a:chExt cx="214313" cy="214313"/>
                    </a:xfrm>
                  </p:grpSpPr>
                  <p:sp>
                    <p:nvSpPr>
                      <p:cNvPr id="12409" name="Arc 12408">
                        <a:extLst>
                          <a:ext uri="{FF2B5EF4-FFF2-40B4-BE49-F238E27FC236}">
                            <a16:creationId xmlns:a16="http://schemas.microsoft.com/office/drawing/2014/main" id="{A3746D1B-4350-FF48-582D-052B834F8A6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410" name="Arc 12409">
                        <a:extLst>
                          <a:ext uri="{FF2B5EF4-FFF2-40B4-BE49-F238E27FC236}">
                            <a16:creationId xmlns:a16="http://schemas.microsoft.com/office/drawing/2014/main" id="{DB64B2F0-C674-DCF8-E322-CE439A441CD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402" name="Group 12401">
                      <a:extLst>
                        <a:ext uri="{FF2B5EF4-FFF2-40B4-BE49-F238E27FC236}">
                          <a16:creationId xmlns:a16="http://schemas.microsoft.com/office/drawing/2014/main" id="{8B19F661-A0E6-0E2D-49A0-144763D2E007}"/>
                        </a:ext>
                      </a:extLst>
                    </p:cNvPr>
                    <p:cNvGrpSpPr/>
                    <p:nvPr/>
                  </p:nvGrpSpPr>
                  <p:grpSpPr>
                    <a:xfrm rot="7200000" flipH="1">
                      <a:off x="6434137" y="3977611"/>
                      <a:ext cx="303213" cy="303213"/>
                      <a:chOff x="5354637" y="3446463"/>
                      <a:chExt cx="214313" cy="214313"/>
                    </a:xfrm>
                  </p:grpSpPr>
                  <p:sp>
                    <p:nvSpPr>
                      <p:cNvPr id="12407" name="Arc 12406">
                        <a:extLst>
                          <a:ext uri="{FF2B5EF4-FFF2-40B4-BE49-F238E27FC236}">
                            <a16:creationId xmlns:a16="http://schemas.microsoft.com/office/drawing/2014/main" id="{EC0FC4DC-B23E-EC5A-7C93-8A719DA3013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408" name="Arc 12407">
                        <a:extLst>
                          <a:ext uri="{FF2B5EF4-FFF2-40B4-BE49-F238E27FC236}">
                            <a16:creationId xmlns:a16="http://schemas.microsoft.com/office/drawing/2014/main" id="{821B812D-063A-4815-0101-482A0633978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403" name="Group 12402">
                      <a:extLst>
                        <a:ext uri="{FF2B5EF4-FFF2-40B4-BE49-F238E27FC236}">
                          <a16:creationId xmlns:a16="http://schemas.microsoft.com/office/drawing/2014/main" id="{77C759BC-5FF9-B219-8087-5CDFD2A7D66D}"/>
                        </a:ext>
                      </a:extLst>
                    </p:cNvPr>
                    <p:cNvGrpSpPr/>
                    <p:nvPr/>
                  </p:nvGrpSpPr>
                  <p:grpSpPr>
                    <a:xfrm rot="14400000" flipH="1">
                      <a:off x="6389147" y="3932622"/>
                      <a:ext cx="393192" cy="393192"/>
                      <a:chOff x="5354637" y="3446463"/>
                      <a:chExt cx="214313" cy="214313"/>
                    </a:xfrm>
                  </p:grpSpPr>
                  <p:sp>
                    <p:nvSpPr>
                      <p:cNvPr id="12405" name="Arc 12404">
                        <a:extLst>
                          <a:ext uri="{FF2B5EF4-FFF2-40B4-BE49-F238E27FC236}">
                            <a16:creationId xmlns:a16="http://schemas.microsoft.com/office/drawing/2014/main" id="{678D7F9B-8760-8E6B-D41E-370A16978F2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406" name="Arc 12405">
                        <a:extLst>
                          <a:ext uri="{FF2B5EF4-FFF2-40B4-BE49-F238E27FC236}">
                            <a16:creationId xmlns:a16="http://schemas.microsoft.com/office/drawing/2014/main" id="{A18AF6AB-E419-ADCD-26F3-402CA1D0980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404" name="TextBox 12403">
                      <a:extLst>
                        <a:ext uri="{FF2B5EF4-FFF2-40B4-BE49-F238E27FC236}">
                          <a16:creationId xmlns:a16="http://schemas.microsoft.com/office/drawing/2014/main" id="{EEAD71C6-8A2D-4D7B-A977-A091FC8DD451}"/>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350" name="Group 12349">
                  <a:extLst>
                    <a:ext uri="{FF2B5EF4-FFF2-40B4-BE49-F238E27FC236}">
                      <a16:creationId xmlns:a16="http://schemas.microsoft.com/office/drawing/2014/main" id="{1519D1E4-CD15-88F6-D687-4E391EC845F4}"/>
                    </a:ext>
                  </a:extLst>
                </p:cNvPr>
                <p:cNvGrpSpPr/>
                <p:nvPr/>
              </p:nvGrpSpPr>
              <p:grpSpPr>
                <a:xfrm>
                  <a:off x="6069086" y="3246228"/>
                  <a:ext cx="1019224" cy="991639"/>
                  <a:chOff x="5886431" y="3225768"/>
                  <a:chExt cx="1019224" cy="991639"/>
                </a:xfrm>
              </p:grpSpPr>
              <p:grpSp>
                <p:nvGrpSpPr>
                  <p:cNvPr id="12351" name="Group 12350">
                    <a:extLst>
                      <a:ext uri="{FF2B5EF4-FFF2-40B4-BE49-F238E27FC236}">
                        <a16:creationId xmlns:a16="http://schemas.microsoft.com/office/drawing/2014/main" id="{58AE97A8-5253-18AE-E829-D6E8A4550838}"/>
                      </a:ext>
                    </a:extLst>
                  </p:cNvPr>
                  <p:cNvGrpSpPr/>
                  <p:nvPr/>
                </p:nvGrpSpPr>
                <p:grpSpPr>
                  <a:xfrm>
                    <a:off x="6197413" y="3824215"/>
                    <a:ext cx="393192" cy="393192"/>
                    <a:chOff x="5265196" y="3357021"/>
                    <a:chExt cx="393192" cy="393192"/>
                  </a:xfrm>
                </p:grpSpPr>
                <p:grpSp>
                  <p:nvGrpSpPr>
                    <p:cNvPr id="12386" name="Group 12385">
                      <a:extLst>
                        <a:ext uri="{FF2B5EF4-FFF2-40B4-BE49-F238E27FC236}">
                          <a16:creationId xmlns:a16="http://schemas.microsoft.com/office/drawing/2014/main" id="{68F8C086-22E7-D20F-DD26-899332F3310E}"/>
                        </a:ext>
                      </a:extLst>
                    </p:cNvPr>
                    <p:cNvGrpSpPr/>
                    <p:nvPr/>
                  </p:nvGrpSpPr>
                  <p:grpSpPr>
                    <a:xfrm rot="14400000">
                      <a:off x="5265196" y="3357021"/>
                      <a:ext cx="393192" cy="393192"/>
                      <a:chOff x="5354637" y="3446463"/>
                      <a:chExt cx="214313" cy="214313"/>
                    </a:xfrm>
                  </p:grpSpPr>
                  <p:sp>
                    <p:nvSpPr>
                      <p:cNvPr id="12395" name="Arc 12394">
                        <a:extLst>
                          <a:ext uri="{FF2B5EF4-FFF2-40B4-BE49-F238E27FC236}">
                            <a16:creationId xmlns:a16="http://schemas.microsoft.com/office/drawing/2014/main" id="{8C015101-AD47-F7E7-1636-AECCC7158DF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396" name="Arc 12395">
                        <a:extLst>
                          <a:ext uri="{FF2B5EF4-FFF2-40B4-BE49-F238E27FC236}">
                            <a16:creationId xmlns:a16="http://schemas.microsoft.com/office/drawing/2014/main" id="{98DA50D7-593C-88E4-53C0-6A95E8508E1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387" name="Group 12386">
                      <a:extLst>
                        <a:ext uri="{FF2B5EF4-FFF2-40B4-BE49-F238E27FC236}">
                          <a16:creationId xmlns:a16="http://schemas.microsoft.com/office/drawing/2014/main" id="{F4C82897-C81F-5FDA-FFC4-16545129329E}"/>
                        </a:ext>
                      </a:extLst>
                    </p:cNvPr>
                    <p:cNvGrpSpPr/>
                    <p:nvPr/>
                  </p:nvGrpSpPr>
                  <p:grpSpPr>
                    <a:xfrm>
                      <a:off x="5310186" y="3402011"/>
                      <a:ext cx="303213" cy="303213"/>
                      <a:chOff x="5310186" y="3402011"/>
                      <a:chExt cx="303213" cy="303213"/>
                    </a:xfrm>
                  </p:grpSpPr>
                  <p:grpSp>
                    <p:nvGrpSpPr>
                      <p:cNvPr id="12388" name="Group 12387">
                        <a:extLst>
                          <a:ext uri="{FF2B5EF4-FFF2-40B4-BE49-F238E27FC236}">
                            <a16:creationId xmlns:a16="http://schemas.microsoft.com/office/drawing/2014/main" id="{99AED8CB-5767-90DC-0941-FF3DB14C275B}"/>
                          </a:ext>
                        </a:extLst>
                      </p:cNvPr>
                      <p:cNvGrpSpPr/>
                      <p:nvPr/>
                    </p:nvGrpSpPr>
                    <p:grpSpPr>
                      <a:xfrm>
                        <a:off x="5354636" y="3446461"/>
                        <a:ext cx="214313" cy="214313"/>
                        <a:chOff x="5354637" y="3446463"/>
                        <a:chExt cx="214313" cy="214313"/>
                      </a:xfrm>
                    </p:grpSpPr>
                    <p:sp>
                      <p:nvSpPr>
                        <p:cNvPr id="12393" name="Arc 12392">
                          <a:extLst>
                            <a:ext uri="{FF2B5EF4-FFF2-40B4-BE49-F238E27FC236}">
                              <a16:creationId xmlns:a16="http://schemas.microsoft.com/office/drawing/2014/main" id="{E9AFD6F5-B5F5-A591-25C3-25477ECE557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394" name="Arc 12393">
                          <a:extLst>
                            <a:ext uri="{FF2B5EF4-FFF2-40B4-BE49-F238E27FC236}">
                              <a16:creationId xmlns:a16="http://schemas.microsoft.com/office/drawing/2014/main" id="{AECE3026-803B-7DC3-4028-36447919198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389" name="Group 12388">
                        <a:extLst>
                          <a:ext uri="{FF2B5EF4-FFF2-40B4-BE49-F238E27FC236}">
                            <a16:creationId xmlns:a16="http://schemas.microsoft.com/office/drawing/2014/main" id="{91E88EBE-C410-1B88-0B9C-376A8200EA3D}"/>
                          </a:ext>
                        </a:extLst>
                      </p:cNvPr>
                      <p:cNvGrpSpPr/>
                      <p:nvPr/>
                    </p:nvGrpSpPr>
                    <p:grpSpPr>
                      <a:xfrm rot="7200000">
                        <a:off x="5310186" y="3402011"/>
                        <a:ext cx="303213" cy="303213"/>
                        <a:chOff x="5354637" y="3446463"/>
                        <a:chExt cx="214313" cy="214313"/>
                      </a:xfrm>
                    </p:grpSpPr>
                    <p:sp>
                      <p:nvSpPr>
                        <p:cNvPr id="12391" name="Arc 12390">
                          <a:extLst>
                            <a:ext uri="{FF2B5EF4-FFF2-40B4-BE49-F238E27FC236}">
                              <a16:creationId xmlns:a16="http://schemas.microsoft.com/office/drawing/2014/main" id="{B00B12B9-7A8F-83A7-1ADB-8E9D9F71D65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392" name="Arc 12391">
                          <a:extLst>
                            <a:ext uri="{FF2B5EF4-FFF2-40B4-BE49-F238E27FC236}">
                              <a16:creationId xmlns:a16="http://schemas.microsoft.com/office/drawing/2014/main" id="{52A81017-E8EC-63F6-1704-359132F4726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390" name="TextBox 12389">
                        <a:extLst>
                          <a:ext uri="{FF2B5EF4-FFF2-40B4-BE49-F238E27FC236}">
                            <a16:creationId xmlns:a16="http://schemas.microsoft.com/office/drawing/2014/main" id="{6A079959-BCCE-2C38-8550-8618B8429E20}"/>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352" name="Group 12351">
                    <a:extLst>
                      <a:ext uri="{FF2B5EF4-FFF2-40B4-BE49-F238E27FC236}">
                        <a16:creationId xmlns:a16="http://schemas.microsoft.com/office/drawing/2014/main" id="{48F2FEC6-3587-9ECD-05B7-47C3DC195393}"/>
                      </a:ext>
                    </a:extLst>
                  </p:cNvPr>
                  <p:cNvGrpSpPr/>
                  <p:nvPr/>
                </p:nvGrpSpPr>
                <p:grpSpPr>
                  <a:xfrm>
                    <a:off x="5886431" y="3525040"/>
                    <a:ext cx="393192" cy="393192"/>
                    <a:chOff x="5265196" y="3932619"/>
                    <a:chExt cx="393192" cy="393192"/>
                  </a:xfrm>
                </p:grpSpPr>
                <p:grpSp>
                  <p:nvGrpSpPr>
                    <p:cNvPr id="12376" name="Group 12375">
                      <a:extLst>
                        <a:ext uri="{FF2B5EF4-FFF2-40B4-BE49-F238E27FC236}">
                          <a16:creationId xmlns:a16="http://schemas.microsoft.com/office/drawing/2014/main" id="{07CA01ED-A105-6FBE-BB84-079EEC3B41DA}"/>
                        </a:ext>
                      </a:extLst>
                    </p:cNvPr>
                    <p:cNvGrpSpPr/>
                    <p:nvPr/>
                  </p:nvGrpSpPr>
                  <p:grpSpPr>
                    <a:xfrm>
                      <a:off x="5354636" y="4022061"/>
                      <a:ext cx="214313" cy="214313"/>
                      <a:chOff x="5354637" y="3446463"/>
                      <a:chExt cx="214313" cy="214313"/>
                    </a:xfrm>
                  </p:grpSpPr>
                  <p:sp>
                    <p:nvSpPr>
                      <p:cNvPr id="12384" name="Arc 12383">
                        <a:extLst>
                          <a:ext uri="{FF2B5EF4-FFF2-40B4-BE49-F238E27FC236}">
                            <a16:creationId xmlns:a16="http://schemas.microsoft.com/office/drawing/2014/main" id="{2FC5CAA8-EA6A-C245-8F12-4ABD675202D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385" name="Arc 12384">
                        <a:extLst>
                          <a:ext uri="{FF2B5EF4-FFF2-40B4-BE49-F238E27FC236}">
                            <a16:creationId xmlns:a16="http://schemas.microsoft.com/office/drawing/2014/main" id="{3DA475D3-3C07-E105-166F-3BDF86261A2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377" name="Group 12376">
                      <a:extLst>
                        <a:ext uri="{FF2B5EF4-FFF2-40B4-BE49-F238E27FC236}">
                          <a16:creationId xmlns:a16="http://schemas.microsoft.com/office/drawing/2014/main" id="{DEB1AA67-BA83-E24E-B2AE-117D14F3221D}"/>
                        </a:ext>
                      </a:extLst>
                    </p:cNvPr>
                    <p:cNvGrpSpPr/>
                    <p:nvPr/>
                  </p:nvGrpSpPr>
                  <p:grpSpPr>
                    <a:xfrm rot="14400000">
                      <a:off x="5310186" y="3977611"/>
                      <a:ext cx="303213" cy="303213"/>
                      <a:chOff x="5354637" y="3446463"/>
                      <a:chExt cx="214313" cy="214313"/>
                    </a:xfrm>
                  </p:grpSpPr>
                  <p:sp>
                    <p:nvSpPr>
                      <p:cNvPr id="12382" name="Arc 12381">
                        <a:extLst>
                          <a:ext uri="{FF2B5EF4-FFF2-40B4-BE49-F238E27FC236}">
                            <a16:creationId xmlns:a16="http://schemas.microsoft.com/office/drawing/2014/main" id="{D78EE402-A48C-1A8A-70B4-5144856A49F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383" name="Arc 12382">
                        <a:extLst>
                          <a:ext uri="{FF2B5EF4-FFF2-40B4-BE49-F238E27FC236}">
                            <a16:creationId xmlns:a16="http://schemas.microsoft.com/office/drawing/2014/main" id="{63F69131-6AD1-B3A5-87AC-CE0D46EC05E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378" name="Group 12377">
                      <a:extLst>
                        <a:ext uri="{FF2B5EF4-FFF2-40B4-BE49-F238E27FC236}">
                          <a16:creationId xmlns:a16="http://schemas.microsoft.com/office/drawing/2014/main" id="{35A8AB71-D75A-DF6C-9E1D-6BCF8753A23C}"/>
                        </a:ext>
                      </a:extLst>
                    </p:cNvPr>
                    <p:cNvGrpSpPr/>
                    <p:nvPr/>
                  </p:nvGrpSpPr>
                  <p:grpSpPr>
                    <a:xfrm rot="7200000">
                      <a:off x="5265196" y="3932619"/>
                      <a:ext cx="393192" cy="393192"/>
                      <a:chOff x="5354637" y="3446463"/>
                      <a:chExt cx="214313" cy="214313"/>
                    </a:xfrm>
                  </p:grpSpPr>
                  <p:sp>
                    <p:nvSpPr>
                      <p:cNvPr id="12380" name="Arc 12379">
                        <a:extLst>
                          <a:ext uri="{FF2B5EF4-FFF2-40B4-BE49-F238E27FC236}">
                            <a16:creationId xmlns:a16="http://schemas.microsoft.com/office/drawing/2014/main" id="{5105A45D-2851-BC45-F046-542FE9BE6DE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381" name="Arc 12380">
                        <a:extLst>
                          <a:ext uri="{FF2B5EF4-FFF2-40B4-BE49-F238E27FC236}">
                            <a16:creationId xmlns:a16="http://schemas.microsoft.com/office/drawing/2014/main" id="{EAB6EC8C-F0A3-AC20-DD6F-DBB292D405B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379" name="TextBox 12378">
                      <a:extLst>
                        <a:ext uri="{FF2B5EF4-FFF2-40B4-BE49-F238E27FC236}">
                          <a16:creationId xmlns:a16="http://schemas.microsoft.com/office/drawing/2014/main" id="{009D7B3E-24F6-4E53-C9D9-07DBC0BD5C4A}"/>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2353" name="Group 12352">
                    <a:extLst>
                      <a:ext uri="{FF2B5EF4-FFF2-40B4-BE49-F238E27FC236}">
                        <a16:creationId xmlns:a16="http://schemas.microsoft.com/office/drawing/2014/main" id="{7B6B4C14-E049-D2E7-6D1F-3A6FD1DAA972}"/>
                      </a:ext>
                    </a:extLst>
                  </p:cNvPr>
                  <p:cNvGrpSpPr/>
                  <p:nvPr/>
                </p:nvGrpSpPr>
                <p:grpSpPr>
                  <a:xfrm>
                    <a:off x="6512463" y="3525040"/>
                    <a:ext cx="393192" cy="393192"/>
                    <a:chOff x="6389147" y="3357021"/>
                    <a:chExt cx="393192" cy="393192"/>
                  </a:xfrm>
                </p:grpSpPr>
                <p:grpSp>
                  <p:nvGrpSpPr>
                    <p:cNvPr id="12365" name="Group 12364">
                      <a:extLst>
                        <a:ext uri="{FF2B5EF4-FFF2-40B4-BE49-F238E27FC236}">
                          <a16:creationId xmlns:a16="http://schemas.microsoft.com/office/drawing/2014/main" id="{733993E2-9D51-DF3E-1D1A-EFEFDA941FD9}"/>
                        </a:ext>
                      </a:extLst>
                    </p:cNvPr>
                    <p:cNvGrpSpPr/>
                    <p:nvPr/>
                  </p:nvGrpSpPr>
                  <p:grpSpPr>
                    <a:xfrm rot="7200000" flipH="1">
                      <a:off x="6389147" y="3357021"/>
                      <a:ext cx="393192" cy="393192"/>
                      <a:chOff x="5354637" y="3446463"/>
                      <a:chExt cx="214313" cy="214313"/>
                    </a:xfrm>
                  </p:grpSpPr>
                  <p:sp>
                    <p:nvSpPr>
                      <p:cNvPr id="12374" name="Arc 12373">
                        <a:extLst>
                          <a:ext uri="{FF2B5EF4-FFF2-40B4-BE49-F238E27FC236}">
                            <a16:creationId xmlns:a16="http://schemas.microsoft.com/office/drawing/2014/main" id="{A67D7600-173E-A99D-764C-B0439619F26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375" name="Arc 12374">
                        <a:extLst>
                          <a:ext uri="{FF2B5EF4-FFF2-40B4-BE49-F238E27FC236}">
                            <a16:creationId xmlns:a16="http://schemas.microsoft.com/office/drawing/2014/main" id="{4CFDF576-3866-A979-BAE1-8BB2FB68ADD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366" name="Group 12365">
                      <a:extLst>
                        <a:ext uri="{FF2B5EF4-FFF2-40B4-BE49-F238E27FC236}">
                          <a16:creationId xmlns:a16="http://schemas.microsoft.com/office/drawing/2014/main" id="{71548A7C-158F-F349-1FED-4304B1619BEA}"/>
                        </a:ext>
                      </a:extLst>
                    </p:cNvPr>
                    <p:cNvGrpSpPr/>
                    <p:nvPr/>
                  </p:nvGrpSpPr>
                  <p:grpSpPr>
                    <a:xfrm>
                      <a:off x="6434137" y="3402011"/>
                      <a:ext cx="303213" cy="303213"/>
                      <a:chOff x="6434137" y="3402011"/>
                      <a:chExt cx="303213" cy="303213"/>
                    </a:xfrm>
                  </p:grpSpPr>
                  <p:grpSp>
                    <p:nvGrpSpPr>
                      <p:cNvPr id="12367" name="Group 12366">
                        <a:extLst>
                          <a:ext uri="{FF2B5EF4-FFF2-40B4-BE49-F238E27FC236}">
                            <a16:creationId xmlns:a16="http://schemas.microsoft.com/office/drawing/2014/main" id="{67BDBC54-F248-3AC0-674F-3FCC777811EE}"/>
                          </a:ext>
                        </a:extLst>
                      </p:cNvPr>
                      <p:cNvGrpSpPr/>
                      <p:nvPr/>
                    </p:nvGrpSpPr>
                    <p:grpSpPr>
                      <a:xfrm flipH="1">
                        <a:off x="6478587" y="3446461"/>
                        <a:ext cx="214313" cy="214313"/>
                        <a:chOff x="5354637" y="3446463"/>
                        <a:chExt cx="214313" cy="214313"/>
                      </a:xfrm>
                    </p:grpSpPr>
                    <p:sp>
                      <p:nvSpPr>
                        <p:cNvPr id="12372" name="Arc 12371">
                          <a:extLst>
                            <a:ext uri="{FF2B5EF4-FFF2-40B4-BE49-F238E27FC236}">
                              <a16:creationId xmlns:a16="http://schemas.microsoft.com/office/drawing/2014/main" id="{9C97D132-1683-FFD0-AD39-E48744B9A98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373" name="Arc 12372">
                          <a:extLst>
                            <a:ext uri="{FF2B5EF4-FFF2-40B4-BE49-F238E27FC236}">
                              <a16:creationId xmlns:a16="http://schemas.microsoft.com/office/drawing/2014/main" id="{2A3DC91A-D245-B6ED-EC90-256DE673D83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368" name="Group 12367">
                        <a:extLst>
                          <a:ext uri="{FF2B5EF4-FFF2-40B4-BE49-F238E27FC236}">
                            <a16:creationId xmlns:a16="http://schemas.microsoft.com/office/drawing/2014/main" id="{DA0D66FE-A754-D0D8-938D-B35664F31B6F}"/>
                          </a:ext>
                        </a:extLst>
                      </p:cNvPr>
                      <p:cNvGrpSpPr/>
                      <p:nvPr/>
                    </p:nvGrpSpPr>
                    <p:grpSpPr>
                      <a:xfrm rot="14400000" flipH="1">
                        <a:off x="6434137" y="3402011"/>
                        <a:ext cx="303213" cy="303213"/>
                        <a:chOff x="5354637" y="3446463"/>
                        <a:chExt cx="214313" cy="214313"/>
                      </a:xfrm>
                    </p:grpSpPr>
                    <p:sp>
                      <p:nvSpPr>
                        <p:cNvPr id="12370" name="Arc 12369">
                          <a:extLst>
                            <a:ext uri="{FF2B5EF4-FFF2-40B4-BE49-F238E27FC236}">
                              <a16:creationId xmlns:a16="http://schemas.microsoft.com/office/drawing/2014/main" id="{8D02A308-475E-D0DC-4722-B0795A95526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371" name="Arc 12370">
                          <a:extLst>
                            <a:ext uri="{FF2B5EF4-FFF2-40B4-BE49-F238E27FC236}">
                              <a16:creationId xmlns:a16="http://schemas.microsoft.com/office/drawing/2014/main" id="{9815EECB-66C6-ED15-C08A-F51C3E86FBE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369" name="TextBox 12368">
                        <a:extLst>
                          <a:ext uri="{FF2B5EF4-FFF2-40B4-BE49-F238E27FC236}">
                            <a16:creationId xmlns:a16="http://schemas.microsoft.com/office/drawing/2014/main" id="{F7A43B4D-53C4-46E8-FFBF-6A5B318BA74D}"/>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354" name="Group 12353">
                    <a:extLst>
                      <a:ext uri="{FF2B5EF4-FFF2-40B4-BE49-F238E27FC236}">
                        <a16:creationId xmlns:a16="http://schemas.microsoft.com/office/drawing/2014/main" id="{56EAB0E9-5302-E199-7AA7-0E6991D62362}"/>
                      </a:ext>
                    </a:extLst>
                  </p:cNvPr>
                  <p:cNvGrpSpPr/>
                  <p:nvPr/>
                </p:nvGrpSpPr>
                <p:grpSpPr>
                  <a:xfrm>
                    <a:off x="6197413" y="3225768"/>
                    <a:ext cx="393192" cy="393192"/>
                    <a:chOff x="6389147" y="3932622"/>
                    <a:chExt cx="393192" cy="393192"/>
                  </a:xfrm>
                </p:grpSpPr>
                <p:grpSp>
                  <p:nvGrpSpPr>
                    <p:cNvPr id="12355" name="Group 12354">
                      <a:extLst>
                        <a:ext uri="{FF2B5EF4-FFF2-40B4-BE49-F238E27FC236}">
                          <a16:creationId xmlns:a16="http://schemas.microsoft.com/office/drawing/2014/main" id="{572F5B09-F6B7-792B-3E6B-3A6A0F5F33B2}"/>
                        </a:ext>
                      </a:extLst>
                    </p:cNvPr>
                    <p:cNvGrpSpPr/>
                    <p:nvPr/>
                  </p:nvGrpSpPr>
                  <p:grpSpPr>
                    <a:xfrm flipH="1">
                      <a:off x="6478587" y="4022061"/>
                      <a:ext cx="214313" cy="214313"/>
                      <a:chOff x="5354637" y="3446463"/>
                      <a:chExt cx="214313" cy="214313"/>
                    </a:xfrm>
                  </p:grpSpPr>
                  <p:sp>
                    <p:nvSpPr>
                      <p:cNvPr id="12363" name="Arc 12362">
                        <a:extLst>
                          <a:ext uri="{FF2B5EF4-FFF2-40B4-BE49-F238E27FC236}">
                            <a16:creationId xmlns:a16="http://schemas.microsoft.com/office/drawing/2014/main" id="{B2ABC0F9-66BE-F783-F7D7-2BEA61B10AA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364" name="Arc 12363">
                        <a:extLst>
                          <a:ext uri="{FF2B5EF4-FFF2-40B4-BE49-F238E27FC236}">
                            <a16:creationId xmlns:a16="http://schemas.microsoft.com/office/drawing/2014/main" id="{73180EFE-D346-8CF6-54D3-CA9BDB6C2E8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356" name="Group 12355">
                      <a:extLst>
                        <a:ext uri="{FF2B5EF4-FFF2-40B4-BE49-F238E27FC236}">
                          <a16:creationId xmlns:a16="http://schemas.microsoft.com/office/drawing/2014/main" id="{7CC9515B-2F7A-45A7-18A3-C1A5CC0E13A6}"/>
                        </a:ext>
                      </a:extLst>
                    </p:cNvPr>
                    <p:cNvGrpSpPr/>
                    <p:nvPr/>
                  </p:nvGrpSpPr>
                  <p:grpSpPr>
                    <a:xfrm rot="7200000" flipH="1">
                      <a:off x="6434137" y="3977611"/>
                      <a:ext cx="303213" cy="303213"/>
                      <a:chOff x="5354637" y="3446463"/>
                      <a:chExt cx="214313" cy="214313"/>
                    </a:xfrm>
                  </p:grpSpPr>
                  <p:sp>
                    <p:nvSpPr>
                      <p:cNvPr id="12361" name="Arc 12360">
                        <a:extLst>
                          <a:ext uri="{FF2B5EF4-FFF2-40B4-BE49-F238E27FC236}">
                            <a16:creationId xmlns:a16="http://schemas.microsoft.com/office/drawing/2014/main" id="{8F36947E-0684-BD7C-35B8-4424CD31D29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362" name="Arc 12361">
                        <a:extLst>
                          <a:ext uri="{FF2B5EF4-FFF2-40B4-BE49-F238E27FC236}">
                            <a16:creationId xmlns:a16="http://schemas.microsoft.com/office/drawing/2014/main" id="{B8F0CC8E-D78B-7702-99C9-0C9AA0F6FCD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357" name="Group 12356">
                      <a:extLst>
                        <a:ext uri="{FF2B5EF4-FFF2-40B4-BE49-F238E27FC236}">
                          <a16:creationId xmlns:a16="http://schemas.microsoft.com/office/drawing/2014/main" id="{162E7475-C361-81C6-AD3F-6BA45C9E1677}"/>
                        </a:ext>
                      </a:extLst>
                    </p:cNvPr>
                    <p:cNvGrpSpPr/>
                    <p:nvPr/>
                  </p:nvGrpSpPr>
                  <p:grpSpPr>
                    <a:xfrm rot="14400000" flipH="1">
                      <a:off x="6389147" y="3932622"/>
                      <a:ext cx="393192" cy="393192"/>
                      <a:chOff x="5354637" y="3446463"/>
                      <a:chExt cx="214313" cy="214313"/>
                    </a:xfrm>
                  </p:grpSpPr>
                  <p:sp>
                    <p:nvSpPr>
                      <p:cNvPr id="12359" name="Arc 12358">
                        <a:extLst>
                          <a:ext uri="{FF2B5EF4-FFF2-40B4-BE49-F238E27FC236}">
                            <a16:creationId xmlns:a16="http://schemas.microsoft.com/office/drawing/2014/main" id="{30177AB4-5442-F4DD-18C7-89F56BB46E6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360" name="Arc 12359">
                        <a:extLst>
                          <a:ext uri="{FF2B5EF4-FFF2-40B4-BE49-F238E27FC236}">
                            <a16:creationId xmlns:a16="http://schemas.microsoft.com/office/drawing/2014/main" id="{4E02ECAA-D09B-E02C-1FAC-D84FC800CF9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358" name="TextBox 12357">
                      <a:extLst>
                        <a:ext uri="{FF2B5EF4-FFF2-40B4-BE49-F238E27FC236}">
                          <a16:creationId xmlns:a16="http://schemas.microsoft.com/office/drawing/2014/main" id="{E4B59E6B-92EB-9F1A-ACAF-B15B8857A5D9}"/>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2254" name="Group 12253">
                <a:extLst>
                  <a:ext uri="{FF2B5EF4-FFF2-40B4-BE49-F238E27FC236}">
                    <a16:creationId xmlns:a16="http://schemas.microsoft.com/office/drawing/2014/main" id="{240665B8-4606-2CA1-D7BC-85D3BF3AEEEB}"/>
                  </a:ext>
                </a:extLst>
              </p:cNvPr>
              <p:cNvGrpSpPr/>
              <p:nvPr/>
            </p:nvGrpSpPr>
            <p:grpSpPr>
              <a:xfrm>
                <a:off x="6065340" y="2039507"/>
                <a:ext cx="1643204" cy="1593124"/>
                <a:chOff x="5445106" y="2644743"/>
                <a:chExt cx="1643204" cy="1593124"/>
              </a:xfrm>
            </p:grpSpPr>
            <p:grpSp>
              <p:nvGrpSpPr>
                <p:cNvPr id="12255" name="Group 12254">
                  <a:extLst>
                    <a:ext uri="{FF2B5EF4-FFF2-40B4-BE49-F238E27FC236}">
                      <a16:creationId xmlns:a16="http://schemas.microsoft.com/office/drawing/2014/main" id="{C30DB3EC-5DB6-2D72-BC0E-DEBE63A366B7}"/>
                    </a:ext>
                  </a:extLst>
                </p:cNvPr>
                <p:cNvGrpSpPr/>
                <p:nvPr/>
              </p:nvGrpSpPr>
              <p:grpSpPr>
                <a:xfrm>
                  <a:off x="5445106" y="2644743"/>
                  <a:ext cx="1019224" cy="991639"/>
                  <a:chOff x="5886431" y="3225768"/>
                  <a:chExt cx="1019224" cy="991639"/>
                </a:xfrm>
              </p:grpSpPr>
              <p:grpSp>
                <p:nvGrpSpPr>
                  <p:cNvPr id="12303" name="Group 12302">
                    <a:extLst>
                      <a:ext uri="{FF2B5EF4-FFF2-40B4-BE49-F238E27FC236}">
                        <a16:creationId xmlns:a16="http://schemas.microsoft.com/office/drawing/2014/main" id="{845CCCDA-3D1D-1B62-9D0D-9956A780B20E}"/>
                      </a:ext>
                    </a:extLst>
                  </p:cNvPr>
                  <p:cNvGrpSpPr/>
                  <p:nvPr/>
                </p:nvGrpSpPr>
                <p:grpSpPr>
                  <a:xfrm>
                    <a:off x="6197413" y="3824215"/>
                    <a:ext cx="393192" cy="393192"/>
                    <a:chOff x="5265196" y="3357021"/>
                    <a:chExt cx="393192" cy="393192"/>
                  </a:xfrm>
                </p:grpSpPr>
                <p:grpSp>
                  <p:nvGrpSpPr>
                    <p:cNvPr id="12338" name="Group 12337">
                      <a:extLst>
                        <a:ext uri="{FF2B5EF4-FFF2-40B4-BE49-F238E27FC236}">
                          <a16:creationId xmlns:a16="http://schemas.microsoft.com/office/drawing/2014/main" id="{4BF7420F-EDB2-46E0-B1DD-62E5115AD67B}"/>
                        </a:ext>
                      </a:extLst>
                    </p:cNvPr>
                    <p:cNvGrpSpPr/>
                    <p:nvPr/>
                  </p:nvGrpSpPr>
                  <p:grpSpPr>
                    <a:xfrm rot="14400000">
                      <a:off x="5265196" y="3357021"/>
                      <a:ext cx="393192" cy="393192"/>
                      <a:chOff x="5354637" y="3446463"/>
                      <a:chExt cx="214313" cy="214313"/>
                    </a:xfrm>
                  </p:grpSpPr>
                  <p:sp>
                    <p:nvSpPr>
                      <p:cNvPr id="12347" name="Arc 12346">
                        <a:extLst>
                          <a:ext uri="{FF2B5EF4-FFF2-40B4-BE49-F238E27FC236}">
                            <a16:creationId xmlns:a16="http://schemas.microsoft.com/office/drawing/2014/main" id="{E8568511-CFB9-FC78-6683-BDBCC743D5B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348" name="Arc 12347">
                        <a:extLst>
                          <a:ext uri="{FF2B5EF4-FFF2-40B4-BE49-F238E27FC236}">
                            <a16:creationId xmlns:a16="http://schemas.microsoft.com/office/drawing/2014/main" id="{5ED1CB2F-A1C4-CFB0-0047-1E8F88F1BD3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339" name="Group 12338">
                      <a:extLst>
                        <a:ext uri="{FF2B5EF4-FFF2-40B4-BE49-F238E27FC236}">
                          <a16:creationId xmlns:a16="http://schemas.microsoft.com/office/drawing/2014/main" id="{F00DD18A-5A22-B2CA-B672-49F175F94053}"/>
                        </a:ext>
                      </a:extLst>
                    </p:cNvPr>
                    <p:cNvGrpSpPr/>
                    <p:nvPr/>
                  </p:nvGrpSpPr>
                  <p:grpSpPr>
                    <a:xfrm>
                      <a:off x="5310186" y="3402011"/>
                      <a:ext cx="303213" cy="303213"/>
                      <a:chOff x="5310186" y="3402011"/>
                      <a:chExt cx="303213" cy="303213"/>
                    </a:xfrm>
                  </p:grpSpPr>
                  <p:grpSp>
                    <p:nvGrpSpPr>
                      <p:cNvPr id="12340" name="Group 12339">
                        <a:extLst>
                          <a:ext uri="{FF2B5EF4-FFF2-40B4-BE49-F238E27FC236}">
                            <a16:creationId xmlns:a16="http://schemas.microsoft.com/office/drawing/2014/main" id="{DCA22501-3825-0CAE-B74B-0879AF04B4B0}"/>
                          </a:ext>
                        </a:extLst>
                      </p:cNvPr>
                      <p:cNvGrpSpPr/>
                      <p:nvPr/>
                    </p:nvGrpSpPr>
                    <p:grpSpPr>
                      <a:xfrm>
                        <a:off x="5354636" y="3446461"/>
                        <a:ext cx="214313" cy="214313"/>
                        <a:chOff x="5354637" y="3446463"/>
                        <a:chExt cx="214313" cy="214313"/>
                      </a:xfrm>
                    </p:grpSpPr>
                    <p:sp>
                      <p:nvSpPr>
                        <p:cNvPr id="12345" name="Arc 12344">
                          <a:extLst>
                            <a:ext uri="{FF2B5EF4-FFF2-40B4-BE49-F238E27FC236}">
                              <a16:creationId xmlns:a16="http://schemas.microsoft.com/office/drawing/2014/main" id="{0052B3D0-3E3E-FD8B-D7AC-D920DC87236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346" name="Arc 12345">
                          <a:extLst>
                            <a:ext uri="{FF2B5EF4-FFF2-40B4-BE49-F238E27FC236}">
                              <a16:creationId xmlns:a16="http://schemas.microsoft.com/office/drawing/2014/main" id="{17056006-FFC4-F2B4-D089-F1500FBBB7D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341" name="Group 12340">
                        <a:extLst>
                          <a:ext uri="{FF2B5EF4-FFF2-40B4-BE49-F238E27FC236}">
                            <a16:creationId xmlns:a16="http://schemas.microsoft.com/office/drawing/2014/main" id="{4AF180B9-46FE-2225-4588-BB3745D0FC0F}"/>
                          </a:ext>
                        </a:extLst>
                      </p:cNvPr>
                      <p:cNvGrpSpPr/>
                      <p:nvPr/>
                    </p:nvGrpSpPr>
                    <p:grpSpPr>
                      <a:xfrm rot="7200000">
                        <a:off x="5310186" y="3402011"/>
                        <a:ext cx="303213" cy="303213"/>
                        <a:chOff x="5354637" y="3446463"/>
                        <a:chExt cx="214313" cy="214313"/>
                      </a:xfrm>
                    </p:grpSpPr>
                    <p:sp>
                      <p:nvSpPr>
                        <p:cNvPr id="12343" name="Arc 12342">
                          <a:extLst>
                            <a:ext uri="{FF2B5EF4-FFF2-40B4-BE49-F238E27FC236}">
                              <a16:creationId xmlns:a16="http://schemas.microsoft.com/office/drawing/2014/main" id="{17345BD0-A2C9-1CA4-5F60-E7381AF52E2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344" name="Arc 12343">
                          <a:extLst>
                            <a:ext uri="{FF2B5EF4-FFF2-40B4-BE49-F238E27FC236}">
                              <a16:creationId xmlns:a16="http://schemas.microsoft.com/office/drawing/2014/main" id="{B4D43E70-DAD3-2ADB-2804-654DF525414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342" name="TextBox 12341">
                        <a:extLst>
                          <a:ext uri="{FF2B5EF4-FFF2-40B4-BE49-F238E27FC236}">
                            <a16:creationId xmlns:a16="http://schemas.microsoft.com/office/drawing/2014/main" id="{E49CBA0B-5659-F397-0D1F-9B42F2A2B95E}"/>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304" name="Group 12303">
                    <a:extLst>
                      <a:ext uri="{FF2B5EF4-FFF2-40B4-BE49-F238E27FC236}">
                        <a16:creationId xmlns:a16="http://schemas.microsoft.com/office/drawing/2014/main" id="{D927FADB-AD61-FF9B-E652-05912455C00A}"/>
                      </a:ext>
                    </a:extLst>
                  </p:cNvPr>
                  <p:cNvGrpSpPr/>
                  <p:nvPr/>
                </p:nvGrpSpPr>
                <p:grpSpPr>
                  <a:xfrm>
                    <a:off x="5886431" y="3525040"/>
                    <a:ext cx="393192" cy="393192"/>
                    <a:chOff x="5265196" y="3932619"/>
                    <a:chExt cx="393192" cy="393192"/>
                  </a:xfrm>
                </p:grpSpPr>
                <p:grpSp>
                  <p:nvGrpSpPr>
                    <p:cNvPr id="12328" name="Group 12327">
                      <a:extLst>
                        <a:ext uri="{FF2B5EF4-FFF2-40B4-BE49-F238E27FC236}">
                          <a16:creationId xmlns:a16="http://schemas.microsoft.com/office/drawing/2014/main" id="{C7557098-EF42-7375-29C4-E448BE336F97}"/>
                        </a:ext>
                      </a:extLst>
                    </p:cNvPr>
                    <p:cNvGrpSpPr/>
                    <p:nvPr/>
                  </p:nvGrpSpPr>
                  <p:grpSpPr>
                    <a:xfrm>
                      <a:off x="5354636" y="4022061"/>
                      <a:ext cx="214313" cy="214313"/>
                      <a:chOff x="5354637" y="3446463"/>
                      <a:chExt cx="214313" cy="214313"/>
                    </a:xfrm>
                  </p:grpSpPr>
                  <p:sp>
                    <p:nvSpPr>
                      <p:cNvPr id="12336" name="Arc 12335">
                        <a:extLst>
                          <a:ext uri="{FF2B5EF4-FFF2-40B4-BE49-F238E27FC236}">
                            <a16:creationId xmlns:a16="http://schemas.microsoft.com/office/drawing/2014/main" id="{DD720CB6-5433-F276-CCDA-DBDCBB05CB8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337" name="Arc 12336">
                        <a:extLst>
                          <a:ext uri="{FF2B5EF4-FFF2-40B4-BE49-F238E27FC236}">
                            <a16:creationId xmlns:a16="http://schemas.microsoft.com/office/drawing/2014/main" id="{8080921A-5A22-980B-DA16-8507A85B515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329" name="Group 12328">
                      <a:extLst>
                        <a:ext uri="{FF2B5EF4-FFF2-40B4-BE49-F238E27FC236}">
                          <a16:creationId xmlns:a16="http://schemas.microsoft.com/office/drawing/2014/main" id="{4AF9A1DD-0059-CFD9-58D1-A12108BE6884}"/>
                        </a:ext>
                      </a:extLst>
                    </p:cNvPr>
                    <p:cNvGrpSpPr/>
                    <p:nvPr/>
                  </p:nvGrpSpPr>
                  <p:grpSpPr>
                    <a:xfrm rot="14400000">
                      <a:off x="5310186" y="3977611"/>
                      <a:ext cx="303213" cy="303213"/>
                      <a:chOff x="5354637" y="3446463"/>
                      <a:chExt cx="214313" cy="214313"/>
                    </a:xfrm>
                  </p:grpSpPr>
                  <p:sp>
                    <p:nvSpPr>
                      <p:cNvPr id="12334" name="Arc 12333">
                        <a:extLst>
                          <a:ext uri="{FF2B5EF4-FFF2-40B4-BE49-F238E27FC236}">
                            <a16:creationId xmlns:a16="http://schemas.microsoft.com/office/drawing/2014/main" id="{906F52FA-4720-223C-E9A6-A44354C1C55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335" name="Arc 12334">
                        <a:extLst>
                          <a:ext uri="{FF2B5EF4-FFF2-40B4-BE49-F238E27FC236}">
                            <a16:creationId xmlns:a16="http://schemas.microsoft.com/office/drawing/2014/main" id="{E5FCEC4B-76D1-8E92-8C35-67F40E5241B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330" name="Group 12329">
                      <a:extLst>
                        <a:ext uri="{FF2B5EF4-FFF2-40B4-BE49-F238E27FC236}">
                          <a16:creationId xmlns:a16="http://schemas.microsoft.com/office/drawing/2014/main" id="{045F9038-13B3-3F45-F787-17FD1462ABB4}"/>
                        </a:ext>
                      </a:extLst>
                    </p:cNvPr>
                    <p:cNvGrpSpPr/>
                    <p:nvPr/>
                  </p:nvGrpSpPr>
                  <p:grpSpPr>
                    <a:xfrm rot="7200000">
                      <a:off x="5265196" y="3932619"/>
                      <a:ext cx="393192" cy="393192"/>
                      <a:chOff x="5354637" y="3446463"/>
                      <a:chExt cx="214313" cy="214313"/>
                    </a:xfrm>
                  </p:grpSpPr>
                  <p:sp>
                    <p:nvSpPr>
                      <p:cNvPr id="12332" name="Arc 12331">
                        <a:extLst>
                          <a:ext uri="{FF2B5EF4-FFF2-40B4-BE49-F238E27FC236}">
                            <a16:creationId xmlns:a16="http://schemas.microsoft.com/office/drawing/2014/main" id="{6254FC05-9E58-CD7C-6980-4DB84E5D4CB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333" name="Arc 12332">
                        <a:extLst>
                          <a:ext uri="{FF2B5EF4-FFF2-40B4-BE49-F238E27FC236}">
                            <a16:creationId xmlns:a16="http://schemas.microsoft.com/office/drawing/2014/main" id="{48B8D468-73CF-F911-8B3E-81084DADF7B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331" name="TextBox 12330">
                      <a:extLst>
                        <a:ext uri="{FF2B5EF4-FFF2-40B4-BE49-F238E27FC236}">
                          <a16:creationId xmlns:a16="http://schemas.microsoft.com/office/drawing/2014/main" id="{276AF3C7-2351-429F-CEF1-8A5A8F2873B3}"/>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2305" name="Group 12304">
                    <a:extLst>
                      <a:ext uri="{FF2B5EF4-FFF2-40B4-BE49-F238E27FC236}">
                        <a16:creationId xmlns:a16="http://schemas.microsoft.com/office/drawing/2014/main" id="{427AFD98-D179-A289-2EE1-551028CEE6E5}"/>
                      </a:ext>
                    </a:extLst>
                  </p:cNvPr>
                  <p:cNvGrpSpPr/>
                  <p:nvPr/>
                </p:nvGrpSpPr>
                <p:grpSpPr>
                  <a:xfrm>
                    <a:off x="6512463" y="3525040"/>
                    <a:ext cx="393192" cy="393192"/>
                    <a:chOff x="6389147" y="3357021"/>
                    <a:chExt cx="393192" cy="393192"/>
                  </a:xfrm>
                </p:grpSpPr>
                <p:grpSp>
                  <p:nvGrpSpPr>
                    <p:cNvPr id="12317" name="Group 12316">
                      <a:extLst>
                        <a:ext uri="{FF2B5EF4-FFF2-40B4-BE49-F238E27FC236}">
                          <a16:creationId xmlns:a16="http://schemas.microsoft.com/office/drawing/2014/main" id="{63EAB194-01AE-E927-06D0-2A5638500B86}"/>
                        </a:ext>
                      </a:extLst>
                    </p:cNvPr>
                    <p:cNvGrpSpPr/>
                    <p:nvPr/>
                  </p:nvGrpSpPr>
                  <p:grpSpPr>
                    <a:xfrm rot="7200000" flipH="1">
                      <a:off x="6389147" y="3357021"/>
                      <a:ext cx="393192" cy="393192"/>
                      <a:chOff x="5354637" y="3446463"/>
                      <a:chExt cx="214313" cy="214313"/>
                    </a:xfrm>
                  </p:grpSpPr>
                  <p:sp>
                    <p:nvSpPr>
                      <p:cNvPr id="12326" name="Arc 12325">
                        <a:extLst>
                          <a:ext uri="{FF2B5EF4-FFF2-40B4-BE49-F238E27FC236}">
                            <a16:creationId xmlns:a16="http://schemas.microsoft.com/office/drawing/2014/main" id="{70315611-3F2E-73AD-2405-446AF13A948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327" name="Arc 12326">
                        <a:extLst>
                          <a:ext uri="{FF2B5EF4-FFF2-40B4-BE49-F238E27FC236}">
                            <a16:creationId xmlns:a16="http://schemas.microsoft.com/office/drawing/2014/main" id="{96173D2D-6895-3311-1BE8-82473410271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318" name="Group 12317">
                      <a:extLst>
                        <a:ext uri="{FF2B5EF4-FFF2-40B4-BE49-F238E27FC236}">
                          <a16:creationId xmlns:a16="http://schemas.microsoft.com/office/drawing/2014/main" id="{2789B29E-4DA8-2FA9-A4B8-1CC9183DDA6B}"/>
                        </a:ext>
                      </a:extLst>
                    </p:cNvPr>
                    <p:cNvGrpSpPr/>
                    <p:nvPr/>
                  </p:nvGrpSpPr>
                  <p:grpSpPr>
                    <a:xfrm>
                      <a:off x="6434137" y="3402011"/>
                      <a:ext cx="303213" cy="303213"/>
                      <a:chOff x="6434137" y="3402011"/>
                      <a:chExt cx="303213" cy="303213"/>
                    </a:xfrm>
                  </p:grpSpPr>
                  <p:grpSp>
                    <p:nvGrpSpPr>
                      <p:cNvPr id="12319" name="Group 12318">
                        <a:extLst>
                          <a:ext uri="{FF2B5EF4-FFF2-40B4-BE49-F238E27FC236}">
                            <a16:creationId xmlns:a16="http://schemas.microsoft.com/office/drawing/2014/main" id="{6708095C-7FFE-2B7B-755C-9704C20D1C0B}"/>
                          </a:ext>
                        </a:extLst>
                      </p:cNvPr>
                      <p:cNvGrpSpPr/>
                      <p:nvPr/>
                    </p:nvGrpSpPr>
                    <p:grpSpPr>
                      <a:xfrm flipH="1">
                        <a:off x="6478587" y="3446461"/>
                        <a:ext cx="214313" cy="214313"/>
                        <a:chOff x="5354637" y="3446463"/>
                        <a:chExt cx="214313" cy="214313"/>
                      </a:xfrm>
                    </p:grpSpPr>
                    <p:sp>
                      <p:nvSpPr>
                        <p:cNvPr id="12324" name="Arc 12323">
                          <a:extLst>
                            <a:ext uri="{FF2B5EF4-FFF2-40B4-BE49-F238E27FC236}">
                              <a16:creationId xmlns:a16="http://schemas.microsoft.com/office/drawing/2014/main" id="{B891CB21-E907-D595-89F2-44ACFB715E1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325" name="Arc 12324">
                          <a:extLst>
                            <a:ext uri="{FF2B5EF4-FFF2-40B4-BE49-F238E27FC236}">
                              <a16:creationId xmlns:a16="http://schemas.microsoft.com/office/drawing/2014/main" id="{B8121FBA-EFC3-0510-CF6A-49CAFA2FFB4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320" name="Group 12319">
                        <a:extLst>
                          <a:ext uri="{FF2B5EF4-FFF2-40B4-BE49-F238E27FC236}">
                            <a16:creationId xmlns:a16="http://schemas.microsoft.com/office/drawing/2014/main" id="{C84DBF28-78C9-3C52-11F8-612A0007938C}"/>
                          </a:ext>
                        </a:extLst>
                      </p:cNvPr>
                      <p:cNvGrpSpPr/>
                      <p:nvPr/>
                    </p:nvGrpSpPr>
                    <p:grpSpPr>
                      <a:xfrm rot="14400000" flipH="1">
                        <a:off x="6434137" y="3402011"/>
                        <a:ext cx="303213" cy="303213"/>
                        <a:chOff x="5354637" y="3446463"/>
                        <a:chExt cx="214313" cy="214313"/>
                      </a:xfrm>
                    </p:grpSpPr>
                    <p:sp>
                      <p:nvSpPr>
                        <p:cNvPr id="12322" name="Arc 12321">
                          <a:extLst>
                            <a:ext uri="{FF2B5EF4-FFF2-40B4-BE49-F238E27FC236}">
                              <a16:creationId xmlns:a16="http://schemas.microsoft.com/office/drawing/2014/main" id="{3B4FAD30-C61A-03CE-815E-2A7DB90EB60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323" name="Arc 12322">
                          <a:extLst>
                            <a:ext uri="{FF2B5EF4-FFF2-40B4-BE49-F238E27FC236}">
                              <a16:creationId xmlns:a16="http://schemas.microsoft.com/office/drawing/2014/main" id="{7FBC5F38-597B-FA4D-BBD9-7C00A1FAE84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321" name="TextBox 12320">
                        <a:extLst>
                          <a:ext uri="{FF2B5EF4-FFF2-40B4-BE49-F238E27FC236}">
                            <a16:creationId xmlns:a16="http://schemas.microsoft.com/office/drawing/2014/main" id="{2BC96073-4E5D-6C42-546A-85EBF7EC3748}"/>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306" name="Group 12305">
                    <a:extLst>
                      <a:ext uri="{FF2B5EF4-FFF2-40B4-BE49-F238E27FC236}">
                        <a16:creationId xmlns:a16="http://schemas.microsoft.com/office/drawing/2014/main" id="{81AF51E4-31A9-26B3-F1C5-7114CEAE8232}"/>
                      </a:ext>
                    </a:extLst>
                  </p:cNvPr>
                  <p:cNvGrpSpPr/>
                  <p:nvPr/>
                </p:nvGrpSpPr>
                <p:grpSpPr>
                  <a:xfrm>
                    <a:off x="6197413" y="3225768"/>
                    <a:ext cx="393192" cy="393192"/>
                    <a:chOff x="6389147" y="3932622"/>
                    <a:chExt cx="393192" cy="393192"/>
                  </a:xfrm>
                </p:grpSpPr>
                <p:grpSp>
                  <p:nvGrpSpPr>
                    <p:cNvPr id="12307" name="Group 12306">
                      <a:extLst>
                        <a:ext uri="{FF2B5EF4-FFF2-40B4-BE49-F238E27FC236}">
                          <a16:creationId xmlns:a16="http://schemas.microsoft.com/office/drawing/2014/main" id="{D9345871-0A31-345E-D071-9C3F68EE9ACF}"/>
                        </a:ext>
                      </a:extLst>
                    </p:cNvPr>
                    <p:cNvGrpSpPr/>
                    <p:nvPr/>
                  </p:nvGrpSpPr>
                  <p:grpSpPr>
                    <a:xfrm flipH="1">
                      <a:off x="6478587" y="4022061"/>
                      <a:ext cx="214313" cy="214313"/>
                      <a:chOff x="5354637" y="3446463"/>
                      <a:chExt cx="214313" cy="214313"/>
                    </a:xfrm>
                  </p:grpSpPr>
                  <p:sp>
                    <p:nvSpPr>
                      <p:cNvPr id="12315" name="Arc 12314">
                        <a:extLst>
                          <a:ext uri="{FF2B5EF4-FFF2-40B4-BE49-F238E27FC236}">
                            <a16:creationId xmlns:a16="http://schemas.microsoft.com/office/drawing/2014/main" id="{B950DF75-7A93-E28F-7193-4006BF30F8E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316" name="Arc 12315">
                        <a:extLst>
                          <a:ext uri="{FF2B5EF4-FFF2-40B4-BE49-F238E27FC236}">
                            <a16:creationId xmlns:a16="http://schemas.microsoft.com/office/drawing/2014/main" id="{F05C902D-E18E-765F-5E8A-0014B9A48FC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308" name="Group 12307">
                      <a:extLst>
                        <a:ext uri="{FF2B5EF4-FFF2-40B4-BE49-F238E27FC236}">
                          <a16:creationId xmlns:a16="http://schemas.microsoft.com/office/drawing/2014/main" id="{EA627B70-B85E-AF76-8E82-0B632ED03090}"/>
                        </a:ext>
                      </a:extLst>
                    </p:cNvPr>
                    <p:cNvGrpSpPr/>
                    <p:nvPr/>
                  </p:nvGrpSpPr>
                  <p:grpSpPr>
                    <a:xfrm rot="7200000" flipH="1">
                      <a:off x="6434137" y="3977611"/>
                      <a:ext cx="303213" cy="303213"/>
                      <a:chOff x="5354637" y="3446463"/>
                      <a:chExt cx="214313" cy="214313"/>
                    </a:xfrm>
                  </p:grpSpPr>
                  <p:sp>
                    <p:nvSpPr>
                      <p:cNvPr id="12313" name="Arc 12312">
                        <a:extLst>
                          <a:ext uri="{FF2B5EF4-FFF2-40B4-BE49-F238E27FC236}">
                            <a16:creationId xmlns:a16="http://schemas.microsoft.com/office/drawing/2014/main" id="{E810C750-6091-2A28-ACC0-E440AD423EC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314" name="Arc 12313">
                        <a:extLst>
                          <a:ext uri="{FF2B5EF4-FFF2-40B4-BE49-F238E27FC236}">
                            <a16:creationId xmlns:a16="http://schemas.microsoft.com/office/drawing/2014/main" id="{F0B1B8DF-823E-CB31-DC68-AF7E1ED463C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309" name="Group 12308">
                      <a:extLst>
                        <a:ext uri="{FF2B5EF4-FFF2-40B4-BE49-F238E27FC236}">
                          <a16:creationId xmlns:a16="http://schemas.microsoft.com/office/drawing/2014/main" id="{79B56AAE-6B1B-2788-928F-A41C5765980B}"/>
                        </a:ext>
                      </a:extLst>
                    </p:cNvPr>
                    <p:cNvGrpSpPr/>
                    <p:nvPr/>
                  </p:nvGrpSpPr>
                  <p:grpSpPr>
                    <a:xfrm rot="14400000" flipH="1">
                      <a:off x="6389147" y="3932622"/>
                      <a:ext cx="393192" cy="393192"/>
                      <a:chOff x="5354637" y="3446463"/>
                      <a:chExt cx="214313" cy="214313"/>
                    </a:xfrm>
                  </p:grpSpPr>
                  <p:sp>
                    <p:nvSpPr>
                      <p:cNvPr id="12311" name="Arc 12310">
                        <a:extLst>
                          <a:ext uri="{FF2B5EF4-FFF2-40B4-BE49-F238E27FC236}">
                            <a16:creationId xmlns:a16="http://schemas.microsoft.com/office/drawing/2014/main" id="{112DF471-27CC-94DA-9AC1-9DF2E4F0A5D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312" name="Arc 12311">
                        <a:extLst>
                          <a:ext uri="{FF2B5EF4-FFF2-40B4-BE49-F238E27FC236}">
                            <a16:creationId xmlns:a16="http://schemas.microsoft.com/office/drawing/2014/main" id="{C6709140-CCDE-34DA-7902-0586C6CACD8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310" name="TextBox 12309">
                      <a:extLst>
                        <a:ext uri="{FF2B5EF4-FFF2-40B4-BE49-F238E27FC236}">
                          <a16:creationId xmlns:a16="http://schemas.microsoft.com/office/drawing/2014/main" id="{7B4D1BB2-232C-8303-5308-F8631E09E80A}"/>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256" name="Group 12255">
                  <a:extLst>
                    <a:ext uri="{FF2B5EF4-FFF2-40B4-BE49-F238E27FC236}">
                      <a16:creationId xmlns:a16="http://schemas.microsoft.com/office/drawing/2014/main" id="{768A46F8-F3F9-EFB1-7C58-EFCA0ECEA01F}"/>
                    </a:ext>
                  </a:extLst>
                </p:cNvPr>
                <p:cNvGrpSpPr/>
                <p:nvPr/>
              </p:nvGrpSpPr>
              <p:grpSpPr>
                <a:xfrm>
                  <a:off x="6069086" y="3246228"/>
                  <a:ext cx="1019224" cy="991639"/>
                  <a:chOff x="5886431" y="3225768"/>
                  <a:chExt cx="1019224" cy="991639"/>
                </a:xfrm>
              </p:grpSpPr>
              <p:grpSp>
                <p:nvGrpSpPr>
                  <p:cNvPr id="12257" name="Group 12256">
                    <a:extLst>
                      <a:ext uri="{FF2B5EF4-FFF2-40B4-BE49-F238E27FC236}">
                        <a16:creationId xmlns:a16="http://schemas.microsoft.com/office/drawing/2014/main" id="{C6D30A12-4B05-3BE7-72B6-953D520233A2}"/>
                      </a:ext>
                    </a:extLst>
                  </p:cNvPr>
                  <p:cNvGrpSpPr/>
                  <p:nvPr/>
                </p:nvGrpSpPr>
                <p:grpSpPr>
                  <a:xfrm>
                    <a:off x="6197413" y="3824215"/>
                    <a:ext cx="393192" cy="393192"/>
                    <a:chOff x="5265196" y="3357021"/>
                    <a:chExt cx="393192" cy="393192"/>
                  </a:xfrm>
                </p:grpSpPr>
                <p:grpSp>
                  <p:nvGrpSpPr>
                    <p:cNvPr id="12292" name="Group 12291">
                      <a:extLst>
                        <a:ext uri="{FF2B5EF4-FFF2-40B4-BE49-F238E27FC236}">
                          <a16:creationId xmlns:a16="http://schemas.microsoft.com/office/drawing/2014/main" id="{BFA8891C-7B21-F466-BA2A-6B1CF3837507}"/>
                        </a:ext>
                      </a:extLst>
                    </p:cNvPr>
                    <p:cNvGrpSpPr/>
                    <p:nvPr/>
                  </p:nvGrpSpPr>
                  <p:grpSpPr>
                    <a:xfrm rot="14400000">
                      <a:off x="5265196" y="3357021"/>
                      <a:ext cx="393192" cy="393192"/>
                      <a:chOff x="5354637" y="3446463"/>
                      <a:chExt cx="214313" cy="214313"/>
                    </a:xfrm>
                  </p:grpSpPr>
                  <p:sp>
                    <p:nvSpPr>
                      <p:cNvPr id="12301" name="Arc 12300">
                        <a:extLst>
                          <a:ext uri="{FF2B5EF4-FFF2-40B4-BE49-F238E27FC236}">
                            <a16:creationId xmlns:a16="http://schemas.microsoft.com/office/drawing/2014/main" id="{CA284962-C554-5049-E639-935B0237A70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302" name="Arc 12301">
                        <a:extLst>
                          <a:ext uri="{FF2B5EF4-FFF2-40B4-BE49-F238E27FC236}">
                            <a16:creationId xmlns:a16="http://schemas.microsoft.com/office/drawing/2014/main" id="{C9E3C238-3B0B-D976-B8C2-8D3A8BDAE54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293" name="Group 12292">
                      <a:extLst>
                        <a:ext uri="{FF2B5EF4-FFF2-40B4-BE49-F238E27FC236}">
                          <a16:creationId xmlns:a16="http://schemas.microsoft.com/office/drawing/2014/main" id="{7B4D01A2-73AF-3F45-D78C-B0718173B7A6}"/>
                        </a:ext>
                      </a:extLst>
                    </p:cNvPr>
                    <p:cNvGrpSpPr/>
                    <p:nvPr/>
                  </p:nvGrpSpPr>
                  <p:grpSpPr>
                    <a:xfrm>
                      <a:off x="5310186" y="3402011"/>
                      <a:ext cx="303213" cy="303213"/>
                      <a:chOff x="5310186" y="3402011"/>
                      <a:chExt cx="303213" cy="303213"/>
                    </a:xfrm>
                  </p:grpSpPr>
                  <p:grpSp>
                    <p:nvGrpSpPr>
                      <p:cNvPr id="12294" name="Group 12293">
                        <a:extLst>
                          <a:ext uri="{FF2B5EF4-FFF2-40B4-BE49-F238E27FC236}">
                            <a16:creationId xmlns:a16="http://schemas.microsoft.com/office/drawing/2014/main" id="{89B4AE36-B0C4-B5B9-A618-D8A1B9A2732C}"/>
                          </a:ext>
                        </a:extLst>
                      </p:cNvPr>
                      <p:cNvGrpSpPr/>
                      <p:nvPr/>
                    </p:nvGrpSpPr>
                    <p:grpSpPr>
                      <a:xfrm>
                        <a:off x="5354636" y="3446461"/>
                        <a:ext cx="214313" cy="214313"/>
                        <a:chOff x="5354637" y="3446463"/>
                        <a:chExt cx="214313" cy="214313"/>
                      </a:xfrm>
                    </p:grpSpPr>
                    <p:sp>
                      <p:nvSpPr>
                        <p:cNvPr id="12299" name="Arc 12298">
                          <a:extLst>
                            <a:ext uri="{FF2B5EF4-FFF2-40B4-BE49-F238E27FC236}">
                              <a16:creationId xmlns:a16="http://schemas.microsoft.com/office/drawing/2014/main" id="{8B0C3338-3053-3B7E-A562-D0AF4B7B525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300" name="Arc 12299">
                          <a:extLst>
                            <a:ext uri="{FF2B5EF4-FFF2-40B4-BE49-F238E27FC236}">
                              <a16:creationId xmlns:a16="http://schemas.microsoft.com/office/drawing/2014/main" id="{B8254DDC-BA1B-840A-D785-6D280225E73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295" name="Group 12294">
                        <a:extLst>
                          <a:ext uri="{FF2B5EF4-FFF2-40B4-BE49-F238E27FC236}">
                            <a16:creationId xmlns:a16="http://schemas.microsoft.com/office/drawing/2014/main" id="{C62C9A27-88F3-628E-0E9F-EAC5154A2A78}"/>
                          </a:ext>
                        </a:extLst>
                      </p:cNvPr>
                      <p:cNvGrpSpPr/>
                      <p:nvPr/>
                    </p:nvGrpSpPr>
                    <p:grpSpPr>
                      <a:xfrm rot="7200000">
                        <a:off x="5310186" y="3402011"/>
                        <a:ext cx="303213" cy="303213"/>
                        <a:chOff x="5354637" y="3446463"/>
                        <a:chExt cx="214313" cy="214313"/>
                      </a:xfrm>
                    </p:grpSpPr>
                    <p:sp>
                      <p:nvSpPr>
                        <p:cNvPr id="12297" name="Arc 12296">
                          <a:extLst>
                            <a:ext uri="{FF2B5EF4-FFF2-40B4-BE49-F238E27FC236}">
                              <a16:creationId xmlns:a16="http://schemas.microsoft.com/office/drawing/2014/main" id="{1A0DAA92-6A6D-EE0C-7E2B-D5960895D19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298" name="Arc 12297">
                          <a:extLst>
                            <a:ext uri="{FF2B5EF4-FFF2-40B4-BE49-F238E27FC236}">
                              <a16:creationId xmlns:a16="http://schemas.microsoft.com/office/drawing/2014/main" id="{860393BE-2B14-1A46-B2B1-373D6CBE1A6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296" name="TextBox 12295">
                        <a:extLst>
                          <a:ext uri="{FF2B5EF4-FFF2-40B4-BE49-F238E27FC236}">
                            <a16:creationId xmlns:a16="http://schemas.microsoft.com/office/drawing/2014/main" id="{8C3CE6E5-68C5-5F7E-C994-B7EED27F568A}"/>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258" name="Group 12257">
                    <a:extLst>
                      <a:ext uri="{FF2B5EF4-FFF2-40B4-BE49-F238E27FC236}">
                        <a16:creationId xmlns:a16="http://schemas.microsoft.com/office/drawing/2014/main" id="{A754356D-DE26-F948-18D2-AD21221AEB4F}"/>
                      </a:ext>
                    </a:extLst>
                  </p:cNvPr>
                  <p:cNvGrpSpPr/>
                  <p:nvPr/>
                </p:nvGrpSpPr>
                <p:grpSpPr>
                  <a:xfrm>
                    <a:off x="5886431" y="3525040"/>
                    <a:ext cx="393192" cy="393192"/>
                    <a:chOff x="5265196" y="3932619"/>
                    <a:chExt cx="393192" cy="393192"/>
                  </a:xfrm>
                </p:grpSpPr>
                <p:grpSp>
                  <p:nvGrpSpPr>
                    <p:cNvPr id="12282" name="Group 12281">
                      <a:extLst>
                        <a:ext uri="{FF2B5EF4-FFF2-40B4-BE49-F238E27FC236}">
                          <a16:creationId xmlns:a16="http://schemas.microsoft.com/office/drawing/2014/main" id="{0C2D1ED4-9BFF-940E-B502-0AA45E3F0ABD}"/>
                        </a:ext>
                      </a:extLst>
                    </p:cNvPr>
                    <p:cNvGrpSpPr/>
                    <p:nvPr/>
                  </p:nvGrpSpPr>
                  <p:grpSpPr>
                    <a:xfrm>
                      <a:off x="5354636" y="4022061"/>
                      <a:ext cx="214313" cy="214313"/>
                      <a:chOff x="5354637" y="3446463"/>
                      <a:chExt cx="214313" cy="214313"/>
                    </a:xfrm>
                  </p:grpSpPr>
                  <p:sp>
                    <p:nvSpPr>
                      <p:cNvPr id="12290" name="Arc 12289">
                        <a:extLst>
                          <a:ext uri="{FF2B5EF4-FFF2-40B4-BE49-F238E27FC236}">
                            <a16:creationId xmlns:a16="http://schemas.microsoft.com/office/drawing/2014/main" id="{47EB96F8-007A-67B5-2A29-3816A79E4B8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291" name="Arc 12290">
                        <a:extLst>
                          <a:ext uri="{FF2B5EF4-FFF2-40B4-BE49-F238E27FC236}">
                            <a16:creationId xmlns:a16="http://schemas.microsoft.com/office/drawing/2014/main" id="{0FD710EA-4F64-3574-BD92-FBF0791E858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283" name="Group 12282">
                      <a:extLst>
                        <a:ext uri="{FF2B5EF4-FFF2-40B4-BE49-F238E27FC236}">
                          <a16:creationId xmlns:a16="http://schemas.microsoft.com/office/drawing/2014/main" id="{223B653B-A7F5-AA39-5B2C-792DF133BDF0}"/>
                        </a:ext>
                      </a:extLst>
                    </p:cNvPr>
                    <p:cNvGrpSpPr/>
                    <p:nvPr/>
                  </p:nvGrpSpPr>
                  <p:grpSpPr>
                    <a:xfrm rot="14400000">
                      <a:off x="5310186" y="3977611"/>
                      <a:ext cx="303213" cy="303213"/>
                      <a:chOff x="5354637" y="3446463"/>
                      <a:chExt cx="214313" cy="214313"/>
                    </a:xfrm>
                  </p:grpSpPr>
                  <p:sp>
                    <p:nvSpPr>
                      <p:cNvPr id="12288" name="Arc 12287">
                        <a:extLst>
                          <a:ext uri="{FF2B5EF4-FFF2-40B4-BE49-F238E27FC236}">
                            <a16:creationId xmlns:a16="http://schemas.microsoft.com/office/drawing/2014/main" id="{8F1AF611-B1D6-86F7-307A-54828E087F5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289" name="Arc 12288">
                        <a:extLst>
                          <a:ext uri="{FF2B5EF4-FFF2-40B4-BE49-F238E27FC236}">
                            <a16:creationId xmlns:a16="http://schemas.microsoft.com/office/drawing/2014/main" id="{7E13EA21-E07F-0E0A-5720-33B4520B8E4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284" name="Group 12283">
                      <a:extLst>
                        <a:ext uri="{FF2B5EF4-FFF2-40B4-BE49-F238E27FC236}">
                          <a16:creationId xmlns:a16="http://schemas.microsoft.com/office/drawing/2014/main" id="{02EC903F-8109-C6A2-3DE6-26A1B45F3148}"/>
                        </a:ext>
                      </a:extLst>
                    </p:cNvPr>
                    <p:cNvGrpSpPr/>
                    <p:nvPr/>
                  </p:nvGrpSpPr>
                  <p:grpSpPr>
                    <a:xfrm rot="7200000">
                      <a:off x="5265196" y="3932619"/>
                      <a:ext cx="393192" cy="393192"/>
                      <a:chOff x="5354637" y="3446463"/>
                      <a:chExt cx="214313" cy="214313"/>
                    </a:xfrm>
                  </p:grpSpPr>
                  <p:sp>
                    <p:nvSpPr>
                      <p:cNvPr id="12286" name="Arc 12285">
                        <a:extLst>
                          <a:ext uri="{FF2B5EF4-FFF2-40B4-BE49-F238E27FC236}">
                            <a16:creationId xmlns:a16="http://schemas.microsoft.com/office/drawing/2014/main" id="{3586E1D3-DD52-BF17-1F42-439E7C3A94F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287" name="Arc 12286">
                        <a:extLst>
                          <a:ext uri="{FF2B5EF4-FFF2-40B4-BE49-F238E27FC236}">
                            <a16:creationId xmlns:a16="http://schemas.microsoft.com/office/drawing/2014/main" id="{8B2CE5DA-109D-3315-4FE4-C94BDC1CB06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285" name="TextBox 12284">
                      <a:extLst>
                        <a:ext uri="{FF2B5EF4-FFF2-40B4-BE49-F238E27FC236}">
                          <a16:creationId xmlns:a16="http://schemas.microsoft.com/office/drawing/2014/main" id="{460D7734-40AD-FF53-6516-6ED26A63C6C4}"/>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2259" name="Group 12258">
                    <a:extLst>
                      <a:ext uri="{FF2B5EF4-FFF2-40B4-BE49-F238E27FC236}">
                        <a16:creationId xmlns:a16="http://schemas.microsoft.com/office/drawing/2014/main" id="{084D3E89-F8BF-297F-70F9-AC8C8F182D04}"/>
                      </a:ext>
                    </a:extLst>
                  </p:cNvPr>
                  <p:cNvGrpSpPr/>
                  <p:nvPr/>
                </p:nvGrpSpPr>
                <p:grpSpPr>
                  <a:xfrm>
                    <a:off x="6512463" y="3525040"/>
                    <a:ext cx="393192" cy="393192"/>
                    <a:chOff x="6389147" y="3357021"/>
                    <a:chExt cx="393192" cy="393192"/>
                  </a:xfrm>
                </p:grpSpPr>
                <p:grpSp>
                  <p:nvGrpSpPr>
                    <p:cNvPr id="12271" name="Group 12270">
                      <a:extLst>
                        <a:ext uri="{FF2B5EF4-FFF2-40B4-BE49-F238E27FC236}">
                          <a16:creationId xmlns:a16="http://schemas.microsoft.com/office/drawing/2014/main" id="{D69C178E-FEAE-0BA0-7F20-FE9C377FBC5C}"/>
                        </a:ext>
                      </a:extLst>
                    </p:cNvPr>
                    <p:cNvGrpSpPr/>
                    <p:nvPr/>
                  </p:nvGrpSpPr>
                  <p:grpSpPr>
                    <a:xfrm rot="7200000" flipH="1">
                      <a:off x="6389147" y="3357021"/>
                      <a:ext cx="393192" cy="393192"/>
                      <a:chOff x="5354637" y="3446463"/>
                      <a:chExt cx="214313" cy="214313"/>
                    </a:xfrm>
                  </p:grpSpPr>
                  <p:sp>
                    <p:nvSpPr>
                      <p:cNvPr id="12280" name="Arc 12279">
                        <a:extLst>
                          <a:ext uri="{FF2B5EF4-FFF2-40B4-BE49-F238E27FC236}">
                            <a16:creationId xmlns:a16="http://schemas.microsoft.com/office/drawing/2014/main" id="{B56A9C50-0616-564C-A44F-7B72C5383B1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281" name="Arc 12280">
                        <a:extLst>
                          <a:ext uri="{FF2B5EF4-FFF2-40B4-BE49-F238E27FC236}">
                            <a16:creationId xmlns:a16="http://schemas.microsoft.com/office/drawing/2014/main" id="{C5BB271A-14AD-C0BF-66B7-B74C7B95A17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272" name="Group 12271">
                      <a:extLst>
                        <a:ext uri="{FF2B5EF4-FFF2-40B4-BE49-F238E27FC236}">
                          <a16:creationId xmlns:a16="http://schemas.microsoft.com/office/drawing/2014/main" id="{35DCB96F-1FF0-F161-C930-15A16352B04F}"/>
                        </a:ext>
                      </a:extLst>
                    </p:cNvPr>
                    <p:cNvGrpSpPr/>
                    <p:nvPr/>
                  </p:nvGrpSpPr>
                  <p:grpSpPr>
                    <a:xfrm>
                      <a:off x="6434137" y="3402011"/>
                      <a:ext cx="303213" cy="303213"/>
                      <a:chOff x="6434137" y="3402011"/>
                      <a:chExt cx="303213" cy="303213"/>
                    </a:xfrm>
                  </p:grpSpPr>
                  <p:grpSp>
                    <p:nvGrpSpPr>
                      <p:cNvPr id="12273" name="Group 12272">
                        <a:extLst>
                          <a:ext uri="{FF2B5EF4-FFF2-40B4-BE49-F238E27FC236}">
                            <a16:creationId xmlns:a16="http://schemas.microsoft.com/office/drawing/2014/main" id="{A637C5F7-10D9-3129-4E59-D6D24857CD7C}"/>
                          </a:ext>
                        </a:extLst>
                      </p:cNvPr>
                      <p:cNvGrpSpPr/>
                      <p:nvPr/>
                    </p:nvGrpSpPr>
                    <p:grpSpPr>
                      <a:xfrm flipH="1">
                        <a:off x="6478587" y="3446461"/>
                        <a:ext cx="214313" cy="214313"/>
                        <a:chOff x="5354637" y="3446463"/>
                        <a:chExt cx="214313" cy="214313"/>
                      </a:xfrm>
                    </p:grpSpPr>
                    <p:sp>
                      <p:nvSpPr>
                        <p:cNvPr id="12278" name="Arc 12277">
                          <a:extLst>
                            <a:ext uri="{FF2B5EF4-FFF2-40B4-BE49-F238E27FC236}">
                              <a16:creationId xmlns:a16="http://schemas.microsoft.com/office/drawing/2014/main" id="{382B7E32-7D74-2918-7193-2A6AC70074D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279" name="Arc 12278">
                          <a:extLst>
                            <a:ext uri="{FF2B5EF4-FFF2-40B4-BE49-F238E27FC236}">
                              <a16:creationId xmlns:a16="http://schemas.microsoft.com/office/drawing/2014/main" id="{3961318D-FA1A-C87D-041E-6C5E144EB13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274" name="Group 12273">
                        <a:extLst>
                          <a:ext uri="{FF2B5EF4-FFF2-40B4-BE49-F238E27FC236}">
                            <a16:creationId xmlns:a16="http://schemas.microsoft.com/office/drawing/2014/main" id="{EBF440F2-CF76-14BF-B2B2-CFB2DCACF0FD}"/>
                          </a:ext>
                        </a:extLst>
                      </p:cNvPr>
                      <p:cNvGrpSpPr/>
                      <p:nvPr/>
                    </p:nvGrpSpPr>
                    <p:grpSpPr>
                      <a:xfrm rot="14400000" flipH="1">
                        <a:off x="6434137" y="3402011"/>
                        <a:ext cx="303213" cy="303213"/>
                        <a:chOff x="5354637" y="3446463"/>
                        <a:chExt cx="214313" cy="214313"/>
                      </a:xfrm>
                    </p:grpSpPr>
                    <p:sp>
                      <p:nvSpPr>
                        <p:cNvPr id="12276" name="Arc 12275">
                          <a:extLst>
                            <a:ext uri="{FF2B5EF4-FFF2-40B4-BE49-F238E27FC236}">
                              <a16:creationId xmlns:a16="http://schemas.microsoft.com/office/drawing/2014/main" id="{9E9885D2-7F93-0710-CED4-ADBB6BBB64D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277" name="Arc 12276">
                          <a:extLst>
                            <a:ext uri="{FF2B5EF4-FFF2-40B4-BE49-F238E27FC236}">
                              <a16:creationId xmlns:a16="http://schemas.microsoft.com/office/drawing/2014/main" id="{A68F93F8-1665-1455-2412-15586208BE7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275" name="TextBox 12274">
                        <a:extLst>
                          <a:ext uri="{FF2B5EF4-FFF2-40B4-BE49-F238E27FC236}">
                            <a16:creationId xmlns:a16="http://schemas.microsoft.com/office/drawing/2014/main" id="{89C1368D-D3E0-6B6C-F9A4-EB84DD465433}"/>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260" name="Group 12259">
                    <a:extLst>
                      <a:ext uri="{FF2B5EF4-FFF2-40B4-BE49-F238E27FC236}">
                        <a16:creationId xmlns:a16="http://schemas.microsoft.com/office/drawing/2014/main" id="{4D0A7176-58A8-51FA-A99F-ED6E7AEC6AF6}"/>
                      </a:ext>
                    </a:extLst>
                  </p:cNvPr>
                  <p:cNvGrpSpPr/>
                  <p:nvPr/>
                </p:nvGrpSpPr>
                <p:grpSpPr>
                  <a:xfrm>
                    <a:off x="6197413" y="3225768"/>
                    <a:ext cx="393192" cy="393192"/>
                    <a:chOff x="6389147" y="3932622"/>
                    <a:chExt cx="393192" cy="393192"/>
                  </a:xfrm>
                </p:grpSpPr>
                <p:grpSp>
                  <p:nvGrpSpPr>
                    <p:cNvPr id="12261" name="Group 12260">
                      <a:extLst>
                        <a:ext uri="{FF2B5EF4-FFF2-40B4-BE49-F238E27FC236}">
                          <a16:creationId xmlns:a16="http://schemas.microsoft.com/office/drawing/2014/main" id="{D0C4205C-235D-506B-360D-3AA193E5ABB9}"/>
                        </a:ext>
                      </a:extLst>
                    </p:cNvPr>
                    <p:cNvGrpSpPr/>
                    <p:nvPr/>
                  </p:nvGrpSpPr>
                  <p:grpSpPr>
                    <a:xfrm flipH="1">
                      <a:off x="6478587" y="4022061"/>
                      <a:ext cx="214313" cy="214313"/>
                      <a:chOff x="5354637" y="3446463"/>
                      <a:chExt cx="214313" cy="214313"/>
                    </a:xfrm>
                  </p:grpSpPr>
                  <p:sp>
                    <p:nvSpPr>
                      <p:cNvPr id="12269" name="Arc 12268">
                        <a:extLst>
                          <a:ext uri="{FF2B5EF4-FFF2-40B4-BE49-F238E27FC236}">
                            <a16:creationId xmlns:a16="http://schemas.microsoft.com/office/drawing/2014/main" id="{2C14C4BA-94AA-CCF9-3741-8EB458B8587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270" name="Arc 12269">
                        <a:extLst>
                          <a:ext uri="{FF2B5EF4-FFF2-40B4-BE49-F238E27FC236}">
                            <a16:creationId xmlns:a16="http://schemas.microsoft.com/office/drawing/2014/main" id="{794ECEB7-9DE8-E129-6132-B47BA6DE6A5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262" name="Group 12261">
                      <a:extLst>
                        <a:ext uri="{FF2B5EF4-FFF2-40B4-BE49-F238E27FC236}">
                          <a16:creationId xmlns:a16="http://schemas.microsoft.com/office/drawing/2014/main" id="{7D6089A8-96ED-B757-773A-446D6B1AEB0E}"/>
                        </a:ext>
                      </a:extLst>
                    </p:cNvPr>
                    <p:cNvGrpSpPr/>
                    <p:nvPr/>
                  </p:nvGrpSpPr>
                  <p:grpSpPr>
                    <a:xfrm rot="7200000" flipH="1">
                      <a:off x="6434137" y="3977611"/>
                      <a:ext cx="303213" cy="303213"/>
                      <a:chOff x="5354637" y="3446463"/>
                      <a:chExt cx="214313" cy="214313"/>
                    </a:xfrm>
                  </p:grpSpPr>
                  <p:sp>
                    <p:nvSpPr>
                      <p:cNvPr id="12267" name="Arc 12266">
                        <a:extLst>
                          <a:ext uri="{FF2B5EF4-FFF2-40B4-BE49-F238E27FC236}">
                            <a16:creationId xmlns:a16="http://schemas.microsoft.com/office/drawing/2014/main" id="{99EDF2CA-CFB6-C3D0-2F27-EFD5EA7B53D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268" name="Arc 12267">
                        <a:extLst>
                          <a:ext uri="{FF2B5EF4-FFF2-40B4-BE49-F238E27FC236}">
                            <a16:creationId xmlns:a16="http://schemas.microsoft.com/office/drawing/2014/main" id="{0734A6EC-76C5-F2A1-833C-4AC58C0F567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263" name="Group 12262">
                      <a:extLst>
                        <a:ext uri="{FF2B5EF4-FFF2-40B4-BE49-F238E27FC236}">
                          <a16:creationId xmlns:a16="http://schemas.microsoft.com/office/drawing/2014/main" id="{B3CC5DCD-DD5F-EC79-5B9F-8A6A9E92A071}"/>
                        </a:ext>
                      </a:extLst>
                    </p:cNvPr>
                    <p:cNvGrpSpPr/>
                    <p:nvPr/>
                  </p:nvGrpSpPr>
                  <p:grpSpPr>
                    <a:xfrm rot="14400000" flipH="1">
                      <a:off x="6389147" y="3932622"/>
                      <a:ext cx="393192" cy="393192"/>
                      <a:chOff x="5354637" y="3446463"/>
                      <a:chExt cx="214313" cy="214313"/>
                    </a:xfrm>
                  </p:grpSpPr>
                  <p:sp>
                    <p:nvSpPr>
                      <p:cNvPr id="12265" name="Arc 12264">
                        <a:extLst>
                          <a:ext uri="{FF2B5EF4-FFF2-40B4-BE49-F238E27FC236}">
                            <a16:creationId xmlns:a16="http://schemas.microsoft.com/office/drawing/2014/main" id="{506F73A6-EC03-09E4-A33A-EED38E1AD82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266" name="Arc 12265">
                        <a:extLst>
                          <a:ext uri="{FF2B5EF4-FFF2-40B4-BE49-F238E27FC236}">
                            <a16:creationId xmlns:a16="http://schemas.microsoft.com/office/drawing/2014/main" id="{6DF52175-8F7A-F730-C441-0CD8C694A6F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264" name="TextBox 12263">
                      <a:extLst>
                        <a:ext uri="{FF2B5EF4-FFF2-40B4-BE49-F238E27FC236}">
                          <a16:creationId xmlns:a16="http://schemas.microsoft.com/office/drawing/2014/main" id="{8F7EBE51-BE13-7F96-2C3B-82D51BC189D8}"/>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grpSp>
        <p:nvGrpSpPr>
          <p:cNvPr id="15293" name="Group 15292">
            <a:extLst>
              <a:ext uri="{FF2B5EF4-FFF2-40B4-BE49-F238E27FC236}">
                <a16:creationId xmlns:a16="http://schemas.microsoft.com/office/drawing/2014/main" id="{B3DD5A70-DEBF-B369-82E9-B5B4275457BB}"/>
              </a:ext>
            </a:extLst>
          </p:cNvPr>
          <p:cNvGrpSpPr/>
          <p:nvPr/>
        </p:nvGrpSpPr>
        <p:grpSpPr>
          <a:xfrm flipV="1">
            <a:off x="-3159752" y="2941696"/>
            <a:ext cx="8726965" cy="2416401"/>
            <a:chOff x="-599392" y="-878204"/>
            <a:chExt cx="13805393" cy="3822563"/>
          </a:xfrm>
        </p:grpSpPr>
        <p:grpSp>
          <p:nvGrpSpPr>
            <p:cNvPr id="15294" name="Group 15293">
              <a:extLst>
                <a:ext uri="{FF2B5EF4-FFF2-40B4-BE49-F238E27FC236}">
                  <a16:creationId xmlns:a16="http://schemas.microsoft.com/office/drawing/2014/main" id="{2E43CA42-5854-2F71-A4FD-627D76B8DABB}"/>
                </a:ext>
              </a:extLst>
            </p:cNvPr>
            <p:cNvGrpSpPr/>
            <p:nvPr/>
          </p:nvGrpSpPr>
          <p:grpSpPr>
            <a:xfrm>
              <a:off x="6811099" y="-681609"/>
              <a:ext cx="2263438" cy="2198360"/>
              <a:chOff x="5445106" y="2039507"/>
              <a:chExt cx="2263438" cy="2198360"/>
            </a:xfrm>
          </p:grpSpPr>
          <p:grpSp>
            <p:nvGrpSpPr>
              <p:cNvPr id="18160" name="Group 18159">
                <a:extLst>
                  <a:ext uri="{FF2B5EF4-FFF2-40B4-BE49-F238E27FC236}">
                    <a16:creationId xmlns:a16="http://schemas.microsoft.com/office/drawing/2014/main" id="{AA5F0DED-95C3-D12E-5E10-ED0A08637B1E}"/>
                  </a:ext>
                </a:extLst>
              </p:cNvPr>
              <p:cNvGrpSpPr/>
              <p:nvPr/>
            </p:nvGrpSpPr>
            <p:grpSpPr>
              <a:xfrm>
                <a:off x="5445106" y="2644743"/>
                <a:ext cx="1643204" cy="1593124"/>
                <a:chOff x="5445106" y="2644743"/>
                <a:chExt cx="1643204" cy="1593124"/>
              </a:xfrm>
            </p:grpSpPr>
            <p:grpSp>
              <p:nvGrpSpPr>
                <p:cNvPr id="18256" name="Group 18255">
                  <a:extLst>
                    <a:ext uri="{FF2B5EF4-FFF2-40B4-BE49-F238E27FC236}">
                      <a16:creationId xmlns:a16="http://schemas.microsoft.com/office/drawing/2014/main" id="{4CEF986F-8E39-D732-B845-0E79969668B2}"/>
                    </a:ext>
                  </a:extLst>
                </p:cNvPr>
                <p:cNvGrpSpPr/>
                <p:nvPr/>
              </p:nvGrpSpPr>
              <p:grpSpPr>
                <a:xfrm>
                  <a:off x="5445106" y="2644743"/>
                  <a:ext cx="1019224" cy="991639"/>
                  <a:chOff x="5886431" y="3225768"/>
                  <a:chExt cx="1019224" cy="991639"/>
                </a:xfrm>
              </p:grpSpPr>
              <p:grpSp>
                <p:nvGrpSpPr>
                  <p:cNvPr id="18304" name="Group 18303">
                    <a:extLst>
                      <a:ext uri="{FF2B5EF4-FFF2-40B4-BE49-F238E27FC236}">
                        <a16:creationId xmlns:a16="http://schemas.microsoft.com/office/drawing/2014/main" id="{7F460082-48F4-95BF-83B5-74703E2CE410}"/>
                      </a:ext>
                    </a:extLst>
                  </p:cNvPr>
                  <p:cNvGrpSpPr/>
                  <p:nvPr/>
                </p:nvGrpSpPr>
                <p:grpSpPr>
                  <a:xfrm>
                    <a:off x="6197413" y="3824215"/>
                    <a:ext cx="393192" cy="393192"/>
                    <a:chOff x="5265196" y="3357021"/>
                    <a:chExt cx="393192" cy="393192"/>
                  </a:xfrm>
                </p:grpSpPr>
                <p:grpSp>
                  <p:nvGrpSpPr>
                    <p:cNvPr id="18339" name="Group 18338">
                      <a:extLst>
                        <a:ext uri="{FF2B5EF4-FFF2-40B4-BE49-F238E27FC236}">
                          <a16:creationId xmlns:a16="http://schemas.microsoft.com/office/drawing/2014/main" id="{A63897C2-1E1C-D16A-DBC1-037EF750FB52}"/>
                        </a:ext>
                      </a:extLst>
                    </p:cNvPr>
                    <p:cNvGrpSpPr/>
                    <p:nvPr/>
                  </p:nvGrpSpPr>
                  <p:grpSpPr>
                    <a:xfrm rot="14400000">
                      <a:off x="5265196" y="3357021"/>
                      <a:ext cx="393192" cy="393192"/>
                      <a:chOff x="5354637" y="3446463"/>
                      <a:chExt cx="214313" cy="214313"/>
                    </a:xfrm>
                  </p:grpSpPr>
                  <p:sp>
                    <p:nvSpPr>
                      <p:cNvPr id="18348" name="Arc 18347">
                        <a:extLst>
                          <a:ext uri="{FF2B5EF4-FFF2-40B4-BE49-F238E27FC236}">
                            <a16:creationId xmlns:a16="http://schemas.microsoft.com/office/drawing/2014/main" id="{34CC9AC0-B3B1-9986-50C5-AF03B0D8E1D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349" name="Arc 18348">
                        <a:extLst>
                          <a:ext uri="{FF2B5EF4-FFF2-40B4-BE49-F238E27FC236}">
                            <a16:creationId xmlns:a16="http://schemas.microsoft.com/office/drawing/2014/main" id="{3F6DF29D-982D-F329-8A53-21D68D7420D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340" name="Group 18339">
                      <a:extLst>
                        <a:ext uri="{FF2B5EF4-FFF2-40B4-BE49-F238E27FC236}">
                          <a16:creationId xmlns:a16="http://schemas.microsoft.com/office/drawing/2014/main" id="{647796C5-B13D-FFAD-E388-3289794743B6}"/>
                        </a:ext>
                      </a:extLst>
                    </p:cNvPr>
                    <p:cNvGrpSpPr/>
                    <p:nvPr/>
                  </p:nvGrpSpPr>
                  <p:grpSpPr>
                    <a:xfrm>
                      <a:off x="5310186" y="3402011"/>
                      <a:ext cx="303213" cy="303213"/>
                      <a:chOff x="5310186" y="3402011"/>
                      <a:chExt cx="303213" cy="303213"/>
                    </a:xfrm>
                  </p:grpSpPr>
                  <p:grpSp>
                    <p:nvGrpSpPr>
                      <p:cNvPr id="18341" name="Group 18340">
                        <a:extLst>
                          <a:ext uri="{FF2B5EF4-FFF2-40B4-BE49-F238E27FC236}">
                            <a16:creationId xmlns:a16="http://schemas.microsoft.com/office/drawing/2014/main" id="{6057ADF0-0F3E-6BAD-A001-DA495F9741B3}"/>
                          </a:ext>
                        </a:extLst>
                      </p:cNvPr>
                      <p:cNvGrpSpPr/>
                      <p:nvPr/>
                    </p:nvGrpSpPr>
                    <p:grpSpPr>
                      <a:xfrm>
                        <a:off x="5354636" y="3446461"/>
                        <a:ext cx="214313" cy="214313"/>
                        <a:chOff x="5354637" y="3446463"/>
                        <a:chExt cx="214313" cy="214313"/>
                      </a:xfrm>
                    </p:grpSpPr>
                    <p:sp>
                      <p:nvSpPr>
                        <p:cNvPr id="18346" name="Arc 18345">
                          <a:extLst>
                            <a:ext uri="{FF2B5EF4-FFF2-40B4-BE49-F238E27FC236}">
                              <a16:creationId xmlns:a16="http://schemas.microsoft.com/office/drawing/2014/main" id="{B9CE8D48-C130-64D8-907D-43FCC126AC6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347" name="Arc 18346">
                          <a:extLst>
                            <a:ext uri="{FF2B5EF4-FFF2-40B4-BE49-F238E27FC236}">
                              <a16:creationId xmlns:a16="http://schemas.microsoft.com/office/drawing/2014/main" id="{EEDBF7B5-264B-7A46-61ED-67FA821C99E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342" name="Group 18341">
                        <a:extLst>
                          <a:ext uri="{FF2B5EF4-FFF2-40B4-BE49-F238E27FC236}">
                            <a16:creationId xmlns:a16="http://schemas.microsoft.com/office/drawing/2014/main" id="{D162D108-8384-E626-3849-E50C19C05226}"/>
                          </a:ext>
                        </a:extLst>
                      </p:cNvPr>
                      <p:cNvGrpSpPr/>
                      <p:nvPr/>
                    </p:nvGrpSpPr>
                    <p:grpSpPr>
                      <a:xfrm rot="7200000">
                        <a:off x="5310186" y="3402011"/>
                        <a:ext cx="303213" cy="303213"/>
                        <a:chOff x="5354637" y="3446463"/>
                        <a:chExt cx="214313" cy="214313"/>
                      </a:xfrm>
                    </p:grpSpPr>
                    <p:sp>
                      <p:nvSpPr>
                        <p:cNvPr id="18344" name="Arc 18343">
                          <a:extLst>
                            <a:ext uri="{FF2B5EF4-FFF2-40B4-BE49-F238E27FC236}">
                              <a16:creationId xmlns:a16="http://schemas.microsoft.com/office/drawing/2014/main" id="{D1AF65B5-D17A-0C47-B12D-5B762FA53EA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345" name="Arc 18344">
                          <a:extLst>
                            <a:ext uri="{FF2B5EF4-FFF2-40B4-BE49-F238E27FC236}">
                              <a16:creationId xmlns:a16="http://schemas.microsoft.com/office/drawing/2014/main" id="{F59D6569-23F6-8C46-5FDD-A916BA1D22D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343" name="TextBox 18342">
                        <a:extLst>
                          <a:ext uri="{FF2B5EF4-FFF2-40B4-BE49-F238E27FC236}">
                            <a16:creationId xmlns:a16="http://schemas.microsoft.com/office/drawing/2014/main" id="{3EEBF10E-2DC2-EC94-024D-0DBC997D1334}"/>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305" name="Group 18304">
                    <a:extLst>
                      <a:ext uri="{FF2B5EF4-FFF2-40B4-BE49-F238E27FC236}">
                        <a16:creationId xmlns:a16="http://schemas.microsoft.com/office/drawing/2014/main" id="{AB0E24B7-C660-58A4-E12D-86B39C0989F1}"/>
                      </a:ext>
                    </a:extLst>
                  </p:cNvPr>
                  <p:cNvGrpSpPr/>
                  <p:nvPr/>
                </p:nvGrpSpPr>
                <p:grpSpPr>
                  <a:xfrm>
                    <a:off x="5886431" y="3525040"/>
                    <a:ext cx="393192" cy="393192"/>
                    <a:chOff x="5265196" y="3932619"/>
                    <a:chExt cx="393192" cy="393192"/>
                  </a:xfrm>
                </p:grpSpPr>
                <p:grpSp>
                  <p:nvGrpSpPr>
                    <p:cNvPr id="18329" name="Group 18328">
                      <a:extLst>
                        <a:ext uri="{FF2B5EF4-FFF2-40B4-BE49-F238E27FC236}">
                          <a16:creationId xmlns:a16="http://schemas.microsoft.com/office/drawing/2014/main" id="{C80E3A3C-D75F-FA31-BC84-B713602815BC}"/>
                        </a:ext>
                      </a:extLst>
                    </p:cNvPr>
                    <p:cNvGrpSpPr/>
                    <p:nvPr/>
                  </p:nvGrpSpPr>
                  <p:grpSpPr>
                    <a:xfrm>
                      <a:off x="5354636" y="4022061"/>
                      <a:ext cx="214313" cy="214313"/>
                      <a:chOff x="5354637" y="3446463"/>
                      <a:chExt cx="214313" cy="214313"/>
                    </a:xfrm>
                  </p:grpSpPr>
                  <p:sp>
                    <p:nvSpPr>
                      <p:cNvPr id="18337" name="Arc 18336">
                        <a:extLst>
                          <a:ext uri="{FF2B5EF4-FFF2-40B4-BE49-F238E27FC236}">
                            <a16:creationId xmlns:a16="http://schemas.microsoft.com/office/drawing/2014/main" id="{A2550033-3FD9-8CAE-86C0-6F63F3CDD7D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338" name="Arc 18337">
                        <a:extLst>
                          <a:ext uri="{FF2B5EF4-FFF2-40B4-BE49-F238E27FC236}">
                            <a16:creationId xmlns:a16="http://schemas.microsoft.com/office/drawing/2014/main" id="{69C7BD54-A086-17C0-BBC0-6252A8484CB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330" name="Group 18329">
                      <a:extLst>
                        <a:ext uri="{FF2B5EF4-FFF2-40B4-BE49-F238E27FC236}">
                          <a16:creationId xmlns:a16="http://schemas.microsoft.com/office/drawing/2014/main" id="{86737E54-FDD2-28DD-67F2-41290A09666A}"/>
                        </a:ext>
                      </a:extLst>
                    </p:cNvPr>
                    <p:cNvGrpSpPr/>
                    <p:nvPr/>
                  </p:nvGrpSpPr>
                  <p:grpSpPr>
                    <a:xfrm rot="14400000">
                      <a:off x="5310186" y="3977611"/>
                      <a:ext cx="303213" cy="303213"/>
                      <a:chOff x="5354637" y="3446463"/>
                      <a:chExt cx="214313" cy="214313"/>
                    </a:xfrm>
                  </p:grpSpPr>
                  <p:sp>
                    <p:nvSpPr>
                      <p:cNvPr id="18335" name="Arc 18334">
                        <a:extLst>
                          <a:ext uri="{FF2B5EF4-FFF2-40B4-BE49-F238E27FC236}">
                            <a16:creationId xmlns:a16="http://schemas.microsoft.com/office/drawing/2014/main" id="{44387D1B-0814-0303-0A0D-08943D98586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336" name="Arc 18335">
                        <a:extLst>
                          <a:ext uri="{FF2B5EF4-FFF2-40B4-BE49-F238E27FC236}">
                            <a16:creationId xmlns:a16="http://schemas.microsoft.com/office/drawing/2014/main" id="{C4F0190B-28D9-BD2C-8F52-0CF066F7133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331" name="Group 18330">
                      <a:extLst>
                        <a:ext uri="{FF2B5EF4-FFF2-40B4-BE49-F238E27FC236}">
                          <a16:creationId xmlns:a16="http://schemas.microsoft.com/office/drawing/2014/main" id="{F9F1FEFF-A20B-3BD7-CF86-F7FAB2CF09AF}"/>
                        </a:ext>
                      </a:extLst>
                    </p:cNvPr>
                    <p:cNvGrpSpPr/>
                    <p:nvPr/>
                  </p:nvGrpSpPr>
                  <p:grpSpPr>
                    <a:xfrm rot="7200000">
                      <a:off x="5265196" y="3932619"/>
                      <a:ext cx="393192" cy="393192"/>
                      <a:chOff x="5354637" y="3446463"/>
                      <a:chExt cx="214313" cy="214313"/>
                    </a:xfrm>
                  </p:grpSpPr>
                  <p:sp>
                    <p:nvSpPr>
                      <p:cNvPr id="18333" name="Arc 18332">
                        <a:extLst>
                          <a:ext uri="{FF2B5EF4-FFF2-40B4-BE49-F238E27FC236}">
                            <a16:creationId xmlns:a16="http://schemas.microsoft.com/office/drawing/2014/main" id="{97F8D101-06B9-583B-2DBB-07492D2A8FA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334" name="Arc 18333">
                        <a:extLst>
                          <a:ext uri="{FF2B5EF4-FFF2-40B4-BE49-F238E27FC236}">
                            <a16:creationId xmlns:a16="http://schemas.microsoft.com/office/drawing/2014/main" id="{106D421A-38CA-B9E3-CA6D-917F9510742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332" name="TextBox 18331">
                      <a:extLst>
                        <a:ext uri="{FF2B5EF4-FFF2-40B4-BE49-F238E27FC236}">
                          <a16:creationId xmlns:a16="http://schemas.microsoft.com/office/drawing/2014/main" id="{DFAD196B-BFC7-DF98-BA40-E98C2BB8E8BA}"/>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8306" name="Group 18305">
                    <a:extLst>
                      <a:ext uri="{FF2B5EF4-FFF2-40B4-BE49-F238E27FC236}">
                        <a16:creationId xmlns:a16="http://schemas.microsoft.com/office/drawing/2014/main" id="{FD137EA0-74E2-D299-39C4-D13DC5D80987}"/>
                      </a:ext>
                    </a:extLst>
                  </p:cNvPr>
                  <p:cNvGrpSpPr/>
                  <p:nvPr/>
                </p:nvGrpSpPr>
                <p:grpSpPr>
                  <a:xfrm>
                    <a:off x="6512463" y="3525040"/>
                    <a:ext cx="393192" cy="393192"/>
                    <a:chOff x="6389147" y="3357021"/>
                    <a:chExt cx="393192" cy="393192"/>
                  </a:xfrm>
                </p:grpSpPr>
                <p:grpSp>
                  <p:nvGrpSpPr>
                    <p:cNvPr id="18318" name="Group 18317">
                      <a:extLst>
                        <a:ext uri="{FF2B5EF4-FFF2-40B4-BE49-F238E27FC236}">
                          <a16:creationId xmlns:a16="http://schemas.microsoft.com/office/drawing/2014/main" id="{EFF3BC81-8798-D6A8-8E0C-9147ABCDA761}"/>
                        </a:ext>
                      </a:extLst>
                    </p:cNvPr>
                    <p:cNvGrpSpPr/>
                    <p:nvPr/>
                  </p:nvGrpSpPr>
                  <p:grpSpPr>
                    <a:xfrm rot="7200000" flipH="1">
                      <a:off x="6389147" y="3357021"/>
                      <a:ext cx="393192" cy="393192"/>
                      <a:chOff x="5354637" y="3446463"/>
                      <a:chExt cx="214313" cy="214313"/>
                    </a:xfrm>
                  </p:grpSpPr>
                  <p:sp>
                    <p:nvSpPr>
                      <p:cNvPr id="18327" name="Arc 18326">
                        <a:extLst>
                          <a:ext uri="{FF2B5EF4-FFF2-40B4-BE49-F238E27FC236}">
                            <a16:creationId xmlns:a16="http://schemas.microsoft.com/office/drawing/2014/main" id="{ABD1AF45-594F-54B9-D2A9-F95F9E5286F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328" name="Arc 18327">
                        <a:extLst>
                          <a:ext uri="{FF2B5EF4-FFF2-40B4-BE49-F238E27FC236}">
                            <a16:creationId xmlns:a16="http://schemas.microsoft.com/office/drawing/2014/main" id="{0BA4AAC9-8240-7021-5474-92C4B3504C2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319" name="Group 18318">
                      <a:extLst>
                        <a:ext uri="{FF2B5EF4-FFF2-40B4-BE49-F238E27FC236}">
                          <a16:creationId xmlns:a16="http://schemas.microsoft.com/office/drawing/2014/main" id="{07BD3E2B-2363-B4CC-4259-2B73892CCC29}"/>
                        </a:ext>
                      </a:extLst>
                    </p:cNvPr>
                    <p:cNvGrpSpPr/>
                    <p:nvPr/>
                  </p:nvGrpSpPr>
                  <p:grpSpPr>
                    <a:xfrm>
                      <a:off x="6434137" y="3402011"/>
                      <a:ext cx="303213" cy="303213"/>
                      <a:chOff x="6434137" y="3402011"/>
                      <a:chExt cx="303213" cy="303213"/>
                    </a:xfrm>
                  </p:grpSpPr>
                  <p:grpSp>
                    <p:nvGrpSpPr>
                      <p:cNvPr id="18320" name="Group 18319">
                        <a:extLst>
                          <a:ext uri="{FF2B5EF4-FFF2-40B4-BE49-F238E27FC236}">
                            <a16:creationId xmlns:a16="http://schemas.microsoft.com/office/drawing/2014/main" id="{A28B530A-2FCD-0C9E-039F-A25C7CFD1721}"/>
                          </a:ext>
                        </a:extLst>
                      </p:cNvPr>
                      <p:cNvGrpSpPr/>
                      <p:nvPr/>
                    </p:nvGrpSpPr>
                    <p:grpSpPr>
                      <a:xfrm flipH="1">
                        <a:off x="6478587" y="3446461"/>
                        <a:ext cx="214313" cy="214313"/>
                        <a:chOff x="5354637" y="3446463"/>
                        <a:chExt cx="214313" cy="214313"/>
                      </a:xfrm>
                    </p:grpSpPr>
                    <p:sp>
                      <p:nvSpPr>
                        <p:cNvPr id="18325" name="Arc 18324">
                          <a:extLst>
                            <a:ext uri="{FF2B5EF4-FFF2-40B4-BE49-F238E27FC236}">
                              <a16:creationId xmlns:a16="http://schemas.microsoft.com/office/drawing/2014/main" id="{39216514-2D45-85B5-6E62-2D567577964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326" name="Arc 18325">
                          <a:extLst>
                            <a:ext uri="{FF2B5EF4-FFF2-40B4-BE49-F238E27FC236}">
                              <a16:creationId xmlns:a16="http://schemas.microsoft.com/office/drawing/2014/main" id="{7958C3E9-A656-D288-2549-30D848E8B6B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321" name="Group 18320">
                        <a:extLst>
                          <a:ext uri="{FF2B5EF4-FFF2-40B4-BE49-F238E27FC236}">
                            <a16:creationId xmlns:a16="http://schemas.microsoft.com/office/drawing/2014/main" id="{11E92E41-C32E-6D25-1CB7-EB1985F88786}"/>
                          </a:ext>
                        </a:extLst>
                      </p:cNvPr>
                      <p:cNvGrpSpPr/>
                      <p:nvPr/>
                    </p:nvGrpSpPr>
                    <p:grpSpPr>
                      <a:xfrm rot="14400000" flipH="1">
                        <a:off x="6434137" y="3402011"/>
                        <a:ext cx="303213" cy="303213"/>
                        <a:chOff x="5354637" y="3446463"/>
                        <a:chExt cx="214313" cy="214313"/>
                      </a:xfrm>
                    </p:grpSpPr>
                    <p:sp>
                      <p:nvSpPr>
                        <p:cNvPr id="18323" name="Arc 18322">
                          <a:extLst>
                            <a:ext uri="{FF2B5EF4-FFF2-40B4-BE49-F238E27FC236}">
                              <a16:creationId xmlns:a16="http://schemas.microsoft.com/office/drawing/2014/main" id="{0C735F79-8AFF-D3E3-0FA0-64A18B740CF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324" name="Arc 18323">
                          <a:extLst>
                            <a:ext uri="{FF2B5EF4-FFF2-40B4-BE49-F238E27FC236}">
                              <a16:creationId xmlns:a16="http://schemas.microsoft.com/office/drawing/2014/main" id="{B74EADBB-AFF5-B828-192E-A6435048EFA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322" name="TextBox 18321">
                        <a:extLst>
                          <a:ext uri="{FF2B5EF4-FFF2-40B4-BE49-F238E27FC236}">
                            <a16:creationId xmlns:a16="http://schemas.microsoft.com/office/drawing/2014/main" id="{1572359D-BEFF-679B-7974-1746FB081233}"/>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307" name="Group 18306">
                    <a:extLst>
                      <a:ext uri="{FF2B5EF4-FFF2-40B4-BE49-F238E27FC236}">
                        <a16:creationId xmlns:a16="http://schemas.microsoft.com/office/drawing/2014/main" id="{B346B330-500C-DE59-1653-82073B8E5383}"/>
                      </a:ext>
                    </a:extLst>
                  </p:cNvPr>
                  <p:cNvGrpSpPr/>
                  <p:nvPr/>
                </p:nvGrpSpPr>
                <p:grpSpPr>
                  <a:xfrm>
                    <a:off x="6197413" y="3225768"/>
                    <a:ext cx="393192" cy="393192"/>
                    <a:chOff x="6389147" y="3932622"/>
                    <a:chExt cx="393192" cy="393192"/>
                  </a:xfrm>
                </p:grpSpPr>
                <p:grpSp>
                  <p:nvGrpSpPr>
                    <p:cNvPr id="18308" name="Group 18307">
                      <a:extLst>
                        <a:ext uri="{FF2B5EF4-FFF2-40B4-BE49-F238E27FC236}">
                          <a16:creationId xmlns:a16="http://schemas.microsoft.com/office/drawing/2014/main" id="{4683CA72-2BA0-48EB-AE5F-1712E889AF2F}"/>
                        </a:ext>
                      </a:extLst>
                    </p:cNvPr>
                    <p:cNvGrpSpPr/>
                    <p:nvPr/>
                  </p:nvGrpSpPr>
                  <p:grpSpPr>
                    <a:xfrm flipH="1">
                      <a:off x="6478587" y="4022061"/>
                      <a:ext cx="214313" cy="214313"/>
                      <a:chOff x="5354637" y="3446463"/>
                      <a:chExt cx="214313" cy="214313"/>
                    </a:xfrm>
                  </p:grpSpPr>
                  <p:sp>
                    <p:nvSpPr>
                      <p:cNvPr id="18316" name="Arc 18315">
                        <a:extLst>
                          <a:ext uri="{FF2B5EF4-FFF2-40B4-BE49-F238E27FC236}">
                            <a16:creationId xmlns:a16="http://schemas.microsoft.com/office/drawing/2014/main" id="{354C9B5C-7E04-E38A-2F14-9B9A7DC1450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317" name="Arc 18316">
                        <a:extLst>
                          <a:ext uri="{FF2B5EF4-FFF2-40B4-BE49-F238E27FC236}">
                            <a16:creationId xmlns:a16="http://schemas.microsoft.com/office/drawing/2014/main" id="{645006A0-BDDD-79B3-D286-6C9977CD7EE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309" name="Group 18308">
                      <a:extLst>
                        <a:ext uri="{FF2B5EF4-FFF2-40B4-BE49-F238E27FC236}">
                          <a16:creationId xmlns:a16="http://schemas.microsoft.com/office/drawing/2014/main" id="{12756677-32F5-1F47-B52E-7CADB1BD160B}"/>
                        </a:ext>
                      </a:extLst>
                    </p:cNvPr>
                    <p:cNvGrpSpPr/>
                    <p:nvPr/>
                  </p:nvGrpSpPr>
                  <p:grpSpPr>
                    <a:xfrm rot="7200000" flipH="1">
                      <a:off x="6434137" y="3977611"/>
                      <a:ext cx="303213" cy="303213"/>
                      <a:chOff x="5354637" y="3446463"/>
                      <a:chExt cx="214313" cy="214313"/>
                    </a:xfrm>
                  </p:grpSpPr>
                  <p:sp>
                    <p:nvSpPr>
                      <p:cNvPr id="18314" name="Arc 18313">
                        <a:extLst>
                          <a:ext uri="{FF2B5EF4-FFF2-40B4-BE49-F238E27FC236}">
                            <a16:creationId xmlns:a16="http://schemas.microsoft.com/office/drawing/2014/main" id="{8999412D-8AAC-C631-0ECA-4E4F05D3753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315" name="Arc 18314">
                        <a:extLst>
                          <a:ext uri="{FF2B5EF4-FFF2-40B4-BE49-F238E27FC236}">
                            <a16:creationId xmlns:a16="http://schemas.microsoft.com/office/drawing/2014/main" id="{3C10343A-6CEC-80EE-201F-94EDB6BD352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310" name="Group 18309">
                      <a:extLst>
                        <a:ext uri="{FF2B5EF4-FFF2-40B4-BE49-F238E27FC236}">
                          <a16:creationId xmlns:a16="http://schemas.microsoft.com/office/drawing/2014/main" id="{14ABC279-7AC4-D7BF-940F-08440186A197}"/>
                        </a:ext>
                      </a:extLst>
                    </p:cNvPr>
                    <p:cNvGrpSpPr/>
                    <p:nvPr/>
                  </p:nvGrpSpPr>
                  <p:grpSpPr>
                    <a:xfrm rot="14400000" flipH="1">
                      <a:off x="6389147" y="3932622"/>
                      <a:ext cx="393192" cy="393192"/>
                      <a:chOff x="5354637" y="3446463"/>
                      <a:chExt cx="214313" cy="214313"/>
                    </a:xfrm>
                  </p:grpSpPr>
                  <p:sp>
                    <p:nvSpPr>
                      <p:cNvPr id="18312" name="Arc 18311">
                        <a:extLst>
                          <a:ext uri="{FF2B5EF4-FFF2-40B4-BE49-F238E27FC236}">
                            <a16:creationId xmlns:a16="http://schemas.microsoft.com/office/drawing/2014/main" id="{8692F99C-1205-A881-DBE6-DE78DAC4C10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313" name="Arc 18312">
                        <a:extLst>
                          <a:ext uri="{FF2B5EF4-FFF2-40B4-BE49-F238E27FC236}">
                            <a16:creationId xmlns:a16="http://schemas.microsoft.com/office/drawing/2014/main" id="{381DAE75-FCB4-C97E-B17C-2B39BFC547F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311" name="TextBox 18310">
                      <a:extLst>
                        <a:ext uri="{FF2B5EF4-FFF2-40B4-BE49-F238E27FC236}">
                          <a16:creationId xmlns:a16="http://schemas.microsoft.com/office/drawing/2014/main" id="{79A0FB09-3D9A-443D-AF40-2E9F8FB2EC0D}"/>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257" name="Group 18256">
                  <a:extLst>
                    <a:ext uri="{FF2B5EF4-FFF2-40B4-BE49-F238E27FC236}">
                      <a16:creationId xmlns:a16="http://schemas.microsoft.com/office/drawing/2014/main" id="{7B854BD9-442A-D7CA-36E4-2B83066E2435}"/>
                    </a:ext>
                  </a:extLst>
                </p:cNvPr>
                <p:cNvGrpSpPr/>
                <p:nvPr/>
              </p:nvGrpSpPr>
              <p:grpSpPr>
                <a:xfrm>
                  <a:off x="6069086" y="3246228"/>
                  <a:ext cx="1019224" cy="991639"/>
                  <a:chOff x="5886431" y="3225768"/>
                  <a:chExt cx="1019224" cy="991639"/>
                </a:xfrm>
              </p:grpSpPr>
              <p:grpSp>
                <p:nvGrpSpPr>
                  <p:cNvPr id="18258" name="Group 18257">
                    <a:extLst>
                      <a:ext uri="{FF2B5EF4-FFF2-40B4-BE49-F238E27FC236}">
                        <a16:creationId xmlns:a16="http://schemas.microsoft.com/office/drawing/2014/main" id="{C383AAD0-7A56-6D73-F959-F9AE68417488}"/>
                      </a:ext>
                    </a:extLst>
                  </p:cNvPr>
                  <p:cNvGrpSpPr/>
                  <p:nvPr/>
                </p:nvGrpSpPr>
                <p:grpSpPr>
                  <a:xfrm>
                    <a:off x="6197413" y="3824215"/>
                    <a:ext cx="393192" cy="393192"/>
                    <a:chOff x="5265196" y="3357021"/>
                    <a:chExt cx="393192" cy="393192"/>
                  </a:xfrm>
                </p:grpSpPr>
                <p:grpSp>
                  <p:nvGrpSpPr>
                    <p:cNvPr id="18293" name="Group 18292">
                      <a:extLst>
                        <a:ext uri="{FF2B5EF4-FFF2-40B4-BE49-F238E27FC236}">
                          <a16:creationId xmlns:a16="http://schemas.microsoft.com/office/drawing/2014/main" id="{931ED077-B9BB-7EC6-2AB6-171665787E08}"/>
                        </a:ext>
                      </a:extLst>
                    </p:cNvPr>
                    <p:cNvGrpSpPr/>
                    <p:nvPr/>
                  </p:nvGrpSpPr>
                  <p:grpSpPr>
                    <a:xfrm rot="14400000">
                      <a:off x="5265196" y="3357021"/>
                      <a:ext cx="393192" cy="393192"/>
                      <a:chOff x="5354637" y="3446463"/>
                      <a:chExt cx="214313" cy="214313"/>
                    </a:xfrm>
                  </p:grpSpPr>
                  <p:sp>
                    <p:nvSpPr>
                      <p:cNvPr id="18302" name="Arc 18301">
                        <a:extLst>
                          <a:ext uri="{FF2B5EF4-FFF2-40B4-BE49-F238E27FC236}">
                            <a16:creationId xmlns:a16="http://schemas.microsoft.com/office/drawing/2014/main" id="{8E805CEF-91E7-1E53-4140-F9AB8E15D5D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303" name="Arc 18302">
                        <a:extLst>
                          <a:ext uri="{FF2B5EF4-FFF2-40B4-BE49-F238E27FC236}">
                            <a16:creationId xmlns:a16="http://schemas.microsoft.com/office/drawing/2014/main" id="{67CB7099-1D23-44FC-B2B0-108F022A244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294" name="Group 18293">
                      <a:extLst>
                        <a:ext uri="{FF2B5EF4-FFF2-40B4-BE49-F238E27FC236}">
                          <a16:creationId xmlns:a16="http://schemas.microsoft.com/office/drawing/2014/main" id="{E31C5BD6-07CA-5970-5DD7-66EA88051C4C}"/>
                        </a:ext>
                      </a:extLst>
                    </p:cNvPr>
                    <p:cNvGrpSpPr/>
                    <p:nvPr/>
                  </p:nvGrpSpPr>
                  <p:grpSpPr>
                    <a:xfrm>
                      <a:off x="5310186" y="3402011"/>
                      <a:ext cx="303213" cy="303213"/>
                      <a:chOff x="5310186" y="3402011"/>
                      <a:chExt cx="303213" cy="303213"/>
                    </a:xfrm>
                  </p:grpSpPr>
                  <p:grpSp>
                    <p:nvGrpSpPr>
                      <p:cNvPr id="18295" name="Group 18294">
                        <a:extLst>
                          <a:ext uri="{FF2B5EF4-FFF2-40B4-BE49-F238E27FC236}">
                            <a16:creationId xmlns:a16="http://schemas.microsoft.com/office/drawing/2014/main" id="{56560077-5E8A-D7D0-4E23-66FE48C0563A}"/>
                          </a:ext>
                        </a:extLst>
                      </p:cNvPr>
                      <p:cNvGrpSpPr/>
                      <p:nvPr/>
                    </p:nvGrpSpPr>
                    <p:grpSpPr>
                      <a:xfrm>
                        <a:off x="5354636" y="3446461"/>
                        <a:ext cx="214313" cy="214313"/>
                        <a:chOff x="5354637" y="3446463"/>
                        <a:chExt cx="214313" cy="214313"/>
                      </a:xfrm>
                    </p:grpSpPr>
                    <p:sp>
                      <p:nvSpPr>
                        <p:cNvPr id="18300" name="Arc 18299">
                          <a:extLst>
                            <a:ext uri="{FF2B5EF4-FFF2-40B4-BE49-F238E27FC236}">
                              <a16:creationId xmlns:a16="http://schemas.microsoft.com/office/drawing/2014/main" id="{98BA7C77-76B6-EBED-AB02-6FE4BCFA263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301" name="Arc 18300">
                          <a:extLst>
                            <a:ext uri="{FF2B5EF4-FFF2-40B4-BE49-F238E27FC236}">
                              <a16:creationId xmlns:a16="http://schemas.microsoft.com/office/drawing/2014/main" id="{DDD2AC08-C860-3BAE-BA5E-3DE7E62C7D6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296" name="Group 18295">
                        <a:extLst>
                          <a:ext uri="{FF2B5EF4-FFF2-40B4-BE49-F238E27FC236}">
                            <a16:creationId xmlns:a16="http://schemas.microsoft.com/office/drawing/2014/main" id="{50E5F305-4958-56FD-0A12-20E5A9E6472C}"/>
                          </a:ext>
                        </a:extLst>
                      </p:cNvPr>
                      <p:cNvGrpSpPr/>
                      <p:nvPr/>
                    </p:nvGrpSpPr>
                    <p:grpSpPr>
                      <a:xfrm rot="7200000">
                        <a:off x="5310186" y="3402011"/>
                        <a:ext cx="303213" cy="303213"/>
                        <a:chOff x="5354637" y="3446463"/>
                        <a:chExt cx="214313" cy="214313"/>
                      </a:xfrm>
                    </p:grpSpPr>
                    <p:sp>
                      <p:nvSpPr>
                        <p:cNvPr id="18298" name="Arc 18297">
                          <a:extLst>
                            <a:ext uri="{FF2B5EF4-FFF2-40B4-BE49-F238E27FC236}">
                              <a16:creationId xmlns:a16="http://schemas.microsoft.com/office/drawing/2014/main" id="{11CE1AD0-692F-AB82-B60B-00F1FE2092C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299" name="Arc 18298">
                          <a:extLst>
                            <a:ext uri="{FF2B5EF4-FFF2-40B4-BE49-F238E27FC236}">
                              <a16:creationId xmlns:a16="http://schemas.microsoft.com/office/drawing/2014/main" id="{F89F4A85-6B05-22DC-65B5-1044FC1A464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297" name="TextBox 18296">
                        <a:extLst>
                          <a:ext uri="{FF2B5EF4-FFF2-40B4-BE49-F238E27FC236}">
                            <a16:creationId xmlns:a16="http://schemas.microsoft.com/office/drawing/2014/main" id="{508D9A5D-C273-5273-E00F-801B0C8FD779}"/>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259" name="Group 18258">
                    <a:extLst>
                      <a:ext uri="{FF2B5EF4-FFF2-40B4-BE49-F238E27FC236}">
                        <a16:creationId xmlns:a16="http://schemas.microsoft.com/office/drawing/2014/main" id="{C3ADE37D-E790-86B1-5484-7BE621D3C01C}"/>
                      </a:ext>
                    </a:extLst>
                  </p:cNvPr>
                  <p:cNvGrpSpPr/>
                  <p:nvPr/>
                </p:nvGrpSpPr>
                <p:grpSpPr>
                  <a:xfrm>
                    <a:off x="5886431" y="3525040"/>
                    <a:ext cx="393192" cy="393192"/>
                    <a:chOff x="5265196" y="3932619"/>
                    <a:chExt cx="393192" cy="393192"/>
                  </a:xfrm>
                </p:grpSpPr>
                <p:grpSp>
                  <p:nvGrpSpPr>
                    <p:cNvPr id="18283" name="Group 18282">
                      <a:extLst>
                        <a:ext uri="{FF2B5EF4-FFF2-40B4-BE49-F238E27FC236}">
                          <a16:creationId xmlns:a16="http://schemas.microsoft.com/office/drawing/2014/main" id="{BC711519-3E30-16A7-83F1-6BE2F72A399F}"/>
                        </a:ext>
                      </a:extLst>
                    </p:cNvPr>
                    <p:cNvGrpSpPr/>
                    <p:nvPr/>
                  </p:nvGrpSpPr>
                  <p:grpSpPr>
                    <a:xfrm>
                      <a:off x="5354636" y="4022061"/>
                      <a:ext cx="214313" cy="214313"/>
                      <a:chOff x="5354637" y="3446463"/>
                      <a:chExt cx="214313" cy="214313"/>
                    </a:xfrm>
                  </p:grpSpPr>
                  <p:sp>
                    <p:nvSpPr>
                      <p:cNvPr id="18291" name="Arc 18290">
                        <a:extLst>
                          <a:ext uri="{FF2B5EF4-FFF2-40B4-BE49-F238E27FC236}">
                            <a16:creationId xmlns:a16="http://schemas.microsoft.com/office/drawing/2014/main" id="{2B263199-969C-9760-F478-6F70ACA1FF1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292" name="Arc 18291">
                        <a:extLst>
                          <a:ext uri="{FF2B5EF4-FFF2-40B4-BE49-F238E27FC236}">
                            <a16:creationId xmlns:a16="http://schemas.microsoft.com/office/drawing/2014/main" id="{33F760CB-9644-DC6C-6A92-227CCA77C3A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284" name="Group 18283">
                      <a:extLst>
                        <a:ext uri="{FF2B5EF4-FFF2-40B4-BE49-F238E27FC236}">
                          <a16:creationId xmlns:a16="http://schemas.microsoft.com/office/drawing/2014/main" id="{27B5F28B-407B-8EED-0E69-E07AB69B0FDA}"/>
                        </a:ext>
                      </a:extLst>
                    </p:cNvPr>
                    <p:cNvGrpSpPr/>
                    <p:nvPr/>
                  </p:nvGrpSpPr>
                  <p:grpSpPr>
                    <a:xfrm rot="14400000">
                      <a:off x="5310186" y="3977611"/>
                      <a:ext cx="303213" cy="303213"/>
                      <a:chOff x="5354637" y="3446463"/>
                      <a:chExt cx="214313" cy="214313"/>
                    </a:xfrm>
                  </p:grpSpPr>
                  <p:sp>
                    <p:nvSpPr>
                      <p:cNvPr id="18289" name="Arc 18288">
                        <a:extLst>
                          <a:ext uri="{FF2B5EF4-FFF2-40B4-BE49-F238E27FC236}">
                            <a16:creationId xmlns:a16="http://schemas.microsoft.com/office/drawing/2014/main" id="{7C2BF3DC-FE3A-DD7F-7718-27CDF2E30E6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290" name="Arc 18289">
                        <a:extLst>
                          <a:ext uri="{FF2B5EF4-FFF2-40B4-BE49-F238E27FC236}">
                            <a16:creationId xmlns:a16="http://schemas.microsoft.com/office/drawing/2014/main" id="{AF5267A4-2F5F-02AC-BACA-010484CFF55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285" name="Group 18284">
                      <a:extLst>
                        <a:ext uri="{FF2B5EF4-FFF2-40B4-BE49-F238E27FC236}">
                          <a16:creationId xmlns:a16="http://schemas.microsoft.com/office/drawing/2014/main" id="{7F794449-B4B8-82C0-0D47-BDE31D512CA0}"/>
                        </a:ext>
                      </a:extLst>
                    </p:cNvPr>
                    <p:cNvGrpSpPr/>
                    <p:nvPr/>
                  </p:nvGrpSpPr>
                  <p:grpSpPr>
                    <a:xfrm rot="7200000">
                      <a:off x="5265196" y="3932619"/>
                      <a:ext cx="393192" cy="393192"/>
                      <a:chOff x="5354637" y="3446463"/>
                      <a:chExt cx="214313" cy="214313"/>
                    </a:xfrm>
                  </p:grpSpPr>
                  <p:sp>
                    <p:nvSpPr>
                      <p:cNvPr id="18287" name="Arc 18286">
                        <a:extLst>
                          <a:ext uri="{FF2B5EF4-FFF2-40B4-BE49-F238E27FC236}">
                            <a16:creationId xmlns:a16="http://schemas.microsoft.com/office/drawing/2014/main" id="{68D2E518-C403-A928-C6B8-69CC645F8EC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288" name="Arc 18287">
                        <a:extLst>
                          <a:ext uri="{FF2B5EF4-FFF2-40B4-BE49-F238E27FC236}">
                            <a16:creationId xmlns:a16="http://schemas.microsoft.com/office/drawing/2014/main" id="{C499B5C2-C6E5-18D1-856B-B6B8D290062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286" name="TextBox 18285">
                      <a:extLst>
                        <a:ext uri="{FF2B5EF4-FFF2-40B4-BE49-F238E27FC236}">
                          <a16:creationId xmlns:a16="http://schemas.microsoft.com/office/drawing/2014/main" id="{789F4CD6-13A7-B775-ABDF-D353E16D6918}"/>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8260" name="Group 18259">
                    <a:extLst>
                      <a:ext uri="{FF2B5EF4-FFF2-40B4-BE49-F238E27FC236}">
                        <a16:creationId xmlns:a16="http://schemas.microsoft.com/office/drawing/2014/main" id="{F62B4A02-8AF7-FCCE-D5D8-705D95368A2F}"/>
                      </a:ext>
                    </a:extLst>
                  </p:cNvPr>
                  <p:cNvGrpSpPr/>
                  <p:nvPr/>
                </p:nvGrpSpPr>
                <p:grpSpPr>
                  <a:xfrm>
                    <a:off x="6512463" y="3525040"/>
                    <a:ext cx="393192" cy="393192"/>
                    <a:chOff x="6389147" y="3357021"/>
                    <a:chExt cx="393192" cy="393192"/>
                  </a:xfrm>
                </p:grpSpPr>
                <p:grpSp>
                  <p:nvGrpSpPr>
                    <p:cNvPr id="18272" name="Group 18271">
                      <a:extLst>
                        <a:ext uri="{FF2B5EF4-FFF2-40B4-BE49-F238E27FC236}">
                          <a16:creationId xmlns:a16="http://schemas.microsoft.com/office/drawing/2014/main" id="{58FDA892-1CFF-F6CF-94C0-362ED97190AB}"/>
                        </a:ext>
                      </a:extLst>
                    </p:cNvPr>
                    <p:cNvGrpSpPr/>
                    <p:nvPr/>
                  </p:nvGrpSpPr>
                  <p:grpSpPr>
                    <a:xfrm rot="7200000" flipH="1">
                      <a:off x="6389147" y="3357021"/>
                      <a:ext cx="393192" cy="393192"/>
                      <a:chOff x="5354637" y="3446463"/>
                      <a:chExt cx="214313" cy="214313"/>
                    </a:xfrm>
                  </p:grpSpPr>
                  <p:sp>
                    <p:nvSpPr>
                      <p:cNvPr id="18281" name="Arc 18280">
                        <a:extLst>
                          <a:ext uri="{FF2B5EF4-FFF2-40B4-BE49-F238E27FC236}">
                            <a16:creationId xmlns:a16="http://schemas.microsoft.com/office/drawing/2014/main" id="{B3CC0A1D-4A33-961C-E564-A57F36FFDB9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282" name="Arc 18281">
                        <a:extLst>
                          <a:ext uri="{FF2B5EF4-FFF2-40B4-BE49-F238E27FC236}">
                            <a16:creationId xmlns:a16="http://schemas.microsoft.com/office/drawing/2014/main" id="{5569D049-4D90-87B5-9514-6EDA68A767B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273" name="Group 18272">
                      <a:extLst>
                        <a:ext uri="{FF2B5EF4-FFF2-40B4-BE49-F238E27FC236}">
                          <a16:creationId xmlns:a16="http://schemas.microsoft.com/office/drawing/2014/main" id="{D5937BCE-2886-CD9D-C153-BDA4E18C2243}"/>
                        </a:ext>
                      </a:extLst>
                    </p:cNvPr>
                    <p:cNvGrpSpPr/>
                    <p:nvPr/>
                  </p:nvGrpSpPr>
                  <p:grpSpPr>
                    <a:xfrm>
                      <a:off x="6434137" y="3402011"/>
                      <a:ext cx="303213" cy="303213"/>
                      <a:chOff x="6434137" y="3402011"/>
                      <a:chExt cx="303213" cy="303213"/>
                    </a:xfrm>
                  </p:grpSpPr>
                  <p:grpSp>
                    <p:nvGrpSpPr>
                      <p:cNvPr id="18274" name="Group 18273">
                        <a:extLst>
                          <a:ext uri="{FF2B5EF4-FFF2-40B4-BE49-F238E27FC236}">
                            <a16:creationId xmlns:a16="http://schemas.microsoft.com/office/drawing/2014/main" id="{D149EE08-4A37-C0EA-ACB8-DB8784DCC3F5}"/>
                          </a:ext>
                        </a:extLst>
                      </p:cNvPr>
                      <p:cNvGrpSpPr/>
                      <p:nvPr/>
                    </p:nvGrpSpPr>
                    <p:grpSpPr>
                      <a:xfrm flipH="1">
                        <a:off x="6478587" y="3446461"/>
                        <a:ext cx="214313" cy="214313"/>
                        <a:chOff x="5354637" y="3446463"/>
                        <a:chExt cx="214313" cy="214313"/>
                      </a:xfrm>
                    </p:grpSpPr>
                    <p:sp>
                      <p:nvSpPr>
                        <p:cNvPr id="18279" name="Arc 18278">
                          <a:extLst>
                            <a:ext uri="{FF2B5EF4-FFF2-40B4-BE49-F238E27FC236}">
                              <a16:creationId xmlns:a16="http://schemas.microsoft.com/office/drawing/2014/main" id="{0F9187DF-0ED5-4952-836B-0B8EDD9F26F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280" name="Arc 18279">
                          <a:extLst>
                            <a:ext uri="{FF2B5EF4-FFF2-40B4-BE49-F238E27FC236}">
                              <a16:creationId xmlns:a16="http://schemas.microsoft.com/office/drawing/2014/main" id="{5A2FCD07-9A1E-7E6E-08EF-6D7337557D7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275" name="Group 18274">
                        <a:extLst>
                          <a:ext uri="{FF2B5EF4-FFF2-40B4-BE49-F238E27FC236}">
                            <a16:creationId xmlns:a16="http://schemas.microsoft.com/office/drawing/2014/main" id="{1AC1E691-6698-8613-46DC-E43CB741F0A5}"/>
                          </a:ext>
                        </a:extLst>
                      </p:cNvPr>
                      <p:cNvGrpSpPr/>
                      <p:nvPr/>
                    </p:nvGrpSpPr>
                    <p:grpSpPr>
                      <a:xfrm rot="14400000" flipH="1">
                        <a:off x="6434137" y="3402011"/>
                        <a:ext cx="303213" cy="303213"/>
                        <a:chOff x="5354637" y="3446463"/>
                        <a:chExt cx="214313" cy="214313"/>
                      </a:xfrm>
                    </p:grpSpPr>
                    <p:sp>
                      <p:nvSpPr>
                        <p:cNvPr id="18277" name="Arc 18276">
                          <a:extLst>
                            <a:ext uri="{FF2B5EF4-FFF2-40B4-BE49-F238E27FC236}">
                              <a16:creationId xmlns:a16="http://schemas.microsoft.com/office/drawing/2014/main" id="{AB3F1A55-11B1-F3DB-F435-E8690157C31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278" name="Arc 18277">
                          <a:extLst>
                            <a:ext uri="{FF2B5EF4-FFF2-40B4-BE49-F238E27FC236}">
                              <a16:creationId xmlns:a16="http://schemas.microsoft.com/office/drawing/2014/main" id="{4C9379C8-E8E2-599E-5511-F26493971D7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276" name="TextBox 18275">
                        <a:extLst>
                          <a:ext uri="{FF2B5EF4-FFF2-40B4-BE49-F238E27FC236}">
                            <a16:creationId xmlns:a16="http://schemas.microsoft.com/office/drawing/2014/main" id="{9FC96082-FD1A-11A6-6842-93950FA6A178}"/>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261" name="Group 18260">
                    <a:extLst>
                      <a:ext uri="{FF2B5EF4-FFF2-40B4-BE49-F238E27FC236}">
                        <a16:creationId xmlns:a16="http://schemas.microsoft.com/office/drawing/2014/main" id="{7CF4A912-503A-09EF-C7A4-FCCF28032D63}"/>
                      </a:ext>
                    </a:extLst>
                  </p:cNvPr>
                  <p:cNvGrpSpPr/>
                  <p:nvPr/>
                </p:nvGrpSpPr>
                <p:grpSpPr>
                  <a:xfrm>
                    <a:off x="6197413" y="3225768"/>
                    <a:ext cx="393192" cy="393192"/>
                    <a:chOff x="6389147" y="3932622"/>
                    <a:chExt cx="393192" cy="393192"/>
                  </a:xfrm>
                </p:grpSpPr>
                <p:grpSp>
                  <p:nvGrpSpPr>
                    <p:cNvPr id="18262" name="Group 18261">
                      <a:extLst>
                        <a:ext uri="{FF2B5EF4-FFF2-40B4-BE49-F238E27FC236}">
                          <a16:creationId xmlns:a16="http://schemas.microsoft.com/office/drawing/2014/main" id="{5E06E708-C1DC-A8E5-2D4C-C98093EFF5EA}"/>
                        </a:ext>
                      </a:extLst>
                    </p:cNvPr>
                    <p:cNvGrpSpPr/>
                    <p:nvPr/>
                  </p:nvGrpSpPr>
                  <p:grpSpPr>
                    <a:xfrm flipH="1">
                      <a:off x="6478587" y="4022061"/>
                      <a:ext cx="214313" cy="214313"/>
                      <a:chOff x="5354637" y="3446463"/>
                      <a:chExt cx="214313" cy="214313"/>
                    </a:xfrm>
                  </p:grpSpPr>
                  <p:sp>
                    <p:nvSpPr>
                      <p:cNvPr id="18270" name="Arc 18269">
                        <a:extLst>
                          <a:ext uri="{FF2B5EF4-FFF2-40B4-BE49-F238E27FC236}">
                            <a16:creationId xmlns:a16="http://schemas.microsoft.com/office/drawing/2014/main" id="{C8E5CA70-33FD-6F7A-EF9E-67870180E9E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271" name="Arc 18270">
                        <a:extLst>
                          <a:ext uri="{FF2B5EF4-FFF2-40B4-BE49-F238E27FC236}">
                            <a16:creationId xmlns:a16="http://schemas.microsoft.com/office/drawing/2014/main" id="{E6FEA831-6D9A-456D-CC7C-932929F3D79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263" name="Group 18262">
                      <a:extLst>
                        <a:ext uri="{FF2B5EF4-FFF2-40B4-BE49-F238E27FC236}">
                          <a16:creationId xmlns:a16="http://schemas.microsoft.com/office/drawing/2014/main" id="{B0870333-76C7-6A23-94B9-4ABA2A95522A}"/>
                        </a:ext>
                      </a:extLst>
                    </p:cNvPr>
                    <p:cNvGrpSpPr/>
                    <p:nvPr/>
                  </p:nvGrpSpPr>
                  <p:grpSpPr>
                    <a:xfrm rot="7200000" flipH="1">
                      <a:off x="6434137" y="3977611"/>
                      <a:ext cx="303213" cy="303213"/>
                      <a:chOff x="5354637" y="3446463"/>
                      <a:chExt cx="214313" cy="214313"/>
                    </a:xfrm>
                  </p:grpSpPr>
                  <p:sp>
                    <p:nvSpPr>
                      <p:cNvPr id="18268" name="Arc 18267">
                        <a:extLst>
                          <a:ext uri="{FF2B5EF4-FFF2-40B4-BE49-F238E27FC236}">
                            <a16:creationId xmlns:a16="http://schemas.microsoft.com/office/drawing/2014/main" id="{74628D7E-198E-7E63-ACD8-27CF9A1427D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269" name="Arc 18268">
                        <a:extLst>
                          <a:ext uri="{FF2B5EF4-FFF2-40B4-BE49-F238E27FC236}">
                            <a16:creationId xmlns:a16="http://schemas.microsoft.com/office/drawing/2014/main" id="{CFC56759-076A-311E-F3CA-F4D2CD8D942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264" name="Group 18263">
                      <a:extLst>
                        <a:ext uri="{FF2B5EF4-FFF2-40B4-BE49-F238E27FC236}">
                          <a16:creationId xmlns:a16="http://schemas.microsoft.com/office/drawing/2014/main" id="{B0CFCECF-8DB9-B5D3-6404-C9133EEC0F45}"/>
                        </a:ext>
                      </a:extLst>
                    </p:cNvPr>
                    <p:cNvGrpSpPr/>
                    <p:nvPr/>
                  </p:nvGrpSpPr>
                  <p:grpSpPr>
                    <a:xfrm rot="14400000" flipH="1">
                      <a:off x="6389147" y="3932622"/>
                      <a:ext cx="393192" cy="393192"/>
                      <a:chOff x="5354637" y="3446463"/>
                      <a:chExt cx="214313" cy="214313"/>
                    </a:xfrm>
                  </p:grpSpPr>
                  <p:sp>
                    <p:nvSpPr>
                      <p:cNvPr id="18266" name="Arc 18265">
                        <a:extLst>
                          <a:ext uri="{FF2B5EF4-FFF2-40B4-BE49-F238E27FC236}">
                            <a16:creationId xmlns:a16="http://schemas.microsoft.com/office/drawing/2014/main" id="{200A07BB-4A5C-3C43-A7CA-F99D18E10D6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267" name="Arc 18266">
                        <a:extLst>
                          <a:ext uri="{FF2B5EF4-FFF2-40B4-BE49-F238E27FC236}">
                            <a16:creationId xmlns:a16="http://schemas.microsoft.com/office/drawing/2014/main" id="{97B2CF68-E8D8-8A9F-10F6-9619B35F478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265" name="TextBox 18264">
                      <a:extLst>
                        <a:ext uri="{FF2B5EF4-FFF2-40B4-BE49-F238E27FC236}">
                          <a16:creationId xmlns:a16="http://schemas.microsoft.com/office/drawing/2014/main" id="{4C283EF6-F868-8543-6EBF-3F62DBB88A5A}"/>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8161" name="Group 18160">
                <a:extLst>
                  <a:ext uri="{FF2B5EF4-FFF2-40B4-BE49-F238E27FC236}">
                    <a16:creationId xmlns:a16="http://schemas.microsoft.com/office/drawing/2014/main" id="{214EA802-EDFD-AAE7-5750-1AE3761011AE}"/>
                  </a:ext>
                </a:extLst>
              </p:cNvPr>
              <p:cNvGrpSpPr/>
              <p:nvPr/>
            </p:nvGrpSpPr>
            <p:grpSpPr>
              <a:xfrm>
                <a:off x="6065340" y="2039507"/>
                <a:ext cx="1643204" cy="1593124"/>
                <a:chOff x="5445106" y="2644743"/>
                <a:chExt cx="1643204" cy="1593124"/>
              </a:xfrm>
            </p:grpSpPr>
            <p:grpSp>
              <p:nvGrpSpPr>
                <p:cNvPr id="18162" name="Group 18161">
                  <a:extLst>
                    <a:ext uri="{FF2B5EF4-FFF2-40B4-BE49-F238E27FC236}">
                      <a16:creationId xmlns:a16="http://schemas.microsoft.com/office/drawing/2014/main" id="{E756EE84-8330-4D01-36A8-1DDEF228447D}"/>
                    </a:ext>
                  </a:extLst>
                </p:cNvPr>
                <p:cNvGrpSpPr/>
                <p:nvPr/>
              </p:nvGrpSpPr>
              <p:grpSpPr>
                <a:xfrm>
                  <a:off x="5445106" y="2644743"/>
                  <a:ext cx="1019224" cy="991639"/>
                  <a:chOff x="5886431" y="3225768"/>
                  <a:chExt cx="1019224" cy="991639"/>
                </a:xfrm>
              </p:grpSpPr>
              <p:grpSp>
                <p:nvGrpSpPr>
                  <p:cNvPr id="18210" name="Group 18209">
                    <a:extLst>
                      <a:ext uri="{FF2B5EF4-FFF2-40B4-BE49-F238E27FC236}">
                        <a16:creationId xmlns:a16="http://schemas.microsoft.com/office/drawing/2014/main" id="{DCCF983A-F6A2-8103-B8A5-B4F81C964B69}"/>
                      </a:ext>
                    </a:extLst>
                  </p:cNvPr>
                  <p:cNvGrpSpPr/>
                  <p:nvPr/>
                </p:nvGrpSpPr>
                <p:grpSpPr>
                  <a:xfrm>
                    <a:off x="6197413" y="3824215"/>
                    <a:ext cx="393192" cy="393192"/>
                    <a:chOff x="5265196" y="3357021"/>
                    <a:chExt cx="393192" cy="393192"/>
                  </a:xfrm>
                </p:grpSpPr>
                <p:grpSp>
                  <p:nvGrpSpPr>
                    <p:cNvPr id="18245" name="Group 18244">
                      <a:extLst>
                        <a:ext uri="{FF2B5EF4-FFF2-40B4-BE49-F238E27FC236}">
                          <a16:creationId xmlns:a16="http://schemas.microsoft.com/office/drawing/2014/main" id="{0354BCF6-E54A-4400-D2C4-BC999121C948}"/>
                        </a:ext>
                      </a:extLst>
                    </p:cNvPr>
                    <p:cNvGrpSpPr/>
                    <p:nvPr/>
                  </p:nvGrpSpPr>
                  <p:grpSpPr>
                    <a:xfrm rot="14400000">
                      <a:off x="5265196" y="3357021"/>
                      <a:ext cx="393192" cy="393192"/>
                      <a:chOff x="5354637" y="3446463"/>
                      <a:chExt cx="214313" cy="214313"/>
                    </a:xfrm>
                  </p:grpSpPr>
                  <p:sp>
                    <p:nvSpPr>
                      <p:cNvPr id="18254" name="Arc 18253">
                        <a:extLst>
                          <a:ext uri="{FF2B5EF4-FFF2-40B4-BE49-F238E27FC236}">
                            <a16:creationId xmlns:a16="http://schemas.microsoft.com/office/drawing/2014/main" id="{0BE9F7BB-0F8D-6D85-59C0-16A1692E89F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255" name="Arc 18254">
                        <a:extLst>
                          <a:ext uri="{FF2B5EF4-FFF2-40B4-BE49-F238E27FC236}">
                            <a16:creationId xmlns:a16="http://schemas.microsoft.com/office/drawing/2014/main" id="{F772EAF0-E9F6-B3C9-EAF8-B80F7E1E7ED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246" name="Group 18245">
                      <a:extLst>
                        <a:ext uri="{FF2B5EF4-FFF2-40B4-BE49-F238E27FC236}">
                          <a16:creationId xmlns:a16="http://schemas.microsoft.com/office/drawing/2014/main" id="{68D428B0-E4B8-3708-E84A-76FAE53274F1}"/>
                        </a:ext>
                      </a:extLst>
                    </p:cNvPr>
                    <p:cNvGrpSpPr/>
                    <p:nvPr/>
                  </p:nvGrpSpPr>
                  <p:grpSpPr>
                    <a:xfrm>
                      <a:off x="5310186" y="3402011"/>
                      <a:ext cx="303213" cy="303213"/>
                      <a:chOff x="5310186" y="3402011"/>
                      <a:chExt cx="303213" cy="303213"/>
                    </a:xfrm>
                  </p:grpSpPr>
                  <p:grpSp>
                    <p:nvGrpSpPr>
                      <p:cNvPr id="18247" name="Group 18246">
                        <a:extLst>
                          <a:ext uri="{FF2B5EF4-FFF2-40B4-BE49-F238E27FC236}">
                            <a16:creationId xmlns:a16="http://schemas.microsoft.com/office/drawing/2014/main" id="{DED403AC-70E6-DE9B-6805-8501996FD782}"/>
                          </a:ext>
                        </a:extLst>
                      </p:cNvPr>
                      <p:cNvGrpSpPr/>
                      <p:nvPr/>
                    </p:nvGrpSpPr>
                    <p:grpSpPr>
                      <a:xfrm>
                        <a:off x="5354636" y="3446461"/>
                        <a:ext cx="214313" cy="214313"/>
                        <a:chOff x="5354637" y="3446463"/>
                        <a:chExt cx="214313" cy="214313"/>
                      </a:xfrm>
                    </p:grpSpPr>
                    <p:sp>
                      <p:nvSpPr>
                        <p:cNvPr id="18252" name="Arc 18251">
                          <a:extLst>
                            <a:ext uri="{FF2B5EF4-FFF2-40B4-BE49-F238E27FC236}">
                              <a16:creationId xmlns:a16="http://schemas.microsoft.com/office/drawing/2014/main" id="{57EFA855-1CF6-6207-FCF5-2CDC5724818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253" name="Arc 18252">
                          <a:extLst>
                            <a:ext uri="{FF2B5EF4-FFF2-40B4-BE49-F238E27FC236}">
                              <a16:creationId xmlns:a16="http://schemas.microsoft.com/office/drawing/2014/main" id="{BB34C184-CEB9-BB41-B877-E8BE9DF52DC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248" name="Group 18247">
                        <a:extLst>
                          <a:ext uri="{FF2B5EF4-FFF2-40B4-BE49-F238E27FC236}">
                            <a16:creationId xmlns:a16="http://schemas.microsoft.com/office/drawing/2014/main" id="{4EA1683E-61EF-863A-1530-60B5FBC9CF88}"/>
                          </a:ext>
                        </a:extLst>
                      </p:cNvPr>
                      <p:cNvGrpSpPr/>
                      <p:nvPr/>
                    </p:nvGrpSpPr>
                    <p:grpSpPr>
                      <a:xfrm rot="7200000">
                        <a:off x="5310186" y="3402011"/>
                        <a:ext cx="303213" cy="303213"/>
                        <a:chOff x="5354637" y="3446463"/>
                        <a:chExt cx="214313" cy="214313"/>
                      </a:xfrm>
                    </p:grpSpPr>
                    <p:sp>
                      <p:nvSpPr>
                        <p:cNvPr id="18250" name="Arc 18249">
                          <a:extLst>
                            <a:ext uri="{FF2B5EF4-FFF2-40B4-BE49-F238E27FC236}">
                              <a16:creationId xmlns:a16="http://schemas.microsoft.com/office/drawing/2014/main" id="{BE4BE290-0EBD-9792-2F61-AF06E166B7E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251" name="Arc 18250">
                          <a:extLst>
                            <a:ext uri="{FF2B5EF4-FFF2-40B4-BE49-F238E27FC236}">
                              <a16:creationId xmlns:a16="http://schemas.microsoft.com/office/drawing/2014/main" id="{28738854-8B3A-8B67-1B4A-0688B53072F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249" name="TextBox 18248">
                        <a:extLst>
                          <a:ext uri="{FF2B5EF4-FFF2-40B4-BE49-F238E27FC236}">
                            <a16:creationId xmlns:a16="http://schemas.microsoft.com/office/drawing/2014/main" id="{15BCE8A7-096B-F7FD-5057-7BC15FE53445}"/>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211" name="Group 18210">
                    <a:extLst>
                      <a:ext uri="{FF2B5EF4-FFF2-40B4-BE49-F238E27FC236}">
                        <a16:creationId xmlns:a16="http://schemas.microsoft.com/office/drawing/2014/main" id="{F87C8635-9867-F351-5B06-6BC6A1F5CE63}"/>
                      </a:ext>
                    </a:extLst>
                  </p:cNvPr>
                  <p:cNvGrpSpPr/>
                  <p:nvPr/>
                </p:nvGrpSpPr>
                <p:grpSpPr>
                  <a:xfrm>
                    <a:off x="5886431" y="3525040"/>
                    <a:ext cx="393192" cy="393192"/>
                    <a:chOff x="5265196" y="3932619"/>
                    <a:chExt cx="393192" cy="393192"/>
                  </a:xfrm>
                </p:grpSpPr>
                <p:grpSp>
                  <p:nvGrpSpPr>
                    <p:cNvPr id="18235" name="Group 18234">
                      <a:extLst>
                        <a:ext uri="{FF2B5EF4-FFF2-40B4-BE49-F238E27FC236}">
                          <a16:creationId xmlns:a16="http://schemas.microsoft.com/office/drawing/2014/main" id="{58E8C08B-2AFF-FAA2-EF16-659C88827CF7}"/>
                        </a:ext>
                      </a:extLst>
                    </p:cNvPr>
                    <p:cNvGrpSpPr/>
                    <p:nvPr/>
                  </p:nvGrpSpPr>
                  <p:grpSpPr>
                    <a:xfrm>
                      <a:off x="5354636" y="4022061"/>
                      <a:ext cx="214313" cy="214313"/>
                      <a:chOff x="5354637" y="3446463"/>
                      <a:chExt cx="214313" cy="214313"/>
                    </a:xfrm>
                  </p:grpSpPr>
                  <p:sp>
                    <p:nvSpPr>
                      <p:cNvPr id="18243" name="Arc 18242">
                        <a:extLst>
                          <a:ext uri="{FF2B5EF4-FFF2-40B4-BE49-F238E27FC236}">
                            <a16:creationId xmlns:a16="http://schemas.microsoft.com/office/drawing/2014/main" id="{18D41846-567C-9E35-BF34-12477D30A00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244" name="Arc 18243">
                        <a:extLst>
                          <a:ext uri="{FF2B5EF4-FFF2-40B4-BE49-F238E27FC236}">
                            <a16:creationId xmlns:a16="http://schemas.microsoft.com/office/drawing/2014/main" id="{BBF017C0-7A7A-92BC-54C4-2C398CF90BD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236" name="Group 18235">
                      <a:extLst>
                        <a:ext uri="{FF2B5EF4-FFF2-40B4-BE49-F238E27FC236}">
                          <a16:creationId xmlns:a16="http://schemas.microsoft.com/office/drawing/2014/main" id="{52884C9D-C0BE-45B3-0D16-6365B0B6F834}"/>
                        </a:ext>
                      </a:extLst>
                    </p:cNvPr>
                    <p:cNvGrpSpPr/>
                    <p:nvPr/>
                  </p:nvGrpSpPr>
                  <p:grpSpPr>
                    <a:xfrm rot="14400000">
                      <a:off x="5310186" y="3977611"/>
                      <a:ext cx="303213" cy="303213"/>
                      <a:chOff x="5354637" y="3446463"/>
                      <a:chExt cx="214313" cy="214313"/>
                    </a:xfrm>
                  </p:grpSpPr>
                  <p:sp>
                    <p:nvSpPr>
                      <p:cNvPr id="18241" name="Arc 18240">
                        <a:extLst>
                          <a:ext uri="{FF2B5EF4-FFF2-40B4-BE49-F238E27FC236}">
                            <a16:creationId xmlns:a16="http://schemas.microsoft.com/office/drawing/2014/main" id="{740281E9-1A25-0836-30AB-FC35A05D24E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242" name="Arc 18241">
                        <a:extLst>
                          <a:ext uri="{FF2B5EF4-FFF2-40B4-BE49-F238E27FC236}">
                            <a16:creationId xmlns:a16="http://schemas.microsoft.com/office/drawing/2014/main" id="{ADCB8A41-9B14-75EB-40D1-830D272454A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237" name="Group 18236">
                      <a:extLst>
                        <a:ext uri="{FF2B5EF4-FFF2-40B4-BE49-F238E27FC236}">
                          <a16:creationId xmlns:a16="http://schemas.microsoft.com/office/drawing/2014/main" id="{D6DB8830-DCFE-C096-2D8E-589327727EE8}"/>
                        </a:ext>
                      </a:extLst>
                    </p:cNvPr>
                    <p:cNvGrpSpPr/>
                    <p:nvPr/>
                  </p:nvGrpSpPr>
                  <p:grpSpPr>
                    <a:xfrm rot="7200000">
                      <a:off x="5265196" y="3932619"/>
                      <a:ext cx="393192" cy="393192"/>
                      <a:chOff x="5354637" y="3446463"/>
                      <a:chExt cx="214313" cy="214313"/>
                    </a:xfrm>
                  </p:grpSpPr>
                  <p:sp>
                    <p:nvSpPr>
                      <p:cNvPr id="18239" name="Arc 18238">
                        <a:extLst>
                          <a:ext uri="{FF2B5EF4-FFF2-40B4-BE49-F238E27FC236}">
                            <a16:creationId xmlns:a16="http://schemas.microsoft.com/office/drawing/2014/main" id="{DB1F31F0-2AE7-6F65-C4F1-3B80AD75747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240" name="Arc 18239">
                        <a:extLst>
                          <a:ext uri="{FF2B5EF4-FFF2-40B4-BE49-F238E27FC236}">
                            <a16:creationId xmlns:a16="http://schemas.microsoft.com/office/drawing/2014/main" id="{4394A725-1DAA-9828-D286-41D9E3223A0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238" name="TextBox 18237">
                      <a:extLst>
                        <a:ext uri="{FF2B5EF4-FFF2-40B4-BE49-F238E27FC236}">
                          <a16:creationId xmlns:a16="http://schemas.microsoft.com/office/drawing/2014/main" id="{46D6EEE7-AD2A-B54F-7C05-86545AC1020E}"/>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8212" name="Group 18211">
                    <a:extLst>
                      <a:ext uri="{FF2B5EF4-FFF2-40B4-BE49-F238E27FC236}">
                        <a16:creationId xmlns:a16="http://schemas.microsoft.com/office/drawing/2014/main" id="{B85AD7F3-F382-F569-62BB-25A5A30030B2}"/>
                      </a:ext>
                    </a:extLst>
                  </p:cNvPr>
                  <p:cNvGrpSpPr/>
                  <p:nvPr/>
                </p:nvGrpSpPr>
                <p:grpSpPr>
                  <a:xfrm>
                    <a:off x="6512463" y="3525040"/>
                    <a:ext cx="393192" cy="393192"/>
                    <a:chOff x="6389147" y="3357021"/>
                    <a:chExt cx="393192" cy="393192"/>
                  </a:xfrm>
                </p:grpSpPr>
                <p:grpSp>
                  <p:nvGrpSpPr>
                    <p:cNvPr id="18224" name="Group 18223">
                      <a:extLst>
                        <a:ext uri="{FF2B5EF4-FFF2-40B4-BE49-F238E27FC236}">
                          <a16:creationId xmlns:a16="http://schemas.microsoft.com/office/drawing/2014/main" id="{36ABE2FB-7B28-5771-66B4-8BBDADD2CC70}"/>
                        </a:ext>
                      </a:extLst>
                    </p:cNvPr>
                    <p:cNvGrpSpPr/>
                    <p:nvPr/>
                  </p:nvGrpSpPr>
                  <p:grpSpPr>
                    <a:xfrm rot="7200000" flipH="1">
                      <a:off x="6389147" y="3357021"/>
                      <a:ext cx="393192" cy="393192"/>
                      <a:chOff x="5354637" y="3446463"/>
                      <a:chExt cx="214313" cy="214313"/>
                    </a:xfrm>
                  </p:grpSpPr>
                  <p:sp>
                    <p:nvSpPr>
                      <p:cNvPr id="18233" name="Arc 18232">
                        <a:extLst>
                          <a:ext uri="{FF2B5EF4-FFF2-40B4-BE49-F238E27FC236}">
                            <a16:creationId xmlns:a16="http://schemas.microsoft.com/office/drawing/2014/main" id="{5B1AEE92-834F-F620-52DD-3D0B41721FB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234" name="Arc 18233">
                        <a:extLst>
                          <a:ext uri="{FF2B5EF4-FFF2-40B4-BE49-F238E27FC236}">
                            <a16:creationId xmlns:a16="http://schemas.microsoft.com/office/drawing/2014/main" id="{7A0D97A7-913F-0D58-0EA1-4D98E8F92D9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225" name="Group 18224">
                      <a:extLst>
                        <a:ext uri="{FF2B5EF4-FFF2-40B4-BE49-F238E27FC236}">
                          <a16:creationId xmlns:a16="http://schemas.microsoft.com/office/drawing/2014/main" id="{A8AB323D-1576-CFAD-0E9A-05DE70BB8C05}"/>
                        </a:ext>
                      </a:extLst>
                    </p:cNvPr>
                    <p:cNvGrpSpPr/>
                    <p:nvPr/>
                  </p:nvGrpSpPr>
                  <p:grpSpPr>
                    <a:xfrm>
                      <a:off x="6434137" y="3402011"/>
                      <a:ext cx="303213" cy="303213"/>
                      <a:chOff x="6434137" y="3402011"/>
                      <a:chExt cx="303213" cy="303213"/>
                    </a:xfrm>
                  </p:grpSpPr>
                  <p:grpSp>
                    <p:nvGrpSpPr>
                      <p:cNvPr id="18226" name="Group 18225">
                        <a:extLst>
                          <a:ext uri="{FF2B5EF4-FFF2-40B4-BE49-F238E27FC236}">
                            <a16:creationId xmlns:a16="http://schemas.microsoft.com/office/drawing/2014/main" id="{B17EA0CA-F2FB-4159-6655-48FE3D4B1708}"/>
                          </a:ext>
                        </a:extLst>
                      </p:cNvPr>
                      <p:cNvGrpSpPr/>
                      <p:nvPr/>
                    </p:nvGrpSpPr>
                    <p:grpSpPr>
                      <a:xfrm flipH="1">
                        <a:off x="6478587" y="3446461"/>
                        <a:ext cx="214313" cy="214313"/>
                        <a:chOff x="5354637" y="3446463"/>
                        <a:chExt cx="214313" cy="214313"/>
                      </a:xfrm>
                    </p:grpSpPr>
                    <p:sp>
                      <p:nvSpPr>
                        <p:cNvPr id="18231" name="Arc 18230">
                          <a:extLst>
                            <a:ext uri="{FF2B5EF4-FFF2-40B4-BE49-F238E27FC236}">
                              <a16:creationId xmlns:a16="http://schemas.microsoft.com/office/drawing/2014/main" id="{614B06D6-F5DD-C7E5-7073-66E598837C9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232" name="Arc 18231">
                          <a:extLst>
                            <a:ext uri="{FF2B5EF4-FFF2-40B4-BE49-F238E27FC236}">
                              <a16:creationId xmlns:a16="http://schemas.microsoft.com/office/drawing/2014/main" id="{2848A763-BB12-DA67-670A-C86B716EF00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227" name="Group 18226">
                        <a:extLst>
                          <a:ext uri="{FF2B5EF4-FFF2-40B4-BE49-F238E27FC236}">
                            <a16:creationId xmlns:a16="http://schemas.microsoft.com/office/drawing/2014/main" id="{4494BFF1-1833-9BAD-4EFF-9724C80FC413}"/>
                          </a:ext>
                        </a:extLst>
                      </p:cNvPr>
                      <p:cNvGrpSpPr/>
                      <p:nvPr/>
                    </p:nvGrpSpPr>
                    <p:grpSpPr>
                      <a:xfrm rot="14400000" flipH="1">
                        <a:off x="6434137" y="3402011"/>
                        <a:ext cx="303213" cy="303213"/>
                        <a:chOff x="5354637" y="3446463"/>
                        <a:chExt cx="214313" cy="214313"/>
                      </a:xfrm>
                    </p:grpSpPr>
                    <p:sp>
                      <p:nvSpPr>
                        <p:cNvPr id="18229" name="Arc 18228">
                          <a:extLst>
                            <a:ext uri="{FF2B5EF4-FFF2-40B4-BE49-F238E27FC236}">
                              <a16:creationId xmlns:a16="http://schemas.microsoft.com/office/drawing/2014/main" id="{F173D535-EAE7-5B25-84BD-7531400B4EC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230" name="Arc 18229">
                          <a:extLst>
                            <a:ext uri="{FF2B5EF4-FFF2-40B4-BE49-F238E27FC236}">
                              <a16:creationId xmlns:a16="http://schemas.microsoft.com/office/drawing/2014/main" id="{CBD455E3-9ACC-CBD5-AE59-2D0FBEF22F9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228" name="TextBox 18227">
                        <a:extLst>
                          <a:ext uri="{FF2B5EF4-FFF2-40B4-BE49-F238E27FC236}">
                            <a16:creationId xmlns:a16="http://schemas.microsoft.com/office/drawing/2014/main" id="{694C4791-15E1-4371-FBD3-53D1FC8EDAB6}"/>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213" name="Group 18212">
                    <a:extLst>
                      <a:ext uri="{FF2B5EF4-FFF2-40B4-BE49-F238E27FC236}">
                        <a16:creationId xmlns:a16="http://schemas.microsoft.com/office/drawing/2014/main" id="{FE63D098-E919-BF98-A2AA-5D7CE4ADEA08}"/>
                      </a:ext>
                    </a:extLst>
                  </p:cNvPr>
                  <p:cNvGrpSpPr/>
                  <p:nvPr/>
                </p:nvGrpSpPr>
                <p:grpSpPr>
                  <a:xfrm>
                    <a:off x="6197413" y="3225768"/>
                    <a:ext cx="393192" cy="393192"/>
                    <a:chOff x="6389147" y="3932622"/>
                    <a:chExt cx="393192" cy="393192"/>
                  </a:xfrm>
                </p:grpSpPr>
                <p:grpSp>
                  <p:nvGrpSpPr>
                    <p:cNvPr id="18214" name="Group 18213">
                      <a:extLst>
                        <a:ext uri="{FF2B5EF4-FFF2-40B4-BE49-F238E27FC236}">
                          <a16:creationId xmlns:a16="http://schemas.microsoft.com/office/drawing/2014/main" id="{D2F1183C-1D65-304B-AAB7-64EFB2274EBA}"/>
                        </a:ext>
                      </a:extLst>
                    </p:cNvPr>
                    <p:cNvGrpSpPr/>
                    <p:nvPr/>
                  </p:nvGrpSpPr>
                  <p:grpSpPr>
                    <a:xfrm flipH="1">
                      <a:off x="6478587" y="4022061"/>
                      <a:ext cx="214313" cy="214313"/>
                      <a:chOff x="5354637" y="3446463"/>
                      <a:chExt cx="214313" cy="214313"/>
                    </a:xfrm>
                  </p:grpSpPr>
                  <p:sp>
                    <p:nvSpPr>
                      <p:cNvPr id="18222" name="Arc 18221">
                        <a:extLst>
                          <a:ext uri="{FF2B5EF4-FFF2-40B4-BE49-F238E27FC236}">
                            <a16:creationId xmlns:a16="http://schemas.microsoft.com/office/drawing/2014/main" id="{40383DBD-9DAF-C6A5-4993-F2BE6C0403E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223" name="Arc 18222">
                        <a:extLst>
                          <a:ext uri="{FF2B5EF4-FFF2-40B4-BE49-F238E27FC236}">
                            <a16:creationId xmlns:a16="http://schemas.microsoft.com/office/drawing/2014/main" id="{4925C9E9-3E76-3F76-A3D5-048AE33F5C7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215" name="Group 18214">
                      <a:extLst>
                        <a:ext uri="{FF2B5EF4-FFF2-40B4-BE49-F238E27FC236}">
                          <a16:creationId xmlns:a16="http://schemas.microsoft.com/office/drawing/2014/main" id="{8E804039-C0E7-2A23-2B0E-EBFF96C45425}"/>
                        </a:ext>
                      </a:extLst>
                    </p:cNvPr>
                    <p:cNvGrpSpPr/>
                    <p:nvPr/>
                  </p:nvGrpSpPr>
                  <p:grpSpPr>
                    <a:xfrm rot="7200000" flipH="1">
                      <a:off x="6434137" y="3977611"/>
                      <a:ext cx="303213" cy="303213"/>
                      <a:chOff x="5354637" y="3446463"/>
                      <a:chExt cx="214313" cy="214313"/>
                    </a:xfrm>
                  </p:grpSpPr>
                  <p:sp>
                    <p:nvSpPr>
                      <p:cNvPr id="18220" name="Arc 18219">
                        <a:extLst>
                          <a:ext uri="{FF2B5EF4-FFF2-40B4-BE49-F238E27FC236}">
                            <a16:creationId xmlns:a16="http://schemas.microsoft.com/office/drawing/2014/main" id="{D6A6C6E9-28A6-6FAB-FF4B-E4DF7BC2860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221" name="Arc 18220">
                        <a:extLst>
                          <a:ext uri="{FF2B5EF4-FFF2-40B4-BE49-F238E27FC236}">
                            <a16:creationId xmlns:a16="http://schemas.microsoft.com/office/drawing/2014/main" id="{BDAB7D33-7891-6D6F-92A6-BB6A43CBBE6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216" name="Group 18215">
                      <a:extLst>
                        <a:ext uri="{FF2B5EF4-FFF2-40B4-BE49-F238E27FC236}">
                          <a16:creationId xmlns:a16="http://schemas.microsoft.com/office/drawing/2014/main" id="{0DD61196-7C4A-78E6-674F-59CF9985B3AE}"/>
                        </a:ext>
                      </a:extLst>
                    </p:cNvPr>
                    <p:cNvGrpSpPr/>
                    <p:nvPr/>
                  </p:nvGrpSpPr>
                  <p:grpSpPr>
                    <a:xfrm rot="14400000" flipH="1">
                      <a:off x="6389147" y="3932622"/>
                      <a:ext cx="393192" cy="393192"/>
                      <a:chOff x="5354637" y="3446463"/>
                      <a:chExt cx="214313" cy="214313"/>
                    </a:xfrm>
                  </p:grpSpPr>
                  <p:sp>
                    <p:nvSpPr>
                      <p:cNvPr id="18218" name="Arc 18217">
                        <a:extLst>
                          <a:ext uri="{FF2B5EF4-FFF2-40B4-BE49-F238E27FC236}">
                            <a16:creationId xmlns:a16="http://schemas.microsoft.com/office/drawing/2014/main" id="{3F2EDDAC-2BC2-6F11-98F5-EE77B63FE43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219" name="Arc 18218">
                        <a:extLst>
                          <a:ext uri="{FF2B5EF4-FFF2-40B4-BE49-F238E27FC236}">
                            <a16:creationId xmlns:a16="http://schemas.microsoft.com/office/drawing/2014/main" id="{CA3A1C5B-4504-2D33-A3E2-9FA729ACB17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217" name="TextBox 18216">
                      <a:extLst>
                        <a:ext uri="{FF2B5EF4-FFF2-40B4-BE49-F238E27FC236}">
                          <a16:creationId xmlns:a16="http://schemas.microsoft.com/office/drawing/2014/main" id="{693F3B19-60A9-7F90-8D36-0E76BD8042F0}"/>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163" name="Group 18162">
                  <a:extLst>
                    <a:ext uri="{FF2B5EF4-FFF2-40B4-BE49-F238E27FC236}">
                      <a16:creationId xmlns:a16="http://schemas.microsoft.com/office/drawing/2014/main" id="{DD5B522C-F606-3453-152E-F0F8E9831C68}"/>
                    </a:ext>
                  </a:extLst>
                </p:cNvPr>
                <p:cNvGrpSpPr/>
                <p:nvPr/>
              </p:nvGrpSpPr>
              <p:grpSpPr>
                <a:xfrm>
                  <a:off x="6069086" y="3246228"/>
                  <a:ext cx="1019224" cy="991639"/>
                  <a:chOff x="5886431" y="3225768"/>
                  <a:chExt cx="1019224" cy="991639"/>
                </a:xfrm>
              </p:grpSpPr>
              <p:grpSp>
                <p:nvGrpSpPr>
                  <p:cNvPr id="18164" name="Group 18163">
                    <a:extLst>
                      <a:ext uri="{FF2B5EF4-FFF2-40B4-BE49-F238E27FC236}">
                        <a16:creationId xmlns:a16="http://schemas.microsoft.com/office/drawing/2014/main" id="{D794931D-83F4-9A8D-C6D4-7A827711F83B}"/>
                      </a:ext>
                    </a:extLst>
                  </p:cNvPr>
                  <p:cNvGrpSpPr/>
                  <p:nvPr/>
                </p:nvGrpSpPr>
                <p:grpSpPr>
                  <a:xfrm>
                    <a:off x="6197413" y="3824215"/>
                    <a:ext cx="393192" cy="393192"/>
                    <a:chOff x="5265196" y="3357021"/>
                    <a:chExt cx="393192" cy="393192"/>
                  </a:xfrm>
                </p:grpSpPr>
                <p:grpSp>
                  <p:nvGrpSpPr>
                    <p:cNvPr id="18199" name="Group 18198">
                      <a:extLst>
                        <a:ext uri="{FF2B5EF4-FFF2-40B4-BE49-F238E27FC236}">
                          <a16:creationId xmlns:a16="http://schemas.microsoft.com/office/drawing/2014/main" id="{7120451C-DB96-B46F-D988-472D48B12B73}"/>
                        </a:ext>
                      </a:extLst>
                    </p:cNvPr>
                    <p:cNvGrpSpPr/>
                    <p:nvPr/>
                  </p:nvGrpSpPr>
                  <p:grpSpPr>
                    <a:xfrm rot="14400000">
                      <a:off x="5265196" y="3357021"/>
                      <a:ext cx="393192" cy="393192"/>
                      <a:chOff x="5354637" y="3446463"/>
                      <a:chExt cx="214313" cy="214313"/>
                    </a:xfrm>
                  </p:grpSpPr>
                  <p:sp>
                    <p:nvSpPr>
                      <p:cNvPr id="18208" name="Arc 18207">
                        <a:extLst>
                          <a:ext uri="{FF2B5EF4-FFF2-40B4-BE49-F238E27FC236}">
                            <a16:creationId xmlns:a16="http://schemas.microsoft.com/office/drawing/2014/main" id="{9A17FA84-A56D-791B-4DD7-AD7A92300CE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209" name="Arc 18208">
                        <a:extLst>
                          <a:ext uri="{FF2B5EF4-FFF2-40B4-BE49-F238E27FC236}">
                            <a16:creationId xmlns:a16="http://schemas.microsoft.com/office/drawing/2014/main" id="{86B63CAC-30F1-08C7-3668-AF1DDDE14C5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200" name="Group 18199">
                      <a:extLst>
                        <a:ext uri="{FF2B5EF4-FFF2-40B4-BE49-F238E27FC236}">
                          <a16:creationId xmlns:a16="http://schemas.microsoft.com/office/drawing/2014/main" id="{6A90815A-B8F9-D2A9-FBE3-B6D4AEF71053}"/>
                        </a:ext>
                      </a:extLst>
                    </p:cNvPr>
                    <p:cNvGrpSpPr/>
                    <p:nvPr/>
                  </p:nvGrpSpPr>
                  <p:grpSpPr>
                    <a:xfrm>
                      <a:off x="5310186" y="3402011"/>
                      <a:ext cx="303213" cy="303213"/>
                      <a:chOff x="5310186" y="3402011"/>
                      <a:chExt cx="303213" cy="303213"/>
                    </a:xfrm>
                  </p:grpSpPr>
                  <p:grpSp>
                    <p:nvGrpSpPr>
                      <p:cNvPr id="18201" name="Group 18200">
                        <a:extLst>
                          <a:ext uri="{FF2B5EF4-FFF2-40B4-BE49-F238E27FC236}">
                            <a16:creationId xmlns:a16="http://schemas.microsoft.com/office/drawing/2014/main" id="{5C961BAB-DA24-CB3A-2A20-5767BD1F0E0A}"/>
                          </a:ext>
                        </a:extLst>
                      </p:cNvPr>
                      <p:cNvGrpSpPr/>
                      <p:nvPr/>
                    </p:nvGrpSpPr>
                    <p:grpSpPr>
                      <a:xfrm>
                        <a:off x="5354636" y="3446461"/>
                        <a:ext cx="214313" cy="214313"/>
                        <a:chOff x="5354637" y="3446463"/>
                        <a:chExt cx="214313" cy="214313"/>
                      </a:xfrm>
                    </p:grpSpPr>
                    <p:sp>
                      <p:nvSpPr>
                        <p:cNvPr id="18206" name="Arc 18205">
                          <a:extLst>
                            <a:ext uri="{FF2B5EF4-FFF2-40B4-BE49-F238E27FC236}">
                              <a16:creationId xmlns:a16="http://schemas.microsoft.com/office/drawing/2014/main" id="{AFF2914E-8448-4634-0BBC-0CBD49323F7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207" name="Arc 18206">
                          <a:extLst>
                            <a:ext uri="{FF2B5EF4-FFF2-40B4-BE49-F238E27FC236}">
                              <a16:creationId xmlns:a16="http://schemas.microsoft.com/office/drawing/2014/main" id="{F948939E-A2D2-0F48-B329-56CE69D6A68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202" name="Group 18201">
                        <a:extLst>
                          <a:ext uri="{FF2B5EF4-FFF2-40B4-BE49-F238E27FC236}">
                            <a16:creationId xmlns:a16="http://schemas.microsoft.com/office/drawing/2014/main" id="{66658C9D-4A27-F6C9-A82C-82EA0D3E66CD}"/>
                          </a:ext>
                        </a:extLst>
                      </p:cNvPr>
                      <p:cNvGrpSpPr/>
                      <p:nvPr/>
                    </p:nvGrpSpPr>
                    <p:grpSpPr>
                      <a:xfrm rot="7200000">
                        <a:off x="5310186" y="3402011"/>
                        <a:ext cx="303213" cy="303213"/>
                        <a:chOff x="5354637" y="3446463"/>
                        <a:chExt cx="214313" cy="214313"/>
                      </a:xfrm>
                    </p:grpSpPr>
                    <p:sp>
                      <p:nvSpPr>
                        <p:cNvPr id="18204" name="Arc 18203">
                          <a:extLst>
                            <a:ext uri="{FF2B5EF4-FFF2-40B4-BE49-F238E27FC236}">
                              <a16:creationId xmlns:a16="http://schemas.microsoft.com/office/drawing/2014/main" id="{466B7108-4803-EAD2-3988-356A8568CC0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205" name="Arc 18204">
                          <a:extLst>
                            <a:ext uri="{FF2B5EF4-FFF2-40B4-BE49-F238E27FC236}">
                              <a16:creationId xmlns:a16="http://schemas.microsoft.com/office/drawing/2014/main" id="{304D3FE0-04B8-452C-D133-805267C0711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203" name="TextBox 18202">
                        <a:extLst>
                          <a:ext uri="{FF2B5EF4-FFF2-40B4-BE49-F238E27FC236}">
                            <a16:creationId xmlns:a16="http://schemas.microsoft.com/office/drawing/2014/main" id="{1998B0F6-917A-FE09-AB99-C675F504CB12}"/>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165" name="Group 18164">
                    <a:extLst>
                      <a:ext uri="{FF2B5EF4-FFF2-40B4-BE49-F238E27FC236}">
                        <a16:creationId xmlns:a16="http://schemas.microsoft.com/office/drawing/2014/main" id="{94940957-CE4A-37F8-9585-28E8A495120A}"/>
                      </a:ext>
                    </a:extLst>
                  </p:cNvPr>
                  <p:cNvGrpSpPr/>
                  <p:nvPr/>
                </p:nvGrpSpPr>
                <p:grpSpPr>
                  <a:xfrm>
                    <a:off x="5886431" y="3525040"/>
                    <a:ext cx="393192" cy="393192"/>
                    <a:chOff x="5265196" y="3932619"/>
                    <a:chExt cx="393192" cy="393192"/>
                  </a:xfrm>
                </p:grpSpPr>
                <p:grpSp>
                  <p:nvGrpSpPr>
                    <p:cNvPr id="18189" name="Group 18188">
                      <a:extLst>
                        <a:ext uri="{FF2B5EF4-FFF2-40B4-BE49-F238E27FC236}">
                          <a16:creationId xmlns:a16="http://schemas.microsoft.com/office/drawing/2014/main" id="{4D6A832B-7D43-928F-4BBE-90C0B028AC86}"/>
                        </a:ext>
                      </a:extLst>
                    </p:cNvPr>
                    <p:cNvGrpSpPr/>
                    <p:nvPr/>
                  </p:nvGrpSpPr>
                  <p:grpSpPr>
                    <a:xfrm>
                      <a:off x="5354636" y="4022061"/>
                      <a:ext cx="214313" cy="214313"/>
                      <a:chOff x="5354637" y="3446463"/>
                      <a:chExt cx="214313" cy="214313"/>
                    </a:xfrm>
                  </p:grpSpPr>
                  <p:sp>
                    <p:nvSpPr>
                      <p:cNvPr id="18197" name="Arc 18196">
                        <a:extLst>
                          <a:ext uri="{FF2B5EF4-FFF2-40B4-BE49-F238E27FC236}">
                            <a16:creationId xmlns:a16="http://schemas.microsoft.com/office/drawing/2014/main" id="{76DF4F15-3D31-FB11-ACA0-C34ADC261A4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198" name="Arc 18197">
                        <a:extLst>
                          <a:ext uri="{FF2B5EF4-FFF2-40B4-BE49-F238E27FC236}">
                            <a16:creationId xmlns:a16="http://schemas.microsoft.com/office/drawing/2014/main" id="{E3B03D5B-F59F-00EB-01DA-B663487808C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190" name="Group 18189">
                      <a:extLst>
                        <a:ext uri="{FF2B5EF4-FFF2-40B4-BE49-F238E27FC236}">
                          <a16:creationId xmlns:a16="http://schemas.microsoft.com/office/drawing/2014/main" id="{3F39AEF1-57A8-1846-FC6B-7296C75A0E06}"/>
                        </a:ext>
                      </a:extLst>
                    </p:cNvPr>
                    <p:cNvGrpSpPr/>
                    <p:nvPr/>
                  </p:nvGrpSpPr>
                  <p:grpSpPr>
                    <a:xfrm rot="14400000">
                      <a:off x="5310186" y="3977611"/>
                      <a:ext cx="303213" cy="303213"/>
                      <a:chOff x="5354637" y="3446463"/>
                      <a:chExt cx="214313" cy="214313"/>
                    </a:xfrm>
                  </p:grpSpPr>
                  <p:sp>
                    <p:nvSpPr>
                      <p:cNvPr id="18195" name="Arc 18194">
                        <a:extLst>
                          <a:ext uri="{FF2B5EF4-FFF2-40B4-BE49-F238E27FC236}">
                            <a16:creationId xmlns:a16="http://schemas.microsoft.com/office/drawing/2014/main" id="{3E763C96-C5DC-2A8E-0F54-E826181A30D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196" name="Arc 18195">
                        <a:extLst>
                          <a:ext uri="{FF2B5EF4-FFF2-40B4-BE49-F238E27FC236}">
                            <a16:creationId xmlns:a16="http://schemas.microsoft.com/office/drawing/2014/main" id="{680BBE11-9698-37EE-E412-242E6202F0C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191" name="Group 18190">
                      <a:extLst>
                        <a:ext uri="{FF2B5EF4-FFF2-40B4-BE49-F238E27FC236}">
                          <a16:creationId xmlns:a16="http://schemas.microsoft.com/office/drawing/2014/main" id="{7176B7E4-EC7E-3DE6-867F-0263A688F4B0}"/>
                        </a:ext>
                      </a:extLst>
                    </p:cNvPr>
                    <p:cNvGrpSpPr/>
                    <p:nvPr/>
                  </p:nvGrpSpPr>
                  <p:grpSpPr>
                    <a:xfrm rot="7200000">
                      <a:off x="5265196" y="3932619"/>
                      <a:ext cx="393192" cy="393192"/>
                      <a:chOff x="5354637" y="3446463"/>
                      <a:chExt cx="214313" cy="214313"/>
                    </a:xfrm>
                  </p:grpSpPr>
                  <p:sp>
                    <p:nvSpPr>
                      <p:cNvPr id="18193" name="Arc 18192">
                        <a:extLst>
                          <a:ext uri="{FF2B5EF4-FFF2-40B4-BE49-F238E27FC236}">
                            <a16:creationId xmlns:a16="http://schemas.microsoft.com/office/drawing/2014/main" id="{EAF72C94-A832-AE77-651A-6EFA4BD60DB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194" name="Arc 18193">
                        <a:extLst>
                          <a:ext uri="{FF2B5EF4-FFF2-40B4-BE49-F238E27FC236}">
                            <a16:creationId xmlns:a16="http://schemas.microsoft.com/office/drawing/2014/main" id="{0443C8A7-F637-D32C-1E15-EDFFE310B10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192" name="TextBox 18191">
                      <a:extLst>
                        <a:ext uri="{FF2B5EF4-FFF2-40B4-BE49-F238E27FC236}">
                          <a16:creationId xmlns:a16="http://schemas.microsoft.com/office/drawing/2014/main" id="{6B74D34F-9C87-FC8F-A3E8-CD8ACC87320C}"/>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8166" name="Group 18165">
                    <a:extLst>
                      <a:ext uri="{FF2B5EF4-FFF2-40B4-BE49-F238E27FC236}">
                        <a16:creationId xmlns:a16="http://schemas.microsoft.com/office/drawing/2014/main" id="{D5935566-E4B6-F760-00DC-F32DB78F81E0}"/>
                      </a:ext>
                    </a:extLst>
                  </p:cNvPr>
                  <p:cNvGrpSpPr/>
                  <p:nvPr/>
                </p:nvGrpSpPr>
                <p:grpSpPr>
                  <a:xfrm>
                    <a:off x="6512463" y="3525040"/>
                    <a:ext cx="393192" cy="393192"/>
                    <a:chOff x="6389147" y="3357021"/>
                    <a:chExt cx="393192" cy="393192"/>
                  </a:xfrm>
                </p:grpSpPr>
                <p:grpSp>
                  <p:nvGrpSpPr>
                    <p:cNvPr id="18178" name="Group 18177">
                      <a:extLst>
                        <a:ext uri="{FF2B5EF4-FFF2-40B4-BE49-F238E27FC236}">
                          <a16:creationId xmlns:a16="http://schemas.microsoft.com/office/drawing/2014/main" id="{4EEB2B2F-1162-201F-4B64-4B48CA04233A}"/>
                        </a:ext>
                      </a:extLst>
                    </p:cNvPr>
                    <p:cNvGrpSpPr/>
                    <p:nvPr/>
                  </p:nvGrpSpPr>
                  <p:grpSpPr>
                    <a:xfrm rot="7200000" flipH="1">
                      <a:off x="6389147" y="3357021"/>
                      <a:ext cx="393192" cy="393192"/>
                      <a:chOff x="5354637" y="3446463"/>
                      <a:chExt cx="214313" cy="214313"/>
                    </a:xfrm>
                  </p:grpSpPr>
                  <p:sp>
                    <p:nvSpPr>
                      <p:cNvPr id="18187" name="Arc 18186">
                        <a:extLst>
                          <a:ext uri="{FF2B5EF4-FFF2-40B4-BE49-F238E27FC236}">
                            <a16:creationId xmlns:a16="http://schemas.microsoft.com/office/drawing/2014/main" id="{C5715CCF-43A7-20BB-B8DB-7EC24E9553F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188" name="Arc 18187">
                        <a:extLst>
                          <a:ext uri="{FF2B5EF4-FFF2-40B4-BE49-F238E27FC236}">
                            <a16:creationId xmlns:a16="http://schemas.microsoft.com/office/drawing/2014/main" id="{88195039-4860-DF64-37AC-53BD8920F1B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179" name="Group 18178">
                      <a:extLst>
                        <a:ext uri="{FF2B5EF4-FFF2-40B4-BE49-F238E27FC236}">
                          <a16:creationId xmlns:a16="http://schemas.microsoft.com/office/drawing/2014/main" id="{63CE0F88-78BC-7D2E-63CA-08C672B3E7B6}"/>
                        </a:ext>
                      </a:extLst>
                    </p:cNvPr>
                    <p:cNvGrpSpPr/>
                    <p:nvPr/>
                  </p:nvGrpSpPr>
                  <p:grpSpPr>
                    <a:xfrm>
                      <a:off x="6434137" y="3402011"/>
                      <a:ext cx="303213" cy="303213"/>
                      <a:chOff x="6434137" y="3402011"/>
                      <a:chExt cx="303213" cy="303213"/>
                    </a:xfrm>
                  </p:grpSpPr>
                  <p:grpSp>
                    <p:nvGrpSpPr>
                      <p:cNvPr id="18180" name="Group 18179">
                        <a:extLst>
                          <a:ext uri="{FF2B5EF4-FFF2-40B4-BE49-F238E27FC236}">
                            <a16:creationId xmlns:a16="http://schemas.microsoft.com/office/drawing/2014/main" id="{E45F8DC3-6D02-0B56-F527-727579F6FF7A}"/>
                          </a:ext>
                        </a:extLst>
                      </p:cNvPr>
                      <p:cNvGrpSpPr/>
                      <p:nvPr/>
                    </p:nvGrpSpPr>
                    <p:grpSpPr>
                      <a:xfrm flipH="1">
                        <a:off x="6478587" y="3446461"/>
                        <a:ext cx="214313" cy="214313"/>
                        <a:chOff x="5354637" y="3446463"/>
                        <a:chExt cx="214313" cy="214313"/>
                      </a:xfrm>
                    </p:grpSpPr>
                    <p:sp>
                      <p:nvSpPr>
                        <p:cNvPr id="18185" name="Arc 18184">
                          <a:extLst>
                            <a:ext uri="{FF2B5EF4-FFF2-40B4-BE49-F238E27FC236}">
                              <a16:creationId xmlns:a16="http://schemas.microsoft.com/office/drawing/2014/main" id="{2BDB1991-0FB6-F1A5-17A2-2876FC7409A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186" name="Arc 18185">
                          <a:extLst>
                            <a:ext uri="{FF2B5EF4-FFF2-40B4-BE49-F238E27FC236}">
                              <a16:creationId xmlns:a16="http://schemas.microsoft.com/office/drawing/2014/main" id="{8D989B95-C213-853E-CCB7-491445FF336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181" name="Group 18180">
                        <a:extLst>
                          <a:ext uri="{FF2B5EF4-FFF2-40B4-BE49-F238E27FC236}">
                            <a16:creationId xmlns:a16="http://schemas.microsoft.com/office/drawing/2014/main" id="{76F97980-3DB2-C95A-96C9-2AAFF8698FEA}"/>
                          </a:ext>
                        </a:extLst>
                      </p:cNvPr>
                      <p:cNvGrpSpPr/>
                      <p:nvPr/>
                    </p:nvGrpSpPr>
                    <p:grpSpPr>
                      <a:xfrm rot="14400000" flipH="1">
                        <a:off x="6434137" y="3402011"/>
                        <a:ext cx="303213" cy="303213"/>
                        <a:chOff x="5354637" y="3446463"/>
                        <a:chExt cx="214313" cy="214313"/>
                      </a:xfrm>
                    </p:grpSpPr>
                    <p:sp>
                      <p:nvSpPr>
                        <p:cNvPr id="18183" name="Arc 18182">
                          <a:extLst>
                            <a:ext uri="{FF2B5EF4-FFF2-40B4-BE49-F238E27FC236}">
                              <a16:creationId xmlns:a16="http://schemas.microsoft.com/office/drawing/2014/main" id="{3BBF0A97-2D66-1A60-169F-4CF9CF10BB8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184" name="Arc 18183">
                          <a:extLst>
                            <a:ext uri="{FF2B5EF4-FFF2-40B4-BE49-F238E27FC236}">
                              <a16:creationId xmlns:a16="http://schemas.microsoft.com/office/drawing/2014/main" id="{4241F573-EDB4-2AED-90FF-405667B0B58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182" name="TextBox 18181">
                        <a:extLst>
                          <a:ext uri="{FF2B5EF4-FFF2-40B4-BE49-F238E27FC236}">
                            <a16:creationId xmlns:a16="http://schemas.microsoft.com/office/drawing/2014/main" id="{5B0A0426-E2B3-81F0-74AA-065DCB16BFCA}"/>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167" name="Group 18166">
                    <a:extLst>
                      <a:ext uri="{FF2B5EF4-FFF2-40B4-BE49-F238E27FC236}">
                        <a16:creationId xmlns:a16="http://schemas.microsoft.com/office/drawing/2014/main" id="{2100F356-3F3C-EF4B-6333-CDEC484DD015}"/>
                      </a:ext>
                    </a:extLst>
                  </p:cNvPr>
                  <p:cNvGrpSpPr/>
                  <p:nvPr/>
                </p:nvGrpSpPr>
                <p:grpSpPr>
                  <a:xfrm>
                    <a:off x="6197413" y="3225768"/>
                    <a:ext cx="393192" cy="393192"/>
                    <a:chOff x="6389147" y="3932622"/>
                    <a:chExt cx="393192" cy="393192"/>
                  </a:xfrm>
                </p:grpSpPr>
                <p:grpSp>
                  <p:nvGrpSpPr>
                    <p:cNvPr id="18168" name="Group 18167">
                      <a:extLst>
                        <a:ext uri="{FF2B5EF4-FFF2-40B4-BE49-F238E27FC236}">
                          <a16:creationId xmlns:a16="http://schemas.microsoft.com/office/drawing/2014/main" id="{8331EF84-10A9-1487-53AB-0AD55ACB4CDA}"/>
                        </a:ext>
                      </a:extLst>
                    </p:cNvPr>
                    <p:cNvGrpSpPr/>
                    <p:nvPr/>
                  </p:nvGrpSpPr>
                  <p:grpSpPr>
                    <a:xfrm flipH="1">
                      <a:off x="6478587" y="4022061"/>
                      <a:ext cx="214313" cy="214313"/>
                      <a:chOff x="5354637" y="3446463"/>
                      <a:chExt cx="214313" cy="214313"/>
                    </a:xfrm>
                  </p:grpSpPr>
                  <p:sp>
                    <p:nvSpPr>
                      <p:cNvPr id="18176" name="Arc 18175">
                        <a:extLst>
                          <a:ext uri="{FF2B5EF4-FFF2-40B4-BE49-F238E27FC236}">
                            <a16:creationId xmlns:a16="http://schemas.microsoft.com/office/drawing/2014/main" id="{80132D08-C900-6D66-A0EA-72ADF99E1CC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177" name="Arc 18176">
                        <a:extLst>
                          <a:ext uri="{FF2B5EF4-FFF2-40B4-BE49-F238E27FC236}">
                            <a16:creationId xmlns:a16="http://schemas.microsoft.com/office/drawing/2014/main" id="{AD6D2FD4-8F9E-2449-4512-D3E96DA2A75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169" name="Group 18168">
                      <a:extLst>
                        <a:ext uri="{FF2B5EF4-FFF2-40B4-BE49-F238E27FC236}">
                          <a16:creationId xmlns:a16="http://schemas.microsoft.com/office/drawing/2014/main" id="{FBE1D023-A70F-7343-A080-1D8BB4705D11}"/>
                        </a:ext>
                      </a:extLst>
                    </p:cNvPr>
                    <p:cNvGrpSpPr/>
                    <p:nvPr/>
                  </p:nvGrpSpPr>
                  <p:grpSpPr>
                    <a:xfrm rot="7200000" flipH="1">
                      <a:off x="6434137" y="3977611"/>
                      <a:ext cx="303213" cy="303213"/>
                      <a:chOff x="5354637" y="3446463"/>
                      <a:chExt cx="214313" cy="214313"/>
                    </a:xfrm>
                  </p:grpSpPr>
                  <p:sp>
                    <p:nvSpPr>
                      <p:cNvPr id="18174" name="Arc 18173">
                        <a:extLst>
                          <a:ext uri="{FF2B5EF4-FFF2-40B4-BE49-F238E27FC236}">
                            <a16:creationId xmlns:a16="http://schemas.microsoft.com/office/drawing/2014/main" id="{2D5E95D8-67A7-1561-6E11-3F84E906BFF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175" name="Arc 18174">
                        <a:extLst>
                          <a:ext uri="{FF2B5EF4-FFF2-40B4-BE49-F238E27FC236}">
                            <a16:creationId xmlns:a16="http://schemas.microsoft.com/office/drawing/2014/main" id="{CB0FDCA9-125B-D502-CC58-9510C265CD5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170" name="Group 18169">
                      <a:extLst>
                        <a:ext uri="{FF2B5EF4-FFF2-40B4-BE49-F238E27FC236}">
                          <a16:creationId xmlns:a16="http://schemas.microsoft.com/office/drawing/2014/main" id="{57D5DDA3-57D8-1E57-AF17-127647D5D446}"/>
                        </a:ext>
                      </a:extLst>
                    </p:cNvPr>
                    <p:cNvGrpSpPr/>
                    <p:nvPr/>
                  </p:nvGrpSpPr>
                  <p:grpSpPr>
                    <a:xfrm rot="14400000" flipH="1">
                      <a:off x="6389147" y="3932622"/>
                      <a:ext cx="393192" cy="393192"/>
                      <a:chOff x="5354637" y="3446463"/>
                      <a:chExt cx="214313" cy="214313"/>
                    </a:xfrm>
                  </p:grpSpPr>
                  <p:sp>
                    <p:nvSpPr>
                      <p:cNvPr id="18172" name="Arc 18171">
                        <a:extLst>
                          <a:ext uri="{FF2B5EF4-FFF2-40B4-BE49-F238E27FC236}">
                            <a16:creationId xmlns:a16="http://schemas.microsoft.com/office/drawing/2014/main" id="{AD73662A-D75C-6A94-C6D7-70316F01815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173" name="Arc 18172">
                        <a:extLst>
                          <a:ext uri="{FF2B5EF4-FFF2-40B4-BE49-F238E27FC236}">
                            <a16:creationId xmlns:a16="http://schemas.microsoft.com/office/drawing/2014/main" id="{B54D1B3F-34C0-F246-A840-A9171BDD471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171" name="TextBox 18170">
                      <a:extLst>
                        <a:ext uri="{FF2B5EF4-FFF2-40B4-BE49-F238E27FC236}">
                          <a16:creationId xmlns:a16="http://schemas.microsoft.com/office/drawing/2014/main" id="{20B5669B-2ACD-2BCE-C5AF-46D1ECA0D55D}"/>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5295" name="Group 15294">
              <a:extLst>
                <a:ext uri="{FF2B5EF4-FFF2-40B4-BE49-F238E27FC236}">
                  <a16:creationId xmlns:a16="http://schemas.microsoft.com/office/drawing/2014/main" id="{45E42D67-1A79-FE3E-FD13-9BE78E198654}"/>
                </a:ext>
              </a:extLst>
            </p:cNvPr>
            <p:cNvGrpSpPr/>
            <p:nvPr/>
          </p:nvGrpSpPr>
          <p:grpSpPr>
            <a:xfrm>
              <a:off x="9197560" y="501825"/>
              <a:ext cx="2263438" cy="2198360"/>
              <a:chOff x="5445106" y="2039507"/>
              <a:chExt cx="2263438" cy="2198360"/>
            </a:xfrm>
          </p:grpSpPr>
          <p:grpSp>
            <p:nvGrpSpPr>
              <p:cNvPr id="17970" name="Group 17969">
                <a:extLst>
                  <a:ext uri="{FF2B5EF4-FFF2-40B4-BE49-F238E27FC236}">
                    <a16:creationId xmlns:a16="http://schemas.microsoft.com/office/drawing/2014/main" id="{2915144C-8EDE-7CDE-B8DB-25B27C2836ED}"/>
                  </a:ext>
                </a:extLst>
              </p:cNvPr>
              <p:cNvGrpSpPr/>
              <p:nvPr/>
            </p:nvGrpSpPr>
            <p:grpSpPr>
              <a:xfrm>
                <a:off x="5445106" y="2644743"/>
                <a:ext cx="1643204" cy="1593124"/>
                <a:chOff x="5445106" y="2644743"/>
                <a:chExt cx="1643204" cy="1593124"/>
              </a:xfrm>
            </p:grpSpPr>
            <p:grpSp>
              <p:nvGrpSpPr>
                <p:cNvPr id="18066" name="Group 18065">
                  <a:extLst>
                    <a:ext uri="{FF2B5EF4-FFF2-40B4-BE49-F238E27FC236}">
                      <a16:creationId xmlns:a16="http://schemas.microsoft.com/office/drawing/2014/main" id="{94139422-A1B3-46A1-C1FE-9492A0E6558A}"/>
                    </a:ext>
                  </a:extLst>
                </p:cNvPr>
                <p:cNvGrpSpPr/>
                <p:nvPr/>
              </p:nvGrpSpPr>
              <p:grpSpPr>
                <a:xfrm>
                  <a:off x="5445106" y="2644743"/>
                  <a:ext cx="1019224" cy="991639"/>
                  <a:chOff x="5886431" y="3225768"/>
                  <a:chExt cx="1019224" cy="991639"/>
                </a:xfrm>
              </p:grpSpPr>
              <p:grpSp>
                <p:nvGrpSpPr>
                  <p:cNvPr id="18114" name="Group 18113">
                    <a:extLst>
                      <a:ext uri="{FF2B5EF4-FFF2-40B4-BE49-F238E27FC236}">
                        <a16:creationId xmlns:a16="http://schemas.microsoft.com/office/drawing/2014/main" id="{21798BBA-9AE5-6FB6-FAD8-23062D7D8AA1}"/>
                      </a:ext>
                    </a:extLst>
                  </p:cNvPr>
                  <p:cNvGrpSpPr/>
                  <p:nvPr/>
                </p:nvGrpSpPr>
                <p:grpSpPr>
                  <a:xfrm>
                    <a:off x="6197413" y="3824215"/>
                    <a:ext cx="393192" cy="393192"/>
                    <a:chOff x="5265196" y="3357021"/>
                    <a:chExt cx="393192" cy="393192"/>
                  </a:xfrm>
                </p:grpSpPr>
                <p:grpSp>
                  <p:nvGrpSpPr>
                    <p:cNvPr id="18149" name="Group 18148">
                      <a:extLst>
                        <a:ext uri="{FF2B5EF4-FFF2-40B4-BE49-F238E27FC236}">
                          <a16:creationId xmlns:a16="http://schemas.microsoft.com/office/drawing/2014/main" id="{E3CEAB28-99FC-EA8F-5E2C-313A4F15C557}"/>
                        </a:ext>
                      </a:extLst>
                    </p:cNvPr>
                    <p:cNvGrpSpPr/>
                    <p:nvPr/>
                  </p:nvGrpSpPr>
                  <p:grpSpPr>
                    <a:xfrm rot="14400000">
                      <a:off x="5265196" y="3357021"/>
                      <a:ext cx="393192" cy="393192"/>
                      <a:chOff x="5354637" y="3446463"/>
                      <a:chExt cx="214313" cy="214313"/>
                    </a:xfrm>
                  </p:grpSpPr>
                  <p:sp>
                    <p:nvSpPr>
                      <p:cNvPr id="18158" name="Arc 18157">
                        <a:extLst>
                          <a:ext uri="{FF2B5EF4-FFF2-40B4-BE49-F238E27FC236}">
                            <a16:creationId xmlns:a16="http://schemas.microsoft.com/office/drawing/2014/main" id="{22F511A2-E768-7A71-307F-78F29AF7633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159" name="Arc 18158">
                        <a:extLst>
                          <a:ext uri="{FF2B5EF4-FFF2-40B4-BE49-F238E27FC236}">
                            <a16:creationId xmlns:a16="http://schemas.microsoft.com/office/drawing/2014/main" id="{9392A8AB-E101-6B11-89D2-C34F0866E0F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150" name="Group 18149">
                      <a:extLst>
                        <a:ext uri="{FF2B5EF4-FFF2-40B4-BE49-F238E27FC236}">
                          <a16:creationId xmlns:a16="http://schemas.microsoft.com/office/drawing/2014/main" id="{F15FF13D-998E-2B7D-577A-666464DE3D42}"/>
                        </a:ext>
                      </a:extLst>
                    </p:cNvPr>
                    <p:cNvGrpSpPr/>
                    <p:nvPr/>
                  </p:nvGrpSpPr>
                  <p:grpSpPr>
                    <a:xfrm>
                      <a:off x="5310186" y="3402011"/>
                      <a:ext cx="303213" cy="303213"/>
                      <a:chOff x="5310186" y="3402011"/>
                      <a:chExt cx="303213" cy="303213"/>
                    </a:xfrm>
                  </p:grpSpPr>
                  <p:grpSp>
                    <p:nvGrpSpPr>
                      <p:cNvPr id="18151" name="Group 18150">
                        <a:extLst>
                          <a:ext uri="{FF2B5EF4-FFF2-40B4-BE49-F238E27FC236}">
                            <a16:creationId xmlns:a16="http://schemas.microsoft.com/office/drawing/2014/main" id="{C0495512-C59A-9BBC-C51C-CAA98326D133}"/>
                          </a:ext>
                        </a:extLst>
                      </p:cNvPr>
                      <p:cNvGrpSpPr/>
                      <p:nvPr/>
                    </p:nvGrpSpPr>
                    <p:grpSpPr>
                      <a:xfrm>
                        <a:off x="5354636" y="3446461"/>
                        <a:ext cx="214313" cy="214313"/>
                        <a:chOff x="5354637" y="3446463"/>
                        <a:chExt cx="214313" cy="214313"/>
                      </a:xfrm>
                    </p:grpSpPr>
                    <p:sp>
                      <p:nvSpPr>
                        <p:cNvPr id="18156" name="Arc 18155">
                          <a:extLst>
                            <a:ext uri="{FF2B5EF4-FFF2-40B4-BE49-F238E27FC236}">
                              <a16:creationId xmlns:a16="http://schemas.microsoft.com/office/drawing/2014/main" id="{7CA66CE4-3C72-14B9-F671-034E3142B07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157" name="Arc 18156">
                          <a:extLst>
                            <a:ext uri="{FF2B5EF4-FFF2-40B4-BE49-F238E27FC236}">
                              <a16:creationId xmlns:a16="http://schemas.microsoft.com/office/drawing/2014/main" id="{CF88A14F-8E14-299A-12F1-2F6BA451F64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152" name="Group 18151">
                        <a:extLst>
                          <a:ext uri="{FF2B5EF4-FFF2-40B4-BE49-F238E27FC236}">
                            <a16:creationId xmlns:a16="http://schemas.microsoft.com/office/drawing/2014/main" id="{7C79C4B2-1BC5-D88B-9EB1-DAF783C38F02}"/>
                          </a:ext>
                        </a:extLst>
                      </p:cNvPr>
                      <p:cNvGrpSpPr/>
                      <p:nvPr/>
                    </p:nvGrpSpPr>
                    <p:grpSpPr>
                      <a:xfrm rot="7200000">
                        <a:off x="5310186" y="3402011"/>
                        <a:ext cx="303213" cy="303213"/>
                        <a:chOff x="5354637" y="3446463"/>
                        <a:chExt cx="214313" cy="214313"/>
                      </a:xfrm>
                    </p:grpSpPr>
                    <p:sp>
                      <p:nvSpPr>
                        <p:cNvPr id="18154" name="Arc 18153">
                          <a:extLst>
                            <a:ext uri="{FF2B5EF4-FFF2-40B4-BE49-F238E27FC236}">
                              <a16:creationId xmlns:a16="http://schemas.microsoft.com/office/drawing/2014/main" id="{415345B3-3B2F-CC69-5147-1E00C45DEFA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155" name="Arc 18154">
                          <a:extLst>
                            <a:ext uri="{FF2B5EF4-FFF2-40B4-BE49-F238E27FC236}">
                              <a16:creationId xmlns:a16="http://schemas.microsoft.com/office/drawing/2014/main" id="{79560A7A-603B-C3C7-26C7-D77E83ADA9E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153" name="TextBox 18152">
                        <a:extLst>
                          <a:ext uri="{FF2B5EF4-FFF2-40B4-BE49-F238E27FC236}">
                            <a16:creationId xmlns:a16="http://schemas.microsoft.com/office/drawing/2014/main" id="{04CE2793-31D0-7D32-E44C-5943F3421035}"/>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115" name="Group 18114">
                    <a:extLst>
                      <a:ext uri="{FF2B5EF4-FFF2-40B4-BE49-F238E27FC236}">
                        <a16:creationId xmlns:a16="http://schemas.microsoft.com/office/drawing/2014/main" id="{A13E0CFE-AE74-2E6A-E58B-712023BC4E90}"/>
                      </a:ext>
                    </a:extLst>
                  </p:cNvPr>
                  <p:cNvGrpSpPr/>
                  <p:nvPr/>
                </p:nvGrpSpPr>
                <p:grpSpPr>
                  <a:xfrm>
                    <a:off x="5886431" y="3525040"/>
                    <a:ext cx="393192" cy="393192"/>
                    <a:chOff x="5265196" y="3932619"/>
                    <a:chExt cx="393192" cy="393192"/>
                  </a:xfrm>
                </p:grpSpPr>
                <p:grpSp>
                  <p:nvGrpSpPr>
                    <p:cNvPr id="18139" name="Group 18138">
                      <a:extLst>
                        <a:ext uri="{FF2B5EF4-FFF2-40B4-BE49-F238E27FC236}">
                          <a16:creationId xmlns:a16="http://schemas.microsoft.com/office/drawing/2014/main" id="{DF9BAD18-1E79-943A-5C95-3B63BCE72E1D}"/>
                        </a:ext>
                      </a:extLst>
                    </p:cNvPr>
                    <p:cNvGrpSpPr/>
                    <p:nvPr/>
                  </p:nvGrpSpPr>
                  <p:grpSpPr>
                    <a:xfrm>
                      <a:off x="5354636" y="4022061"/>
                      <a:ext cx="214313" cy="214313"/>
                      <a:chOff x="5354637" y="3446463"/>
                      <a:chExt cx="214313" cy="214313"/>
                    </a:xfrm>
                  </p:grpSpPr>
                  <p:sp>
                    <p:nvSpPr>
                      <p:cNvPr id="18147" name="Arc 18146">
                        <a:extLst>
                          <a:ext uri="{FF2B5EF4-FFF2-40B4-BE49-F238E27FC236}">
                            <a16:creationId xmlns:a16="http://schemas.microsoft.com/office/drawing/2014/main" id="{439E48E6-4F52-741E-FFB5-0431C8A12FE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148" name="Arc 18147">
                        <a:extLst>
                          <a:ext uri="{FF2B5EF4-FFF2-40B4-BE49-F238E27FC236}">
                            <a16:creationId xmlns:a16="http://schemas.microsoft.com/office/drawing/2014/main" id="{3B9BCBDB-187D-9127-242A-7AC5092BE59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140" name="Group 18139">
                      <a:extLst>
                        <a:ext uri="{FF2B5EF4-FFF2-40B4-BE49-F238E27FC236}">
                          <a16:creationId xmlns:a16="http://schemas.microsoft.com/office/drawing/2014/main" id="{D5CF64DE-E3F3-258A-16B0-04D16DDD706A}"/>
                        </a:ext>
                      </a:extLst>
                    </p:cNvPr>
                    <p:cNvGrpSpPr/>
                    <p:nvPr/>
                  </p:nvGrpSpPr>
                  <p:grpSpPr>
                    <a:xfrm rot="14400000">
                      <a:off x="5310186" y="3977611"/>
                      <a:ext cx="303213" cy="303213"/>
                      <a:chOff x="5354637" y="3446463"/>
                      <a:chExt cx="214313" cy="214313"/>
                    </a:xfrm>
                  </p:grpSpPr>
                  <p:sp>
                    <p:nvSpPr>
                      <p:cNvPr id="18145" name="Arc 18144">
                        <a:extLst>
                          <a:ext uri="{FF2B5EF4-FFF2-40B4-BE49-F238E27FC236}">
                            <a16:creationId xmlns:a16="http://schemas.microsoft.com/office/drawing/2014/main" id="{F2CCB739-5BC2-7FD6-A78B-61E10262919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146" name="Arc 18145">
                        <a:extLst>
                          <a:ext uri="{FF2B5EF4-FFF2-40B4-BE49-F238E27FC236}">
                            <a16:creationId xmlns:a16="http://schemas.microsoft.com/office/drawing/2014/main" id="{B0695E41-0FEE-99B6-BA86-D5AAAA2FA06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141" name="Group 18140">
                      <a:extLst>
                        <a:ext uri="{FF2B5EF4-FFF2-40B4-BE49-F238E27FC236}">
                          <a16:creationId xmlns:a16="http://schemas.microsoft.com/office/drawing/2014/main" id="{18F46247-11C4-58CB-2197-073D3B91B088}"/>
                        </a:ext>
                      </a:extLst>
                    </p:cNvPr>
                    <p:cNvGrpSpPr/>
                    <p:nvPr/>
                  </p:nvGrpSpPr>
                  <p:grpSpPr>
                    <a:xfrm rot="7200000">
                      <a:off x="5265196" y="3932619"/>
                      <a:ext cx="393192" cy="393192"/>
                      <a:chOff x="5354637" y="3446463"/>
                      <a:chExt cx="214313" cy="214313"/>
                    </a:xfrm>
                  </p:grpSpPr>
                  <p:sp>
                    <p:nvSpPr>
                      <p:cNvPr id="18143" name="Arc 18142">
                        <a:extLst>
                          <a:ext uri="{FF2B5EF4-FFF2-40B4-BE49-F238E27FC236}">
                            <a16:creationId xmlns:a16="http://schemas.microsoft.com/office/drawing/2014/main" id="{4431F5BB-FA7A-FCAD-25D7-70098156C01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144" name="Arc 18143">
                        <a:extLst>
                          <a:ext uri="{FF2B5EF4-FFF2-40B4-BE49-F238E27FC236}">
                            <a16:creationId xmlns:a16="http://schemas.microsoft.com/office/drawing/2014/main" id="{0BBBEB11-4CB3-6252-79E3-663CA68AE9C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142" name="TextBox 18141">
                      <a:extLst>
                        <a:ext uri="{FF2B5EF4-FFF2-40B4-BE49-F238E27FC236}">
                          <a16:creationId xmlns:a16="http://schemas.microsoft.com/office/drawing/2014/main" id="{D82D79B5-40B5-19D5-87B6-B9F22C311AA5}"/>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8116" name="Group 18115">
                    <a:extLst>
                      <a:ext uri="{FF2B5EF4-FFF2-40B4-BE49-F238E27FC236}">
                        <a16:creationId xmlns:a16="http://schemas.microsoft.com/office/drawing/2014/main" id="{D8C18304-465C-8721-A628-2AC061E6E869}"/>
                      </a:ext>
                    </a:extLst>
                  </p:cNvPr>
                  <p:cNvGrpSpPr/>
                  <p:nvPr/>
                </p:nvGrpSpPr>
                <p:grpSpPr>
                  <a:xfrm>
                    <a:off x="6512463" y="3525040"/>
                    <a:ext cx="393192" cy="393192"/>
                    <a:chOff x="6389147" y="3357021"/>
                    <a:chExt cx="393192" cy="393192"/>
                  </a:xfrm>
                </p:grpSpPr>
                <p:grpSp>
                  <p:nvGrpSpPr>
                    <p:cNvPr id="18128" name="Group 18127">
                      <a:extLst>
                        <a:ext uri="{FF2B5EF4-FFF2-40B4-BE49-F238E27FC236}">
                          <a16:creationId xmlns:a16="http://schemas.microsoft.com/office/drawing/2014/main" id="{84549BF7-0C4A-676C-D6E8-ED8A3D54C4AF}"/>
                        </a:ext>
                      </a:extLst>
                    </p:cNvPr>
                    <p:cNvGrpSpPr/>
                    <p:nvPr/>
                  </p:nvGrpSpPr>
                  <p:grpSpPr>
                    <a:xfrm rot="7200000" flipH="1">
                      <a:off x="6389147" y="3357021"/>
                      <a:ext cx="393192" cy="393192"/>
                      <a:chOff x="5354637" y="3446463"/>
                      <a:chExt cx="214313" cy="214313"/>
                    </a:xfrm>
                  </p:grpSpPr>
                  <p:sp>
                    <p:nvSpPr>
                      <p:cNvPr id="18137" name="Arc 18136">
                        <a:extLst>
                          <a:ext uri="{FF2B5EF4-FFF2-40B4-BE49-F238E27FC236}">
                            <a16:creationId xmlns:a16="http://schemas.microsoft.com/office/drawing/2014/main" id="{59FE0F23-FA80-1C6D-B710-51951C791FE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138" name="Arc 18137">
                        <a:extLst>
                          <a:ext uri="{FF2B5EF4-FFF2-40B4-BE49-F238E27FC236}">
                            <a16:creationId xmlns:a16="http://schemas.microsoft.com/office/drawing/2014/main" id="{081DA2E0-8DC3-7E4B-104C-C3E0B1B986C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129" name="Group 18128">
                      <a:extLst>
                        <a:ext uri="{FF2B5EF4-FFF2-40B4-BE49-F238E27FC236}">
                          <a16:creationId xmlns:a16="http://schemas.microsoft.com/office/drawing/2014/main" id="{92872168-7688-3DF2-2518-39FD142EA2E4}"/>
                        </a:ext>
                      </a:extLst>
                    </p:cNvPr>
                    <p:cNvGrpSpPr/>
                    <p:nvPr/>
                  </p:nvGrpSpPr>
                  <p:grpSpPr>
                    <a:xfrm>
                      <a:off x="6434137" y="3402011"/>
                      <a:ext cx="303213" cy="303213"/>
                      <a:chOff x="6434137" y="3402011"/>
                      <a:chExt cx="303213" cy="303213"/>
                    </a:xfrm>
                  </p:grpSpPr>
                  <p:grpSp>
                    <p:nvGrpSpPr>
                      <p:cNvPr id="18130" name="Group 18129">
                        <a:extLst>
                          <a:ext uri="{FF2B5EF4-FFF2-40B4-BE49-F238E27FC236}">
                            <a16:creationId xmlns:a16="http://schemas.microsoft.com/office/drawing/2014/main" id="{51CC4F36-A726-90D5-5971-C5F27D460FF8}"/>
                          </a:ext>
                        </a:extLst>
                      </p:cNvPr>
                      <p:cNvGrpSpPr/>
                      <p:nvPr/>
                    </p:nvGrpSpPr>
                    <p:grpSpPr>
                      <a:xfrm flipH="1">
                        <a:off x="6478587" y="3446461"/>
                        <a:ext cx="214313" cy="214313"/>
                        <a:chOff x="5354637" y="3446463"/>
                        <a:chExt cx="214313" cy="214313"/>
                      </a:xfrm>
                    </p:grpSpPr>
                    <p:sp>
                      <p:nvSpPr>
                        <p:cNvPr id="18135" name="Arc 18134">
                          <a:extLst>
                            <a:ext uri="{FF2B5EF4-FFF2-40B4-BE49-F238E27FC236}">
                              <a16:creationId xmlns:a16="http://schemas.microsoft.com/office/drawing/2014/main" id="{5B88AA4B-2ABD-15BF-CD27-325268E644C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136" name="Arc 18135">
                          <a:extLst>
                            <a:ext uri="{FF2B5EF4-FFF2-40B4-BE49-F238E27FC236}">
                              <a16:creationId xmlns:a16="http://schemas.microsoft.com/office/drawing/2014/main" id="{29251742-53EB-EFC2-2679-3B4D82BA828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131" name="Group 18130">
                        <a:extLst>
                          <a:ext uri="{FF2B5EF4-FFF2-40B4-BE49-F238E27FC236}">
                            <a16:creationId xmlns:a16="http://schemas.microsoft.com/office/drawing/2014/main" id="{B0F8B2E9-B7FA-4C47-5DFE-20992FE7A9A2}"/>
                          </a:ext>
                        </a:extLst>
                      </p:cNvPr>
                      <p:cNvGrpSpPr/>
                      <p:nvPr/>
                    </p:nvGrpSpPr>
                    <p:grpSpPr>
                      <a:xfrm rot="14400000" flipH="1">
                        <a:off x="6434137" y="3402011"/>
                        <a:ext cx="303213" cy="303213"/>
                        <a:chOff x="5354637" y="3446463"/>
                        <a:chExt cx="214313" cy="214313"/>
                      </a:xfrm>
                    </p:grpSpPr>
                    <p:sp>
                      <p:nvSpPr>
                        <p:cNvPr id="18133" name="Arc 18132">
                          <a:extLst>
                            <a:ext uri="{FF2B5EF4-FFF2-40B4-BE49-F238E27FC236}">
                              <a16:creationId xmlns:a16="http://schemas.microsoft.com/office/drawing/2014/main" id="{CF97E414-7821-1D0A-1591-16D733EF070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134" name="Arc 18133">
                          <a:extLst>
                            <a:ext uri="{FF2B5EF4-FFF2-40B4-BE49-F238E27FC236}">
                              <a16:creationId xmlns:a16="http://schemas.microsoft.com/office/drawing/2014/main" id="{F886F902-6D96-90A1-45BE-D8A4E26E730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132" name="TextBox 18131">
                        <a:extLst>
                          <a:ext uri="{FF2B5EF4-FFF2-40B4-BE49-F238E27FC236}">
                            <a16:creationId xmlns:a16="http://schemas.microsoft.com/office/drawing/2014/main" id="{00D52748-F33A-0C90-2B93-D0371EDA13A0}"/>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117" name="Group 18116">
                    <a:extLst>
                      <a:ext uri="{FF2B5EF4-FFF2-40B4-BE49-F238E27FC236}">
                        <a16:creationId xmlns:a16="http://schemas.microsoft.com/office/drawing/2014/main" id="{FC2C5510-C8C0-DE89-9B2A-10EC0DED8FDF}"/>
                      </a:ext>
                    </a:extLst>
                  </p:cNvPr>
                  <p:cNvGrpSpPr/>
                  <p:nvPr/>
                </p:nvGrpSpPr>
                <p:grpSpPr>
                  <a:xfrm>
                    <a:off x="6197413" y="3225768"/>
                    <a:ext cx="393192" cy="393192"/>
                    <a:chOff x="6389147" y="3932622"/>
                    <a:chExt cx="393192" cy="393192"/>
                  </a:xfrm>
                </p:grpSpPr>
                <p:grpSp>
                  <p:nvGrpSpPr>
                    <p:cNvPr id="18118" name="Group 18117">
                      <a:extLst>
                        <a:ext uri="{FF2B5EF4-FFF2-40B4-BE49-F238E27FC236}">
                          <a16:creationId xmlns:a16="http://schemas.microsoft.com/office/drawing/2014/main" id="{0374B9DD-9678-BC08-C5B6-F8BAB132E1C3}"/>
                        </a:ext>
                      </a:extLst>
                    </p:cNvPr>
                    <p:cNvGrpSpPr/>
                    <p:nvPr/>
                  </p:nvGrpSpPr>
                  <p:grpSpPr>
                    <a:xfrm flipH="1">
                      <a:off x="6478587" y="4022061"/>
                      <a:ext cx="214313" cy="214313"/>
                      <a:chOff x="5354637" y="3446463"/>
                      <a:chExt cx="214313" cy="214313"/>
                    </a:xfrm>
                  </p:grpSpPr>
                  <p:sp>
                    <p:nvSpPr>
                      <p:cNvPr id="18126" name="Arc 18125">
                        <a:extLst>
                          <a:ext uri="{FF2B5EF4-FFF2-40B4-BE49-F238E27FC236}">
                            <a16:creationId xmlns:a16="http://schemas.microsoft.com/office/drawing/2014/main" id="{E26ACFF8-5E36-6ED4-91AA-7820A1525F3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127" name="Arc 18126">
                        <a:extLst>
                          <a:ext uri="{FF2B5EF4-FFF2-40B4-BE49-F238E27FC236}">
                            <a16:creationId xmlns:a16="http://schemas.microsoft.com/office/drawing/2014/main" id="{E61067F1-92DE-C654-1DD1-2595058B162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119" name="Group 18118">
                      <a:extLst>
                        <a:ext uri="{FF2B5EF4-FFF2-40B4-BE49-F238E27FC236}">
                          <a16:creationId xmlns:a16="http://schemas.microsoft.com/office/drawing/2014/main" id="{A7CC889E-7A1A-3F3F-98C8-F506A4069885}"/>
                        </a:ext>
                      </a:extLst>
                    </p:cNvPr>
                    <p:cNvGrpSpPr/>
                    <p:nvPr/>
                  </p:nvGrpSpPr>
                  <p:grpSpPr>
                    <a:xfrm rot="7200000" flipH="1">
                      <a:off x="6434137" y="3977611"/>
                      <a:ext cx="303213" cy="303213"/>
                      <a:chOff x="5354637" y="3446463"/>
                      <a:chExt cx="214313" cy="214313"/>
                    </a:xfrm>
                  </p:grpSpPr>
                  <p:sp>
                    <p:nvSpPr>
                      <p:cNvPr id="18124" name="Arc 18123">
                        <a:extLst>
                          <a:ext uri="{FF2B5EF4-FFF2-40B4-BE49-F238E27FC236}">
                            <a16:creationId xmlns:a16="http://schemas.microsoft.com/office/drawing/2014/main" id="{3E218D13-71A8-0DDB-E3CA-878E399301C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125" name="Arc 18124">
                        <a:extLst>
                          <a:ext uri="{FF2B5EF4-FFF2-40B4-BE49-F238E27FC236}">
                            <a16:creationId xmlns:a16="http://schemas.microsoft.com/office/drawing/2014/main" id="{0D67F031-0DB0-B5FA-4BD8-154D2DC7AC2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120" name="Group 18119">
                      <a:extLst>
                        <a:ext uri="{FF2B5EF4-FFF2-40B4-BE49-F238E27FC236}">
                          <a16:creationId xmlns:a16="http://schemas.microsoft.com/office/drawing/2014/main" id="{AFFDF316-1A23-5781-EC84-CE4F5E8C8ED5}"/>
                        </a:ext>
                      </a:extLst>
                    </p:cNvPr>
                    <p:cNvGrpSpPr/>
                    <p:nvPr/>
                  </p:nvGrpSpPr>
                  <p:grpSpPr>
                    <a:xfrm rot="14400000" flipH="1">
                      <a:off x="6389147" y="3932622"/>
                      <a:ext cx="393192" cy="393192"/>
                      <a:chOff x="5354637" y="3446463"/>
                      <a:chExt cx="214313" cy="214313"/>
                    </a:xfrm>
                  </p:grpSpPr>
                  <p:sp>
                    <p:nvSpPr>
                      <p:cNvPr id="18122" name="Arc 18121">
                        <a:extLst>
                          <a:ext uri="{FF2B5EF4-FFF2-40B4-BE49-F238E27FC236}">
                            <a16:creationId xmlns:a16="http://schemas.microsoft.com/office/drawing/2014/main" id="{0AFD8DCE-7221-277D-659C-273B7EF0122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123" name="Arc 18122">
                        <a:extLst>
                          <a:ext uri="{FF2B5EF4-FFF2-40B4-BE49-F238E27FC236}">
                            <a16:creationId xmlns:a16="http://schemas.microsoft.com/office/drawing/2014/main" id="{66FFF981-0C49-F9A4-F3F1-F972CB01A7C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121" name="TextBox 18120">
                      <a:extLst>
                        <a:ext uri="{FF2B5EF4-FFF2-40B4-BE49-F238E27FC236}">
                          <a16:creationId xmlns:a16="http://schemas.microsoft.com/office/drawing/2014/main" id="{A7BE7E6F-10E0-204C-1490-9A638B173921}"/>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067" name="Group 18066">
                  <a:extLst>
                    <a:ext uri="{FF2B5EF4-FFF2-40B4-BE49-F238E27FC236}">
                      <a16:creationId xmlns:a16="http://schemas.microsoft.com/office/drawing/2014/main" id="{B249ED23-6EDB-F474-2658-B45148214F7D}"/>
                    </a:ext>
                  </a:extLst>
                </p:cNvPr>
                <p:cNvGrpSpPr/>
                <p:nvPr/>
              </p:nvGrpSpPr>
              <p:grpSpPr>
                <a:xfrm>
                  <a:off x="6069086" y="3246228"/>
                  <a:ext cx="1019224" cy="991639"/>
                  <a:chOff x="5886431" y="3225768"/>
                  <a:chExt cx="1019224" cy="991639"/>
                </a:xfrm>
              </p:grpSpPr>
              <p:grpSp>
                <p:nvGrpSpPr>
                  <p:cNvPr id="18068" name="Group 18067">
                    <a:extLst>
                      <a:ext uri="{FF2B5EF4-FFF2-40B4-BE49-F238E27FC236}">
                        <a16:creationId xmlns:a16="http://schemas.microsoft.com/office/drawing/2014/main" id="{AE91C99F-83D3-08BA-E448-90EF9CC55F1C}"/>
                      </a:ext>
                    </a:extLst>
                  </p:cNvPr>
                  <p:cNvGrpSpPr/>
                  <p:nvPr/>
                </p:nvGrpSpPr>
                <p:grpSpPr>
                  <a:xfrm>
                    <a:off x="6197413" y="3824215"/>
                    <a:ext cx="393192" cy="393192"/>
                    <a:chOff x="5265196" y="3357021"/>
                    <a:chExt cx="393192" cy="393192"/>
                  </a:xfrm>
                </p:grpSpPr>
                <p:grpSp>
                  <p:nvGrpSpPr>
                    <p:cNvPr id="18103" name="Group 18102">
                      <a:extLst>
                        <a:ext uri="{FF2B5EF4-FFF2-40B4-BE49-F238E27FC236}">
                          <a16:creationId xmlns:a16="http://schemas.microsoft.com/office/drawing/2014/main" id="{9107B1DA-9935-3E11-9387-1206BC3B97A8}"/>
                        </a:ext>
                      </a:extLst>
                    </p:cNvPr>
                    <p:cNvGrpSpPr/>
                    <p:nvPr/>
                  </p:nvGrpSpPr>
                  <p:grpSpPr>
                    <a:xfrm rot="14400000">
                      <a:off x="5265196" y="3357021"/>
                      <a:ext cx="393192" cy="393192"/>
                      <a:chOff x="5354637" y="3446463"/>
                      <a:chExt cx="214313" cy="214313"/>
                    </a:xfrm>
                  </p:grpSpPr>
                  <p:sp>
                    <p:nvSpPr>
                      <p:cNvPr id="18112" name="Arc 18111">
                        <a:extLst>
                          <a:ext uri="{FF2B5EF4-FFF2-40B4-BE49-F238E27FC236}">
                            <a16:creationId xmlns:a16="http://schemas.microsoft.com/office/drawing/2014/main" id="{340607C2-C2EB-D8BA-540A-60573646F8D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113" name="Arc 18112">
                        <a:extLst>
                          <a:ext uri="{FF2B5EF4-FFF2-40B4-BE49-F238E27FC236}">
                            <a16:creationId xmlns:a16="http://schemas.microsoft.com/office/drawing/2014/main" id="{663D83B3-20F2-8314-1E30-91E5AFFD89B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104" name="Group 18103">
                      <a:extLst>
                        <a:ext uri="{FF2B5EF4-FFF2-40B4-BE49-F238E27FC236}">
                          <a16:creationId xmlns:a16="http://schemas.microsoft.com/office/drawing/2014/main" id="{91FB85EE-5656-F4AB-DDB3-73388522ADEC}"/>
                        </a:ext>
                      </a:extLst>
                    </p:cNvPr>
                    <p:cNvGrpSpPr/>
                    <p:nvPr/>
                  </p:nvGrpSpPr>
                  <p:grpSpPr>
                    <a:xfrm>
                      <a:off x="5310186" y="3402011"/>
                      <a:ext cx="303213" cy="303213"/>
                      <a:chOff x="5310186" y="3402011"/>
                      <a:chExt cx="303213" cy="303213"/>
                    </a:xfrm>
                  </p:grpSpPr>
                  <p:grpSp>
                    <p:nvGrpSpPr>
                      <p:cNvPr id="18105" name="Group 18104">
                        <a:extLst>
                          <a:ext uri="{FF2B5EF4-FFF2-40B4-BE49-F238E27FC236}">
                            <a16:creationId xmlns:a16="http://schemas.microsoft.com/office/drawing/2014/main" id="{C50409E0-1C57-7C5D-C874-DDB948A21087}"/>
                          </a:ext>
                        </a:extLst>
                      </p:cNvPr>
                      <p:cNvGrpSpPr/>
                      <p:nvPr/>
                    </p:nvGrpSpPr>
                    <p:grpSpPr>
                      <a:xfrm>
                        <a:off x="5354636" y="3446461"/>
                        <a:ext cx="214313" cy="214313"/>
                        <a:chOff x="5354637" y="3446463"/>
                        <a:chExt cx="214313" cy="214313"/>
                      </a:xfrm>
                    </p:grpSpPr>
                    <p:sp>
                      <p:nvSpPr>
                        <p:cNvPr id="18110" name="Arc 18109">
                          <a:extLst>
                            <a:ext uri="{FF2B5EF4-FFF2-40B4-BE49-F238E27FC236}">
                              <a16:creationId xmlns:a16="http://schemas.microsoft.com/office/drawing/2014/main" id="{CDB33F52-2AA1-E20F-A3AA-CCA74F9A276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111" name="Arc 18110">
                          <a:extLst>
                            <a:ext uri="{FF2B5EF4-FFF2-40B4-BE49-F238E27FC236}">
                              <a16:creationId xmlns:a16="http://schemas.microsoft.com/office/drawing/2014/main" id="{6051404E-5DE6-BCC5-6FE1-88AC10A427E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106" name="Group 18105">
                        <a:extLst>
                          <a:ext uri="{FF2B5EF4-FFF2-40B4-BE49-F238E27FC236}">
                            <a16:creationId xmlns:a16="http://schemas.microsoft.com/office/drawing/2014/main" id="{13D708D5-1061-5560-850E-702FE9B44292}"/>
                          </a:ext>
                        </a:extLst>
                      </p:cNvPr>
                      <p:cNvGrpSpPr/>
                      <p:nvPr/>
                    </p:nvGrpSpPr>
                    <p:grpSpPr>
                      <a:xfrm rot="7200000">
                        <a:off x="5310186" y="3402011"/>
                        <a:ext cx="303213" cy="303213"/>
                        <a:chOff x="5354637" y="3446463"/>
                        <a:chExt cx="214313" cy="214313"/>
                      </a:xfrm>
                    </p:grpSpPr>
                    <p:sp>
                      <p:nvSpPr>
                        <p:cNvPr id="18108" name="Arc 18107">
                          <a:extLst>
                            <a:ext uri="{FF2B5EF4-FFF2-40B4-BE49-F238E27FC236}">
                              <a16:creationId xmlns:a16="http://schemas.microsoft.com/office/drawing/2014/main" id="{90B47673-322D-6D9A-4392-C5E2501E2FB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109" name="Arc 18108">
                          <a:extLst>
                            <a:ext uri="{FF2B5EF4-FFF2-40B4-BE49-F238E27FC236}">
                              <a16:creationId xmlns:a16="http://schemas.microsoft.com/office/drawing/2014/main" id="{750FD982-E882-A99D-E4DE-E39531B0090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107" name="TextBox 18106">
                        <a:extLst>
                          <a:ext uri="{FF2B5EF4-FFF2-40B4-BE49-F238E27FC236}">
                            <a16:creationId xmlns:a16="http://schemas.microsoft.com/office/drawing/2014/main" id="{2482CD65-8938-D761-A3DA-F12F18C58C72}"/>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069" name="Group 18068">
                    <a:extLst>
                      <a:ext uri="{FF2B5EF4-FFF2-40B4-BE49-F238E27FC236}">
                        <a16:creationId xmlns:a16="http://schemas.microsoft.com/office/drawing/2014/main" id="{E8B4747D-8D20-0A1F-BBCD-3D6D13EA329D}"/>
                      </a:ext>
                    </a:extLst>
                  </p:cNvPr>
                  <p:cNvGrpSpPr/>
                  <p:nvPr/>
                </p:nvGrpSpPr>
                <p:grpSpPr>
                  <a:xfrm>
                    <a:off x="5886431" y="3525040"/>
                    <a:ext cx="393192" cy="393192"/>
                    <a:chOff x="5265196" y="3932619"/>
                    <a:chExt cx="393192" cy="393192"/>
                  </a:xfrm>
                </p:grpSpPr>
                <p:grpSp>
                  <p:nvGrpSpPr>
                    <p:cNvPr id="18093" name="Group 18092">
                      <a:extLst>
                        <a:ext uri="{FF2B5EF4-FFF2-40B4-BE49-F238E27FC236}">
                          <a16:creationId xmlns:a16="http://schemas.microsoft.com/office/drawing/2014/main" id="{500EA538-F24B-38A1-FC85-33EB1BEA589F}"/>
                        </a:ext>
                      </a:extLst>
                    </p:cNvPr>
                    <p:cNvGrpSpPr/>
                    <p:nvPr/>
                  </p:nvGrpSpPr>
                  <p:grpSpPr>
                    <a:xfrm>
                      <a:off x="5354636" y="4022061"/>
                      <a:ext cx="214313" cy="214313"/>
                      <a:chOff x="5354637" y="3446463"/>
                      <a:chExt cx="214313" cy="214313"/>
                    </a:xfrm>
                  </p:grpSpPr>
                  <p:sp>
                    <p:nvSpPr>
                      <p:cNvPr id="18101" name="Arc 18100">
                        <a:extLst>
                          <a:ext uri="{FF2B5EF4-FFF2-40B4-BE49-F238E27FC236}">
                            <a16:creationId xmlns:a16="http://schemas.microsoft.com/office/drawing/2014/main" id="{9735D20D-22C3-79B6-9B60-837FEE6D1F0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102" name="Arc 18101">
                        <a:extLst>
                          <a:ext uri="{FF2B5EF4-FFF2-40B4-BE49-F238E27FC236}">
                            <a16:creationId xmlns:a16="http://schemas.microsoft.com/office/drawing/2014/main" id="{233BC70C-EC91-48F6-9BBA-E6B7DF8154D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094" name="Group 18093">
                      <a:extLst>
                        <a:ext uri="{FF2B5EF4-FFF2-40B4-BE49-F238E27FC236}">
                          <a16:creationId xmlns:a16="http://schemas.microsoft.com/office/drawing/2014/main" id="{1E2B71BE-FDD8-6DEB-0C62-3EB389AD61EA}"/>
                        </a:ext>
                      </a:extLst>
                    </p:cNvPr>
                    <p:cNvGrpSpPr/>
                    <p:nvPr/>
                  </p:nvGrpSpPr>
                  <p:grpSpPr>
                    <a:xfrm rot="14400000">
                      <a:off x="5310186" y="3977611"/>
                      <a:ext cx="303213" cy="303213"/>
                      <a:chOff x="5354637" y="3446463"/>
                      <a:chExt cx="214313" cy="214313"/>
                    </a:xfrm>
                  </p:grpSpPr>
                  <p:sp>
                    <p:nvSpPr>
                      <p:cNvPr id="18099" name="Arc 18098">
                        <a:extLst>
                          <a:ext uri="{FF2B5EF4-FFF2-40B4-BE49-F238E27FC236}">
                            <a16:creationId xmlns:a16="http://schemas.microsoft.com/office/drawing/2014/main" id="{E0278208-E31C-9380-1D80-73A41C38AD4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100" name="Arc 18099">
                        <a:extLst>
                          <a:ext uri="{FF2B5EF4-FFF2-40B4-BE49-F238E27FC236}">
                            <a16:creationId xmlns:a16="http://schemas.microsoft.com/office/drawing/2014/main" id="{5D46309B-73FB-D78D-C515-8C0C04EF8E3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095" name="Group 18094">
                      <a:extLst>
                        <a:ext uri="{FF2B5EF4-FFF2-40B4-BE49-F238E27FC236}">
                          <a16:creationId xmlns:a16="http://schemas.microsoft.com/office/drawing/2014/main" id="{E4FE6221-AA3A-4BDA-054F-CA4852EFC7F2}"/>
                        </a:ext>
                      </a:extLst>
                    </p:cNvPr>
                    <p:cNvGrpSpPr/>
                    <p:nvPr/>
                  </p:nvGrpSpPr>
                  <p:grpSpPr>
                    <a:xfrm rot="7200000">
                      <a:off x="5265196" y="3932619"/>
                      <a:ext cx="393192" cy="393192"/>
                      <a:chOff x="5354637" y="3446463"/>
                      <a:chExt cx="214313" cy="214313"/>
                    </a:xfrm>
                  </p:grpSpPr>
                  <p:sp>
                    <p:nvSpPr>
                      <p:cNvPr id="18097" name="Arc 18096">
                        <a:extLst>
                          <a:ext uri="{FF2B5EF4-FFF2-40B4-BE49-F238E27FC236}">
                            <a16:creationId xmlns:a16="http://schemas.microsoft.com/office/drawing/2014/main" id="{BB003300-2DF7-6BA6-52B2-52D3FEEEFB8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098" name="Arc 18097">
                        <a:extLst>
                          <a:ext uri="{FF2B5EF4-FFF2-40B4-BE49-F238E27FC236}">
                            <a16:creationId xmlns:a16="http://schemas.microsoft.com/office/drawing/2014/main" id="{4A46886E-846A-C5F3-F135-4122E02F84E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096" name="TextBox 18095">
                      <a:extLst>
                        <a:ext uri="{FF2B5EF4-FFF2-40B4-BE49-F238E27FC236}">
                          <a16:creationId xmlns:a16="http://schemas.microsoft.com/office/drawing/2014/main" id="{3133089C-825A-E946-F7C6-DDC38320CBF8}"/>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8070" name="Group 18069">
                    <a:extLst>
                      <a:ext uri="{FF2B5EF4-FFF2-40B4-BE49-F238E27FC236}">
                        <a16:creationId xmlns:a16="http://schemas.microsoft.com/office/drawing/2014/main" id="{7BC879A5-4793-9651-D06E-7E4F71610444}"/>
                      </a:ext>
                    </a:extLst>
                  </p:cNvPr>
                  <p:cNvGrpSpPr/>
                  <p:nvPr/>
                </p:nvGrpSpPr>
                <p:grpSpPr>
                  <a:xfrm>
                    <a:off x="6512463" y="3525040"/>
                    <a:ext cx="393192" cy="393192"/>
                    <a:chOff x="6389147" y="3357021"/>
                    <a:chExt cx="393192" cy="393192"/>
                  </a:xfrm>
                </p:grpSpPr>
                <p:grpSp>
                  <p:nvGrpSpPr>
                    <p:cNvPr id="18082" name="Group 18081">
                      <a:extLst>
                        <a:ext uri="{FF2B5EF4-FFF2-40B4-BE49-F238E27FC236}">
                          <a16:creationId xmlns:a16="http://schemas.microsoft.com/office/drawing/2014/main" id="{00904086-62FA-3778-F346-4BE4F3A49788}"/>
                        </a:ext>
                      </a:extLst>
                    </p:cNvPr>
                    <p:cNvGrpSpPr/>
                    <p:nvPr/>
                  </p:nvGrpSpPr>
                  <p:grpSpPr>
                    <a:xfrm rot="7200000" flipH="1">
                      <a:off x="6389147" y="3357021"/>
                      <a:ext cx="393192" cy="393192"/>
                      <a:chOff x="5354637" y="3446463"/>
                      <a:chExt cx="214313" cy="214313"/>
                    </a:xfrm>
                  </p:grpSpPr>
                  <p:sp>
                    <p:nvSpPr>
                      <p:cNvPr id="18091" name="Arc 18090">
                        <a:extLst>
                          <a:ext uri="{FF2B5EF4-FFF2-40B4-BE49-F238E27FC236}">
                            <a16:creationId xmlns:a16="http://schemas.microsoft.com/office/drawing/2014/main" id="{EF3BEA22-B697-8D61-08B6-0A1EFCB8AF8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092" name="Arc 18091">
                        <a:extLst>
                          <a:ext uri="{FF2B5EF4-FFF2-40B4-BE49-F238E27FC236}">
                            <a16:creationId xmlns:a16="http://schemas.microsoft.com/office/drawing/2014/main" id="{F631BADC-B51F-44B0-E2FF-18E4A7F0294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083" name="Group 18082">
                      <a:extLst>
                        <a:ext uri="{FF2B5EF4-FFF2-40B4-BE49-F238E27FC236}">
                          <a16:creationId xmlns:a16="http://schemas.microsoft.com/office/drawing/2014/main" id="{BCA8486D-ACE4-B949-1AD4-14C3104C0420}"/>
                        </a:ext>
                      </a:extLst>
                    </p:cNvPr>
                    <p:cNvGrpSpPr/>
                    <p:nvPr/>
                  </p:nvGrpSpPr>
                  <p:grpSpPr>
                    <a:xfrm>
                      <a:off x="6434137" y="3402011"/>
                      <a:ext cx="303213" cy="303213"/>
                      <a:chOff x="6434137" y="3402011"/>
                      <a:chExt cx="303213" cy="303213"/>
                    </a:xfrm>
                  </p:grpSpPr>
                  <p:grpSp>
                    <p:nvGrpSpPr>
                      <p:cNvPr id="18084" name="Group 18083">
                        <a:extLst>
                          <a:ext uri="{FF2B5EF4-FFF2-40B4-BE49-F238E27FC236}">
                            <a16:creationId xmlns:a16="http://schemas.microsoft.com/office/drawing/2014/main" id="{3B4D2630-D72E-7462-7C79-A0FA8C87D440}"/>
                          </a:ext>
                        </a:extLst>
                      </p:cNvPr>
                      <p:cNvGrpSpPr/>
                      <p:nvPr/>
                    </p:nvGrpSpPr>
                    <p:grpSpPr>
                      <a:xfrm flipH="1">
                        <a:off x="6478587" y="3446461"/>
                        <a:ext cx="214313" cy="214313"/>
                        <a:chOff x="5354637" y="3446463"/>
                        <a:chExt cx="214313" cy="214313"/>
                      </a:xfrm>
                    </p:grpSpPr>
                    <p:sp>
                      <p:nvSpPr>
                        <p:cNvPr id="18089" name="Arc 18088">
                          <a:extLst>
                            <a:ext uri="{FF2B5EF4-FFF2-40B4-BE49-F238E27FC236}">
                              <a16:creationId xmlns:a16="http://schemas.microsoft.com/office/drawing/2014/main" id="{8D501CFF-4D94-D636-AF2D-7A09C64819C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090" name="Arc 18089">
                          <a:extLst>
                            <a:ext uri="{FF2B5EF4-FFF2-40B4-BE49-F238E27FC236}">
                              <a16:creationId xmlns:a16="http://schemas.microsoft.com/office/drawing/2014/main" id="{28BBD20A-80CF-1BF2-0C37-C9C3DFCB526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085" name="Group 18084">
                        <a:extLst>
                          <a:ext uri="{FF2B5EF4-FFF2-40B4-BE49-F238E27FC236}">
                            <a16:creationId xmlns:a16="http://schemas.microsoft.com/office/drawing/2014/main" id="{40B084B2-66AC-8F9A-BADB-686A43A6A020}"/>
                          </a:ext>
                        </a:extLst>
                      </p:cNvPr>
                      <p:cNvGrpSpPr/>
                      <p:nvPr/>
                    </p:nvGrpSpPr>
                    <p:grpSpPr>
                      <a:xfrm rot="14400000" flipH="1">
                        <a:off x="6434137" y="3402011"/>
                        <a:ext cx="303213" cy="303213"/>
                        <a:chOff x="5354637" y="3446463"/>
                        <a:chExt cx="214313" cy="214313"/>
                      </a:xfrm>
                    </p:grpSpPr>
                    <p:sp>
                      <p:nvSpPr>
                        <p:cNvPr id="18087" name="Arc 18086">
                          <a:extLst>
                            <a:ext uri="{FF2B5EF4-FFF2-40B4-BE49-F238E27FC236}">
                              <a16:creationId xmlns:a16="http://schemas.microsoft.com/office/drawing/2014/main" id="{6D91BA95-DAA6-D8E5-C80D-A0F8016EAAE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088" name="Arc 18087">
                          <a:extLst>
                            <a:ext uri="{FF2B5EF4-FFF2-40B4-BE49-F238E27FC236}">
                              <a16:creationId xmlns:a16="http://schemas.microsoft.com/office/drawing/2014/main" id="{80C890A7-E7B2-0D66-7F8E-B0D39770BF9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086" name="TextBox 18085">
                        <a:extLst>
                          <a:ext uri="{FF2B5EF4-FFF2-40B4-BE49-F238E27FC236}">
                            <a16:creationId xmlns:a16="http://schemas.microsoft.com/office/drawing/2014/main" id="{ACD6E78A-C55D-0604-A00B-2F77633246EC}"/>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071" name="Group 18070">
                    <a:extLst>
                      <a:ext uri="{FF2B5EF4-FFF2-40B4-BE49-F238E27FC236}">
                        <a16:creationId xmlns:a16="http://schemas.microsoft.com/office/drawing/2014/main" id="{8D8AD7B4-77A8-DE60-A289-2F9DF0AC7CE7}"/>
                      </a:ext>
                    </a:extLst>
                  </p:cNvPr>
                  <p:cNvGrpSpPr/>
                  <p:nvPr/>
                </p:nvGrpSpPr>
                <p:grpSpPr>
                  <a:xfrm>
                    <a:off x="6197413" y="3225768"/>
                    <a:ext cx="393192" cy="393192"/>
                    <a:chOff x="6389147" y="3932622"/>
                    <a:chExt cx="393192" cy="393192"/>
                  </a:xfrm>
                </p:grpSpPr>
                <p:grpSp>
                  <p:nvGrpSpPr>
                    <p:cNvPr id="18072" name="Group 18071">
                      <a:extLst>
                        <a:ext uri="{FF2B5EF4-FFF2-40B4-BE49-F238E27FC236}">
                          <a16:creationId xmlns:a16="http://schemas.microsoft.com/office/drawing/2014/main" id="{F08CC97A-DF3A-5F40-A630-79BDCC0DF6D0}"/>
                        </a:ext>
                      </a:extLst>
                    </p:cNvPr>
                    <p:cNvGrpSpPr/>
                    <p:nvPr/>
                  </p:nvGrpSpPr>
                  <p:grpSpPr>
                    <a:xfrm flipH="1">
                      <a:off x="6478587" y="4022061"/>
                      <a:ext cx="214313" cy="214313"/>
                      <a:chOff x="5354637" y="3446463"/>
                      <a:chExt cx="214313" cy="214313"/>
                    </a:xfrm>
                  </p:grpSpPr>
                  <p:sp>
                    <p:nvSpPr>
                      <p:cNvPr id="18080" name="Arc 18079">
                        <a:extLst>
                          <a:ext uri="{FF2B5EF4-FFF2-40B4-BE49-F238E27FC236}">
                            <a16:creationId xmlns:a16="http://schemas.microsoft.com/office/drawing/2014/main" id="{34E09E2B-9D44-BF8A-ABB6-7AEDBD70FB9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081" name="Arc 18080">
                        <a:extLst>
                          <a:ext uri="{FF2B5EF4-FFF2-40B4-BE49-F238E27FC236}">
                            <a16:creationId xmlns:a16="http://schemas.microsoft.com/office/drawing/2014/main" id="{37A3669C-98F6-5E2B-84EA-A71F676DC30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073" name="Group 18072">
                      <a:extLst>
                        <a:ext uri="{FF2B5EF4-FFF2-40B4-BE49-F238E27FC236}">
                          <a16:creationId xmlns:a16="http://schemas.microsoft.com/office/drawing/2014/main" id="{42C76902-1EA7-045E-8023-F0E62010823A}"/>
                        </a:ext>
                      </a:extLst>
                    </p:cNvPr>
                    <p:cNvGrpSpPr/>
                    <p:nvPr/>
                  </p:nvGrpSpPr>
                  <p:grpSpPr>
                    <a:xfrm rot="7200000" flipH="1">
                      <a:off x="6434137" y="3977611"/>
                      <a:ext cx="303213" cy="303213"/>
                      <a:chOff x="5354637" y="3446463"/>
                      <a:chExt cx="214313" cy="214313"/>
                    </a:xfrm>
                  </p:grpSpPr>
                  <p:sp>
                    <p:nvSpPr>
                      <p:cNvPr id="18078" name="Arc 18077">
                        <a:extLst>
                          <a:ext uri="{FF2B5EF4-FFF2-40B4-BE49-F238E27FC236}">
                            <a16:creationId xmlns:a16="http://schemas.microsoft.com/office/drawing/2014/main" id="{237A827D-9E4D-E24D-9A3F-6D77812AB64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079" name="Arc 18078">
                        <a:extLst>
                          <a:ext uri="{FF2B5EF4-FFF2-40B4-BE49-F238E27FC236}">
                            <a16:creationId xmlns:a16="http://schemas.microsoft.com/office/drawing/2014/main" id="{E0F47C10-6EBD-C82A-9DDB-2F3A2A45433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074" name="Group 18073">
                      <a:extLst>
                        <a:ext uri="{FF2B5EF4-FFF2-40B4-BE49-F238E27FC236}">
                          <a16:creationId xmlns:a16="http://schemas.microsoft.com/office/drawing/2014/main" id="{0A3188F3-3322-CC05-9615-ED8C4BA6A445}"/>
                        </a:ext>
                      </a:extLst>
                    </p:cNvPr>
                    <p:cNvGrpSpPr/>
                    <p:nvPr/>
                  </p:nvGrpSpPr>
                  <p:grpSpPr>
                    <a:xfrm rot="14400000" flipH="1">
                      <a:off x="6389147" y="3932622"/>
                      <a:ext cx="393192" cy="393192"/>
                      <a:chOff x="5354637" y="3446463"/>
                      <a:chExt cx="214313" cy="214313"/>
                    </a:xfrm>
                  </p:grpSpPr>
                  <p:sp>
                    <p:nvSpPr>
                      <p:cNvPr id="18076" name="Arc 18075">
                        <a:extLst>
                          <a:ext uri="{FF2B5EF4-FFF2-40B4-BE49-F238E27FC236}">
                            <a16:creationId xmlns:a16="http://schemas.microsoft.com/office/drawing/2014/main" id="{3CAE582F-9484-6468-0B05-63DE9F015CE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077" name="Arc 18076">
                        <a:extLst>
                          <a:ext uri="{FF2B5EF4-FFF2-40B4-BE49-F238E27FC236}">
                            <a16:creationId xmlns:a16="http://schemas.microsoft.com/office/drawing/2014/main" id="{9339C6BA-4A76-53FB-9EB1-13CBEC8E10A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075" name="TextBox 18074">
                      <a:extLst>
                        <a:ext uri="{FF2B5EF4-FFF2-40B4-BE49-F238E27FC236}">
                          <a16:creationId xmlns:a16="http://schemas.microsoft.com/office/drawing/2014/main" id="{0DD8007B-BBED-3287-244A-535C56A431F4}"/>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7971" name="Group 17970">
                <a:extLst>
                  <a:ext uri="{FF2B5EF4-FFF2-40B4-BE49-F238E27FC236}">
                    <a16:creationId xmlns:a16="http://schemas.microsoft.com/office/drawing/2014/main" id="{4A04E68F-34F4-7D70-500E-87BAD31ACBC5}"/>
                  </a:ext>
                </a:extLst>
              </p:cNvPr>
              <p:cNvGrpSpPr/>
              <p:nvPr/>
            </p:nvGrpSpPr>
            <p:grpSpPr>
              <a:xfrm>
                <a:off x="6065340" y="2039507"/>
                <a:ext cx="1643204" cy="1593124"/>
                <a:chOff x="5445106" y="2644743"/>
                <a:chExt cx="1643204" cy="1593124"/>
              </a:xfrm>
            </p:grpSpPr>
            <p:grpSp>
              <p:nvGrpSpPr>
                <p:cNvPr id="17972" name="Group 17971">
                  <a:extLst>
                    <a:ext uri="{FF2B5EF4-FFF2-40B4-BE49-F238E27FC236}">
                      <a16:creationId xmlns:a16="http://schemas.microsoft.com/office/drawing/2014/main" id="{ACEE1BF2-D29B-8BF8-F92D-EEB58F9E0172}"/>
                    </a:ext>
                  </a:extLst>
                </p:cNvPr>
                <p:cNvGrpSpPr/>
                <p:nvPr/>
              </p:nvGrpSpPr>
              <p:grpSpPr>
                <a:xfrm>
                  <a:off x="5445106" y="2644743"/>
                  <a:ext cx="1019224" cy="991639"/>
                  <a:chOff x="5886431" y="3225768"/>
                  <a:chExt cx="1019224" cy="991639"/>
                </a:xfrm>
              </p:grpSpPr>
              <p:grpSp>
                <p:nvGrpSpPr>
                  <p:cNvPr id="18020" name="Group 18019">
                    <a:extLst>
                      <a:ext uri="{FF2B5EF4-FFF2-40B4-BE49-F238E27FC236}">
                        <a16:creationId xmlns:a16="http://schemas.microsoft.com/office/drawing/2014/main" id="{5FF889C9-1FFF-B6ED-4D0E-057C9F4D9F87}"/>
                      </a:ext>
                    </a:extLst>
                  </p:cNvPr>
                  <p:cNvGrpSpPr/>
                  <p:nvPr/>
                </p:nvGrpSpPr>
                <p:grpSpPr>
                  <a:xfrm>
                    <a:off x="6197413" y="3824215"/>
                    <a:ext cx="393192" cy="393192"/>
                    <a:chOff x="5265196" y="3357021"/>
                    <a:chExt cx="393192" cy="393192"/>
                  </a:xfrm>
                </p:grpSpPr>
                <p:grpSp>
                  <p:nvGrpSpPr>
                    <p:cNvPr id="18055" name="Group 18054">
                      <a:extLst>
                        <a:ext uri="{FF2B5EF4-FFF2-40B4-BE49-F238E27FC236}">
                          <a16:creationId xmlns:a16="http://schemas.microsoft.com/office/drawing/2014/main" id="{7C0BEFD2-36D3-49D5-903F-6E9045B71660}"/>
                        </a:ext>
                      </a:extLst>
                    </p:cNvPr>
                    <p:cNvGrpSpPr/>
                    <p:nvPr/>
                  </p:nvGrpSpPr>
                  <p:grpSpPr>
                    <a:xfrm rot="14400000">
                      <a:off x="5265196" y="3357021"/>
                      <a:ext cx="393192" cy="393192"/>
                      <a:chOff x="5354637" y="3446463"/>
                      <a:chExt cx="214313" cy="214313"/>
                    </a:xfrm>
                  </p:grpSpPr>
                  <p:sp>
                    <p:nvSpPr>
                      <p:cNvPr id="18064" name="Arc 18063">
                        <a:extLst>
                          <a:ext uri="{FF2B5EF4-FFF2-40B4-BE49-F238E27FC236}">
                            <a16:creationId xmlns:a16="http://schemas.microsoft.com/office/drawing/2014/main" id="{82F8C4D6-32DD-F8EE-00AF-AB2A55D4996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065" name="Arc 18064">
                        <a:extLst>
                          <a:ext uri="{FF2B5EF4-FFF2-40B4-BE49-F238E27FC236}">
                            <a16:creationId xmlns:a16="http://schemas.microsoft.com/office/drawing/2014/main" id="{3DB0FF35-4076-BE23-FC54-EB956A8FA58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056" name="Group 18055">
                      <a:extLst>
                        <a:ext uri="{FF2B5EF4-FFF2-40B4-BE49-F238E27FC236}">
                          <a16:creationId xmlns:a16="http://schemas.microsoft.com/office/drawing/2014/main" id="{65275BDB-3667-B189-7C12-B136E151089F}"/>
                        </a:ext>
                      </a:extLst>
                    </p:cNvPr>
                    <p:cNvGrpSpPr/>
                    <p:nvPr/>
                  </p:nvGrpSpPr>
                  <p:grpSpPr>
                    <a:xfrm>
                      <a:off x="5310186" y="3402011"/>
                      <a:ext cx="303213" cy="303213"/>
                      <a:chOff x="5310186" y="3402011"/>
                      <a:chExt cx="303213" cy="303213"/>
                    </a:xfrm>
                  </p:grpSpPr>
                  <p:grpSp>
                    <p:nvGrpSpPr>
                      <p:cNvPr id="18057" name="Group 18056">
                        <a:extLst>
                          <a:ext uri="{FF2B5EF4-FFF2-40B4-BE49-F238E27FC236}">
                            <a16:creationId xmlns:a16="http://schemas.microsoft.com/office/drawing/2014/main" id="{5FAB8CD2-018A-B6C3-FD31-7A7C62CF89C7}"/>
                          </a:ext>
                        </a:extLst>
                      </p:cNvPr>
                      <p:cNvGrpSpPr/>
                      <p:nvPr/>
                    </p:nvGrpSpPr>
                    <p:grpSpPr>
                      <a:xfrm>
                        <a:off x="5354636" y="3446461"/>
                        <a:ext cx="214313" cy="214313"/>
                        <a:chOff x="5354637" y="3446463"/>
                        <a:chExt cx="214313" cy="214313"/>
                      </a:xfrm>
                    </p:grpSpPr>
                    <p:sp>
                      <p:nvSpPr>
                        <p:cNvPr id="18062" name="Arc 18061">
                          <a:extLst>
                            <a:ext uri="{FF2B5EF4-FFF2-40B4-BE49-F238E27FC236}">
                              <a16:creationId xmlns:a16="http://schemas.microsoft.com/office/drawing/2014/main" id="{7A516772-4A8C-8FF0-E104-AC731A701B2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063" name="Arc 18062">
                          <a:extLst>
                            <a:ext uri="{FF2B5EF4-FFF2-40B4-BE49-F238E27FC236}">
                              <a16:creationId xmlns:a16="http://schemas.microsoft.com/office/drawing/2014/main" id="{01A0CE2E-F356-A7FF-76B1-368DAD0E0FF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058" name="Group 18057">
                        <a:extLst>
                          <a:ext uri="{FF2B5EF4-FFF2-40B4-BE49-F238E27FC236}">
                            <a16:creationId xmlns:a16="http://schemas.microsoft.com/office/drawing/2014/main" id="{23B84400-4F88-6D85-7413-FFB3F974E840}"/>
                          </a:ext>
                        </a:extLst>
                      </p:cNvPr>
                      <p:cNvGrpSpPr/>
                      <p:nvPr/>
                    </p:nvGrpSpPr>
                    <p:grpSpPr>
                      <a:xfrm rot="7200000">
                        <a:off x="5310186" y="3402011"/>
                        <a:ext cx="303213" cy="303213"/>
                        <a:chOff x="5354637" y="3446463"/>
                        <a:chExt cx="214313" cy="214313"/>
                      </a:xfrm>
                    </p:grpSpPr>
                    <p:sp>
                      <p:nvSpPr>
                        <p:cNvPr id="18060" name="Arc 18059">
                          <a:extLst>
                            <a:ext uri="{FF2B5EF4-FFF2-40B4-BE49-F238E27FC236}">
                              <a16:creationId xmlns:a16="http://schemas.microsoft.com/office/drawing/2014/main" id="{0C5BFDFD-1B6B-86CD-F685-94DAA54DB8E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061" name="Arc 18060">
                          <a:extLst>
                            <a:ext uri="{FF2B5EF4-FFF2-40B4-BE49-F238E27FC236}">
                              <a16:creationId xmlns:a16="http://schemas.microsoft.com/office/drawing/2014/main" id="{7E57ADDE-EFD2-FD1D-9EF7-885930D6886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059" name="TextBox 18058">
                        <a:extLst>
                          <a:ext uri="{FF2B5EF4-FFF2-40B4-BE49-F238E27FC236}">
                            <a16:creationId xmlns:a16="http://schemas.microsoft.com/office/drawing/2014/main" id="{EBE5F1C1-A22A-262F-4724-9E8860CD2D99}"/>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021" name="Group 18020">
                    <a:extLst>
                      <a:ext uri="{FF2B5EF4-FFF2-40B4-BE49-F238E27FC236}">
                        <a16:creationId xmlns:a16="http://schemas.microsoft.com/office/drawing/2014/main" id="{8E79A058-3AAC-0DA1-CA97-80D5D609D8DA}"/>
                      </a:ext>
                    </a:extLst>
                  </p:cNvPr>
                  <p:cNvGrpSpPr/>
                  <p:nvPr/>
                </p:nvGrpSpPr>
                <p:grpSpPr>
                  <a:xfrm>
                    <a:off x="5886431" y="3525040"/>
                    <a:ext cx="393192" cy="393192"/>
                    <a:chOff x="5265196" y="3932619"/>
                    <a:chExt cx="393192" cy="393192"/>
                  </a:xfrm>
                </p:grpSpPr>
                <p:grpSp>
                  <p:nvGrpSpPr>
                    <p:cNvPr id="18045" name="Group 18044">
                      <a:extLst>
                        <a:ext uri="{FF2B5EF4-FFF2-40B4-BE49-F238E27FC236}">
                          <a16:creationId xmlns:a16="http://schemas.microsoft.com/office/drawing/2014/main" id="{61892292-D134-41C2-982F-46BABEE64CE1}"/>
                        </a:ext>
                      </a:extLst>
                    </p:cNvPr>
                    <p:cNvGrpSpPr/>
                    <p:nvPr/>
                  </p:nvGrpSpPr>
                  <p:grpSpPr>
                    <a:xfrm>
                      <a:off x="5354636" y="4022061"/>
                      <a:ext cx="214313" cy="214313"/>
                      <a:chOff x="5354637" y="3446463"/>
                      <a:chExt cx="214313" cy="214313"/>
                    </a:xfrm>
                  </p:grpSpPr>
                  <p:sp>
                    <p:nvSpPr>
                      <p:cNvPr id="18053" name="Arc 18052">
                        <a:extLst>
                          <a:ext uri="{FF2B5EF4-FFF2-40B4-BE49-F238E27FC236}">
                            <a16:creationId xmlns:a16="http://schemas.microsoft.com/office/drawing/2014/main" id="{038F6303-B2CD-0AED-96AA-EC4D6D47527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054" name="Arc 18053">
                        <a:extLst>
                          <a:ext uri="{FF2B5EF4-FFF2-40B4-BE49-F238E27FC236}">
                            <a16:creationId xmlns:a16="http://schemas.microsoft.com/office/drawing/2014/main" id="{400A5361-5ECC-E1EA-E2A2-E21F034B59F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046" name="Group 18045">
                      <a:extLst>
                        <a:ext uri="{FF2B5EF4-FFF2-40B4-BE49-F238E27FC236}">
                          <a16:creationId xmlns:a16="http://schemas.microsoft.com/office/drawing/2014/main" id="{274DF686-EAAE-66B1-744A-8D7F626659CF}"/>
                        </a:ext>
                      </a:extLst>
                    </p:cNvPr>
                    <p:cNvGrpSpPr/>
                    <p:nvPr/>
                  </p:nvGrpSpPr>
                  <p:grpSpPr>
                    <a:xfrm rot="14400000">
                      <a:off x="5310186" y="3977611"/>
                      <a:ext cx="303213" cy="303213"/>
                      <a:chOff x="5354637" y="3446463"/>
                      <a:chExt cx="214313" cy="214313"/>
                    </a:xfrm>
                  </p:grpSpPr>
                  <p:sp>
                    <p:nvSpPr>
                      <p:cNvPr id="18051" name="Arc 18050">
                        <a:extLst>
                          <a:ext uri="{FF2B5EF4-FFF2-40B4-BE49-F238E27FC236}">
                            <a16:creationId xmlns:a16="http://schemas.microsoft.com/office/drawing/2014/main" id="{6C65F5C2-31C4-8D7C-EB00-4538AB76F29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052" name="Arc 18051">
                        <a:extLst>
                          <a:ext uri="{FF2B5EF4-FFF2-40B4-BE49-F238E27FC236}">
                            <a16:creationId xmlns:a16="http://schemas.microsoft.com/office/drawing/2014/main" id="{D4D7B415-D5BE-6243-4F18-199538D936C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047" name="Group 18046">
                      <a:extLst>
                        <a:ext uri="{FF2B5EF4-FFF2-40B4-BE49-F238E27FC236}">
                          <a16:creationId xmlns:a16="http://schemas.microsoft.com/office/drawing/2014/main" id="{E4A67414-A9F9-9DA8-533E-73BF26247A87}"/>
                        </a:ext>
                      </a:extLst>
                    </p:cNvPr>
                    <p:cNvGrpSpPr/>
                    <p:nvPr/>
                  </p:nvGrpSpPr>
                  <p:grpSpPr>
                    <a:xfrm rot="7200000">
                      <a:off x="5265196" y="3932619"/>
                      <a:ext cx="393192" cy="393192"/>
                      <a:chOff x="5354637" y="3446463"/>
                      <a:chExt cx="214313" cy="214313"/>
                    </a:xfrm>
                  </p:grpSpPr>
                  <p:sp>
                    <p:nvSpPr>
                      <p:cNvPr id="18049" name="Arc 18048">
                        <a:extLst>
                          <a:ext uri="{FF2B5EF4-FFF2-40B4-BE49-F238E27FC236}">
                            <a16:creationId xmlns:a16="http://schemas.microsoft.com/office/drawing/2014/main" id="{90D27872-C807-FAF1-2362-CA1EAA4D4C9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050" name="Arc 18049">
                        <a:extLst>
                          <a:ext uri="{FF2B5EF4-FFF2-40B4-BE49-F238E27FC236}">
                            <a16:creationId xmlns:a16="http://schemas.microsoft.com/office/drawing/2014/main" id="{BB00BD24-E314-2543-5C9C-48E0AE25763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048" name="TextBox 18047">
                      <a:extLst>
                        <a:ext uri="{FF2B5EF4-FFF2-40B4-BE49-F238E27FC236}">
                          <a16:creationId xmlns:a16="http://schemas.microsoft.com/office/drawing/2014/main" id="{15E9F676-D045-D1A4-9171-581A8157BAC5}"/>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8022" name="Group 18021">
                    <a:extLst>
                      <a:ext uri="{FF2B5EF4-FFF2-40B4-BE49-F238E27FC236}">
                        <a16:creationId xmlns:a16="http://schemas.microsoft.com/office/drawing/2014/main" id="{4659FF04-7E95-B7CC-9265-C6F55CFC9880}"/>
                      </a:ext>
                    </a:extLst>
                  </p:cNvPr>
                  <p:cNvGrpSpPr/>
                  <p:nvPr/>
                </p:nvGrpSpPr>
                <p:grpSpPr>
                  <a:xfrm>
                    <a:off x="6512463" y="3525040"/>
                    <a:ext cx="393192" cy="393192"/>
                    <a:chOff x="6389147" y="3357021"/>
                    <a:chExt cx="393192" cy="393192"/>
                  </a:xfrm>
                </p:grpSpPr>
                <p:grpSp>
                  <p:nvGrpSpPr>
                    <p:cNvPr id="18034" name="Group 18033">
                      <a:extLst>
                        <a:ext uri="{FF2B5EF4-FFF2-40B4-BE49-F238E27FC236}">
                          <a16:creationId xmlns:a16="http://schemas.microsoft.com/office/drawing/2014/main" id="{2E877B14-A12F-5AC9-3BE4-867BC1FE9B21}"/>
                        </a:ext>
                      </a:extLst>
                    </p:cNvPr>
                    <p:cNvGrpSpPr/>
                    <p:nvPr/>
                  </p:nvGrpSpPr>
                  <p:grpSpPr>
                    <a:xfrm rot="7200000" flipH="1">
                      <a:off x="6389147" y="3357021"/>
                      <a:ext cx="393192" cy="393192"/>
                      <a:chOff x="5354637" y="3446463"/>
                      <a:chExt cx="214313" cy="214313"/>
                    </a:xfrm>
                  </p:grpSpPr>
                  <p:sp>
                    <p:nvSpPr>
                      <p:cNvPr id="18043" name="Arc 18042">
                        <a:extLst>
                          <a:ext uri="{FF2B5EF4-FFF2-40B4-BE49-F238E27FC236}">
                            <a16:creationId xmlns:a16="http://schemas.microsoft.com/office/drawing/2014/main" id="{375F8BA9-5B57-55AB-5B4E-86F3F402DBB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044" name="Arc 18043">
                        <a:extLst>
                          <a:ext uri="{FF2B5EF4-FFF2-40B4-BE49-F238E27FC236}">
                            <a16:creationId xmlns:a16="http://schemas.microsoft.com/office/drawing/2014/main" id="{584CC767-0D53-0A0E-3C4E-F0B7A68EEB0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035" name="Group 18034">
                      <a:extLst>
                        <a:ext uri="{FF2B5EF4-FFF2-40B4-BE49-F238E27FC236}">
                          <a16:creationId xmlns:a16="http://schemas.microsoft.com/office/drawing/2014/main" id="{5815EE73-E444-B768-AC55-E0DAA8CA9F69}"/>
                        </a:ext>
                      </a:extLst>
                    </p:cNvPr>
                    <p:cNvGrpSpPr/>
                    <p:nvPr/>
                  </p:nvGrpSpPr>
                  <p:grpSpPr>
                    <a:xfrm>
                      <a:off x="6434137" y="3402011"/>
                      <a:ext cx="303213" cy="303213"/>
                      <a:chOff x="6434137" y="3402011"/>
                      <a:chExt cx="303213" cy="303213"/>
                    </a:xfrm>
                  </p:grpSpPr>
                  <p:grpSp>
                    <p:nvGrpSpPr>
                      <p:cNvPr id="18036" name="Group 18035">
                        <a:extLst>
                          <a:ext uri="{FF2B5EF4-FFF2-40B4-BE49-F238E27FC236}">
                            <a16:creationId xmlns:a16="http://schemas.microsoft.com/office/drawing/2014/main" id="{FD797863-52D1-A01F-821A-FFE5539FBBFB}"/>
                          </a:ext>
                        </a:extLst>
                      </p:cNvPr>
                      <p:cNvGrpSpPr/>
                      <p:nvPr/>
                    </p:nvGrpSpPr>
                    <p:grpSpPr>
                      <a:xfrm flipH="1">
                        <a:off x="6478587" y="3446461"/>
                        <a:ext cx="214313" cy="214313"/>
                        <a:chOff x="5354637" y="3446463"/>
                        <a:chExt cx="214313" cy="214313"/>
                      </a:xfrm>
                    </p:grpSpPr>
                    <p:sp>
                      <p:nvSpPr>
                        <p:cNvPr id="18041" name="Arc 18040">
                          <a:extLst>
                            <a:ext uri="{FF2B5EF4-FFF2-40B4-BE49-F238E27FC236}">
                              <a16:creationId xmlns:a16="http://schemas.microsoft.com/office/drawing/2014/main" id="{CB83DB26-9970-A9F3-25F1-0411916ED38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042" name="Arc 18041">
                          <a:extLst>
                            <a:ext uri="{FF2B5EF4-FFF2-40B4-BE49-F238E27FC236}">
                              <a16:creationId xmlns:a16="http://schemas.microsoft.com/office/drawing/2014/main" id="{5293A9E9-F64F-5EAB-962B-B22FAD9BA92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037" name="Group 18036">
                        <a:extLst>
                          <a:ext uri="{FF2B5EF4-FFF2-40B4-BE49-F238E27FC236}">
                            <a16:creationId xmlns:a16="http://schemas.microsoft.com/office/drawing/2014/main" id="{CAE31CA2-6AB6-0877-E9D2-E3CE8F477296}"/>
                          </a:ext>
                        </a:extLst>
                      </p:cNvPr>
                      <p:cNvGrpSpPr/>
                      <p:nvPr/>
                    </p:nvGrpSpPr>
                    <p:grpSpPr>
                      <a:xfrm rot="14400000" flipH="1">
                        <a:off x="6434137" y="3402011"/>
                        <a:ext cx="303213" cy="303213"/>
                        <a:chOff x="5354637" y="3446463"/>
                        <a:chExt cx="214313" cy="214313"/>
                      </a:xfrm>
                    </p:grpSpPr>
                    <p:sp>
                      <p:nvSpPr>
                        <p:cNvPr id="18039" name="Arc 18038">
                          <a:extLst>
                            <a:ext uri="{FF2B5EF4-FFF2-40B4-BE49-F238E27FC236}">
                              <a16:creationId xmlns:a16="http://schemas.microsoft.com/office/drawing/2014/main" id="{5641D072-7C42-103C-324E-2C6DBE177CE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040" name="Arc 18039">
                          <a:extLst>
                            <a:ext uri="{FF2B5EF4-FFF2-40B4-BE49-F238E27FC236}">
                              <a16:creationId xmlns:a16="http://schemas.microsoft.com/office/drawing/2014/main" id="{8EF4D856-D835-A4D1-F1B4-9C0E497C005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038" name="TextBox 18037">
                        <a:extLst>
                          <a:ext uri="{FF2B5EF4-FFF2-40B4-BE49-F238E27FC236}">
                            <a16:creationId xmlns:a16="http://schemas.microsoft.com/office/drawing/2014/main" id="{C3F1B621-C243-ED0E-38ED-79BE79E6D429}"/>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023" name="Group 18022">
                    <a:extLst>
                      <a:ext uri="{FF2B5EF4-FFF2-40B4-BE49-F238E27FC236}">
                        <a16:creationId xmlns:a16="http://schemas.microsoft.com/office/drawing/2014/main" id="{E64A59F4-1454-241B-0035-A880703A2DB4}"/>
                      </a:ext>
                    </a:extLst>
                  </p:cNvPr>
                  <p:cNvGrpSpPr/>
                  <p:nvPr/>
                </p:nvGrpSpPr>
                <p:grpSpPr>
                  <a:xfrm>
                    <a:off x="6197413" y="3225768"/>
                    <a:ext cx="393192" cy="393192"/>
                    <a:chOff x="6389147" y="3932622"/>
                    <a:chExt cx="393192" cy="393192"/>
                  </a:xfrm>
                </p:grpSpPr>
                <p:grpSp>
                  <p:nvGrpSpPr>
                    <p:cNvPr id="18024" name="Group 18023">
                      <a:extLst>
                        <a:ext uri="{FF2B5EF4-FFF2-40B4-BE49-F238E27FC236}">
                          <a16:creationId xmlns:a16="http://schemas.microsoft.com/office/drawing/2014/main" id="{BBEB1C3E-0FFD-AB00-8A50-71C80D8C0812}"/>
                        </a:ext>
                      </a:extLst>
                    </p:cNvPr>
                    <p:cNvGrpSpPr/>
                    <p:nvPr/>
                  </p:nvGrpSpPr>
                  <p:grpSpPr>
                    <a:xfrm flipH="1">
                      <a:off x="6478587" y="4022061"/>
                      <a:ext cx="214313" cy="214313"/>
                      <a:chOff x="5354637" y="3446463"/>
                      <a:chExt cx="214313" cy="214313"/>
                    </a:xfrm>
                  </p:grpSpPr>
                  <p:sp>
                    <p:nvSpPr>
                      <p:cNvPr id="18032" name="Arc 18031">
                        <a:extLst>
                          <a:ext uri="{FF2B5EF4-FFF2-40B4-BE49-F238E27FC236}">
                            <a16:creationId xmlns:a16="http://schemas.microsoft.com/office/drawing/2014/main" id="{1B936735-BD6E-AB3F-53E8-F38E9617490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033" name="Arc 18032">
                        <a:extLst>
                          <a:ext uri="{FF2B5EF4-FFF2-40B4-BE49-F238E27FC236}">
                            <a16:creationId xmlns:a16="http://schemas.microsoft.com/office/drawing/2014/main" id="{6C9F973D-C5B0-2E29-0E30-30EB4E79610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025" name="Group 18024">
                      <a:extLst>
                        <a:ext uri="{FF2B5EF4-FFF2-40B4-BE49-F238E27FC236}">
                          <a16:creationId xmlns:a16="http://schemas.microsoft.com/office/drawing/2014/main" id="{E25C3DF9-7F56-9176-394A-71A4E6F126CF}"/>
                        </a:ext>
                      </a:extLst>
                    </p:cNvPr>
                    <p:cNvGrpSpPr/>
                    <p:nvPr/>
                  </p:nvGrpSpPr>
                  <p:grpSpPr>
                    <a:xfrm rot="7200000" flipH="1">
                      <a:off x="6434137" y="3977611"/>
                      <a:ext cx="303213" cy="303213"/>
                      <a:chOff x="5354637" y="3446463"/>
                      <a:chExt cx="214313" cy="214313"/>
                    </a:xfrm>
                  </p:grpSpPr>
                  <p:sp>
                    <p:nvSpPr>
                      <p:cNvPr id="18030" name="Arc 18029">
                        <a:extLst>
                          <a:ext uri="{FF2B5EF4-FFF2-40B4-BE49-F238E27FC236}">
                            <a16:creationId xmlns:a16="http://schemas.microsoft.com/office/drawing/2014/main" id="{63A4A568-C1F2-2543-23E8-391F59DE437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031" name="Arc 18030">
                        <a:extLst>
                          <a:ext uri="{FF2B5EF4-FFF2-40B4-BE49-F238E27FC236}">
                            <a16:creationId xmlns:a16="http://schemas.microsoft.com/office/drawing/2014/main" id="{57F24583-84F8-C8A6-D4E5-0A5386C89DA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026" name="Group 18025">
                      <a:extLst>
                        <a:ext uri="{FF2B5EF4-FFF2-40B4-BE49-F238E27FC236}">
                          <a16:creationId xmlns:a16="http://schemas.microsoft.com/office/drawing/2014/main" id="{799D2CDD-B702-BF31-E803-FF471449EA15}"/>
                        </a:ext>
                      </a:extLst>
                    </p:cNvPr>
                    <p:cNvGrpSpPr/>
                    <p:nvPr/>
                  </p:nvGrpSpPr>
                  <p:grpSpPr>
                    <a:xfrm rot="14400000" flipH="1">
                      <a:off x="6389147" y="3932622"/>
                      <a:ext cx="393192" cy="393192"/>
                      <a:chOff x="5354637" y="3446463"/>
                      <a:chExt cx="214313" cy="214313"/>
                    </a:xfrm>
                  </p:grpSpPr>
                  <p:sp>
                    <p:nvSpPr>
                      <p:cNvPr id="18028" name="Arc 18027">
                        <a:extLst>
                          <a:ext uri="{FF2B5EF4-FFF2-40B4-BE49-F238E27FC236}">
                            <a16:creationId xmlns:a16="http://schemas.microsoft.com/office/drawing/2014/main" id="{2612DC3A-1ADE-74C9-FAA7-314027FDCE5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029" name="Arc 18028">
                        <a:extLst>
                          <a:ext uri="{FF2B5EF4-FFF2-40B4-BE49-F238E27FC236}">
                            <a16:creationId xmlns:a16="http://schemas.microsoft.com/office/drawing/2014/main" id="{FB726A24-691D-3020-CFE9-E2FA8986F9D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027" name="TextBox 18026">
                      <a:extLst>
                        <a:ext uri="{FF2B5EF4-FFF2-40B4-BE49-F238E27FC236}">
                          <a16:creationId xmlns:a16="http://schemas.microsoft.com/office/drawing/2014/main" id="{EE804148-13D7-3224-DDE1-F08807C606D7}"/>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973" name="Group 17972">
                  <a:extLst>
                    <a:ext uri="{FF2B5EF4-FFF2-40B4-BE49-F238E27FC236}">
                      <a16:creationId xmlns:a16="http://schemas.microsoft.com/office/drawing/2014/main" id="{B01CD305-F194-C619-93C2-778464556DB3}"/>
                    </a:ext>
                  </a:extLst>
                </p:cNvPr>
                <p:cNvGrpSpPr/>
                <p:nvPr/>
              </p:nvGrpSpPr>
              <p:grpSpPr>
                <a:xfrm>
                  <a:off x="6069086" y="3246228"/>
                  <a:ext cx="1019224" cy="991639"/>
                  <a:chOff x="5886431" y="3225768"/>
                  <a:chExt cx="1019224" cy="991639"/>
                </a:xfrm>
              </p:grpSpPr>
              <p:grpSp>
                <p:nvGrpSpPr>
                  <p:cNvPr id="17974" name="Group 17973">
                    <a:extLst>
                      <a:ext uri="{FF2B5EF4-FFF2-40B4-BE49-F238E27FC236}">
                        <a16:creationId xmlns:a16="http://schemas.microsoft.com/office/drawing/2014/main" id="{EAD8FE76-C0E8-7B86-9742-0AD3DB0ADA62}"/>
                      </a:ext>
                    </a:extLst>
                  </p:cNvPr>
                  <p:cNvGrpSpPr/>
                  <p:nvPr/>
                </p:nvGrpSpPr>
                <p:grpSpPr>
                  <a:xfrm>
                    <a:off x="6197413" y="3824215"/>
                    <a:ext cx="393192" cy="393192"/>
                    <a:chOff x="5265196" y="3357021"/>
                    <a:chExt cx="393192" cy="393192"/>
                  </a:xfrm>
                </p:grpSpPr>
                <p:grpSp>
                  <p:nvGrpSpPr>
                    <p:cNvPr id="18009" name="Group 18008">
                      <a:extLst>
                        <a:ext uri="{FF2B5EF4-FFF2-40B4-BE49-F238E27FC236}">
                          <a16:creationId xmlns:a16="http://schemas.microsoft.com/office/drawing/2014/main" id="{3E93974E-E0D7-AF72-8380-05D57709D247}"/>
                        </a:ext>
                      </a:extLst>
                    </p:cNvPr>
                    <p:cNvGrpSpPr/>
                    <p:nvPr/>
                  </p:nvGrpSpPr>
                  <p:grpSpPr>
                    <a:xfrm rot="14400000">
                      <a:off x="5265196" y="3357021"/>
                      <a:ext cx="393192" cy="393192"/>
                      <a:chOff x="5354637" y="3446463"/>
                      <a:chExt cx="214313" cy="214313"/>
                    </a:xfrm>
                  </p:grpSpPr>
                  <p:sp>
                    <p:nvSpPr>
                      <p:cNvPr id="18018" name="Arc 18017">
                        <a:extLst>
                          <a:ext uri="{FF2B5EF4-FFF2-40B4-BE49-F238E27FC236}">
                            <a16:creationId xmlns:a16="http://schemas.microsoft.com/office/drawing/2014/main" id="{645D2A8A-1230-9263-A76D-063678110DF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019" name="Arc 18018">
                        <a:extLst>
                          <a:ext uri="{FF2B5EF4-FFF2-40B4-BE49-F238E27FC236}">
                            <a16:creationId xmlns:a16="http://schemas.microsoft.com/office/drawing/2014/main" id="{E26F5A6A-FF18-8233-A8D8-BDECCA528F8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010" name="Group 18009">
                      <a:extLst>
                        <a:ext uri="{FF2B5EF4-FFF2-40B4-BE49-F238E27FC236}">
                          <a16:creationId xmlns:a16="http://schemas.microsoft.com/office/drawing/2014/main" id="{2BBBF72A-E6F3-3E26-5836-C83265958C98}"/>
                        </a:ext>
                      </a:extLst>
                    </p:cNvPr>
                    <p:cNvGrpSpPr/>
                    <p:nvPr/>
                  </p:nvGrpSpPr>
                  <p:grpSpPr>
                    <a:xfrm>
                      <a:off x="5310186" y="3402011"/>
                      <a:ext cx="303213" cy="303213"/>
                      <a:chOff x="5310186" y="3402011"/>
                      <a:chExt cx="303213" cy="303213"/>
                    </a:xfrm>
                  </p:grpSpPr>
                  <p:grpSp>
                    <p:nvGrpSpPr>
                      <p:cNvPr id="18011" name="Group 18010">
                        <a:extLst>
                          <a:ext uri="{FF2B5EF4-FFF2-40B4-BE49-F238E27FC236}">
                            <a16:creationId xmlns:a16="http://schemas.microsoft.com/office/drawing/2014/main" id="{E86FDCF7-F74F-8728-96CC-6CB965DEA73B}"/>
                          </a:ext>
                        </a:extLst>
                      </p:cNvPr>
                      <p:cNvGrpSpPr/>
                      <p:nvPr/>
                    </p:nvGrpSpPr>
                    <p:grpSpPr>
                      <a:xfrm>
                        <a:off x="5354636" y="3446461"/>
                        <a:ext cx="214313" cy="214313"/>
                        <a:chOff x="5354637" y="3446463"/>
                        <a:chExt cx="214313" cy="214313"/>
                      </a:xfrm>
                    </p:grpSpPr>
                    <p:sp>
                      <p:nvSpPr>
                        <p:cNvPr id="18016" name="Arc 18015">
                          <a:extLst>
                            <a:ext uri="{FF2B5EF4-FFF2-40B4-BE49-F238E27FC236}">
                              <a16:creationId xmlns:a16="http://schemas.microsoft.com/office/drawing/2014/main" id="{7BAC8884-979E-8279-074A-1A675C4109A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017" name="Arc 18016">
                          <a:extLst>
                            <a:ext uri="{FF2B5EF4-FFF2-40B4-BE49-F238E27FC236}">
                              <a16:creationId xmlns:a16="http://schemas.microsoft.com/office/drawing/2014/main" id="{2129A496-22D8-AC4C-2503-8F6AC670EA3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012" name="Group 18011">
                        <a:extLst>
                          <a:ext uri="{FF2B5EF4-FFF2-40B4-BE49-F238E27FC236}">
                            <a16:creationId xmlns:a16="http://schemas.microsoft.com/office/drawing/2014/main" id="{9CB26CD3-422E-D07C-B14C-0D0AF63A74FE}"/>
                          </a:ext>
                        </a:extLst>
                      </p:cNvPr>
                      <p:cNvGrpSpPr/>
                      <p:nvPr/>
                    </p:nvGrpSpPr>
                    <p:grpSpPr>
                      <a:xfrm rot="7200000">
                        <a:off x="5310186" y="3402011"/>
                        <a:ext cx="303213" cy="303213"/>
                        <a:chOff x="5354637" y="3446463"/>
                        <a:chExt cx="214313" cy="214313"/>
                      </a:xfrm>
                    </p:grpSpPr>
                    <p:sp>
                      <p:nvSpPr>
                        <p:cNvPr id="18014" name="Arc 18013">
                          <a:extLst>
                            <a:ext uri="{FF2B5EF4-FFF2-40B4-BE49-F238E27FC236}">
                              <a16:creationId xmlns:a16="http://schemas.microsoft.com/office/drawing/2014/main" id="{B856CF6E-16A6-99F5-26E0-61963E0E7CC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015" name="Arc 18014">
                          <a:extLst>
                            <a:ext uri="{FF2B5EF4-FFF2-40B4-BE49-F238E27FC236}">
                              <a16:creationId xmlns:a16="http://schemas.microsoft.com/office/drawing/2014/main" id="{5E0880B8-C9F1-9D30-E159-FF9E0DA5850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013" name="TextBox 18012">
                        <a:extLst>
                          <a:ext uri="{FF2B5EF4-FFF2-40B4-BE49-F238E27FC236}">
                            <a16:creationId xmlns:a16="http://schemas.microsoft.com/office/drawing/2014/main" id="{5DBDA327-29F8-D275-33BA-58689027873D}"/>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975" name="Group 17974">
                    <a:extLst>
                      <a:ext uri="{FF2B5EF4-FFF2-40B4-BE49-F238E27FC236}">
                        <a16:creationId xmlns:a16="http://schemas.microsoft.com/office/drawing/2014/main" id="{6177F58C-9E05-1073-DD49-199117AC51C1}"/>
                      </a:ext>
                    </a:extLst>
                  </p:cNvPr>
                  <p:cNvGrpSpPr/>
                  <p:nvPr/>
                </p:nvGrpSpPr>
                <p:grpSpPr>
                  <a:xfrm>
                    <a:off x="5886431" y="3525040"/>
                    <a:ext cx="393192" cy="393192"/>
                    <a:chOff x="5265196" y="3932619"/>
                    <a:chExt cx="393192" cy="393192"/>
                  </a:xfrm>
                </p:grpSpPr>
                <p:grpSp>
                  <p:nvGrpSpPr>
                    <p:cNvPr id="17999" name="Group 17998">
                      <a:extLst>
                        <a:ext uri="{FF2B5EF4-FFF2-40B4-BE49-F238E27FC236}">
                          <a16:creationId xmlns:a16="http://schemas.microsoft.com/office/drawing/2014/main" id="{496340F5-2525-CE26-16C2-67A6107B4894}"/>
                        </a:ext>
                      </a:extLst>
                    </p:cNvPr>
                    <p:cNvGrpSpPr/>
                    <p:nvPr/>
                  </p:nvGrpSpPr>
                  <p:grpSpPr>
                    <a:xfrm>
                      <a:off x="5354636" y="4022061"/>
                      <a:ext cx="214313" cy="214313"/>
                      <a:chOff x="5354637" y="3446463"/>
                      <a:chExt cx="214313" cy="214313"/>
                    </a:xfrm>
                  </p:grpSpPr>
                  <p:sp>
                    <p:nvSpPr>
                      <p:cNvPr id="18007" name="Arc 18006">
                        <a:extLst>
                          <a:ext uri="{FF2B5EF4-FFF2-40B4-BE49-F238E27FC236}">
                            <a16:creationId xmlns:a16="http://schemas.microsoft.com/office/drawing/2014/main" id="{0510110C-CD7A-0C31-F988-DE4E7558FE3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008" name="Arc 18007">
                        <a:extLst>
                          <a:ext uri="{FF2B5EF4-FFF2-40B4-BE49-F238E27FC236}">
                            <a16:creationId xmlns:a16="http://schemas.microsoft.com/office/drawing/2014/main" id="{FFFAD32A-70D5-55E8-80C8-4B075A73AED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000" name="Group 17999">
                      <a:extLst>
                        <a:ext uri="{FF2B5EF4-FFF2-40B4-BE49-F238E27FC236}">
                          <a16:creationId xmlns:a16="http://schemas.microsoft.com/office/drawing/2014/main" id="{03A20329-7401-B403-1DC4-E1DFEE5705FB}"/>
                        </a:ext>
                      </a:extLst>
                    </p:cNvPr>
                    <p:cNvGrpSpPr/>
                    <p:nvPr/>
                  </p:nvGrpSpPr>
                  <p:grpSpPr>
                    <a:xfrm rot="14400000">
                      <a:off x="5310186" y="3977611"/>
                      <a:ext cx="303213" cy="303213"/>
                      <a:chOff x="5354637" y="3446463"/>
                      <a:chExt cx="214313" cy="214313"/>
                    </a:xfrm>
                  </p:grpSpPr>
                  <p:sp>
                    <p:nvSpPr>
                      <p:cNvPr id="18005" name="Arc 18004">
                        <a:extLst>
                          <a:ext uri="{FF2B5EF4-FFF2-40B4-BE49-F238E27FC236}">
                            <a16:creationId xmlns:a16="http://schemas.microsoft.com/office/drawing/2014/main" id="{C12E9960-AA23-4027-AC02-6BBD99FB0DC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006" name="Arc 18005">
                        <a:extLst>
                          <a:ext uri="{FF2B5EF4-FFF2-40B4-BE49-F238E27FC236}">
                            <a16:creationId xmlns:a16="http://schemas.microsoft.com/office/drawing/2014/main" id="{3EF514F3-D8A9-DD65-9C80-869C6B1A80A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001" name="Group 18000">
                      <a:extLst>
                        <a:ext uri="{FF2B5EF4-FFF2-40B4-BE49-F238E27FC236}">
                          <a16:creationId xmlns:a16="http://schemas.microsoft.com/office/drawing/2014/main" id="{FF973067-E571-EFBA-47F6-E44F03A54618}"/>
                        </a:ext>
                      </a:extLst>
                    </p:cNvPr>
                    <p:cNvGrpSpPr/>
                    <p:nvPr/>
                  </p:nvGrpSpPr>
                  <p:grpSpPr>
                    <a:xfrm rot="7200000">
                      <a:off x="5265196" y="3932619"/>
                      <a:ext cx="393192" cy="393192"/>
                      <a:chOff x="5354637" y="3446463"/>
                      <a:chExt cx="214313" cy="214313"/>
                    </a:xfrm>
                  </p:grpSpPr>
                  <p:sp>
                    <p:nvSpPr>
                      <p:cNvPr id="18003" name="Arc 18002">
                        <a:extLst>
                          <a:ext uri="{FF2B5EF4-FFF2-40B4-BE49-F238E27FC236}">
                            <a16:creationId xmlns:a16="http://schemas.microsoft.com/office/drawing/2014/main" id="{44710E77-2289-700C-6979-4CFB9E8DAB4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004" name="Arc 18003">
                        <a:extLst>
                          <a:ext uri="{FF2B5EF4-FFF2-40B4-BE49-F238E27FC236}">
                            <a16:creationId xmlns:a16="http://schemas.microsoft.com/office/drawing/2014/main" id="{F87A06BD-4DC5-F56B-D6AB-5DC2B9FD403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002" name="TextBox 18001">
                      <a:extLst>
                        <a:ext uri="{FF2B5EF4-FFF2-40B4-BE49-F238E27FC236}">
                          <a16:creationId xmlns:a16="http://schemas.microsoft.com/office/drawing/2014/main" id="{4D79738E-0A06-0AED-3D34-DDB9298EEA27}"/>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7976" name="Group 17975">
                    <a:extLst>
                      <a:ext uri="{FF2B5EF4-FFF2-40B4-BE49-F238E27FC236}">
                        <a16:creationId xmlns:a16="http://schemas.microsoft.com/office/drawing/2014/main" id="{BAA45BF1-5197-EFF9-578E-C0AE027A46AC}"/>
                      </a:ext>
                    </a:extLst>
                  </p:cNvPr>
                  <p:cNvGrpSpPr/>
                  <p:nvPr/>
                </p:nvGrpSpPr>
                <p:grpSpPr>
                  <a:xfrm>
                    <a:off x="6512463" y="3525040"/>
                    <a:ext cx="393192" cy="393192"/>
                    <a:chOff x="6389147" y="3357021"/>
                    <a:chExt cx="393192" cy="393192"/>
                  </a:xfrm>
                </p:grpSpPr>
                <p:grpSp>
                  <p:nvGrpSpPr>
                    <p:cNvPr id="17988" name="Group 17987">
                      <a:extLst>
                        <a:ext uri="{FF2B5EF4-FFF2-40B4-BE49-F238E27FC236}">
                          <a16:creationId xmlns:a16="http://schemas.microsoft.com/office/drawing/2014/main" id="{789EA51A-8E87-F740-6883-F7762813455C}"/>
                        </a:ext>
                      </a:extLst>
                    </p:cNvPr>
                    <p:cNvGrpSpPr/>
                    <p:nvPr/>
                  </p:nvGrpSpPr>
                  <p:grpSpPr>
                    <a:xfrm rot="7200000" flipH="1">
                      <a:off x="6389147" y="3357021"/>
                      <a:ext cx="393192" cy="393192"/>
                      <a:chOff x="5354637" y="3446463"/>
                      <a:chExt cx="214313" cy="214313"/>
                    </a:xfrm>
                  </p:grpSpPr>
                  <p:sp>
                    <p:nvSpPr>
                      <p:cNvPr id="17997" name="Arc 17996">
                        <a:extLst>
                          <a:ext uri="{FF2B5EF4-FFF2-40B4-BE49-F238E27FC236}">
                            <a16:creationId xmlns:a16="http://schemas.microsoft.com/office/drawing/2014/main" id="{46BDAB93-5C18-7202-8EA0-DA1FCDBEE1D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998" name="Arc 17997">
                        <a:extLst>
                          <a:ext uri="{FF2B5EF4-FFF2-40B4-BE49-F238E27FC236}">
                            <a16:creationId xmlns:a16="http://schemas.microsoft.com/office/drawing/2014/main" id="{B34BB6C7-C30C-D819-57A7-50B0695FD11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989" name="Group 17988">
                      <a:extLst>
                        <a:ext uri="{FF2B5EF4-FFF2-40B4-BE49-F238E27FC236}">
                          <a16:creationId xmlns:a16="http://schemas.microsoft.com/office/drawing/2014/main" id="{D1D508EC-2368-F194-2BB8-2E49141B03E6}"/>
                        </a:ext>
                      </a:extLst>
                    </p:cNvPr>
                    <p:cNvGrpSpPr/>
                    <p:nvPr/>
                  </p:nvGrpSpPr>
                  <p:grpSpPr>
                    <a:xfrm>
                      <a:off x="6434137" y="3402011"/>
                      <a:ext cx="303213" cy="303213"/>
                      <a:chOff x="6434137" y="3402011"/>
                      <a:chExt cx="303213" cy="303213"/>
                    </a:xfrm>
                  </p:grpSpPr>
                  <p:grpSp>
                    <p:nvGrpSpPr>
                      <p:cNvPr id="17990" name="Group 17989">
                        <a:extLst>
                          <a:ext uri="{FF2B5EF4-FFF2-40B4-BE49-F238E27FC236}">
                            <a16:creationId xmlns:a16="http://schemas.microsoft.com/office/drawing/2014/main" id="{6B39A19F-FC03-D286-8F1C-EE4689207B92}"/>
                          </a:ext>
                        </a:extLst>
                      </p:cNvPr>
                      <p:cNvGrpSpPr/>
                      <p:nvPr/>
                    </p:nvGrpSpPr>
                    <p:grpSpPr>
                      <a:xfrm flipH="1">
                        <a:off x="6478587" y="3446461"/>
                        <a:ext cx="214313" cy="214313"/>
                        <a:chOff x="5354637" y="3446463"/>
                        <a:chExt cx="214313" cy="214313"/>
                      </a:xfrm>
                    </p:grpSpPr>
                    <p:sp>
                      <p:nvSpPr>
                        <p:cNvPr id="17995" name="Arc 17994">
                          <a:extLst>
                            <a:ext uri="{FF2B5EF4-FFF2-40B4-BE49-F238E27FC236}">
                              <a16:creationId xmlns:a16="http://schemas.microsoft.com/office/drawing/2014/main" id="{DB49B13D-4666-49A2-5526-09620339BDE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996" name="Arc 17995">
                          <a:extLst>
                            <a:ext uri="{FF2B5EF4-FFF2-40B4-BE49-F238E27FC236}">
                              <a16:creationId xmlns:a16="http://schemas.microsoft.com/office/drawing/2014/main" id="{76216C75-B898-34CB-860C-DE62987B4E1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991" name="Group 17990">
                        <a:extLst>
                          <a:ext uri="{FF2B5EF4-FFF2-40B4-BE49-F238E27FC236}">
                            <a16:creationId xmlns:a16="http://schemas.microsoft.com/office/drawing/2014/main" id="{C9357E40-D676-B311-458E-8A624B61D2B8}"/>
                          </a:ext>
                        </a:extLst>
                      </p:cNvPr>
                      <p:cNvGrpSpPr/>
                      <p:nvPr/>
                    </p:nvGrpSpPr>
                    <p:grpSpPr>
                      <a:xfrm rot="14400000" flipH="1">
                        <a:off x="6434137" y="3402011"/>
                        <a:ext cx="303213" cy="303213"/>
                        <a:chOff x="5354637" y="3446463"/>
                        <a:chExt cx="214313" cy="214313"/>
                      </a:xfrm>
                    </p:grpSpPr>
                    <p:sp>
                      <p:nvSpPr>
                        <p:cNvPr id="17993" name="Arc 17992">
                          <a:extLst>
                            <a:ext uri="{FF2B5EF4-FFF2-40B4-BE49-F238E27FC236}">
                              <a16:creationId xmlns:a16="http://schemas.microsoft.com/office/drawing/2014/main" id="{FA7A78E8-15C1-4B2E-9C42-AB91E03EEC1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994" name="Arc 17993">
                          <a:extLst>
                            <a:ext uri="{FF2B5EF4-FFF2-40B4-BE49-F238E27FC236}">
                              <a16:creationId xmlns:a16="http://schemas.microsoft.com/office/drawing/2014/main" id="{ED3FCF1B-4A63-0FC3-7B7B-0335630875F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992" name="TextBox 17991">
                        <a:extLst>
                          <a:ext uri="{FF2B5EF4-FFF2-40B4-BE49-F238E27FC236}">
                            <a16:creationId xmlns:a16="http://schemas.microsoft.com/office/drawing/2014/main" id="{9B2A5A76-1EB1-B6B2-3316-6B7F5F68A075}"/>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977" name="Group 17976">
                    <a:extLst>
                      <a:ext uri="{FF2B5EF4-FFF2-40B4-BE49-F238E27FC236}">
                        <a16:creationId xmlns:a16="http://schemas.microsoft.com/office/drawing/2014/main" id="{6108E7B2-F236-ED1D-16B4-2E70C845D322}"/>
                      </a:ext>
                    </a:extLst>
                  </p:cNvPr>
                  <p:cNvGrpSpPr/>
                  <p:nvPr/>
                </p:nvGrpSpPr>
                <p:grpSpPr>
                  <a:xfrm>
                    <a:off x="6197413" y="3225768"/>
                    <a:ext cx="393192" cy="393192"/>
                    <a:chOff x="6389147" y="3932622"/>
                    <a:chExt cx="393192" cy="393192"/>
                  </a:xfrm>
                </p:grpSpPr>
                <p:grpSp>
                  <p:nvGrpSpPr>
                    <p:cNvPr id="17978" name="Group 17977">
                      <a:extLst>
                        <a:ext uri="{FF2B5EF4-FFF2-40B4-BE49-F238E27FC236}">
                          <a16:creationId xmlns:a16="http://schemas.microsoft.com/office/drawing/2014/main" id="{967936E3-2C60-5BE8-3DA7-C5C0189E1EB8}"/>
                        </a:ext>
                      </a:extLst>
                    </p:cNvPr>
                    <p:cNvGrpSpPr/>
                    <p:nvPr/>
                  </p:nvGrpSpPr>
                  <p:grpSpPr>
                    <a:xfrm flipH="1">
                      <a:off x="6478587" y="4022061"/>
                      <a:ext cx="214313" cy="214313"/>
                      <a:chOff x="5354637" y="3446463"/>
                      <a:chExt cx="214313" cy="214313"/>
                    </a:xfrm>
                  </p:grpSpPr>
                  <p:sp>
                    <p:nvSpPr>
                      <p:cNvPr id="17986" name="Arc 17985">
                        <a:extLst>
                          <a:ext uri="{FF2B5EF4-FFF2-40B4-BE49-F238E27FC236}">
                            <a16:creationId xmlns:a16="http://schemas.microsoft.com/office/drawing/2014/main" id="{B5436E10-1AF9-07A4-0470-A84CB134696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987" name="Arc 17986">
                        <a:extLst>
                          <a:ext uri="{FF2B5EF4-FFF2-40B4-BE49-F238E27FC236}">
                            <a16:creationId xmlns:a16="http://schemas.microsoft.com/office/drawing/2014/main" id="{BAEFB1CF-D411-BB9C-6532-052AAF8FE6C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979" name="Group 17978">
                      <a:extLst>
                        <a:ext uri="{FF2B5EF4-FFF2-40B4-BE49-F238E27FC236}">
                          <a16:creationId xmlns:a16="http://schemas.microsoft.com/office/drawing/2014/main" id="{C8EE1289-C6FE-BF37-DFE0-EB50CE362964}"/>
                        </a:ext>
                      </a:extLst>
                    </p:cNvPr>
                    <p:cNvGrpSpPr/>
                    <p:nvPr/>
                  </p:nvGrpSpPr>
                  <p:grpSpPr>
                    <a:xfrm rot="7200000" flipH="1">
                      <a:off x="6434137" y="3977611"/>
                      <a:ext cx="303213" cy="303213"/>
                      <a:chOff x="5354637" y="3446463"/>
                      <a:chExt cx="214313" cy="214313"/>
                    </a:xfrm>
                  </p:grpSpPr>
                  <p:sp>
                    <p:nvSpPr>
                      <p:cNvPr id="17984" name="Arc 17983">
                        <a:extLst>
                          <a:ext uri="{FF2B5EF4-FFF2-40B4-BE49-F238E27FC236}">
                            <a16:creationId xmlns:a16="http://schemas.microsoft.com/office/drawing/2014/main" id="{01C6E28C-4E0A-D1C5-803D-A9A59BFFF31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985" name="Arc 17984">
                        <a:extLst>
                          <a:ext uri="{FF2B5EF4-FFF2-40B4-BE49-F238E27FC236}">
                            <a16:creationId xmlns:a16="http://schemas.microsoft.com/office/drawing/2014/main" id="{626BA11C-59D4-9A98-CA43-9FEBB03972D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980" name="Group 17979">
                      <a:extLst>
                        <a:ext uri="{FF2B5EF4-FFF2-40B4-BE49-F238E27FC236}">
                          <a16:creationId xmlns:a16="http://schemas.microsoft.com/office/drawing/2014/main" id="{8A57E45F-40A1-C6DA-74AC-BBA783BC2F3A}"/>
                        </a:ext>
                      </a:extLst>
                    </p:cNvPr>
                    <p:cNvGrpSpPr/>
                    <p:nvPr/>
                  </p:nvGrpSpPr>
                  <p:grpSpPr>
                    <a:xfrm rot="14400000" flipH="1">
                      <a:off x="6389147" y="3932622"/>
                      <a:ext cx="393192" cy="393192"/>
                      <a:chOff x="5354637" y="3446463"/>
                      <a:chExt cx="214313" cy="214313"/>
                    </a:xfrm>
                  </p:grpSpPr>
                  <p:sp>
                    <p:nvSpPr>
                      <p:cNvPr id="17982" name="Arc 17981">
                        <a:extLst>
                          <a:ext uri="{FF2B5EF4-FFF2-40B4-BE49-F238E27FC236}">
                            <a16:creationId xmlns:a16="http://schemas.microsoft.com/office/drawing/2014/main" id="{8C3565A7-6C0A-4C00-2BE7-80666D8DD4F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983" name="Arc 17982">
                        <a:extLst>
                          <a:ext uri="{FF2B5EF4-FFF2-40B4-BE49-F238E27FC236}">
                            <a16:creationId xmlns:a16="http://schemas.microsoft.com/office/drawing/2014/main" id="{C3E952DF-0BA6-7FA8-5918-3477A2811A6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981" name="TextBox 17980">
                      <a:extLst>
                        <a:ext uri="{FF2B5EF4-FFF2-40B4-BE49-F238E27FC236}">
                          <a16:creationId xmlns:a16="http://schemas.microsoft.com/office/drawing/2014/main" id="{87D8869E-935F-DC97-1C08-490C31B478E9}"/>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5296" name="Group 15295">
              <a:extLst>
                <a:ext uri="{FF2B5EF4-FFF2-40B4-BE49-F238E27FC236}">
                  <a16:creationId xmlns:a16="http://schemas.microsoft.com/office/drawing/2014/main" id="{735C2692-A068-C102-B429-E4815385C6A9}"/>
                </a:ext>
              </a:extLst>
            </p:cNvPr>
            <p:cNvGrpSpPr/>
            <p:nvPr/>
          </p:nvGrpSpPr>
          <p:grpSpPr>
            <a:xfrm>
              <a:off x="8413769" y="-762992"/>
              <a:ext cx="2263438" cy="2198360"/>
              <a:chOff x="5445106" y="2039507"/>
              <a:chExt cx="2263438" cy="2198360"/>
            </a:xfrm>
          </p:grpSpPr>
          <p:grpSp>
            <p:nvGrpSpPr>
              <p:cNvPr id="17780" name="Group 17779">
                <a:extLst>
                  <a:ext uri="{FF2B5EF4-FFF2-40B4-BE49-F238E27FC236}">
                    <a16:creationId xmlns:a16="http://schemas.microsoft.com/office/drawing/2014/main" id="{515D7F1C-763C-9A3F-8EB2-708D62BD830F}"/>
                  </a:ext>
                </a:extLst>
              </p:cNvPr>
              <p:cNvGrpSpPr/>
              <p:nvPr/>
            </p:nvGrpSpPr>
            <p:grpSpPr>
              <a:xfrm>
                <a:off x="5445106" y="2644743"/>
                <a:ext cx="1643204" cy="1593124"/>
                <a:chOff x="5445106" y="2644743"/>
                <a:chExt cx="1643204" cy="1593124"/>
              </a:xfrm>
            </p:grpSpPr>
            <p:grpSp>
              <p:nvGrpSpPr>
                <p:cNvPr id="17876" name="Group 17875">
                  <a:extLst>
                    <a:ext uri="{FF2B5EF4-FFF2-40B4-BE49-F238E27FC236}">
                      <a16:creationId xmlns:a16="http://schemas.microsoft.com/office/drawing/2014/main" id="{01FF8487-56E5-CD5F-FFA2-B85AA7F5D5C3}"/>
                    </a:ext>
                  </a:extLst>
                </p:cNvPr>
                <p:cNvGrpSpPr/>
                <p:nvPr/>
              </p:nvGrpSpPr>
              <p:grpSpPr>
                <a:xfrm>
                  <a:off x="5445106" y="2644743"/>
                  <a:ext cx="1019224" cy="991639"/>
                  <a:chOff x="5886431" y="3225768"/>
                  <a:chExt cx="1019224" cy="991639"/>
                </a:xfrm>
              </p:grpSpPr>
              <p:grpSp>
                <p:nvGrpSpPr>
                  <p:cNvPr id="17924" name="Group 17923">
                    <a:extLst>
                      <a:ext uri="{FF2B5EF4-FFF2-40B4-BE49-F238E27FC236}">
                        <a16:creationId xmlns:a16="http://schemas.microsoft.com/office/drawing/2014/main" id="{96BD60D0-C847-3ACB-5A69-89A500F41814}"/>
                      </a:ext>
                    </a:extLst>
                  </p:cNvPr>
                  <p:cNvGrpSpPr/>
                  <p:nvPr/>
                </p:nvGrpSpPr>
                <p:grpSpPr>
                  <a:xfrm>
                    <a:off x="6197413" y="3824215"/>
                    <a:ext cx="393192" cy="393192"/>
                    <a:chOff x="5265196" y="3357021"/>
                    <a:chExt cx="393192" cy="393192"/>
                  </a:xfrm>
                </p:grpSpPr>
                <p:grpSp>
                  <p:nvGrpSpPr>
                    <p:cNvPr id="17959" name="Group 17958">
                      <a:extLst>
                        <a:ext uri="{FF2B5EF4-FFF2-40B4-BE49-F238E27FC236}">
                          <a16:creationId xmlns:a16="http://schemas.microsoft.com/office/drawing/2014/main" id="{A5ED4379-2859-9FD7-B42E-87B42FF07E45}"/>
                        </a:ext>
                      </a:extLst>
                    </p:cNvPr>
                    <p:cNvGrpSpPr/>
                    <p:nvPr/>
                  </p:nvGrpSpPr>
                  <p:grpSpPr>
                    <a:xfrm rot="14400000">
                      <a:off x="5265196" y="3357021"/>
                      <a:ext cx="393192" cy="393192"/>
                      <a:chOff x="5354637" y="3446463"/>
                      <a:chExt cx="214313" cy="214313"/>
                    </a:xfrm>
                  </p:grpSpPr>
                  <p:sp>
                    <p:nvSpPr>
                      <p:cNvPr id="17968" name="Arc 17967">
                        <a:extLst>
                          <a:ext uri="{FF2B5EF4-FFF2-40B4-BE49-F238E27FC236}">
                            <a16:creationId xmlns:a16="http://schemas.microsoft.com/office/drawing/2014/main" id="{BCD03193-5E01-A6AF-70C1-61792D24EF0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969" name="Arc 17968">
                        <a:extLst>
                          <a:ext uri="{FF2B5EF4-FFF2-40B4-BE49-F238E27FC236}">
                            <a16:creationId xmlns:a16="http://schemas.microsoft.com/office/drawing/2014/main" id="{83420104-9DDE-43F9-644E-03000FF2788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960" name="Group 17959">
                      <a:extLst>
                        <a:ext uri="{FF2B5EF4-FFF2-40B4-BE49-F238E27FC236}">
                          <a16:creationId xmlns:a16="http://schemas.microsoft.com/office/drawing/2014/main" id="{42F44C56-B680-61C9-B36D-446403772752}"/>
                        </a:ext>
                      </a:extLst>
                    </p:cNvPr>
                    <p:cNvGrpSpPr/>
                    <p:nvPr/>
                  </p:nvGrpSpPr>
                  <p:grpSpPr>
                    <a:xfrm>
                      <a:off x="5310186" y="3402011"/>
                      <a:ext cx="303213" cy="303213"/>
                      <a:chOff x="5310186" y="3402011"/>
                      <a:chExt cx="303213" cy="303213"/>
                    </a:xfrm>
                  </p:grpSpPr>
                  <p:grpSp>
                    <p:nvGrpSpPr>
                      <p:cNvPr id="17961" name="Group 17960">
                        <a:extLst>
                          <a:ext uri="{FF2B5EF4-FFF2-40B4-BE49-F238E27FC236}">
                            <a16:creationId xmlns:a16="http://schemas.microsoft.com/office/drawing/2014/main" id="{D9394D62-D36C-213C-13F6-0B952F89C5B9}"/>
                          </a:ext>
                        </a:extLst>
                      </p:cNvPr>
                      <p:cNvGrpSpPr/>
                      <p:nvPr/>
                    </p:nvGrpSpPr>
                    <p:grpSpPr>
                      <a:xfrm>
                        <a:off x="5354636" y="3446461"/>
                        <a:ext cx="214313" cy="214313"/>
                        <a:chOff x="5354637" y="3446463"/>
                        <a:chExt cx="214313" cy="214313"/>
                      </a:xfrm>
                    </p:grpSpPr>
                    <p:sp>
                      <p:nvSpPr>
                        <p:cNvPr id="17966" name="Arc 17965">
                          <a:extLst>
                            <a:ext uri="{FF2B5EF4-FFF2-40B4-BE49-F238E27FC236}">
                              <a16:creationId xmlns:a16="http://schemas.microsoft.com/office/drawing/2014/main" id="{F209017F-1886-ED55-A480-CCC2E68E12A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967" name="Arc 17966">
                          <a:extLst>
                            <a:ext uri="{FF2B5EF4-FFF2-40B4-BE49-F238E27FC236}">
                              <a16:creationId xmlns:a16="http://schemas.microsoft.com/office/drawing/2014/main" id="{D0FBC1E1-C914-2265-D8E5-4FD93A54160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962" name="Group 17961">
                        <a:extLst>
                          <a:ext uri="{FF2B5EF4-FFF2-40B4-BE49-F238E27FC236}">
                            <a16:creationId xmlns:a16="http://schemas.microsoft.com/office/drawing/2014/main" id="{3D3231E7-2BB2-7B13-4341-F4598445EE2A}"/>
                          </a:ext>
                        </a:extLst>
                      </p:cNvPr>
                      <p:cNvGrpSpPr/>
                      <p:nvPr/>
                    </p:nvGrpSpPr>
                    <p:grpSpPr>
                      <a:xfrm rot="7200000">
                        <a:off x="5310186" y="3402011"/>
                        <a:ext cx="303213" cy="303213"/>
                        <a:chOff x="5354637" y="3446463"/>
                        <a:chExt cx="214313" cy="214313"/>
                      </a:xfrm>
                    </p:grpSpPr>
                    <p:sp>
                      <p:nvSpPr>
                        <p:cNvPr id="17964" name="Arc 17963">
                          <a:extLst>
                            <a:ext uri="{FF2B5EF4-FFF2-40B4-BE49-F238E27FC236}">
                              <a16:creationId xmlns:a16="http://schemas.microsoft.com/office/drawing/2014/main" id="{6E80D289-D9F6-7638-F653-03CA5EBA466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965" name="Arc 17964">
                          <a:extLst>
                            <a:ext uri="{FF2B5EF4-FFF2-40B4-BE49-F238E27FC236}">
                              <a16:creationId xmlns:a16="http://schemas.microsoft.com/office/drawing/2014/main" id="{5172081D-F2B4-493B-9CDC-9E45D589E1A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963" name="TextBox 17962">
                        <a:extLst>
                          <a:ext uri="{FF2B5EF4-FFF2-40B4-BE49-F238E27FC236}">
                            <a16:creationId xmlns:a16="http://schemas.microsoft.com/office/drawing/2014/main" id="{BDC9B7CD-D780-AA7D-F617-7132E881F268}"/>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925" name="Group 17924">
                    <a:extLst>
                      <a:ext uri="{FF2B5EF4-FFF2-40B4-BE49-F238E27FC236}">
                        <a16:creationId xmlns:a16="http://schemas.microsoft.com/office/drawing/2014/main" id="{094C6578-ABF5-CB5A-590D-27DDF9E2BE13}"/>
                      </a:ext>
                    </a:extLst>
                  </p:cNvPr>
                  <p:cNvGrpSpPr/>
                  <p:nvPr/>
                </p:nvGrpSpPr>
                <p:grpSpPr>
                  <a:xfrm>
                    <a:off x="5886431" y="3525040"/>
                    <a:ext cx="393192" cy="393192"/>
                    <a:chOff x="5265196" y="3932619"/>
                    <a:chExt cx="393192" cy="393192"/>
                  </a:xfrm>
                </p:grpSpPr>
                <p:grpSp>
                  <p:nvGrpSpPr>
                    <p:cNvPr id="17949" name="Group 17948">
                      <a:extLst>
                        <a:ext uri="{FF2B5EF4-FFF2-40B4-BE49-F238E27FC236}">
                          <a16:creationId xmlns:a16="http://schemas.microsoft.com/office/drawing/2014/main" id="{946AEB63-E2FF-280B-86C7-BF7A631D5992}"/>
                        </a:ext>
                      </a:extLst>
                    </p:cNvPr>
                    <p:cNvGrpSpPr/>
                    <p:nvPr/>
                  </p:nvGrpSpPr>
                  <p:grpSpPr>
                    <a:xfrm>
                      <a:off x="5354636" y="4022061"/>
                      <a:ext cx="214313" cy="214313"/>
                      <a:chOff x="5354637" y="3446463"/>
                      <a:chExt cx="214313" cy="214313"/>
                    </a:xfrm>
                  </p:grpSpPr>
                  <p:sp>
                    <p:nvSpPr>
                      <p:cNvPr id="17957" name="Arc 17956">
                        <a:extLst>
                          <a:ext uri="{FF2B5EF4-FFF2-40B4-BE49-F238E27FC236}">
                            <a16:creationId xmlns:a16="http://schemas.microsoft.com/office/drawing/2014/main" id="{764BF33F-5627-405D-BEC5-A0305746261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958" name="Arc 17957">
                        <a:extLst>
                          <a:ext uri="{FF2B5EF4-FFF2-40B4-BE49-F238E27FC236}">
                            <a16:creationId xmlns:a16="http://schemas.microsoft.com/office/drawing/2014/main" id="{07304BAD-F392-F48F-A085-A7369995D8B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950" name="Group 17949">
                      <a:extLst>
                        <a:ext uri="{FF2B5EF4-FFF2-40B4-BE49-F238E27FC236}">
                          <a16:creationId xmlns:a16="http://schemas.microsoft.com/office/drawing/2014/main" id="{C5A044CD-9B0E-C842-8DDC-673E537F98F2}"/>
                        </a:ext>
                      </a:extLst>
                    </p:cNvPr>
                    <p:cNvGrpSpPr/>
                    <p:nvPr/>
                  </p:nvGrpSpPr>
                  <p:grpSpPr>
                    <a:xfrm rot="14400000">
                      <a:off x="5310186" y="3977611"/>
                      <a:ext cx="303213" cy="303213"/>
                      <a:chOff x="5354637" y="3446463"/>
                      <a:chExt cx="214313" cy="214313"/>
                    </a:xfrm>
                  </p:grpSpPr>
                  <p:sp>
                    <p:nvSpPr>
                      <p:cNvPr id="17955" name="Arc 17954">
                        <a:extLst>
                          <a:ext uri="{FF2B5EF4-FFF2-40B4-BE49-F238E27FC236}">
                            <a16:creationId xmlns:a16="http://schemas.microsoft.com/office/drawing/2014/main" id="{B90ACF49-641D-4141-DF9E-46FA78546C8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956" name="Arc 17955">
                        <a:extLst>
                          <a:ext uri="{FF2B5EF4-FFF2-40B4-BE49-F238E27FC236}">
                            <a16:creationId xmlns:a16="http://schemas.microsoft.com/office/drawing/2014/main" id="{04589A5C-F67E-9E40-F31F-171A1322A0B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951" name="Group 17950">
                      <a:extLst>
                        <a:ext uri="{FF2B5EF4-FFF2-40B4-BE49-F238E27FC236}">
                          <a16:creationId xmlns:a16="http://schemas.microsoft.com/office/drawing/2014/main" id="{AFD8F282-0B8D-5863-6E66-5706CEC41843}"/>
                        </a:ext>
                      </a:extLst>
                    </p:cNvPr>
                    <p:cNvGrpSpPr/>
                    <p:nvPr/>
                  </p:nvGrpSpPr>
                  <p:grpSpPr>
                    <a:xfrm rot="7200000">
                      <a:off x="5265196" y="3932619"/>
                      <a:ext cx="393192" cy="393192"/>
                      <a:chOff x="5354637" y="3446463"/>
                      <a:chExt cx="214313" cy="214313"/>
                    </a:xfrm>
                  </p:grpSpPr>
                  <p:sp>
                    <p:nvSpPr>
                      <p:cNvPr id="17953" name="Arc 17952">
                        <a:extLst>
                          <a:ext uri="{FF2B5EF4-FFF2-40B4-BE49-F238E27FC236}">
                            <a16:creationId xmlns:a16="http://schemas.microsoft.com/office/drawing/2014/main" id="{20C496B5-9E04-894D-535F-CBD62B4220D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954" name="Arc 17953">
                        <a:extLst>
                          <a:ext uri="{FF2B5EF4-FFF2-40B4-BE49-F238E27FC236}">
                            <a16:creationId xmlns:a16="http://schemas.microsoft.com/office/drawing/2014/main" id="{0464A855-91D3-5C92-2984-B56B9BB8FB2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952" name="TextBox 17951">
                      <a:extLst>
                        <a:ext uri="{FF2B5EF4-FFF2-40B4-BE49-F238E27FC236}">
                          <a16:creationId xmlns:a16="http://schemas.microsoft.com/office/drawing/2014/main" id="{3C16A35A-B26F-1ED6-BD71-EDF1ABF72294}"/>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7926" name="Group 17925">
                    <a:extLst>
                      <a:ext uri="{FF2B5EF4-FFF2-40B4-BE49-F238E27FC236}">
                        <a16:creationId xmlns:a16="http://schemas.microsoft.com/office/drawing/2014/main" id="{274AD6EB-BFB5-F9EA-61C6-3C81B97A2595}"/>
                      </a:ext>
                    </a:extLst>
                  </p:cNvPr>
                  <p:cNvGrpSpPr/>
                  <p:nvPr/>
                </p:nvGrpSpPr>
                <p:grpSpPr>
                  <a:xfrm>
                    <a:off x="6512463" y="3525040"/>
                    <a:ext cx="393192" cy="393192"/>
                    <a:chOff x="6389147" y="3357021"/>
                    <a:chExt cx="393192" cy="393192"/>
                  </a:xfrm>
                </p:grpSpPr>
                <p:grpSp>
                  <p:nvGrpSpPr>
                    <p:cNvPr id="17938" name="Group 17937">
                      <a:extLst>
                        <a:ext uri="{FF2B5EF4-FFF2-40B4-BE49-F238E27FC236}">
                          <a16:creationId xmlns:a16="http://schemas.microsoft.com/office/drawing/2014/main" id="{5463299D-DC6A-990D-5BD8-094DDC4488B6}"/>
                        </a:ext>
                      </a:extLst>
                    </p:cNvPr>
                    <p:cNvGrpSpPr/>
                    <p:nvPr/>
                  </p:nvGrpSpPr>
                  <p:grpSpPr>
                    <a:xfrm rot="7200000" flipH="1">
                      <a:off x="6389147" y="3357021"/>
                      <a:ext cx="393192" cy="393192"/>
                      <a:chOff x="5354637" y="3446463"/>
                      <a:chExt cx="214313" cy="214313"/>
                    </a:xfrm>
                  </p:grpSpPr>
                  <p:sp>
                    <p:nvSpPr>
                      <p:cNvPr id="17947" name="Arc 17946">
                        <a:extLst>
                          <a:ext uri="{FF2B5EF4-FFF2-40B4-BE49-F238E27FC236}">
                            <a16:creationId xmlns:a16="http://schemas.microsoft.com/office/drawing/2014/main" id="{DB2984E9-D927-7F85-103B-145EBD2DF9C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948" name="Arc 17947">
                        <a:extLst>
                          <a:ext uri="{FF2B5EF4-FFF2-40B4-BE49-F238E27FC236}">
                            <a16:creationId xmlns:a16="http://schemas.microsoft.com/office/drawing/2014/main" id="{8DBA17DE-AE96-68C6-3FFF-A4C7359B7E0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939" name="Group 17938">
                      <a:extLst>
                        <a:ext uri="{FF2B5EF4-FFF2-40B4-BE49-F238E27FC236}">
                          <a16:creationId xmlns:a16="http://schemas.microsoft.com/office/drawing/2014/main" id="{9B38E8AD-85E4-767A-5D5B-12CE440BCD98}"/>
                        </a:ext>
                      </a:extLst>
                    </p:cNvPr>
                    <p:cNvGrpSpPr/>
                    <p:nvPr/>
                  </p:nvGrpSpPr>
                  <p:grpSpPr>
                    <a:xfrm>
                      <a:off x="6434137" y="3402011"/>
                      <a:ext cx="303213" cy="303213"/>
                      <a:chOff x="6434137" y="3402011"/>
                      <a:chExt cx="303213" cy="303213"/>
                    </a:xfrm>
                  </p:grpSpPr>
                  <p:grpSp>
                    <p:nvGrpSpPr>
                      <p:cNvPr id="17940" name="Group 17939">
                        <a:extLst>
                          <a:ext uri="{FF2B5EF4-FFF2-40B4-BE49-F238E27FC236}">
                            <a16:creationId xmlns:a16="http://schemas.microsoft.com/office/drawing/2014/main" id="{300F66D5-BBC9-1DAF-A3A1-2932627F7048}"/>
                          </a:ext>
                        </a:extLst>
                      </p:cNvPr>
                      <p:cNvGrpSpPr/>
                      <p:nvPr/>
                    </p:nvGrpSpPr>
                    <p:grpSpPr>
                      <a:xfrm flipH="1">
                        <a:off x="6478587" y="3446461"/>
                        <a:ext cx="214313" cy="214313"/>
                        <a:chOff x="5354637" y="3446463"/>
                        <a:chExt cx="214313" cy="214313"/>
                      </a:xfrm>
                    </p:grpSpPr>
                    <p:sp>
                      <p:nvSpPr>
                        <p:cNvPr id="17945" name="Arc 17944">
                          <a:extLst>
                            <a:ext uri="{FF2B5EF4-FFF2-40B4-BE49-F238E27FC236}">
                              <a16:creationId xmlns:a16="http://schemas.microsoft.com/office/drawing/2014/main" id="{FD4ADF6E-BE70-FDEF-A85A-15FBEF972A5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946" name="Arc 17945">
                          <a:extLst>
                            <a:ext uri="{FF2B5EF4-FFF2-40B4-BE49-F238E27FC236}">
                              <a16:creationId xmlns:a16="http://schemas.microsoft.com/office/drawing/2014/main" id="{80B9E360-A5BE-BFBD-D71A-FDF549477D4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941" name="Group 17940">
                        <a:extLst>
                          <a:ext uri="{FF2B5EF4-FFF2-40B4-BE49-F238E27FC236}">
                            <a16:creationId xmlns:a16="http://schemas.microsoft.com/office/drawing/2014/main" id="{2EE98212-0A00-34F6-2385-C1D444F2C1B0}"/>
                          </a:ext>
                        </a:extLst>
                      </p:cNvPr>
                      <p:cNvGrpSpPr/>
                      <p:nvPr/>
                    </p:nvGrpSpPr>
                    <p:grpSpPr>
                      <a:xfrm rot="14400000" flipH="1">
                        <a:off x="6434137" y="3402011"/>
                        <a:ext cx="303213" cy="303213"/>
                        <a:chOff x="5354637" y="3446463"/>
                        <a:chExt cx="214313" cy="214313"/>
                      </a:xfrm>
                    </p:grpSpPr>
                    <p:sp>
                      <p:nvSpPr>
                        <p:cNvPr id="17943" name="Arc 17942">
                          <a:extLst>
                            <a:ext uri="{FF2B5EF4-FFF2-40B4-BE49-F238E27FC236}">
                              <a16:creationId xmlns:a16="http://schemas.microsoft.com/office/drawing/2014/main" id="{15F865AF-AA3F-A595-4BBF-8891392BB1E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944" name="Arc 17943">
                          <a:extLst>
                            <a:ext uri="{FF2B5EF4-FFF2-40B4-BE49-F238E27FC236}">
                              <a16:creationId xmlns:a16="http://schemas.microsoft.com/office/drawing/2014/main" id="{0437E9B2-A936-2528-208E-9D2BD603676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942" name="TextBox 17941">
                        <a:extLst>
                          <a:ext uri="{FF2B5EF4-FFF2-40B4-BE49-F238E27FC236}">
                            <a16:creationId xmlns:a16="http://schemas.microsoft.com/office/drawing/2014/main" id="{2B7816D6-59E2-5943-356A-7FF11E1D2019}"/>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927" name="Group 17926">
                    <a:extLst>
                      <a:ext uri="{FF2B5EF4-FFF2-40B4-BE49-F238E27FC236}">
                        <a16:creationId xmlns:a16="http://schemas.microsoft.com/office/drawing/2014/main" id="{FD7F4CED-D6C8-E398-BE35-7033D674EF96}"/>
                      </a:ext>
                    </a:extLst>
                  </p:cNvPr>
                  <p:cNvGrpSpPr/>
                  <p:nvPr/>
                </p:nvGrpSpPr>
                <p:grpSpPr>
                  <a:xfrm>
                    <a:off x="6197413" y="3225768"/>
                    <a:ext cx="393192" cy="393192"/>
                    <a:chOff x="6389147" y="3932622"/>
                    <a:chExt cx="393192" cy="393192"/>
                  </a:xfrm>
                </p:grpSpPr>
                <p:grpSp>
                  <p:nvGrpSpPr>
                    <p:cNvPr id="17928" name="Group 17927">
                      <a:extLst>
                        <a:ext uri="{FF2B5EF4-FFF2-40B4-BE49-F238E27FC236}">
                          <a16:creationId xmlns:a16="http://schemas.microsoft.com/office/drawing/2014/main" id="{59F77EE8-522E-BD95-9A6D-8110DBFBB58B}"/>
                        </a:ext>
                      </a:extLst>
                    </p:cNvPr>
                    <p:cNvGrpSpPr/>
                    <p:nvPr/>
                  </p:nvGrpSpPr>
                  <p:grpSpPr>
                    <a:xfrm flipH="1">
                      <a:off x="6478587" y="4022061"/>
                      <a:ext cx="214313" cy="214313"/>
                      <a:chOff x="5354637" y="3446463"/>
                      <a:chExt cx="214313" cy="214313"/>
                    </a:xfrm>
                  </p:grpSpPr>
                  <p:sp>
                    <p:nvSpPr>
                      <p:cNvPr id="17936" name="Arc 17935">
                        <a:extLst>
                          <a:ext uri="{FF2B5EF4-FFF2-40B4-BE49-F238E27FC236}">
                            <a16:creationId xmlns:a16="http://schemas.microsoft.com/office/drawing/2014/main" id="{802510CC-C70C-BB64-9C43-69273334FFC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937" name="Arc 17936">
                        <a:extLst>
                          <a:ext uri="{FF2B5EF4-FFF2-40B4-BE49-F238E27FC236}">
                            <a16:creationId xmlns:a16="http://schemas.microsoft.com/office/drawing/2014/main" id="{C6CA5FA2-E14B-8530-3472-79582925F56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929" name="Group 17928">
                      <a:extLst>
                        <a:ext uri="{FF2B5EF4-FFF2-40B4-BE49-F238E27FC236}">
                          <a16:creationId xmlns:a16="http://schemas.microsoft.com/office/drawing/2014/main" id="{DE18E182-A035-7151-B3A2-514531B79663}"/>
                        </a:ext>
                      </a:extLst>
                    </p:cNvPr>
                    <p:cNvGrpSpPr/>
                    <p:nvPr/>
                  </p:nvGrpSpPr>
                  <p:grpSpPr>
                    <a:xfrm rot="7200000" flipH="1">
                      <a:off x="6434137" y="3977611"/>
                      <a:ext cx="303213" cy="303213"/>
                      <a:chOff x="5354637" y="3446463"/>
                      <a:chExt cx="214313" cy="214313"/>
                    </a:xfrm>
                  </p:grpSpPr>
                  <p:sp>
                    <p:nvSpPr>
                      <p:cNvPr id="17934" name="Arc 17933">
                        <a:extLst>
                          <a:ext uri="{FF2B5EF4-FFF2-40B4-BE49-F238E27FC236}">
                            <a16:creationId xmlns:a16="http://schemas.microsoft.com/office/drawing/2014/main" id="{C3C8FFFC-412B-92F1-500F-5A44A20D017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935" name="Arc 17934">
                        <a:extLst>
                          <a:ext uri="{FF2B5EF4-FFF2-40B4-BE49-F238E27FC236}">
                            <a16:creationId xmlns:a16="http://schemas.microsoft.com/office/drawing/2014/main" id="{FD23C8A1-6FE1-A66C-E42F-1EE17FE16F9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930" name="Group 17929">
                      <a:extLst>
                        <a:ext uri="{FF2B5EF4-FFF2-40B4-BE49-F238E27FC236}">
                          <a16:creationId xmlns:a16="http://schemas.microsoft.com/office/drawing/2014/main" id="{82F1533B-1C1F-4798-2B4F-ED225CBFD9B4}"/>
                        </a:ext>
                      </a:extLst>
                    </p:cNvPr>
                    <p:cNvGrpSpPr/>
                    <p:nvPr/>
                  </p:nvGrpSpPr>
                  <p:grpSpPr>
                    <a:xfrm rot="14400000" flipH="1">
                      <a:off x="6389147" y="3932622"/>
                      <a:ext cx="393192" cy="393192"/>
                      <a:chOff x="5354637" y="3446463"/>
                      <a:chExt cx="214313" cy="214313"/>
                    </a:xfrm>
                  </p:grpSpPr>
                  <p:sp>
                    <p:nvSpPr>
                      <p:cNvPr id="17932" name="Arc 17931">
                        <a:extLst>
                          <a:ext uri="{FF2B5EF4-FFF2-40B4-BE49-F238E27FC236}">
                            <a16:creationId xmlns:a16="http://schemas.microsoft.com/office/drawing/2014/main" id="{18D08A06-CC1E-295B-FE32-4C9DE9B4A80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933" name="Arc 17932">
                        <a:extLst>
                          <a:ext uri="{FF2B5EF4-FFF2-40B4-BE49-F238E27FC236}">
                            <a16:creationId xmlns:a16="http://schemas.microsoft.com/office/drawing/2014/main" id="{6E824F32-715F-2F5B-CDC5-F36D936231E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931" name="TextBox 17930">
                      <a:extLst>
                        <a:ext uri="{FF2B5EF4-FFF2-40B4-BE49-F238E27FC236}">
                          <a16:creationId xmlns:a16="http://schemas.microsoft.com/office/drawing/2014/main" id="{E1F3B111-0943-BEF1-AC61-BDA6CC5AD6DE}"/>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877" name="Group 17876">
                  <a:extLst>
                    <a:ext uri="{FF2B5EF4-FFF2-40B4-BE49-F238E27FC236}">
                      <a16:creationId xmlns:a16="http://schemas.microsoft.com/office/drawing/2014/main" id="{B6D35999-6127-7E88-B4C8-D236E6D7B142}"/>
                    </a:ext>
                  </a:extLst>
                </p:cNvPr>
                <p:cNvGrpSpPr/>
                <p:nvPr/>
              </p:nvGrpSpPr>
              <p:grpSpPr>
                <a:xfrm>
                  <a:off x="6069086" y="3246228"/>
                  <a:ext cx="1019224" cy="991639"/>
                  <a:chOff x="5886431" y="3225768"/>
                  <a:chExt cx="1019224" cy="991639"/>
                </a:xfrm>
              </p:grpSpPr>
              <p:grpSp>
                <p:nvGrpSpPr>
                  <p:cNvPr id="17878" name="Group 17877">
                    <a:extLst>
                      <a:ext uri="{FF2B5EF4-FFF2-40B4-BE49-F238E27FC236}">
                        <a16:creationId xmlns:a16="http://schemas.microsoft.com/office/drawing/2014/main" id="{5B5C0D12-9983-6B9C-A8E1-7241CC95B54D}"/>
                      </a:ext>
                    </a:extLst>
                  </p:cNvPr>
                  <p:cNvGrpSpPr/>
                  <p:nvPr/>
                </p:nvGrpSpPr>
                <p:grpSpPr>
                  <a:xfrm>
                    <a:off x="6197413" y="3824215"/>
                    <a:ext cx="393192" cy="393192"/>
                    <a:chOff x="5265196" y="3357021"/>
                    <a:chExt cx="393192" cy="393192"/>
                  </a:xfrm>
                </p:grpSpPr>
                <p:grpSp>
                  <p:nvGrpSpPr>
                    <p:cNvPr id="17913" name="Group 17912">
                      <a:extLst>
                        <a:ext uri="{FF2B5EF4-FFF2-40B4-BE49-F238E27FC236}">
                          <a16:creationId xmlns:a16="http://schemas.microsoft.com/office/drawing/2014/main" id="{B641A84B-D90C-7C53-2C91-924CBC6B9DA7}"/>
                        </a:ext>
                      </a:extLst>
                    </p:cNvPr>
                    <p:cNvGrpSpPr/>
                    <p:nvPr/>
                  </p:nvGrpSpPr>
                  <p:grpSpPr>
                    <a:xfrm rot="14400000">
                      <a:off x="5265196" y="3357021"/>
                      <a:ext cx="393192" cy="393192"/>
                      <a:chOff x="5354637" y="3446463"/>
                      <a:chExt cx="214313" cy="214313"/>
                    </a:xfrm>
                  </p:grpSpPr>
                  <p:sp>
                    <p:nvSpPr>
                      <p:cNvPr id="17922" name="Arc 17921">
                        <a:extLst>
                          <a:ext uri="{FF2B5EF4-FFF2-40B4-BE49-F238E27FC236}">
                            <a16:creationId xmlns:a16="http://schemas.microsoft.com/office/drawing/2014/main" id="{05820E03-63E8-1D54-6E7C-C6DE674A298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923" name="Arc 17922">
                        <a:extLst>
                          <a:ext uri="{FF2B5EF4-FFF2-40B4-BE49-F238E27FC236}">
                            <a16:creationId xmlns:a16="http://schemas.microsoft.com/office/drawing/2014/main" id="{4CCC9B9E-F2AD-93F9-1D85-F7CE48AF39E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914" name="Group 17913">
                      <a:extLst>
                        <a:ext uri="{FF2B5EF4-FFF2-40B4-BE49-F238E27FC236}">
                          <a16:creationId xmlns:a16="http://schemas.microsoft.com/office/drawing/2014/main" id="{E1CB637F-2623-F1B0-1566-D06B974A1975}"/>
                        </a:ext>
                      </a:extLst>
                    </p:cNvPr>
                    <p:cNvGrpSpPr/>
                    <p:nvPr/>
                  </p:nvGrpSpPr>
                  <p:grpSpPr>
                    <a:xfrm>
                      <a:off x="5310186" y="3402011"/>
                      <a:ext cx="303213" cy="303213"/>
                      <a:chOff x="5310186" y="3402011"/>
                      <a:chExt cx="303213" cy="303213"/>
                    </a:xfrm>
                  </p:grpSpPr>
                  <p:grpSp>
                    <p:nvGrpSpPr>
                      <p:cNvPr id="17915" name="Group 17914">
                        <a:extLst>
                          <a:ext uri="{FF2B5EF4-FFF2-40B4-BE49-F238E27FC236}">
                            <a16:creationId xmlns:a16="http://schemas.microsoft.com/office/drawing/2014/main" id="{EEE03675-3ABB-CA92-4007-119BDA455598}"/>
                          </a:ext>
                        </a:extLst>
                      </p:cNvPr>
                      <p:cNvGrpSpPr/>
                      <p:nvPr/>
                    </p:nvGrpSpPr>
                    <p:grpSpPr>
                      <a:xfrm>
                        <a:off x="5354636" y="3446461"/>
                        <a:ext cx="214313" cy="214313"/>
                        <a:chOff x="5354637" y="3446463"/>
                        <a:chExt cx="214313" cy="214313"/>
                      </a:xfrm>
                    </p:grpSpPr>
                    <p:sp>
                      <p:nvSpPr>
                        <p:cNvPr id="17920" name="Arc 17919">
                          <a:extLst>
                            <a:ext uri="{FF2B5EF4-FFF2-40B4-BE49-F238E27FC236}">
                              <a16:creationId xmlns:a16="http://schemas.microsoft.com/office/drawing/2014/main" id="{49678EBC-8E64-D506-4523-A7697FFB8C8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921" name="Arc 17920">
                          <a:extLst>
                            <a:ext uri="{FF2B5EF4-FFF2-40B4-BE49-F238E27FC236}">
                              <a16:creationId xmlns:a16="http://schemas.microsoft.com/office/drawing/2014/main" id="{741FA64C-C74A-C6F1-A9AF-FDCF00D6062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916" name="Group 17915">
                        <a:extLst>
                          <a:ext uri="{FF2B5EF4-FFF2-40B4-BE49-F238E27FC236}">
                            <a16:creationId xmlns:a16="http://schemas.microsoft.com/office/drawing/2014/main" id="{6CA82F93-0107-BB88-1BC8-365B64382E2C}"/>
                          </a:ext>
                        </a:extLst>
                      </p:cNvPr>
                      <p:cNvGrpSpPr/>
                      <p:nvPr/>
                    </p:nvGrpSpPr>
                    <p:grpSpPr>
                      <a:xfrm rot="7200000">
                        <a:off x="5310186" y="3402011"/>
                        <a:ext cx="303213" cy="303213"/>
                        <a:chOff x="5354637" y="3446463"/>
                        <a:chExt cx="214313" cy="214313"/>
                      </a:xfrm>
                    </p:grpSpPr>
                    <p:sp>
                      <p:nvSpPr>
                        <p:cNvPr id="17918" name="Arc 17917">
                          <a:extLst>
                            <a:ext uri="{FF2B5EF4-FFF2-40B4-BE49-F238E27FC236}">
                              <a16:creationId xmlns:a16="http://schemas.microsoft.com/office/drawing/2014/main" id="{D0D06AF5-0975-51B1-803A-F1FC2FCA53E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919" name="Arc 17918">
                          <a:extLst>
                            <a:ext uri="{FF2B5EF4-FFF2-40B4-BE49-F238E27FC236}">
                              <a16:creationId xmlns:a16="http://schemas.microsoft.com/office/drawing/2014/main" id="{05F4072E-960E-74B1-6A16-331C672D513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917" name="TextBox 17916">
                        <a:extLst>
                          <a:ext uri="{FF2B5EF4-FFF2-40B4-BE49-F238E27FC236}">
                            <a16:creationId xmlns:a16="http://schemas.microsoft.com/office/drawing/2014/main" id="{35989282-093B-05ED-F916-733359B9071E}"/>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879" name="Group 17878">
                    <a:extLst>
                      <a:ext uri="{FF2B5EF4-FFF2-40B4-BE49-F238E27FC236}">
                        <a16:creationId xmlns:a16="http://schemas.microsoft.com/office/drawing/2014/main" id="{375328D8-DE1D-E19B-7F56-186650267CB3}"/>
                      </a:ext>
                    </a:extLst>
                  </p:cNvPr>
                  <p:cNvGrpSpPr/>
                  <p:nvPr/>
                </p:nvGrpSpPr>
                <p:grpSpPr>
                  <a:xfrm>
                    <a:off x="5886431" y="3525040"/>
                    <a:ext cx="393192" cy="393192"/>
                    <a:chOff x="5265196" y="3932619"/>
                    <a:chExt cx="393192" cy="393192"/>
                  </a:xfrm>
                </p:grpSpPr>
                <p:grpSp>
                  <p:nvGrpSpPr>
                    <p:cNvPr id="17903" name="Group 17902">
                      <a:extLst>
                        <a:ext uri="{FF2B5EF4-FFF2-40B4-BE49-F238E27FC236}">
                          <a16:creationId xmlns:a16="http://schemas.microsoft.com/office/drawing/2014/main" id="{D32245EC-FCEC-4663-35B4-56F5D7CD4D75}"/>
                        </a:ext>
                      </a:extLst>
                    </p:cNvPr>
                    <p:cNvGrpSpPr/>
                    <p:nvPr/>
                  </p:nvGrpSpPr>
                  <p:grpSpPr>
                    <a:xfrm>
                      <a:off x="5354636" y="4022061"/>
                      <a:ext cx="214313" cy="214313"/>
                      <a:chOff x="5354637" y="3446463"/>
                      <a:chExt cx="214313" cy="214313"/>
                    </a:xfrm>
                  </p:grpSpPr>
                  <p:sp>
                    <p:nvSpPr>
                      <p:cNvPr id="17911" name="Arc 17910">
                        <a:extLst>
                          <a:ext uri="{FF2B5EF4-FFF2-40B4-BE49-F238E27FC236}">
                            <a16:creationId xmlns:a16="http://schemas.microsoft.com/office/drawing/2014/main" id="{6F73A5B9-5E24-1453-04A6-EA9876B16A7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912" name="Arc 17911">
                        <a:extLst>
                          <a:ext uri="{FF2B5EF4-FFF2-40B4-BE49-F238E27FC236}">
                            <a16:creationId xmlns:a16="http://schemas.microsoft.com/office/drawing/2014/main" id="{33A1CEED-F90F-6876-052D-F8408D322E8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904" name="Group 17903">
                      <a:extLst>
                        <a:ext uri="{FF2B5EF4-FFF2-40B4-BE49-F238E27FC236}">
                          <a16:creationId xmlns:a16="http://schemas.microsoft.com/office/drawing/2014/main" id="{10FA260D-46F0-A95C-DB13-A6C98CE4A641}"/>
                        </a:ext>
                      </a:extLst>
                    </p:cNvPr>
                    <p:cNvGrpSpPr/>
                    <p:nvPr/>
                  </p:nvGrpSpPr>
                  <p:grpSpPr>
                    <a:xfrm rot="14400000">
                      <a:off x="5310186" y="3977611"/>
                      <a:ext cx="303213" cy="303213"/>
                      <a:chOff x="5354637" y="3446463"/>
                      <a:chExt cx="214313" cy="214313"/>
                    </a:xfrm>
                  </p:grpSpPr>
                  <p:sp>
                    <p:nvSpPr>
                      <p:cNvPr id="17909" name="Arc 17908">
                        <a:extLst>
                          <a:ext uri="{FF2B5EF4-FFF2-40B4-BE49-F238E27FC236}">
                            <a16:creationId xmlns:a16="http://schemas.microsoft.com/office/drawing/2014/main" id="{CA71C3F4-A133-46EF-DC7D-F6FE7BDFEC8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910" name="Arc 17909">
                        <a:extLst>
                          <a:ext uri="{FF2B5EF4-FFF2-40B4-BE49-F238E27FC236}">
                            <a16:creationId xmlns:a16="http://schemas.microsoft.com/office/drawing/2014/main" id="{80366A18-A3DE-D2FB-7E10-1513C5CB686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905" name="Group 17904">
                      <a:extLst>
                        <a:ext uri="{FF2B5EF4-FFF2-40B4-BE49-F238E27FC236}">
                          <a16:creationId xmlns:a16="http://schemas.microsoft.com/office/drawing/2014/main" id="{782305E9-5A15-7368-666C-470FF81BE41A}"/>
                        </a:ext>
                      </a:extLst>
                    </p:cNvPr>
                    <p:cNvGrpSpPr/>
                    <p:nvPr/>
                  </p:nvGrpSpPr>
                  <p:grpSpPr>
                    <a:xfrm rot="7200000">
                      <a:off x="5265196" y="3932619"/>
                      <a:ext cx="393192" cy="393192"/>
                      <a:chOff x="5354637" y="3446463"/>
                      <a:chExt cx="214313" cy="214313"/>
                    </a:xfrm>
                  </p:grpSpPr>
                  <p:sp>
                    <p:nvSpPr>
                      <p:cNvPr id="17907" name="Arc 17906">
                        <a:extLst>
                          <a:ext uri="{FF2B5EF4-FFF2-40B4-BE49-F238E27FC236}">
                            <a16:creationId xmlns:a16="http://schemas.microsoft.com/office/drawing/2014/main" id="{35377910-3A93-2D09-2A90-00B1CA54534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908" name="Arc 17907">
                        <a:extLst>
                          <a:ext uri="{FF2B5EF4-FFF2-40B4-BE49-F238E27FC236}">
                            <a16:creationId xmlns:a16="http://schemas.microsoft.com/office/drawing/2014/main" id="{775A2AAA-1AE6-9C90-ED36-2795429C06A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906" name="TextBox 17905">
                      <a:extLst>
                        <a:ext uri="{FF2B5EF4-FFF2-40B4-BE49-F238E27FC236}">
                          <a16:creationId xmlns:a16="http://schemas.microsoft.com/office/drawing/2014/main" id="{1458FB4F-43FB-1DA2-2E82-17A35CDBF002}"/>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7880" name="Group 17879">
                    <a:extLst>
                      <a:ext uri="{FF2B5EF4-FFF2-40B4-BE49-F238E27FC236}">
                        <a16:creationId xmlns:a16="http://schemas.microsoft.com/office/drawing/2014/main" id="{F61B8CD6-83F9-C087-5F83-908290EC1C55}"/>
                      </a:ext>
                    </a:extLst>
                  </p:cNvPr>
                  <p:cNvGrpSpPr/>
                  <p:nvPr/>
                </p:nvGrpSpPr>
                <p:grpSpPr>
                  <a:xfrm>
                    <a:off x="6512463" y="3525040"/>
                    <a:ext cx="393192" cy="393192"/>
                    <a:chOff x="6389147" y="3357021"/>
                    <a:chExt cx="393192" cy="393192"/>
                  </a:xfrm>
                </p:grpSpPr>
                <p:grpSp>
                  <p:nvGrpSpPr>
                    <p:cNvPr id="17892" name="Group 17891">
                      <a:extLst>
                        <a:ext uri="{FF2B5EF4-FFF2-40B4-BE49-F238E27FC236}">
                          <a16:creationId xmlns:a16="http://schemas.microsoft.com/office/drawing/2014/main" id="{289D1D1D-544D-F200-2212-A42663603DE9}"/>
                        </a:ext>
                      </a:extLst>
                    </p:cNvPr>
                    <p:cNvGrpSpPr/>
                    <p:nvPr/>
                  </p:nvGrpSpPr>
                  <p:grpSpPr>
                    <a:xfrm rot="7200000" flipH="1">
                      <a:off x="6389147" y="3357021"/>
                      <a:ext cx="393192" cy="393192"/>
                      <a:chOff x="5354637" y="3446463"/>
                      <a:chExt cx="214313" cy="214313"/>
                    </a:xfrm>
                  </p:grpSpPr>
                  <p:sp>
                    <p:nvSpPr>
                      <p:cNvPr id="17901" name="Arc 17900">
                        <a:extLst>
                          <a:ext uri="{FF2B5EF4-FFF2-40B4-BE49-F238E27FC236}">
                            <a16:creationId xmlns:a16="http://schemas.microsoft.com/office/drawing/2014/main" id="{7EEEDB2B-CBDD-FE6F-DBE7-37B55300A51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902" name="Arc 17901">
                        <a:extLst>
                          <a:ext uri="{FF2B5EF4-FFF2-40B4-BE49-F238E27FC236}">
                            <a16:creationId xmlns:a16="http://schemas.microsoft.com/office/drawing/2014/main" id="{474F3003-E513-BAD7-3AB3-9D7814D36B8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893" name="Group 17892">
                      <a:extLst>
                        <a:ext uri="{FF2B5EF4-FFF2-40B4-BE49-F238E27FC236}">
                          <a16:creationId xmlns:a16="http://schemas.microsoft.com/office/drawing/2014/main" id="{20C560FD-9BD8-71DF-C320-E78E21B1613F}"/>
                        </a:ext>
                      </a:extLst>
                    </p:cNvPr>
                    <p:cNvGrpSpPr/>
                    <p:nvPr/>
                  </p:nvGrpSpPr>
                  <p:grpSpPr>
                    <a:xfrm>
                      <a:off x="6434137" y="3402011"/>
                      <a:ext cx="303213" cy="303213"/>
                      <a:chOff x="6434137" y="3402011"/>
                      <a:chExt cx="303213" cy="303213"/>
                    </a:xfrm>
                  </p:grpSpPr>
                  <p:grpSp>
                    <p:nvGrpSpPr>
                      <p:cNvPr id="17894" name="Group 17893">
                        <a:extLst>
                          <a:ext uri="{FF2B5EF4-FFF2-40B4-BE49-F238E27FC236}">
                            <a16:creationId xmlns:a16="http://schemas.microsoft.com/office/drawing/2014/main" id="{3E14D651-A510-A116-E2D4-5BA234DA7C03}"/>
                          </a:ext>
                        </a:extLst>
                      </p:cNvPr>
                      <p:cNvGrpSpPr/>
                      <p:nvPr/>
                    </p:nvGrpSpPr>
                    <p:grpSpPr>
                      <a:xfrm flipH="1">
                        <a:off x="6478587" y="3446461"/>
                        <a:ext cx="214313" cy="214313"/>
                        <a:chOff x="5354637" y="3446463"/>
                        <a:chExt cx="214313" cy="214313"/>
                      </a:xfrm>
                    </p:grpSpPr>
                    <p:sp>
                      <p:nvSpPr>
                        <p:cNvPr id="17899" name="Arc 17898">
                          <a:extLst>
                            <a:ext uri="{FF2B5EF4-FFF2-40B4-BE49-F238E27FC236}">
                              <a16:creationId xmlns:a16="http://schemas.microsoft.com/office/drawing/2014/main" id="{3FEE502F-EC60-AE34-A423-9E789731BF4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900" name="Arc 17899">
                          <a:extLst>
                            <a:ext uri="{FF2B5EF4-FFF2-40B4-BE49-F238E27FC236}">
                              <a16:creationId xmlns:a16="http://schemas.microsoft.com/office/drawing/2014/main" id="{9A72EEC8-FE33-273D-AEE6-DF6115A20AD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895" name="Group 17894">
                        <a:extLst>
                          <a:ext uri="{FF2B5EF4-FFF2-40B4-BE49-F238E27FC236}">
                            <a16:creationId xmlns:a16="http://schemas.microsoft.com/office/drawing/2014/main" id="{17C6A074-A9CF-41EB-5038-F7A9F9F3A223}"/>
                          </a:ext>
                        </a:extLst>
                      </p:cNvPr>
                      <p:cNvGrpSpPr/>
                      <p:nvPr/>
                    </p:nvGrpSpPr>
                    <p:grpSpPr>
                      <a:xfrm rot="14400000" flipH="1">
                        <a:off x="6434137" y="3402011"/>
                        <a:ext cx="303213" cy="303213"/>
                        <a:chOff x="5354637" y="3446463"/>
                        <a:chExt cx="214313" cy="214313"/>
                      </a:xfrm>
                    </p:grpSpPr>
                    <p:sp>
                      <p:nvSpPr>
                        <p:cNvPr id="17897" name="Arc 17896">
                          <a:extLst>
                            <a:ext uri="{FF2B5EF4-FFF2-40B4-BE49-F238E27FC236}">
                              <a16:creationId xmlns:a16="http://schemas.microsoft.com/office/drawing/2014/main" id="{A15E131D-6C0C-11C0-C18A-6A116344FC7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898" name="Arc 17897">
                          <a:extLst>
                            <a:ext uri="{FF2B5EF4-FFF2-40B4-BE49-F238E27FC236}">
                              <a16:creationId xmlns:a16="http://schemas.microsoft.com/office/drawing/2014/main" id="{8266B531-D821-752F-3186-05E0EA6DF8A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896" name="TextBox 17895">
                        <a:extLst>
                          <a:ext uri="{FF2B5EF4-FFF2-40B4-BE49-F238E27FC236}">
                            <a16:creationId xmlns:a16="http://schemas.microsoft.com/office/drawing/2014/main" id="{AA633215-B151-2425-583D-5A13A37BB18C}"/>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881" name="Group 17880">
                    <a:extLst>
                      <a:ext uri="{FF2B5EF4-FFF2-40B4-BE49-F238E27FC236}">
                        <a16:creationId xmlns:a16="http://schemas.microsoft.com/office/drawing/2014/main" id="{127AA4DF-A2DC-1091-E08B-CCCE5FB0258C}"/>
                      </a:ext>
                    </a:extLst>
                  </p:cNvPr>
                  <p:cNvGrpSpPr/>
                  <p:nvPr/>
                </p:nvGrpSpPr>
                <p:grpSpPr>
                  <a:xfrm>
                    <a:off x="6197413" y="3225768"/>
                    <a:ext cx="393192" cy="393192"/>
                    <a:chOff x="6389147" y="3932622"/>
                    <a:chExt cx="393192" cy="393192"/>
                  </a:xfrm>
                </p:grpSpPr>
                <p:grpSp>
                  <p:nvGrpSpPr>
                    <p:cNvPr id="17882" name="Group 17881">
                      <a:extLst>
                        <a:ext uri="{FF2B5EF4-FFF2-40B4-BE49-F238E27FC236}">
                          <a16:creationId xmlns:a16="http://schemas.microsoft.com/office/drawing/2014/main" id="{5E3FDBCE-F77D-D7C7-88E0-0D775E2ABF57}"/>
                        </a:ext>
                      </a:extLst>
                    </p:cNvPr>
                    <p:cNvGrpSpPr/>
                    <p:nvPr/>
                  </p:nvGrpSpPr>
                  <p:grpSpPr>
                    <a:xfrm flipH="1">
                      <a:off x="6478587" y="4022061"/>
                      <a:ext cx="214313" cy="214313"/>
                      <a:chOff x="5354637" y="3446463"/>
                      <a:chExt cx="214313" cy="214313"/>
                    </a:xfrm>
                  </p:grpSpPr>
                  <p:sp>
                    <p:nvSpPr>
                      <p:cNvPr id="17890" name="Arc 17889">
                        <a:extLst>
                          <a:ext uri="{FF2B5EF4-FFF2-40B4-BE49-F238E27FC236}">
                            <a16:creationId xmlns:a16="http://schemas.microsoft.com/office/drawing/2014/main" id="{CC086B7A-5288-C565-9DBD-FAA42F5FD31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891" name="Arc 17890">
                        <a:extLst>
                          <a:ext uri="{FF2B5EF4-FFF2-40B4-BE49-F238E27FC236}">
                            <a16:creationId xmlns:a16="http://schemas.microsoft.com/office/drawing/2014/main" id="{1D75F333-5488-AE70-5285-C53B40FEC65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883" name="Group 17882">
                      <a:extLst>
                        <a:ext uri="{FF2B5EF4-FFF2-40B4-BE49-F238E27FC236}">
                          <a16:creationId xmlns:a16="http://schemas.microsoft.com/office/drawing/2014/main" id="{A573F971-A8D3-7CA2-FBC7-B943CA097C04}"/>
                        </a:ext>
                      </a:extLst>
                    </p:cNvPr>
                    <p:cNvGrpSpPr/>
                    <p:nvPr/>
                  </p:nvGrpSpPr>
                  <p:grpSpPr>
                    <a:xfrm rot="7200000" flipH="1">
                      <a:off x="6434137" y="3977611"/>
                      <a:ext cx="303213" cy="303213"/>
                      <a:chOff x="5354637" y="3446463"/>
                      <a:chExt cx="214313" cy="214313"/>
                    </a:xfrm>
                  </p:grpSpPr>
                  <p:sp>
                    <p:nvSpPr>
                      <p:cNvPr id="17888" name="Arc 17887">
                        <a:extLst>
                          <a:ext uri="{FF2B5EF4-FFF2-40B4-BE49-F238E27FC236}">
                            <a16:creationId xmlns:a16="http://schemas.microsoft.com/office/drawing/2014/main" id="{46183C7B-A9CF-B899-3B7D-2918835BDE3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889" name="Arc 17888">
                        <a:extLst>
                          <a:ext uri="{FF2B5EF4-FFF2-40B4-BE49-F238E27FC236}">
                            <a16:creationId xmlns:a16="http://schemas.microsoft.com/office/drawing/2014/main" id="{69156425-3433-9CEB-FEB4-D637AA346C5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884" name="Group 17883">
                      <a:extLst>
                        <a:ext uri="{FF2B5EF4-FFF2-40B4-BE49-F238E27FC236}">
                          <a16:creationId xmlns:a16="http://schemas.microsoft.com/office/drawing/2014/main" id="{C8A49EC1-9AE9-2BB6-7500-B43862C61DBF}"/>
                        </a:ext>
                      </a:extLst>
                    </p:cNvPr>
                    <p:cNvGrpSpPr/>
                    <p:nvPr/>
                  </p:nvGrpSpPr>
                  <p:grpSpPr>
                    <a:xfrm rot="14400000" flipH="1">
                      <a:off x="6389147" y="3932622"/>
                      <a:ext cx="393192" cy="393192"/>
                      <a:chOff x="5354637" y="3446463"/>
                      <a:chExt cx="214313" cy="214313"/>
                    </a:xfrm>
                  </p:grpSpPr>
                  <p:sp>
                    <p:nvSpPr>
                      <p:cNvPr id="17886" name="Arc 17885">
                        <a:extLst>
                          <a:ext uri="{FF2B5EF4-FFF2-40B4-BE49-F238E27FC236}">
                            <a16:creationId xmlns:a16="http://schemas.microsoft.com/office/drawing/2014/main" id="{2424D0E2-5119-882E-6231-7D8F7072E68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887" name="Arc 17886">
                        <a:extLst>
                          <a:ext uri="{FF2B5EF4-FFF2-40B4-BE49-F238E27FC236}">
                            <a16:creationId xmlns:a16="http://schemas.microsoft.com/office/drawing/2014/main" id="{12AC174F-F0F2-7D25-9CDC-84B366B9537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885" name="TextBox 17884">
                      <a:extLst>
                        <a:ext uri="{FF2B5EF4-FFF2-40B4-BE49-F238E27FC236}">
                          <a16:creationId xmlns:a16="http://schemas.microsoft.com/office/drawing/2014/main" id="{91E1F7B1-0193-D312-964A-585A7628AA05}"/>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7781" name="Group 17780">
                <a:extLst>
                  <a:ext uri="{FF2B5EF4-FFF2-40B4-BE49-F238E27FC236}">
                    <a16:creationId xmlns:a16="http://schemas.microsoft.com/office/drawing/2014/main" id="{D1BCB884-0AA1-1495-5AB8-F613C0881D91}"/>
                  </a:ext>
                </a:extLst>
              </p:cNvPr>
              <p:cNvGrpSpPr/>
              <p:nvPr/>
            </p:nvGrpSpPr>
            <p:grpSpPr>
              <a:xfrm>
                <a:off x="6065340" y="2039507"/>
                <a:ext cx="1643204" cy="1593124"/>
                <a:chOff x="5445106" y="2644743"/>
                <a:chExt cx="1643204" cy="1593124"/>
              </a:xfrm>
            </p:grpSpPr>
            <p:grpSp>
              <p:nvGrpSpPr>
                <p:cNvPr id="17782" name="Group 17781">
                  <a:extLst>
                    <a:ext uri="{FF2B5EF4-FFF2-40B4-BE49-F238E27FC236}">
                      <a16:creationId xmlns:a16="http://schemas.microsoft.com/office/drawing/2014/main" id="{581A02AF-9074-9E46-3498-7FB8D4C71E67}"/>
                    </a:ext>
                  </a:extLst>
                </p:cNvPr>
                <p:cNvGrpSpPr/>
                <p:nvPr/>
              </p:nvGrpSpPr>
              <p:grpSpPr>
                <a:xfrm>
                  <a:off x="5445106" y="2644743"/>
                  <a:ext cx="1019224" cy="991639"/>
                  <a:chOff x="5886431" y="3225768"/>
                  <a:chExt cx="1019224" cy="991639"/>
                </a:xfrm>
              </p:grpSpPr>
              <p:grpSp>
                <p:nvGrpSpPr>
                  <p:cNvPr id="17830" name="Group 17829">
                    <a:extLst>
                      <a:ext uri="{FF2B5EF4-FFF2-40B4-BE49-F238E27FC236}">
                        <a16:creationId xmlns:a16="http://schemas.microsoft.com/office/drawing/2014/main" id="{46D04814-547D-8A08-8EBB-74BCFAF701F6}"/>
                      </a:ext>
                    </a:extLst>
                  </p:cNvPr>
                  <p:cNvGrpSpPr/>
                  <p:nvPr/>
                </p:nvGrpSpPr>
                <p:grpSpPr>
                  <a:xfrm>
                    <a:off x="6197413" y="3824215"/>
                    <a:ext cx="393192" cy="393192"/>
                    <a:chOff x="5265196" y="3357021"/>
                    <a:chExt cx="393192" cy="393192"/>
                  </a:xfrm>
                </p:grpSpPr>
                <p:grpSp>
                  <p:nvGrpSpPr>
                    <p:cNvPr id="17865" name="Group 17864">
                      <a:extLst>
                        <a:ext uri="{FF2B5EF4-FFF2-40B4-BE49-F238E27FC236}">
                          <a16:creationId xmlns:a16="http://schemas.microsoft.com/office/drawing/2014/main" id="{7D418E81-FAD1-386B-A2AC-0FE85D443BE4}"/>
                        </a:ext>
                      </a:extLst>
                    </p:cNvPr>
                    <p:cNvGrpSpPr/>
                    <p:nvPr/>
                  </p:nvGrpSpPr>
                  <p:grpSpPr>
                    <a:xfrm rot="14400000">
                      <a:off x="5265196" y="3357021"/>
                      <a:ext cx="393192" cy="393192"/>
                      <a:chOff x="5354637" y="3446463"/>
                      <a:chExt cx="214313" cy="214313"/>
                    </a:xfrm>
                  </p:grpSpPr>
                  <p:sp>
                    <p:nvSpPr>
                      <p:cNvPr id="17874" name="Arc 17873">
                        <a:extLst>
                          <a:ext uri="{FF2B5EF4-FFF2-40B4-BE49-F238E27FC236}">
                            <a16:creationId xmlns:a16="http://schemas.microsoft.com/office/drawing/2014/main" id="{B6A60DA9-6EA9-FB29-3E90-5B02D4FD9BA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875" name="Arc 17874">
                        <a:extLst>
                          <a:ext uri="{FF2B5EF4-FFF2-40B4-BE49-F238E27FC236}">
                            <a16:creationId xmlns:a16="http://schemas.microsoft.com/office/drawing/2014/main" id="{10AED59A-94E4-F596-3FCD-8C6A1170936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866" name="Group 17865">
                      <a:extLst>
                        <a:ext uri="{FF2B5EF4-FFF2-40B4-BE49-F238E27FC236}">
                          <a16:creationId xmlns:a16="http://schemas.microsoft.com/office/drawing/2014/main" id="{E0D8E6F9-D53B-E495-5245-56EFF66B91F4}"/>
                        </a:ext>
                      </a:extLst>
                    </p:cNvPr>
                    <p:cNvGrpSpPr/>
                    <p:nvPr/>
                  </p:nvGrpSpPr>
                  <p:grpSpPr>
                    <a:xfrm>
                      <a:off x="5310186" y="3402011"/>
                      <a:ext cx="303213" cy="303213"/>
                      <a:chOff x="5310186" y="3402011"/>
                      <a:chExt cx="303213" cy="303213"/>
                    </a:xfrm>
                  </p:grpSpPr>
                  <p:grpSp>
                    <p:nvGrpSpPr>
                      <p:cNvPr id="17867" name="Group 17866">
                        <a:extLst>
                          <a:ext uri="{FF2B5EF4-FFF2-40B4-BE49-F238E27FC236}">
                            <a16:creationId xmlns:a16="http://schemas.microsoft.com/office/drawing/2014/main" id="{C5A968EC-04C9-8CB1-9970-AD0157E44F9A}"/>
                          </a:ext>
                        </a:extLst>
                      </p:cNvPr>
                      <p:cNvGrpSpPr/>
                      <p:nvPr/>
                    </p:nvGrpSpPr>
                    <p:grpSpPr>
                      <a:xfrm>
                        <a:off x="5354636" y="3446461"/>
                        <a:ext cx="214313" cy="214313"/>
                        <a:chOff x="5354637" y="3446463"/>
                        <a:chExt cx="214313" cy="214313"/>
                      </a:xfrm>
                    </p:grpSpPr>
                    <p:sp>
                      <p:nvSpPr>
                        <p:cNvPr id="17872" name="Arc 17871">
                          <a:extLst>
                            <a:ext uri="{FF2B5EF4-FFF2-40B4-BE49-F238E27FC236}">
                              <a16:creationId xmlns:a16="http://schemas.microsoft.com/office/drawing/2014/main" id="{9754EA46-937F-ADDA-2A3F-6652A5DBE0C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873" name="Arc 17872">
                          <a:extLst>
                            <a:ext uri="{FF2B5EF4-FFF2-40B4-BE49-F238E27FC236}">
                              <a16:creationId xmlns:a16="http://schemas.microsoft.com/office/drawing/2014/main" id="{CF94D1CB-D9BB-29BF-824E-9EE6AD67131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868" name="Group 17867">
                        <a:extLst>
                          <a:ext uri="{FF2B5EF4-FFF2-40B4-BE49-F238E27FC236}">
                            <a16:creationId xmlns:a16="http://schemas.microsoft.com/office/drawing/2014/main" id="{AA836283-9316-C017-C8B3-EC5573C3EEB2}"/>
                          </a:ext>
                        </a:extLst>
                      </p:cNvPr>
                      <p:cNvGrpSpPr/>
                      <p:nvPr/>
                    </p:nvGrpSpPr>
                    <p:grpSpPr>
                      <a:xfrm rot="7200000">
                        <a:off x="5310186" y="3402011"/>
                        <a:ext cx="303213" cy="303213"/>
                        <a:chOff x="5354637" y="3446463"/>
                        <a:chExt cx="214313" cy="214313"/>
                      </a:xfrm>
                    </p:grpSpPr>
                    <p:sp>
                      <p:nvSpPr>
                        <p:cNvPr id="17870" name="Arc 17869">
                          <a:extLst>
                            <a:ext uri="{FF2B5EF4-FFF2-40B4-BE49-F238E27FC236}">
                              <a16:creationId xmlns:a16="http://schemas.microsoft.com/office/drawing/2014/main" id="{708781CB-E3C3-ABFA-1E4F-868EF8CF6B5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871" name="Arc 17870">
                          <a:extLst>
                            <a:ext uri="{FF2B5EF4-FFF2-40B4-BE49-F238E27FC236}">
                              <a16:creationId xmlns:a16="http://schemas.microsoft.com/office/drawing/2014/main" id="{7C3E6887-49B3-1D0E-1119-52C7FC0271B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869" name="TextBox 17868">
                        <a:extLst>
                          <a:ext uri="{FF2B5EF4-FFF2-40B4-BE49-F238E27FC236}">
                            <a16:creationId xmlns:a16="http://schemas.microsoft.com/office/drawing/2014/main" id="{F2200EA3-3089-DCB1-CA5A-A51D28CF6E88}"/>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831" name="Group 17830">
                    <a:extLst>
                      <a:ext uri="{FF2B5EF4-FFF2-40B4-BE49-F238E27FC236}">
                        <a16:creationId xmlns:a16="http://schemas.microsoft.com/office/drawing/2014/main" id="{E64881D6-6819-F49C-26B0-ECD8161039E7}"/>
                      </a:ext>
                    </a:extLst>
                  </p:cNvPr>
                  <p:cNvGrpSpPr/>
                  <p:nvPr/>
                </p:nvGrpSpPr>
                <p:grpSpPr>
                  <a:xfrm>
                    <a:off x="5886431" y="3525040"/>
                    <a:ext cx="393192" cy="393192"/>
                    <a:chOff x="5265196" y="3932619"/>
                    <a:chExt cx="393192" cy="393192"/>
                  </a:xfrm>
                </p:grpSpPr>
                <p:grpSp>
                  <p:nvGrpSpPr>
                    <p:cNvPr id="17855" name="Group 17854">
                      <a:extLst>
                        <a:ext uri="{FF2B5EF4-FFF2-40B4-BE49-F238E27FC236}">
                          <a16:creationId xmlns:a16="http://schemas.microsoft.com/office/drawing/2014/main" id="{952EDFAD-3C52-4519-797C-0BE54710C317}"/>
                        </a:ext>
                      </a:extLst>
                    </p:cNvPr>
                    <p:cNvGrpSpPr/>
                    <p:nvPr/>
                  </p:nvGrpSpPr>
                  <p:grpSpPr>
                    <a:xfrm>
                      <a:off x="5354636" y="4022061"/>
                      <a:ext cx="214313" cy="214313"/>
                      <a:chOff x="5354637" y="3446463"/>
                      <a:chExt cx="214313" cy="214313"/>
                    </a:xfrm>
                  </p:grpSpPr>
                  <p:sp>
                    <p:nvSpPr>
                      <p:cNvPr id="17863" name="Arc 17862">
                        <a:extLst>
                          <a:ext uri="{FF2B5EF4-FFF2-40B4-BE49-F238E27FC236}">
                            <a16:creationId xmlns:a16="http://schemas.microsoft.com/office/drawing/2014/main" id="{ECA24EBE-8BBC-EE2B-5A85-B2C803BF6B3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864" name="Arc 17863">
                        <a:extLst>
                          <a:ext uri="{FF2B5EF4-FFF2-40B4-BE49-F238E27FC236}">
                            <a16:creationId xmlns:a16="http://schemas.microsoft.com/office/drawing/2014/main" id="{D3DAEA3D-04C7-1717-8817-99375AF277B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856" name="Group 17855">
                      <a:extLst>
                        <a:ext uri="{FF2B5EF4-FFF2-40B4-BE49-F238E27FC236}">
                          <a16:creationId xmlns:a16="http://schemas.microsoft.com/office/drawing/2014/main" id="{C39D2D5F-026A-DE8D-DC44-392921631140}"/>
                        </a:ext>
                      </a:extLst>
                    </p:cNvPr>
                    <p:cNvGrpSpPr/>
                    <p:nvPr/>
                  </p:nvGrpSpPr>
                  <p:grpSpPr>
                    <a:xfrm rot="14400000">
                      <a:off x="5310186" y="3977611"/>
                      <a:ext cx="303213" cy="303213"/>
                      <a:chOff x="5354637" y="3446463"/>
                      <a:chExt cx="214313" cy="214313"/>
                    </a:xfrm>
                  </p:grpSpPr>
                  <p:sp>
                    <p:nvSpPr>
                      <p:cNvPr id="17861" name="Arc 17860">
                        <a:extLst>
                          <a:ext uri="{FF2B5EF4-FFF2-40B4-BE49-F238E27FC236}">
                            <a16:creationId xmlns:a16="http://schemas.microsoft.com/office/drawing/2014/main" id="{C2AE6DCA-DA6A-1EF6-846C-05E37A22322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862" name="Arc 17861">
                        <a:extLst>
                          <a:ext uri="{FF2B5EF4-FFF2-40B4-BE49-F238E27FC236}">
                            <a16:creationId xmlns:a16="http://schemas.microsoft.com/office/drawing/2014/main" id="{C74900B0-1ACD-2477-E575-E17887EF628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857" name="Group 17856">
                      <a:extLst>
                        <a:ext uri="{FF2B5EF4-FFF2-40B4-BE49-F238E27FC236}">
                          <a16:creationId xmlns:a16="http://schemas.microsoft.com/office/drawing/2014/main" id="{1B04791A-E3B8-BD36-F07C-41F2DADB43CD}"/>
                        </a:ext>
                      </a:extLst>
                    </p:cNvPr>
                    <p:cNvGrpSpPr/>
                    <p:nvPr/>
                  </p:nvGrpSpPr>
                  <p:grpSpPr>
                    <a:xfrm rot="7200000">
                      <a:off x="5265196" y="3932619"/>
                      <a:ext cx="393192" cy="393192"/>
                      <a:chOff x="5354637" y="3446463"/>
                      <a:chExt cx="214313" cy="214313"/>
                    </a:xfrm>
                  </p:grpSpPr>
                  <p:sp>
                    <p:nvSpPr>
                      <p:cNvPr id="17859" name="Arc 17858">
                        <a:extLst>
                          <a:ext uri="{FF2B5EF4-FFF2-40B4-BE49-F238E27FC236}">
                            <a16:creationId xmlns:a16="http://schemas.microsoft.com/office/drawing/2014/main" id="{6FD34068-F36C-55B8-47C5-AAB3866FF3A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860" name="Arc 17859">
                        <a:extLst>
                          <a:ext uri="{FF2B5EF4-FFF2-40B4-BE49-F238E27FC236}">
                            <a16:creationId xmlns:a16="http://schemas.microsoft.com/office/drawing/2014/main" id="{05D50EC0-7976-7F38-D283-12182B493C5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858" name="TextBox 17857">
                      <a:extLst>
                        <a:ext uri="{FF2B5EF4-FFF2-40B4-BE49-F238E27FC236}">
                          <a16:creationId xmlns:a16="http://schemas.microsoft.com/office/drawing/2014/main" id="{B8EC1245-EF3E-C0B3-584B-0D12141B4D7B}"/>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7832" name="Group 17831">
                    <a:extLst>
                      <a:ext uri="{FF2B5EF4-FFF2-40B4-BE49-F238E27FC236}">
                        <a16:creationId xmlns:a16="http://schemas.microsoft.com/office/drawing/2014/main" id="{A5105F54-E5A9-566A-FF7E-23E4E7910829}"/>
                      </a:ext>
                    </a:extLst>
                  </p:cNvPr>
                  <p:cNvGrpSpPr/>
                  <p:nvPr/>
                </p:nvGrpSpPr>
                <p:grpSpPr>
                  <a:xfrm>
                    <a:off x="6512463" y="3525040"/>
                    <a:ext cx="393192" cy="393192"/>
                    <a:chOff x="6389147" y="3357021"/>
                    <a:chExt cx="393192" cy="393192"/>
                  </a:xfrm>
                </p:grpSpPr>
                <p:grpSp>
                  <p:nvGrpSpPr>
                    <p:cNvPr id="17844" name="Group 17843">
                      <a:extLst>
                        <a:ext uri="{FF2B5EF4-FFF2-40B4-BE49-F238E27FC236}">
                          <a16:creationId xmlns:a16="http://schemas.microsoft.com/office/drawing/2014/main" id="{987657BE-52FA-4575-770F-77873A7B0F62}"/>
                        </a:ext>
                      </a:extLst>
                    </p:cNvPr>
                    <p:cNvGrpSpPr/>
                    <p:nvPr/>
                  </p:nvGrpSpPr>
                  <p:grpSpPr>
                    <a:xfrm rot="7200000" flipH="1">
                      <a:off x="6389147" y="3357021"/>
                      <a:ext cx="393192" cy="393192"/>
                      <a:chOff x="5354637" y="3446463"/>
                      <a:chExt cx="214313" cy="214313"/>
                    </a:xfrm>
                  </p:grpSpPr>
                  <p:sp>
                    <p:nvSpPr>
                      <p:cNvPr id="17853" name="Arc 17852">
                        <a:extLst>
                          <a:ext uri="{FF2B5EF4-FFF2-40B4-BE49-F238E27FC236}">
                            <a16:creationId xmlns:a16="http://schemas.microsoft.com/office/drawing/2014/main" id="{D8A28087-F2B8-B1DD-ED7B-7B7DBBDF5ED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854" name="Arc 17853">
                        <a:extLst>
                          <a:ext uri="{FF2B5EF4-FFF2-40B4-BE49-F238E27FC236}">
                            <a16:creationId xmlns:a16="http://schemas.microsoft.com/office/drawing/2014/main" id="{A62C2A24-461B-9EFD-ABB1-3B4D155A479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845" name="Group 17844">
                      <a:extLst>
                        <a:ext uri="{FF2B5EF4-FFF2-40B4-BE49-F238E27FC236}">
                          <a16:creationId xmlns:a16="http://schemas.microsoft.com/office/drawing/2014/main" id="{9A13B7FF-E3E6-9422-3575-77F6CB083A1F}"/>
                        </a:ext>
                      </a:extLst>
                    </p:cNvPr>
                    <p:cNvGrpSpPr/>
                    <p:nvPr/>
                  </p:nvGrpSpPr>
                  <p:grpSpPr>
                    <a:xfrm>
                      <a:off x="6434137" y="3402011"/>
                      <a:ext cx="303213" cy="303213"/>
                      <a:chOff x="6434137" y="3402011"/>
                      <a:chExt cx="303213" cy="303213"/>
                    </a:xfrm>
                  </p:grpSpPr>
                  <p:grpSp>
                    <p:nvGrpSpPr>
                      <p:cNvPr id="17846" name="Group 17845">
                        <a:extLst>
                          <a:ext uri="{FF2B5EF4-FFF2-40B4-BE49-F238E27FC236}">
                            <a16:creationId xmlns:a16="http://schemas.microsoft.com/office/drawing/2014/main" id="{20B0D193-5A17-BC9D-9B7D-CACF35E6EF59}"/>
                          </a:ext>
                        </a:extLst>
                      </p:cNvPr>
                      <p:cNvGrpSpPr/>
                      <p:nvPr/>
                    </p:nvGrpSpPr>
                    <p:grpSpPr>
                      <a:xfrm flipH="1">
                        <a:off x="6478587" y="3446461"/>
                        <a:ext cx="214313" cy="214313"/>
                        <a:chOff x="5354637" y="3446463"/>
                        <a:chExt cx="214313" cy="214313"/>
                      </a:xfrm>
                    </p:grpSpPr>
                    <p:sp>
                      <p:nvSpPr>
                        <p:cNvPr id="17851" name="Arc 17850">
                          <a:extLst>
                            <a:ext uri="{FF2B5EF4-FFF2-40B4-BE49-F238E27FC236}">
                              <a16:creationId xmlns:a16="http://schemas.microsoft.com/office/drawing/2014/main" id="{40092E26-B9A5-72DD-5B5B-45772A36A5A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852" name="Arc 17851">
                          <a:extLst>
                            <a:ext uri="{FF2B5EF4-FFF2-40B4-BE49-F238E27FC236}">
                              <a16:creationId xmlns:a16="http://schemas.microsoft.com/office/drawing/2014/main" id="{6F3309DA-7407-C72A-CBCB-E885E118FE1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847" name="Group 17846">
                        <a:extLst>
                          <a:ext uri="{FF2B5EF4-FFF2-40B4-BE49-F238E27FC236}">
                            <a16:creationId xmlns:a16="http://schemas.microsoft.com/office/drawing/2014/main" id="{3669E9AE-2958-55D3-D8CB-295FB422450A}"/>
                          </a:ext>
                        </a:extLst>
                      </p:cNvPr>
                      <p:cNvGrpSpPr/>
                      <p:nvPr/>
                    </p:nvGrpSpPr>
                    <p:grpSpPr>
                      <a:xfrm rot="14400000" flipH="1">
                        <a:off x="6434137" y="3402011"/>
                        <a:ext cx="303213" cy="303213"/>
                        <a:chOff x="5354637" y="3446463"/>
                        <a:chExt cx="214313" cy="214313"/>
                      </a:xfrm>
                    </p:grpSpPr>
                    <p:sp>
                      <p:nvSpPr>
                        <p:cNvPr id="17849" name="Arc 17848">
                          <a:extLst>
                            <a:ext uri="{FF2B5EF4-FFF2-40B4-BE49-F238E27FC236}">
                              <a16:creationId xmlns:a16="http://schemas.microsoft.com/office/drawing/2014/main" id="{8505DD91-2EC9-AEA7-EBB0-F679D567A1D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850" name="Arc 17849">
                          <a:extLst>
                            <a:ext uri="{FF2B5EF4-FFF2-40B4-BE49-F238E27FC236}">
                              <a16:creationId xmlns:a16="http://schemas.microsoft.com/office/drawing/2014/main" id="{9B2935C8-9EA2-8BA2-CDB1-E7DC0EDBD6E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848" name="TextBox 17847">
                        <a:extLst>
                          <a:ext uri="{FF2B5EF4-FFF2-40B4-BE49-F238E27FC236}">
                            <a16:creationId xmlns:a16="http://schemas.microsoft.com/office/drawing/2014/main" id="{4D5BC388-48D2-7D04-60CE-4D4C320B88BB}"/>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833" name="Group 17832">
                    <a:extLst>
                      <a:ext uri="{FF2B5EF4-FFF2-40B4-BE49-F238E27FC236}">
                        <a16:creationId xmlns:a16="http://schemas.microsoft.com/office/drawing/2014/main" id="{13071513-CE82-AC47-7420-C74579E61E2D}"/>
                      </a:ext>
                    </a:extLst>
                  </p:cNvPr>
                  <p:cNvGrpSpPr/>
                  <p:nvPr/>
                </p:nvGrpSpPr>
                <p:grpSpPr>
                  <a:xfrm>
                    <a:off x="6197413" y="3225768"/>
                    <a:ext cx="393192" cy="393192"/>
                    <a:chOff x="6389147" y="3932622"/>
                    <a:chExt cx="393192" cy="393192"/>
                  </a:xfrm>
                </p:grpSpPr>
                <p:grpSp>
                  <p:nvGrpSpPr>
                    <p:cNvPr id="17834" name="Group 17833">
                      <a:extLst>
                        <a:ext uri="{FF2B5EF4-FFF2-40B4-BE49-F238E27FC236}">
                          <a16:creationId xmlns:a16="http://schemas.microsoft.com/office/drawing/2014/main" id="{87DFA654-EFBB-2874-54A1-00C39F3A2A8F}"/>
                        </a:ext>
                      </a:extLst>
                    </p:cNvPr>
                    <p:cNvGrpSpPr/>
                    <p:nvPr/>
                  </p:nvGrpSpPr>
                  <p:grpSpPr>
                    <a:xfrm flipH="1">
                      <a:off x="6478587" y="4022061"/>
                      <a:ext cx="214313" cy="214313"/>
                      <a:chOff x="5354637" y="3446463"/>
                      <a:chExt cx="214313" cy="214313"/>
                    </a:xfrm>
                  </p:grpSpPr>
                  <p:sp>
                    <p:nvSpPr>
                      <p:cNvPr id="17842" name="Arc 17841">
                        <a:extLst>
                          <a:ext uri="{FF2B5EF4-FFF2-40B4-BE49-F238E27FC236}">
                            <a16:creationId xmlns:a16="http://schemas.microsoft.com/office/drawing/2014/main" id="{9B07BFA3-283A-3C22-07CD-FA6A991340F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843" name="Arc 17842">
                        <a:extLst>
                          <a:ext uri="{FF2B5EF4-FFF2-40B4-BE49-F238E27FC236}">
                            <a16:creationId xmlns:a16="http://schemas.microsoft.com/office/drawing/2014/main" id="{6B3FD9A0-E77F-961A-1935-ABDE55A1238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835" name="Group 17834">
                      <a:extLst>
                        <a:ext uri="{FF2B5EF4-FFF2-40B4-BE49-F238E27FC236}">
                          <a16:creationId xmlns:a16="http://schemas.microsoft.com/office/drawing/2014/main" id="{DF549C2D-5802-3188-54F8-37915ED03C3A}"/>
                        </a:ext>
                      </a:extLst>
                    </p:cNvPr>
                    <p:cNvGrpSpPr/>
                    <p:nvPr/>
                  </p:nvGrpSpPr>
                  <p:grpSpPr>
                    <a:xfrm rot="7200000" flipH="1">
                      <a:off x="6434137" y="3977611"/>
                      <a:ext cx="303213" cy="303213"/>
                      <a:chOff x="5354637" y="3446463"/>
                      <a:chExt cx="214313" cy="214313"/>
                    </a:xfrm>
                  </p:grpSpPr>
                  <p:sp>
                    <p:nvSpPr>
                      <p:cNvPr id="17840" name="Arc 17839">
                        <a:extLst>
                          <a:ext uri="{FF2B5EF4-FFF2-40B4-BE49-F238E27FC236}">
                            <a16:creationId xmlns:a16="http://schemas.microsoft.com/office/drawing/2014/main" id="{62DA9E1A-4A6A-E2E6-A4E2-4FD6D239574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841" name="Arc 17840">
                        <a:extLst>
                          <a:ext uri="{FF2B5EF4-FFF2-40B4-BE49-F238E27FC236}">
                            <a16:creationId xmlns:a16="http://schemas.microsoft.com/office/drawing/2014/main" id="{E3AE7321-ED5F-5FDF-51D9-9FA20130F38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836" name="Group 17835">
                      <a:extLst>
                        <a:ext uri="{FF2B5EF4-FFF2-40B4-BE49-F238E27FC236}">
                          <a16:creationId xmlns:a16="http://schemas.microsoft.com/office/drawing/2014/main" id="{81F090EA-FBC1-F7D6-C9C6-E9AE7F71EFB7}"/>
                        </a:ext>
                      </a:extLst>
                    </p:cNvPr>
                    <p:cNvGrpSpPr/>
                    <p:nvPr/>
                  </p:nvGrpSpPr>
                  <p:grpSpPr>
                    <a:xfrm rot="14400000" flipH="1">
                      <a:off x="6389147" y="3932622"/>
                      <a:ext cx="393192" cy="393192"/>
                      <a:chOff x="5354637" y="3446463"/>
                      <a:chExt cx="214313" cy="214313"/>
                    </a:xfrm>
                  </p:grpSpPr>
                  <p:sp>
                    <p:nvSpPr>
                      <p:cNvPr id="17838" name="Arc 17837">
                        <a:extLst>
                          <a:ext uri="{FF2B5EF4-FFF2-40B4-BE49-F238E27FC236}">
                            <a16:creationId xmlns:a16="http://schemas.microsoft.com/office/drawing/2014/main" id="{B6B89446-4715-106A-143F-BEEBE3A7112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839" name="Arc 17838">
                        <a:extLst>
                          <a:ext uri="{FF2B5EF4-FFF2-40B4-BE49-F238E27FC236}">
                            <a16:creationId xmlns:a16="http://schemas.microsoft.com/office/drawing/2014/main" id="{D5623CC0-3A20-152C-8283-A39E7FA216D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837" name="TextBox 17836">
                      <a:extLst>
                        <a:ext uri="{FF2B5EF4-FFF2-40B4-BE49-F238E27FC236}">
                          <a16:creationId xmlns:a16="http://schemas.microsoft.com/office/drawing/2014/main" id="{A46438CF-EF84-ABF0-A5BD-3770A2DE8481}"/>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783" name="Group 17782">
                  <a:extLst>
                    <a:ext uri="{FF2B5EF4-FFF2-40B4-BE49-F238E27FC236}">
                      <a16:creationId xmlns:a16="http://schemas.microsoft.com/office/drawing/2014/main" id="{F4D68E48-F39E-B293-1460-B5A73E6CF5B5}"/>
                    </a:ext>
                  </a:extLst>
                </p:cNvPr>
                <p:cNvGrpSpPr/>
                <p:nvPr/>
              </p:nvGrpSpPr>
              <p:grpSpPr>
                <a:xfrm>
                  <a:off x="6069086" y="3246228"/>
                  <a:ext cx="1019224" cy="991639"/>
                  <a:chOff x="5886431" y="3225768"/>
                  <a:chExt cx="1019224" cy="991639"/>
                </a:xfrm>
              </p:grpSpPr>
              <p:grpSp>
                <p:nvGrpSpPr>
                  <p:cNvPr id="17784" name="Group 17783">
                    <a:extLst>
                      <a:ext uri="{FF2B5EF4-FFF2-40B4-BE49-F238E27FC236}">
                        <a16:creationId xmlns:a16="http://schemas.microsoft.com/office/drawing/2014/main" id="{386FD682-99DD-5897-B105-352F0C91172B}"/>
                      </a:ext>
                    </a:extLst>
                  </p:cNvPr>
                  <p:cNvGrpSpPr/>
                  <p:nvPr/>
                </p:nvGrpSpPr>
                <p:grpSpPr>
                  <a:xfrm>
                    <a:off x="6197413" y="3824215"/>
                    <a:ext cx="393192" cy="393192"/>
                    <a:chOff x="5265196" y="3357021"/>
                    <a:chExt cx="393192" cy="393192"/>
                  </a:xfrm>
                </p:grpSpPr>
                <p:grpSp>
                  <p:nvGrpSpPr>
                    <p:cNvPr id="17819" name="Group 17818">
                      <a:extLst>
                        <a:ext uri="{FF2B5EF4-FFF2-40B4-BE49-F238E27FC236}">
                          <a16:creationId xmlns:a16="http://schemas.microsoft.com/office/drawing/2014/main" id="{90BE549C-6999-3B97-CE91-C1C8ADB63B8C}"/>
                        </a:ext>
                      </a:extLst>
                    </p:cNvPr>
                    <p:cNvGrpSpPr/>
                    <p:nvPr/>
                  </p:nvGrpSpPr>
                  <p:grpSpPr>
                    <a:xfrm rot="14400000">
                      <a:off x="5265196" y="3357021"/>
                      <a:ext cx="393192" cy="393192"/>
                      <a:chOff x="5354637" y="3446463"/>
                      <a:chExt cx="214313" cy="214313"/>
                    </a:xfrm>
                  </p:grpSpPr>
                  <p:sp>
                    <p:nvSpPr>
                      <p:cNvPr id="17828" name="Arc 17827">
                        <a:extLst>
                          <a:ext uri="{FF2B5EF4-FFF2-40B4-BE49-F238E27FC236}">
                            <a16:creationId xmlns:a16="http://schemas.microsoft.com/office/drawing/2014/main" id="{4E8B82FB-7421-E560-EDB3-4749A8F69DD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829" name="Arc 17828">
                        <a:extLst>
                          <a:ext uri="{FF2B5EF4-FFF2-40B4-BE49-F238E27FC236}">
                            <a16:creationId xmlns:a16="http://schemas.microsoft.com/office/drawing/2014/main" id="{82A6C25B-3D0F-4951-62C4-74A0927BFF2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820" name="Group 17819">
                      <a:extLst>
                        <a:ext uri="{FF2B5EF4-FFF2-40B4-BE49-F238E27FC236}">
                          <a16:creationId xmlns:a16="http://schemas.microsoft.com/office/drawing/2014/main" id="{03C9C6D3-A1E2-2DB6-FAD0-9FB565C07D1C}"/>
                        </a:ext>
                      </a:extLst>
                    </p:cNvPr>
                    <p:cNvGrpSpPr/>
                    <p:nvPr/>
                  </p:nvGrpSpPr>
                  <p:grpSpPr>
                    <a:xfrm>
                      <a:off x="5310186" y="3402011"/>
                      <a:ext cx="303213" cy="303213"/>
                      <a:chOff x="5310186" y="3402011"/>
                      <a:chExt cx="303213" cy="303213"/>
                    </a:xfrm>
                  </p:grpSpPr>
                  <p:grpSp>
                    <p:nvGrpSpPr>
                      <p:cNvPr id="17821" name="Group 17820">
                        <a:extLst>
                          <a:ext uri="{FF2B5EF4-FFF2-40B4-BE49-F238E27FC236}">
                            <a16:creationId xmlns:a16="http://schemas.microsoft.com/office/drawing/2014/main" id="{4BFA2C3D-E13D-F70C-FD35-B32E1E5B7FC9}"/>
                          </a:ext>
                        </a:extLst>
                      </p:cNvPr>
                      <p:cNvGrpSpPr/>
                      <p:nvPr/>
                    </p:nvGrpSpPr>
                    <p:grpSpPr>
                      <a:xfrm>
                        <a:off x="5354636" y="3446461"/>
                        <a:ext cx="214313" cy="214313"/>
                        <a:chOff x="5354637" y="3446463"/>
                        <a:chExt cx="214313" cy="214313"/>
                      </a:xfrm>
                    </p:grpSpPr>
                    <p:sp>
                      <p:nvSpPr>
                        <p:cNvPr id="17826" name="Arc 17825">
                          <a:extLst>
                            <a:ext uri="{FF2B5EF4-FFF2-40B4-BE49-F238E27FC236}">
                              <a16:creationId xmlns:a16="http://schemas.microsoft.com/office/drawing/2014/main" id="{8351942E-2B88-0510-2725-09EA859DD27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827" name="Arc 17826">
                          <a:extLst>
                            <a:ext uri="{FF2B5EF4-FFF2-40B4-BE49-F238E27FC236}">
                              <a16:creationId xmlns:a16="http://schemas.microsoft.com/office/drawing/2014/main" id="{867A1A1C-4D51-5446-A8D4-AE8C52DAA81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822" name="Group 17821">
                        <a:extLst>
                          <a:ext uri="{FF2B5EF4-FFF2-40B4-BE49-F238E27FC236}">
                            <a16:creationId xmlns:a16="http://schemas.microsoft.com/office/drawing/2014/main" id="{480F785F-6EE1-9E11-6A24-73F70009E085}"/>
                          </a:ext>
                        </a:extLst>
                      </p:cNvPr>
                      <p:cNvGrpSpPr/>
                      <p:nvPr/>
                    </p:nvGrpSpPr>
                    <p:grpSpPr>
                      <a:xfrm rot="7200000">
                        <a:off x="5310186" y="3402011"/>
                        <a:ext cx="303213" cy="303213"/>
                        <a:chOff x="5354637" y="3446463"/>
                        <a:chExt cx="214313" cy="214313"/>
                      </a:xfrm>
                    </p:grpSpPr>
                    <p:sp>
                      <p:nvSpPr>
                        <p:cNvPr id="17824" name="Arc 17823">
                          <a:extLst>
                            <a:ext uri="{FF2B5EF4-FFF2-40B4-BE49-F238E27FC236}">
                              <a16:creationId xmlns:a16="http://schemas.microsoft.com/office/drawing/2014/main" id="{01259146-C2C7-C1BD-E1F6-CA15A6A6051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825" name="Arc 17824">
                          <a:extLst>
                            <a:ext uri="{FF2B5EF4-FFF2-40B4-BE49-F238E27FC236}">
                              <a16:creationId xmlns:a16="http://schemas.microsoft.com/office/drawing/2014/main" id="{A9EE9F3B-6E64-BFFE-49D2-661448657C3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823" name="TextBox 17822">
                        <a:extLst>
                          <a:ext uri="{FF2B5EF4-FFF2-40B4-BE49-F238E27FC236}">
                            <a16:creationId xmlns:a16="http://schemas.microsoft.com/office/drawing/2014/main" id="{6053242B-0275-567E-7CA5-625611087B30}"/>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785" name="Group 17784">
                    <a:extLst>
                      <a:ext uri="{FF2B5EF4-FFF2-40B4-BE49-F238E27FC236}">
                        <a16:creationId xmlns:a16="http://schemas.microsoft.com/office/drawing/2014/main" id="{F8EC37FE-8A99-CE28-E595-57DDDB7C9319}"/>
                      </a:ext>
                    </a:extLst>
                  </p:cNvPr>
                  <p:cNvGrpSpPr/>
                  <p:nvPr/>
                </p:nvGrpSpPr>
                <p:grpSpPr>
                  <a:xfrm>
                    <a:off x="5886431" y="3525040"/>
                    <a:ext cx="393192" cy="393192"/>
                    <a:chOff x="5265196" y="3932619"/>
                    <a:chExt cx="393192" cy="393192"/>
                  </a:xfrm>
                </p:grpSpPr>
                <p:grpSp>
                  <p:nvGrpSpPr>
                    <p:cNvPr id="17809" name="Group 17808">
                      <a:extLst>
                        <a:ext uri="{FF2B5EF4-FFF2-40B4-BE49-F238E27FC236}">
                          <a16:creationId xmlns:a16="http://schemas.microsoft.com/office/drawing/2014/main" id="{0C869208-EE48-B2D0-4FA5-740757B8C7B5}"/>
                        </a:ext>
                      </a:extLst>
                    </p:cNvPr>
                    <p:cNvGrpSpPr/>
                    <p:nvPr/>
                  </p:nvGrpSpPr>
                  <p:grpSpPr>
                    <a:xfrm>
                      <a:off x="5354636" y="4022061"/>
                      <a:ext cx="214313" cy="214313"/>
                      <a:chOff x="5354637" y="3446463"/>
                      <a:chExt cx="214313" cy="214313"/>
                    </a:xfrm>
                  </p:grpSpPr>
                  <p:sp>
                    <p:nvSpPr>
                      <p:cNvPr id="17817" name="Arc 17816">
                        <a:extLst>
                          <a:ext uri="{FF2B5EF4-FFF2-40B4-BE49-F238E27FC236}">
                            <a16:creationId xmlns:a16="http://schemas.microsoft.com/office/drawing/2014/main" id="{AC0C2FA7-1801-1F43-34E1-C7C7EDDA742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818" name="Arc 17817">
                        <a:extLst>
                          <a:ext uri="{FF2B5EF4-FFF2-40B4-BE49-F238E27FC236}">
                            <a16:creationId xmlns:a16="http://schemas.microsoft.com/office/drawing/2014/main" id="{1526C118-DE6F-5AE2-CF6A-A805A7996A5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810" name="Group 17809">
                      <a:extLst>
                        <a:ext uri="{FF2B5EF4-FFF2-40B4-BE49-F238E27FC236}">
                          <a16:creationId xmlns:a16="http://schemas.microsoft.com/office/drawing/2014/main" id="{6D0B2408-0BAD-F572-9A12-2CD3C65836C2}"/>
                        </a:ext>
                      </a:extLst>
                    </p:cNvPr>
                    <p:cNvGrpSpPr/>
                    <p:nvPr/>
                  </p:nvGrpSpPr>
                  <p:grpSpPr>
                    <a:xfrm rot="14400000">
                      <a:off x="5310186" y="3977611"/>
                      <a:ext cx="303213" cy="303213"/>
                      <a:chOff x="5354637" y="3446463"/>
                      <a:chExt cx="214313" cy="214313"/>
                    </a:xfrm>
                  </p:grpSpPr>
                  <p:sp>
                    <p:nvSpPr>
                      <p:cNvPr id="17815" name="Arc 17814">
                        <a:extLst>
                          <a:ext uri="{FF2B5EF4-FFF2-40B4-BE49-F238E27FC236}">
                            <a16:creationId xmlns:a16="http://schemas.microsoft.com/office/drawing/2014/main" id="{89B999CD-A085-BDB4-97EF-FBC7CEC02DA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816" name="Arc 17815">
                        <a:extLst>
                          <a:ext uri="{FF2B5EF4-FFF2-40B4-BE49-F238E27FC236}">
                            <a16:creationId xmlns:a16="http://schemas.microsoft.com/office/drawing/2014/main" id="{C4947A89-2FEA-06D5-A80E-7DC33BCFBA7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811" name="Group 17810">
                      <a:extLst>
                        <a:ext uri="{FF2B5EF4-FFF2-40B4-BE49-F238E27FC236}">
                          <a16:creationId xmlns:a16="http://schemas.microsoft.com/office/drawing/2014/main" id="{F617AE72-AB2E-3239-143D-CDD102104FE8}"/>
                        </a:ext>
                      </a:extLst>
                    </p:cNvPr>
                    <p:cNvGrpSpPr/>
                    <p:nvPr/>
                  </p:nvGrpSpPr>
                  <p:grpSpPr>
                    <a:xfrm rot="7200000">
                      <a:off x="5265196" y="3932619"/>
                      <a:ext cx="393192" cy="393192"/>
                      <a:chOff x="5354637" y="3446463"/>
                      <a:chExt cx="214313" cy="214313"/>
                    </a:xfrm>
                  </p:grpSpPr>
                  <p:sp>
                    <p:nvSpPr>
                      <p:cNvPr id="17813" name="Arc 17812">
                        <a:extLst>
                          <a:ext uri="{FF2B5EF4-FFF2-40B4-BE49-F238E27FC236}">
                            <a16:creationId xmlns:a16="http://schemas.microsoft.com/office/drawing/2014/main" id="{62C83BF2-8EE5-7923-CB64-78BA0A03B8E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814" name="Arc 17813">
                        <a:extLst>
                          <a:ext uri="{FF2B5EF4-FFF2-40B4-BE49-F238E27FC236}">
                            <a16:creationId xmlns:a16="http://schemas.microsoft.com/office/drawing/2014/main" id="{44CA4E58-9FF3-54BB-B12D-F83FA2D0D87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812" name="TextBox 17811">
                      <a:extLst>
                        <a:ext uri="{FF2B5EF4-FFF2-40B4-BE49-F238E27FC236}">
                          <a16:creationId xmlns:a16="http://schemas.microsoft.com/office/drawing/2014/main" id="{1A603B98-9E2E-7405-DA70-FB5F05A2F35F}"/>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7786" name="Group 17785">
                    <a:extLst>
                      <a:ext uri="{FF2B5EF4-FFF2-40B4-BE49-F238E27FC236}">
                        <a16:creationId xmlns:a16="http://schemas.microsoft.com/office/drawing/2014/main" id="{7B55609D-626D-D508-B4F4-0B2E6492A8A9}"/>
                      </a:ext>
                    </a:extLst>
                  </p:cNvPr>
                  <p:cNvGrpSpPr/>
                  <p:nvPr/>
                </p:nvGrpSpPr>
                <p:grpSpPr>
                  <a:xfrm>
                    <a:off x="6512463" y="3525040"/>
                    <a:ext cx="393192" cy="393192"/>
                    <a:chOff x="6389147" y="3357021"/>
                    <a:chExt cx="393192" cy="393192"/>
                  </a:xfrm>
                </p:grpSpPr>
                <p:grpSp>
                  <p:nvGrpSpPr>
                    <p:cNvPr id="17798" name="Group 17797">
                      <a:extLst>
                        <a:ext uri="{FF2B5EF4-FFF2-40B4-BE49-F238E27FC236}">
                          <a16:creationId xmlns:a16="http://schemas.microsoft.com/office/drawing/2014/main" id="{39E6D2B9-7C77-151B-399B-2491CC376872}"/>
                        </a:ext>
                      </a:extLst>
                    </p:cNvPr>
                    <p:cNvGrpSpPr/>
                    <p:nvPr/>
                  </p:nvGrpSpPr>
                  <p:grpSpPr>
                    <a:xfrm rot="7200000" flipH="1">
                      <a:off x="6389147" y="3357021"/>
                      <a:ext cx="393192" cy="393192"/>
                      <a:chOff x="5354637" y="3446463"/>
                      <a:chExt cx="214313" cy="214313"/>
                    </a:xfrm>
                  </p:grpSpPr>
                  <p:sp>
                    <p:nvSpPr>
                      <p:cNvPr id="17807" name="Arc 17806">
                        <a:extLst>
                          <a:ext uri="{FF2B5EF4-FFF2-40B4-BE49-F238E27FC236}">
                            <a16:creationId xmlns:a16="http://schemas.microsoft.com/office/drawing/2014/main" id="{65724D38-1465-8566-4CB5-213BE965821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808" name="Arc 17807">
                        <a:extLst>
                          <a:ext uri="{FF2B5EF4-FFF2-40B4-BE49-F238E27FC236}">
                            <a16:creationId xmlns:a16="http://schemas.microsoft.com/office/drawing/2014/main" id="{1C0E426C-3D9A-27D5-089B-20C3746877D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799" name="Group 17798">
                      <a:extLst>
                        <a:ext uri="{FF2B5EF4-FFF2-40B4-BE49-F238E27FC236}">
                          <a16:creationId xmlns:a16="http://schemas.microsoft.com/office/drawing/2014/main" id="{E4349ED7-7CC4-29FC-899D-D0E53A0F5D18}"/>
                        </a:ext>
                      </a:extLst>
                    </p:cNvPr>
                    <p:cNvGrpSpPr/>
                    <p:nvPr/>
                  </p:nvGrpSpPr>
                  <p:grpSpPr>
                    <a:xfrm>
                      <a:off x="6434137" y="3402011"/>
                      <a:ext cx="303213" cy="303213"/>
                      <a:chOff x="6434137" y="3402011"/>
                      <a:chExt cx="303213" cy="303213"/>
                    </a:xfrm>
                  </p:grpSpPr>
                  <p:grpSp>
                    <p:nvGrpSpPr>
                      <p:cNvPr id="17800" name="Group 17799">
                        <a:extLst>
                          <a:ext uri="{FF2B5EF4-FFF2-40B4-BE49-F238E27FC236}">
                            <a16:creationId xmlns:a16="http://schemas.microsoft.com/office/drawing/2014/main" id="{5D631669-2A4F-8041-B2E2-B645B921D902}"/>
                          </a:ext>
                        </a:extLst>
                      </p:cNvPr>
                      <p:cNvGrpSpPr/>
                      <p:nvPr/>
                    </p:nvGrpSpPr>
                    <p:grpSpPr>
                      <a:xfrm flipH="1">
                        <a:off x="6478587" y="3446461"/>
                        <a:ext cx="214313" cy="214313"/>
                        <a:chOff x="5354637" y="3446463"/>
                        <a:chExt cx="214313" cy="214313"/>
                      </a:xfrm>
                    </p:grpSpPr>
                    <p:sp>
                      <p:nvSpPr>
                        <p:cNvPr id="17805" name="Arc 17804">
                          <a:extLst>
                            <a:ext uri="{FF2B5EF4-FFF2-40B4-BE49-F238E27FC236}">
                              <a16:creationId xmlns:a16="http://schemas.microsoft.com/office/drawing/2014/main" id="{CCA3B43C-3F50-3138-175B-4330C2A27F4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806" name="Arc 17805">
                          <a:extLst>
                            <a:ext uri="{FF2B5EF4-FFF2-40B4-BE49-F238E27FC236}">
                              <a16:creationId xmlns:a16="http://schemas.microsoft.com/office/drawing/2014/main" id="{0DECFB9B-58E4-3AA3-4781-015CA676CFE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801" name="Group 17800">
                        <a:extLst>
                          <a:ext uri="{FF2B5EF4-FFF2-40B4-BE49-F238E27FC236}">
                            <a16:creationId xmlns:a16="http://schemas.microsoft.com/office/drawing/2014/main" id="{4977B058-374A-67D8-71C8-8F66F5ED6460}"/>
                          </a:ext>
                        </a:extLst>
                      </p:cNvPr>
                      <p:cNvGrpSpPr/>
                      <p:nvPr/>
                    </p:nvGrpSpPr>
                    <p:grpSpPr>
                      <a:xfrm rot="14400000" flipH="1">
                        <a:off x="6434137" y="3402011"/>
                        <a:ext cx="303213" cy="303213"/>
                        <a:chOff x="5354637" y="3446463"/>
                        <a:chExt cx="214313" cy="214313"/>
                      </a:xfrm>
                    </p:grpSpPr>
                    <p:sp>
                      <p:nvSpPr>
                        <p:cNvPr id="17803" name="Arc 17802">
                          <a:extLst>
                            <a:ext uri="{FF2B5EF4-FFF2-40B4-BE49-F238E27FC236}">
                              <a16:creationId xmlns:a16="http://schemas.microsoft.com/office/drawing/2014/main" id="{AD8D8070-7C43-9A2D-7D68-C2294929525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804" name="Arc 17803">
                          <a:extLst>
                            <a:ext uri="{FF2B5EF4-FFF2-40B4-BE49-F238E27FC236}">
                              <a16:creationId xmlns:a16="http://schemas.microsoft.com/office/drawing/2014/main" id="{646283EA-6C9C-D16B-4729-C3859B5D788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802" name="TextBox 17801">
                        <a:extLst>
                          <a:ext uri="{FF2B5EF4-FFF2-40B4-BE49-F238E27FC236}">
                            <a16:creationId xmlns:a16="http://schemas.microsoft.com/office/drawing/2014/main" id="{5A1FB7D4-1546-5615-85BD-3EE1305207B2}"/>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787" name="Group 17786">
                    <a:extLst>
                      <a:ext uri="{FF2B5EF4-FFF2-40B4-BE49-F238E27FC236}">
                        <a16:creationId xmlns:a16="http://schemas.microsoft.com/office/drawing/2014/main" id="{AF1C4654-6E38-BA0A-2467-7686D119D70A}"/>
                      </a:ext>
                    </a:extLst>
                  </p:cNvPr>
                  <p:cNvGrpSpPr/>
                  <p:nvPr/>
                </p:nvGrpSpPr>
                <p:grpSpPr>
                  <a:xfrm>
                    <a:off x="6197413" y="3225768"/>
                    <a:ext cx="393192" cy="393192"/>
                    <a:chOff x="6389147" y="3932622"/>
                    <a:chExt cx="393192" cy="393192"/>
                  </a:xfrm>
                </p:grpSpPr>
                <p:grpSp>
                  <p:nvGrpSpPr>
                    <p:cNvPr id="17788" name="Group 17787">
                      <a:extLst>
                        <a:ext uri="{FF2B5EF4-FFF2-40B4-BE49-F238E27FC236}">
                          <a16:creationId xmlns:a16="http://schemas.microsoft.com/office/drawing/2014/main" id="{4192CD94-A2F7-526F-2151-4B872CCCAB3B}"/>
                        </a:ext>
                      </a:extLst>
                    </p:cNvPr>
                    <p:cNvGrpSpPr/>
                    <p:nvPr/>
                  </p:nvGrpSpPr>
                  <p:grpSpPr>
                    <a:xfrm flipH="1">
                      <a:off x="6478587" y="4022061"/>
                      <a:ext cx="214313" cy="214313"/>
                      <a:chOff x="5354637" y="3446463"/>
                      <a:chExt cx="214313" cy="214313"/>
                    </a:xfrm>
                  </p:grpSpPr>
                  <p:sp>
                    <p:nvSpPr>
                      <p:cNvPr id="17796" name="Arc 17795">
                        <a:extLst>
                          <a:ext uri="{FF2B5EF4-FFF2-40B4-BE49-F238E27FC236}">
                            <a16:creationId xmlns:a16="http://schemas.microsoft.com/office/drawing/2014/main" id="{3CF4ADF2-C94F-606B-B133-97DD27D7FF9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797" name="Arc 17796">
                        <a:extLst>
                          <a:ext uri="{FF2B5EF4-FFF2-40B4-BE49-F238E27FC236}">
                            <a16:creationId xmlns:a16="http://schemas.microsoft.com/office/drawing/2014/main" id="{8C71E124-6A6B-0DC8-F710-8BF828AE36E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789" name="Group 17788">
                      <a:extLst>
                        <a:ext uri="{FF2B5EF4-FFF2-40B4-BE49-F238E27FC236}">
                          <a16:creationId xmlns:a16="http://schemas.microsoft.com/office/drawing/2014/main" id="{59614D7F-E129-C5A5-E2A2-1845B9914662}"/>
                        </a:ext>
                      </a:extLst>
                    </p:cNvPr>
                    <p:cNvGrpSpPr/>
                    <p:nvPr/>
                  </p:nvGrpSpPr>
                  <p:grpSpPr>
                    <a:xfrm rot="7200000" flipH="1">
                      <a:off x="6434137" y="3977611"/>
                      <a:ext cx="303213" cy="303213"/>
                      <a:chOff x="5354637" y="3446463"/>
                      <a:chExt cx="214313" cy="214313"/>
                    </a:xfrm>
                  </p:grpSpPr>
                  <p:sp>
                    <p:nvSpPr>
                      <p:cNvPr id="17794" name="Arc 17793">
                        <a:extLst>
                          <a:ext uri="{FF2B5EF4-FFF2-40B4-BE49-F238E27FC236}">
                            <a16:creationId xmlns:a16="http://schemas.microsoft.com/office/drawing/2014/main" id="{7D8E4E8E-5F33-5B86-2D7A-6F799FF7E0E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795" name="Arc 17794">
                        <a:extLst>
                          <a:ext uri="{FF2B5EF4-FFF2-40B4-BE49-F238E27FC236}">
                            <a16:creationId xmlns:a16="http://schemas.microsoft.com/office/drawing/2014/main" id="{20182747-DE6A-F5DF-016E-6AF993B54F4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790" name="Group 17789">
                      <a:extLst>
                        <a:ext uri="{FF2B5EF4-FFF2-40B4-BE49-F238E27FC236}">
                          <a16:creationId xmlns:a16="http://schemas.microsoft.com/office/drawing/2014/main" id="{D7A24584-0EEC-1B6A-7413-D77E9D6DDB1E}"/>
                        </a:ext>
                      </a:extLst>
                    </p:cNvPr>
                    <p:cNvGrpSpPr/>
                    <p:nvPr/>
                  </p:nvGrpSpPr>
                  <p:grpSpPr>
                    <a:xfrm rot="14400000" flipH="1">
                      <a:off x="6389147" y="3932622"/>
                      <a:ext cx="393192" cy="393192"/>
                      <a:chOff x="5354637" y="3446463"/>
                      <a:chExt cx="214313" cy="214313"/>
                    </a:xfrm>
                  </p:grpSpPr>
                  <p:sp>
                    <p:nvSpPr>
                      <p:cNvPr id="17792" name="Arc 17791">
                        <a:extLst>
                          <a:ext uri="{FF2B5EF4-FFF2-40B4-BE49-F238E27FC236}">
                            <a16:creationId xmlns:a16="http://schemas.microsoft.com/office/drawing/2014/main" id="{47B275CD-7296-17DA-AE7B-BFE0911E068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793" name="Arc 17792">
                        <a:extLst>
                          <a:ext uri="{FF2B5EF4-FFF2-40B4-BE49-F238E27FC236}">
                            <a16:creationId xmlns:a16="http://schemas.microsoft.com/office/drawing/2014/main" id="{AA2C04A3-D4DD-46DB-BA37-C73583D6543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791" name="TextBox 17790">
                      <a:extLst>
                        <a:ext uri="{FF2B5EF4-FFF2-40B4-BE49-F238E27FC236}">
                          <a16:creationId xmlns:a16="http://schemas.microsoft.com/office/drawing/2014/main" id="{25D828CE-6349-276A-B351-511EC87DEF71}"/>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5297" name="Group 15296">
              <a:extLst>
                <a:ext uri="{FF2B5EF4-FFF2-40B4-BE49-F238E27FC236}">
                  <a16:creationId xmlns:a16="http://schemas.microsoft.com/office/drawing/2014/main" id="{0471961B-51AB-D6E9-B806-4E0712D5EFBA}"/>
                </a:ext>
              </a:extLst>
            </p:cNvPr>
            <p:cNvGrpSpPr/>
            <p:nvPr/>
          </p:nvGrpSpPr>
          <p:grpSpPr>
            <a:xfrm>
              <a:off x="5981315" y="745999"/>
              <a:ext cx="2263438" cy="2198360"/>
              <a:chOff x="5445106" y="2039507"/>
              <a:chExt cx="2263438" cy="2198360"/>
            </a:xfrm>
          </p:grpSpPr>
          <p:grpSp>
            <p:nvGrpSpPr>
              <p:cNvPr id="17590" name="Group 17589">
                <a:extLst>
                  <a:ext uri="{FF2B5EF4-FFF2-40B4-BE49-F238E27FC236}">
                    <a16:creationId xmlns:a16="http://schemas.microsoft.com/office/drawing/2014/main" id="{E10AAB86-D22B-D811-3B89-5731596C4B73}"/>
                  </a:ext>
                </a:extLst>
              </p:cNvPr>
              <p:cNvGrpSpPr/>
              <p:nvPr/>
            </p:nvGrpSpPr>
            <p:grpSpPr>
              <a:xfrm>
                <a:off x="5445106" y="2644743"/>
                <a:ext cx="1643204" cy="1593124"/>
                <a:chOff x="5445106" y="2644743"/>
                <a:chExt cx="1643204" cy="1593124"/>
              </a:xfrm>
            </p:grpSpPr>
            <p:grpSp>
              <p:nvGrpSpPr>
                <p:cNvPr id="17686" name="Group 17685">
                  <a:extLst>
                    <a:ext uri="{FF2B5EF4-FFF2-40B4-BE49-F238E27FC236}">
                      <a16:creationId xmlns:a16="http://schemas.microsoft.com/office/drawing/2014/main" id="{FB6CF0B5-A3C8-B318-5FDC-A01E0F7E0037}"/>
                    </a:ext>
                  </a:extLst>
                </p:cNvPr>
                <p:cNvGrpSpPr/>
                <p:nvPr/>
              </p:nvGrpSpPr>
              <p:grpSpPr>
                <a:xfrm>
                  <a:off x="5445106" y="2644743"/>
                  <a:ext cx="1019224" cy="991639"/>
                  <a:chOff x="5886431" y="3225768"/>
                  <a:chExt cx="1019224" cy="991639"/>
                </a:xfrm>
              </p:grpSpPr>
              <p:grpSp>
                <p:nvGrpSpPr>
                  <p:cNvPr id="17734" name="Group 17733">
                    <a:extLst>
                      <a:ext uri="{FF2B5EF4-FFF2-40B4-BE49-F238E27FC236}">
                        <a16:creationId xmlns:a16="http://schemas.microsoft.com/office/drawing/2014/main" id="{769626D6-31D3-C3E7-DB17-9BC8E4178F3B}"/>
                      </a:ext>
                    </a:extLst>
                  </p:cNvPr>
                  <p:cNvGrpSpPr/>
                  <p:nvPr/>
                </p:nvGrpSpPr>
                <p:grpSpPr>
                  <a:xfrm>
                    <a:off x="6197413" y="3824215"/>
                    <a:ext cx="393192" cy="393192"/>
                    <a:chOff x="5265196" y="3357021"/>
                    <a:chExt cx="393192" cy="393192"/>
                  </a:xfrm>
                </p:grpSpPr>
                <p:grpSp>
                  <p:nvGrpSpPr>
                    <p:cNvPr id="17769" name="Group 17768">
                      <a:extLst>
                        <a:ext uri="{FF2B5EF4-FFF2-40B4-BE49-F238E27FC236}">
                          <a16:creationId xmlns:a16="http://schemas.microsoft.com/office/drawing/2014/main" id="{3B88E5FE-E697-87EE-A64F-8C54E40F7AFC}"/>
                        </a:ext>
                      </a:extLst>
                    </p:cNvPr>
                    <p:cNvGrpSpPr/>
                    <p:nvPr/>
                  </p:nvGrpSpPr>
                  <p:grpSpPr>
                    <a:xfrm rot="14400000">
                      <a:off x="5265196" y="3357021"/>
                      <a:ext cx="393192" cy="393192"/>
                      <a:chOff x="5354637" y="3446463"/>
                      <a:chExt cx="214313" cy="214313"/>
                    </a:xfrm>
                  </p:grpSpPr>
                  <p:sp>
                    <p:nvSpPr>
                      <p:cNvPr id="17778" name="Arc 17777">
                        <a:extLst>
                          <a:ext uri="{FF2B5EF4-FFF2-40B4-BE49-F238E27FC236}">
                            <a16:creationId xmlns:a16="http://schemas.microsoft.com/office/drawing/2014/main" id="{5BC3A451-08C6-5149-2568-E75E40391C4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779" name="Arc 17778">
                        <a:extLst>
                          <a:ext uri="{FF2B5EF4-FFF2-40B4-BE49-F238E27FC236}">
                            <a16:creationId xmlns:a16="http://schemas.microsoft.com/office/drawing/2014/main" id="{A9587F7D-0B5F-3706-4C22-5FC158520CA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770" name="Group 17769">
                      <a:extLst>
                        <a:ext uri="{FF2B5EF4-FFF2-40B4-BE49-F238E27FC236}">
                          <a16:creationId xmlns:a16="http://schemas.microsoft.com/office/drawing/2014/main" id="{BC1BAE97-3B8E-19AB-A29E-6184A2FABCE3}"/>
                        </a:ext>
                      </a:extLst>
                    </p:cNvPr>
                    <p:cNvGrpSpPr/>
                    <p:nvPr/>
                  </p:nvGrpSpPr>
                  <p:grpSpPr>
                    <a:xfrm>
                      <a:off x="5310186" y="3402011"/>
                      <a:ext cx="303213" cy="303213"/>
                      <a:chOff x="5310186" y="3402011"/>
                      <a:chExt cx="303213" cy="303213"/>
                    </a:xfrm>
                  </p:grpSpPr>
                  <p:grpSp>
                    <p:nvGrpSpPr>
                      <p:cNvPr id="17771" name="Group 17770">
                        <a:extLst>
                          <a:ext uri="{FF2B5EF4-FFF2-40B4-BE49-F238E27FC236}">
                            <a16:creationId xmlns:a16="http://schemas.microsoft.com/office/drawing/2014/main" id="{A56D75D7-52B4-B20C-8782-1E55E358C8A2}"/>
                          </a:ext>
                        </a:extLst>
                      </p:cNvPr>
                      <p:cNvGrpSpPr/>
                      <p:nvPr/>
                    </p:nvGrpSpPr>
                    <p:grpSpPr>
                      <a:xfrm>
                        <a:off x="5354636" y="3446461"/>
                        <a:ext cx="214313" cy="214313"/>
                        <a:chOff x="5354637" y="3446463"/>
                        <a:chExt cx="214313" cy="214313"/>
                      </a:xfrm>
                    </p:grpSpPr>
                    <p:sp>
                      <p:nvSpPr>
                        <p:cNvPr id="17776" name="Arc 17775">
                          <a:extLst>
                            <a:ext uri="{FF2B5EF4-FFF2-40B4-BE49-F238E27FC236}">
                              <a16:creationId xmlns:a16="http://schemas.microsoft.com/office/drawing/2014/main" id="{88A22030-A4B3-6931-AE6E-0062BA61A3D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777" name="Arc 17776">
                          <a:extLst>
                            <a:ext uri="{FF2B5EF4-FFF2-40B4-BE49-F238E27FC236}">
                              <a16:creationId xmlns:a16="http://schemas.microsoft.com/office/drawing/2014/main" id="{5C3FF8EC-3E66-3726-AB70-E14E02A9CEA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772" name="Group 17771">
                        <a:extLst>
                          <a:ext uri="{FF2B5EF4-FFF2-40B4-BE49-F238E27FC236}">
                            <a16:creationId xmlns:a16="http://schemas.microsoft.com/office/drawing/2014/main" id="{2EF61DFD-B86D-B06D-FDB4-76A19C9A2A09}"/>
                          </a:ext>
                        </a:extLst>
                      </p:cNvPr>
                      <p:cNvGrpSpPr/>
                      <p:nvPr/>
                    </p:nvGrpSpPr>
                    <p:grpSpPr>
                      <a:xfrm rot="7200000">
                        <a:off x="5310186" y="3402011"/>
                        <a:ext cx="303213" cy="303213"/>
                        <a:chOff x="5354637" y="3446463"/>
                        <a:chExt cx="214313" cy="214313"/>
                      </a:xfrm>
                    </p:grpSpPr>
                    <p:sp>
                      <p:nvSpPr>
                        <p:cNvPr id="17774" name="Arc 17773">
                          <a:extLst>
                            <a:ext uri="{FF2B5EF4-FFF2-40B4-BE49-F238E27FC236}">
                              <a16:creationId xmlns:a16="http://schemas.microsoft.com/office/drawing/2014/main" id="{0ABC82E5-27EE-38C8-0E98-9F1D9062207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775" name="Arc 17774">
                          <a:extLst>
                            <a:ext uri="{FF2B5EF4-FFF2-40B4-BE49-F238E27FC236}">
                              <a16:creationId xmlns:a16="http://schemas.microsoft.com/office/drawing/2014/main" id="{19E4F3B5-A3BA-399D-A803-BDC2EB9A0BC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773" name="TextBox 17772">
                        <a:extLst>
                          <a:ext uri="{FF2B5EF4-FFF2-40B4-BE49-F238E27FC236}">
                            <a16:creationId xmlns:a16="http://schemas.microsoft.com/office/drawing/2014/main" id="{43B09F1B-DA91-3457-6401-0162EEB6974A}"/>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735" name="Group 17734">
                    <a:extLst>
                      <a:ext uri="{FF2B5EF4-FFF2-40B4-BE49-F238E27FC236}">
                        <a16:creationId xmlns:a16="http://schemas.microsoft.com/office/drawing/2014/main" id="{0F8BF144-050F-5F3E-85FF-647F7918D3D1}"/>
                      </a:ext>
                    </a:extLst>
                  </p:cNvPr>
                  <p:cNvGrpSpPr/>
                  <p:nvPr/>
                </p:nvGrpSpPr>
                <p:grpSpPr>
                  <a:xfrm>
                    <a:off x="5886431" y="3525040"/>
                    <a:ext cx="393192" cy="393192"/>
                    <a:chOff x="5265196" y="3932619"/>
                    <a:chExt cx="393192" cy="393192"/>
                  </a:xfrm>
                </p:grpSpPr>
                <p:grpSp>
                  <p:nvGrpSpPr>
                    <p:cNvPr id="17759" name="Group 17758">
                      <a:extLst>
                        <a:ext uri="{FF2B5EF4-FFF2-40B4-BE49-F238E27FC236}">
                          <a16:creationId xmlns:a16="http://schemas.microsoft.com/office/drawing/2014/main" id="{EF2BEA79-B56B-D0BE-46B6-BCF276CCA376}"/>
                        </a:ext>
                      </a:extLst>
                    </p:cNvPr>
                    <p:cNvGrpSpPr/>
                    <p:nvPr/>
                  </p:nvGrpSpPr>
                  <p:grpSpPr>
                    <a:xfrm>
                      <a:off x="5354636" y="4022061"/>
                      <a:ext cx="214313" cy="214313"/>
                      <a:chOff x="5354637" y="3446463"/>
                      <a:chExt cx="214313" cy="214313"/>
                    </a:xfrm>
                  </p:grpSpPr>
                  <p:sp>
                    <p:nvSpPr>
                      <p:cNvPr id="17767" name="Arc 17766">
                        <a:extLst>
                          <a:ext uri="{FF2B5EF4-FFF2-40B4-BE49-F238E27FC236}">
                            <a16:creationId xmlns:a16="http://schemas.microsoft.com/office/drawing/2014/main" id="{D4C0D041-67DB-E4AA-85F6-C763C8CCA88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768" name="Arc 17767">
                        <a:extLst>
                          <a:ext uri="{FF2B5EF4-FFF2-40B4-BE49-F238E27FC236}">
                            <a16:creationId xmlns:a16="http://schemas.microsoft.com/office/drawing/2014/main" id="{43B36279-C576-D9CD-3C0A-AC462003426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760" name="Group 17759">
                      <a:extLst>
                        <a:ext uri="{FF2B5EF4-FFF2-40B4-BE49-F238E27FC236}">
                          <a16:creationId xmlns:a16="http://schemas.microsoft.com/office/drawing/2014/main" id="{8E330890-6BC7-5B43-D6B0-2A44BCD9C058}"/>
                        </a:ext>
                      </a:extLst>
                    </p:cNvPr>
                    <p:cNvGrpSpPr/>
                    <p:nvPr/>
                  </p:nvGrpSpPr>
                  <p:grpSpPr>
                    <a:xfrm rot="14400000">
                      <a:off x="5310186" y="3977611"/>
                      <a:ext cx="303213" cy="303213"/>
                      <a:chOff x="5354637" y="3446463"/>
                      <a:chExt cx="214313" cy="214313"/>
                    </a:xfrm>
                  </p:grpSpPr>
                  <p:sp>
                    <p:nvSpPr>
                      <p:cNvPr id="17765" name="Arc 17764">
                        <a:extLst>
                          <a:ext uri="{FF2B5EF4-FFF2-40B4-BE49-F238E27FC236}">
                            <a16:creationId xmlns:a16="http://schemas.microsoft.com/office/drawing/2014/main" id="{C62B27E4-5E93-5822-BC36-19245AD19FD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766" name="Arc 17765">
                        <a:extLst>
                          <a:ext uri="{FF2B5EF4-FFF2-40B4-BE49-F238E27FC236}">
                            <a16:creationId xmlns:a16="http://schemas.microsoft.com/office/drawing/2014/main" id="{739682A4-3662-EF7F-1FB1-4A44D0947E5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761" name="Group 17760">
                      <a:extLst>
                        <a:ext uri="{FF2B5EF4-FFF2-40B4-BE49-F238E27FC236}">
                          <a16:creationId xmlns:a16="http://schemas.microsoft.com/office/drawing/2014/main" id="{49251690-A4E0-E7B8-9F4F-33DA8A31D01A}"/>
                        </a:ext>
                      </a:extLst>
                    </p:cNvPr>
                    <p:cNvGrpSpPr/>
                    <p:nvPr/>
                  </p:nvGrpSpPr>
                  <p:grpSpPr>
                    <a:xfrm rot="7200000">
                      <a:off x="5265196" y="3932619"/>
                      <a:ext cx="393192" cy="393192"/>
                      <a:chOff x="5354637" y="3446463"/>
                      <a:chExt cx="214313" cy="214313"/>
                    </a:xfrm>
                  </p:grpSpPr>
                  <p:sp>
                    <p:nvSpPr>
                      <p:cNvPr id="17763" name="Arc 17762">
                        <a:extLst>
                          <a:ext uri="{FF2B5EF4-FFF2-40B4-BE49-F238E27FC236}">
                            <a16:creationId xmlns:a16="http://schemas.microsoft.com/office/drawing/2014/main" id="{839957FB-4932-B7F3-6E0C-6E3A60E1D89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764" name="Arc 17763">
                        <a:extLst>
                          <a:ext uri="{FF2B5EF4-FFF2-40B4-BE49-F238E27FC236}">
                            <a16:creationId xmlns:a16="http://schemas.microsoft.com/office/drawing/2014/main" id="{B954B391-FE10-556B-CAD4-A01E0905922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762" name="TextBox 17761">
                      <a:extLst>
                        <a:ext uri="{FF2B5EF4-FFF2-40B4-BE49-F238E27FC236}">
                          <a16:creationId xmlns:a16="http://schemas.microsoft.com/office/drawing/2014/main" id="{ECD85AFC-F7E5-C618-B945-E82B8DFAD3E2}"/>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7736" name="Group 17735">
                    <a:extLst>
                      <a:ext uri="{FF2B5EF4-FFF2-40B4-BE49-F238E27FC236}">
                        <a16:creationId xmlns:a16="http://schemas.microsoft.com/office/drawing/2014/main" id="{76F0FDFF-BF1D-0E55-0902-417D44D223D3}"/>
                      </a:ext>
                    </a:extLst>
                  </p:cNvPr>
                  <p:cNvGrpSpPr/>
                  <p:nvPr/>
                </p:nvGrpSpPr>
                <p:grpSpPr>
                  <a:xfrm>
                    <a:off x="6512463" y="3525040"/>
                    <a:ext cx="393192" cy="393192"/>
                    <a:chOff x="6389147" y="3357021"/>
                    <a:chExt cx="393192" cy="393192"/>
                  </a:xfrm>
                </p:grpSpPr>
                <p:grpSp>
                  <p:nvGrpSpPr>
                    <p:cNvPr id="17748" name="Group 17747">
                      <a:extLst>
                        <a:ext uri="{FF2B5EF4-FFF2-40B4-BE49-F238E27FC236}">
                          <a16:creationId xmlns:a16="http://schemas.microsoft.com/office/drawing/2014/main" id="{60CC6426-CFD4-50AF-5E6C-C9D75B441F80}"/>
                        </a:ext>
                      </a:extLst>
                    </p:cNvPr>
                    <p:cNvGrpSpPr/>
                    <p:nvPr/>
                  </p:nvGrpSpPr>
                  <p:grpSpPr>
                    <a:xfrm rot="7200000" flipH="1">
                      <a:off x="6389147" y="3357021"/>
                      <a:ext cx="393192" cy="393192"/>
                      <a:chOff x="5354637" y="3446463"/>
                      <a:chExt cx="214313" cy="214313"/>
                    </a:xfrm>
                  </p:grpSpPr>
                  <p:sp>
                    <p:nvSpPr>
                      <p:cNvPr id="17757" name="Arc 17756">
                        <a:extLst>
                          <a:ext uri="{FF2B5EF4-FFF2-40B4-BE49-F238E27FC236}">
                            <a16:creationId xmlns:a16="http://schemas.microsoft.com/office/drawing/2014/main" id="{F412F352-65D7-3172-8D95-1BCBE9E59A6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758" name="Arc 17757">
                        <a:extLst>
                          <a:ext uri="{FF2B5EF4-FFF2-40B4-BE49-F238E27FC236}">
                            <a16:creationId xmlns:a16="http://schemas.microsoft.com/office/drawing/2014/main" id="{0AE5D62A-50D2-3C1C-A837-576A6470DC4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749" name="Group 17748">
                      <a:extLst>
                        <a:ext uri="{FF2B5EF4-FFF2-40B4-BE49-F238E27FC236}">
                          <a16:creationId xmlns:a16="http://schemas.microsoft.com/office/drawing/2014/main" id="{A8175A9C-AAE8-BF76-FEFE-F8B86EADD80D}"/>
                        </a:ext>
                      </a:extLst>
                    </p:cNvPr>
                    <p:cNvGrpSpPr/>
                    <p:nvPr/>
                  </p:nvGrpSpPr>
                  <p:grpSpPr>
                    <a:xfrm>
                      <a:off x="6434137" y="3402011"/>
                      <a:ext cx="303213" cy="303213"/>
                      <a:chOff x="6434137" y="3402011"/>
                      <a:chExt cx="303213" cy="303213"/>
                    </a:xfrm>
                  </p:grpSpPr>
                  <p:grpSp>
                    <p:nvGrpSpPr>
                      <p:cNvPr id="17750" name="Group 17749">
                        <a:extLst>
                          <a:ext uri="{FF2B5EF4-FFF2-40B4-BE49-F238E27FC236}">
                            <a16:creationId xmlns:a16="http://schemas.microsoft.com/office/drawing/2014/main" id="{42EE260C-5CDA-800C-B389-5E14EBBF9D49}"/>
                          </a:ext>
                        </a:extLst>
                      </p:cNvPr>
                      <p:cNvGrpSpPr/>
                      <p:nvPr/>
                    </p:nvGrpSpPr>
                    <p:grpSpPr>
                      <a:xfrm flipH="1">
                        <a:off x="6478587" y="3446461"/>
                        <a:ext cx="214313" cy="214313"/>
                        <a:chOff x="5354637" y="3446463"/>
                        <a:chExt cx="214313" cy="214313"/>
                      </a:xfrm>
                    </p:grpSpPr>
                    <p:sp>
                      <p:nvSpPr>
                        <p:cNvPr id="17755" name="Arc 17754">
                          <a:extLst>
                            <a:ext uri="{FF2B5EF4-FFF2-40B4-BE49-F238E27FC236}">
                              <a16:creationId xmlns:a16="http://schemas.microsoft.com/office/drawing/2014/main" id="{98E0CEE7-0D0F-BE94-6D8D-8374907E2F2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756" name="Arc 17755">
                          <a:extLst>
                            <a:ext uri="{FF2B5EF4-FFF2-40B4-BE49-F238E27FC236}">
                              <a16:creationId xmlns:a16="http://schemas.microsoft.com/office/drawing/2014/main" id="{353141EF-9E20-F815-997D-334BF882F00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751" name="Group 17750">
                        <a:extLst>
                          <a:ext uri="{FF2B5EF4-FFF2-40B4-BE49-F238E27FC236}">
                            <a16:creationId xmlns:a16="http://schemas.microsoft.com/office/drawing/2014/main" id="{CF19E786-987C-CBDD-5338-746CA37EA9E7}"/>
                          </a:ext>
                        </a:extLst>
                      </p:cNvPr>
                      <p:cNvGrpSpPr/>
                      <p:nvPr/>
                    </p:nvGrpSpPr>
                    <p:grpSpPr>
                      <a:xfrm rot="14400000" flipH="1">
                        <a:off x="6434137" y="3402011"/>
                        <a:ext cx="303213" cy="303213"/>
                        <a:chOff x="5354637" y="3446463"/>
                        <a:chExt cx="214313" cy="214313"/>
                      </a:xfrm>
                    </p:grpSpPr>
                    <p:sp>
                      <p:nvSpPr>
                        <p:cNvPr id="17753" name="Arc 17752">
                          <a:extLst>
                            <a:ext uri="{FF2B5EF4-FFF2-40B4-BE49-F238E27FC236}">
                              <a16:creationId xmlns:a16="http://schemas.microsoft.com/office/drawing/2014/main" id="{52C9D660-BC9E-8E9F-4A32-080DE334402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754" name="Arc 17753">
                          <a:extLst>
                            <a:ext uri="{FF2B5EF4-FFF2-40B4-BE49-F238E27FC236}">
                              <a16:creationId xmlns:a16="http://schemas.microsoft.com/office/drawing/2014/main" id="{6E97F6EC-018C-841B-E63A-CDE0A40965D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752" name="TextBox 17751">
                        <a:extLst>
                          <a:ext uri="{FF2B5EF4-FFF2-40B4-BE49-F238E27FC236}">
                            <a16:creationId xmlns:a16="http://schemas.microsoft.com/office/drawing/2014/main" id="{5DC04C06-8844-8038-23E4-59D5140D6F3D}"/>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737" name="Group 17736">
                    <a:extLst>
                      <a:ext uri="{FF2B5EF4-FFF2-40B4-BE49-F238E27FC236}">
                        <a16:creationId xmlns:a16="http://schemas.microsoft.com/office/drawing/2014/main" id="{A04F9A64-8F9A-CFDF-76E5-B8F346EDBE55}"/>
                      </a:ext>
                    </a:extLst>
                  </p:cNvPr>
                  <p:cNvGrpSpPr/>
                  <p:nvPr/>
                </p:nvGrpSpPr>
                <p:grpSpPr>
                  <a:xfrm>
                    <a:off x="6197413" y="3225768"/>
                    <a:ext cx="393192" cy="393192"/>
                    <a:chOff x="6389147" y="3932622"/>
                    <a:chExt cx="393192" cy="393192"/>
                  </a:xfrm>
                </p:grpSpPr>
                <p:grpSp>
                  <p:nvGrpSpPr>
                    <p:cNvPr id="17738" name="Group 17737">
                      <a:extLst>
                        <a:ext uri="{FF2B5EF4-FFF2-40B4-BE49-F238E27FC236}">
                          <a16:creationId xmlns:a16="http://schemas.microsoft.com/office/drawing/2014/main" id="{6005CF07-1680-A8E4-8051-8B41520E7CA3}"/>
                        </a:ext>
                      </a:extLst>
                    </p:cNvPr>
                    <p:cNvGrpSpPr/>
                    <p:nvPr/>
                  </p:nvGrpSpPr>
                  <p:grpSpPr>
                    <a:xfrm flipH="1">
                      <a:off x="6478587" y="4022061"/>
                      <a:ext cx="214313" cy="214313"/>
                      <a:chOff x="5354637" y="3446463"/>
                      <a:chExt cx="214313" cy="214313"/>
                    </a:xfrm>
                  </p:grpSpPr>
                  <p:sp>
                    <p:nvSpPr>
                      <p:cNvPr id="17746" name="Arc 17745">
                        <a:extLst>
                          <a:ext uri="{FF2B5EF4-FFF2-40B4-BE49-F238E27FC236}">
                            <a16:creationId xmlns:a16="http://schemas.microsoft.com/office/drawing/2014/main" id="{18637DAB-6FF8-A2BD-540F-802ECD379E8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747" name="Arc 17746">
                        <a:extLst>
                          <a:ext uri="{FF2B5EF4-FFF2-40B4-BE49-F238E27FC236}">
                            <a16:creationId xmlns:a16="http://schemas.microsoft.com/office/drawing/2014/main" id="{2B3386B7-1D19-690D-AE8D-24565E26F8C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739" name="Group 17738">
                      <a:extLst>
                        <a:ext uri="{FF2B5EF4-FFF2-40B4-BE49-F238E27FC236}">
                          <a16:creationId xmlns:a16="http://schemas.microsoft.com/office/drawing/2014/main" id="{400DC5E7-6A6C-C86D-E039-8B8C2B8B6C49}"/>
                        </a:ext>
                      </a:extLst>
                    </p:cNvPr>
                    <p:cNvGrpSpPr/>
                    <p:nvPr/>
                  </p:nvGrpSpPr>
                  <p:grpSpPr>
                    <a:xfrm rot="7200000" flipH="1">
                      <a:off x="6434137" y="3977611"/>
                      <a:ext cx="303213" cy="303213"/>
                      <a:chOff x="5354637" y="3446463"/>
                      <a:chExt cx="214313" cy="214313"/>
                    </a:xfrm>
                  </p:grpSpPr>
                  <p:sp>
                    <p:nvSpPr>
                      <p:cNvPr id="17744" name="Arc 17743">
                        <a:extLst>
                          <a:ext uri="{FF2B5EF4-FFF2-40B4-BE49-F238E27FC236}">
                            <a16:creationId xmlns:a16="http://schemas.microsoft.com/office/drawing/2014/main" id="{597E098E-4192-9552-0AAF-5C78D2CF91B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745" name="Arc 17744">
                        <a:extLst>
                          <a:ext uri="{FF2B5EF4-FFF2-40B4-BE49-F238E27FC236}">
                            <a16:creationId xmlns:a16="http://schemas.microsoft.com/office/drawing/2014/main" id="{23279018-2251-56AE-810F-B3EE62569CB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740" name="Group 17739">
                      <a:extLst>
                        <a:ext uri="{FF2B5EF4-FFF2-40B4-BE49-F238E27FC236}">
                          <a16:creationId xmlns:a16="http://schemas.microsoft.com/office/drawing/2014/main" id="{94EB3847-9BBD-3B93-9723-6E1FB0389D16}"/>
                        </a:ext>
                      </a:extLst>
                    </p:cNvPr>
                    <p:cNvGrpSpPr/>
                    <p:nvPr/>
                  </p:nvGrpSpPr>
                  <p:grpSpPr>
                    <a:xfrm rot="14400000" flipH="1">
                      <a:off x="6389147" y="3932622"/>
                      <a:ext cx="393192" cy="393192"/>
                      <a:chOff x="5354637" y="3446463"/>
                      <a:chExt cx="214313" cy="214313"/>
                    </a:xfrm>
                  </p:grpSpPr>
                  <p:sp>
                    <p:nvSpPr>
                      <p:cNvPr id="17742" name="Arc 17741">
                        <a:extLst>
                          <a:ext uri="{FF2B5EF4-FFF2-40B4-BE49-F238E27FC236}">
                            <a16:creationId xmlns:a16="http://schemas.microsoft.com/office/drawing/2014/main" id="{FC60DA61-69F1-8D51-B178-E4820AF9DB8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743" name="Arc 17742">
                        <a:extLst>
                          <a:ext uri="{FF2B5EF4-FFF2-40B4-BE49-F238E27FC236}">
                            <a16:creationId xmlns:a16="http://schemas.microsoft.com/office/drawing/2014/main" id="{3483A848-43AF-ACC3-2D27-01C8912F1CB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741" name="TextBox 17740">
                      <a:extLst>
                        <a:ext uri="{FF2B5EF4-FFF2-40B4-BE49-F238E27FC236}">
                          <a16:creationId xmlns:a16="http://schemas.microsoft.com/office/drawing/2014/main" id="{AA085A56-A668-569F-7291-46ABDC8B1B6F}"/>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687" name="Group 17686">
                  <a:extLst>
                    <a:ext uri="{FF2B5EF4-FFF2-40B4-BE49-F238E27FC236}">
                      <a16:creationId xmlns:a16="http://schemas.microsoft.com/office/drawing/2014/main" id="{BBFB4E57-D19D-F50A-991E-E961B4988140}"/>
                    </a:ext>
                  </a:extLst>
                </p:cNvPr>
                <p:cNvGrpSpPr/>
                <p:nvPr/>
              </p:nvGrpSpPr>
              <p:grpSpPr>
                <a:xfrm>
                  <a:off x="6069086" y="3246228"/>
                  <a:ext cx="1019224" cy="991639"/>
                  <a:chOff x="5886431" y="3225768"/>
                  <a:chExt cx="1019224" cy="991639"/>
                </a:xfrm>
              </p:grpSpPr>
              <p:grpSp>
                <p:nvGrpSpPr>
                  <p:cNvPr id="17688" name="Group 17687">
                    <a:extLst>
                      <a:ext uri="{FF2B5EF4-FFF2-40B4-BE49-F238E27FC236}">
                        <a16:creationId xmlns:a16="http://schemas.microsoft.com/office/drawing/2014/main" id="{43B199AA-92E7-D217-F031-575FBAA98C41}"/>
                      </a:ext>
                    </a:extLst>
                  </p:cNvPr>
                  <p:cNvGrpSpPr/>
                  <p:nvPr/>
                </p:nvGrpSpPr>
                <p:grpSpPr>
                  <a:xfrm>
                    <a:off x="6197413" y="3824215"/>
                    <a:ext cx="393192" cy="393192"/>
                    <a:chOff x="5265196" y="3357021"/>
                    <a:chExt cx="393192" cy="393192"/>
                  </a:xfrm>
                </p:grpSpPr>
                <p:grpSp>
                  <p:nvGrpSpPr>
                    <p:cNvPr id="17723" name="Group 17722">
                      <a:extLst>
                        <a:ext uri="{FF2B5EF4-FFF2-40B4-BE49-F238E27FC236}">
                          <a16:creationId xmlns:a16="http://schemas.microsoft.com/office/drawing/2014/main" id="{91367AFC-EF41-AE24-76D8-1609012136A6}"/>
                        </a:ext>
                      </a:extLst>
                    </p:cNvPr>
                    <p:cNvGrpSpPr/>
                    <p:nvPr/>
                  </p:nvGrpSpPr>
                  <p:grpSpPr>
                    <a:xfrm rot="14400000">
                      <a:off x="5265196" y="3357021"/>
                      <a:ext cx="393192" cy="393192"/>
                      <a:chOff x="5354637" y="3446463"/>
                      <a:chExt cx="214313" cy="214313"/>
                    </a:xfrm>
                  </p:grpSpPr>
                  <p:sp>
                    <p:nvSpPr>
                      <p:cNvPr id="17732" name="Arc 17731">
                        <a:extLst>
                          <a:ext uri="{FF2B5EF4-FFF2-40B4-BE49-F238E27FC236}">
                            <a16:creationId xmlns:a16="http://schemas.microsoft.com/office/drawing/2014/main" id="{FA0C8710-5704-0AA6-12BA-76B1545F13D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733" name="Arc 17732">
                        <a:extLst>
                          <a:ext uri="{FF2B5EF4-FFF2-40B4-BE49-F238E27FC236}">
                            <a16:creationId xmlns:a16="http://schemas.microsoft.com/office/drawing/2014/main" id="{16EE945C-C03B-E90F-7E07-848EB3F5658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724" name="Group 17723">
                      <a:extLst>
                        <a:ext uri="{FF2B5EF4-FFF2-40B4-BE49-F238E27FC236}">
                          <a16:creationId xmlns:a16="http://schemas.microsoft.com/office/drawing/2014/main" id="{47664790-979D-265C-E802-4F4C9189BDDF}"/>
                        </a:ext>
                      </a:extLst>
                    </p:cNvPr>
                    <p:cNvGrpSpPr/>
                    <p:nvPr/>
                  </p:nvGrpSpPr>
                  <p:grpSpPr>
                    <a:xfrm>
                      <a:off x="5310186" y="3402011"/>
                      <a:ext cx="303213" cy="303213"/>
                      <a:chOff x="5310186" y="3402011"/>
                      <a:chExt cx="303213" cy="303213"/>
                    </a:xfrm>
                  </p:grpSpPr>
                  <p:grpSp>
                    <p:nvGrpSpPr>
                      <p:cNvPr id="17725" name="Group 17724">
                        <a:extLst>
                          <a:ext uri="{FF2B5EF4-FFF2-40B4-BE49-F238E27FC236}">
                            <a16:creationId xmlns:a16="http://schemas.microsoft.com/office/drawing/2014/main" id="{7FCDE72E-E26D-BF4E-5A8A-BE14742CFB2A}"/>
                          </a:ext>
                        </a:extLst>
                      </p:cNvPr>
                      <p:cNvGrpSpPr/>
                      <p:nvPr/>
                    </p:nvGrpSpPr>
                    <p:grpSpPr>
                      <a:xfrm>
                        <a:off x="5354636" y="3446461"/>
                        <a:ext cx="214313" cy="214313"/>
                        <a:chOff x="5354637" y="3446463"/>
                        <a:chExt cx="214313" cy="214313"/>
                      </a:xfrm>
                    </p:grpSpPr>
                    <p:sp>
                      <p:nvSpPr>
                        <p:cNvPr id="17730" name="Arc 17729">
                          <a:extLst>
                            <a:ext uri="{FF2B5EF4-FFF2-40B4-BE49-F238E27FC236}">
                              <a16:creationId xmlns:a16="http://schemas.microsoft.com/office/drawing/2014/main" id="{31CCD0CB-6562-8524-7152-8D7C6FBCCE9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731" name="Arc 17730">
                          <a:extLst>
                            <a:ext uri="{FF2B5EF4-FFF2-40B4-BE49-F238E27FC236}">
                              <a16:creationId xmlns:a16="http://schemas.microsoft.com/office/drawing/2014/main" id="{E73A0A25-0BCE-EFFD-AF91-DF1AD876D3D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726" name="Group 17725">
                        <a:extLst>
                          <a:ext uri="{FF2B5EF4-FFF2-40B4-BE49-F238E27FC236}">
                            <a16:creationId xmlns:a16="http://schemas.microsoft.com/office/drawing/2014/main" id="{42F462AD-A940-800A-D2E1-28CB4A3D942B}"/>
                          </a:ext>
                        </a:extLst>
                      </p:cNvPr>
                      <p:cNvGrpSpPr/>
                      <p:nvPr/>
                    </p:nvGrpSpPr>
                    <p:grpSpPr>
                      <a:xfrm rot="7200000">
                        <a:off x="5310186" y="3402011"/>
                        <a:ext cx="303213" cy="303213"/>
                        <a:chOff x="5354637" y="3446463"/>
                        <a:chExt cx="214313" cy="214313"/>
                      </a:xfrm>
                    </p:grpSpPr>
                    <p:sp>
                      <p:nvSpPr>
                        <p:cNvPr id="17728" name="Arc 17727">
                          <a:extLst>
                            <a:ext uri="{FF2B5EF4-FFF2-40B4-BE49-F238E27FC236}">
                              <a16:creationId xmlns:a16="http://schemas.microsoft.com/office/drawing/2014/main" id="{7A81895F-B138-482C-B49E-4388A3BCA02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729" name="Arc 17728">
                          <a:extLst>
                            <a:ext uri="{FF2B5EF4-FFF2-40B4-BE49-F238E27FC236}">
                              <a16:creationId xmlns:a16="http://schemas.microsoft.com/office/drawing/2014/main" id="{A3BE20C3-2319-90E8-5DC7-01C404D3BB8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727" name="TextBox 17726">
                        <a:extLst>
                          <a:ext uri="{FF2B5EF4-FFF2-40B4-BE49-F238E27FC236}">
                            <a16:creationId xmlns:a16="http://schemas.microsoft.com/office/drawing/2014/main" id="{6FD5561E-DA81-0C8E-10BD-9B0A1F1F553D}"/>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689" name="Group 17688">
                    <a:extLst>
                      <a:ext uri="{FF2B5EF4-FFF2-40B4-BE49-F238E27FC236}">
                        <a16:creationId xmlns:a16="http://schemas.microsoft.com/office/drawing/2014/main" id="{5C38AB6E-6A3A-E822-1B74-D173C9268691}"/>
                      </a:ext>
                    </a:extLst>
                  </p:cNvPr>
                  <p:cNvGrpSpPr/>
                  <p:nvPr/>
                </p:nvGrpSpPr>
                <p:grpSpPr>
                  <a:xfrm>
                    <a:off x="5886431" y="3525040"/>
                    <a:ext cx="393192" cy="393192"/>
                    <a:chOff x="5265196" y="3932619"/>
                    <a:chExt cx="393192" cy="393192"/>
                  </a:xfrm>
                </p:grpSpPr>
                <p:grpSp>
                  <p:nvGrpSpPr>
                    <p:cNvPr id="17713" name="Group 17712">
                      <a:extLst>
                        <a:ext uri="{FF2B5EF4-FFF2-40B4-BE49-F238E27FC236}">
                          <a16:creationId xmlns:a16="http://schemas.microsoft.com/office/drawing/2014/main" id="{2B81D518-459F-E722-EC64-0E19E4949901}"/>
                        </a:ext>
                      </a:extLst>
                    </p:cNvPr>
                    <p:cNvGrpSpPr/>
                    <p:nvPr/>
                  </p:nvGrpSpPr>
                  <p:grpSpPr>
                    <a:xfrm>
                      <a:off x="5354636" y="4022061"/>
                      <a:ext cx="214313" cy="214313"/>
                      <a:chOff x="5354637" y="3446463"/>
                      <a:chExt cx="214313" cy="214313"/>
                    </a:xfrm>
                  </p:grpSpPr>
                  <p:sp>
                    <p:nvSpPr>
                      <p:cNvPr id="17721" name="Arc 17720">
                        <a:extLst>
                          <a:ext uri="{FF2B5EF4-FFF2-40B4-BE49-F238E27FC236}">
                            <a16:creationId xmlns:a16="http://schemas.microsoft.com/office/drawing/2014/main" id="{252F4A7C-C01F-7315-197F-0598642CBD4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722" name="Arc 17721">
                        <a:extLst>
                          <a:ext uri="{FF2B5EF4-FFF2-40B4-BE49-F238E27FC236}">
                            <a16:creationId xmlns:a16="http://schemas.microsoft.com/office/drawing/2014/main" id="{902930DA-29EA-2E11-4B7E-9D0B8E2748B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714" name="Group 17713">
                      <a:extLst>
                        <a:ext uri="{FF2B5EF4-FFF2-40B4-BE49-F238E27FC236}">
                          <a16:creationId xmlns:a16="http://schemas.microsoft.com/office/drawing/2014/main" id="{E5170B8B-605B-16BB-CFB2-9AD8535173EC}"/>
                        </a:ext>
                      </a:extLst>
                    </p:cNvPr>
                    <p:cNvGrpSpPr/>
                    <p:nvPr/>
                  </p:nvGrpSpPr>
                  <p:grpSpPr>
                    <a:xfrm rot="14400000">
                      <a:off x="5310186" y="3977611"/>
                      <a:ext cx="303213" cy="303213"/>
                      <a:chOff x="5354637" y="3446463"/>
                      <a:chExt cx="214313" cy="214313"/>
                    </a:xfrm>
                  </p:grpSpPr>
                  <p:sp>
                    <p:nvSpPr>
                      <p:cNvPr id="17719" name="Arc 17718">
                        <a:extLst>
                          <a:ext uri="{FF2B5EF4-FFF2-40B4-BE49-F238E27FC236}">
                            <a16:creationId xmlns:a16="http://schemas.microsoft.com/office/drawing/2014/main" id="{9283E5E5-9882-494B-0E38-7A3EC2C98D5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720" name="Arc 17719">
                        <a:extLst>
                          <a:ext uri="{FF2B5EF4-FFF2-40B4-BE49-F238E27FC236}">
                            <a16:creationId xmlns:a16="http://schemas.microsoft.com/office/drawing/2014/main" id="{C9ABDBE5-CA6C-6923-96F4-921F7ED0870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715" name="Group 17714">
                      <a:extLst>
                        <a:ext uri="{FF2B5EF4-FFF2-40B4-BE49-F238E27FC236}">
                          <a16:creationId xmlns:a16="http://schemas.microsoft.com/office/drawing/2014/main" id="{153019F3-C212-FE50-D6C3-374A8E87ECCA}"/>
                        </a:ext>
                      </a:extLst>
                    </p:cNvPr>
                    <p:cNvGrpSpPr/>
                    <p:nvPr/>
                  </p:nvGrpSpPr>
                  <p:grpSpPr>
                    <a:xfrm rot="7200000">
                      <a:off x="5265196" y="3932619"/>
                      <a:ext cx="393192" cy="393192"/>
                      <a:chOff x="5354637" y="3446463"/>
                      <a:chExt cx="214313" cy="214313"/>
                    </a:xfrm>
                  </p:grpSpPr>
                  <p:sp>
                    <p:nvSpPr>
                      <p:cNvPr id="17717" name="Arc 17716">
                        <a:extLst>
                          <a:ext uri="{FF2B5EF4-FFF2-40B4-BE49-F238E27FC236}">
                            <a16:creationId xmlns:a16="http://schemas.microsoft.com/office/drawing/2014/main" id="{D710019D-0C82-3D84-DFFC-62A92A31ADA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718" name="Arc 17717">
                        <a:extLst>
                          <a:ext uri="{FF2B5EF4-FFF2-40B4-BE49-F238E27FC236}">
                            <a16:creationId xmlns:a16="http://schemas.microsoft.com/office/drawing/2014/main" id="{D81804DD-9856-50CA-9F6B-AFEC5E8A41B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716" name="TextBox 17715">
                      <a:extLst>
                        <a:ext uri="{FF2B5EF4-FFF2-40B4-BE49-F238E27FC236}">
                          <a16:creationId xmlns:a16="http://schemas.microsoft.com/office/drawing/2014/main" id="{3888F48E-B5A8-B387-9B65-488A77D0A0AA}"/>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7690" name="Group 17689">
                    <a:extLst>
                      <a:ext uri="{FF2B5EF4-FFF2-40B4-BE49-F238E27FC236}">
                        <a16:creationId xmlns:a16="http://schemas.microsoft.com/office/drawing/2014/main" id="{0A7A68BB-4276-08A3-5872-3ABAEF85A266}"/>
                      </a:ext>
                    </a:extLst>
                  </p:cNvPr>
                  <p:cNvGrpSpPr/>
                  <p:nvPr/>
                </p:nvGrpSpPr>
                <p:grpSpPr>
                  <a:xfrm>
                    <a:off x="6512463" y="3525040"/>
                    <a:ext cx="393192" cy="393192"/>
                    <a:chOff x="6389147" y="3357021"/>
                    <a:chExt cx="393192" cy="393192"/>
                  </a:xfrm>
                </p:grpSpPr>
                <p:grpSp>
                  <p:nvGrpSpPr>
                    <p:cNvPr id="17702" name="Group 17701">
                      <a:extLst>
                        <a:ext uri="{FF2B5EF4-FFF2-40B4-BE49-F238E27FC236}">
                          <a16:creationId xmlns:a16="http://schemas.microsoft.com/office/drawing/2014/main" id="{7BED6AAA-6A4D-A74C-5E56-18AB68F05606}"/>
                        </a:ext>
                      </a:extLst>
                    </p:cNvPr>
                    <p:cNvGrpSpPr/>
                    <p:nvPr/>
                  </p:nvGrpSpPr>
                  <p:grpSpPr>
                    <a:xfrm rot="7200000" flipH="1">
                      <a:off x="6389147" y="3357021"/>
                      <a:ext cx="393192" cy="393192"/>
                      <a:chOff x="5354637" y="3446463"/>
                      <a:chExt cx="214313" cy="214313"/>
                    </a:xfrm>
                  </p:grpSpPr>
                  <p:sp>
                    <p:nvSpPr>
                      <p:cNvPr id="17711" name="Arc 17710">
                        <a:extLst>
                          <a:ext uri="{FF2B5EF4-FFF2-40B4-BE49-F238E27FC236}">
                            <a16:creationId xmlns:a16="http://schemas.microsoft.com/office/drawing/2014/main" id="{5C3AE6D3-5270-5419-1868-C58BBF2A30C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712" name="Arc 17711">
                        <a:extLst>
                          <a:ext uri="{FF2B5EF4-FFF2-40B4-BE49-F238E27FC236}">
                            <a16:creationId xmlns:a16="http://schemas.microsoft.com/office/drawing/2014/main" id="{7F6B8DB7-6465-E40E-3EF8-47DEC34E426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703" name="Group 17702">
                      <a:extLst>
                        <a:ext uri="{FF2B5EF4-FFF2-40B4-BE49-F238E27FC236}">
                          <a16:creationId xmlns:a16="http://schemas.microsoft.com/office/drawing/2014/main" id="{D6365381-02BF-F674-6414-775FF4783E7E}"/>
                        </a:ext>
                      </a:extLst>
                    </p:cNvPr>
                    <p:cNvGrpSpPr/>
                    <p:nvPr/>
                  </p:nvGrpSpPr>
                  <p:grpSpPr>
                    <a:xfrm>
                      <a:off x="6434137" y="3402011"/>
                      <a:ext cx="303213" cy="303213"/>
                      <a:chOff x="6434137" y="3402011"/>
                      <a:chExt cx="303213" cy="303213"/>
                    </a:xfrm>
                  </p:grpSpPr>
                  <p:grpSp>
                    <p:nvGrpSpPr>
                      <p:cNvPr id="17704" name="Group 17703">
                        <a:extLst>
                          <a:ext uri="{FF2B5EF4-FFF2-40B4-BE49-F238E27FC236}">
                            <a16:creationId xmlns:a16="http://schemas.microsoft.com/office/drawing/2014/main" id="{F9A05BF1-3DD2-4975-B3C3-66C448B4B8BB}"/>
                          </a:ext>
                        </a:extLst>
                      </p:cNvPr>
                      <p:cNvGrpSpPr/>
                      <p:nvPr/>
                    </p:nvGrpSpPr>
                    <p:grpSpPr>
                      <a:xfrm flipH="1">
                        <a:off x="6478587" y="3446461"/>
                        <a:ext cx="214313" cy="214313"/>
                        <a:chOff x="5354637" y="3446463"/>
                        <a:chExt cx="214313" cy="214313"/>
                      </a:xfrm>
                    </p:grpSpPr>
                    <p:sp>
                      <p:nvSpPr>
                        <p:cNvPr id="17709" name="Arc 17708">
                          <a:extLst>
                            <a:ext uri="{FF2B5EF4-FFF2-40B4-BE49-F238E27FC236}">
                              <a16:creationId xmlns:a16="http://schemas.microsoft.com/office/drawing/2014/main" id="{4CDB6334-66C5-5240-1027-F26F7981AEC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710" name="Arc 17709">
                          <a:extLst>
                            <a:ext uri="{FF2B5EF4-FFF2-40B4-BE49-F238E27FC236}">
                              <a16:creationId xmlns:a16="http://schemas.microsoft.com/office/drawing/2014/main" id="{7C63AF1D-0330-B8AB-7ACD-7ECE1150435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705" name="Group 17704">
                        <a:extLst>
                          <a:ext uri="{FF2B5EF4-FFF2-40B4-BE49-F238E27FC236}">
                            <a16:creationId xmlns:a16="http://schemas.microsoft.com/office/drawing/2014/main" id="{43B3C7EB-0F23-9A4B-56BC-7F707C4B7CD2}"/>
                          </a:ext>
                        </a:extLst>
                      </p:cNvPr>
                      <p:cNvGrpSpPr/>
                      <p:nvPr/>
                    </p:nvGrpSpPr>
                    <p:grpSpPr>
                      <a:xfrm rot="14400000" flipH="1">
                        <a:off x="6434137" y="3402011"/>
                        <a:ext cx="303213" cy="303213"/>
                        <a:chOff x="5354637" y="3446463"/>
                        <a:chExt cx="214313" cy="214313"/>
                      </a:xfrm>
                    </p:grpSpPr>
                    <p:sp>
                      <p:nvSpPr>
                        <p:cNvPr id="17707" name="Arc 17706">
                          <a:extLst>
                            <a:ext uri="{FF2B5EF4-FFF2-40B4-BE49-F238E27FC236}">
                              <a16:creationId xmlns:a16="http://schemas.microsoft.com/office/drawing/2014/main" id="{8F41A91E-77EA-51A6-0A4A-4559A01BFDD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708" name="Arc 17707">
                          <a:extLst>
                            <a:ext uri="{FF2B5EF4-FFF2-40B4-BE49-F238E27FC236}">
                              <a16:creationId xmlns:a16="http://schemas.microsoft.com/office/drawing/2014/main" id="{7158CC9A-1C39-E5CD-68C9-A5FE875BCF0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706" name="TextBox 17705">
                        <a:extLst>
                          <a:ext uri="{FF2B5EF4-FFF2-40B4-BE49-F238E27FC236}">
                            <a16:creationId xmlns:a16="http://schemas.microsoft.com/office/drawing/2014/main" id="{2F2532E2-AF3A-0890-2A56-5D6D264028D9}"/>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691" name="Group 17690">
                    <a:extLst>
                      <a:ext uri="{FF2B5EF4-FFF2-40B4-BE49-F238E27FC236}">
                        <a16:creationId xmlns:a16="http://schemas.microsoft.com/office/drawing/2014/main" id="{70E33FF9-EBA3-08B2-B4F4-DD593BC6FC8B}"/>
                      </a:ext>
                    </a:extLst>
                  </p:cNvPr>
                  <p:cNvGrpSpPr/>
                  <p:nvPr/>
                </p:nvGrpSpPr>
                <p:grpSpPr>
                  <a:xfrm>
                    <a:off x="6197413" y="3225768"/>
                    <a:ext cx="393192" cy="393192"/>
                    <a:chOff x="6389147" y="3932622"/>
                    <a:chExt cx="393192" cy="393192"/>
                  </a:xfrm>
                </p:grpSpPr>
                <p:grpSp>
                  <p:nvGrpSpPr>
                    <p:cNvPr id="17692" name="Group 17691">
                      <a:extLst>
                        <a:ext uri="{FF2B5EF4-FFF2-40B4-BE49-F238E27FC236}">
                          <a16:creationId xmlns:a16="http://schemas.microsoft.com/office/drawing/2014/main" id="{F3C7CD2F-401B-83D6-1D8F-625337145AC0}"/>
                        </a:ext>
                      </a:extLst>
                    </p:cNvPr>
                    <p:cNvGrpSpPr/>
                    <p:nvPr/>
                  </p:nvGrpSpPr>
                  <p:grpSpPr>
                    <a:xfrm flipH="1">
                      <a:off x="6478587" y="4022061"/>
                      <a:ext cx="214313" cy="214313"/>
                      <a:chOff x="5354637" y="3446463"/>
                      <a:chExt cx="214313" cy="214313"/>
                    </a:xfrm>
                  </p:grpSpPr>
                  <p:sp>
                    <p:nvSpPr>
                      <p:cNvPr id="17700" name="Arc 17699">
                        <a:extLst>
                          <a:ext uri="{FF2B5EF4-FFF2-40B4-BE49-F238E27FC236}">
                            <a16:creationId xmlns:a16="http://schemas.microsoft.com/office/drawing/2014/main" id="{F8C77252-A4FD-DC6C-12C9-11568F4A740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701" name="Arc 17700">
                        <a:extLst>
                          <a:ext uri="{FF2B5EF4-FFF2-40B4-BE49-F238E27FC236}">
                            <a16:creationId xmlns:a16="http://schemas.microsoft.com/office/drawing/2014/main" id="{A9AC869F-2ABF-ED41-C476-67BEDFB046D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693" name="Group 17692">
                      <a:extLst>
                        <a:ext uri="{FF2B5EF4-FFF2-40B4-BE49-F238E27FC236}">
                          <a16:creationId xmlns:a16="http://schemas.microsoft.com/office/drawing/2014/main" id="{E0236AC2-D3C0-162C-A0D7-C7848CE34995}"/>
                        </a:ext>
                      </a:extLst>
                    </p:cNvPr>
                    <p:cNvGrpSpPr/>
                    <p:nvPr/>
                  </p:nvGrpSpPr>
                  <p:grpSpPr>
                    <a:xfrm rot="7200000" flipH="1">
                      <a:off x="6434137" y="3977611"/>
                      <a:ext cx="303213" cy="303213"/>
                      <a:chOff x="5354637" y="3446463"/>
                      <a:chExt cx="214313" cy="214313"/>
                    </a:xfrm>
                  </p:grpSpPr>
                  <p:sp>
                    <p:nvSpPr>
                      <p:cNvPr id="17698" name="Arc 17697">
                        <a:extLst>
                          <a:ext uri="{FF2B5EF4-FFF2-40B4-BE49-F238E27FC236}">
                            <a16:creationId xmlns:a16="http://schemas.microsoft.com/office/drawing/2014/main" id="{0517F548-AC10-B017-79AF-264ACBC6A5B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699" name="Arc 17698">
                        <a:extLst>
                          <a:ext uri="{FF2B5EF4-FFF2-40B4-BE49-F238E27FC236}">
                            <a16:creationId xmlns:a16="http://schemas.microsoft.com/office/drawing/2014/main" id="{EA158E2A-4917-AB9E-BA14-B1144438C2C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694" name="Group 17693">
                      <a:extLst>
                        <a:ext uri="{FF2B5EF4-FFF2-40B4-BE49-F238E27FC236}">
                          <a16:creationId xmlns:a16="http://schemas.microsoft.com/office/drawing/2014/main" id="{6AF9129E-C14A-4099-30AF-6DAE5FDBC2C2}"/>
                        </a:ext>
                      </a:extLst>
                    </p:cNvPr>
                    <p:cNvGrpSpPr/>
                    <p:nvPr/>
                  </p:nvGrpSpPr>
                  <p:grpSpPr>
                    <a:xfrm rot="14400000" flipH="1">
                      <a:off x="6389147" y="3932622"/>
                      <a:ext cx="393192" cy="393192"/>
                      <a:chOff x="5354637" y="3446463"/>
                      <a:chExt cx="214313" cy="214313"/>
                    </a:xfrm>
                  </p:grpSpPr>
                  <p:sp>
                    <p:nvSpPr>
                      <p:cNvPr id="17696" name="Arc 17695">
                        <a:extLst>
                          <a:ext uri="{FF2B5EF4-FFF2-40B4-BE49-F238E27FC236}">
                            <a16:creationId xmlns:a16="http://schemas.microsoft.com/office/drawing/2014/main" id="{C9654F83-66F4-4CCD-91F7-25872677A1E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697" name="Arc 17696">
                        <a:extLst>
                          <a:ext uri="{FF2B5EF4-FFF2-40B4-BE49-F238E27FC236}">
                            <a16:creationId xmlns:a16="http://schemas.microsoft.com/office/drawing/2014/main" id="{ADCD8590-1AB5-F542-7A37-765572781EC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695" name="TextBox 17694">
                      <a:extLst>
                        <a:ext uri="{FF2B5EF4-FFF2-40B4-BE49-F238E27FC236}">
                          <a16:creationId xmlns:a16="http://schemas.microsoft.com/office/drawing/2014/main" id="{C0866750-32B4-00A5-18FD-BA52EA9B2D89}"/>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7591" name="Group 17590">
                <a:extLst>
                  <a:ext uri="{FF2B5EF4-FFF2-40B4-BE49-F238E27FC236}">
                    <a16:creationId xmlns:a16="http://schemas.microsoft.com/office/drawing/2014/main" id="{8FE94240-82F6-99E8-77AE-AD23C89C48C7}"/>
                  </a:ext>
                </a:extLst>
              </p:cNvPr>
              <p:cNvGrpSpPr/>
              <p:nvPr/>
            </p:nvGrpSpPr>
            <p:grpSpPr>
              <a:xfrm>
                <a:off x="6065340" y="2039507"/>
                <a:ext cx="1643204" cy="1593124"/>
                <a:chOff x="5445106" y="2644743"/>
                <a:chExt cx="1643204" cy="1593124"/>
              </a:xfrm>
            </p:grpSpPr>
            <p:grpSp>
              <p:nvGrpSpPr>
                <p:cNvPr id="17592" name="Group 17591">
                  <a:extLst>
                    <a:ext uri="{FF2B5EF4-FFF2-40B4-BE49-F238E27FC236}">
                      <a16:creationId xmlns:a16="http://schemas.microsoft.com/office/drawing/2014/main" id="{DCF1E7F6-94F3-E117-D053-924B973F58E0}"/>
                    </a:ext>
                  </a:extLst>
                </p:cNvPr>
                <p:cNvGrpSpPr/>
                <p:nvPr/>
              </p:nvGrpSpPr>
              <p:grpSpPr>
                <a:xfrm>
                  <a:off x="5445106" y="2644743"/>
                  <a:ext cx="1019224" cy="991639"/>
                  <a:chOff x="5886431" y="3225768"/>
                  <a:chExt cx="1019224" cy="991639"/>
                </a:xfrm>
              </p:grpSpPr>
              <p:grpSp>
                <p:nvGrpSpPr>
                  <p:cNvPr id="17640" name="Group 17639">
                    <a:extLst>
                      <a:ext uri="{FF2B5EF4-FFF2-40B4-BE49-F238E27FC236}">
                        <a16:creationId xmlns:a16="http://schemas.microsoft.com/office/drawing/2014/main" id="{D7B3585E-2A01-3281-0CDF-63F7284FA9AA}"/>
                      </a:ext>
                    </a:extLst>
                  </p:cNvPr>
                  <p:cNvGrpSpPr/>
                  <p:nvPr/>
                </p:nvGrpSpPr>
                <p:grpSpPr>
                  <a:xfrm>
                    <a:off x="6197413" y="3824215"/>
                    <a:ext cx="393192" cy="393192"/>
                    <a:chOff x="5265196" y="3357021"/>
                    <a:chExt cx="393192" cy="393192"/>
                  </a:xfrm>
                </p:grpSpPr>
                <p:grpSp>
                  <p:nvGrpSpPr>
                    <p:cNvPr id="17675" name="Group 17674">
                      <a:extLst>
                        <a:ext uri="{FF2B5EF4-FFF2-40B4-BE49-F238E27FC236}">
                          <a16:creationId xmlns:a16="http://schemas.microsoft.com/office/drawing/2014/main" id="{FB042181-6651-530D-D2B6-9266EF5AA4CA}"/>
                        </a:ext>
                      </a:extLst>
                    </p:cNvPr>
                    <p:cNvGrpSpPr/>
                    <p:nvPr/>
                  </p:nvGrpSpPr>
                  <p:grpSpPr>
                    <a:xfrm rot="14400000">
                      <a:off x="5265196" y="3357021"/>
                      <a:ext cx="393192" cy="393192"/>
                      <a:chOff x="5354637" y="3446463"/>
                      <a:chExt cx="214313" cy="214313"/>
                    </a:xfrm>
                  </p:grpSpPr>
                  <p:sp>
                    <p:nvSpPr>
                      <p:cNvPr id="17684" name="Arc 17683">
                        <a:extLst>
                          <a:ext uri="{FF2B5EF4-FFF2-40B4-BE49-F238E27FC236}">
                            <a16:creationId xmlns:a16="http://schemas.microsoft.com/office/drawing/2014/main" id="{5CF34AEE-5213-092D-B49B-EBF002BAFF5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685" name="Arc 17684">
                        <a:extLst>
                          <a:ext uri="{FF2B5EF4-FFF2-40B4-BE49-F238E27FC236}">
                            <a16:creationId xmlns:a16="http://schemas.microsoft.com/office/drawing/2014/main" id="{7EDD8CBF-7D52-B6B7-FCFB-6BA7E53D362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676" name="Group 17675">
                      <a:extLst>
                        <a:ext uri="{FF2B5EF4-FFF2-40B4-BE49-F238E27FC236}">
                          <a16:creationId xmlns:a16="http://schemas.microsoft.com/office/drawing/2014/main" id="{4B603954-6AAB-9178-4F09-E0AD1A0B1304}"/>
                        </a:ext>
                      </a:extLst>
                    </p:cNvPr>
                    <p:cNvGrpSpPr/>
                    <p:nvPr/>
                  </p:nvGrpSpPr>
                  <p:grpSpPr>
                    <a:xfrm>
                      <a:off x="5310186" y="3402011"/>
                      <a:ext cx="303213" cy="303213"/>
                      <a:chOff x="5310186" y="3402011"/>
                      <a:chExt cx="303213" cy="303213"/>
                    </a:xfrm>
                  </p:grpSpPr>
                  <p:grpSp>
                    <p:nvGrpSpPr>
                      <p:cNvPr id="17677" name="Group 17676">
                        <a:extLst>
                          <a:ext uri="{FF2B5EF4-FFF2-40B4-BE49-F238E27FC236}">
                            <a16:creationId xmlns:a16="http://schemas.microsoft.com/office/drawing/2014/main" id="{21A61D71-A745-012A-44B1-53CA79AFF03E}"/>
                          </a:ext>
                        </a:extLst>
                      </p:cNvPr>
                      <p:cNvGrpSpPr/>
                      <p:nvPr/>
                    </p:nvGrpSpPr>
                    <p:grpSpPr>
                      <a:xfrm>
                        <a:off x="5354636" y="3446461"/>
                        <a:ext cx="214313" cy="214313"/>
                        <a:chOff x="5354637" y="3446463"/>
                        <a:chExt cx="214313" cy="214313"/>
                      </a:xfrm>
                    </p:grpSpPr>
                    <p:sp>
                      <p:nvSpPr>
                        <p:cNvPr id="17682" name="Arc 17681">
                          <a:extLst>
                            <a:ext uri="{FF2B5EF4-FFF2-40B4-BE49-F238E27FC236}">
                              <a16:creationId xmlns:a16="http://schemas.microsoft.com/office/drawing/2014/main" id="{1C498227-6DA5-B80F-F2FC-3EB9176C2FB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683" name="Arc 17682">
                          <a:extLst>
                            <a:ext uri="{FF2B5EF4-FFF2-40B4-BE49-F238E27FC236}">
                              <a16:creationId xmlns:a16="http://schemas.microsoft.com/office/drawing/2014/main" id="{4F83308E-EEB6-6495-B788-97FF7BE5C3E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678" name="Group 17677">
                        <a:extLst>
                          <a:ext uri="{FF2B5EF4-FFF2-40B4-BE49-F238E27FC236}">
                            <a16:creationId xmlns:a16="http://schemas.microsoft.com/office/drawing/2014/main" id="{39F3F173-D881-98FD-A5AC-E7F5E4F8CB02}"/>
                          </a:ext>
                        </a:extLst>
                      </p:cNvPr>
                      <p:cNvGrpSpPr/>
                      <p:nvPr/>
                    </p:nvGrpSpPr>
                    <p:grpSpPr>
                      <a:xfrm rot="7200000">
                        <a:off x="5310186" y="3402011"/>
                        <a:ext cx="303213" cy="303213"/>
                        <a:chOff x="5354637" y="3446463"/>
                        <a:chExt cx="214313" cy="214313"/>
                      </a:xfrm>
                    </p:grpSpPr>
                    <p:sp>
                      <p:nvSpPr>
                        <p:cNvPr id="17680" name="Arc 17679">
                          <a:extLst>
                            <a:ext uri="{FF2B5EF4-FFF2-40B4-BE49-F238E27FC236}">
                              <a16:creationId xmlns:a16="http://schemas.microsoft.com/office/drawing/2014/main" id="{9191E4D0-5B73-39BA-807F-030940FA98B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681" name="Arc 17680">
                          <a:extLst>
                            <a:ext uri="{FF2B5EF4-FFF2-40B4-BE49-F238E27FC236}">
                              <a16:creationId xmlns:a16="http://schemas.microsoft.com/office/drawing/2014/main" id="{6FC94037-C300-CB56-64D5-F6680D06187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679" name="TextBox 17678">
                        <a:extLst>
                          <a:ext uri="{FF2B5EF4-FFF2-40B4-BE49-F238E27FC236}">
                            <a16:creationId xmlns:a16="http://schemas.microsoft.com/office/drawing/2014/main" id="{54029C13-DB97-C2D7-54F0-57BC02B095E1}"/>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641" name="Group 17640">
                    <a:extLst>
                      <a:ext uri="{FF2B5EF4-FFF2-40B4-BE49-F238E27FC236}">
                        <a16:creationId xmlns:a16="http://schemas.microsoft.com/office/drawing/2014/main" id="{79E186E3-6DE9-CE7C-26BF-C0718D34B459}"/>
                      </a:ext>
                    </a:extLst>
                  </p:cNvPr>
                  <p:cNvGrpSpPr/>
                  <p:nvPr/>
                </p:nvGrpSpPr>
                <p:grpSpPr>
                  <a:xfrm>
                    <a:off x="5886431" y="3525040"/>
                    <a:ext cx="393192" cy="393192"/>
                    <a:chOff x="5265196" y="3932619"/>
                    <a:chExt cx="393192" cy="393192"/>
                  </a:xfrm>
                </p:grpSpPr>
                <p:grpSp>
                  <p:nvGrpSpPr>
                    <p:cNvPr id="17665" name="Group 17664">
                      <a:extLst>
                        <a:ext uri="{FF2B5EF4-FFF2-40B4-BE49-F238E27FC236}">
                          <a16:creationId xmlns:a16="http://schemas.microsoft.com/office/drawing/2014/main" id="{CC1DA7F1-3134-9745-A2F0-A1B6AEBF9080}"/>
                        </a:ext>
                      </a:extLst>
                    </p:cNvPr>
                    <p:cNvGrpSpPr/>
                    <p:nvPr/>
                  </p:nvGrpSpPr>
                  <p:grpSpPr>
                    <a:xfrm>
                      <a:off x="5354636" y="4022061"/>
                      <a:ext cx="214313" cy="214313"/>
                      <a:chOff x="5354637" y="3446463"/>
                      <a:chExt cx="214313" cy="214313"/>
                    </a:xfrm>
                  </p:grpSpPr>
                  <p:sp>
                    <p:nvSpPr>
                      <p:cNvPr id="17673" name="Arc 17672">
                        <a:extLst>
                          <a:ext uri="{FF2B5EF4-FFF2-40B4-BE49-F238E27FC236}">
                            <a16:creationId xmlns:a16="http://schemas.microsoft.com/office/drawing/2014/main" id="{8D6474C1-49E6-1057-3E99-0FE7D5FE020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674" name="Arc 17673">
                        <a:extLst>
                          <a:ext uri="{FF2B5EF4-FFF2-40B4-BE49-F238E27FC236}">
                            <a16:creationId xmlns:a16="http://schemas.microsoft.com/office/drawing/2014/main" id="{681DB21F-4592-3931-3E74-1295CDAA680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666" name="Group 17665">
                      <a:extLst>
                        <a:ext uri="{FF2B5EF4-FFF2-40B4-BE49-F238E27FC236}">
                          <a16:creationId xmlns:a16="http://schemas.microsoft.com/office/drawing/2014/main" id="{0CDE7849-57E5-5EB4-B27D-1B7420103320}"/>
                        </a:ext>
                      </a:extLst>
                    </p:cNvPr>
                    <p:cNvGrpSpPr/>
                    <p:nvPr/>
                  </p:nvGrpSpPr>
                  <p:grpSpPr>
                    <a:xfrm rot="14400000">
                      <a:off x="5310186" y="3977611"/>
                      <a:ext cx="303213" cy="303213"/>
                      <a:chOff x="5354637" y="3446463"/>
                      <a:chExt cx="214313" cy="214313"/>
                    </a:xfrm>
                  </p:grpSpPr>
                  <p:sp>
                    <p:nvSpPr>
                      <p:cNvPr id="17671" name="Arc 17670">
                        <a:extLst>
                          <a:ext uri="{FF2B5EF4-FFF2-40B4-BE49-F238E27FC236}">
                            <a16:creationId xmlns:a16="http://schemas.microsoft.com/office/drawing/2014/main" id="{318E67F1-4017-D437-D916-BEFBEBA20DC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672" name="Arc 17671">
                        <a:extLst>
                          <a:ext uri="{FF2B5EF4-FFF2-40B4-BE49-F238E27FC236}">
                            <a16:creationId xmlns:a16="http://schemas.microsoft.com/office/drawing/2014/main" id="{B7DE921D-0DD7-88B5-3F25-CDA17D327CC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667" name="Group 17666">
                      <a:extLst>
                        <a:ext uri="{FF2B5EF4-FFF2-40B4-BE49-F238E27FC236}">
                          <a16:creationId xmlns:a16="http://schemas.microsoft.com/office/drawing/2014/main" id="{837738FC-51D9-8E66-2313-17DBF03F66F6}"/>
                        </a:ext>
                      </a:extLst>
                    </p:cNvPr>
                    <p:cNvGrpSpPr/>
                    <p:nvPr/>
                  </p:nvGrpSpPr>
                  <p:grpSpPr>
                    <a:xfrm rot="7200000">
                      <a:off x="5265196" y="3932619"/>
                      <a:ext cx="393192" cy="393192"/>
                      <a:chOff x="5354637" y="3446463"/>
                      <a:chExt cx="214313" cy="214313"/>
                    </a:xfrm>
                  </p:grpSpPr>
                  <p:sp>
                    <p:nvSpPr>
                      <p:cNvPr id="17669" name="Arc 17668">
                        <a:extLst>
                          <a:ext uri="{FF2B5EF4-FFF2-40B4-BE49-F238E27FC236}">
                            <a16:creationId xmlns:a16="http://schemas.microsoft.com/office/drawing/2014/main" id="{A2764981-E797-0222-AF36-9799C2EC415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670" name="Arc 17669">
                        <a:extLst>
                          <a:ext uri="{FF2B5EF4-FFF2-40B4-BE49-F238E27FC236}">
                            <a16:creationId xmlns:a16="http://schemas.microsoft.com/office/drawing/2014/main" id="{53DECA0D-DB63-0797-F781-A802E0C9184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668" name="TextBox 17667">
                      <a:extLst>
                        <a:ext uri="{FF2B5EF4-FFF2-40B4-BE49-F238E27FC236}">
                          <a16:creationId xmlns:a16="http://schemas.microsoft.com/office/drawing/2014/main" id="{7AB23C4D-2858-7158-87F1-C66EA579C561}"/>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7642" name="Group 17641">
                    <a:extLst>
                      <a:ext uri="{FF2B5EF4-FFF2-40B4-BE49-F238E27FC236}">
                        <a16:creationId xmlns:a16="http://schemas.microsoft.com/office/drawing/2014/main" id="{5BDD93F4-7577-72CF-EB9F-B5DEDA2CDB4B}"/>
                      </a:ext>
                    </a:extLst>
                  </p:cNvPr>
                  <p:cNvGrpSpPr/>
                  <p:nvPr/>
                </p:nvGrpSpPr>
                <p:grpSpPr>
                  <a:xfrm>
                    <a:off x="6512463" y="3525040"/>
                    <a:ext cx="393192" cy="393192"/>
                    <a:chOff x="6389147" y="3357021"/>
                    <a:chExt cx="393192" cy="393192"/>
                  </a:xfrm>
                </p:grpSpPr>
                <p:grpSp>
                  <p:nvGrpSpPr>
                    <p:cNvPr id="17654" name="Group 17653">
                      <a:extLst>
                        <a:ext uri="{FF2B5EF4-FFF2-40B4-BE49-F238E27FC236}">
                          <a16:creationId xmlns:a16="http://schemas.microsoft.com/office/drawing/2014/main" id="{8C8D8F57-19B2-BD0B-C652-28FA90893067}"/>
                        </a:ext>
                      </a:extLst>
                    </p:cNvPr>
                    <p:cNvGrpSpPr/>
                    <p:nvPr/>
                  </p:nvGrpSpPr>
                  <p:grpSpPr>
                    <a:xfrm rot="7200000" flipH="1">
                      <a:off x="6389147" y="3357021"/>
                      <a:ext cx="393192" cy="393192"/>
                      <a:chOff x="5354637" y="3446463"/>
                      <a:chExt cx="214313" cy="214313"/>
                    </a:xfrm>
                  </p:grpSpPr>
                  <p:sp>
                    <p:nvSpPr>
                      <p:cNvPr id="17663" name="Arc 17662">
                        <a:extLst>
                          <a:ext uri="{FF2B5EF4-FFF2-40B4-BE49-F238E27FC236}">
                            <a16:creationId xmlns:a16="http://schemas.microsoft.com/office/drawing/2014/main" id="{F4210186-C9C1-F8BC-AA74-72C01B219D5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664" name="Arc 17663">
                        <a:extLst>
                          <a:ext uri="{FF2B5EF4-FFF2-40B4-BE49-F238E27FC236}">
                            <a16:creationId xmlns:a16="http://schemas.microsoft.com/office/drawing/2014/main" id="{A98174E0-0915-F382-2162-B12A2C0EA08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655" name="Group 17654">
                      <a:extLst>
                        <a:ext uri="{FF2B5EF4-FFF2-40B4-BE49-F238E27FC236}">
                          <a16:creationId xmlns:a16="http://schemas.microsoft.com/office/drawing/2014/main" id="{18308655-7E50-87D5-FA5B-88ADE51763B8}"/>
                        </a:ext>
                      </a:extLst>
                    </p:cNvPr>
                    <p:cNvGrpSpPr/>
                    <p:nvPr/>
                  </p:nvGrpSpPr>
                  <p:grpSpPr>
                    <a:xfrm>
                      <a:off x="6434137" y="3402011"/>
                      <a:ext cx="303213" cy="303213"/>
                      <a:chOff x="6434137" y="3402011"/>
                      <a:chExt cx="303213" cy="303213"/>
                    </a:xfrm>
                  </p:grpSpPr>
                  <p:grpSp>
                    <p:nvGrpSpPr>
                      <p:cNvPr id="17656" name="Group 17655">
                        <a:extLst>
                          <a:ext uri="{FF2B5EF4-FFF2-40B4-BE49-F238E27FC236}">
                            <a16:creationId xmlns:a16="http://schemas.microsoft.com/office/drawing/2014/main" id="{DA8B2EE5-4B36-6B2D-EA09-E3D0B2AF5FF4}"/>
                          </a:ext>
                        </a:extLst>
                      </p:cNvPr>
                      <p:cNvGrpSpPr/>
                      <p:nvPr/>
                    </p:nvGrpSpPr>
                    <p:grpSpPr>
                      <a:xfrm flipH="1">
                        <a:off x="6478587" y="3446461"/>
                        <a:ext cx="214313" cy="214313"/>
                        <a:chOff x="5354637" y="3446463"/>
                        <a:chExt cx="214313" cy="214313"/>
                      </a:xfrm>
                    </p:grpSpPr>
                    <p:sp>
                      <p:nvSpPr>
                        <p:cNvPr id="17661" name="Arc 17660">
                          <a:extLst>
                            <a:ext uri="{FF2B5EF4-FFF2-40B4-BE49-F238E27FC236}">
                              <a16:creationId xmlns:a16="http://schemas.microsoft.com/office/drawing/2014/main" id="{67CB7BAF-7BB5-CD45-05F3-60584F6C11F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662" name="Arc 17661">
                          <a:extLst>
                            <a:ext uri="{FF2B5EF4-FFF2-40B4-BE49-F238E27FC236}">
                              <a16:creationId xmlns:a16="http://schemas.microsoft.com/office/drawing/2014/main" id="{6F6F3467-DC15-4380-C0A2-953C4901336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657" name="Group 17656">
                        <a:extLst>
                          <a:ext uri="{FF2B5EF4-FFF2-40B4-BE49-F238E27FC236}">
                            <a16:creationId xmlns:a16="http://schemas.microsoft.com/office/drawing/2014/main" id="{FC3F7696-55A2-6649-47D9-E93F8DBD8F68}"/>
                          </a:ext>
                        </a:extLst>
                      </p:cNvPr>
                      <p:cNvGrpSpPr/>
                      <p:nvPr/>
                    </p:nvGrpSpPr>
                    <p:grpSpPr>
                      <a:xfrm rot="14400000" flipH="1">
                        <a:off x="6434137" y="3402011"/>
                        <a:ext cx="303213" cy="303213"/>
                        <a:chOff x="5354637" y="3446463"/>
                        <a:chExt cx="214313" cy="214313"/>
                      </a:xfrm>
                    </p:grpSpPr>
                    <p:sp>
                      <p:nvSpPr>
                        <p:cNvPr id="17659" name="Arc 17658">
                          <a:extLst>
                            <a:ext uri="{FF2B5EF4-FFF2-40B4-BE49-F238E27FC236}">
                              <a16:creationId xmlns:a16="http://schemas.microsoft.com/office/drawing/2014/main" id="{04F45ED2-E401-C2B5-3ECA-AFFBE58757E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660" name="Arc 17659">
                          <a:extLst>
                            <a:ext uri="{FF2B5EF4-FFF2-40B4-BE49-F238E27FC236}">
                              <a16:creationId xmlns:a16="http://schemas.microsoft.com/office/drawing/2014/main" id="{1FE7D2F7-3C50-8FCF-C255-49F07A6EB37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658" name="TextBox 17657">
                        <a:extLst>
                          <a:ext uri="{FF2B5EF4-FFF2-40B4-BE49-F238E27FC236}">
                            <a16:creationId xmlns:a16="http://schemas.microsoft.com/office/drawing/2014/main" id="{0C9D0A5F-CF2A-6921-D951-8E3B0E728E66}"/>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643" name="Group 17642">
                    <a:extLst>
                      <a:ext uri="{FF2B5EF4-FFF2-40B4-BE49-F238E27FC236}">
                        <a16:creationId xmlns:a16="http://schemas.microsoft.com/office/drawing/2014/main" id="{02FF16EC-8229-63E5-7508-776C1937C1C1}"/>
                      </a:ext>
                    </a:extLst>
                  </p:cNvPr>
                  <p:cNvGrpSpPr/>
                  <p:nvPr/>
                </p:nvGrpSpPr>
                <p:grpSpPr>
                  <a:xfrm>
                    <a:off x="6197413" y="3225768"/>
                    <a:ext cx="393192" cy="393192"/>
                    <a:chOff x="6389147" y="3932622"/>
                    <a:chExt cx="393192" cy="393192"/>
                  </a:xfrm>
                </p:grpSpPr>
                <p:grpSp>
                  <p:nvGrpSpPr>
                    <p:cNvPr id="17644" name="Group 17643">
                      <a:extLst>
                        <a:ext uri="{FF2B5EF4-FFF2-40B4-BE49-F238E27FC236}">
                          <a16:creationId xmlns:a16="http://schemas.microsoft.com/office/drawing/2014/main" id="{10611DAB-BF5F-4B16-8FBC-B08F1188AE6D}"/>
                        </a:ext>
                      </a:extLst>
                    </p:cNvPr>
                    <p:cNvGrpSpPr/>
                    <p:nvPr/>
                  </p:nvGrpSpPr>
                  <p:grpSpPr>
                    <a:xfrm flipH="1">
                      <a:off x="6478587" y="4022061"/>
                      <a:ext cx="214313" cy="214313"/>
                      <a:chOff x="5354637" y="3446463"/>
                      <a:chExt cx="214313" cy="214313"/>
                    </a:xfrm>
                  </p:grpSpPr>
                  <p:sp>
                    <p:nvSpPr>
                      <p:cNvPr id="17652" name="Arc 17651">
                        <a:extLst>
                          <a:ext uri="{FF2B5EF4-FFF2-40B4-BE49-F238E27FC236}">
                            <a16:creationId xmlns:a16="http://schemas.microsoft.com/office/drawing/2014/main" id="{AAF89AC8-FDEF-3D96-42EC-31AEDDA8CF3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653" name="Arc 17652">
                        <a:extLst>
                          <a:ext uri="{FF2B5EF4-FFF2-40B4-BE49-F238E27FC236}">
                            <a16:creationId xmlns:a16="http://schemas.microsoft.com/office/drawing/2014/main" id="{5A6C1170-D88B-4289-05D3-33E7C4CEBDE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645" name="Group 17644">
                      <a:extLst>
                        <a:ext uri="{FF2B5EF4-FFF2-40B4-BE49-F238E27FC236}">
                          <a16:creationId xmlns:a16="http://schemas.microsoft.com/office/drawing/2014/main" id="{C6671D16-643D-3B55-20DB-EB69F3A0B92C}"/>
                        </a:ext>
                      </a:extLst>
                    </p:cNvPr>
                    <p:cNvGrpSpPr/>
                    <p:nvPr/>
                  </p:nvGrpSpPr>
                  <p:grpSpPr>
                    <a:xfrm rot="7200000" flipH="1">
                      <a:off x="6434137" y="3977611"/>
                      <a:ext cx="303213" cy="303213"/>
                      <a:chOff x="5354637" y="3446463"/>
                      <a:chExt cx="214313" cy="214313"/>
                    </a:xfrm>
                  </p:grpSpPr>
                  <p:sp>
                    <p:nvSpPr>
                      <p:cNvPr id="17650" name="Arc 17649">
                        <a:extLst>
                          <a:ext uri="{FF2B5EF4-FFF2-40B4-BE49-F238E27FC236}">
                            <a16:creationId xmlns:a16="http://schemas.microsoft.com/office/drawing/2014/main" id="{9933F16D-9696-5196-38A7-8569E5546A3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651" name="Arc 17650">
                        <a:extLst>
                          <a:ext uri="{FF2B5EF4-FFF2-40B4-BE49-F238E27FC236}">
                            <a16:creationId xmlns:a16="http://schemas.microsoft.com/office/drawing/2014/main" id="{8B59F631-08AF-9BD8-512D-8F931474FCC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646" name="Group 17645">
                      <a:extLst>
                        <a:ext uri="{FF2B5EF4-FFF2-40B4-BE49-F238E27FC236}">
                          <a16:creationId xmlns:a16="http://schemas.microsoft.com/office/drawing/2014/main" id="{5D8D204D-C0D2-33EC-AD02-CD1E498912F5}"/>
                        </a:ext>
                      </a:extLst>
                    </p:cNvPr>
                    <p:cNvGrpSpPr/>
                    <p:nvPr/>
                  </p:nvGrpSpPr>
                  <p:grpSpPr>
                    <a:xfrm rot="14400000" flipH="1">
                      <a:off x="6389147" y="3932622"/>
                      <a:ext cx="393192" cy="393192"/>
                      <a:chOff x="5354637" y="3446463"/>
                      <a:chExt cx="214313" cy="214313"/>
                    </a:xfrm>
                  </p:grpSpPr>
                  <p:sp>
                    <p:nvSpPr>
                      <p:cNvPr id="17648" name="Arc 17647">
                        <a:extLst>
                          <a:ext uri="{FF2B5EF4-FFF2-40B4-BE49-F238E27FC236}">
                            <a16:creationId xmlns:a16="http://schemas.microsoft.com/office/drawing/2014/main" id="{0FABC8B1-94BB-F9D7-FE4F-42C6A5513AB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649" name="Arc 17648">
                        <a:extLst>
                          <a:ext uri="{FF2B5EF4-FFF2-40B4-BE49-F238E27FC236}">
                            <a16:creationId xmlns:a16="http://schemas.microsoft.com/office/drawing/2014/main" id="{970815A0-3AC5-FEF5-4895-421DB5AC12B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647" name="TextBox 17646">
                      <a:extLst>
                        <a:ext uri="{FF2B5EF4-FFF2-40B4-BE49-F238E27FC236}">
                          <a16:creationId xmlns:a16="http://schemas.microsoft.com/office/drawing/2014/main" id="{92D9D5C8-B67B-95C5-2400-62915155554B}"/>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593" name="Group 17592">
                  <a:extLst>
                    <a:ext uri="{FF2B5EF4-FFF2-40B4-BE49-F238E27FC236}">
                      <a16:creationId xmlns:a16="http://schemas.microsoft.com/office/drawing/2014/main" id="{6808466E-EE7A-8CD1-F9EF-F01187F7852D}"/>
                    </a:ext>
                  </a:extLst>
                </p:cNvPr>
                <p:cNvGrpSpPr/>
                <p:nvPr/>
              </p:nvGrpSpPr>
              <p:grpSpPr>
                <a:xfrm>
                  <a:off x="6069086" y="3246228"/>
                  <a:ext cx="1019224" cy="991639"/>
                  <a:chOff x="5886431" y="3225768"/>
                  <a:chExt cx="1019224" cy="991639"/>
                </a:xfrm>
              </p:grpSpPr>
              <p:grpSp>
                <p:nvGrpSpPr>
                  <p:cNvPr id="17594" name="Group 17593">
                    <a:extLst>
                      <a:ext uri="{FF2B5EF4-FFF2-40B4-BE49-F238E27FC236}">
                        <a16:creationId xmlns:a16="http://schemas.microsoft.com/office/drawing/2014/main" id="{80CAC3AB-13E4-E1F7-CEDC-BDAD25988E78}"/>
                      </a:ext>
                    </a:extLst>
                  </p:cNvPr>
                  <p:cNvGrpSpPr/>
                  <p:nvPr/>
                </p:nvGrpSpPr>
                <p:grpSpPr>
                  <a:xfrm>
                    <a:off x="6197413" y="3824215"/>
                    <a:ext cx="393192" cy="393192"/>
                    <a:chOff x="5265196" y="3357021"/>
                    <a:chExt cx="393192" cy="393192"/>
                  </a:xfrm>
                </p:grpSpPr>
                <p:grpSp>
                  <p:nvGrpSpPr>
                    <p:cNvPr id="17629" name="Group 17628">
                      <a:extLst>
                        <a:ext uri="{FF2B5EF4-FFF2-40B4-BE49-F238E27FC236}">
                          <a16:creationId xmlns:a16="http://schemas.microsoft.com/office/drawing/2014/main" id="{7E939D92-0172-E9D3-C1A4-F02C02B5E2D2}"/>
                        </a:ext>
                      </a:extLst>
                    </p:cNvPr>
                    <p:cNvGrpSpPr/>
                    <p:nvPr/>
                  </p:nvGrpSpPr>
                  <p:grpSpPr>
                    <a:xfrm rot="14400000">
                      <a:off x="5265196" y="3357021"/>
                      <a:ext cx="393192" cy="393192"/>
                      <a:chOff x="5354637" y="3446463"/>
                      <a:chExt cx="214313" cy="214313"/>
                    </a:xfrm>
                  </p:grpSpPr>
                  <p:sp>
                    <p:nvSpPr>
                      <p:cNvPr id="17638" name="Arc 17637">
                        <a:extLst>
                          <a:ext uri="{FF2B5EF4-FFF2-40B4-BE49-F238E27FC236}">
                            <a16:creationId xmlns:a16="http://schemas.microsoft.com/office/drawing/2014/main" id="{3E4A3726-FDB4-015A-813D-06CA4F90735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639" name="Arc 17638">
                        <a:extLst>
                          <a:ext uri="{FF2B5EF4-FFF2-40B4-BE49-F238E27FC236}">
                            <a16:creationId xmlns:a16="http://schemas.microsoft.com/office/drawing/2014/main" id="{4717DA8F-CDEA-475C-34E9-4763FF12ED6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630" name="Group 17629">
                      <a:extLst>
                        <a:ext uri="{FF2B5EF4-FFF2-40B4-BE49-F238E27FC236}">
                          <a16:creationId xmlns:a16="http://schemas.microsoft.com/office/drawing/2014/main" id="{D6E8D53C-BB04-4ECC-5E50-B9C316E23954}"/>
                        </a:ext>
                      </a:extLst>
                    </p:cNvPr>
                    <p:cNvGrpSpPr/>
                    <p:nvPr/>
                  </p:nvGrpSpPr>
                  <p:grpSpPr>
                    <a:xfrm>
                      <a:off x="5310186" y="3402011"/>
                      <a:ext cx="303213" cy="303213"/>
                      <a:chOff x="5310186" y="3402011"/>
                      <a:chExt cx="303213" cy="303213"/>
                    </a:xfrm>
                  </p:grpSpPr>
                  <p:grpSp>
                    <p:nvGrpSpPr>
                      <p:cNvPr id="17631" name="Group 17630">
                        <a:extLst>
                          <a:ext uri="{FF2B5EF4-FFF2-40B4-BE49-F238E27FC236}">
                            <a16:creationId xmlns:a16="http://schemas.microsoft.com/office/drawing/2014/main" id="{B939E1B2-E2FF-D5AA-DCEC-4A4B17ADBFCD}"/>
                          </a:ext>
                        </a:extLst>
                      </p:cNvPr>
                      <p:cNvGrpSpPr/>
                      <p:nvPr/>
                    </p:nvGrpSpPr>
                    <p:grpSpPr>
                      <a:xfrm>
                        <a:off x="5354636" y="3446461"/>
                        <a:ext cx="214313" cy="214313"/>
                        <a:chOff x="5354637" y="3446463"/>
                        <a:chExt cx="214313" cy="214313"/>
                      </a:xfrm>
                    </p:grpSpPr>
                    <p:sp>
                      <p:nvSpPr>
                        <p:cNvPr id="17636" name="Arc 17635">
                          <a:extLst>
                            <a:ext uri="{FF2B5EF4-FFF2-40B4-BE49-F238E27FC236}">
                              <a16:creationId xmlns:a16="http://schemas.microsoft.com/office/drawing/2014/main" id="{61315AC9-ADFE-2B7A-74EA-0E49AAF57BB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637" name="Arc 17636">
                          <a:extLst>
                            <a:ext uri="{FF2B5EF4-FFF2-40B4-BE49-F238E27FC236}">
                              <a16:creationId xmlns:a16="http://schemas.microsoft.com/office/drawing/2014/main" id="{DCE6E7BA-3358-32D7-D3BE-0BA5C6A2893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632" name="Group 17631">
                        <a:extLst>
                          <a:ext uri="{FF2B5EF4-FFF2-40B4-BE49-F238E27FC236}">
                            <a16:creationId xmlns:a16="http://schemas.microsoft.com/office/drawing/2014/main" id="{66C9222F-A3B9-48D5-5099-4F5CCB045665}"/>
                          </a:ext>
                        </a:extLst>
                      </p:cNvPr>
                      <p:cNvGrpSpPr/>
                      <p:nvPr/>
                    </p:nvGrpSpPr>
                    <p:grpSpPr>
                      <a:xfrm rot="7200000">
                        <a:off x="5310186" y="3402011"/>
                        <a:ext cx="303213" cy="303213"/>
                        <a:chOff x="5354637" y="3446463"/>
                        <a:chExt cx="214313" cy="214313"/>
                      </a:xfrm>
                    </p:grpSpPr>
                    <p:sp>
                      <p:nvSpPr>
                        <p:cNvPr id="17634" name="Arc 17633">
                          <a:extLst>
                            <a:ext uri="{FF2B5EF4-FFF2-40B4-BE49-F238E27FC236}">
                              <a16:creationId xmlns:a16="http://schemas.microsoft.com/office/drawing/2014/main" id="{04529100-5271-47D5-4167-79FA5A2D09B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635" name="Arc 17634">
                          <a:extLst>
                            <a:ext uri="{FF2B5EF4-FFF2-40B4-BE49-F238E27FC236}">
                              <a16:creationId xmlns:a16="http://schemas.microsoft.com/office/drawing/2014/main" id="{1B73A711-9EED-6186-D5D9-04A79AE57BB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633" name="TextBox 17632">
                        <a:extLst>
                          <a:ext uri="{FF2B5EF4-FFF2-40B4-BE49-F238E27FC236}">
                            <a16:creationId xmlns:a16="http://schemas.microsoft.com/office/drawing/2014/main" id="{099AE503-37E5-1AF6-D7E8-EBD00AAFFC62}"/>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595" name="Group 17594">
                    <a:extLst>
                      <a:ext uri="{FF2B5EF4-FFF2-40B4-BE49-F238E27FC236}">
                        <a16:creationId xmlns:a16="http://schemas.microsoft.com/office/drawing/2014/main" id="{B35D70A8-1490-D664-50F1-DBC844C365B9}"/>
                      </a:ext>
                    </a:extLst>
                  </p:cNvPr>
                  <p:cNvGrpSpPr/>
                  <p:nvPr/>
                </p:nvGrpSpPr>
                <p:grpSpPr>
                  <a:xfrm>
                    <a:off x="5886431" y="3525040"/>
                    <a:ext cx="393192" cy="393192"/>
                    <a:chOff x="5265196" y="3932619"/>
                    <a:chExt cx="393192" cy="393192"/>
                  </a:xfrm>
                </p:grpSpPr>
                <p:grpSp>
                  <p:nvGrpSpPr>
                    <p:cNvPr id="17619" name="Group 17618">
                      <a:extLst>
                        <a:ext uri="{FF2B5EF4-FFF2-40B4-BE49-F238E27FC236}">
                          <a16:creationId xmlns:a16="http://schemas.microsoft.com/office/drawing/2014/main" id="{414FCC11-DE9B-059E-1748-9DF904BDBD8A}"/>
                        </a:ext>
                      </a:extLst>
                    </p:cNvPr>
                    <p:cNvGrpSpPr/>
                    <p:nvPr/>
                  </p:nvGrpSpPr>
                  <p:grpSpPr>
                    <a:xfrm>
                      <a:off x="5354636" y="4022061"/>
                      <a:ext cx="214313" cy="214313"/>
                      <a:chOff x="5354637" y="3446463"/>
                      <a:chExt cx="214313" cy="214313"/>
                    </a:xfrm>
                  </p:grpSpPr>
                  <p:sp>
                    <p:nvSpPr>
                      <p:cNvPr id="17627" name="Arc 17626">
                        <a:extLst>
                          <a:ext uri="{FF2B5EF4-FFF2-40B4-BE49-F238E27FC236}">
                            <a16:creationId xmlns:a16="http://schemas.microsoft.com/office/drawing/2014/main" id="{08433FF0-FACA-A75E-4798-05611D38A69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628" name="Arc 17627">
                        <a:extLst>
                          <a:ext uri="{FF2B5EF4-FFF2-40B4-BE49-F238E27FC236}">
                            <a16:creationId xmlns:a16="http://schemas.microsoft.com/office/drawing/2014/main" id="{823D8D02-0147-984E-FBFE-11DACF613E7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620" name="Group 17619">
                      <a:extLst>
                        <a:ext uri="{FF2B5EF4-FFF2-40B4-BE49-F238E27FC236}">
                          <a16:creationId xmlns:a16="http://schemas.microsoft.com/office/drawing/2014/main" id="{ED011679-BEC3-3467-EF3B-2C6AB6016BBB}"/>
                        </a:ext>
                      </a:extLst>
                    </p:cNvPr>
                    <p:cNvGrpSpPr/>
                    <p:nvPr/>
                  </p:nvGrpSpPr>
                  <p:grpSpPr>
                    <a:xfrm rot="14400000">
                      <a:off x="5310186" y="3977611"/>
                      <a:ext cx="303213" cy="303213"/>
                      <a:chOff x="5354637" y="3446463"/>
                      <a:chExt cx="214313" cy="214313"/>
                    </a:xfrm>
                  </p:grpSpPr>
                  <p:sp>
                    <p:nvSpPr>
                      <p:cNvPr id="17625" name="Arc 17624">
                        <a:extLst>
                          <a:ext uri="{FF2B5EF4-FFF2-40B4-BE49-F238E27FC236}">
                            <a16:creationId xmlns:a16="http://schemas.microsoft.com/office/drawing/2014/main" id="{84CB1289-6B3B-513D-FC57-A2E21AE7FE8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626" name="Arc 17625">
                        <a:extLst>
                          <a:ext uri="{FF2B5EF4-FFF2-40B4-BE49-F238E27FC236}">
                            <a16:creationId xmlns:a16="http://schemas.microsoft.com/office/drawing/2014/main" id="{76C115C7-C08F-272D-0685-64987AC2256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621" name="Group 17620">
                      <a:extLst>
                        <a:ext uri="{FF2B5EF4-FFF2-40B4-BE49-F238E27FC236}">
                          <a16:creationId xmlns:a16="http://schemas.microsoft.com/office/drawing/2014/main" id="{97FBB335-DAF5-7875-CB2F-DFD9C6CC4CFB}"/>
                        </a:ext>
                      </a:extLst>
                    </p:cNvPr>
                    <p:cNvGrpSpPr/>
                    <p:nvPr/>
                  </p:nvGrpSpPr>
                  <p:grpSpPr>
                    <a:xfrm rot="7200000">
                      <a:off x="5265196" y="3932619"/>
                      <a:ext cx="393192" cy="393192"/>
                      <a:chOff x="5354637" y="3446463"/>
                      <a:chExt cx="214313" cy="214313"/>
                    </a:xfrm>
                  </p:grpSpPr>
                  <p:sp>
                    <p:nvSpPr>
                      <p:cNvPr id="17623" name="Arc 17622">
                        <a:extLst>
                          <a:ext uri="{FF2B5EF4-FFF2-40B4-BE49-F238E27FC236}">
                            <a16:creationId xmlns:a16="http://schemas.microsoft.com/office/drawing/2014/main" id="{94D2D3ED-833D-6AA8-665A-A967219B3CD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624" name="Arc 17623">
                        <a:extLst>
                          <a:ext uri="{FF2B5EF4-FFF2-40B4-BE49-F238E27FC236}">
                            <a16:creationId xmlns:a16="http://schemas.microsoft.com/office/drawing/2014/main" id="{9C48CF0C-FDBB-5701-3777-6BE57FDCDFE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622" name="TextBox 17621">
                      <a:extLst>
                        <a:ext uri="{FF2B5EF4-FFF2-40B4-BE49-F238E27FC236}">
                          <a16:creationId xmlns:a16="http://schemas.microsoft.com/office/drawing/2014/main" id="{8190E0AA-40E0-367D-1648-1E487FFB400A}"/>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7596" name="Group 17595">
                    <a:extLst>
                      <a:ext uri="{FF2B5EF4-FFF2-40B4-BE49-F238E27FC236}">
                        <a16:creationId xmlns:a16="http://schemas.microsoft.com/office/drawing/2014/main" id="{E7B386C2-E784-8743-DB93-5272FFD1929D}"/>
                      </a:ext>
                    </a:extLst>
                  </p:cNvPr>
                  <p:cNvGrpSpPr/>
                  <p:nvPr/>
                </p:nvGrpSpPr>
                <p:grpSpPr>
                  <a:xfrm>
                    <a:off x="6512463" y="3525040"/>
                    <a:ext cx="393192" cy="393192"/>
                    <a:chOff x="6389147" y="3357021"/>
                    <a:chExt cx="393192" cy="393192"/>
                  </a:xfrm>
                </p:grpSpPr>
                <p:grpSp>
                  <p:nvGrpSpPr>
                    <p:cNvPr id="17608" name="Group 17607">
                      <a:extLst>
                        <a:ext uri="{FF2B5EF4-FFF2-40B4-BE49-F238E27FC236}">
                          <a16:creationId xmlns:a16="http://schemas.microsoft.com/office/drawing/2014/main" id="{84C55A31-AA25-85CD-7F2A-7B760BD7C9E1}"/>
                        </a:ext>
                      </a:extLst>
                    </p:cNvPr>
                    <p:cNvGrpSpPr/>
                    <p:nvPr/>
                  </p:nvGrpSpPr>
                  <p:grpSpPr>
                    <a:xfrm rot="7200000" flipH="1">
                      <a:off x="6389147" y="3357021"/>
                      <a:ext cx="393192" cy="393192"/>
                      <a:chOff x="5354637" y="3446463"/>
                      <a:chExt cx="214313" cy="214313"/>
                    </a:xfrm>
                  </p:grpSpPr>
                  <p:sp>
                    <p:nvSpPr>
                      <p:cNvPr id="17617" name="Arc 17616">
                        <a:extLst>
                          <a:ext uri="{FF2B5EF4-FFF2-40B4-BE49-F238E27FC236}">
                            <a16:creationId xmlns:a16="http://schemas.microsoft.com/office/drawing/2014/main" id="{60D3C1C9-0297-0560-CBFB-FA1364C5C73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618" name="Arc 17617">
                        <a:extLst>
                          <a:ext uri="{FF2B5EF4-FFF2-40B4-BE49-F238E27FC236}">
                            <a16:creationId xmlns:a16="http://schemas.microsoft.com/office/drawing/2014/main" id="{E812300B-22D4-DF18-B51C-4BD321910B8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609" name="Group 17608">
                      <a:extLst>
                        <a:ext uri="{FF2B5EF4-FFF2-40B4-BE49-F238E27FC236}">
                          <a16:creationId xmlns:a16="http://schemas.microsoft.com/office/drawing/2014/main" id="{82E13650-4E54-7EA2-374C-71C588D3E445}"/>
                        </a:ext>
                      </a:extLst>
                    </p:cNvPr>
                    <p:cNvGrpSpPr/>
                    <p:nvPr/>
                  </p:nvGrpSpPr>
                  <p:grpSpPr>
                    <a:xfrm>
                      <a:off x="6434137" y="3402011"/>
                      <a:ext cx="303213" cy="303213"/>
                      <a:chOff x="6434137" y="3402011"/>
                      <a:chExt cx="303213" cy="303213"/>
                    </a:xfrm>
                  </p:grpSpPr>
                  <p:grpSp>
                    <p:nvGrpSpPr>
                      <p:cNvPr id="17610" name="Group 17609">
                        <a:extLst>
                          <a:ext uri="{FF2B5EF4-FFF2-40B4-BE49-F238E27FC236}">
                            <a16:creationId xmlns:a16="http://schemas.microsoft.com/office/drawing/2014/main" id="{4085168C-6AAA-AB68-29FC-960E90DD20E2}"/>
                          </a:ext>
                        </a:extLst>
                      </p:cNvPr>
                      <p:cNvGrpSpPr/>
                      <p:nvPr/>
                    </p:nvGrpSpPr>
                    <p:grpSpPr>
                      <a:xfrm flipH="1">
                        <a:off x="6478587" y="3446461"/>
                        <a:ext cx="214313" cy="214313"/>
                        <a:chOff x="5354637" y="3446463"/>
                        <a:chExt cx="214313" cy="214313"/>
                      </a:xfrm>
                    </p:grpSpPr>
                    <p:sp>
                      <p:nvSpPr>
                        <p:cNvPr id="17615" name="Arc 17614">
                          <a:extLst>
                            <a:ext uri="{FF2B5EF4-FFF2-40B4-BE49-F238E27FC236}">
                              <a16:creationId xmlns:a16="http://schemas.microsoft.com/office/drawing/2014/main" id="{A5598AD3-0541-181D-3DC0-CD21B9E7FE5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616" name="Arc 17615">
                          <a:extLst>
                            <a:ext uri="{FF2B5EF4-FFF2-40B4-BE49-F238E27FC236}">
                              <a16:creationId xmlns:a16="http://schemas.microsoft.com/office/drawing/2014/main" id="{F1600D57-C3A2-5DE7-D673-0D1FF2E36F6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611" name="Group 17610">
                        <a:extLst>
                          <a:ext uri="{FF2B5EF4-FFF2-40B4-BE49-F238E27FC236}">
                            <a16:creationId xmlns:a16="http://schemas.microsoft.com/office/drawing/2014/main" id="{C85ADCBA-B3C4-D175-56D9-9EBE3E7B1825}"/>
                          </a:ext>
                        </a:extLst>
                      </p:cNvPr>
                      <p:cNvGrpSpPr/>
                      <p:nvPr/>
                    </p:nvGrpSpPr>
                    <p:grpSpPr>
                      <a:xfrm rot="14400000" flipH="1">
                        <a:off x="6434137" y="3402011"/>
                        <a:ext cx="303213" cy="303213"/>
                        <a:chOff x="5354637" y="3446463"/>
                        <a:chExt cx="214313" cy="214313"/>
                      </a:xfrm>
                    </p:grpSpPr>
                    <p:sp>
                      <p:nvSpPr>
                        <p:cNvPr id="17613" name="Arc 17612">
                          <a:extLst>
                            <a:ext uri="{FF2B5EF4-FFF2-40B4-BE49-F238E27FC236}">
                              <a16:creationId xmlns:a16="http://schemas.microsoft.com/office/drawing/2014/main" id="{6B047721-DF75-7283-B273-6760CD16DD0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614" name="Arc 17613">
                          <a:extLst>
                            <a:ext uri="{FF2B5EF4-FFF2-40B4-BE49-F238E27FC236}">
                              <a16:creationId xmlns:a16="http://schemas.microsoft.com/office/drawing/2014/main" id="{964DEB54-F639-9DC5-BB3F-04F04A60787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612" name="TextBox 17611">
                        <a:extLst>
                          <a:ext uri="{FF2B5EF4-FFF2-40B4-BE49-F238E27FC236}">
                            <a16:creationId xmlns:a16="http://schemas.microsoft.com/office/drawing/2014/main" id="{4C1C9FBA-688B-6BDF-9008-5A43CC701619}"/>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597" name="Group 17596">
                    <a:extLst>
                      <a:ext uri="{FF2B5EF4-FFF2-40B4-BE49-F238E27FC236}">
                        <a16:creationId xmlns:a16="http://schemas.microsoft.com/office/drawing/2014/main" id="{4190297D-66FF-78FA-2FE8-FFA5FC9A4006}"/>
                      </a:ext>
                    </a:extLst>
                  </p:cNvPr>
                  <p:cNvGrpSpPr/>
                  <p:nvPr/>
                </p:nvGrpSpPr>
                <p:grpSpPr>
                  <a:xfrm>
                    <a:off x="6197413" y="3225768"/>
                    <a:ext cx="393192" cy="393192"/>
                    <a:chOff x="6389147" y="3932622"/>
                    <a:chExt cx="393192" cy="393192"/>
                  </a:xfrm>
                </p:grpSpPr>
                <p:grpSp>
                  <p:nvGrpSpPr>
                    <p:cNvPr id="17598" name="Group 17597">
                      <a:extLst>
                        <a:ext uri="{FF2B5EF4-FFF2-40B4-BE49-F238E27FC236}">
                          <a16:creationId xmlns:a16="http://schemas.microsoft.com/office/drawing/2014/main" id="{FE6EEB02-9D7F-C68B-744A-D37DAC54BDA5}"/>
                        </a:ext>
                      </a:extLst>
                    </p:cNvPr>
                    <p:cNvGrpSpPr/>
                    <p:nvPr/>
                  </p:nvGrpSpPr>
                  <p:grpSpPr>
                    <a:xfrm flipH="1">
                      <a:off x="6478587" y="4022061"/>
                      <a:ext cx="214313" cy="214313"/>
                      <a:chOff x="5354637" y="3446463"/>
                      <a:chExt cx="214313" cy="214313"/>
                    </a:xfrm>
                  </p:grpSpPr>
                  <p:sp>
                    <p:nvSpPr>
                      <p:cNvPr id="17606" name="Arc 17605">
                        <a:extLst>
                          <a:ext uri="{FF2B5EF4-FFF2-40B4-BE49-F238E27FC236}">
                            <a16:creationId xmlns:a16="http://schemas.microsoft.com/office/drawing/2014/main" id="{C087B6AF-9486-A83F-6F9D-770AA829975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607" name="Arc 17606">
                        <a:extLst>
                          <a:ext uri="{FF2B5EF4-FFF2-40B4-BE49-F238E27FC236}">
                            <a16:creationId xmlns:a16="http://schemas.microsoft.com/office/drawing/2014/main" id="{9E97EBEC-D3EA-1CF2-BC74-669686F2B24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599" name="Group 17598">
                      <a:extLst>
                        <a:ext uri="{FF2B5EF4-FFF2-40B4-BE49-F238E27FC236}">
                          <a16:creationId xmlns:a16="http://schemas.microsoft.com/office/drawing/2014/main" id="{FE5FDBA7-0AE2-925C-7B0C-63CBA2E554DF}"/>
                        </a:ext>
                      </a:extLst>
                    </p:cNvPr>
                    <p:cNvGrpSpPr/>
                    <p:nvPr/>
                  </p:nvGrpSpPr>
                  <p:grpSpPr>
                    <a:xfrm rot="7200000" flipH="1">
                      <a:off x="6434137" y="3977611"/>
                      <a:ext cx="303213" cy="303213"/>
                      <a:chOff x="5354637" y="3446463"/>
                      <a:chExt cx="214313" cy="214313"/>
                    </a:xfrm>
                  </p:grpSpPr>
                  <p:sp>
                    <p:nvSpPr>
                      <p:cNvPr id="17604" name="Arc 17603">
                        <a:extLst>
                          <a:ext uri="{FF2B5EF4-FFF2-40B4-BE49-F238E27FC236}">
                            <a16:creationId xmlns:a16="http://schemas.microsoft.com/office/drawing/2014/main" id="{88CBF9E1-1ECB-E427-009E-2521DFF04D9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605" name="Arc 17604">
                        <a:extLst>
                          <a:ext uri="{FF2B5EF4-FFF2-40B4-BE49-F238E27FC236}">
                            <a16:creationId xmlns:a16="http://schemas.microsoft.com/office/drawing/2014/main" id="{F8B11203-8D8C-ABFA-694E-C07C441F859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600" name="Group 17599">
                      <a:extLst>
                        <a:ext uri="{FF2B5EF4-FFF2-40B4-BE49-F238E27FC236}">
                          <a16:creationId xmlns:a16="http://schemas.microsoft.com/office/drawing/2014/main" id="{843FE084-BF9A-0751-C516-91F5803A60B7}"/>
                        </a:ext>
                      </a:extLst>
                    </p:cNvPr>
                    <p:cNvGrpSpPr/>
                    <p:nvPr/>
                  </p:nvGrpSpPr>
                  <p:grpSpPr>
                    <a:xfrm rot="14400000" flipH="1">
                      <a:off x="6389147" y="3932622"/>
                      <a:ext cx="393192" cy="393192"/>
                      <a:chOff x="5354637" y="3446463"/>
                      <a:chExt cx="214313" cy="214313"/>
                    </a:xfrm>
                  </p:grpSpPr>
                  <p:sp>
                    <p:nvSpPr>
                      <p:cNvPr id="17602" name="Arc 17601">
                        <a:extLst>
                          <a:ext uri="{FF2B5EF4-FFF2-40B4-BE49-F238E27FC236}">
                            <a16:creationId xmlns:a16="http://schemas.microsoft.com/office/drawing/2014/main" id="{7AA38BF1-277D-080A-7CF0-9470ACE33D0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603" name="Arc 17602">
                        <a:extLst>
                          <a:ext uri="{FF2B5EF4-FFF2-40B4-BE49-F238E27FC236}">
                            <a16:creationId xmlns:a16="http://schemas.microsoft.com/office/drawing/2014/main" id="{99E3D646-AB07-E273-51BC-71A59553740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601" name="TextBox 17600">
                      <a:extLst>
                        <a:ext uri="{FF2B5EF4-FFF2-40B4-BE49-F238E27FC236}">
                          <a16:creationId xmlns:a16="http://schemas.microsoft.com/office/drawing/2014/main" id="{DB032DCC-12BD-1660-985D-9D5F65B33B64}"/>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5298" name="Group 15297">
              <a:extLst>
                <a:ext uri="{FF2B5EF4-FFF2-40B4-BE49-F238E27FC236}">
                  <a16:creationId xmlns:a16="http://schemas.microsoft.com/office/drawing/2014/main" id="{FDF44B2E-112F-22C5-6777-C7D7A65B1FE7}"/>
                </a:ext>
              </a:extLst>
            </p:cNvPr>
            <p:cNvGrpSpPr/>
            <p:nvPr/>
          </p:nvGrpSpPr>
          <p:grpSpPr>
            <a:xfrm>
              <a:off x="4576926" y="706347"/>
              <a:ext cx="2263438" cy="2198360"/>
              <a:chOff x="5445106" y="2039507"/>
              <a:chExt cx="2263438" cy="2198360"/>
            </a:xfrm>
          </p:grpSpPr>
          <p:grpSp>
            <p:nvGrpSpPr>
              <p:cNvPr id="17400" name="Group 17399">
                <a:extLst>
                  <a:ext uri="{FF2B5EF4-FFF2-40B4-BE49-F238E27FC236}">
                    <a16:creationId xmlns:a16="http://schemas.microsoft.com/office/drawing/2014/main" id="{8E43E95E-48F7-FDD6-8C2E-C4B15FF2EB90}"/>
                  </a:ext>
                </a:extLst>
              </p:cNvPr>
              <p:cNvGrpSpPr/>
              <p:nvPr/>
            </p:nvGrpSpPr>
            <p:grpSpPr>
              <a:xfrm>
                <a:off x="5445106" y="2644743"/>
                <a:ext cx="1643204" cy="1593124"/>
                <a:chOff x="5445106" y="2644743"/>
                <a:chExt cx="1643204" cy="1593124"/>
              </a:xfrm>
            </p:grpSpPr>
            <p:grpSp>
              <p:nvGrpSpPr>
                <p:cNvPr id="17496" name="Group 17495">
                  <a:extLst>
                    <a:ext uri="{FF2B5EF4-FFF2-40B4-BE49-F238E27FC236}">
                      <a16:creationId xmlns:a16="http://schemas.microsoft.com/office/drawing/2014/main" id="{AE96C147-92C4-8DC3-7CA2-067D7A3DC0A3}"/>
                    </a:ext>
                  </a:extLst>
                </p:cNvPr>
                <p:cNvGrpSpPr/>
                <p:nvPr/>
              </p:nvGrpSpPr>
              <p:grpSpPr>
                <a:xfrm>
                  <a:off x="5445106" y="2644743"/>
                  <a:ext cx="1019224" cy="991639"/>
                  <a:chOff x="5886431" y="3225768"/>
                  <a:chExt cx="1019224" cy="991639"/>
                </a:xfrm>
              </p:grpSpPr>
              <p:grpSp>
                <p:nvGrpSpPr>
                  <p:cNvPr id="17544" name="Group 17543">
                    <a:extLst>
                      <a:ext uri="{FF2B5EF4-FFF2-40B4-BE49-F238E27FC236}">
                        <a16:creationId xmlns:a16="http://schemas.microsoft.com/office/drawing/2014/main" id="{367A58D8-E4F5-8DAC-292F-0FC27E0D0868}"/>
                      </a:ext>
                    </a:extLst>
                  </p:cNvPr>
                  <p:cNvGrpSpPr/>
                  <p:nvPr/>
                </p:nvGrpSpPr>
                <p:grpSpPr>
                  <a:xfrm>
                    <a:off x="6197413" y="3824215"/>
                    <a:ext cx="393192" cy="393192"/>
                    <a:chOff x="5265196" y="3357021"/>
                    <a:chExt cx="393192" cy="393192"/>
                  </a:xfrm>
                </p:grpSpPr>
                <p:grpSp>
                  <p:nvGrpSpPr>
                    <p:cNvPr id="17579" name="Group 17578">
                      <a:extLst>
                        <a:ext uri="{FF2B5EF4-FFF2-40B4-BE49-F238E27FC236}">
                          <a16:creationId xmlns:a16="http://schemas.microsoft.com/office/drawing/2014/main" id="{C37A42DB-0121-ED0D-F96A-FE1DFDF9F39B}"/>
                        </a:ext>
                      </a:extLst>
                    </p:cNvPr>
                    <p:cNvGrpSpPr/>
                    <p:nvPr/>
                  </p:nvGrpSpPr>
                  <p:grpSpPr>
                    <a:xfrm rot="14400000">
                      <a:off x="5265196" y="3357021"/>
                      <a:ext cx="393192" cy="393192"/>
                      <a:chOff x="5354637" y="3446463"/>
                      <a:chExt cx="214313" cy="214313"/>
                    </a:xfrm>
                  </p:grpSpPr>
                  <p:sp>
                    <p:nvSpPr>
                      <p:cNvPr id="17588" name="Arc 17587">
                        <a:extLst>
                          <a:ext uri="{FF2B5EF4-FFF2-40B4-BE49-F238E27FC236}">
                            <a16:creationId xmlns:a16="http://schemas.microsoft.com/office/drawing/2014/main" id="{FFB3E0D3-3B64-3F61-9F64-D4F84170992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589" name="Arc 17588">
                        <a:extLst>
                          <a:ext uri="{FF2B5EF4-FFF2-40B4-BE49-F238E27FC236}">
                            <a16:creationId xmlns:a16="http://schemas.microsoft.com/office/drawing/2014/main" id="{093A08B4-9989-CB97-691D-60B83BCDAC0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580" name="Group 17579">
                      <a:extLst>
                        <a:ext uri="{FF2B5EF4-FFF2-40B4-BE49-F238E27FC236}">
                          <a16:creationId xmlns:a16="http://schemas.microsoft.com/office/drawing/2014/main" id="{93707730-4BEE-1FBC-98EB-D4E31D99AAF5}"/>
                        </a:ext>
                      </a:extLst>
                    </p:cNvPr>
                    <p:cNvGrpSpPr/>
                    <p:nvPr/>
                  </p:nvGrpSpPr>
                  <p:grpSpPr>
                    <a:xfrm>
                      <a:off x="5310186" y="3402011"/>
                      <a:ext cx="303213" cy="303213"/>
                      <a:chOff x="5310186" y="3402011"/>
                      <a:chExt cx="303213" cy="303213"/>
                    </a:xfrm>
                  </p:grpSpPr>
                  <p:grpSp>
                    <p:nvGrpSpPr>
                      <p:cNvPr id="17581" name="Group 17580">
                        <a:extLst>
                          <a:ext uri="{FF2B5EF4-FFF2-40B4-BE49-F238E27FC236}">
                            <a16:creationId xmlns:a16="http://schemas.microsoft.com/office/drawing/2014/main" id="{241B0B3A-DFD9-CA70-49DD-971335514226}"/>
                          </a:ext>
                        </a:extLst>
                      </p:cNvPr>
                      <p:cNvGrpSpPr/>
                      <p:nvPr/>
                    </p:nvGrpSpPr>
                    <p:grpSpPr>
                      <a:xfrm>
                        <a:off x="5354636" y="3446461"/>
                        <a:ext cx="214313" cy="214313"/>
                        <a:chOff x="5354637" y="3446463"/>
                        <a:chExt cx="214313" cy="214313"/>
                      </a:xfrm>
                    </p:grpSpPr>
                    <p:sp>
                      <p:nvSpPr>
                        <p:cNvPr id="17586" name="Arc 17585">
                          <a:extLst>
                            <a:ext uri="{FF2B5EF4-FFF2-40B4-BE49-F238E27FC236}">
                              <a16:creationId xmlns:a16="http://schemas.microsoft.com/office/drawing/2014/main" id="{0E91AAF3-D9F8-6D9E-7644-3653F6DACF7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587" name="Arc 17586">
                          <a:extLst>
                            <a:ext uri="{FF2B5EF4-FFF2-40B4-BE49-F238E27FC236}">
                              <a16:creationId xmlns:a16="http://schemas.microsoft.com/office/drawing/2014/main" id="{EEFEC708-6447-AFAA-77F2-3C7E58AF827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582" name="Group 17581">
                        <a:extLst>
                          <a:ext uri="{FF2B5EF4-FFF2-40B4-BE49-F238E27FC236}">
                            <a16:creationId xmlns:a16="http://schemas.microsoft.com/office/drawing/2014/main" id="{2050556A-D7A4-A917-D259-81D946436439}"/>
                          </a:ext>
                        </a:extLst>
                      </p:cNvPr>
                      <p:cNvGrpSpPr/>
                      <p:nvPr/>
                    </p:nvGrpSpPr>
                    <p:grpSpPr>
                      <a:xfrm rot="7200000">
                        <a:off x="5310186" y="3402011"/>
                        <a:ext cx="303213" cy="303213"/>
                        <a:chOff x="5354637" y="3446463"/>
                        <a:chExt cx="214313" cy="214313"/>
                      </a:xfrm>
                    </p:grpSpPr>
                    <p:sp>
                      <p:nvSpPr>
                        <p:cNvPr id="17584" name="Arc 17583">
                          <a:extLst>
                            <a:ext uri="{FF2B5EF4-FFF2-40B4-BE49-F238E27FC236}">
                              <a16:creationId xmlns:a16="http://schemas.microsoft.com/office/drawing/2014/main" id="{9E3A858C-EA1D-E60F-086E-95A0D4B8571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585" name="Arc 17584">
                          <a:extLst>
                            <a:ext uri="{FF2B5EF4-FFF2-40B4-BE49-F238E27FC236}">
                              <a16:creationId xmlns:a16="http://schemas.microsoft.com/office/drawing/2014/main" id="{BD36E8A7-C2ED-CAD6-FE8B-76EE516A113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583" name="TextBox 17582">
                        <a:extLst>
                          <a:ext uri="{FF2B5EF4-FFF2-40B4-BE49-F238E27FC236}">
                            <a16:creationId xmlns:a16="http://schemas.microsoft.com/office/drawing/2014/main" id="{ECADCA37-838C-198E-DB1D-E14C574C7FFD}"/>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545" name="Group 17544">
                    <a:extLst>
                      <a:ext uri="{FF2B5EF4-FFF2-40B4-BE49-F238E27FC236}">
                        <a16:creationId xmlns:a16="http://schemas.microsoft.com/office/drawing/2014/main" id="{58034F72-5128-8881-7672-B801FB5CD22D}"/>
                      </a:ext>
                    </a:extLst>
                  </p:cNvPr>
                  <p:cNvGrpSpPr/>
                  <p:nvPr/>
                </p:nvGrpSpPr>
                <p:grpSpPr>
                  <a:xfrm>
                    <a:off x="5886431" y="3525040"/>
                    <a:ext cx="393192" cy="393192"/>
                    <a:chOff x="5265196" y="3932619"/>
                    <a:chExt cx="393192" cy="393192"/>
                  </a:xfrm>
                </p:grpSpPr>
                <p:grpSp>
                  <p:nvGrpSpPr>
                    <p:cNvPr id="17569" name="Group 17568">
                      <a:extLst>
                        <a:ext uri="{FF2B5EF4-FFF2-40B4-BE49-F238E27FC236}">
                          <a16:creationId xmlns:a16="http://schemas.microsoft.com/office/drawing/2014/main" id="{B114BDAC-794D-29EE-F072-5317922A49CE}"/>
                        </a:ext>
                      </a:extLst>
                    </p:cNvPr>
                    <p:cNvGrpSpPr/>
                    <p:nvPr/>
                  </p:nvGrpSpPr>
                  <p:grpSpPr>
                    <a:xfrm>
                      <a:off x="5354636" y="4022061"/>
                      <a:ext cx="214313" cy="214313"/>
                      <a:chOff x="5354637" y="3446463"/>
                      <a:chExt cx="214313" cy="214313"/>
                    </a:xfrm>
                  </p:grpSpPr>
                  <p:sp>
                    <p:nvSpPr>
                      <p:cNvPr id="17577" name="Arc 17576">
                        <a:extLst>
                          <a:ext uri="{FF2B5EF4-FFF2-40B4-BE49-F238E27FC236}">
                            <a16:creationId xmlns:a16="http://schemas.microsoft.com/office/drawing/2014/main" id="{951499B2-59AD-9B81-9E9F-2E5F092461A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578" name="Arc 17577">
                        <a:extLst>
                          <a:ext uri="{FF2B5EF4-FFF2-40B4-BE49-F238E27FC236}">
                            <a16:creationId xmlns:a16="http://schemas.microsoft.com/office/drawing/2014/main" id="{74A6D9B7-4976-2BDA-2470-A5FE9511F2C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570" name="Group 17569">
                      <a:extLst>
                        <a:ext uri="{FF2B5EF4-FFF2-40B4-BE49-F238E27FC236}">
                          <a16:creationId xmlns:a16="http://schemas.microsoft.com/office/drawing/2014/main" id="{2B61BC8A-FC7C-50E3-37D6-6EBFEF8D8D96}"/>
                        </a:ext>
                      </a:extLst>
                    </p:cNvPr>
                    <p:cNvGrpSpPr/>
                    <p:nvPr/>
                  </p:nvGrpSpPr>
                  <p:grpSpPr>
                    <a:xfrm rot="14400000">
                      <a:off x="5310186" y="3977611"/>
                      <a:ext cx="303213" cy="303213"/>
                      <a:chOff x="5354637" y="3446463"/>
                      <a:chExt cx="214313" cy="214313"/>
                    </a:xfrm>
                  </p:grpSpPr>
                  <p:sp>
                    <p:nvSpPr>
                      <p:cNvPr id="17575" name="Arc 17574">
                        <a:extLst>
                          <a:ext uri="{FF2B5EF4-FFF2-40B4-BE49-F238E27FC236}">
                            <a16:creationId xmlns:a16="http://schemas.microsoft.com/office/drawing/2014/main" id="{BCBF130B-05D6-85E3-5D48-D86AA22443A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576" name="Arc 17575">
                        <a:extLst>
                          <a:ext uri="{FF2B5EF4-FFF2-40B4-BE49-F238E27FC236}">
                            <a16:creationId xmlns:a16="http://schemas.microsoft.com/office/drawing/2014/main" id="{A81C2DB0-0F82-8730-6FFE-7A1A59D942B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571" name="Group 17570">
                      <a:extLst>
                        <a:ext uri="{FF2B5EF4-FFF2-40B4-BE49-F238E27FC236}">
                          <a16:creationId xmlns:a16="http://schemas.microsoft.com/office/drawing/2014/main" id="{1877A872-CF7C-675D-BB90-D9DD3424EC89}"/>
                        </a:ext>
                      </a:extLst>
                    </p:cNvPr>
                    <p:cNvGrpSpPr/>
                    <p:nvPr/>
                  </p:nvGrpSpPr>
                  <p:grpSpPr>
                    <a:xfrm rot="7200000">
                      <a:off x="5265196" y="3932619"/>
                      <a:ext cx="393192" cy="393192"/>
                      <a:chOff x="5354637" y="3446463"/>
                      <a:chExt cx="214313" cy="214313"/>
                    </a:xfrm>
                  </p:grpSpPr>
                  <p:sp>
                    <p:nvSpPr>
                      <p:cNvPr id="17573" name="Arc 17572">
                        <a:extLst>
                          <a:ext uri="{FF2B5EF4-FFF2-40B4-BE49-F238E27FC236}">
                            <a16:creationId xmlns:a16="http://schemas.microsoft.com/office/drawing/2014/main" id="{ACA9D9FE-F5ED-7BDA-09A2-71A1EA96301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574" name="Arc 17573">
                        <a:extLst>
                          <a:ext uri="{FF2B5EF4-FFF2-40B4-BE49-F238E27FC236}">
                            <a16:creationId xmlns:a16="http://schemas.microsoft.com/office/drawing/2014/main" id="{D9FE0620-164A-0057-9E8D-A8F42140954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572" name="TextBox 17571">
                      <a:extLst>
                        <a:ext uri="{FF2B5EF4-FFF2-40B4-BE49-F238E27FC236}">
                          <a16:creationId xmlns:a16="http://schemas.microsoft.com/office/drawing/2014/main" id="{A0A070F4-0376-3E30-5EC3-2782F0D9EAFF}"/>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7546" name="Group 17545">
                    <a:extLst>
                      <a:ext uri="{FF2B5EF4-FFF2-40B4-BE49-F238E27FC236}">
                        <a16:creationId xmlns:a16="http://schemas.microsoft.com/office/drawing/2014/main" id="{B4B608CC-ADF6-D671-C2BC-FD5E838C5756}"/>
                      </a:ext>
                    </a:extLst>
                  </p:cNvPr>
                  <p:cNvGrpSpPr/>
                  <p:nvPr/>
                </p:nvGrpSpPr>
                <p:grpSpPr>
                  <a:xfrm>
                    <a:off x="6512463" y="3525040"/>
                    <a:ext cx="393192" cy="393192"/>
                    <a:chOff x="6389147" y="3357021"/>
                    <a:chExt cx="393192" cy="393192"/>
                  </a:xfrm>
                </p:grpSpPr>
                <p:grpSp>
                  <p:nvGrpSpPr>
                    <p:cNvPr id="17558" name="Group 17557">
                      <a:extLst>
                        <a:ext uri="{FF2B5EF4-FFF2-40B4-BE49-F238E27FC236}">
                          <a16:creationId xmlns:a16="http://schemas.microsoft.com/office/drawing/2014/main" id="{F5DEDFFA-9BE3-0A77-C90A-4C773FD34FE1}"/>
                        </a:ext>
                      </a:extLst>
                    </p:cNvPr>
                    <p:cNvGrpSpPr/>
                    <p:nvPr/>
                  </p:nvGrpSpPr>
                  <p:grpSpPr>
                    <a:xfrm rot="7200000" flipH="1">
                      <a:off x="6389147" y="3357021"/>
                      <a:ext cx="393192" cy="393192"/>
                      <a:chOff x="5354637" y="3446463"/>
                      <a:chExt cx="214313" cy="214313"/>
                    </a:xfrm>
                  </p:grpSpPr>
                  <p:sp>
                    <p:nvSpPr>
                      <p:cNvPr id="17567" name="Arc 17566">
                        <a:extLst>
                          <a:ext uri="{FF2B5EF4-FFF2-40B4-BE49-F238E27FC236}">
                            <a16:creationId xmlns:a16="http://schemas.microsoft.com/office/drawing/2014/main" id="{B4DF2174-16D0-875A-6C7F-BBF469A8ECB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568" name="Arc 17567">
                        <a:extLst>
                          <a:ext uri="{FF2B5EF4-FFF2-40B4-BE49-F238E27FC236}">
                            <a16:creationId xmlns:a16="http://schemas.microsoft.com/office/drawing/2014/main" id="{C1E33391-3FFB-E959-3C1E-7EA1A71AE7F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559" name="Group 17558">
                      <a:extLst>
                        <a:ext uri="{FF2B5EF4-FFF2-40B4-BE49-F238E27FC236}">
                          <a16:creationId xmlns:a16="http://schemas.microsoft.com/office/drawing/2014/main" id="{3E76138B-06C8-8CC1-EAAE-53D9C5CABED6}"/>
                        </a:ext>
                      </a:extLst>
                    </p:cNvPr>
                    <p:cNvGrpSpPr/>
                    <p:nvPr/>
                  </p:nvGrpSpPr>
                  <p:grpSpPr>
                    <a:xfrm>
                      <a:off x="6434137" y="3402011"/>
                      <a:ext cx="303213" cy="303213"/>
                      <a:chOff x="6434137" y="3402011"/>
                      <a:chExt cx="303213" cy="303213"/>
                    </a:xfrm>
                  </p:grpSpPr>
                  <p:grpSp>
                    <p:nvGrpSpPr>
                      <p:cNvPr id="17560" name="Group 17559">
                        <a:extLst>
                          <a:ext uri="{FF2B5EF4-FFF2-40B4-BE49-F238E27FC236}">
                            <a16:creationId xmlns:a16="http://schemas.microsoft.com/office/drawing/2014/main" id="{1B83C18E-5957-1380-FB82-C041644A277C}"/>
                          </a:ext>
                        </a:extLst>
                      </p:cNvPr>
                      <p:cNvGrpSpPr/>
                      <p:nvPr/>
                    </p:nvGrpSpPr>
                    <p:grpSpPr>
                      <a:xfrm flipH="1">
                        <a:off x="6478587" y="3446461"/>
                        <a:ext cx="214313" cy="214313"/>
                        <a:chOff x="5354637" y="3446463"/>
                        <a:chExt cx="214313" cy="214313"/>
                      </a:xfrm>
                    </p:grpSpPr>
                    <p:sp>
                      <p:nvSpPr>
                        <p:cNvPr id="17565" name="Arc 17564">
                          <a:extLst>
                            <a:ext uri="{FF2B5EF4-FFF2-40B4-BE49-F238E27FC236}">
                              <a16:creationId xmlns:a16="http://schemas.microsoft.com/office/drawing/2014/main" id="{C337977C-2105-2FD4-3427-B058F232311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566" name="Arc 17565">
                          <a:extLst>
                            <a:ext uri="{FF2B5EF4-FFF2-40B4-BE49-F238E27FC236}">
                              <a16:creationId xmlns:a16="http://schemas.microsoft.com/office/drawing/2014/main" id="{4309D0F5-F31A-4338-BBBF-CA1A4F756F5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561" name="Group 17560">
                        <a:extLst>
                          <a:ext uri="{FF2B5EF4-FFF2-40B4-BE49-F238E27FC236}">
                            <a16:creationId xmlns:a16="http://schemas.microsoft.com/office/drawing/2014/main" id="{83984B4C-4BAF-BF39-D456-63B436ED9087}"/>
                          </a:ext>
                        </a:extLst>
                      </p:cNvPr>
                      <p:cNvGrpSpPr/>
                      <p:nvPr/>
                    </p:nvGrpSpPr>
                    <p:grpSpPr>
                      <a:xfrm rot="14400000" flipH="1">
                        <a:off x="6434137" y="3402011"/>
                        <a:ext cx="303213" cy="303213"/>
                        <a:chOff x="5354637" y="3446463"/>
                        <a:chExt cx="214313" cy="214313"/>
                      </a:xfrm>
                    </p:grpSpPr>
                    <p:sp>
                      <p:nvSpPr>
                        <p:cNvPr id="17563" name="Arc 17562">
                          <a:extLst>
                            <a:ext uri="{FF2B5EF4-FFF2-40B4-BE49-F238E27FC236}">
                              <a16:creationId xmlns:a16="http://schemas.microsoft.com/office/drawing/2014/main" id="{E6E2D53E-F8B1-D57F-3E27-561FC779819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564" name="Arc 17563">
                          <a:extLst>
                            <a:ext uri="{FF2B5EF4-FFF2-40B4-BE49-F238E27FC236}">
                              <a16:creationId xmlns:a16="http://schemas.microsoft.com/office/drawing/2014/main" id="{2B2E4515-D691-ABEA-DCE0-8C0EE753D5F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562" name="TextBox 17561">
                        <a:extLst>
                          <a:ext uri="{FF2B5EF4-FFF2-40B4-BE49-F238E27FC236}">
                            <a16:creationId xmlns:a16="http://schemas.microsoft.com/office/drawing/2014/main" id="{307914F0-883D-DB72-CEE8-1700B58CABDE}"/>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547" name="Group 17546">
                    <a:extLst>
                      <a:ext uri="{FF2B5EF4-FFF2-40B4-BE49-F238E27FC236}">
                        <a16:creationId xmlns:a16="http://schemas.microsoft.com/office/drawing/2014/main" id="{0AF3D808-BDE0-567F-DC15-72896721F499}"/>
                      </a:ext>
                    </a:extLst>
                  </p:cNvPr>
                  <p:cNvGrpSpPr/>
                  <p:nvPr/>
                </p:nvGrpSpPr>
                <p:grpSpPr>
                  <a:xfrm>
                    <a:off x="6197413" y="3225768"/>
                    <a:ext cx="393192" cy="393192"/>
                    <a:chOff x="6389147" y="3932622"/>
                    <a:chExt cx="393192" cy="393192"/>
                  </a:xfrm>
                </p:grpSpPr>
                <p:grpSp>
                  <p:nvGrpSpPr>
                    <p:cNvPr id="17548" name="Group 17547">
                      <a:extLst>
                        <a:ext uri="{FF2B5EF4-FFF2-40B4-BE49-F238E27FC236}">
                          <a16:creationId xmlns:a16="http://schemas.microsoft.com/office/drawing/2014/main" id="{CE6C565C-F6D2-D15A-D57C-1DB0D34BAE5B}"/>
                        </a:ext>
                      </a:extLst>
                    </p:cNvPr>
                    <p:cNvGrpSpPr/>
                    <p:nvPr/>
                  </p:nvGrpSpPr>
                  <p:grpSpPr>
                    <a:xfrm flipH="1">
                      <a:off x="6478587" y="4022061"/>
                      <a:ext cx="214313" cy="214313"/>
                      <a:chOff x="5354637" y="3446463"/>
                      <a:chExt cx="214313" cy="214313"/>
                    </a:xfrm>
                  </p:grpSpPr>
                  <p:sp>
                    <p:nvSpPr>
                      <p:cNvPr id="17556" name="Arc 17555">
                        <a:extLst>
                          <a:ext uri="{FF2B5EF4-FFF2-40B4-BE49-F238E27FC236}">
                            <a16:creationId xmlns:a16="http://schemas.microsoft.com/office/drawing/2014/main" id="{982B89CF-A8C2-BEA2-2061-FDCE302187A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557" name="Arc 17556">
                        <a:extLst>
                          <a:ext uri="{FF2B5EF4-FFF2-40B4-BE49-F238E27FC236}">
                            <a16:creationId xmlns:a16="http://schemas.microsoft.com/office/drawing/2014/main" id="{822DF1A0-449C-497E-CBA0-24C0B1AD4FE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549" name="Group 17548">
                      <a:extLst>
                        <a:ext uri="{FF2B5EF4-FFF2-40B4-BE49-F238E27FC236}">
                          <a16:creationId xmlns:a16="http://schemas.microsoft.com/office/drawing/2014/main" id="{78EB4546-681D-1B63-3EEA-DA8DF80AD40A}"/>
                        </a:ext>
                      </a:extLst>
                    </p:cNvPr>
                    <p:cNvGrpSpPr/>
                    <p:nvPr/>
                  </p:nvGrpSpPr>
                  <p:grpSpPr>
                    <a:xfrm rot="7200000" flipH="1">
                      <a:off x="6434137" y="3977611"/>
                      <a:ext cx="303213" cy="303213"/>
                      <a:chOff x="5354637" y="3446463"/>
                      <a:chExt cx="214313" cy="214313"/>
                    </a:xfrm>
                  </p:grpSpPr>
                  <p:sp>
                    <p:nvSpPr>
                      <p:cNvPr id="17554" name="Arc 17553">
                        <a:extLst>
                          <a:ext uri="{FF2B5EF4-FFF2-40B4-BE49-F238E27FC236}">
                            <a16:creationId xmlns:a16="http://schemas.microsoft.com/office/drawing/2014/main" id="{3FC44F90-4C06-04E8-513F-FB08BBC10EE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555" name="Arc 17554">
                        <a:extLst>
                          <a:ext uri="{FF2B5EF4-FFF2-40B4-BE49-F238E27FC236}">
                            <a16:creationId xmlns:a16="http://schemas.microsoft.com/office/drawing/2014/main" id="{4250FB0B-6DA8-C93D-7097-B815169BB93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550" name="Group 17549">
                      <a:extLst>
                        <a:ext uri="{FF2B5EF4-FFF2-40B4-BE49-F238E27FC236}">
                          <a16:creationId xmlns:a16="http://schemas.microsoft.com/office/drawing/2014/main" id="{20B0D91A-0F9A-5D16-4CB0-96DAB192DF8F}"/>
                        </a:ext>
                      </a:extLst>
                    </p:cNvPr>
                    <p:cNvGrpSpPr/>
                    <p:nvPr/>
                  </p:nvGrpSpPr>
                  <p:grpSpPr>
                    <a:xfrm rot="14400000" flipH="1">
                      <a:off x="6389147" y="3932622"/>
                      <a:ext cx="393192" cy="393192"/>
                      <a:chOff x="5354637" y="3446463"/>
                      <a:chExt cx="214313" cy="214313"/>
                    </a:xfrm>
                  </p:grpSpPr>
                  <p:sp>
                    <p:nvSpPr>
                      <p:cNvPr id="17552" name="Arc 17551">
                        <a:extLst>
                          <a:ext uri="{FF2B5EF4-FFF2-40B4-BE49-F238E27FC236}">
                            <a16:creationId xmlns:a16="http://schemas.microsoft.com/office/drawing/2014/main" id="{9A592C92-BDDF-088E-0F85-18B4AB7A18A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553" name="Arc 17552">
                        <a:extLst>
                          <a:ext uri="{FF2B5EF4-FFF2-40B4-BE49-F238E27FC236}">
                            <a16:creationId xmlns:a16="http://schemas.microsoft.com/office/drawing/2014/main" id="{78628698-6C61-1102-BA6C-2A3125EDDFB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551" name="TextBox 17550">
                      <a:extLst>
                        <a:ext uri="{FF2B5EF4-FFF2-40B4-BE49-F238E27FC236}">
                          <a16:creationId xmlns:a16="http://schemas.microsoft.com/office/drawing/2014/main" id="{E279A5A2-C0AA-7730-AE15-5E45DAF635A0}"/>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497" name="Group 17496">
                  <a:extLst>
                    <a:ext uri="{FF2B5EF4-FFF2-40B4-BE49-F238E27FC236}">
                      <a16:creationId xmlns:a16="http://schemas.microsoft.com/office/drawing/2014/main" id="{E1525985-419E-9789-E66E-A8512886FF3E}"/>
                    </a:ext>
                  </a:extLst>
                </p:cNvPr>
                <p:cNvGrpSpPr/>
                <p:nvPr/>
              </p:nvGrpSpPr>
              <p:grpSpPr>
                <a:xfrm>
                  <a:off x="6069086" y="3246228"/>
                  <a:ext cx="1019224" cy="991639"/>
                  <a:chOff x="5886431" y="3225768"/>
                  <a:chExt cx="1019224" cy="991639"/>
                </a:xfrm>
              </p:grpSpPr>
              <p:grpSp>
                <p:nvGrpSpPr>
                  <p:cNvPr id="17498" name="Group 17497">
                    <a:extLst>
                      <a:ext uri="{FF2B5EF4-FFF2-40B4-BE49-F238E27FC236}">
                        <a16:creationId xmlns:a16="http://schemas.microsoft.com/office/drawing/2014/main" id="{A80E5271-E449-AEFC-C85E-BE4DC1EA66AE}"/>
                      </a:ext>
                    </a:extLst>
                  </p:cNvPr>
                  <p:cNvGrpSpPr/>
                  <p:nvPr/>
                </p:nvGrpSpPr>
                <p:grpSpPr>
                  <a:xfrm>
                    <a:off x="6197413" y="3824215"/>
                    <a:ext cx="393192" cy="393192"/>
                    <a:chOff x="5265196" y="3357021"/>
                    <a:chExt cx="393192" cy="393192"/>
                  </a:xfrm>
                </p:grpSpPr>
                <p:grpSp>
                  <p:nvGrpSpPr>
                    <p:cNvPr id="17533" name="Group 17532">
                      <a:extLst>
                        <a:ext uri="{FF2B5EF4-FFF2-40B4-BE49-F238E27FC236}">
                          <a16:creationId xmlns:a16="http://schemas.microsoft.com/office/drawing/2014/main" id="{ED6B247C-6125-059C-6159-ABFE387B1FFF}"/>
                        </a:ext>
                      </a:extLst>
                    </p:cNvPr>
                    <p:cNvGrpSpPr/>
                    <p:nvPr/>
                  </p:nvGrpSpPr>
                  <p:grpSpPr>
                    <a:xfrm rot="14400000">
                      <a:off x="5265196" y="3357021"/>
                      <a:ext cx="393192" cy="393192"/>
                      <a:chOff x="5354637" y="3446463"/>
                      <a:chExt cx="214313" cy="214313"/>
                    </a:xfrm>
                  </p:grpSpPr>
                  <p:sp>
                    <p:nvSpPr>
                      <p:cNvPr id="17542" name="Arc 17541">
                        <a:extLst>
                          <a:ext uri="{FF2B5EF4-FFF2-40B4-BE49-F238E27FC236}">
                            <a16:creationId xmlns:a16="http://schemas.microsoft.com/office/drawing/2014/main" id="{FC106257-DF32-0525-24D7-979DC26272A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543" name="Arc 17542">
                        <a:extLst>
                          <a:ext uri="{FF2B5EF4-FFF2-40B4-BE49-F238E27FC236}">
                            <a16:creationId xmlns:a16="http://schemas.microsoft.com/office/drawing/2014/main" id="{96EFD7EC-EB6A-C6CB-17D3-2A615C63B8B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534" name="Group 17533">
                      <a:extLst>
                        <a:ext uri="{FF2B5EF4-FFF2-40B4-BE49-F238E27FC236}">
                          <a16:creationId xmlns:a16="http://schemas.microsoft.com/office/drawing/2014/main" id="{64B14EAA-EC31-70A8-535F-02EECB7E9F7C}"/>
                        </a:ext>
                      </a:extLst>
                    </p:cNvPr>
                    <p:cNvGrpSpPr/>
                    <p:nvPr/>
                  </p:nvGrpSpPr>
                  <p:grpSpPr>
                    <a:xfrm>
                      <a:off x="5310186" y="3402011"/>
                      <a:ext cx="303213" cy="303213"/>
                      <a:chOff x="5310186" y="3402011"/>
                      <a:chExt cx="303213" cy="303213"/>
                    </a:xfrm>
                  </p:grpSpPr>
                  <p:grpSp>
                    <p:nvGrpSpPr>
                      <p:cNvPr id="17535" name="Group 17534">
                        <a:extLst>
                          <a:ext uri="{FF2B5EF4-FFF2-40B4-BE49-F238E27FC236}">
                            <a16:creationId xmlns:a16="http://schemas.microsoft.com/office/drawing/2014/main" id="{B4DEA1A5-4D18-10D2-569C-479DD76E68F7}"/>
                          </a:ext>
                        </a:extLst>
                      </p:cNvPr>
                      <p:cNvGrpSpPr/>
                      <p:nvPr/>
                    </p:nvGrpSpPr>
                    <p:grpSpPr>
                      <a:xfrm>
                        <a:off x="5354636" y="3446461"/>
                        <a:ext cx="214313" cy="214313"/>
                        <a:chOff x="5354637" y="3446463"/>
                        <a:chExt cx="214313" cy="214313"/>
                      </a:xfrm>
                    </p:grpSpPr>
                    <p:sp>
                      <p:nvSpPr>
                        <p:cNvPr id="17540" name="Arc 17539">
                          <a:extLst>
                            <a:ext uri="{FF2B5EF4-FFF2-40B4-BE49-F238E27FC236}">
                              <a16:creationId xmlns:a16="http://schemas.microsoft.com/office/drawing/2014/main" id="{9008FD5C-E628-A46D-8118-AF3BBA8D9F4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541" name="Arc 17540">
                          <a:extLst>
                            <a:ext uri="{FF2B5EF4-FFF2-40B4-BE49-F238E27FC236}">
                              <a16:creationId xmlns:a16="http://schemas.microsoft.com/office/drawing/2014/main" id="{82CFD0A2-2E4F-EEB8-038A-0135E064ACB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536" name="Group 17535">
                        <a:extLst>
                          <a:ext uri="{FF2B5EF4-FFF2-40B4-BE49-F238E27FC236}">
                            <a16:creationId xmlns:a16="http://schemas.microsoft.com/office/drawing/2014/main" id="{94912DF3-5E2E-150B-6115-73EB78513B07}"/>
                          </a:ext>
                        </a:extLst>
                      </p:cNvPr>
                      <p:cNvGrpSpPr/>
                      <p:nvPr/>
                    </p:nvGrpSpPr>
                    <p:grpSpPr>
                      <a:xfrm rot="7200000">
                        <a:off x="5310186" y="3402011"/>
                        <a:ext cx="303213" cy="303213"/>
                        <a:chOff x="5354637" y="3446463"/>
                        <a:chExt cx="214313" cy="214313"/>
                      </a:xfrm>
                    </p:grpSpPr>
                    <p:sp>
                      <p:nvSpPr>
                        <p:cNvPr id="17538" name="Arc 17537">
                          <a:extLst>
                            <a:ext uri="{FF2B5EF4-FFF2-40B4-BE49-F238E27FC236}">
                              <a16:creationId xmlns:a16="http://schemas.microsoft.com/office/drawing/2014/main" id="{5ACB80FB-263E-36E5-D6B2-841C2DCDC51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539" name="Arc 17538">
                          <a:extLst>
                            <a:ext uri="{FF2B5EF4-FFF2-40B4-BE49-F238E27FC236}">
                              <a16:creationId xmlns:a16="http://schemas.microsoft.com/office/drawing/2014/main" id="{4387B19A-80B2-2AC6-A44D-131556E3C1F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537" name="TextBox 17536">
                        <a:extLst>
                          <a:ext uri="{FF2B5EF4-FFF2-40B4-BE49-F238E27FC236}">
                            <a16:creationId xmlns:a16="http://schemas.microsoft.com/office/drawing/2014/main" id="{9E90E834-8C32-79FE-EB63-8EF58861FB90}"/>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499" name="Group 17498">
                    <a:extLst>
                      <a:ext uri="{FF2B5EF4-FFF2-40B4-BE49-F238E27FC236}">
                        <a16:creationId xmlns:a16="http://schemas.microsoft.com/office/drawing/2014/main" id="{A850CFB6-90CC-6F9C-0980-1124C86D1494}"/>
                      </a:ext>
                    </a:extLst>
                  </p:cNvPr>
                  <p:cNvGrpSpPr/>
                  <p:nvPr/>
                </p:nvGrpSpPr>
                <p:grpSpPr>
                  <a:xfrm>
                    <a:off x="5886431" y="3525040"/>
                    <a:ext cx="393192" cy="393192"/>
                    <a:chOff x="5265196" y="3932619"/>
                    <a:chExt cx="393192" cy="393192"/>
                  </a:xfrm>
                </p:grpSpPr>
                <p:grpSp>
                  <p:nvGrpSpPr>
                    <p:cNvPr id="17523" name="Group 17522">
                      <a:extLst>
                        <a:ext uri="{FF2B5EF4-FFF2-40B4-BE49-F238E27FC236}">
                          <a16:creationId xmlns:a16="http://schemas.microsoft.com/office/drawing/2014/main" id="{93013FD6-7BEA-0B03-6A41-D4C65475AF3B}"/>
                        </a:ext>
                      </a:extLst>
                    </p:cNvPr>
                    <p:cNvGrpSpPr/>
                    <p:nvPr/>
                  </p:nvGrpSpPr>
                  <p:grpSpPr>
                    <a:xfrm>
                      <a:off x="5354636" y="4022061"/>
                      <a:ext cx="214313" cy="214313"/>
                      <a:chOff x="5354637" y="3446463"/>
                      <a:chExt cx="214313" cy="214313"/>
                    </a:xfrm>
                  </p:grpSpPr>
                  <p:sp>
                    <p:nvSpPr>
                      <p:cNvPr id="17531" name="Arc 17530">
                        <a:extLst>
                          <a:ext uri="{FF2B5EF4-FFF2-40B4-BE49-F238E27FC236}">
                            <a16:creationId xmlns:a16="http://schemas.microsoft.com/office/drawing/2014/main" id="{D10E933F-F8C2-69E7-0E52-F891D613953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532" name="Arc 17531">
                        <a:extLst>
                          <a:ext uri="{FF2B5EF4-FFF2-40B4-BE49-F238E27FC236}">
                            <a16:creationId xmlns:a16="http://schemas.microsoft.com/office/drawing/2014/main" id="{529D5464-B685-1F4F-7EE1-D49DFF05657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524" name="Group 17523">
                      <a:extLst>
                        <a:ext uri="{FF2B5EF4-FFF2-40B4-BE49-F238E27FC236}">
                          <a16:creationId xmlns:a16="http://schemas.microsoft.com/office/drawing/2014/main" id="{F6AEF038-D948-F1AC-5BE1-43B86CB4F130}"/>
                        </a:ext>
                      </a:extLst>
                    </p:cNvPr>
                    <p:cNvGrpSpPr/>
                    <p:nvPr/>
                  </p:nvGrpSpPr>
                  <p:grpSpPr>
                    <a:xfrm rot="14400000">
                      <a:off x="5310186" y="3977611"/>
                      <a:ext cx="303213" cy="303213"/>
                      <a:chOff x="5354637" y="3446463"/>
                      <a:chExt cx="214313" cy="214313"/>
                    </a:xfrm>
                  </p:grpSpPr>
                  <p:sp>
                    <p:nvSpPr>
                      <p:cNvPr id="17529" name="Arc 17528">
                        <a:extLst>
                          <a:ext uri="{FF2B5EF4-FFF2-40B4-BE49-F238E27FC236}">
                            <a16:creationId xmlns:a16="http://schemas.microsoft.com/office/drawing/2014/main" id="{2EA40402-480B-EBFF-F597-DFD5EB0A637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530" name="Arc 17529">
                        <a:extLst>
                          <a:ext uri="{FF2B5EF4-FFF2-40B4-BE49-F238E27FC236}">
                            <a16:creationId xmlns:a16="http://schemas.microsoft.com/office/drawing/2014/main" id="{B212279E-E20D-3F18-2C26-A42DE518C5E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525" name="Group 17524">
                      <a:extLst>
                        <a:ext uri="{FF2B5EF4-FFF2-40B4-BE49-F238E27FC236}">
                          <a16:creationId xmlns:a16="http://schemas.microsoft.com/office/drawing/2014/main" id="{0C80AD8B-4A93-06B1-569F-8DA2302C94EA}"/>
                        </a:ext>
                      </a:extLst>
                    </p:cNvPr>
                    <p:cNvGrpSpPr/>
                    <p:nvPr/>
                  </p:nvGrpSpPr>
                  <p:grpSpPr>
                    <a:xfrm rot="7200000">
                      <a:off x="5265196" y="3932619"/>
                      <a:ext cx="393192" cy="393192"/>
                      <a:chOff x="5354637" y="3446463"/>
                      <a:chExt cx="214313" cy="214313"/>
                    </a:xfrm>
                  </p:grpSpPr>
                  <p:sp>
                    <p:nvSpPr>
                      <p:cNvPr id="17527" name="Arc 17526">
                        <a:extLst>
                          <a:ext uri="{FF2B5EF4-FFF2-40B4-BE49-F238E27FC236}">
                            <a16:creationId xmlns:a16="http://schemas.microsoft.com/office/drawing/2014/main" id="{22591776-2ABE-E581-9DC7-989F3FBA2B2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528" name="Arc 17527">
                        <a:extLst>
                          <a:ext uri="{FF2B5EF4-FFF2-40B4-BE49-F238E27FC236}">
                            <a16:creationId xmlns:a16="http://schemas.microsoft.com/office/drawing/2014/main" id="{1A3136CD-DF5C-285C-7907-29EB7B75F0E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526" name="TextBox 17525">
                      <a:extLst>
                        <a:ext uri="{FF2B5EF4-FFF2-40B4-BE49-F238E27FC236}">
                          <a16:creationId xmlns:a16="http://schemas.microsoft.com/office/drawing/2014/main" id="{0E7BA8A7-D164-9386-9A13-C3B3812BE52D}"/>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7500" name="Group 17499">
                    <a:extLst>
                      <a:ext uri="{FF2B5EF4-FFF2-40B4-BE49-F238E27FC236}">
                        <a16:creationId xmlns:a16="http://schemas.microsoft.com/office/drawing/2014/main" id="{E95E3362-69D9-58D9-035E-DAB39DCA6E30}"/>
                      </a:ext>
                    </a:extLst>
                  </p:cNvPr>
                  <p:cNvGrpSpPr/>
                  <p:nvPr/>
                </p:nvGrpSpPr>
                <p:grpSpPr>
                  <a:xfrm>
                    <a:off x="6512463" y="3525040"/>
                    <a:ext cx="393192" cy="393192"/>
                    <a:chOff x="6389147" y="3357021"/>
                    <a:chExt cx="393192" cy="393192"/>
                  </a:xfrm>
                </p:grpSpPr>
                <p:grpSp>
                  <p:nvGrpSpPr>
                    <p:cNvPr id="17512" name="Group 17511">
                      <a:extLst>
                        <a:ext uri="{FF2B5EF4-FFF2-40B4-BE49-F238E27FC236}">
                          <a16:creationId xmlns:a16="http://schemas.microsoft.com/office/drawing/2014/main" id="{C9AD1160-EF76-E134-6227-06190E364DE6}"/>
                        </a:ext>
                      </a:extLst>
                    </p:cNvPr>
                    <p:cNvGrpSpPr/>
                    <p:nvPr/>
                  </p:nvGrpSpPr>
                  <p:grpSpPr>
                    <a:xfrm rot="7200000" flipH="1">
                      <a:off x="6389147" y="3357021"/>
                      <a:ext cx="393192" cy="393192"/>
                      <a:chOff x="5354637" y="3446463"/>
                      <a:chExt cx="214313" cy="214313"/>
                    </a:xfrm>
                  </p:grpSpPr>
                  <p:sp>
                    <p:nvSpPr>
                      <p:cNvPr id="17521" name="Arc 17520">
                        <a:extLst>
                          <a:ext uri="{FF2B5EF4-FFF2-40B4-BE49-F238E27FC236}">
                            <a16:creationId xmlns:a16="http://schemas.microsoft.com/office/drawing/2014/main" id="{7079620B-E521-39CB-29D1-5AAA33C9A8B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522" name="Arc 17521">
                        <a:extLst>
                          <a:ext uri="{FF2B5EF4-FFF2-40B4-BE49-F238E27FC236}">
                            <a16:creationId xmlns:a16="http://schemas.microsoft.com/office/drawing/2014/main" id="{608EBB62-618C-51DA-1AEB-2B0DF69E968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513" name="Group 17512">
                      <a:extLst>
                        <a:ext uri="{FF2B5EF4-FFF2-40B4-BE49-F238E27FC236}">
                          <a16:creationId xmlns:a16="http://schemas.microsoft.com/office/drawing/2014/main" id="{F7F5D568-2DB8-046E-8963-8574BA68287D}"/>
                        </a:ext>
                      </a:extLst>
                    </p:cNvPr>
                    <p:cNvGrpSpPr/>
                    <p:nvPr/>
                  </p:nvGrpSpPr>
                  <p:grpSpPr>
                    <a:xfrm>
                      <a:off x="6434137" y="3402011"/>
                      <a:ext cx="303213" cy="303213"/>
                      <a:chOff x="6434137" y="3402011"/>
                      <a:chExt cx="303213" cy="303213"/>
                    </a:xfrm>
                  </p:grpSpPr>
                  <p:grpSp>
                    <p:nvGrpSpPr>
                      <p:cNvPr id="17514" name="Group 17513">
                        <a:extLst>
                          <a:ext uri="{FF2B5EF4-FFF2-40B4-BE49-F238E27FC236}">
                            <a16:creationId xmlns:a16="http://schemas.microsoft.com/office/drawing/2014/main" id="{24005223-FD56-876D-73C0-2E42D953F7EC}"/>
                          </a:ext>
                        </a:extLst>
                      </p:cNvPr>
                      <p:cNvGrpSpPr/>
                      <p:nvPr/>
                    </p:nvGrpSpPr>
                    <p:grpSpPr>
                      <a:xfrm flipH="1">
                        <a:off x="6478587" y="3446461"/>
                        <a:ext cx="214313" cy="214313"/>
                        <a:chOff x="5354637" y="3446463"/>
                        <a:chExt cx="214313" cy="214313"/>
                      </a:xfrm>
                    </p:grpSpPr>
                    <p:sp>
                      <p:nvSpPr>
                        <p:cNvPr id="17519" name="Arc 17518">
                          <a:extLst>
                            <a:ext uri="{FF2B5EF4-FFF2-40B4-BE49-F238E27FC236}">
                              <a16:creationId xmlns:a16="http://schemas.microsoft.com/office/drawing/2014/main" id="{7E6B9AD8-2A0F-C8EF-7F07-566448A867D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520" name="Arc 17519">
                          <a:extLst>
                            <a:ext uri="{FF2B5EF4-FFF2-40B4-BE49-F238E27FC236}">
                              <a16:creationId xmlns:a16="http://schemas.microsoft.com/office/drawing/2014/main" id="{A0EFB40C-A65A-21CD-1556-55FF1F88159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515" name="Group 17514">
                        <a:extLst>
                          <a:ext uri="{FF2B5EF4-FFF2-40B4-BE49-F238E27FC236}">
                            <a16:creationId xmlns:a16="http://schemas.microsoft.com/office/drawing/2014/main" id="{378BA7CC-A1F3-B206-2085-AA6C51832EB9}"/>
                          </a:ext>
                        </a:extLst>
                      </p:cNvPr>
                      <p:cNvGrpSpPr/>
                      <p:nvPr/>
                    </p:nvGrpSpPr>
                    <p:grpSpPr>
                      <a:xfrm rot="14400000" flipH="1">
                        <a:off x="6434137" y="3402011"/>
                        <a:ext cx="303213" cy="303213"/>
                        <a:chOff x="5354637" y="3446463"/>
                        <a:chExt cx="214313" cy="214313"/>
                      </a:xfrm>
                    </p:grpSpPr>
                    <p:sp>
                      <p:nvSpPr>
                        <p:cNvPr id="17517" name="Arc 17516">
                          <a:extLst>
                            <a:ext uri="{FF2B5EF4-FFF2-40B4-BE49-F238E27FC236}">
                              <a16:creationId xmlns:a16="http://schemas.microsoft.com/office/drawing/2014/main" id="{5CBA7027-7417-3559-ACE5-4A451D8EEA4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518" name="Arc 17517">
                          <a:extLst>
                            <a:ext uri="{FF2B5EF4-FFF2-40B4-BE49-F238E27FC236}">
                              <a16:creationId xmlns:a16="http://schemas.microsoft.com/office/drawing/2014/main" id="{3A6AC0FB-A48A-9CF9-3BDB-ED1FBEBD2BC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516" name="TextBox 17515">
                        <a:extLst>
                          <a:ext uri="{FF2B5EF4-FFF2-40B4-BE49-F238E27FC236}">
                            <a16:creationId xmlns:a16="http://schemas.microsoft.com/office/drawing/2014/main" id="{2DD69677-F6A9-DDEA-1091-35A7658F5EB4}"/>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501" name="Group 17500">
                    <a:extLst>
                      <a:ext uri="{FF2B5EF4-FFF2-40B4-BE49-F238E27FC236}">
                        <a16:creationId xmlns:a16="http://schemas.microsoft.com/office/drawing/2014/main" id="{5C4B10BC-6A57-E66B-CE8D-C339258625C3}"/>
                      </a:ext>
                    </a:extLst>
                  </p:cNvPr>
                  <p:cNvGrpSpPr/>
                  <p:nvPr/>
                </p:nvGrpSpPr>
                <p:grpSpPr>
                  <a:xfrm>
                    <a:off x="6197413" y="3225768"/>
                    <a:ext cx="393192" cy="393192"/>
                    <a:chOff x="6389147" y="3932622"/>
                    <a:chExt cx="393192" cy="393192"/>
                  </a:xfrm>
                </p:grpSpPr>
                <p:grpSp>
                  <p:nvGrpSpPr>
                    <p:cNvPr id="17502" name="Group 17501">
                      <a:extLst>
                        <a:ext uri="{FF2B5EF4-FFF2-40B4-BE49-F238E27FC236}">
                          <a16:creationId xmlns:a16="http://schemas.microsoft.com/office/drawing/2014/main" id="{F93A2F5D-AC47-76C2-D9B1-7C8D8093A0A8}"/>
                        </a:ext>
                      </a:extLst>
                    </p:cNvPr>
                    <p:cNvGrpSpPr/>
                    <p:nvPr/>
                  </p:nvGrpSpPr>
                  <p:grpSpPr>
                    <a:xfrm flipH="1">
                      <a:off x="6478587" y="4022061"/>
                      <a:ext cx="214313" cy="214313"/>
                      <a:chOff x="5354637" y="3446463"/>
                      <a:chExt cx="214313" cy="214313"/>
                    </a:xfrm>
                  </p:grpSpPr>
                  <p:sp>
                    <p:nvSpPr>
                      <p:cNvPr id="17510" name="Arc 17509">
                        <a:extLst>
                          <a:ext uri="{FF2B5EF4-FFF2-40B4-BE49-F238E27FC236}">
                            <a16:creationId xmlns:a16="http://schemas.microsoft.com/office/drawing/2014/main" id="{C47FB8B2-B196-A3FE-996B-9233A98E2E0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511" name="Arc 17510">
                        <a:extLst>
                          <a:ext uri="{FF2B5EF4-FFF2-40B4-BE49-F238E27FC236}">
                            <a16:creationId xmlns:a16="http://schemas.microsoft.com/office/drawing/2014/main" id="{2AD03F12-7F82-0131-783C-AAEECEEDAA0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503" name="Group 17502">
                      <a:extLst>
                        <a:ext uri="{FF2B5EF4-FFF2-40B4-BE49-F238E27FC236}">
                          <a16:creationId xmlns:a16="http://schemas.microsoft.com/office/drawing/2014/main" id="{932A5E47-612A-946B-83D9-85DF975B9024}"/>
                        </a:ext>
                      </a:extLst>
                    </p:cNvPr>
                    <p:cNvGrpSpPr/>
                    <p:nvPr/>
                  </p:nvGrpSpPr>
                  <p:grpSpPr>
                    <a:xfrm rot="7200000" flipH="1">
                      <a:off x="6434137" y="3977611"/>
                      <a:ext cx="303213" cy="303213"/>
                      <a:chOff x="5354637" y="3446463"/>
                      <a:chExt cx="214313" cy="214313"/>
                    </a:xfrm>
                  </p:grpSpPr>
                  <p:sp>
                    <p:nvSpPr>
                      <p:cNvPr id="17508" name="Arc 17507">
                        <a:extLst>
                          <a:ext uri="{FF2B5EF4-FFF2-40B4-BE49-F238E27FC236}">
                            <a16:creationId xmlns:a16="http://schemas.microsoft.com/office/drawing/2014/main" id="{E5BB95F6-9F75-FF25-CAB6-B03EAEA27FB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509" name="Arc 17508">
                        <a:extLst>
                          <a:ext uri="{FF2B5EF4-FFF2-40B4-BE49-F238E27FC236}">
                            <a16:creationId xmlns:a16="http://schemas.microsoft.com/office/drawing/2014/main" id="{4E022CDC-3F90-7759-9C73-31E005A84A6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504" name="Group 17503">
                      <a:extLst>
                        <a:ext uri="{FF2B5EF4-FFF2-40B4-BE49-F238E27FC236}">
                          <a16:creationId xmlns:a16="http://schemas.microsoft.com/office/drawing/2014/main" id="{D08BAC6C-C0BC-23E2-DAFF-C257C3F34B74}"/>
                        </a:ext>
                      </a:extLst>
                    </p:cNvPr>
                    <p:cNvGrpSpPr/>
                    <p:nvPr/>
                  </p:nvGrpSpPr>
                  <p:grpSpPr>
                    <a:xfrm rot="14400000" flipH="1">
                      <a:off x="6389147" y="3932622"/>
                      <a:ext cx="393192" cy="393192"/>
                      <a:chOff x="5354637" y="3446463"/>
                      <a:chExt cx="214313" cy="214313"/>
                    </a:xfrm>
                  </p:grpSpPr>
                  <p:sp>
                    <p:nvSpPr>
                      <p:cNvPr id="17506" name="Arc 17505">
                        <a:extLst>
                          <a:ext uri="{FF2B5EF4-FFF2-40B4-BE49-F238E27FC236}">
                            <a16:creationId xmlns:a16="http://schemas.microsoft.com/office/drawing/2014/main" id="{8489C13F-D99F-234A-BF1D-445C8A7844C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507" name="Arc 17506">
                        <a:extLst>
                          <a:ext uri="{FF2B5EF4-FFF2-40B4-BE49-F238E27FC236}">
                            <a16:creationId xmlns:a16="http://schemas.microsoft.com/office/drawing/2014/main" id="{DC33A106-C9DB-2480-849C-8A77446F6BC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505" name="TextBox 17504">
                      <a:extLst>
                        <a:ext uri="{FF2B5EF4-FFF2-40B4-BE49-F238E27FC236}">
                          <a16:creationId xmlns:a16="http://schemas.microsoft.com/office/drawing/2014/main" id="{D94F12DB-BE12-8B21-7599-3C2BE584639E}"/>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7401" name="Group 17400">
                <a:extLst>
                  <a:ext uri="{FF2B5EF4-FFF2-40B4-BE49-F238E27FC236}">
                    <a16:creationId xmlns:a16="http://schemas.microsoft.com/office/drawing/2014/main" id="{089CF38F-8DA0-0056-0B44-4D70240F409D}"/>
                  </a:ext>
                </a:extLst>
              </p:cNvPr>
              <p:cNvGrpSpPr/>
              <p:nvPr/>
            </p:nvGrpSpPr>
            <p:grpSpPr>
              <a:xfrm>
                <a:off x="6065340" y="2039507"/>
                <a:ext cx="1643204" cy="1593124"/>
                <a:chOff x="5445106" y="2644743"/>
                <a:chExt cx="1643204" cy="1593124"/>
              </a:xfrm>
            </p:grpSpPr>
            <p:grpSp>
              <p:nvGrpSpPr>
                <p:cNvPr id="17402" name="Group 17401">
                  <a:extLst>
                    <a:ext uri="{FF2B5EF4-FFF2-40B4-BE49-F238E27FC236}">
                      <a16:creationId xmlns:a16="http://schemas.microsoft.com/office/drawing/2014/main" id="{F8569411-CDFB-8AAF-8F60-6968576E533A}"/>
                    </a:ext>
                  </a:extLst>
                </p:cNvPr>
                <p:cNvGrpSpPr/>
                <p:nvPr/>
              </p:nvGrpSpPr>
              <p:grpSpPr>
                <a:xfrm>
                  <a:off x="5445106" y="2644743"/>
                  <a:ext cx="1019224" cy="991639"/>
                  <a:chOff x="5886431" y="3225768"/>
                  <a:chExt cx="1019224" cy="991639"/>
                </a:xfrm>
              </p:grpSpPr>
              <p:grpSp>
                <p:nvGrpSpPr>
                  <p:cNvPr id="17450" name="Group 17449">
                    <a:extLst>
                      <a:ext uri="{FF2B5EF4-FFF2-40B4-BE49-F238E27FC236}">
                        <a16:creationId xmlns:a16="http://schemas.microsoft.com/office/drawing/2014/main" id="{8767E1BD-73A3-C7FF-89B9-BE049A44D211}"/>
                      </a:ext>
                    </a:extLst>
                  </p:cNvPr>
                  <p:cNvGrpSpPr/>
                  <p:nvPr/>
                </p:nvGrpSpPr>
                <p:grpSpPr>
                  <a:xfrm>
                    <a:off x="6197413" y="3824215"/>
                    <a:ext cx="393192" cy="393192"/>
                    <a:chOff x="5265196" y="3357021"/>
                    <a:chExt cx="393192" cy="393192"/>
                  </a:xfrm>
                </p:grpSpPr>
                <p:grpSp>
                  <p:nvGrpSpPr>
                    <p:cNvPr id="17485" name="Group 17484">
                      <a:extLst>
                        <a:ext uri="{FF2B5EF4-FFF2-40B4-BE49-F238E27FC236}">
                          <a16:creationId xmlns:a16="http://schemas.microsoft.com/office/drawing/2014/main" id="{9D82BCD2-1810-1EA8-0D00-B861BAFA94AB}"/>
                        </a:ext>
                      </a:extLst>
                    </p:cNvPr>
                    <p:cNvGrpSpPr/>
                    <p:nvPr/>
                  </p:nvGrpSpPr>
                  <p:grpSpPr>
                    <a:xfrm rot="14400000">
                      <a:off x="5265196" y="3357021"/>
                      <a:ext cx="393192" cy="393192"/>
                      <a:chOff x="5354637" y="3446463"/>
                      <a:chExt cx="214313" cy="214313"/>
                    </a:xfrm>
                  </p:grpSpPr>
                  <p:sp>
                    <p:nvSpPr>
                      <p:cNvPr id="17494" name="Arc 17493">
                        <a:extLst>
                          <a:ext uri="{FF2B5EF4-FFF2-40B4-BE49-F238E27FC236}">
                            <a16:creationId xmlns:a16="http://schemas.microsoft.com/office/drawing/2014/main" id="{75FE3059-8FB3-A11E-CF2A-BD7390F1DC8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495" name="Arc 17494">
                        <a:extLst>
                          <a:ext uri="{FF2B5EF4-FFF2-40B4-BE49-F238E27FC236}">
                            <a16:creationId xmlns:a16="http://schemas.microsoft.com/office/drawing/2014/main" id="{42E714CE-FEED-7CBB-AC12-9194E0AACB5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486" name="Group 17485">
                      <a:extLst>
                        <a:ext uri="{FF2B5EF4-FFF2-40B4-BE49-F238E27FC236}">
                          <a16:creationId xmlns:a16="http://schemas.microsoft.com/office/drawing/2014/main" id="{BA47149B-8920-5C34-A087-A0747C01B1FA}"/>
                        </a:ext>
                      </a:extLst>
                    </p:cNvPr>
                    <p:cNvGrpSpPr/>
                    <p:nvPr/>
                  </p:nvGrpSpPr>
                  <p:grpSpPr>
                    <a:xfrm>
                      <a:off x="5310186" y="3402011"/>
                      <a:ext cx="303213" cy="303213"/>
                      <a:chOff x="5310186" y="3402011"/>
                      <a:chExt cx="303213" cy="303213"/>
                    </a:xfrm>
                  </p:grpSpPr>
                  <p:grpSp>
                    <p:nvGrpSpPr>
                      <p:cNvPr id="17487" name="Group 17486">
                        <a:extLst>
                          <a:ext uri="{FF2B5EF4-FFF2-40B4-BE49-F238E27FC236}">
                            <a16:creationId xmlns:a16="http://schemas.microsoft.com/office/drawing/2014/main" id="{0EE37706-8167-4BB9-2FBD-923441D45CDE}"/>
                          </a:ext>
                        </a:extLst>
                      </p:cNvPr>
                      <p:cNvGrpSpPr/>
                      <p:nvPr/>
                    </p:nvGrpSpPr>
                    <p:grpSpPr>
                      <a:xfrm>
                        <a:off x="5354636" y="3446461"/>
                        <a:ext cx="214313" cy="214313"/>
                        <a:chOff x="5354637" y="3446463"/>
                        <a:chExt cx="214313" cy="214313"/>
                      </a:xfrm>
                    </p:grpSpPr>
                    <p:sp>
                      <p:nvSpPr>
                        <p:cNvPr id="17492" name="Arc 17491">
                          <a:extLst>
                            <a:ext uri="{FF2B5EF4-FFF2-40B4-BE49-F238E27FC236}">
                              <a16:creationId xmlns:a16="http://schemas.microsoft.com/office/drawing/2014/main" id="{A6BC4D49-0676-1148-9C9F-F8DE39A01A4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493" name="Arc 17492">
                          <a:extLst>
                            <a:ext uri="{FF2B5EF4-FFF2-40B4-BE49-F238E27FC236}">
                              <a16:creationId xmlns:a16="http://schemas.microsoft.com/office/drawing/2014/main" id="{55BB5838-934A-F8E2-2DE5-D8A4E177BBD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488" name="Group 17487">
                        <a:extLst>
                          <a:ext uri="{FF2B5EF4-FFF2-40B4-BE49-F238E27FC236}">
                            <a16:creationId xmlns:a16="http://schemas.microsoft.com/office/drawing/2014/main" id="{C060B832-3B40-8D06-DEAD-050650921611}"/>
                          </a:ext>
                        </a:extLst>
                      </p:cNvPr>
                      <p:cNvGrpSpPr/>
                      <p:nvPr/>
                    </p:nvGrpSpPr>
                    <p:grpSpPr>
                      <a:xfrm rot="7200000">
                        <a:off x="5310186" y="3402011"/>
                        <a:ext cx="303213" cy="303213"/>
                        <a:chOff x="5354637" y="3446463"/>
                        <a:chExt cx="214313" cy="214313"/>
                      </a:xfrm>
                    </p:grpSpPr>
                    <p:sp>
                      <p:nvSpPr>
                        <p:cNvPr id="17490" name="Arc 17489">
                          <a:extLst>
                            <a:ext uri="{FF2B5EF4-FFF2-40B4-BE49-F238E27FC236}">
                              <a16:creationId xmlns:a16="http://schemas.microsoft.com/office/drawing/2014/main" id="{94C72AC3-AB98-0B66-750A-AFD376CCF0B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491" name="Arc 17490">
                          <a:extLst>
                            <a:ext uri="{FF2B5EF4-FFF2-40B4-BE49-F238E27FC236}">
                              <a16:creationId xmlns:a16="http://schemas.microsoft.com/office/drawing/2014/main" id="{730E61B0-07B7-B6F5-6F99-CEEB23BC149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489" name="TextBox 17488">
                        <a:extLst>
                          <a:ext uri="{FF2B5EF4-FFF2-40B4-BE49-F238E27FC236}">
                            <a16:creationId xmlns:a16="http://schemas.microsoft.com/office/drawing/2014/main" id="{431D4EB3-DDF7-AEA7-BE2D-44D473336780}"/>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451" name="Group 17450">
                    <a:extLst>
                      <a:ext uri="{FF2B5EF4-FFF2-40B4-BE49-F238E27FC236}">
                        <a16:creationId xmlns:a16="http://schemas.microsoft.com/office/drawing/2014/main" id="{ACC4859B-2115-A2D9-BCF2-4D9F5A6EC92C}"/>
                      </a:ext>
                    </a:extLst>
                  </p:cNvPr>
                  <p:cNvGrpSpPr/>
                  <p:nvPr/>
                </p:nvGrpSpPr>
                <p:grpSpPr>
                  <a:xfrm>
                    <a:off x="5886431" y="3525040"/>
                    <a:ext cx="393192" cy="393192"/>
                    <a:chOff x="5265196" y="3932619"/>
                    <a:chExt cx="393192" cy="393192"/>
                  </a:xfrm>
                </p:grpSpPr>
                <p:grpSp>
                  <p:nvGrpSpPr>
                    <p:cNvPr id="17475" name="Group 17474">
                      <a:extLst>
                        <a:ext uri="{FF2B5EF4-FFF2-40B4-BE49-F238E27FC236}">
                          <a16:creationId xmlns:a16="http://schemas.microsoft.com/office/drawing/2014/main" id="{D1528DC8-BAA7-1451-1C61-AD196E081A46}"/>
                        </a:ext>
                      </a:extLst>
                    </p:cNvPr>
                    <p:cNvGrpSpPr/>
                    <p:nvPr/>
                  </p:nvGrpSpPr>
                  <p:grpSpPr>
                    <a:xfrm>
                      <a:off x="5354636" y="4022061"/>
                      <a:ext cx="214313" cy="214313"/>
                      <a:chOff x="5354637" y="3446463"/>
                      <a:chExt cx="214313" cy="214313"/>
                    </a:xfrm>
                  </p:grpSpPr>
                  <p:sp>
                    <p:nvSpPr>
                      <p:cNvPr id="17483" name="Arc 17482">
                        <a:extLst>
                          <a:ext uri="{FF2B5EF4-FFF2-40B4-BE49-F238E27FC236}">
                            <a16:creationId xmlns:a16="http://schemas.microsoft.com/office/drawing/2014/main" id="{6169DCCC-6904-4366-D635-52B01810800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484" name="Arc 17483">
                        <a:extLst>
                          <a:ext uri="{FF2B5EF4-FFF2-40B4-BE49-F238E27FC236}">
                            <a16:creationId xmlns:a16="http://schemas.microsoft.com/office/drawing/2014/main" id="{0A3411A7-40C6-AF8F-8AE3-FA4AA84E622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476" name="Group 17475">
                      <a:extLst>
                        <a:ext uri="{FF2B5EF4-FFF2-40B4-BE49-F238E27FC236}">
                          <a16:creationId xmlns:a16="http://schemas.microsoft.com/office/drawing/2014/main" id="{692C919B-B9C8-1B24-9C1F-01C81D16038A}"/>
                        </a:ext>
                      </a:extLst>
                    </p:cNvPr>
                    <p:cNvGrpSpPr/>
                    <p:nvPr/>
                  </p:nvGrpSpPr>
                  <p:grpSpPr>
                    <a:xfrm rot="14400000">
                      <a:off x="5310186" y="3977611"/>
                      <a:ext cx="303213" cy="303213"/>
                      <a:chOff x="5354637" y="3446463"/>
                      <a:chExt cx="214313" cy="214313"/>
                    </a:xfrm>
                  </p:grpSpPr>
                  <p:sp>
                    <p:nvSpPr>
                      <p:cNvPr id="17481" name="Arc 17480">
                        <a:extLst>
                          <a:ext uri="{FF2B5EF4-FFF2-40B4-BE49-F238E27FC236}">
                            <a16:creationId xmlns:a16="http://schemas.microsoft.com/office/drawing/2014/main" id="{D168F433-825C-DE48-141D-7358B099075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482" name="Arc 17481">
                        <a:extLst>
                          <a:ext uri="{FF2B5EF4-FFF2-40B4-BE49-F238E27FC236}">
                            <a16:creationId xmlns:a16="http://schemas.microsoft.com/office/drawing/2014/main" id="{ED3B661C-6A90-28DA-9A46-DA373312E1A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477" name="Group 17476">
                      <a:extLst>
                        <a:ext uri="{FF2B5EF4-FFF2-40B4-BE49-F238E27FC236}">
                          <a16:creationId xmlns:a16="http://schemas.microsoft.com/office/drawing/2014/main" id="{DDB380B6-6B61-7885-E690-8E4CA4584701}"/>
                        </a:ext>
                      </a:extLst>
                    </p:cNvPr>
                    <p:cNvGrpSpPr/>
                    <p:nvPr/>
                  </p:nvGrpSpPr>
                  <p:grpSpPr>
                    <a:xfrm rot="7200000">
                      <a:off x="5265196" y="3932619"/>
                      <a:ext cx="393192" cy="393192"/>
                      <a:chOff x="5354637" y="3446463"/>
                      <a:chExt cx="214313" cy="214313"/>
                    </a:xfrm>
                  </p:grpSpPr>
                  <p:sp>
                    <p:nvSpPr>
                      <p:cNvPr id="17479" name="Arc 17478">
                        <a:extLst>
                          <a:ext uri="{FF2B5EF4-FFF2-40B4-BE49-F238E27FC236}">
                            <a16:creationId xmlns:a16="http://schemas.microsoft.com/office/drawing/2014/main" id="{ADA5D250-355F-BE9B-58FB-1F14C3B0FBD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480" name="Arc 17479">
                        <a:extLst>
                          <a:ext uri="{FF2B5EF4-FFF2-40B4-BE49-F238E27FC236}">
                            <a16:creationId xmlns:a16="http://schemas.microsoft.com/office/drawing/2014/main" id="{34306F0F-13FD-2DAB-2936-804C625378A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478" name="TextBox 17477">
                      <a:extLst>
                        <a:ext uri="{FF2B5EF4-FFF2-40B4-BE49-F238E27FC236}">
                          <a16:creationId xmlns:a16="http://schemas.microsoft.com/office/drawing/2014/main" id="{0FE88CB4-68D6-B0B6-B617-90BA1ADD4148}"/>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7452" name="Group 17451">
                    <a:extLst>
                      <a:ext uri="{FF2B5EF4-FFF2-40B4-BE49-F238E27FC236}">
                        <a16:creationId xmlns:a16="http://schemas.microsoft.com/office/drawing/2014/main" id="{B0DA0F07-6046-67CA-A1C4-F07C4E15AFCA}"/>
                      </a:ext>
                    </a:extLst>
                  </p:cNvPr>
                  <p:cNvGrpSpPr/>
                  <p:nvPr/>
                </p:nvGrpSpPr>
                <p:grpSpPr>
                  <a:xfrm>
                    <a:off x="6512463" y="3525040"/>
                    <a:ext cx="393192" cy="393192"/>
                    <a:chOff x="6389147" y="3357021"/>
                    <a:chExt cx="393192" cy="393192"/>
                  </a:xfrm>
                </p:grpSpPr>
                <p:grpSp>
                  <p:nvGrpSpPr>
                    <p:cNvPr id="17464" name="Group 17463">
                      <a:extLst>
                        <a:ext uri="{FF2B5EF4-FFF2-40B4-BE49-F238E27FC236}">
                          <a16:creationId xmlns:a16="http://schemas.microsoft.com/office/drawing/2014/main" id="{4C939B8C-62AD-E077-EC48-AB8297175E9B}"/>
                        </a:ext>
                      </a:extLst>
                    </p:cNvPr>
                    <p:cNvGrpSpPr/>
                    <p:nvPr/>
                  </p:nvGrpSpPr>
                  <p:grpSpPr>
                    <a:xfrm rot="7200000" flipH="1">
                      <a:off x="6389147" y="3357021"/>
                      <a:ext cx="393192" cy="393192"/>
                      <a:chOff x="5354637" y="3446463"/>
                      <a:chExt cx="214313" cy="214313"/>
                    </a:xfrm>
                  </p:grpSpPr>
                  <p:sp>
                    <p:nvSpPr>
                      <p:cNvPr id="17473" name="Arc 17472">
                        <a:extLst>
                          <a:ext uri="{FF2B5EF4-FFF2-40B4-BE49-F238E27FC236}">
                            <a16:creationId xmlns:a16="http://schemas.microsoft.com/office/drawing/2014/main" id="{7F1C0B51-1D35-CEA4-94BC-851637CF5A3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474" name="Arc 17473">
                        <a:extLst>
                          <a:ext uri="{FF2B5EF4-FFF2-40B4-BE49-F238E27FC236}">
                            <a16:creationId xmlns:a16="http://schemas.microsoft.com/office/drawing/2014/main" id="{50A44022-06DC-A458-1967-EC54E61DF6B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465" name="Group 17464">
                      <a:extLst>
                        <a:ext uri="{FF2B5EF4-FFF2-40B4-BE49-F238E27FC236}">
                          <a16:creationId xmlns:a16="http://schemas.microsoft.com/office/drawing/2014/main" id="{2C153DEC-7900-5627-81CC-3F9FAF8825FA}"/>
                        </a:ext>
                      </a:extLst>
                    </p:cNvPr>
                    <p:cNvGrpSpPr/>
                    <p:nvPr/>
                  </p:nvGrpSpPr>
                  <p:grpSpPr>
                    <a:xfrm>
                      <a:off x="6434137" y="3402011"/>
                      <a:ext cx="303213" cy="303213"/>
                      <a:chOff x="6434137" y="3402011"/>
                      <a:chExt cx="303213" cy="303213"/>
                    </a:xfrm>
                  </p:grpSpPr>
                  <p:grpSp>
                    <p:nvGrpSpPr>
                      <p:cNvPr id="17466" name="Group 17465">
                        <a:extLst>
                          <a:ext uri="{FF2B5EF4-FFF2-40B4-BE49-F238E27FC236}">
                            <a16:creationId xmlns:a16="http://schemas.microsoft.com/office/drawing/2014/main" id="{72E51218-3FAD-0AA4-CE44-CF0D9A13BFEE}"/>
                          </a:ext>
                        </a:extLst>
                      </p:cNvPr>
                      <p:cNvGrpSpPr/>
                      <p:nvPr/>
                    </p:nvGrpSpPr>
                    <p:grpSpPr>
                      <a:xfrm flipH="1">
                        <a:off x="6478587" y="3446461"/>
                        <a:ext cx="214313" cy="214313"/>
                        <a:chOff x="5354637" y="3446463"/>
                        <a:chExt cx="214313" cy="214313"/>
                      </a:xfrm>
                    </p:grpSpPr>
                    <p:sp>
                      <p:nvSpPr>
                        <p:cNvPr id="17471" name="Arc 17470">
                          <a:extLst>
                            <a:ext uri="{FF2B5EF4-FFF2-40B4-BE49-F238E27FC236}">
                              <a16:creationId xmlns:a16="http://schemas.microsoft.com/office/drawing/2014/main" id="{7F4EAA5E-A915-9C91-D063-B52198B2C9E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472" name="Arc 17471">
                          <a:extLst>
                            <a:ext uri="{FF2B5EF4-FFF2-40B4-BE49-F238E27FC236}">
                              <a16:creationId xmlns:a16="http://schemas.microsoft.com/office/drawing/2014/main" id="{575FE4B5-5E58-2A2C-0D87-7D24D215510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467" name="Group 17466">
                        <a:extLst>
                          <a:ext uri="{FF2B5EF4-FFF2-40B4-BE49-F238E27FC236}">
                            <a16:creationId xmlns:a16="http://schemas.microsoft.com/office/drawing/2014/main" id="{49834665-454D-2F9E-E451-093A07D15010}"/>
                          </a:ext>
                        </a:extLst>
                      </p:cNvPr>
                      <p:cNvGrpSpPr/>
                      <p:nvPr/>
                    </p:nvGrpSpPr>
                    <p:grpSpPr>
                      <a:xfrm rot="14400000" flipH="1">
                        <a:off x="6434137" y="3402011"/>
                        <a:ext cx="303213" cy="303213"/>
                        <a:chOff x="5354637" y="3446463"/>
                        <a:chExt cx="214313" cy="214313"/>
                      </a:xfrm>
                    </p:grpSpPr>
                    <p:sp>
                      <p:nvSpPr>
                        <p:cNvPr id="17469" name="Arc 17468">
                          <a:extLst>
                            <a:ext uri="{FF2B5EF4-FFF2-40B4-BE49-F238E27FC236}">
                              <a16:creationId xmlns:a16="http://schemas.microsoft.com/office/drawing/2014/main" id="{C097D14C-1761-753D-4A27-DB13490AF8D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470" name="Arc 17469">
                          <a:extLst>
                            <a:ext uri="{FF2B5EF4-FFF2-40B4-BE49-F238E27FC236}">
                              <a16:creationId xmlns:a16="http://schemas.microsoft.com/office/drawing/2014/main" id="{7572136C-D27C-B511-713F-8AD98BD5949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468" name="TextBox 17467">
                        <a:extLst>
                          <a:ext uri="{FF2B5EF4-FFF2-40B4-BE49-F238E27FC236}">
                            <a16:creationId xmlns:a16="http://schemas.microsoft.com/office/drawing/2014/main" id="{D50DBE0E-4775-E14F-D76E-5FBD9FDEFCFF}"/>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453" name="Group 17452">
                    <a:extLst>
                      <a:ext uri="{FF2B5EF4-FFF2-40B4-BE49-F238E27FC236}">
                        <a16:creationId xmlns:a16="http://schemas.microsoft.com/office/drawing/2014/main" id="{604B8636-864D-0C8E-6CA7-D35D10A1F4DF}"/>
                      </a:ext>
                    </a:extLst>
                  </p:cNvPr>
                  <p:cNvGrpSpPr/>
                  <p:nvPr/>
                </p:nvGrpSpPr>
                <p:grpSpPr>
                  <a:xfrm>
                    <a:off x="6197413" y="3225768"/>
                    <a:ext cx="393192" cy="393192"/>
                    <a:chOff x="6389147" y="3932622"/>
                    <a:chExt cx="393192" cy="393192"/>
                  </a:xfrm>
                </p:grpSpPr>
                <p:grpSp>
                  <p:nvGrpSpPr>
                    <p:cNvPr id="17454" name="Group 17453">
                      <a:extLst>
                        <a:ext uri="{FF2B5EF4-FFF2-40B4-BE49-F238E27FC236}">
                          <a16:creationId xmlns:a16="http://schemas.microsoft.com/office/drawing/2014/main" id="{2063A54B-3EB7-A6A8-00C7-7FE7ECC4825E}"/>
                        </a:ext>
                      </a:extLst>
                    </p:cNvPr>
                    <p:cNvGrpSpPr/>
                    <p:nvPr/>
                  </p:nvGrpSpPr>
                  <p:grpSpPr>
                    <a:xfrm flipH="1">
                      <a:off x="6478587" y="4022061"/>
                      <a:ext cx="214313" cy="214313"/>
                      <a:chOff x="5354637" y="3446463"/>
                      <a:chExt cx="214313" cy="214313"/>
                    </a:xfrm>
                  </p:grpSpPr>
                  <p:sp>
                    <p:nvSpPr>
                      <p:cNvPr id="17462" name="Arc 17461">
                        <a:extLst>
                          <a:ext uri="{FF2B5EF4-FFF2-40B4-BE49-F238E27FC236}">
                            <a16:creationId xmlns:a16="http://schemas.microsoft.com/office/drawing/2014/main" id="{AA694170-DCBE-0924-EF56-10F2098B1C9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463" name="Arc 17462">
                        <a:extLst>
                          <a:ext uri="{FF2B5EF4-FFF2-40B4-BE49-F238E27FC236}">
                            <a16:creationId xmlns:a16="http://schemas.microsoft.com/office/drawing/2014/main" id="{B2935AFA-ED3B-0649-79A9-37EF21472E1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455" name="Group 17454">
                      <a:extLst>
                        <a:ext uri="{FF2B5EF4-FFF2-40B4-BE49-F238E27FC236}">
                          <a16:creationId xmlns:a16="http://schemas.microsoft.com/office/drawing/2014/main" id="{9081EAB1-3A11-2D2F-8B6A-113C5125FC62}"/>
                        </a:ext>
                      </a:extLst>
                    </p:cNvPr>
                    <p:cNvGrpSpPr/>
                    <p:nvPr/>
                  </p:nvGrpSpPr>
                  <p:grpSpPr>
                    <a:xfrm rot="7200000" flipH="1">
                      <a:off x="6434137" y="3977611"/>
                      <a:ext cx="303213" cy="303213"/>
                      <a:chOff x="5354637" y="3446463"/>
                      <a:chExt cx="214313" cy="214313"/>
                    </a:xfrm>
                  </p:grpSpPr>
                  <p:sp>
                    <p:nvSpPr>
                      <p:cNvPr id="17460" name="Arc 17459">
                        <a:extLst>
                          <a:ext uri="{FF2B5EF4-FFF2-40B4-BE49-F238E27FC236}">
                            <a16:creationId xmlns:a16="http://schemas.microsoft.com/office/drawing/2014/main" id="{945289B5-B827-06AA-E2FD-4BAFC62B51D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461" name="Arc 17460">
                        <a:extLst>
                          <a:ext uri="{FF2B5EF4-FFF2-40B4-BE49-F238E27FC236}">
                            <a16:creationId xmlns:a16="http://schemas.microsoft.com/office/drawing/2014/main" id="{1F6CEF39-21D8-2710-17F7-F62A9E13A66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456" name="Group 17455">
                      <a:extLst>
                        <a:ext uri="{FF2B5EF4-FFF2-40B4-BE49-F238E27FC236}">
                          <a16:creationId xmlns:a16="http://schemas.microsoft.com/office/drawing/2014/main" id="{23EF3332-6621-5B79-B5A2-A85A6FB384C5}"/>
                        </a:ext>
                      </a:extLst>
                    </p:cNvPr>
                    <p:cNvGrpSpPr/>
                    <p:nvPr/>
                  </p:nvGrpSpPr>
                  <p:grpSpPr>
                    <a:xfrm rot="14400000" flipH="1">
                      <a:off x="6389147" y="3932622"/>
                      <a:ext cx="393192" cy="393192"/>
                      <a:chOff x="5354637" y="3446463"/>
                      <a:chExt cx="214313" cy="214313"/>
                    </a:xfrm>
                  </p:grpSpPr>
                  <p:sp>
                    <p:nvSpPr>
                      <p:cNvPr id="17458" name="Arc 17457">
                        <a:extLst>
                          <a:ext uri="{FF2B5EF4-FFF2-40B4-BE49-F238E27FC236}">
                            <a16:creationId xmlns:a16="http://schemas.microsoft.com/office/drawing/2014/main" id="{27F1C005-CC81-2863-DB71-FD0A148E764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459" name="Arc 17458">
                        <a:extLst>
                          <a:ext uri="{FF2B5EF4-FFF2-40B4-BE49-F238E27FC236}">
                            <a16:creationId xmlns:a16="http://schemas.microsoft.com/office/drawing/2014/main" id="{EFCF1CF9-0A38-29E2-4DF9-AD17C3B60CD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457" name="TextBox 17456">
                      <a:extLst>
                        <a:ext uri="{FF2B5EF4-FFF2-40B4-BE49-F238E27FC236}">
                          <a16:creationId xmlns:a16="http://schemas.microsoft.com/office/drawing/2014/main" id="{733AE8D6-9A6D-CBA5-056C-157ABEA94EFE}"/>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403" name="Group 17402">
                  <a:extLst>
                    <a:ext uri="{FF2B5EF4-FFF2-40B4-BE49-F238E27FC236}">
                      <a16:creationId xmlns:a16="http://schemas.microsoft.com/office/drawing/2014/main" id="{EE2CF633-C2E7-49D5-78EE-25BAC16BDD30}"/>
                    </a:ext>
                  </a:extLst>
                </p:cNvPr>
                <p:cNvGrpSpPr/>
                <p:nvPr/>
              </p:nvGrpSpPr>
              <p:grpSpPr>
                <a:xfrm>
                  <a:off x="6069086" y="3246228"/>
                  <a:ext cx="1019224" cy="991639"/>
                  <a:chOff x="5886431" y="3225768"/>
                  <a:chExt cx="1019224" cy="991639"/>
                </a:xfrm>
              </p:grpSpPr>
              <p:grpSp>
                <p:nvGrpSpPr>
                  <p:cNvPr id="17404" name="Group 17403">
                    <a:extLst>
                      <a:ext uri="{FF2B5EF4-FFF2-40B4-BE49-F238E27FC236}">
                        <a16:creationId xmlns:a16="http://schemas.microsoft.com/office/drawing/2014/main" id="{5E2EA6EE-B12E-DD73-788F-A8696A1B9A2B}"/>
                      </a:ext>
                    </a:extLst>
                  </p:cNvPr>
                  <p:cNvGrpSpPr/>
                  <p:nvPr/>
                </p:nvGrpSpPr>
                <p:grpSpPr>
                  <a:xfrm>
                    <a:off x="6197413" y="3824215"/>
                    <a:ext cx="393192" cy="393192"/>
                    <a:chOff x="5265196" y="3357021"/>
                    <a:chExt cx="393192" cy="393192"/>
                  </a:xfrm>
                </p:grpSpPr>
                <p:grpSp>
                  <p:nvGrpSpPr>
                    <p:cNvPr id="17439" name="Group 17438">
                      <a:extLst>
                        <a:ext uri="{FF2B5EF4-FFF2-40B4-BE49-F238E27FC236}">
                          <a16:creationId xmlns:a16="http://schemas.microsoft.com/office/drawing/2014/main" id="{1FEFCAF5-98E9-ECBE-6D22-F4D89BB72FFF}"/>
                        </a:ext>
                      </a:extLst>
                    </p:cNvPr>
                    <p:cNvGrpSpPr/>
                    <p:nvPr/>
                  </p:nvGrpSpPr>
                  <p:grpSpPr>
                    <a:xfrm rot="14400000">
                      <a:off x="5265196" y="3357021"/>
                      <a:ext cx="393192" cy="393192"/>
                      <a:chOff x="5354637" y="3446463"/>
                      <a:chExt cx="214313" cy="214313"/>
                    </a:xfrm>
                  </p:grpSpPr>
                  <p:sp>
                    <p:nvSpPr>
                      <p:cNvPr id="17448" name="Arc 17447">
                        <a:extLst>
                          <a:ext uri="{FF2B5EF4-FFF2-40B4-BE49-F238E27FC236}">
                            <a16:creationId xmlns:a16="http://schemas.microsoft.com/office/drawing/2014/main" id="{AAA66BDC-A244-B388-F140-63F51A9A4EF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449" name="Arc 17448">
                        <a:extLst>
                          <a:ext uri="{FF2B5EF4-FFF2-40B4-BE49-F238E27FC236}">
                            <a16:creationId xmlns:a16="http://schemas.microsoft.com/office/drawing/2014/main" id="{A6E7853E-2C25-6553-B78B-0F72E27FF1B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440" name="Group 17439">
                      <a:extLst>
                        <a:ext uri="{FF2B5EF4-FFF2-40B4-BE49-F238E27FC236}">
                          <a16:creationId xmlns:a16="http://schemas.microsoft.com/office/drawing/2014/main" id="{F9490B97-FB00-B6DD-0F63-9043345F1977}"/>
                        </a:ext>
                      </a:extLst>
                    </p:cNvPr>
                    <p:cNvGrpSpPr/>
                    <p:nvPr/>
                  </p:nvGrpSpPr>
                  <p:grpSpPr>
                    <a:xfrm>
                      <a:off x="5310186" y="3402011"/>
                      <a:ext cx="303213" cy="303213"/>
                      <a:chOff x="5310186" y="3402011"/>
                      <a:chExt cx="303213" cy="303213"/>
                    </a:xfrm>
                  </p:grpSpPr>
                  <p:grpSp>
                    <p:nvGrpSpPr>
                      <p:cNvPr id="17441" name="Group 17440">
                        <a:extLst>
                          <a:ext uri="{FF2B5EF4-FFF2-40B4-BE49-F238E27FC236}">
                            <a16:creationId xmlns:a16="http://schemas.microsoft.com/office/drawing/2014/main" id="{83274A10-556F-B82C-A806-34C02F464548}"/>
                          </a:ext>
                        </a:extLst>
                      </p:cNvPr>
                      <p:cNvGrpSpPr/>
                      <p:nvPr/>
                    </p:nvGrpSpPr>
                    <p:grpSpPr>
                      <a:xfrm>
                        <a:off x="5354636" y="3446461"/>
                        <a:ext cx="214313" cy="214313"/>
                        <a:chOff x="5354637" y="3446463"/>
                        <a:chExt cx="214313" cy="214313"/>
                      </a:xfrm>
                    </p:grpSpPr>
                    <p:sp>
                      <p:nvSpPr>
                        <p:cNvPr id="17446" name="Arc 17445">
                          <a:extLst>
                            <a:ext uri="{FF2B5EF4-FFF2-40B4-BE49-F238E27FC236}">
                              <a16:creationId xmlns:a16="http://schemas.microsoft.com/office/drawing/2014/main" id="{B3C3AC22-3072-660A-2AF9-556406066F6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447" name="Arc 17446">
                          <a:extLst>
                            <a:ext uri="{FF2B5EF4-FFF2-40B4-BE49-F238E27FC236}">
                              <a16:creationId xmlns:a16="http://schemas.microsoft.com/office/drawing/2014/main" id="{D29A1523-2DA3-5DEF-B362-25E051993C7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442" name="Group 17441">
                        <a:extLst>
                          <a:ext uri="{FF2B5EF4-FFF2-40B4-BE49-F238E27FC236}">
                            <a16:creationId xmlns:a16="http://schemas.microsoft.com/office/drawing/2014/main" id="{8DBC1D17-17AB-96EB-2417-AB51FF4D4375}"/>
                          </a:ext>
                        </a:extLst>
                      </p:cNvPr>
                      <p:cNvGrpSpPr/>
                      <p:nvPr/>
                    </p:nvGrpSpPr>
                    <p:grpSpPr>
                      <a:xfrm rot="7200000">
                        <a:off x="5310186" y="3402011"/>
                        <a:ext cx="303213" cy="303213"/>
                        <a:chOff x="5354637" y="3446463"/>
                        <a:chExt cx="214313" cy="214313"/>
                      </a:xfrm>
                    </p:grpSpPr>
                    <p:sp>
                      <p:nvSpPr>
                        <p:cNvPr id="17444" name="Arc 17443">
                          <a:extLst>
                            <a:ext uri="{FF2B5EF4-FFF2-40B4-BE49-F238E27FC236}">
                              <a16:creationId xmlns:a16="http://schemas.microsoft.com/office/drawing/2014/main" id="{6F27A496-89E2-D091-02C3-08F67FF02E4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445" name="Arc 17444">
                          <a:extLst>
                            <a:ext uri="{FF2B5EF4-FFF2-40B4-BE49-F238E27FC236}">
                              <a16:creationId xmlns:a16="http://schemas.microsoft.com/office/drawing/2014/main" id="{75F904A6-1504-CD86-094C-308AF33C3D8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443" name="TextBox 17442">
                        <a:extLst>
                          <a:ext uri="{FF2B5EF4-FFF2-40B4-BE49-F238E27FC236}">
                            <a16:creationId xmlns:a16="http://schemas.microsoft.com/office/drawing/2014/main" id="{326F3686-C654-CDCD-A672-6630A2A9D442}"/>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405" name="Group 17404">
                    <a:extLst>
                      <a:ext uri="{FF2B5EF4-FFF2-40B4-BE49-F238E27FC236}">
                        <a16:creationId xmlns:a16="http://schemas.microsoft.com/office/drawing/2014/main" id="{785C3CB8-8AB8-CA40-E60A-AB96ECB60C3D}"/>
                      </a:ext>
                    </a:extLst>
                  </p:cNvPr>
                  <p:cNvGrpSpPr/>
                  <p:nvPr/>
                </p:nvGrpSpPr>
                <p:grpSpPr>
                  <a:xfrm>
                    <a:off x="5886431" y="3525040"/>
                    <a:ext cx="393192" cy="393192"/>
                    <a:chOff x="5265196" y="3932619"/>
                    <a:chExt cx="393192" cy="393192"/>
                  </a:xfrm>
                </p:grpSpPr>
                <p:grpSp>
                  <p:nvGrpSpPr>
                    <p:cNvPr id="17429" name="Group 17428">
                      <a:extLst>
                        <a:ext uri="{FF2B5EF4-FFF2-40B4-BE49-F238E27FC236}">
                          <a16:creationId xmlns:a16="http://schemas.microsoft.com/office/drawing/2014/main" id="{76F6F005-6C89-053C-9E9E-6AC330D4E243}"/>
                        </a:ext>
                      </a:extLst>
                    </p:cNvPr>
                    <p:cNvGrpSpPr/>
                    <p:nvPr/>
                  </p:nvGrpSpPr>
                  <p:grpSpPr>
                    <a:xfrm>
                      <a:off x="5354636" y="4022061"/>
                      <a:ext cx="214313" cy="214313"/>
                      <a:chOff x="5354637" y="3446463"/>
                      <a:chExt cx="214313" cy="214313"/>
                    </a:xfrm>
                  </p:grpSpPr>
                  <p:sp>
                    <p:nvSpPr>
                      <p:cNvPr id="17437" name="Arc 17436">
                        <a:extLst>
                          <a:ext uri="{FF2B5EF4-FFF2-40B4-BE49-F238E27FC236}">
                            <a16:creationId xmlns:a16="http://schemas.microsoft.com/office/drawing/2014/main" id="{487BB215-409C-B1F1-0DAD-678C75B8657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438" name="Arc 17437">
                        <a:extLst>
                          <a:ext uri="{FF2B5EF4-FFF2-40B4-BE49-F238E27FC236}">
                            <a16:creationId xmlns:a16="http://schemas.microsoft.com/office/drawing/2014/main" id="{50472076-792A-3AE8-029E-329A0E7E77D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430" name="Group 17429">
                      <a:extLst>
                        <a:ext uri="{FF2B5EF4-FFF2-40B4-BE49-F238E27FC236}">
                          <a16:creationId xmlns:a16="http://schemas.microsoft.com/office/drawing/2014/main" id="{C18CC662-6619-0560-16F8-7E0EBAE07016}"/>
                        </a:ext>
                      </a:extLst>
                    </p:cNvPr>
                    <p:cNvGrpSpPr/>
                    <p:nvPr/>
                  </p:nvGrpSpPr>
                  <p:grpSpPr>
                    <a:xfrm rot="14400000">
                      <a:off x="5310186" y="3977611"/>
                      <a:ext cx="303213" cy="303213"/>
                      <a:chOff x="5354637" y="3446463"/>
                      <a:chExt cx="214313" cy="214313"/>
                    </a:xfrm>
                  </p:grpSpPr>
                  <p:sp>
                    <p:nvSpPr>
                      <p:cNvPr id="17435" name="Arc 17434">
                        <a:extLst>
                          <a:ext uri="{FF2B5EF4-FFF2-40B4-BE49-F238E27FC236}">
                            <a16:creationId xmlns:a16="http://schemas.microsoft.com/office/drawing/2014/main" id="{17DA7807-4828-7E9A-90D4-5FAECA31F75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436" name="Arc 17435">
                        <a:extLst>
                          <a:ext uri="{FF2B5EF4-FFF2-40B4-BE49-F238E27FC236}">
                            <a16:creationId xmlns:a16="http://schemas.microsoft.com/office/drawing/2014/main" id="{9A23921A-A9AD-D7E1-61EA-29B4567005A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431" name="Group 17430">
                      <a:extLst>
                        <a:ext uri="{FF2B5EF4-FFF2-40B4-BE49-F238E27FC236}">
                          <a16:creationId xmlns:a16="http://schemas.microsoft.com/office/drawing/2014/main" id="{CD6F35AD-5302-6F9D-E732-50CD81B9695D}"/>
                        </a:ext>
                      </a:extLst>
                    </p:cNvPr>
                    <p:cNvGrpSpPr/>
                    <p:nvPr/>
                  </p:nvGrpSpPr>
                  <p:grpSpPr>
                    <a:xfrm rot="7200000">
                      <a:off x="5265196" y="3932619"/>
                      <a:ext cx="393192" cy="393192"/>
                      <a:chOff x="5354637" y="3446463"/>
                      <a:chExt cx="214313" cy="214313"/>
                    </a:xfrm>
                  </p:grpSpPr>
                  <p:sp>
                    <p:nvSpPr>
                      <p:cNvPr id="17433" name="Arc 17432">
                        <a:extLst>
                          <a:ext uri="{FF2B5EF4-FFF2-40B4-BE49-F238E27FC236}">
                            <a16:creationId xmlns:a16="http://schemas.microsoft.com/office/drawing/2014/main" id="{F3286AEB-1124-2540-1E78-685A0942A88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434" name="Arc 17433">
                        <a:extLst>
                          <a:ext uri="{FF2B5EF4-FFF2-40B4-BE49-F238E27FC236}">
                            <a16:creationId xmlns:a16="http://schemas.microsoft.com/office/drawing/2014/main" id="{D8EECA66-BFEB-1A26-83DB-096B37D2B11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432" name="TextBox 17431">
                      <a:extLst>
                        <a:ext uri="{FF2B5EF4-FFF2-40B4-BE49-F238E27FC236}">
                          <a16:creationId xmlns:a16="http://schemas.microsoft.com/office/drawing/2014/main" id="{1DCE4936-175C-9B91-886B-6275963D1880}"/>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7406" name="Group 17405">
                    <a:extLst>
                      <a:ext uri="{FF2B5EF4-FFF2-40B4-BE49-F238E27FC236}">
                        <a16:creationId xmlns:a16="http://schemas.microsoft.com/office/drawing/2014/main" id="{576931EE-A98E-EAEB-8ED6-C137BEB29B81}"/>
                      </a:ext>
                    </a:extLst>
                  </p:cNvPr>
                  <p:cNvGrpSpPr/>
                  <p:nvPr/>
                </p:nvGrpSpPr>
                <p:grpSpPr>
                  <a:xfrm>
                    <a:off x="6512463" y="3525040"/>
                    <a:ext cx="393192" cy="393192"/>
                    <a:chOff x="6389147" y="3357021"/>
                    <a:chExt cx="393192" cy="393192"/>
                  </a:xfrm>
                </p:grpSpPr>
                <p:grpSp>
                  <p:nvGrpSpPr>
                    <p:cNvPr id="17418" name="Group 17417">
                      <a:extLst>
                        <a:ext uri="{FF2B5EF4-FFF2-40B4-BE49-F238E27FC236}">
                          <a16:creationId xmlns:a16="http://schemas.microsoft.com/office/drawing/2014/main" id="{725CBF9B-F997-6508-27E6-24091D4D48F9}"/>
                        </a:ext>
                      </a:extLst>
                    </p:cNvPr>
                    <p:cNvGrpSpPr/>
                    <p:nvPr/>
                  </p:nvGrpSpPr>
                  <p:grpSpPr>
                    <a:xfrm rot="7200000" flipH="1">
                      <a:off x="6389147" y="3357021"/>
                      <a:ext cx="393192" cy="393192"/>
                      <a:chOff x="5354637" y="3446463"/>
                      <a:chExt cx="214313" cy="214313"/>
                    </a:xfrm>
                  </p:grpSpPr>
                  <p:sp>
                    <p:nvSpPr>
                      <p:cNvPr id="17427" name="Arc 17426">
                        <a:extLst>
                          <a:ext uri="{FF2B5EF4-FFF2-40B4-BE49-F238E27FC236}">
                            <a16:creationId xmlns:a16="http://schemas.microsoft.com/office/drawing/2014/main" id="{6E56B247-154D-2F22-76F0-A7F00153A2C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428" name="Arc 17427">
                        <a:extLst>
                          <a:ext uri="{FF2B5EF4-FFF2-40B4-BE49-F238E27FC236}">
                            <a16:creationId xmlns:a16="http://schemas.microsoft.com/office/drawing/2014/main" id="{57DC5732-E030-1D51-F2EB-EB88D637F41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419" name="Group 17418">
                      <a:extLst>
                        <a:ext uri="{FF2B5EF4-FFF2-40B4-BE49-F238E27FC236}">
                          <a16:creationId xmlns:a16="http://schemas.microsoft.com/office/drawing/2014/main" id="{83242D59-8AE7-62F3-8A4A-59FCDDA3FDD7}"/>
                        </a:ext>
                      </a:extLst>
                    </p:cNvPr>
                    <p:cNvGrpSpPr/>
                    <p:nvPr/>
                  </p:nvGrpSpPr>
                  <p:grpSpPr>
                    <a:xfrm>
                      <a:off x="6434137" y="3402011"/>
                      <a:ext cx="303213" cy="303213"/>
                      <a:chOff x="6434137" y="3402011"/>
                      <a:chExt cx="303213" cy="303213"/>
                    </a:xfrm>
                  </p:grpSpPr>
                  <p:grpSp>
                    <p:nvGrpSpPr>
                      <p:cNvPr id="17420" name="Group 17419">
                        <a:extLst>
                          <a:ext uri="{FF2B5EF4-FFF2-40B4-BE49-F238E27FC236}">
                            <a16:creationId xmlns:a16="http://schemas.microsoft.com/office/drawing/2014/main" id="{52FC109E-6E2E-2807-9A93-E439315A3A0C}"/>
                          </a:ext>
                        </a:extLst>
                      </p:cNvPr>
                      <p:cNvGrpSpPr/>
                      <p:nvPr/>
                    </p:nvGrpSpPr>
                    <p:grpSpPr>
                      <a:xfrm flipH="1">
                        <a:off x="6478587" y="3446461"/>
                        <a:ext cx="214313" cy="214313"/>
                        <a:chOff x="5354637" y="3446463"/>
                        <a:chExt cx="214313" cy="214313"/>
                      </a:xfrm>
                    </p:grpSpPr>
                    <p:sp>
                      <p:nvSpPr>
                        <p:cNvPr id="17425" name="Arc 17424">
                          <a:extLst>
                            <a:ext uri="{FF2B5EF4-FFF2-40B4-BE49-F238E27FC236}">
                              <a16:creationId xmlns:a16="http://schemas.microsoft.com/office/drawing/2014/main" id="{C9751C7A-168F-FDA5-B3EA-93E12789818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426" name="Arc 17425">
                          <a:extLst>
                            <a:ext uri="{FF2B5EF4-FFF2-40B4-BE49-F238E27FC236}">
                              <a16:creationId xmlns:a16="http://schemas.microsoft.com/office/drawing/2014/main" id="{7239CF73-78A4-8BBD-90B4-651DE784CFF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421" name="Group 17420">
                        <a:extLst>
                          <a:ext uri="{FF2B5EF4-FFF2-40B4-BE49-F238E27FC236}">
                            <a16:creationId xmlns:a16="http://schemas.microsoft.com/office/drawing/2014/main" id="{0DB0B224-F935-F431-C9E4-7BAE413D3A82}"/>
                          </a:ext>
                        </a:extLst>
                      </p:cNvPr>
                      <p:cNvGrpSpPr/>
                      <p:nvPr/>
                    </p:nvGrpSpPr>
                    <p:grpSpPr>
                      <a:xfrm rot="14400000" flipH="1">
                        <a:off x="6434137" y="3402011"/>
                        <a:ext cx="303213" cy="303213"/>
                        <a:chOff x="5354637" y="3446463"/>
                        <a:chExt cx="214313" cy="214313"/>
                      </a:xfrm>
                    </p:grpSpPr>
                    <p:sp>
                      <p:nvSpPr>
                        <p:cNvPr id="17423" name="Arc 17422">
                          <a:extLst>
                            <a:ext uri="{FF2B5EF4-FFF2-40B4-BE49-F238E27FC236}">
                              <a16:creationId xmlns:a16="http://schemas.microsoft.com/office/drawing/2014/main" id="{8ECDDA4C-5342-2B56-D43C-BE1BC98FD00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424" name="Arc 17423">
                          <a:extLst>
                            <a:ext uri="{FF2B5EF4-FFF2-40B4-BE49-F238E27FC236}">
                              <a16:creationId xmlns:a16="http://schemas.microsoft.com/office/drawing/2014/main" id="{25670046-0DF4-9011-7355-FFA054951B6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422" name="TextBox 17421">
                        <a:extLst>
                          <a:ext uri="{FF2B5EF4-FFF2-40B4-BE49-F238E27FC236}">
                            <a16:creationId xmlns:a16="http://schemas.microsoft.com/office/drawing/2014/main" id="{F3019467-CBFE-9749-20C4-96A5B88E3AD4}"/>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407" name="Group 17406">
                    <a:extLst>
                      <a:ext uri="{FF2B5EF4-FFF2-40B4-BE49-F238E27FC236}">
                        <a16:creationId xmlns:a16="http://schemas.microsoft.com/office/drawing/2014/main" id="{BFD26AB8-67D5-E52F-122F-E44BB34E0C69}"/>
                      </a:ext>
                    </a:extLst>
                  </p:cNvPr>
                  <p:cNvGrpSpPr/>
                  <p:nvPr/>
                </p:nvGrpSpPr>
                <p:grpSpPr>
                  <a:xfrm>
                    <a:off x="6197413" y="3225768"/>
                    <a:ext cx="393192" cy="393192"/>
                    <a:chOff x="6389147" y="3932622"/>
                    <a:chExt cx="393192" cy="393192"/>
                  </a:xfrm>
                </p:grpSpPr>
                <p:grpSp>
                  <p:nvGrpSpPr>
                    <p:cNvPr id="17408" name="Group 17407">
                      <a:extLst>
                        <a:ext uri="{FF2B5EF4-FFF2-40B4-BE49-F238E27FC236}">
                          <a16:creationId xmlns:a16="http://schemas.microsoft.com/office/drawing/2014/main" id="{D95E25A6-5969-B1B7-E5E6-C1A48CB6042F}"/>
                        </a:ext>
                      </a:extLst>
                    </p:cNvPr>
                    <p:cNvGrpSpPr/>
                    <p:nvPr/>
                  </p:nvGrpSpPr>
                  <p:grpSpPr>
                    <a:xfrm flipH="1">
                      <a:off x="6478587" y="4022061"/>
                      <a:ext cx="214313" cy="214313"/>
                      <a:chOff x="5354637" y="3446463"/>
                      <a:chExt cx="214313" cy="214313"/>
                    </a:xfrm>
                  </p:grpSpPr>
                  <p:sp>
                    <p:nvSpPr>
                      <p:cNvPr id="17416" name="Arc 17415">
                        <a:extLst>
                          <a:ext uri="{FF2B5EF4-FFF2-40B4-BE49-F238E27FC236}">
                            <a16:creationId xmlns:a16="http://schemas.microsoft.com/office/drawing/2014/main" id="{9841738B-CDE3-1B4B-A174-44E8D54ABB2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417" name="Arc 17416">
                        <a:extLst>
                          <a:ext uri="{FF2B5EF4-FFF2-40B4-BE49-F238E27FC236}">
                            <a16:creationId xmlns:a16="http://schemas.microsoft.com/office/drawing/2014/main" id="{4AAAA0DF-7259-81EA-91EE-33ADF25333E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409" name="Group 17408">
                      <a:extLst>
                        <a:ext uri="{FF2B5EF4-FFF2-40B4-BE49-F238E27FC236}">
                          <a16:creationId xmlns:a16="http://schemas.microsoft.com/office/drawing/2014/main" id="{CEBE3971-8BC3-5C99-729C-CFDC95836B94}"/>
                        </a:ext>
                      </a:extLst>
                    </p:cNvPr>
                    <p:cNvGrpSpPr/>
                    <p:nvPr/>
                  </p:nvGrpSpPr>
                  <p:grpSpPr>
                    <a:xfrm rot="7200000" flipH="1">
                      <a:off x="6434137" y="3977611"/>
                      <a:ext cx="303213" cy="303213"/>
                      <a:chOff x="5354637" y="3446463"/>
                      <a:chExt cx="214313" cy="214313"/>
                    </a:xfrm>
                  </p:grpSpPr>
                  <p:sp>
                    <p:nvSpPr>
                      <p:cNvPr id="17414" name="Arc 17413">
                        <a:extLst>
                          <a:ext uri="{FF2B5EF4-FFF2-40B4-BE49-F238E27FC236}">
                            <a16:creationId xmlns:a16="http://schemas.microsoft.com/office/drawing/2014/main" id="{61192077-9BDE-BAB2-5E57-09F47E5FCA1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415" name="Arc 17414">
                        <a:extLst>
                          <a:ext uri="{FF2B5EF4-FFF2-40B4-BE49-F238E27FC236}">
                            <a16:creationId xmlns:a16="http://schemas.microsoft.com/office/drawing/2014/main" id="{24EEEC81-0FDD-B892-0F13-9AD8DDA74A0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410" name="Group 17409">
                      <a:extLst>
                        <a:ext uri="{FF2B5EF4-FFF2-40B4-BE49-F238E27FC236}">
                          <a16:creationId xmlns:a16="http://schemas.microsoft.com/office/drawing/2014/main" id="{961E4801-3DC1-53BC-44FC-99677FCB67FC}"/>
                        </a:ext>
                      </a:extLst>
                    </p:cNvPr>
                    <p:cNvGrpSpPr/>
                    <p:nvPr/>
                  </p:nvGrpSpPr>
                  <p:grpSpPr>
                    <a:xfrm rot="14400000" flipH="1">
                      <a:off x="6389147" y="3932622"/>
                      <a:ext cx="393192" cy="393192"/>
                      <a:chOff x="5354637" y="3446463"/>
                      <a:chExt cx="214313" cy="214313"/>
                    </a:xfrm>
                  </p:grpSpPr>
                  <p:sp>
                    <p:nvSpPr>
                      <p:cNvPr id="17412" name="Arc 17411">
                        <a:extLst>
                          <a:ext uri="{FF2B5EF4-FFF2-40B4-BE49-F238E27FC236}">
                            <a16:creationId xmlns:a16="http://schemas.microsoft.com/office/drawing/2014/main" id="{A9C51ED0-CE2A-937A-679C-1560C3BE3DC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413" name="Arc 17412">
                        <a:extLst>
                          <a:ext uri="{FF2B5EF4-FFF2-40B4-BE49-F238E27FC236}">
                            <a16:creationId xmlns:a16="http://schemas.microsoft.com/office/drawing/2014/main" id="{A06FEF36-E565-F063-CA55-8D280EF1C84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411" name="TextBox 17410">
                      <a:extLst>
                        <a:ext uri="{FF2B5EF4-FFF2-40B4-BE49-F238E27FC236}">
                          <a16:creationId xmlns:a16="http://schemas.microsoft.com/office/drawing/2014/main" id="{DEEC484E-88B8-8E2C-D8EC-5C0B3B2944DA}"/>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5299" name="Group 15298">
              <a:extLst>
                <a:ext uri="{FF2B5EF4-FFF2-40B4-BE49-F238E27FC236}">
                  <a16:creationId xmlns:a16="http://schemas.microsoft.com/office/drawing/2014/main" id="{47D52F2F-1FB4-A4D4-101E-080524518A03}"/>
                </a:ext>
              </a:extLst>
            </p:cNvPr>
            <p:cNvGrpSpPr/>
            <p:nvPr/>
          </p:nvGrpSpPr>
          <p:grpSpPr>
            <a:xfrm>
              <a:off x="2369740" y="-674415"/>
              <a:ext cx="2263438" cy="2198360"/>
              <a:chOff x="5445106" y="2039507"/>
              <a:chExt cx="2263438" cy="2198360"/>
            </a:xfrm>
          </p:grpSpPr>
          <p:grpSp>
            <p:nvGrpSpPr>
              <p:cNvPr id="17210" name="Group 17209">
                <a:extLst>
                  <a:ext uri="{FF2B5EF4-FFF2-40B4-BE49-F238E27FC236}">
                    <a16:creationId xmlns:a16="http://schemas.microsoft.com/office/drawing/2014/main" id="{E069CDFE-910B-99E1-0837-88E4062373C9}"/>
                  </a:ext>
                </a:extLst>
              </p:cNvPr>
              <p:cNvGrpSpPr/>
              <p:nvPr/>
            </p:nvGrpSpPr>
            <p:grpSpPr>
              <a:xfrm>
                <a:off x="5445106" y="2644743"/>
                <a:ext cx="1643204" cy="1593124"/>
                <a:chOff x="5445106" y="2644743"/>
                <a:chExt cx="1643204" cy="1593124"/>
              </a:xfrm>
            </p:grpSpPr>
            <p:grpSp>
              <p:nvGrpSpPr>
                <p:cNvPr id="17306" name="Group 17305">
                  <a:extLst>
                    <a:ext uri="{FF2B5EF4-FFF2-40B4-BE49-F238E27FC236}">
                      <a16:creationId xmlns:a16="http://schemas.microsoft.com/office/drawing/2014/main" id="{9CAEF8AA-E6A5-BF6C-E8A7-28D6EB821D8F}"/>
                    </a:ext>
                  </a:extLst>
                </p:cNvPr>
                <p:cNvGrpSpPr/>
                <p:nvPr/>
              </p:nvGrpSpPr>
              <p:grpSpPr>
                <a:xfrm>
                  <a:off x="5445106" y="2644743"/>
                  <a:ext cx="1019224" cy="991639"/>
                  <a:chOff x="5886431" y="3225768"/>
                  <a:chExt cx="1019224" cy="991639"/>
                </a:xfrm>
              </p:grpSpPr>
              <p:grpSp>
                <p:nvGrpSpPr>
                  <p:cNvPr id="17354" name="Group 17353">
                    <a:extLst>
                      <a:ext uri="{FF2B5EF4-FFF2-40B4-BE49-F238E27FC236}">
                        <a16:creationId xmlns:a16="http://schemas.microsoft.com/office/drawing/2014/main" id="{220C71F3-669F-6059-A5A6-658E1D014DC7}"/>
                      </a:ext>
                    </a:extLst>
                  </p:cNvPr>
                  <p:cNvGrpSpPr/>
                  <p:nvPr/>
                </p:nvGrpSpPr>
                <p:grpSpPr>
                  <a:xfrm>
                    <a:off x="6197413" y="3824215"/>
                    <a:ext cx="393192" cy="393192"/>
                    <a:chOff x="5265196" y="3357021"/>
                    <a:chExt cx="393192" cy="393192"/>
                  </a:xfrm>
                </p:grpSpPr>
                <p:grpSp>
                  <p:nvGrpSpPr>
                    <p:cNvPr id="17389" name="Group 17388">
                      <a:extLst>
                        <a:ext uri="{FF2B5EF4-FFF2-40B4-BE49-F238E27FC236}">
                          <a16:creationId xmlns:a16="http://schemas.microsoft.com/office/drawing/2014/main" id="{BAA19CF2-20EC-0842-A99F-7638DAFFFFA9}"/>
                        </a:ext>
                      </a:extLst>
                    </p:cNvPr>
                    <p:cNvGrpSpPr/>
                    <p:nvPr/>
                  </p:nvGrpSpPr>
                  <p:grpSpPr>
                    <a:xfrm rot="14400000">
                      <a:off x="5265196" y="3357021"/>
                      <a:ext cx="393192" cy="393192"/>
                      <a:chOff x="5354637" y="3446463"/>
                      <a:chExt cx="214313" cy="214313"/>
                    </a:xfrm>
                  </p:grpSpPr>
                  <p:sp>
                    <p:nvSpPr>
                      <p:cNvPr id="17398" name="Arc 17397">
                        <a:extLst>
                          <a:ext uri="{FF2B5EF4-FFF2-40B4-BE49-F238E27FC236}">
                            <a16:creationId xmlns:a16="http://schemas.microsoft.com/office/drawing/2014/main" id="{86EA6306-CA9F-9D9E-29A4-720384B8B7B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399" name="Arc 17398">
                        <a:extLst>
                          <a:ext uri="{FF2B5EF4-FFF2-40B4-BE49-F238E27FC236}">
                            <a16:creationId xmlns:a16="http://schemas.microsoft.com/office/drawing/2014/main" id="{7CD47D74-BF75-8A5C-8C7A-F3F7A8D768E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390" name="Group 17389">
                      <a:extLst>
                        <a:ext uri="{FF2B5EF4-FFF2-40B4-BE49-F238E27FC236}">
                          <a16:creationId xmlns:a16="http://schemas.microsoft.com/office/drawing/2014/main" id="{32595FA6-20F0-6A80-A1FE-EC56A8CA8644}"/>
                        </a:ext>
                      </a:extLst>
                    </p:cNvPr>
                    <p:cNvGrpSpPr/>
                    <p:nvPr/>
                  </p:nvGrpSpPr>
                  <p:grpSpPr>
                    <a:xfrm>
                      <a:off x="5310186" y="3402011"/>
                      <a:ext cx="303213" cy="303213"/>
                      <a:chOff x="5310186" y="3402011"/>
                      <a:chExt cx="303213" cy="303213"/>
                    </a:xfrm>
                  </p:grpSpPr>
                  <p:grpSp>
                    <p:nvGrpSpPr>
                      <p:cNvPr id="17391" name="Group 17390">
                        <a:extLst>
                          <a:ext uri="{FF2B5EF4-FFF2-40B4-BE49-F238E27FC236}">
                            <a16:creationId xmlns:a16="http://schemas.microsoft.com/office/drawing/2014/main" id="{189B929F-64D9-D7FE-7B10-D6353D6698FA}"/>
                          </a:ext>
                        </a:extLst>
                      </p:cNvPr>
                      <p:cNvGrpSpPr/>
                      <p:nvPr/>
                    </p:nvGrpSpPr>
                    <p:grpSpPr>
                      <a:xfrm>
                        <a:off x="5354636" y="3446461"/>
                        <a:ext cx="214313" cy="214313"/>
                        <a:chOff x="5354637" y="3446463"/>
                        <a:chExt cx="214313" cy="214313"/>
                      </a:xfrm>
                    </p:grpSpPr>
                    <p:sp>
                      <p:nvSpPr>
                        <p:cNvPr id="17396" name="Arc 17395">
                          <a:extLst>
                            <a:ext uri="{FF2B5EF4-FFF2-40B4-BE49-F238E27FC236}">
                              <a16:creationId xmlns:a16="http://schemas.microsoft.com/office/drawing/2014/main" id="{F682C9AE-EA08-1C68-73C8-806C66B5AC8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397" name="Arc 17396">
                          <a:extLst>
                            <a:ext uri="{FF2B5EF4-FFF2-40B4-BE49-F238E27FC236}">
                              <a16:creationId xmlns:a16="http://schemas.microsoft.com/office/drawing/2014/main" id="{D6E5FC50-C72B-44A3-1A4D-DD294B8D504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392" name="Group 17391">
                        <a:extLst>
                          <a:ext uri="{FF2B5EF4-FFF2-40B4-BE49-F238E27FC236}">
                            <a16:creationId xmlns:a16="http://schemas.microsoft.com/office/drawing/2014/main" id="{A8B91806-6B3D-1620-810C-9250DA3B3629}"/>
                          </a:ext>
                        </a:extLst>
                      </p:cNvPr>
                      <p:cNvGrpSpPr/>
                      <p:nvPr/>
                    </p:nvGrpSpPr>
                    <p:grpSpPr>
                      <a:xfrm rot="7200000">
                        <a:off x="5310186" y="3402011"/>
                        <a:ext cx="303213" cy="303213"/>
                        <a:chOff x="5354637" y="3446463"/>
                        <a:chExt cx="214313" cy="214313"/>
                      </a:xfrm>
                    </p:grpSpPr>
                    <p:sp>
                      <p:nvSpPr>
                        <p:cNvPr id="17394" name="Arc 17393">
                          <a:extLst>
                            <a:ext uri="{FF2B5EF4-FFF2-40B4-BE49-F238E27FC236}">
                              <a16:creationId xmlns:a16="http://schemas.microsoft.com/office/drawing/2014/main" id="{92C59464-1FBE-AAB0-D4DF-7977D54A213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395" name="Arc 17394">
                          <a:extLst>
                            <a:ext uri="{FF2B5EF4-FFF2-40B4-BE49-F238E27FC236}">
                              <a16:creationId xmlns:a16="http://schemas.microsoft.com/office/drawing/2014/main" id="{06437446-C739-7731-317A-38B7C5210BD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393" name="TextBox 17392">
                        <a:extLst>
                          <a:ext uri="{FF2B5EF4-FFF2-40B4-BE49-F238E27FC236}">
                            <a16:creationId xmlns:a16="http://schemas.microsoft.com/office/drawing/2014/main" id="{1A7F90C2-3C18-7BA2-ACB5-AB9932480035}"/>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355" name="Group 17354">
                    <a:extLst>
                      <a:ext uri="{FF2B5EF4-FFF2-40B4-BE49-F238E27FC236}">
                        <a16:creationId xmlns:a16="http://schemas.microsoft.com/office/drawing/2014/main" id="{49929432-D0BB-8817-AE5C-2BFF1C049670}"/>
                      </a:ext>
                    </a:extLst>
                  </p:cNvPr>
                  <p:cNvGrpSpPr/>
                  <p:nvPr/>
                </p:nvGrpSpPr>
                <p:grpSpPr>
                  <a:xfrm>
                    <a:off x="5886431" y="3525040"/>
                    <a:ext cx="393192" cy="393192"/>
                    <a:chOff x="5265196" y="3932619"/>
                    <a:chExt cx="393192" cy="393192"/>
                  </a:xfrm>
                </p:grpSpPr>
                <p:grpSp>
                  <p:nvGrpSpPr>
                    <p:cNvPr id="17379" name="Group 17378">
                      <a:extLst>
                        <a:ext uri="{FF2B5EF4-FFF2-40B4-BE49-F238E27FC236}">
                          <a16:creationId xmlns:a16="http://schemas.microsoft.com/office/drawing/2014/main" id="{36F2935B-D28C-550A-00EF-06730DCF8CDA}"/>
                        </a:ext>
                      </a:extLst>
                    </p:cNvPr>
                    <p:cNvGrpSpPr/>
                    <p:nvPr/>
                  </p:nvGrpSpPr>
                  <p:grpSpPr>
                    <a:xfrm>
                      <a:off x="5354636" y="4022061"/>
                      <a:ext cx="214313" cy="214313"/>
                      <a:chOff x="5354637" y="3446463"/>
                      <a:chExt cx="214313" cy="214313"/>
                    </a:xfrm>
                  </p:grpSpPr>
                  <p:sp>
                    <p:nvSpPr>
                      <p:cNvPr id="17387" name="Arc 17386">
                        <a:extLst>
                          <a:ext uri="{FF2B5EF4-FFF2-40B4-BE49-F238E27FC236}">
                            <a16:creationId xmlns:a16="http://schemas.microsoft.com/office/drawing/2014/main" id="{CF2D6168-D7ED-5ECF-E385-73EB9D215E2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388" name="Arc 17387">
                        <a:extLst>
                          <a:ext uri="{FF2B5EF4-FFF2-40B4-BE49-F238E27FC236}">
                            <a16:creationId xmlns:a16="http://schemas.microsoft.com/office/drawing/2014/main" id="{C62757BC-A2D5-E93F-34FF-B4CEB46EE24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380" name="Group 17379">
                      <a:extLst>
                        <a:ext uri="{FF2B5EF4-FFF2-40B4-BE49-F238E27FC236}">
                          <a16:creationId xmlns:a16="http://schemas.microsoft.com/office/drawing/2014/main" id="{9E4249CB-C73C-3DB1-FB2F-4CE56D585221}"/>
                        </a:ext>
                      </a:extLst>
                    </p:cNvPr>
                    <p:cNvGrpSpPr/>
                    <p:nvPr/>
                  </p:nvGrpSpPr>
                  <p:grpSpPr>
                    <a:xfrm rot="14400000">
                      <a:off x="5310186" y="3977611"/>
                      <a:ext cx="303213" cy="303213"/>
                      <a:chOff x="5354637" y="3446463"/>
                      <a:chExt cx="214313" cy="214313"/>
                    </a:xfrm>
                  </p:grpSpPr>
                  <p:sp>
                    <p:nvSpPr>
                      <p:cNvPr id="17385" name="Arc 17384">
                        <a:extLst>
                          <a:ext uri="{FF2B5EF4-FFF2-40B4-BE49-F238E27FC236}">
                            <a16:creationId xmlns:a16="http://schemas.microsoft.com/office/drawing/2014/main" id="{81B27506-E262-18BA-54A9-CA5C178B728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386" name="Arc 17385">
                        <a:extLst>
                          <a:ext uri="{FF2B5EF4-FFF2-40B4-BE49-F238E27FC236}">
                            <a16:creationId xmlns:a16="http://schemas.microsoft.com/office/drawing/2014/main" id="{010FBB72-F2A0-AD20-5542-094C2E3A18F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381" name="Group 17380">
                      <a:extLst>
                        <a:ext uri="{FF2B5EF4-FFF2-40B4-BE49-F238E27FC236}">
                          <a16:creationId xmlns:a16="http://schemas.microsoft.com/office/drawing/2014/main" id="{E3662315-2D96-DCB6-A0F8-98A566123937}"/>
                        </a:ext>
                      </a:extLst>
                    </p:cNvPr>
                    <p:cNvGrpSpPr/>
                    <p:nvPr/>
                  </p:nvGrpSpPr>
                  <p:grpSpPr>
                    <a:xfrm rot="7200000">
                      <a:off x="5265196" y="3932619"/>
                      <a:ext cx="393192" cy="393192"/>
                      <a:chOff x="5354637" y="3446463"/>
                      <a:chExt cx="214313" cy="214313"/>
                    </a:xfrm>
                  </p:grpSpPr>
                  <p:sp>
                    <p:nvSpPr>
                      <p:cNvPr id="17383" name="Arc 17382">
                        <a:extLst>
                          <a:ext uri="{FF2B5EF4-FFF2-40B4-BE49-F238E27FC236}">
                            <a16:creationId xmlns:a16="http://schemas.microsoft.com/office/drawing/2014/main" id="{AFBCC78C-18DF-A0A6-7B05-D2EDB9CCEBD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384" name="Arc 17383">
                        <a:extLst>
                          <a:ext uri="{FF2B5EF4-FFF2-40B4-BE49-F238E27FC236}">
                            <a16:creationId xmlns:a16="http://schemas.microsoft.com/office/drawing/2014/main" id="{2B65BAC5-AD3D-898F-5529-CFE43E8FF0C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382" name="TextBox 17381">
                      <a:extLst>
                        <a:ext uri="{FF2B5EF4-FFF2-40B4-BE49-F238E27FC236}">
                          <a16:creationId xmlns:a16="http://schemas.microsoft.com/office/drawing/2014/main" id="{704C86A5-F907-7926-26C4-77F237435E9F}"/>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7356" name="Group 17355">
                    <a:extLst>
                      <a:ext uri="{FF2B5EF4-FFF2-40B4-BE49-F238E27FC236}">
                        <a16:creationId xmlns:a16="http://schemas.microsoft.com/office/drawing/2014/main" id="{7A1A93B6-D39B-83E4-E762-88C5EF284F56}"/>
                      </a:ext>
                    </a:extLst>
                  </p:cNvPr>
                  <p:cNvGrpSpPr/>
                  <p:nvPr/>
                </p:nvGrpSpPr>
                <p:grpSpPr>
                  <a:xfrm>
                    <a:off x="6512463" y="3525040"/>
                    <a:ext cx="393192" cy="393192"/>
                    <a:chOff x="6389147" y="3357021"/>
                    <a:chExt cx="393192" cy="393192"/>
                  </a:xfrm>
                </p:grpSpPr>
                <p:grpSp>
                  <p:nvGrpSpPr>
                    <p:cNvPr id="17368" name="Group 17367">
                      <a:extLst>
                        <a:ext uri="{FF2B5EF4-FFF2-40B4-BE49-F238E27FC236}">
                          <a16:creationId xmlns:a16="http://schemas.microsoft.com/office/drawing/2014/main" id="{2060CB54-0096-F0D6-D125-1110AD1D6A85}"/>
                        </a:ext>
                      </a:extLst>
                    </p:cNvPr>
                    <p:cNvGrpSpPr/>
                    <p:nvPr/>
                  </p:nvGrpSpPr>
                  <p:grpSpPr>
                    <a:xfrm rot="7200000" flipH="1">
                      <a:off x="6389147" y="3357021"/>
                      <a:ext cx="393192" cy="393192"/>
                      <a:chOff x="5354637" y="3446463"/>
                      <a:chExt cx="214313" cy="214313"/>
                    </a:xfrm>
                  </p:grpSpPr>
                  <p:sp>
                    <p:nvSpPr>
                      <p:cNvPr id="17377" name="Arc 17376">
                        <a:extLst>
                          <a:ext uri="{FF2B5EF4-FFF2-40B4-BE49-F238E27FC236}">
                            <a16:creationId xmlns:a16="http://schemas.microsoft.com/office/drawing/2014/main" id="{09A4CEBC-2B3E-B760-CD93-C6E480C7602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378" name="Arc 17377">
                        <a:extLst>
                          <a:ext uri="{FF2B5EF4-FFF2-40B4-BE49-F238E27FC236}">
                            <a16:creationId xmlns:a16="http://schemas.microsoft.com/office/drawing/2014/main" id="{C6738273-9632-C9C6-805A-A488B6E201F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369" name="Group 17368">
                      <a:extLst>
                        <a:ext uri="{FF2B5EF4-FFF2-40B4-BE49-F238E27FC236}">
                          <a16:creationId xmlns:a16="http://schemas.microsoft.com/office/drawing/2014/main" id="{C95484CD-CD21-BF10-44C2-0458DC534AC6}"/>
                        </a:ext>
                      </a:extLst>
                    </p:cNvPr>
                    <p:cNvGrpSpPr/>
                    <p:nvPr/>
                  </p:nvGrpSpPr>
                  <p:grpSpPr>
                    <a:xfrm>
                      <a:off x="6434137" y="3402011"/>
                      <a:ext cx="303213" cy="303213"/>
                      <a:chOff x="6434137" y="3402011"/>
                      <a:chExt cx="303213" cy="303213"/>
                    </a:xfrm>
                  </p:grpSpPr>
                  <p:grpSp>
                    <p:nvGrpSpPr>
                      <p:cNvPr id="17370" name="Group 17369">
                        <a:extLst>
                          <a:ext uri="{FF2B5EF4-FFF2-40B4-BE49-F238E27FC236}">
                            <a16:creationId xmlns:a16="http://schemas.microsoft.com/office/drawing/2014/main" id="{35535096-5175-E74D-F265-BACBA34B9BE9}"/>
                          </a:ext>
                        </a:extLst>
                      </p:cNvPr>
                      <p:cNvGrpSpPr/>
                      <p:nvPr/>
                    </p:nvGrpSpPr>
                    <p:grpSpPr>
                      <a:xfrm flipH="1">
                        <a:off x="6478587" y="3446461"/>
                        <a:ext cx="214313" cy="214313"/>
                        <a:chOff x="5354637" y="3446463"/>
                        <a:chExt cx="214313" cy="214313"/>
                      </a:xfrm>
                    </p:grpSpPr>
                    <p:sp>
                      <p:nvSpPr>
                        <p:cNvPr id="17375" name="Arc 17374">
                          <a:extLst>
                            <a:ext uri="{FF2B5EF4-FFF2-40B4-BE49-F238E27FC236}">
                              <a16:creationId xmlns:a16="http://schemas.microsoft.com/office/drawing/2014/main" id="{5DB50C9A-909A-162E-12F8-C2EE6E4ACCD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376" name="Arc 17375">
                          <a:extLst>
                            <a:ext uri="{FF2B5EF4-FFF2-40B4-BE49-F238E27FC236}">
                              <a16:creationId xmlns:a16="http://schemas.microsoft.com/office/drawing/2014/main" id="{4BC3A937-5A77-CE31-62C1-7E4880B1439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371" name="Group 17370">
                        <a:extLst>
                          <a:ext uri="{FF2B5EF4-FFF2-40B4-BE49-F238E27FC236}">
                            <a16:creationId xmlns:a16="http://schemas.microsoft.com/office/drawing/2014/main" id="{1DC64AA2-00F2-5985-F479-7835EE6E431C}"/>
                          </a:ext>
                        </a:extLst>
                      </p:cNvPr>
                      <p:cNvGrpSpPr/>
                      <p:nvPr/>
                    </p:nvGrpSpPr>
                    <p:grpSpPr>
                      <a:xfrm rot="14400000" flipH="1">
                        <a:off x="6434137" y="3402011"/>
                        <a:ext cx="303213" cy="303213"/>
                        <a:chOff x="5354637" y="3446463"/>
                        <a:chExt cx="214313" cy="214313"/>
                      </a:xfrm>
                    </p:grpSpPr>
                    <p:sp>
                      <p:nvSpPr>
                        <p:cNvPr id="17373" name="Arc 17372">
                          <a:extLst>
                            <a:ext uri="{FF2B5EF4-FFF2-40B4-BE49-F238E27FC236}">
                              <a16:creationId xmlns:a16="http://schemas.microsoft.com/office/drawing/2014/main" id="{AA95F36E-D4A9-AD85-E7DB-B93DA7E7468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374" name="Arc 17373">
                          <a:extLst>
                            <a:ext uri="{FF2B5EF4-FFF2-40B4-BE49-F238E27FC236}">
                              <a16:creationId xmlns:a16="http://schemas.microsoft.com/office/drawing/2014/main" id="{122F8E24-70FA-5533-A133-053560F978C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372" name="TextBox 17371">
                        <a:extLst>
                          <a:ext uri="{FF2B5EF4-FFF2-40B4-BE49-F238E27FC236}">
                            <a16:creationId xmlns:a16="http://schemas.microsoft.com/office/drawing/2014/main" id="{6B593034-4518-1F81-1D1C-0EC354E2975B}"/>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357" name="Group 17356">
                    <a:extLst>
                      <a:ext uri="{FF2B5EF4-FFF2-40B4-BE49-F238E27FC236}">
                        <a16:creationId xmlns:a16="http://schemas.microsoft.com/office/drawing/2014/main" id="{EA3C7F49-ABC6-5AFB-E28A-106C5C7ACB51}"/>
                      </a:ext>
                    </a:extLst>
                  </p:cNvPr>
                  <p:cNvGrpSpPr/>
                  <p:nvPr/>
                </p:nvGrpSpPr>
                <p:grpSpPr>
                  <a:xfrm>
                    <a:off x="6197413" y="3225768"/>
                    <a:ext cx="393192" cy="393192"/>
                    <a:chOff x="6389147" y="3932622"/>
                    <a:chExt cx="393192" cy="393192"/>
                  </a:xfrm>
                </p:grpSpPr>
                <p:grpSp>
                  <p:nvGrpSpPr>
                    <p:cNvPr id="17358" name="Group 17357">
                      <a:extLst>
                        <a:ext uri="{FF2B5EF4-FFF2-40B4-BE49-F238E27FC236}">
                          <a16:creationId xmlns:a16="http://schemas.microsoft.com/office/drawing/2014/main" id="{A448A2B7-8DE2-DC26-A7C1-E3BB0643BEEA}"/>
                        </a:ext>
                      </a:extLst>
                    </p:cNvPr>
                    <p:cNvGrpSpPr/>
                    <p:nvPr/>
                  </p:nvGrpSpPr>
                  <p:grpSpPr>
                    <a:xfrm flipH="1">
                      <a:off x="6478587" y="4022061"/>
                      <a:ext cx="214313" cy="214313"/>
                      <a:chOff x="5354637" y="3446463"/>
                      <a:chExt cx="214313" cy="214313"/>
                    </a:xfrm>
                  </p:grpSpPr>
                  <p:sp>
                    <p:nvSpPr>
                      <p:cNvPr id="17366" name="Arc 17365">
                        <a:extLst>
                          <a:ext uri="{FF2B5EF4-FFF2-40B4-BE49-F238E27FC236}">
                            <a16:creationId xmlns:a16="http://schemas.microsoft.com/office/drawing/2014/main" id="{78AAF5F0-C698-9C2D-420F-12982860BA5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367" name="Arc 17366">
                        <a:extLst>
                          <a:ext uri="{FF2B5EF4-FFF2-40B4-BE49-F238E27FC236}">
                            <a16:creationId xmlns:a16="http://schemas.microsoft.com/office/drawing/2014/main" id="{E17FB332-5374-9FE3-161C-BB5D1A2663B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359" name="Group 17358">
                      <a:extLst>
                        <a:ext uri="{FF2B5EF4-FFF2-40B4-BE49-F238E27FC236}">
                          <a16:creationId xmlns:a16="http://schemas.microsoft.com/office/drawing/2014/main" id="{B22E832F-1500-7B8E-9585-9CD208A9171C}"/>
                        </a:ext>
                      </a:extLst>
                    </p:cNvPr>
                    <p:cNvGrpSpPr/>
                    <p:nvPr/>
                  </p:nvGrpSpPr>
                  <p:grpSpPr>
                    <a:xfrm rot="7200000" flipH="1">
                      <a:off x="6434137" y="3977611"/>
                      <a:ext cx="303213" cy="303213"/>
                      <a:chOff x="5354637" y="3446463"/>
                      <a:chExt cx="214313" cy="214313"/>
                    </a:xfrm>
                  </p:grpSpPr>
                  <p:sp>
                    <p:nvSpPr>
                      <p:cNvPr id="17364" name="Arc 17363">
                        <a:extLst>
                          <a:ext uri="{FF2B5EF4-FFF2-40B4-BE49-F238E27FC236}">
                            <a16:creationId xmlns:a16="http://schemas.microsoft.com/office/drawing/2014/main" id="{DDAE28AA-941E-4C5C-F51F-0E2AF8F66C7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365" name="Arc 17364">
                        <a:extLst>
                          <a:ext uri="{FF2B5EF4-FFF2-40B4-BE49-F238E27FC236}">
                            <a16:creationId xmlns:a16="http://schemas.microsoft.com/office/drawing/2014/main" id="{67BD3C80-2DCF-8C2B-A779-910FDBD702B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360" name="Group 17359">
                      <a:extLst>
                        <a:ext uri="{FF2B5EF4-FFF2-40B4-BE49-F238E27FC236}">
                          <a16:creationId xmlns:a16="http://schemas.microsoft.com/office/drawing/2014/main" id="{B768C779-100A-012E-FB35-31E120FB6E58}"/>
                        </a:ext>
                      </a:extLst>
                    </p:cNvPr>
                    <p:cNvGrpSpPr/>
                    <p:nvPr/>
                  </p:nvGrpSpPr>
                  <p:grpSpPr>
                    <a:xfrm rot="14400000" flipH="1">
                      <a:off x="6389147" y="3932622"/>
                      <a:ext cx="393192" cy="393192"/>
                      <a:chOff x="5354637" y="3446463"/>
                      <a:chExt cx="214313" cy="214313"/>
                    </a:xfrm>
                  </p:grpSpPr>
                  <p:sp>
                    <p:nvSpPr>
                      <p:cNvPr id="17362" name="Arc 17361">
                        <a:extLst>
                          <a:ext uri="{FF2B5EF4-FFF2-40B4-BE49-F238E27FC236}">
                            <a16:creationId xmlns:a16="http://schemas.microsoft.com/office/drawing/2014/main" id="{07B4B8D8-F12B-9500-DF8B-F4C22409961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363" name="Arc 17362">
                        <a:extLst>
                          <a:ext uri="{FF2B5EF4-FFF2-40B4-BE49-F238E27FC236}">
                            <a16:creationId xmlns:a16="http://schemas.microsoft.com/office/drawing/2014/main" id="{47C9390A-212A-8428-C966-B3B6D611922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361" name="TextBox 17360">
                      <a:extLst>
                        <a:ext uri="{FF2B5EF4-FFF2-40B4-BE49-F238E27FC236}">
                          <a16:creationId xmlns:a16="http://schemas.microsoft.com/office/drawing/2014/main" id="{D0F2B745-637B-9938-84F9-4EA25F440A8E}"/>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307" name="Group 17306">
                  <a:extLst>
                    <a:ext uri="{FF2B5EF4-FFF2-40B4-BE49-F238E27FC236}">
                      <a16:creationId xmlns:a16="http://schemas.microsoft.com/office/drawing/2014/main" id="{6D5645AE-C0D2-D992-9E5E-2DB6D26BA45B}"/>
                    </a:ext>
                  </a:extLst>
                </p:cNvPr>
                <p:cNvGrpSpPr/>
                <p:nvPr/>
              </p:nvGrpSpPr>
              <p:grpSpPr>
                <a:xfrm>
                  <a:off x="6069086" y="3246228"/>
                  <a:ext cx="1019224" cy="991639"/>
                  <a:chOff x="5886431" y="3225768"/>
                  <a:chExt cx="1019224" cy="991639"/>
                </a:xfrm>
              </p:grpSpPr>
              <p:grpSp>
                <p:nvGrpSpPr>
                  <p:cNvPr id="17308" name="Group 17307">
                    <a:extLst>
                      <a:ext uri="{FF2B5EF4-FFF2-40B4-BE49-F238E27FC236}">
                        <a16:creationId xmlns:a16="http://schemas.microsoft.com/office/drawing/2014/main" id="{0EBDCAB9-CDE9-935E-D142-43FDD5C617A5}"/>
                      </a:ext>
                    </a:extLst>
                  </p:cNvPr>
                  <p:cNvGrpSpPr/>
                  <p:nvPr/>
                </p:nvGrpSpPr>
                <p:grpSpPr>
                  <a:xfrm>
                    <a:off x="6197413" y="3824215"/>
                    <a:ext cx="393192" cy="393192"/>
                    <a:chOff x="5265196" y="3357021"/>
                    <a:chExt cx="393192" cy="393192"/>
                  </a:xfrm>
                </p:grpSpPr>
                <p:grpSp>
                  <p:nvGrpSpPr>
                    <p:cNvPr id="17343" name="Group 17342">
                      <a:extLst>
                        <a:ext uri="{FF2B5EF4-FFF2-40B4-BE49-F238E27FC236}">
                          <a16:creationId xmlns:a16="http://schemas.microsoft.com/office/drawing/2014/main" id="{E640D0EE-0D61-E94B-0647-AA94035AA2DB}"/>
                        </a:ext>
                      </a:extLst>
                    </p:cNvPr>
                    <p:cNvGrpSpPr/>
                    <p:nvPr/>
                  </p:nvGrpSpPr>
                  <p:grpSpPr>
                    <a:xfrm rot="14400000">
                      <a:off x="5265196" y="3357021"/>
                      <a:ext cx="393192" cy="393192"/>
                      <a:chOff x="5354637" y="3446463"/>
                      <a:chExt cx="214313" cy="214313"/>
                    </a:xfrm>
                  </p:grpSpPr>
                  <p:sp>
                    <p:nvSpPr>
                      <p:cNvPr id="17352" name="Arc 17351">
                        <a:extLst>
                          <a:ext uri="{FF2B5EF4-FFF2-40B4-BE49-F238E27FC236}">
                            <a16:creationId xmlns:a16="http://schemas.microsoft.com/office/drawing/2014/main" id="{0E45DE01-DDA2-0B7F-66EB-5CE216DEA6C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353" name="Arc 17352">
                        <a:extLst>
                          <a:ext uri="{FF2B5EF4-FFF2-40B4-BE49-F238E27FC236}">
                            <a16:creationId xmlns:a16="http://schemas.microsoft.com/office/drawing/2014/main" id="{8934058E-B220-C70C-F5A1-2426610AF4F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344" name="Group 17343">
                      <a:extLst>
                        <a:ext uri="{FF2B5EF4-FFF2-40B4-BE49-F238E27FC236}">
                          <a16:creationId xmlns:a16="http://schemas.microsoft.com/office/drawing/2014/main" id="{48666CB8-0EA8-9A45-E520-D09366C6C330}"/>
                        </a:ext>
                      </a:extLst>
                    </p:cNvPr>
                    <p:cNvGrpSpPr/>
                    <p:nvPr/>
                  </p:nvGrpSpPr>
                  <p:grpSpPr>
                    <a:xfrm>
                      <a:off x="5310186" y="3402011"/>
                      <a:ext cx="303213" cy="303213"/>
                      <a:chOff x="5310186" y="3402011"/>
                      <a:chExt cx="303213" cy="303213"/>
                    </a:xfrm>
                  </p:grpSpPr>
                  <p:grpSp>
                    <p:nvGrpSpPr>
                      <p:cNvPr id="17345" name="Group 17344">
                        <a:extLst>
                          <a:ext uri="{FF2B5EF4-FFF2-40B4-BE49-F238E27FC236}">
                            <a16:creationId xmlns:a16="http://schemas.microsoft.com/office/drawing/2014/main" id="{EA98DC6C-A788-3D5F-84DC-3DFF8EE2F686}"/>
                          </a:ext>
                        </a:extLst>
                      </p:cNvPr>
                      <p:cNvGrpSpPr/>
                      <p:nvPr/>
                    </p:nvGrpSpPr>
                    <p:grpSpPr>
                      <a:xfrm>
                        <a:off x="5354636" y="3446461"/>
                        <a:ext cx="214313" cy="214313"/>
                        <a:chOff x="5354637" y="3446463"/>
                        <a:chExt cx="214313" cy="214313"/>
                      </a:xfrm>
                    </p:grpSpPr>
                    <p:sp>
                      <p:nvSpPr>
                        <p:cNvPr id="17350" name="Arc 17349">
                          <a:extLst>
                            <a:ext uri="{FF2B5EF4-FFF2-40B4-BE49-F238E27FC236}">
                              <a16:creationId xmlns:a16="http://schemas.microsoft.com/office/drawing/2014/main" id="{FD75835E-D984-5DAC-4A06-2DF8B2B01FC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351" name="Arc 17350">
                          <a:extLst>
                            <a:ext uri="{FF2B5EF4-FFF2-40B4-BE49-F238E27FC236}">
                              <a16:creationId xmlns:a16="http://schemas.microsoft.com/office/drawing/2014/main" id="{403AEEF9-501A-F858-0330-F201F27D3FC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346" name="Group 17345">
                        <a:extLst>
                          <a:ext uri="{FF2B5EF4-FFF2-40B4-BE49-F238E27FC236}">
                            <a16:creationId xmlns:a16="http://schemas.microsoft.com/office/drawing/2014/main" id="{23AA190B-76F5-EB48-B56D-D8C83B38B644}"/>
                          </a:ext>
                        </a:extLst>
                      </p:cNvPr>
                      <p:cNvGrpSpPr/>
                      <p:nvPr/>
                    </p:nvGrpSpPr>
                    <p:grpSpPr>
                      <a:xfrm rot="7200000">
                        <a:off x="5310186" y="3402011"/>
                        <a:ext cx="303213" cy="303213"/>
                        <a:chOff x="5354637" y="3446463"/>
                        <a:chExt cx="214313" cy="214313"/>
                      </a:xfrm>
                    </p:grpSpPr>
                    <p:sp>
                      <p:nvSpPr>
                        <p:cNvPr id="17348" name="Arc 17347">
                          <a:extLst>
                            <a:ext uri="{FF2B5EF4-FFF2-40B4-BE49-F238E27FC236}">
                              <a16:creationId xmlns:a16="http://schemas.microsoft.com/office/drawing/2014/main" id="{D70AFBD7-BC6D-AD4E-9419-770924BD924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349" name="Arc 17348">
                          <a:extLst>
                            <a:ext uri="{FF2B5EF4-FFF2-40B4-BE49-F238E27FC236}">
                              <a16:creationId xmlns:a16="http://schemas.microsoft.com/office/drawing/2014/main" id="{485B4629-717E-6812-EA6C-5E588AA3C9D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347" name="TextBox 17346">
                        <a:extLst>
                          <a:ext uri="{FF2B5EF4-FFF2-40B4-BE49-F238E27FC236}">
                            <a16:creationId xmlns:a16="http://schemas.microsoft.com/office/drawing/2014/main" id="{DB9BBAFB-001D-EED7-F9B0-04F17D540A3C}"/>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309" name="Group 17308">
                    <a:extLst>
                      <a:ext uri="{FF2B5EF4-FFF2-40B4-BE49-F238E27FC236}">
                        <a16:creationId xmlns:a16="http://schemas.microsoft.com/office/drawing/2014/main" id="{12A92CAC-5E56-AD49-8724-7E178561D756}"/>
                      </a:ext>
                    </a:extLst>
                  </p:cNvPr>
                  <p:cNvGrpSpPr/>
                  <p:nvPr/>
                </p:nvGrpSpPr>
                <p:grpSpPr>
                  <a:xfrm>
                    <a:off x="5886431" y="3525040"/>
                    <a:ext cx="393192" cy="393192"/>
                    <a:chOff x="5265196" y="3932619"/>
                    <a:chExt cx="393192" cy="393192"/>
                  </a:xfrm>
                </p:grpSpPr>
                <p:grpSp>
                  <p:nvGrpSpPr>
                    <p:cNvPr id="17333" name="Group 17332">
                      <a:extLst>
                        <a:ext uri="{FF2B5EF4-FFF2-40B4-BE49-F238E27FC236}">
                          <a16:creationId xmlns:a16="http://schemas.microsoft.com/office/drawing/2014/main" id="{40014009-2B06-5E94-6849-F63EB3DD8121}"/>
                        </a:ext>
                      </a:extLst>
                    </p:cNvPr>
                    <p:cNvGrpSpPr/>
                    <p:nvPr/>
                  </p:nvGrpSpPr>
                  <p:grpSpPr>
                    <a:xfrm>
                      <a:off x="5354636" y="4022061"/>
                      <a:ext cx="214313" cy="214313"/>
                      <a:chOff x="5354637" y="3446463"/>
                      <a:chExt cx="214313" cy="214313"/>
                    </a:xfrm>
                  </p:grpSpPr>
                  <p:sp>
                    <p:nvSpPr>
                      <p:cNvPr id="17341" name="Arc 17340">
                        <a:extLst>
                          <a:ext uri="{FF2B5EF4-FFF2-40B4-BE49-F238E27FC236}">
                            <a16:creationId xmlns:a16="http://schemas.microsoft.com/office/drawing/2014/main" id="{7017D281-53F1-F4CF-5C12-734B498A032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342" name="Arc 17341">
                        <a:extLst>
                          <a:ext uri="{FF2B5EF4-FFF2-40B4-BE49-F238E27FC236}">
                            <a16:creationId xmlns:a16="http://schemas.microsoft.com/office/drawing/2014/main" id="{D21B0905-C27C-6B86-7200-2CB03BFEEF8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334" name="Group 17333">
                      <a:extLst>
                        <a:ext uri="{FF2B5EF4-FFF2-40B4-BE49-F238E27FC236}">
                          <a16:creationId xmlns:a16="http://schemas.microsoft.com/office/drawing/2014/main" id="{E2EF557F-8D76-B2DB-8598-89D1961C607A}"/>
                        </a:ext>
                      </a:extLst>
                    </p:cNvPr>
                    <p:cNvGrpSpPr/>
                    <p:nvPr/>
                  </p:nvGrpSpPr>
                  <p:grpSpPr>
                    <a:xfrm rot="14400000">
                      <a:off x="5310186" y="3977611"/>
                      <a:ext cx="303213" cy="303213"/>
                      <a:chOff x="5354637" y="3446463"/>
                      <a:chExt cx="214313" cy="214313"/>
                    </a:xfrm>
                  </p:grpSpPr>
                  <p:sp>
                    <p:nvSpPr>
                      <p:cNvPr id="17339" name="Arc 17338">
                        <a:extLst>
                          <a:ext uri="{FF2B5EF4-FFF2-40B4-BE49-F238E27FC236}">
                            <a16:creationId xmlns:a16="http://schemas.microsoft.com/office/drawing/2014/main" id="{672E79F4-AA4B-9DDC-A19C-963B5009224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340" name="Arc 17339">
                        <a:extLst>
                          <a:ext uri="{FF2B5EF4-FFF2-40B4-BE49-F238E27FC236}">
                            <a16:creationId xmlns:a16="http://schemas.microsoft.com/office/drawing/2014/main" id="{41D439C9-7533-D55A-A074-311F410D284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335" name="Group 17334">
                      <a:extLst>
                        <a:ext uri="{FF2B5EF4-FFF2-40B4-BE49-F238E27FC236}">
                          <a16:creationId xmlns:a16="http://schemas.microsoft.com/office/drawing/2014/main" id="{17DA2BF7-2EB2-1CA2-E87F-09B458088923}"/>
                        </a:ext>
                      </a:extLst>
                    </p:cNvPr>
                    <p:cNvGrpSpPr/>
                    <p:nvPr/>
                  </p:nvGrpSpPr>
                  <p:grpSpPr>
                    <a:xfrm rot="7200000">
                      <a:off x="5265196" y="3932619"/>
                      <a:ext cx="393192" cy="393192"/>
                      <a:chOff x="5354637" y="3446463"/>
                      <a:chExt cx="214313" cy="214313"/>
                    </a:xfrm>
                  </p:grpSpPr>
                  <p:sp>
                    <p:nvSpPr>
                      <p:cNvPr id="17337" name="Arc 17336">
                        <a:extLst>
                          <a:ext uri="{FF2B5EF4-FFF2-40B4-BE49-F238E27FC236}">
                            <a16:creationId xmlns:a16="http://schemas.microsoft.com/office/drawing/2014/main" id="{177A18EF-A7BE-70FD-5715-37525CD1F01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338" name="Arc 17337">
                        <a:extLst>
                          <a:ext uri="{FF2B5EF4-FFF2-40B4-BE49-F238E27FC236}">
                            <a16:creationId xmlns:a16="http://schemas.microsoft.com/office/drawing/2014/main" id="{0BA8AE53-7AE9-BD9D-7AE4-E4B11CE5E93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336" name="TextBox 17335">
                      <a:extLst>
                        <a:ext uri="{FF2B5EF4-FFF2-40B4-BE49-F238E27FC236}">
                          <a16:creationId xmlns:a16="http://schemas.microsoft.com/office/drawing/2014/main" id="{A2A9F8AB-90FC-3D48-14C5-C769EB164E8E}"/>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7310" name="Group 17309">
                    <a:extLst>
                      <a:ext uri="{FF2B5EF4-FFF2-40B4-BE49-F238E27FC236}">
                        <a16:creationId xmlns:a16="http://schemas.microsoft.com/office/drawing/2014/main" id="{0142F862-B528-F9B1-36A5-81A70C4E8892}"/>
                      </a:ext>
                    </a:extLst>
                  </p:cNvPr>
                  <p:cNvGrpSpPr/>
                  <p:nvPr/>
                </p:nvGrpSpPr>
                <p:grpSpPr>
                  <a:xfrm>
                    <a:off x="6512463" y="3525040"/>
                    <a:ext cx="393192" cy="393192"/>
                    <a:chOff x="6389147" y="3357021"/>
                    <a:chExt cx="393192" cy="393192"/>
                  </a:xfrm>
                </p:grpSpPr>
                <p:grpSp>
                  <p:nvGrpSpPr>
                    <p:cNvPr id="17322" name="Group 17321">
                      <a:extLst>
                        <a:ext uri="{FF2B5EF4-FFF2-40B4-BE49-F238E27FC236}">
                          <a16:creationId xmlns:a16="http://schemas.microsoft.com/office/drawing/2014/main" id="{6810C723-36AE-3290-602E-11EC049B8911}"/>
                        </a:ext>
                      </a:extLst>
                    </p:cNvPr>
                    <p:cNvGrpSpPr/>
                    <p:nvPr/>
                  </p:nvGrpSpPr>
                  <p:grpSpPr>
                    <a:xfrm rot="7200000" flipH="1">
                      <a:off x="6389147" y="3357021"/>
                      <a:ext cx="393192" cy="393192"/>
                      <a:chOff x="5354637" y="3446463"/>
                      <a:chExt cx="214313" cy="214313"/>
                    </a:xfrm>
                  </p:grpSpPr>
                  <p:sp>
                    <p:nvSpPr>
                      <p:cNvPr id="17331" name="Arc 17330">
                        <a:extLst>
                          <a:ext uri="{FF2B5EF4-FFF2-40B4-BE49-F238E27FC236}">
                            <a16:creationId xmlns:a16="http://schemas.microsoft.com/office/drawing/2014/main" id="{E2A50F40-3DD1-C09B-B7E6-F1778AC4CBE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332" name="Arc 17331">
                        <a:extLst>
                          <a:ext uri="{FF2B5EF4-FFF2-40B4-BE49-F238E27FC236}">
                            <a16:creationId xmlns:a16="http://schemas.microsoft.com/office/drawing/2014/main" id="{DAA7A99B-BD09-D71B-551D-D487F9F5E30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323" name="Group 17322">
                      <a:extLst>
                        <a:ext uri="{FF2B5EF4-FFF2-40B4-BE49-F238E27FC236}">
                          <a16:creationId xmlns:a16="http://schemas.microsoft.com/office/drawing/2014/main" id="{282A4026-B9D2-B67C-0C4C-F2618D9484A0}"/>
                        </a:ext>
                      </a:extLst>
                    </p:cNvPr>
                    <p:cNvGrpSpPr/>
                    <p:nvPr/>
                  </p:nvGrpSpPr>
                  <p:grpSpPr>
                    <a:xfrm>
                      <a:off x="6434137" y="3402011"/>
                      <a:ext cx="303213" cy="303213"/>
                      <a:chOff x="6434137" y="3402011"/>
                      <a:chExt cx="303213" cy="303213"/>
                    </a:xfrm>
                  </p:grpSpPr>
                  <p:grpSp>
                    <p:nvGrpSpPr>
                      <p:cNvPr id="17324" name="Group 17323">
                        <a:extLst>
                          <a:ext uri="{FF2B5EF4-FFF2-40B4-BE49-F238E27FC236}">
                            <a16:creationId xmlns:a16="http://schemas.microsoft.com/office/drawing/2014/main" id="{61D19FCC-8D69-107C-EC0E-82DB1DCDA2C8}"/>
                          </a:ext>
                        </a:extLst>
                      </p:cNvPr>
                      <p:cNvGrpSpPr/>
                      <p:nvPr/>
                    </p:nvGrpSpPr>
                    <p:grpSpPr>
                      <a:xfrm flipH="1">
                        <a:off x="6478587" y="3446461"/>
                        <a:ext cx="214313" cy="214313"/>
                        <a:chOff x="5354637" y="3446463"/>
                        <a:chExt cx="214313" cy="214313"/>
                      </a:xfrm>
                    </p:grpSpPr>
                    <p:sp>
                      <p:nvSpPr>
                        <p:cNvPr id="17329" name="Arc 17328">
                          <a:extLst>
                            <a:ext uri="{FF2B5EF4-FFF2-40B4-BE49-F238E27FC236}">
                              <a16:creationId xmlns:a16="http://schemas.microsoft.com/office/drawing/2014/main" id="{FB654232-7AA1-8081-C9D9-0AA6D270412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330" name="Arc 17329">
                          <a:extLst>
                            <a:ext uri="{FF2B5EF4-FFF2-40B4-BE49-F238E27FC236}">
                              <a16:creationId xmlns:a16="http://schemas.microsoft.com/office/drawing/2014/main" id="{7F3D9710-8F8C-ECAE-EDDF-3BEC2BBB357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325" name="Group 17324">
                        <a:extLst>
                          <a:ext uri="{FF2B5EF4-FFF2-40B4-BE49-F238E27FC236}">
                            <a16:creationId xmlns:a16="http://schemas.microsoft.com/office/drawing/2014/main" id="{9C341E9A-4D36-5E3E-0C64-EDECC6DEAEC7}"/>
                          </a:ext>
                        </a:extLst>
                      </p:cNvPr>
                      <p:cNvGrpSpPr/>
                      <p:nvPr/>
                    </p:nvGrpSpPr>
                    <p:grpSpPr>
                      <a:xfrm rot="14400000" flipH="1">
                        <a:off x="6434137" y="3402011"/>
                        <a:ext cx="303213" cy="303213"/>
                        <a:chOff x="5354637" y="3446463"/>
                        <a:chExt cx="214313" cy="214313"/>
                      </a:xfrm>
                    </p:grpSpPr>
                    <p:sp>
                      <p:nvSpPr>
                        <p:cNvPr id="17327" name="Arc 17326">
                          <a:extLst>
                            <a:ext uri="{FF2B5EF4-FFF2-40B4-BE49-F238E27FC236}">
                              <a16:creationId xmlns:a16="http://schemas.microsoft.com/office/drawing/2014/main" id="{81B7BA64-8195-87CE-17EC-909A87674C2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328" name="Arc 17327">
                          <a:extLst>
                            <a:ext uri="{FF2B5EF4-FFF2-40B4-BE49-F238E27FC236}">
                              <a16:creationId xmlns:a16="http://schemas.microsoft.com/office/drawing/2014/main" id="{0FD5FA6C-896F-765F-8FA3-F5FCD724CFD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326" name="TextBox 17325">
                        <a:extLst>
                          <a:ext uri="{FF2B5EF4-FFF2-40B4-BE49-F238E27FC236}">
                            <a16:creationId xmlns:a16="http://schemas.microsoft.com/office/drawing/2014/main" id="{F810A5E8-8492-F67B-6F27-313B06302062}"/>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311" name="Group 17310">
                    <a:extLst>
                      <a:ext uri="{FF2B5EF4-FFF2-40B4-BE49-F238E27FC236}">
                        <a16:creationId xmlns:a16="http://schemas.microsoft.com/office/drawing/2014/main" id="{10FDBAF9-9648-7CBA-30BD-80906F7D3320}"/>
                      </a:ext>
                    </a:extLst>
                  </p:cNvPr>
                  <p:cNvGrpSpPr/>
                  <p:nvPr/>
                </p:nvGrpSpPr>
                <p:grpSpPr>
                  <a:xfrm>
                    <a:off x="6197413" y="3225768"/>
                    <a:ext cx="393192" cy="393192"/>
                    <a:chOff x="6389147" y="3932622"/>
                    <a:chExt cx="393192" cy="393192"/>
                  </a:xfrm>
                </p:grpSpPr>
                <p:grpSp>
                  <p:nvGrpSpPr>
                    <p:cNvPr id="17312" name="Group 17311">
                      <a:extLst>
                        <a:ext uri="{FF2B5EF4-FFF2-40B4-BE49-F238E27FC236}">
                          <a16:creationId xmlns:a16="http://schemas.microsoft.com/office/drawing/2014/main" id="{7FEF9B87-D7C6-F9F1-2238-E3194A687298}"/>
                        </a:ext>
                      </a:extLst>
                    </p:cNvPr>
                    <p:cNvGrpSpPr/>
                    <p:nvPr/>
                  </p:nvGrpSpPr>
                  <p:grpSpPr>
                    <a:xfrm flipH="1">
                      <a:off x="6478587" y="4022061"/>
                      <a:ext cx="214313" cy="214313"/>
                      <a:chOff x="5354637" y="3446463"/>
                      <a:chExt cx="214313" cy="214313"/>
                    </a:xfrm>
                  </p:grpSpPr>
                  <p:sp>
                    <p:nvSpPr>
                      <p:cNvPr id="17320" name="Arc 17319">
                        <a:extLst>
                          <a:ext uri="{FF2B5EF4-FFF2-40B4-BE49-F238E27FC236}">
                            <a16:creationId xmlns:a16="http://schemas.microsoft.com/office/drawing/2014/main" id="{D38649B3-0046-03A0-4E3D-9AF02D3C3D1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321" name="Arc 17320">
                        <a:extLst>
                          <a:ext uri="{FF2B5EF4-FFF2-40B4-BE49-F238E27FC236}">
                            <a16:creationId xmlns:a16="http://schemas.microsoft.com/office/drawing/2014/main" id="{291A0252-D24C-D93D-A8BC-7E2219C2E49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313" name="Group 17312">
                      <a:extLst>
                        <a:ext uri="{FF2B5EF4-FFF2-40B4-BE49-F238E27FC236}">
                          <a16:creationId xmlns:a16="http://schemas.microsoft.com/office/drawing/2014/main" id="{BA952E7E-4ECC-BE16-7A3E-4B21C9355E45}"/>
                        </a:ext>
                      </a:extLst>
                    </p:cNvPr>
                    <p:cNvGrpSpPr/>
                    <p:nvPr/>
                  </p:nvGrpSpPr>
                  <p:grpSpPr>
                    <a:xfrm rot="7200000" flipH="1">
                      <a:off x="6434137" y="3977611"/>
                      <a:ext cx="303213" cy="303213"/>
                      <a:chOff x="5354637" y="3446463"/>
                      <a:chExt cx="214313" cy="214313"/>
                    </a:xfrm>
                  </p:grpSpPr>
                  <p:sp>
                    <p:nvSpPr>
                      <p:cNvPr id="17318" name="Arc 17317">
                        <a:extLst>
                          <a:ext uri="{FF2B5EF4-FFF2-40B4-BE49-F238E27FC236}">
                            <a16:creationId xmlns:a16="http://schemas.microsoft.com/office/drawing/2014/main" id="{A34C336B-A28B-FA92-DFB7-AFC8D3DB220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319" name="Arc 17318">
                        <a:extLst>
                          <a:ext uri="{FF2B5EF4-FFF2-40B4-BE49-F238E27FC236}">
                            <a16:creationId xmlns:a16="http://schemas.microsoft.com/office/drawing/2014/main" id="{16079DDE-1FC1-FEAA-0633-7D1398133C0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314" name="Group 17313">
                      <a:extLst>
                        <a:ext uri="{FF2B5EF4-FFF2-40B4-BE49-F238E27FC236}">
                          <a16:creationId xmlns:a16="http://schemas.microsoft.com/office/drawing/2014/main" id="{8D9914C4-5B9B-CAF4-CCBB-B56560197B77}"/>
                        </a:ext>
                      </a:extLst>
                    </p:cNvPr>
                    <p:cNvGrpSpPr/>
                    <p:nvPr/>
                  </p:nvGrpSpPr>
                  <p:grpSpPr>
                    <a:xfrm rot="14400000" flipH="1">
                      <a:off x="6389147" y="3932622"/>
                      <a:ext cx="393192" cy="393192"/>
                      <a:chOff x="5354637" y="3446463"/>
                      <a:chExt cx="214313" cy="214313"/>
                    </a:xfrm>
                  </p:grpSpPr>
                  <p:sp>
                    <p:nvSpPr>
                      <p:cNvPr id="17316" name="Arc 17315">
                        <a:extLst>
                          <a:ext uri="{FF2B5EF4-FFF2-40B4-BE49-F238E27FC236}">
                            <a16:creationId xmlns:a16="http://schemas.microsoft.com/office/drawing/2014/main" id="{5B551EAC-652E-3B3F-E7CD-D492E84BBD8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317" name="Arc 17316">
                        <a:extLst>
                          <a:ext uri="{FF2B5EF4-FFF2-40B4-BE49-F238E27FC236}">
                            <a16:creationId xmlns:a16="http://schemas.microsoft.com/office/drawing/2014/main" id="{221AD5FD-A210-D3C1-F1A9-F9A4ABEAE09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315" name="TextBox 17314">
                      <a:extLst>
                        <a:ext uri="{FF2B5EF4-FFF2-40B4-BE49-F238E27FC236}">
                          <a16:creationId xmlns:a16="http://schemas.microsoft.com/office/drawing/2014/main" id="{3BD87A80-FD9D-DE50-CD62-DB17D3004751}"/>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7211" name="Group 17210">
                <a:extLst>
                  <a:ext uri="{FF2B5EF4-FFF2-40B4-BE49-F238E27FC236}">
                    <a16:creationId xmlns:a16="http://schemas.microsoft.com/office/drawing/2014/main" id="{036ACE76-9752-CE91-FF5F-5F449FC7BCF6}"/>
                  </a:ext>
                </a:extLst>
              </p:cNvPr>
              <p:cNvGrpSpPr/>
              <p:nvPr/>
            </p:nvGrpSpPr>
            <p:grpSpPr>
              <a:xfrm>
                <a:off x="6065340" y="2039507"/>
                <a:ext cx="1643204" cy="1593124"/>
                <a:chOff x="5445106" y="2644743"/>
                <a:chExt cx="1643204" cy="1593124"/>
              </a:xfrm>
            </p:grpSpPr>
            <p:grpSp>
              <p:nvGrpSpPr>
                <p:cNvPr id="17212" name="Group 17211">
                  <a:extLst>
                    <a:ext uri="{FF2B5EF4-FFF2-40B4-BE49-F238E27FC236}">
                      <a16:creationId xmlns:a16="http://schemas.microsoft.com/office/drawing/2014/main" id="{EF1021B8-FE6C-3C1A-F7D5-D1E20B83FF8E}"/>
                    </a:ext>
                  </a:extLst>
                </p:cNvPr>
                <p:cNvGrpSpPr/>
                <p:nvPr/>
              </p:nvGrpSpPr>
              <p:grpSpPr>
                <a:xfrm>
                  <a:off x="5445106" y="2644743"/>
                  <a:ext cx="1019224" cy="991639"/>
                  <a:chOff x="5886431" y="3225768"/>
                  <a:chExt cx="1019224" cy="991639"/>
                </a:xfrm>
              </p:grpSpPr>
              <p:grpSp>
                <p:nvGrpSpPr>
                  <p:cNvPr id="17260" name="Group 17259">
                    <a:extLst>
                      <a:ext uri="{FF2B5EF4-FFF2-40B4-BE49-F238E27FC236}">
                        <a16:creationId xmlns:a16="http://schemas.microsoft.com/office/drawing/2014/main" id="{5C5E8F67-A77C-5AE7-4A6F-F18F2C8904F8}"/>
                      </a:ext>
                    </a:extLst>
                  </p:cNvPr>
                  <p:cNvGrpSpPr/>
                  <p:nvPr/>
                </p:nvGrpSpPr>
                <p:grpSpPr>
                  <a:xfrm>
                    <a:off x="6197413" y="3824215"/>
                    <a:ext cx="393192" cy="393192"/>
                    <a:chOff x="5265196" y="3357021"/>
                    <a:chExt cx="393192" cy="393192"/>
                  </a:xfrm>
                </p:grpSpPr>
                <p:grpSp>
                  <p:nvGrpSpPr>
                    <p:cNvPr id="17295" name="Group 17294">
                      <a:extLst>
                        <a:ext uri="{FF2B5EF4-FFF2-40B4-BE49-F238E27FC236}">
                          <a16:creationId xmlns:a16="http://schemas.microsoft.com/office/drawing/2014/main" id="{82F90645-1516-B4D6-E673-DC4227A678BA}"/>
                        </a:ext>
                      </a:extLst>
                    </p:cNvPr>
                    <p:cNvGrpSpPr/>
                    <p:nvPr/>
                  </p:nvGrpSpPr>
                  <p:grpSpPr>
                    <a:xfrm rot="14400000">
                      <a:off x="5265196" y="3357021"/>
                      <a:ext cx="393192" cy="393192"/>
                      <a:chOff x="5354637" y="3446463"/>
                      <a:chExt cx="214313" cy="214313"/>
                    </a:xfrm>
                  </p:grpSpPr>
                  <p:sp>
                    <p:nvSpPr>
                      <p:cNvPr id="17304" name="Arc 17303">
                        <a:extLst>
                          <a:ext uri="{FF2B5EF4-FFF2-40B4-BE49-F238E27FC236}">
                            <a16:creationId xmlns:a16="http://schemas.microsoft.com/office/drawing/2014/main" id="{DC68F926-C399-2F31-404A-7394F684C10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305" name="Arc 17304">
                        <a:extLst>
                          <a:ext uri="{FF2B5EF4-FFF2-40B4-BE49-F238E27FC236}">
                            <a16:creationId xmlns:a16="http://schemas.microsoft.com/office/drawing/2014/main" id="{D033021A-968E-2FE2-B31F-8FA25599C98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296" name="Group 17295">
                      <a:extLst>
                        <a:ext uri="{FF2B5EF4-FFF2-40B4-BE49-F238E27FC236}">
                          <a16:creationId xmlns:a16="http://schemas.microsoft.com/office/drawing/2014/main" id="{9379BE55-385E-C37A-B607-10591C39C32D}"/>
                        </a:ext>
                      </a:extLst>
                    </p:cNvPr>
                    <p:cNvGrpSpPr/>
                    <p:nvPr/>
                  </p:nvGrpSpPr>
                  <p:grpSpPr>
                    <a:xfrm>
                      <a:off x="5310186" y="3402011"/>
                      <a:ext cx="303213" cy="303213"/>
                      <a:chOff x="5310186" y="3402011"/>
                      <a:chExt cx="303213" cy="303213"/>
                    </a:xfrm>
                  </p:grpSpPr>
                  <p:grpSp>
                    <p:nvGrpSpPr>
                      <p:cNvPr id="17297" name="Group 17296">
                        <a:extLst>
                          <a:ext uri="{FF2B5EF4-FFF2-40B4-BE49-F238E27FC236}">
                            <a16:creationId xmlns:a16="http://schemas.microsoft.com/office/drawing/2014/main" id="{1F7DC89A-98A2-8EB2-0A6F-E68AAEE4F452}"/>
                          </a:ext>
                        </a:extLst>
                      </p:cNvPr>
                      <p:cNvGrpSpPr/>
                      <p:nvPr/>
                    </p:nvGrpSpPr>
                    <p:grpSpPr>
                      <a:xfrm>
                        <a:off x="5354636" y="3446461"/>
                        <a:ext cx="214313" cy="214313"/>
                        <a:chOff x="5354637" y="3446463"/>
                        <a:chExt cx="214313" cy="214313"/>
                      </a:xfrm>
                    </p:grpSpPr>
                    <p:sp>
                      <p:nvSpPr>
                        <p:cNvPr id="17302" name="Arc 17301">
                          <a:extLst>
                            <a:ext uri="{FF2B5EF4-FFF2-40B4-BE49-F238E27FC236}">
                              <a16:creationId xmlns:a16="http://schemas.microsoft.com/office/drawing/2014/main" id="{22889F8B-542F-2CD0-9BCF-CECEEEFA587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303" name="Arc 17302">
                          <a:extLst>
                            <a:ext uri="{FF2B5EF4-FFF2-40B4-BE49-F238E27FC236}">
                              <a16:creationId xmlns:a16="http://schemas.microsoft.com/office/drawing/2014/main" id="{E1B1AB26-3B8F-03B9-B904-784802B1BAB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298" name="Group 17297">
                        <a:extLst>
                          <a:ext uri="{FF2B5EF4-FFF2-40B4-BE49-F238E27FC236}">
                            <a16:creationId xmlns:a16="http://schemas.microsoft.com/office/drawing/2014/main" id="{94BFC3C1-F93D-53D7-1AF6-20DA43A76D9B}"/>
                          </a:ext>
                        </a:extLst>
                      </p:cNvPr>
                      <p:cNvGrpSpPr/>
                      <p:nvPr/>
                    </p:nvGrpSpPr>
                    <p:grpSpPr>
                      <a:xfrm rot="7200000">
                        <a:off x="5310186" y="3402011"/>
                        <a:ext cx="303213" cy="303213"/>
                        <a:chOff x="5354637" y="3446463"/>
                        <a:chExt cx="214313" cy="214313"/>
                      </a:xfrm>
                    </p:grpSpPr>
                    <p:sp>
                      <p:nvSpPr>
                        <p:cNvPr id="17300" name="Arc 17299">
                          <a:extLst>
                            <a:ext uri="{FF2B5EF4-FFF2-40B4-BE49-F238E27FC236}">
                              <a16:creationId xmlns:a16="http://schemas.microsoft.com/office/drawing/2014/main" id="{D518EB7C-DFF3-53E8-BCC2-C0DA68D60AF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301" name="Arc 17300">
                          <a:extLst>
                            <a:ext uri="{FF2B5EF4-FFF2-40B4-BE49-F238E27FC236}">
                              <a16:creationId xmlns:a16="http://schemas.microsoft.com/office/drawing/2014/main" id="{A34CC376-CF6C-7036-5B3F-40A27A1D851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299" name="TextBox 17298">
                        <a:extLst>
                          <a:ext uri="{FF2B5EF4-FFF2-40B4-BE49-F238E27FC236}">
                            <a16:creationId xmlns:a16="http://schemas.microsoft.com/office/drawing/2014/main" id="{DC88B9A8-DE15-3F37-C9FE-1C956E7AD4E2}"/>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261" name="Group 17260">
                    <a:extLst>
                      <a:ext uri="{FF2B5EF4-FFF2-40B4-BE49-F238E27FC236}">
                        <a16:creationId xmlns:a16="http://schemas.microsoft.com/office/drawing/2014/main" id="{829EB35F-F5AC-0962-E5A2-D528A9CF3ADB}"/>
                      </a:ext>
                    </a:extLst>
                  </p:cNvPr>
                  <p:cNvGrpSpPr/>
                  <p:nvPr/>
                </p:nvGrpSpPr>
                <p:grpSpPr>
                  <a:xfrm>
                    <a:off x="5886431" y="3525040"/>
                    <a:ext cx="393192" cy="393192"/>
                    <a:chOff x="5265196" y="3932619"/>
                    <a:chExt cx="393192" cy="393192"/>
                  </a:xfrm>
                </p:grpSpPr>
                <p:grpSp>
                  <p:nvGrpSpPr>
                    <p:cNvPr id="17285" name="Group 17284">
                      <a:extLst>
                        <a:ext uri="{FF2B5EF4-FFF2-40B4-BE49-F238E27FC236}">
                          <a16:creationId xmlns:a16="http://schemas.microsoft.com/office/drawing/2014/main" id="{DA3632BB-ADCC-8B7A-641C-745632928761}"/>
                        </a:ext>
                      </a:extLst>
                    </p:cNvPr>
                    <p:cNvGrpSpPr/>
                    <p:nvPr/>
                  </p:nvGrpSpPr>
                  <p:grpSpPr>
                    <a:xfrm>
                      <a:off x="5354636" y="4022061"/>
                      <a:ext cx="214313" cy="214313"/>
                      <a:chOff x="5354637" y="3446463"/>
                      <a:chExt cx="214313" cy="214313"/>
                    </a:xfrm>
                  </p:grpSpPr>
                  <p:sp>
                    <p:nvSpPr>
                      <p:cNvPr id="17293" name="Arc 17292">
                        <a:extLst>
                          <a:ext uri="{FF2B5EF4-FFF2-40B4-BE49-F238E27FC236}">
                            <a16:creationId xmlns:a16="http://schemas.microsoft.com/office/drawing/2014/main" id="{143D3329-1277-8B75-34C2-4FC8D8DEEAF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294" name="Arc 17293">
                        <a:extLst>
                          <a:ext uri="{FF2B5EF4-FFF2-40B4-BE49-F238E27FC236}">
                            <a16:creationId xmlns:a16="http://schemas.microsoft.com/office/drawing/2014/main" id="{1FB36D2C-DFE3-4F26-2F44-B0D4A645356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286" name="Group 17285">
                      <a:extLst>
                        <a:ext uri="{FF2B5EF4-FFF2-40B4-BE49-F238E27FC236}">
                          <a16:creationId xmlns:a16="http://schemas.microsoft.com/office/drawing/2014/main" id="{5F46F42A-F805-B9E7-4E06-F6AE92917B46}"/>
                        </a:ext>
                      </a:extLst>
                    </p:cNvPr>
                    <p:cNvGrpSpPr/>
                    <p:nvPr/>
                  </p:nvGrpSpPr>
                  <p:grpSpPr>
                    <a:xfrm rot="14400000">
                      <a:off x="5310186" y="3977611"/>
                      <a:ext cx="303213" cy="303213"/>
                      <a:chOff x="5354637" y="3446463"/>
                      <a:chExt cx="214313" cy="214313"/>
                    </a:xfrm>
                  </p:grpSpPr>
                  <p:sp>
                    <p:nvSpPr>
                      <p:cNvPr id="17291" name="Arc 17290">
                        <a:extLst>
                          <a:ext uri="{FF2B5EF4-FFF2-40B4-BE49-F238E27FC236}">
                            <a16:creationId xmlns:a16="http://schemas.microsoft.com/office/drawing/2014/main" id="{2E033D83-5D3D-E732-8D2A-B040925A19C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292" name="Arc 17291">
                        <a:extLst>
                          <a:ext uri="{FF2B5EF4-FFF2-40B4-BE49-F238E27FC236}">
                            <a16:creationId xmlns:a16="http://schemas.microsoft.com/office/drawing/2014/main" id="{142A6B6A-EE36-2F7F-0E06-847811A952D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287" name="Group 17286">
                      <a:extLst>
                        <a:ext uri="{FF2B5EF4-FFF2-40B4-BE49-F238E27FC236}">
                          <a16:creationId xmlns:a16="http://schemas.microsoft.com/office/drawing/2014/main" id="{22B0B6BA-3F71-46FF-82F7-EB6FCC3630C1}"/>
                        </a:ext>
                      </a:extLst>
                    </p:cNvPr>
                    <p:cNvGrpSpPr/>
                    <p:nvPr/>
                  </p:nvGrpSpPr>
                  <p:grpSpPr>
                    <a:xfrm rot="7200000">
                      <a:off x="5265196" y="3932619"/>
                      <a:ext cx="393192" cy="393192"/>
                      <a:chOff x="5354637" y="3446463"/>
                      <a:chExt cx="214313" cy="214313"/>
                    </a:xfrm>
                  </p:grpSpPr>
                  <p:sp>
                    <p:nvSpPr>
                      <p:cNvPr id="17289" name="Arc 17288">
                        <a:extLst>
                          <a:ext uri="{FF2B5EF4-FFF2-40B4-BE49-F238E27FC236}">
                            <a16:creationId xmlns:a16="http://schemas.microsoft.com/office/drawing/2014/main" id="{96A0A038-AD0A-D2D0-3395-63EFB17FC15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290" name="Arc 17289">
                        <a:extLst>
                          <a:ext uri="{FF2B5EF4-FFF2-40B4-BE49-F238E27FC236}">
                            <a16:creationId xmlns:a16="http://schemas.microsoft.com/office/drawing/2014/main" id="{6B98D55D-2B55-AEFF-2B83-E452C6F51ED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288" name="TextBox 17287">
                      <a:extLst>
                        <a:ext uri="{FF2B5EF4-FFF2-40B4-BE49-F238E27FC236}">
                          <a16:creationId xmlns:a16="http://schemas.microsoft.com/office/drawing/2014/main" id="{9A61CECB-0C4D-1091-6F5F-1D4279276564}"/>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7262" name="Group 17261">
                    <a:extLst>
                      <a:ext uri="{FF2B5EF4-FFF2-40B4-BE49-F238E27FC236}">
                        <a16:creationId xmlns:a16="http://schemas.microsoft.com/office/drawing/2014/main" id="{686AFA0B-746E-EFDF-A9C4-B1D1D0A01487}"/>
                      </a:ext>
                    </a:extLst>
                  </p:cNvPr>
                  <p:cNvGrpSpPr/>
                  <p:nvPr/>
                </p:nvGrpSpPr>
                <p:grpSpPr>
                  <a:xfrm>
                    <a:off x="6512463" y="3525040"/>
                    <a:ext cx="393192" cy="393192"/>
                    <a:chOff x="6389147" y="3357021"/>
                    <a:chExt cx="393192" cy="393192"/>
                  </a:xfrm>
                </p:grpSpPr>
                <p:grpSp>
                  <p:nvGrpSpPr>
                    <p:cNvPr id="17274" name="Group 17273">
                      <a:extLst>
                        <a:ext uri="{FF2B5EF4-FFF2-40B4-BE49-F238E27FC236}">
                          <a16:creationId xmlns:a16="http://schemas.microsoft.com/office/drawing/2014/main" id="{B70C9425-C6C2-143D-C62D-66A49C0FB9FB}"/>
                        </a:ext>
                      </a:extLst>
                    </p:cNvPr>
                    <p:cNvGrpSpPr/>
                    <p:nvPr/>
                  </p:nvGrpSpPr>
                  <p:grpSpPr>
                    <a:xfrm rot="7200000" flipH="1">
                      <a:off x="6389147" y="3357021"/>
                      <a:ext cx="393192" cy="393192"/>
                      <a:chOff x="5354637" y="3446463"/>
                      <a:chExt cx="214313" cy="214313"/>
                    </a:xfrm>
                  </p:grpSpPr>
                  <p:sp>
                    <p:nvSpPr>
                      <p:cNvPr id="17283" name="Arc 17282">
                        <a:extLst>
                          <a:ext uri="{FF2B5EF4-FFF2-40B4-BE49-F238E27FC236}">
                            <a16:creationId xmlns:a16="http://schemas.microsoft.com/office/drawing/2014/main" id="{F6BC0C1C-AFCD-DB8B-9400-6FEC956829B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284" name="Arc 17283">
                        <a:extLst>
                          <a:ext uri="{FF2B5EF4-FFF2-40B4-BE49-F238E27FC236}">
                            <a16:creationId xmlns:a16="http://schemas.microsoft.com/office/drawing/2014/main" id="{544A431B-2358-D019-BEAB-01597A49E8E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275" name="Group 17274">
                      <a:extLst>
                        <a:ext uri="{FF2B5EF4-FFF2-40B4-BE49-F238E27FC236}">
                          <a16:creationId xmlns:a16="http://schemas.microsoft.com/office/drawing/2014/main" id="{3500927D-C2D4-6345-AFE5-A1F7A38D2BBA}"/>
                        </a:ext>
                      </a:extLst>
                    </p:cNvPr>
                    <p:cNvGrpSpPr/>
                    <p:nvPr/>
                  </p:nvGrpSpPr>
                  <p:grpSpPr>
                    <a:xfrm>
                      <a:off x="6434137" y="3402011"/>
                      <a:ext cx="303213" cy="303213"/>
                      <a:chOff x="6434137" y="3402011"/>
                      <a:chExt cx="303213" cy="303213"/>
                    </a:xfrm>
                  </p:grpSpPr>
                  <p:grpSp>
                    <p:nvGrpSpPr>
                      <p:cNvPr id="17276" name="Group 17275">
                        <a:extLst>
                          <a:ext uri="{FF2B5EF4-FFF2-40B4-BE49-F238E27FC236}">
                            <a16:creationId xmlns:a16="http://schemas.microsoft.com/office/drawing/2014/main" id="{2D41C600-4537-CE52-4170-3FA3950E210B}"/>
                          </a:ext>
                        </a:extLst>
                      </p:cNvPr>
                      <p:cNvGrpSpPr/>
                      <p:nvPr/>
                    </p:nvGrpSpPr>
                    <p:grpSpPr>
                      <a:xfrm flipH="1">
                        <a:off x="6478587" y="3446461"/>
                        <a:ext cx="214313" cy="214313"/>
                        <a:chOff x="5354637" y="3446463"/>
                        <a:chExt cx="214313" cy="214313"/>
                      </a:xfrm>
                    </p:grpSpPr>
                    <p:sp>
                      <p:nvSpPr>
                        <p:cNvPr id="17281" name="Arc 17280">
                          <a:extLst>
                            <a:ext uri="{FF2B5EF4-FFF2-40B4-BE49-F238E27FC236}">
                              <a16:creationId xmlns:a16="http://schemas.microsoft.com/office/drawing/2014/main" id="{A0074EAB-4518-2254-B9A3-04033D1736C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282" name="Arc 17281">
                          <a:extLst>
                            <a:ext uri="{FF2B5EF4-FFF2-40B4-BE49-F238E27FC236}">
                              <a16:creationId xmlns:a16="http://schemas.microsoft.com/office/drawing/2014/main" id="{A02FC085-5660-D235-6590-480D317649D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277" name="Group 17276">
                        <a:extLst>
                          <a:ext uri="{FF2B5EF4-FFF2-40B4-BE49-F238E27FC236}">
                            <a16:creationId xmlns:a16="http://schemas.microsoft.com/office/drawing/2014/main" id="{5B1997F8-2322-DAE6-B974-0671B0BB99D2}"/>
                          </a:ext>
                        </a:extLst>
                      </p:cNvPr>
                      <p:cNvGrpSpPr/>
                      <p:nvPr/>
                    </p:nvGrpSpPr>
                    <p:grpSpPr>
                      <a:xfrm rot="14400000" flipH="1">
                        <a:off x="6434137" y="3402011"/>
                        <a:ext cx="303213" cy="303213"/>
                        <a:chOff x="5354637" y="3446463"/>
                        <a:chExt cx="214313" cy="214313"/>
                      </a:xfrm>
                    </p:grpSpPr>
                    <p:sp>
                      <p:nvSpPr>
                        <p:cNvPr id="17279" name="Arc 17278">
                          <a:extLst>
                            <a:ext uri="{FF2B5EF4-FFF2-40B4-BE49-F238E27FC236}">
                              <a16:creationId xmlns:a16="http://schemas.microsoft.com/office/drawing/2014/main" id="{EF8CC312-615A-076D-D45A-8D373EBCF35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280" name="Arc 17279">
                          <a:extLst>
                            <a:ext uri="{FF2B5EF4-FFF2-40B4-BE49-F238E27FC236}">
                              <a16:creationId xmlns:a16="http://schemas.microsoft.com/office/drawing/2014/main" id="{C06A4DEC-DAC8-E182-3190-6DFB74F0A9C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278" name="TextBox 17277">
                        <a:extLst>
                          <a:ext uri="{FF2B5EF4-FFF2-40B4-BE49-F238E27FC236}">
                            <a16:creationId xmlns:a16="http://schemas.microsoft.com/office/drawing/2014/main" id="{4EF3D696-9FC0-168B-C126-4D7AFC18605D}"/>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263" name="Group 17262">
                    <a:extLst>
                      <a:ext uri="{FF2B5EF4-FFF2-40B4-BE49-F238E27FC236}">
                        <a16:creationId xmlns:a16="http://schemas.microsoft.com/office/drawing/2014/main" id="{E68393AC-F34D-58BE-7A0B-F2BB873AD555}"/>
                      </a:ext>
                    </a:extLst>
                  </p:cNvPr>
                  <p:cNvGrpSpPr/>
                  <p:nvPr/>
                </p:nvGrpSpPr>
                <p:grpSpPr>
                  <a:xfrm>
                    <a:off x="6197413" y="3225768"/>
                    <a:ext cx="393192" cy="393192"/>
                    <a:chOff x="6389147" y="3932622"/>
                    <a:chExt cx="393192" cy="393192"/>
                  </a:xfrm>
                </p:grpSpPr>
                <p:grpSp>
                  <p:nvGrpSpPr>
                    <p:cNvPr id="17264" name="Group 17263">
                      <a:extLst>
                        <a:ext uri="{FF2B5EF4-FFF2-40B4-BE49-F238E27FC236}">
                          <a16:creationId xmlns:a16="http://schemas.microsoft.com/office/drawing/2014/main" id="{75DDCDA3-9462-DF45-85AA-F98F52A62FA2}"/>
                        </a:ext>
                      </a:extLst>
                    </p:cNvPr>
                    <p:cNvGrpSpPr/>
                    <p:nvPr/>
                  </p:nvGrpSpPr>
                  <p:grpSpPr>
                    <a:xfrm flipH="1">
                      <a:off x="6478587" y="4022061"/>
                      <a:ext cx="214313" cy="214313"/>
                      <a:chOff x="5354637" y="3446463"/>
                      <a:chExt cx="214313" cy="214313"/>
                    </a:xfrm>
                  </p:grpSpPr>
                  <p:sp>
                    <p:nvSpPr>
                      <p:cNvPr id="17272" name="Arc 17271">
                        <a:extLst>
                          <a:ext uri="{FF2B5EF4-FFF2-40B4-BE49-F238E27FC236}">
                            <a16:creationId xmlns:a16="http://schemas.microsoft.com/office/drawing/2014/main" id="{5BD80608-451B-0C2D-CBBB-0CF11ECE0DA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273" name="Arc 17272">
                        <a:extLst>
                          <a:ext uri="{FF2B5EF4-FFF2-40B4-BE49-F238E27FC236}">
                            <a16:creationId xmlns:a16="http://schemas.microsoft.com/office/drawing/2014/main" id="{28A11549-2A65-A904-BF21-732D96F72AA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265" name="Group 17264">
                      <a:extLst>
                        <a:ext uri="{FF2B5EF4-FFF2-40B4-BE49-F238E27FC236}">
                          <a16:creationId xmlns:a16="http://schemas.microsoft.com/office/drawing/2014/main" id="{F493C543-704D-2F87-F5D8-2D45FAE41528}"/>
                        </a:ext>
                      </a:extLst>
                    </p:cNvPr>
                    <p:cNvGrpSpPr/>
                    <p:nvPr/>
                  </p:nvGrpSpPr>
                  <p:grpSpPr>
                    <a:xfrm rot="7200000" flipH="1">
                      <a:off x="6434137" y="3977611"/>
                      <a:ext cx="303213" cy="303213"/>
                      <a:chOff x="5354637" y="3446463"/>
                      <a:chExt cx="214313" cy="214313"/>
                    </a:xfrm>
                  </p:grpSpPr>
                  <p:sp>
                    <p:nvSpPr>
                      <p:cNvPr id="17270" name="Arc 17269">
                        <a:extLst>
                          <a:ext uri="{FF2B5EF4-FFF2-40B4-BE49-F238E27FC236}">
                            <a16:creationId xmlns:a16="http://schemas.microsoft.com/office/drawing/2014/main" id="{9790B0A6-DFD2-C402-32D5-C64E55280FA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271" name="Arc 17270">
                        <a:extLst>
                          <a:ext uri="{FF2B5EF4-FFF2-40B4-BE49-F238E27FC236}">
                            <a16:creationId xmlns:a16="http://schemas.microsoft.com/office/drawing/2014/main" id="{7D622AEA-35C4-83C1-D97A-2B43266976B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266" name="Group 17265">
                      <a:extLst>
                        <a:ext uri="{FF2B5EF4-FFF2-40B4-BE49-F238E27FC236}">
                          <a16:creationId xmlns:a16="http://schemas.microsoft.com/office/drawing/2014/main" id="{C5364BC3-019B-8CFF-A8E5-86D8B6BFB3AF}"/>
                        </a:ext>
                      </a:extLst>
                    </p:cNvPr>
                    <p:cNvGrpSpPr/>
                    <p:nvPr/>
                  </p:nvGrpSpPr>
                  <p:grpSpPr>
                    <a:xfrm rot="14400000" flipH="1">
                      <a:off x="6389147" y="3932622"/>
                      <a:ext cx="393192" cy="393192"/>
                      <a:chOff x="5354637" y="3446463"/>
                      <a:chExt cx="214313" cy="214313"/>
                    </a:xfrm>
                  </p:grpSpPr>
                  <p:sp>
                    <p:nvSpPr>
                      <p:cNvPr id="17268" name="Arc 17267">
                        <a:extLst>
                          <a:ext uri="{FF2B5EF4-FFF2-40B4-BE49-F238E27FC236}">
                            <a16:creationId xmlns:a16="http://schemas.microsoft.com/office/drawing/2014/main" id="{5D620A22-6CF1-5983-4A0D-68C24208626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269" name="Arc 17268">
                        <a:extLst>
                          <a:ext uri="{FF2B5EF4-FFF2-40B4-BE49-F238E27FC236}">
                            <a16:creationId xmlns:a16="http://schemas.microsoft.com/office/drawing/2014/main" id="{CF0DEBFA-4B93-C554-E26F-54669A1692C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267" name="TextBox 17266">
                      <a:extLst>
                        <a:ext uri="{FF2B5EF4-FFF2-40B4-BE49-F238E27FC236}">
                          <a16:creationId xmlns:a16="http://schemas.microsoft.com/office/drawing/2014/main" id="{2B87DEC5-8686-EEE6-1F20-4A7DA9404D28}"/>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213" name="Group 17212">
                  <a:extLst>
                    <a:ext uri="{FF2B5EF4-FFF2-40B4-BE49-F238E27FC236}">
                      <a16:creationId xmlns:a16="http://schemas.microsoft.com/office/drawing/2014/main" id="{8C23AD4E-F212-3572-158E-FE56DC48AE8B}"/>
                    </a:ext>
                  </a:extLst>
                </p:cNvPr>
                <p:cNvGrpSpPr/>
                <p:nvPr/>
              </p:nvGrpSpPr>
              <p:grpSpPr>
                <a:xfrm>
                  <a:off x="6069086" y="3246228"/>
                  <a:ext cx="1019224" cy="991639"/>
                  <a:chOff x="5886431" y="3225768"/>
                  <a:chExt cx="1019224" cy="991639"/>
                </a:xfrm>
              </p:grpSpPr>
              <p:grpSp>
                <p:nvGrpSpPr>
                  <p:cNvPr id="17214" name="Group 17213">
                    <a:extLst>
                      <a:ext uri="{FF2B5EF4-FFF2-40B4-BE49-F238E27FC236}">
                        <a16:creationId xmlns:a16="http://schemas.microsoft.com/office/drawing/2014/main" id="{2CB75F36-0332-3399-3218-18E544F434E3}"/>
                      </a:ext>
                    </a:extLst>
                  </p:cNvPr>
                  <p:cNvGrpSpPr/>
                  <p:nvPr/>
                </p:nvGrpSpPr>
                <p:grpSpPr>
                  <a:xfrm>
                    <a:off x="6197413" y="3824215"/>
                    <a:ext cx="393192" cy="393192"/>
                    <a:chOff x="5265196" y="3357021"/>
                    <a:chExt cx="393192" cy="393192"/>
                  </a:xfrm>
                </p:grpSpPr>
                <p:grpSp>
                  <p:nvGrpSpPr>
                    <p:cNvPr id="17249" name="Group 17248">
                      <a:extLst>
                        <a:ext uri="{FF2B5EF4-FFF2-40B4-BE49-F238E27FC236}">
                          <a16:creationId xmlns:a16="http://schemas.microsoft.com/office/drawing/2014/main" id="{91973A70-8406-264B-3766-C23093619A05}"/>
                        </a:ext>
                      </a:extLst>
                    </p:cNvPr>
                    <p:cNvGrpSpPr/>
                    <p:nvPr/>
                  </p:nvGrpSpPr>
                  <p:grpSpPr>
                    <a:xfrm rot="14400000">
                      <a:off x="5265196" y="3357021"/>
                      <a:ext cx="393192" cy="393192"/>
                      <a:chOff x="5354637" y="3446463"/>
                      <a:chExt cx="214313" cy="214313"/>
                    </a:xfrm>
                  </p:grpSpPr>
                  <p:sp>
                    <p:nvSpPr>
                      <p:cNvPr id="17258" name="Arc 17257">
                        <a:extLst>
                          <a:ext uri="{FF2B5EF4-FFF2-40B4-BE49-F238E27FC236}">
                            <a16:creationId xmlns:a16="http://schemas.microsoft.com/office/drawing/2014/main" id="{0C98E9B1-0ACD-7EE6-6FB7-81E62A301C8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259" name="Arc 17258">
                        <a:extLst>
                          <a:ext uri="{FF2B5EF4-FFF2-40B4-BE49-F238E27FC236}">
                            <a16:creationId xmlns:a16="http://schemas.microsoft.com/office/drawing/2014/main" id="{0A8A248A-E463-A5DB-4EE3-A1CB544ADD7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250" name="Group 17249">
                      <a:extLst>
                        <a:ext uri="{FF2B5EF4-FFF2-40B4-BE49-F238E27FC236}">
                          <a16:creationId xmlns:a16="http://schemas.microsoft.com/office/drawing/2014/main" id="{089DFF0A-B5FD-EAA3-2095-AC9A8DD214DD}"/>
                        </a:ext>
                      </a:extLst>
                    </p:cNvPr>
                    <p:cNvGrpSpPr/>
                    <p:nvPr/>
                  </p:nvGrpSpPr>
                  <p:grpSpPr>
                    <a:xfrm>
                      <a:off x="5310186" y="3402011"/>
                      <a:ext cx="303213" cy="303213"/>
                      <a:chOff x="5310186" y="3402011"/>
                      <a:chExt cx="303213" cy="303213"/>
                    </a:xfrm>
                  </p:grpSpPr>
                  <p:grpSp>
                    <p:nvGrpSpPr>
                      <p:cNvPr id="17251" name="Group 17250">
                        <a:extLst>
                          <a:ext uri="{FF2B5EF4-FFF2-40B4-BE49-F238E27FC236}">
                            <a16:creationId xmlns:a16="http://schemas.microsoft.com/office/drawing/2014/main" id="{4876AD9D-E374-F116-84FE-9DF9CDF3CE13}"/>
                          </a:ext>
                        </a:extLst>
                      </p:cNvPr>
                      <p:cNvGrpSpPr/>
                      <p:nvPr/>
                    </p:nvGrpSpPr>
                    <p:grpSpPr>
                      <a:xfrm>
                        <a:off x="5354636" y="3446461"/>
                        <a:ext cx="214313" cy="214313"/>
                        <a:chOff x="5354637" y="3446463"/>
                        <a:chExt cx="214313" cy="214313"/>
                      </a:xfrm>
                    </p:grpSpPr>
                    <p:sp>
                      <p:nvSpPr>
                        <p:cNvPr id="17256" name="Arc 17255">
                          <a:extLst>
                            <a:ext uri="{FF2B5EF4-FFF2-40B4-BE49-F238E27FC236}">
                              <a16:creationId xmlns:a16="http://schemas.microsoft.com/office/drawing/2014/main" id="{10F3B609-6FC4-97C7-B150-44BF6675351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257" name="Arc 17256">
                          <a:extLst>
                            <a:ext uri="{FF2B5EF4-FFF2-40B4-BE49-F238E27FC236}">
                              <a16:creationId xmlns:a16="http://schemas.microsoft.com/office/drawing/2014/main" id="{E23F3203-A6DE-AACF-2A0D-0A59692D452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252" name="Group 17251">
                        <a:extLst>
                          <a:ext uri="{FF2B5EF4-FFF2-40B4-BE49-F238E27FC236}">
                            <a16:creationId xmlns:a16="http://schemas.microsoft.com/office/drawing/2014/main" id="{C102CBF3-CC37-1C8B-139C-E1617B7F3E7A}"/>
                          </a:ext>
                        </a:extLst>
                      </p:cNvPr>
                      <p:cNvGrpSpPr/>
                      <p:nvPr/>
                    </p:nvGrpSpPr>
                    <p:grpSpPr>
                      <a:xfrm rot="7200000">
                        <a:off x="5310186" y="3402011"/>
                        <a:ext cx="303213" cy="303213"/>
                        <a:chOff x="5354637" y="3446463"/>
                        <a:chExt cx="214313" cy="214313"/>
                      </a:xfrm>
                    </p:grpSpPr>
                    <p:sp>
                      <p:nvSpPr>
                        <p:cNvPr id="17254" name="Arc 17253">
                          <a:extLst>
                            <a:ext uri="{FF2B5EF4-FFF2-40B4-BE49-F238E27FC236}">
                              <a16:creationId xmlns:a16="http://schemas.microsoft.com/office/drawing/2014/main" id="{A6D32E72-204A-7078-B2CE-DE274F6B4B7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255" name="Arc 17254">
                          <a:extLst>
                            <a:ext uri="{FF2B5EF4-FFF2-40B4-BE49-F238E27FC236}">
                              <a16:creationId xmlns:a16="http://schemas.microsoft.com/office/drawing/2014/main" id="{B1053F8F-5F69-3A1B-C91B-8F3DE2EA97A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253" name="TextBox 17252">
                        <a:extLst>
                          <a:ext uri="{FF2B5EF4-FFF2-40B4-BE49-F238E27FC236}">
                            <a16:creationId xmlns:a16="http://schemas.microsoft.com/office/drawing/2014/main" id="{6DB5E550-FAAB-0152-8F82-0ACD7630C3BF}"/>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215" name="Group 17214">
                    <a:extLst>
                      <a:ext uri="{FF2B5EF4-FFF2-40B4-BE49-F238E27FC236}">
                        <a16:creationId xmlns:a16="http://schemas.microsoft.com/office/drawing/2014/main" id="{F38AD267-8E84-7D6B-3715-2DE6846B72ED}"/>
                      </a:ext>
                    </a:extLst>
                  </p:cNvPr>
                  <p:cNvGrpSpPr/>
                  <p:nvPr/>
                </p:nvGrpSpPr>
                <p:grpSpPr>
                  <a:xfrm>
                    <a:off x="5886431" y="3525040"/>
                    <a:ext cx="393192" cy="393192"/>
                    <a:chOff x="5265196" y="3932619"/>
                    <a:chExt cx="393192" cy="393192"/>
                  </a:xfrm>
                </p:grpSpPr>
                <p:grpSp>
                  <p:nvGrpSpPr>
                    <p:cNvPr id="17239" name="Group 17238">
                      <a:extLst>
                        <a:ext uri="{FF2B5EF4-FFF2-40B4-BE49-F238E27FC236}">
                          <a16:creationId xmlns:a16="http://schemas.microsoft.com/office/drawing/2014/main" id="{BEA05F6C-9A4B-6C98-081F-786E0F7CD0CF}"/>
                        </a:ext>
                      </a:extLst>
                    </p:cNvPr>
                    <p:cNvGrpSpPr/>
                    <p:nvPr/>
                  </p:nvGrpSpPr>
                  <p:grpSpPr>
                    <a:xfrm>
                      <a:off x="5354636" y="4022061"/>
                      <a:ext cx="214313" cy="214313"/>
                      <a:chOff x="5354637" y="3446463"/>
                      <a:chExt cx="214313" cy="214313"/>
                    </a:xfrm>
                  </p:grpSpPr>
                  <p:sp>
                    <p:nvSpPr>
                      <p:cNvPr id="17247" name="Arc 17246">
                        <a:extLst>
                          <a:ext uri="{FF2B5EF4-FFF2-40B4-BE49-F238E27FC236}">
                            <a16:creationId xmlns:a16="http://schemas.microsoft.com/office/drawing/2014/main" id="{1A9CEC1F-ADA4-43CB-7B51-4D7A112AAA0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248" name="Arc 17247">
                        <a:extLst>
                          <a:ext uri="{FF2B5EF4-FFF2-40B4-BE49-F238E27FC236}">
                            <a16:creationId xmlns:a16="http://schemas.microsoft.com/office/drawing/2014/main" id="{37D170A3-4078-98CF-ADDB-F2AE9D48081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240" name="Group 17239">
                      <a:extLst>
                        <a:ext uri="{FF2B5EF4-FFF2-40B4-BE49-F238E27FC236}">
                          <a16:creationId xmlns:a16="http://schemas.microsoft.com/office/drawing/2014/main" id="{8726964D-447C-D73E-218F-0F09F6EEFED2}"/>
                        </a:ext>
                      </a:extLst>
                    </p:cNvPr>
                    <p:cNvGrpSpPr/>
                    <p:nvPr/>
                  </p:nvGrpSpPr>
                  <p:grpSpPr>
                    <a:xfrm rot="14400000">
                      <a:off x="5310186" y="3977611"/>
                      <a:ext cx="303213" cy="303213"/>
                      <a:chOff x="5354637" y="3446463"/>
                      <a:chExt cx="214313" cy="214313"/>
                    </a:xfrm>
                  </p:grpSpPr>
                  <p:sp>
                    <p:nvSpPr>
                      <p:cNvPr id="17245" name="Arc 17244">
                        <a:extLst>
                          <a:ext uri="{FF2B5EF4-FFF2-40B4-BE49-F238E27FC236}">
                            <a16:creationId xmlns:a16="http://schemas.microsoft.com/office/drawing/2014/main" id="{FDAD41B0-D728-4B8E-1422-72339E1AC73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246" name="Arc 17245">
                        <a:extLst>
                          <a:ext uri="{FF2B5EF4-FFF2-40B4-BE49-F238E27FC236}">
                            <a16:creationId xmlns:a16="http://schemas.microsoft.com/office/drawing/2014/main" id="{2C85B5A0-2E94-4226-A2F4-E3F6C1B4AF4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241" name="Group 17240">
                      <a:extLst>
                        <a:ext uri="{FF2B5EF4-FFF2-40B4-BE49-F238E27FC236}">
                          <a16:creationId xmlns:a16="http://schemas.microsoft.com/office/drawing/2014/main" id="{410299FF-2B5F-3EAB-8A75-4B2579A2E81D}"/>
                        </a:ext>
                      </a:extLst>
                    </p:cNvPr>
                    <p:cNvGrpSpPr/>
                    <p:nvPr/>
                  </p:nvGrpSpPr>
                  <p:grpSpPr>
                    <a:xfrm rot="7200000">
                      <a:off x="5265196" y="3932619"/>
                      <a:ext cx="393192" cy="393192"/>
                      <a:chOff x="5354637" y="3446463"/>
                      <a:chExt cx="214313" cy="214313"/>
                    </a:xfrm>
                  </p:grpSpPr>
                  <p:sp>
                    <p:nvSpPr>
                      <p:cNvPr id="17243" name="Arc 17242">
                        <a:extLst>
                          <a:ext uri="{FF2B5EF4-FFF2-40B4-BE49-F238E27FC236}">
                            <a16:creationId xmlns:a16="http://schemas.microsoft.com/office/drawing/2014/main" id="{F19AE6E5-BBD3-EDB3-2FA3-E5E5B1854A3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244" name="Arc 17243">
                        <a:extLst>
                          <a:ext uri="{FF2B5EF4-FFF2-40B4-BE49-F238E27FC236}">
                            <a16:creationId xmlns:a16="http://schemas.microsoft.com/office/drawing/2014/main" id="{5C238773-3996-0C11-C235-8D419B43520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242" name="TextBox 17241">
                      <a:extLst>
                        <a:ext uri="{FF2B5EF4-FFF2-40B4-BE49-F238E27FC236}">
                          <a16:creationId xmlns:a16="http://schemas.microsoft.com/office/drawing/2014/main" id="{E196A09A-74F1-9C1B-370E-C52B6B7BE81B}"/>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7216" name="Group 17215">
                    <a:extLst>
                      <a:ext uri="{FF2B5EF4-FFF2-40B4-BE49-F238E27FC236}">
                        <a16:creationId xmlns:a16="http://schemas.microsoft.com/office/drawing/2014/main" id="{B7673EE2-AB86-3AC2-CEFA-FD73E2EABD58}"/>
                      </a:ext>
                    </a:extLst>
                  </p:cNvPr>
                  <p:cNvGrpSpPr/>
                  <p:nvPr/>
                </p:nvGrpSpPr>
                <p:grpSpPr>
                  <a:xfrm>
                    <a:off x="6512463" y="3525040"/>
                    <a:ext cx="393192" cy="393192"/>
                    <a:chOff x="6389147" y="3357021"/>
                    <a:chExt cx="393192" cy="393192"/>
                  </a:xfrm>
                </p:grpSpPr>
                <p:grpSp>
                  <p:nvGrpSpPr>
                    <p:cNvPr id="17228" name="Group 17227">
                      <a:extLst>
                        <a:ext uri="{FF2B5EF4-FFF2-40B4-BE49-F238E27FC236}">
                          <a16:creationId xmlns:a16="http://schemas.microsoft.com/office/drawing/2014/main" id="{BAE99BE7-D8A0-E084-9C3F-EE4A37EC27BB}"/>
                        </a:ext>
                      </a:extLst>
                    </p:cNvPr>
                    <p:cNvGrpSpPr/>
                    <p:nvPr/>
                  </p:nvGrpSpPr>
                  <p:grpSpPr>
                    <a:xfrm rot="7200000" flipH="1">
                      <a:off x="6389147" y="3357021"/>
                      <a:ext cx="393192" cy="393192"/>
                      <a:chOff x="5354637" y="3446463"/>
                      <a:chExt cx="214313" cy="214313"/>
                    </a:xfrm>
                  </p:grpSpPr>
                  <p:sp>
                    <p:nvSpPr>
                      <p:cNvPr id="17237" name="Arc 17236">
                        <a:extLst>
                          <a:ext uri="{FF2B5EF4-FFF2-40B4-BE49-F238E27FC236}">
                            <a16:creationId xmlns:a16="http://schemas.microsoft.com/office/drawing/2014/main" id="{C22CF6B8-9229-8B27-2614-23EE4D6649D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238" name="Arc 17237">
                        <a:extLst>
                          <a:ext uri="{FF2B5EF4-FFF2-40B4-BE49-F238E27FC236}">
                            <a16:creationId xmlns:a16="http://schemas.microsoft.com/office/drawing/2014/main" id="{8E522EB3-C4A4-2950-C71F-915A6F90DAD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229" name="Group 17228">
                      <a:extLst>
                        <a:ext uri="{FF2B5EF4-FFF2-40B4-BE49-F238E27FC236}">
                          <a16:creationId xmlns:a16="http://schemas.microsoft.com/office/drawing/2014/main" id="{93AF2BAC-5A79-E305-5B73-1F63EB7B9D20}"/>
                        </a:ext>
                      </a:extLst>
                    </p:cNvPr>
                    <p:cNvGrpSpPr/>
                    <p:nvPr/>
                  </p:nvGrpSpPr>
                  <p:grpSpPr>
                    <a:xfrm>
                      <a:off x="6434137" y="3402011"/>
                      <a:ext cx="303213" cy="303213"/>
                      <a:chOff x="6434137" y="3402011"/>
                      <a:chExt cx="303213" cy="303213"/>
                    </a:xfrm>
                  </p:grpSpPr>
                  <p:grpSp>
                    <p:nvGrpSpPr>
                      <p:cNvPr id="17230" name="Group 17229">
                        <a:extLst>
                          <a:ext uri="{FF2B5EF4-FFF2-40B4-BE49-F238E27FC236}">
                            <a16:creationId xmlns:a16="http://schemas.microsoft.com/office/drawing/2014/main" id="{D276AA8A-4DF2-D0FE-D9FC-16588F059BC7}"/>
                          </a:ext>
                        </a:extLst>
                      </p:cNvPr>
                      <p:cNvGrpSpPr/>
                      <p:nvPr/>
                    </p:nvGrpSpPr>
                    <p:grpSpPr>
                      <a:xfrm flipH="1">
                        <a:off x="6478587" y="3446461"/>
                        <a:ext cx="214313" cy="214313"/>
                        <a:chOff x="5354637" y="3446463"/>
                        <a:chExt cx="214313" cy="214313"/>
                      </a:xfrm>
                    </p:grpSpPr>
                    <p:sp>
                      <p:nvSpPr>
                        <p:cNvPr id="17235" name="Arc 17234">
                          <a:extLst>
                            <a:ext uri="{FF2B5EF4-FFF2-40B4-BE49-F238E27FC236}">
                              <a16:creationId xmlns:a16="http://schemas.microsoft.com/office/drawing/2014/main" id="{8D5BBB18-29E3-F6FA-CEF2-20BCC6554D8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236" name="Arc 17235">
                          <a:extLst>
                            <a:ext uri="{FF2B5EF4-FFF2-40B4-BE49-F238E27FC236}">
                              <a16:creationId xmlns:a16="http://schemas.microsoft.com/office/drawing/2014/main" id="{3A305591-A8C2-2BC8-0FAE-30BD1668798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231" name="Group 17230">
                        <a:extLst>
                          <a:ext uri="{FF2B5EF4-FFF2-40B4-BE49-F238E27FC236}">
                            <a16:creationId xmlns:a16="http://schemas.microsoft.com/office/drawing/2014/main" id="{9C438338-86A6-1BD0-FAC1-ED32AE6042FF}"/>
                          </a:ext>
                        </a:extLst>
                      </p:cNvPr>
                      <p:cNvGrpSpPr/>
                      <p:nvPr/>
                    </p:nvGrpSpPr>
                    <p:grpSpPr>
                      <a:xfrm rot="14400000" flipH="1">
                        <a:off x="6434137" y="3402011"/>
                        <a:ext cx="303213" cy="303213"/>
                        <a:chOff x="5354637" y="3446463"/>
                        <a:chExt cx="214313" cy="214313"/>
                      </a:xfrm>
                    </p:grpSpPr>
                    <p:sp>
                      <p:nvSpPr>
                        <p:cNvPr id="17233" name="Arc 17232">
                          <a:extLst>
                            <a:ext uri="{FF2B5EF4-FFF2-40B4-BE49-F238E27FC236}">
                              <a16:creationId xmlns:a16="http://schemas.microsoft.com/office/drawing/2014/main" id="{BCF44931-F952-9C5E-C939-1FB0245E223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234" name="Arc 17233">
                          <a:extLst>
                            <a:ext uri="{FF2B5EF4-FFF2-40B4-BE49-F238E27FC236}">
                              <a16:creationId xmlns:a16="http://schemas.microsoft.com/office/drawing/2014/main" id="{F86557C5-E2D7-F753-964E-D142940CF72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232" name="TextBox 17231">
                        <a:extLst>
                          <a:ext uri="{FF2B5EF4-FFF2-40B4-BE49-F238E27FC236}">
                            <a16:creationId xmlns:a16="http://schemas.microsoft.com/office/drawing/2014/main" id="{F666D0FB-7FC2-B21B-A5D4-B2EF88ADA5A5}"/>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217" name="Group 17216">
                    <a:extLst>
                      <a:ext uri="{FF2B5EF4-FFF2-40B4-BE49-F238E27FC236}">
                        <a16:creationId xmlns:a16="http://schemas.microsoft.com/office/drawing/2014/main" id="{6C465124-B1B0-EA5E-722A-73B41438C5AF}"/>
                      </a:ext>
                    </a:extLst>
                  </p:cNvPr>
                  <p:cNvGrpSpPr/>
                  <p:nvPr/>
                </p:nvGrpSpPr>
                <p:grpSpPr>
                  <a:xfrm>
                    <a:off x="6197413" y="3225768"/>
                    <a:ext cx="393192" cy="393192"/>
                    <a:chOff x="6389147" y="3932622"/>
                    <a:chExt cx="393192" cy="393192"/>
                  </a:xfrm>
                </p:grpSpPr>
                <p:grpSp>
                  <p:nvGrpSpPr>
                    <p:cNvPr id="17218" name="Group 17217">
                      <a:extLst>
                        <a:ext uri="{FF2B5EF4-FFF2-40B4-BE49-F238E27FC236}">
                          <a16:creationId xmlns:a16="http://schemas.microsoft.com/office/drawing/2014/main" id="{3359B560-FE9F-E97D-F32B-851054F836AC}"/>
                        </a:ext>
                      </a:extLst>
                    </p:cNvPr>
                    <p:cNvGrpSpPr/>
                    <p:nvPr/>
                  </p:nvGrpSpPr>
                  <p:grpSpPr>
                    <a:xfrm flipH="1">
                      <a:off x="6478587" y="4022061"/>
                      <a:ext cx="214313" cy="214313"/>
                      <a:chOff x="5354637" y="3446463"/>
                      <a:chExt cx="214313" cy="214313"/>
                    </a:xfrm>
                  </p:grpSpPr>
                  <p:sp>
                    <p:nvSpPr>
                      <p:cNvPr id="17226" name="Arc 17225">
                        <a:extLst>
                          <a:ext uri="{FF2B5EF4-FFF2-40B4-BE49-F238E27FC236}">
                            <a16:creationId xmlns:a16="http://schemas.microsoft.com/office/drawing/2014/main" id="{5C3ED8D2-CE16-0E79-5B68-DF960CCA731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227" name="Arc 17226">
                        <a:extLst>
                          <a:ext uri="{FF2B5EF4-FFF2-40B4-BE49-F238E27FC236}">
                            <a16:creationId xmlns:a16="http://schemas.microsoft.com/office/drawing/2014/main" id="{CA33BD3E-1039-396E-A106-2B9EADA9634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219" name="Group 17218">
                      <a:extLst>
                        <a:ext uri="{FF2B5EF4-FFF2-40B4-BE49-F238E27FC236}">
                          <a16:creationId xmlns:a16="http://schemas.microsoft.com/office/drawing/2014/main" id="{97385DD0-5F28-61D2-90E8-F307B4E105EF}"/>
                        </a:ext>
                      </a:extLst>
                    </p:cNvPr>
                    <p:cNvGrpSpPr/>
                    <p:nvPr/>
                  </p:nvGrpSpPr>
                  <p:grpSpPr>
                    <a:xfrm rot="7200000" flipH="1">
                      <a:off x="6434137" y="3977611"/>
                      <a:ext cx="303213" cy="303213"/>
                      <a:chOff x="5354637" y="3446463"/>
                      <a:chExt cx="214313" cy="214313"/>
                    </a:xfrm>
                  </p:grpSpPr>
                  <p:sp>
                    <p:nvSpPr>
                      <p:cNvPr id="17224" name="Arc 17223">
                        <a:extLst>
                          <a:ext uri="{FF2B5EF4-FFF2-40B4-BE49-F238E27FC236}">
                            <a16:creationId xmlns:a16="http://schemas.microsoft.com/office/drawing/2014/main" id="{B23DDE31-1C13-E519-ED2F-9A544BE66B3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225" name="Arc 17224">
                        <a:extLst>
                          <a:ext uri="{FF2B5EF4-FFF2-40B4-BE49-F238E27FC236}">
                            <a16:creationId xmlns:a16="http://schemas.microsoft.com/office/drawing/2014/main" id="{1A2C0093-94A5-52C7-68FD-ADF9B388FCE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220" name="Group 17219">
                      <a:extLst>
                        <a:ext uri="{FF2B5EF4-FFF2-40B4-BE49-F238E27FC236}">
                          <a16:creationId xmlns:a16="http://schemas.microsoft.com/office/drawing/2014/main" id="{42668340-D9A0-F885-62D3-3F434B0E2A4E}"/>
                        </a:ext>
                      </a:extLst>
                    </p:cNvPr>
                    <p:cNvGrpSpPr/>
                    <p:nvPr/>
                  </p:nvGrpSpPr>
                  <p:grpSpPr>
                    <a:xfrm rot="14400000" flipH="1">
                      <a:off x="6389147" y="3932622"/>
                      <a:ext cx="393192" cy="393192"/>
                      <a:chOff x="5354637" y="3446463"/>
                      <a:chExt cx="214313" cy="214313"/>
                    </a:xfrm>
                  </p:grpSpPr>
                  <p:sp>
                    <p:nvSpPr>
                      <p:cNvPr id="17222" name="Arc 17221">
                        <a:extLst>
                          <a:ext uri="{FF2B5EF4-FFF2-40B4-BE49-F238E27FC236}">
                            <a16:creationId xmlns:a16="http://schemas.microsoft.com/office/drawing/2014/main" id="{3C2E88EE-AAA6-C015-68C2-56AA4D69994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223" name="Arc 17222">
                        <a:extLst>
                          <a:ext uri="{FF2B5EF4-FFF2-40B4-BE49-F238E27FC236}">
                            <a16:creationId xmlns:a16="http://schemas.microsoft.com/office/drawing/2014/main" id="{C4334684-4DCD-A9AF-00CE-56096A4BB36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221" name="TextBox 17220">
                      <a:extLst>
                        <a:ext uri="{FF2B5EF4-FFF2-40B4-BE49-F238E27FC236}">
                          <a16:creationId xmlns:a16="http://schemas.microsoft.com/office/drawing/2014/main" id="{8DECA4D7-300E-0843-D1AF-E2E5AFDF7FC8}"/>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5300" name="Group 15299">
              <a:extLst>
                <a:ext uri="{FF2B5EF4-FFF2-40B4-BE49-F238E27FC236}">
                  <a16:creationId xmlns:a16="http://schemas.microsoft.com/office/drawing/2014/main" id="{818672CF-E222-C571-499F-79B986277802}"/>
                </a:ext>
              </a:extLst>
            </p:cNvPr>
            <p:cNvGrpSpPr/>
            <p:nvPr/>
          </p:nvGrpSpPr>
          <p:grpSpPr>
            <a:xfrm>
              <a:off x="784090" y="-792780"/>
              <a:ext cx="2263438" cy="2198360"/>
              <a:chOff x="5445106" y="2039507"/>
              <a:chExt cx="2263438" cy="2198360"/>
            </a:xfrm>
          </p:grpSpPr>
          <p:grpSp>
            <p:nvGrpSpPr>
              <p:cNvPr id="17020" name="Group 17019">
                <a:extLst>
                  <a:ext uri="{FF2B5EF4-FFF2-40B4-BE49-F238E27FC236}">
                    <a16:creationId xmlns:a16="http://schemas.microsoft.com/office/drawing/2014/main" id="{7EAE1149-D07B-821B-7A85-16D5AE95F67F}"/>
                  </a:ext>
                </a:extLst>
              </p:cNvPr>
              <p:cNvGrpSpPr/>
              <p:nvPr/>
            </p:nvGrpSpPr>
            <p:grpSpPr>
              <a:xfrm>
                <a:off x="5445106" y="2644743"/>
                <a:ext cx="1643204" cy="1593124"/>
                <a:chOff x="5445106" y="2644743"/>
                <a:chExt cx="1643204" cy="1593124"/>
              </a:xfrm>
            </p:grpSpPr>
            <p:grpSp>
              <p:nvGrpSpPr>
                <p:cNvPr id="17116" name="Group 17115">
                  <a:extLst>
                    <a:ext uri="{FF2B5EF4-FFF2-40B4-BE49-F238E27FC236}">
                      <a16:creationId xmlns:a16="http://schemas.microsoft.com/office/drawing/2014/main" id="{2DA01F5C-1C88-0557-406F-89368BA984C6}"/>
                    </a:ext>
                  </a:extLst>
                </p:cNvPr>
                <p:cNvGrpSpPr/>
                <p:nvPr/>
              </p:nvGrpSpPr>
              <p:grpSpPr>
                <a:xfrm>
                  <a:off x="5445106" y="2644743"/>
                  <a:ext cx="1019224" cy="991639"/>
                  <a:chOff x="5886431" y="3225768"/>
                  <a:chExt cx="1019224" cy="991639"/>
                </a:xfrm>
              </p:grpSpPr>
              <p:grpSp>
                <p:nvGrpSpPr>
                  <p:cNvPr id="17164" name="Group 17163">
                    <a:extLst>
                      <a:ext uri="{FF2B5EF4-FFF2-40B4-BE49-F238E27FC236}">
                        <a16:creationId xmlns:a16="http://schemas.microsoft.com/office/drawing/2014/main" id="{D7CF9893-BEF9-5E84-E26E-91355D111E61}"/>
                      </a:ext>
                    </a:extLst>
                  </p:cNvPr>
                  <p:cNvGrpSpPr/>
                  <p:nvPr/>
                </p:nvGrpSpPr>
                <p:grpSpPr>
                  <a:xfrm>
                    <a:off x="6197413" y="3824215"/>
                    <a:ext cx="393192" cy="393192"/>
                    <a:chOff x="5265196" y="3357021"/>
                    <a:chExt cx="393192" cy="393192"/>
                  </a:xfrm>
                </p:grpSpPr>
                <p:grpSp>
                  <p:nvGrpSpPr>
                    <p:cNvPr id="17199" name="Group 17198">
                      <a:extLst>
                        <a:ext uri="{FF2B5EF4-FFF2-40B4-BE49-F238E27FC236}">
                          <a16:creationId xmlns:a16="http://schemas.microsoft.com/office/drawing/2014/main" id="{7BA071DF-8ADB-CEBF-BF27-C13A6FFB3C95}"/>
                        </a:ext>
                      </a:extLst>
                    </p:cNvPr>
                    <p:cNvGrpSpPr/>
                    <p:nvPr/>
                  </p:nvGrpSpPr>
                  <p:grpSpPr>
                    <a:xfrm rot="14400000">
                      <a:off x="5265196" y="3357021"/>
                      <a:ext cx="393192" cy="393192"/>
                      <a:chOff x="5354637" y="3446463"/>
                      <a:chExt cx="214313" cy="214313"/>
                    </a:xfrm>
                  </p:grpSpPr>
                  <p:sp>
                    <p:nvSpPr>
                      <p:cNvPr id="17208" name="Arc 17207">
                        <a:extLst>
                          <a:ext uri="{FF2B5EF4-FFF2-40B4-BE49-F238E27FC236}">
                            <a16:creationId xmlns:a16="http://schemas.microsoft.com/office/drawing/2014/main" id="{58F5F07D-33AA-9A81-0268-D56D8FC0916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209" name="Arc 17208">
                        <a:extLst>
                          <a:ext uri="{FF2B5EF4-FFF2-40B4-BE49-F238E27FC236}">
                            <a16:creationId xmlns:a16="http://schemas.microsoft.com/office/drawing/2014/main" id="{0DBD481B-3E20-6914-C54A-B18E0F7DF48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200" name="Group 17199">
                      <a:extLst>
                        <a:ext uri="{FF2B5EF4-FFF2-40B4-BE49-F238E27FC236}">
                          <a16:creationId xmlns:a16="http://schemas.microsoft.com/office/drawing/2014/main" id="{D76DBCA0-B3A7-91B2-C706-A998F9F7316C}"/>
                        </a:ext>
                      </a:extLst>
                    </p:cNvPr>
                    <p:cNvGrpSpPr/>
                    <p:nvPr/>
                  </p:nvGrpSpPr>
                  <p:grpSpPr>
                    <a:xfrm>
                      <a:off x="5310186" y="3402011"/>
                      <a:ext cx="303213" cy="303213"/>
                      <a:chOff x="5310186" y="3402011"/>
                      <a:chExt cx="303213" cy="303213"/>
                    </a:xfrm>
                  </p:grpSpPr>
                  <p:grpSp>
                    <p:nvGrpSpPr>
                      <p:cNvPr id="17201" name="Group 17200">
                        <a:extLst>
                          <a:ext uri="{FF2B5EF4-FFF2-40B4-BE49-F238E27FC236}">
                            <a16:creationId xmlns:a16="http://schemas.microsoft.com/office/drawing/2014/main" id="{F3D9952B-60C5-F199-75A6-413794270BB6}"/>
                          </a:ext>
                        </a:extLst>
                      </p:cNvPr>
                      <p:cNvGrpSpPr/>
                      <p:nvPr/>
                    </p:nvGrpSpPr>
                    <p:grpSpPr>
                      <a:xfrm>
                        <a:off x="5354636" y="3446461"/>
                        <a:ext cx="214313" cy="214313"/>
                        <a:chOff x="5354637" y="3446463"/>
                        <a:chExt cx="214313" cy="214313"/>
                      </a:xfrm>
                    </p:grpSpPr>
                    <p:sp>
                      <p:nvSpPr>
                        <p:cNvPr id="17206" name="Arc 17205">
                          <a:extLst>
                            <a:ext uri="{FF2B5EF4-FFF2-40B4-BE49-F238E27FC236}">
                              <a16:creationId xmlns:a16="http://schemas.microsoft.com/office/drawing/2014/main" id="{20B73313-62B1-2D83-12EA-09BF99889CE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207" name="Arc 17206">
                          <a:extLst>
                            <a:ext uri="{FF2B5EF4-FFF2-40B4-BE49-F238E27FC236}">
                              <a16:creationId xmlns:a16="http://schemas.microsoft.com/office/drawing/2014/main" id="{43BB4B29-D7D2-4357-ED77-52B180BBCEB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202" name="Group 17201">
                        <a:extLst>
                          <a:ext uri="{FF2B5EF4-FFF2-40B4-BE49-F238E27FC236}">
                            <a16:creationId xmlns:a16="http://schemas.microsoft.com/office/drawing/2014/main" id="{AFF46490-9D0C-31E2-5B1F-A8877A2C2F20}"/>
                          </a:ext>
                        </a:extLst>
                      </p:cNvPr>
                      <p:cNvGrpSpPr/>
                      <p:nvPr/>
                    </p:nvGrpSpPr>
                    <p:grpSpPr>
                      <a:xfrm rot="7200000">
                        <a:off x="5310186" y="3402011"/>
                        <a:ext cx="303213" cy="303213"/>
                        <a:chOff x="5354637" y="3446463"/>
                        <a:chExt cx="214313" cy="214313"/>
                      </a:xfrm>
                    </p:grpSpPr>
                    <p:sp>
                      <p:nvSpPr>
                        <p:cNvPr id="17204" name="Arc 17203">
                          <a:extLst>
                            <a:ext uri="{FF2B5EF4-FFF2-40B4-BE49-F238E27FC236}">
                              <a16:creationId xmlns:a16="http://schemas.microsoft.com/office/drawing/2014/main" id="{C72726BD-7ACA-96B1-AE36-87136503313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205" name="Arc 17204">
                          <a:extLst>
                            <a:ext uri="{FF2B5EF4-FFF2-40B4-BE49-F238E27FC236}">
                              <a16:creationId xmlns:a16="http://schemas.microsoft.com/office/drawing/2014/main" id="{853D4DCE-5832-71E6-EB4A-3D9D0DC4934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203" name="TextBox 17202">
                        <a:extLst>
                          <a:ext uri="{FF2B5EF4-FFF2-40B4-BE49-F238E27FC236}">
                            <a16:creationId xmlns:a16="http://schemas.microsoft.com/office/drawing/2014/main" id="{F4F2942A-FCA2-E995-54C7-3A6DCB6080A7}"/>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165" name="Group 17164">
                    <a:extLst>
                      <a:ext uri="{FF2B5EF4-FFF2-40B4-BE49-F238E27FC236}">
                        <a16:creationId xmlns:a16="http://schemas.microsoft.com/office/drawing/2014/main" id="{098EE739-FF92-1EE9-846E-B70297E54B87}"/>
                      </a:ext>
                    </a:extLst>
                  </p:cNvPr>
                  <p:cNvGrpSpPr/>
                  <p:nvPr/>
                </p:nvGrpSpPr>
                <p:grpSpPr>
                  <a:xfrm>
                    <a:off x="5886431" y="3525040"/>
                    <a:ext cx="393192" cy="393192"/>
                    <a:chOff x="5265196" y="3932619"/>
                    <a:chExt cx="393192" cy="393192"/>
                  </a:xfrm>
                </p:grpSpPr>
                <p:grpSp>
                  <p:nvGrpSpPr>
                    <p:cNvPr id="17189" name="Group 17188">
                      <a:extLst>
                        <a:ext uri="{FF2B5EF4-FFF2-40B4-BE49-F238E27FC236}">
                          <a16:creationId xmlns:a16="http://schemas.microsoft.com/office/drawing/2014/main" id="{00E8FFD8-3498-E075-FFC4-139980D40DA8}"/>
                        </a:ext>
                      </a:extLst>
                    </p:cNvPr>
                    <p:cNvGrpSpPr/>
                    <p:nvPr/>
                  </p:nvGrpSpPr>
                  <p:grpSpPr>
                    <a:xfrm>
                      <a:off x="5354636" y="4022061"/>
                      <a:ext cx="214313" cy="214313"/>
                      <a:chOff x="5354637" y="3446463"/>
                      <a:chExt cx="214313" cy="214313"/>
                    </a:xfrm>
                  </p:grpSpPr>
                  <p:sp>
                    <p:nvSpPr>
                      <p:cNvPr id="17197" name="Arc 17196">
                        <a:extLst>
                          <a:ext uri="{FF2B5EF4-FFF2-40B4-BE49-F238E27FC236}">
                            <a16:creationId xmlns:a16="http://schemas.microsoft.com/office/drawing/2014/main" id="{E85E3A62-0BE6-C73C-652E-37CD1DC6CA3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198" name="Arc 17197">
                        <a:extLst>
                          <a:ext uri="{FF2B5EF4-FFF2-40B4-BE49-F238E27FC236}">
                            <a16:creationId xmlns:a16="http://schemas.microsoft.com/office/drawing/2014/main" id="{628F6A3C-2B46-ABDC-40F0-A92EEC39498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190" name="Group 17189">
                      <a:extLst>
                        <a:ext uri="{FF2B5EF4-FFF2-40B4-BE49-F238E27FC236}">
                          <a16:creationId xmlns:a16="http://schemas.microsoft.com/office/drawing/2014/main" id="{477BE3B8-B1DB-3DD1-2B42-066299CD1CE1}"/>
                        </a:ext>
                      </a:extLst>
                    </p:cNvPr>
                    <p:cNvGrpSpPr/>
                    <p:nvPr/>
                  </p:nvGrpSpPr>
                  <p:grpSpPr>
                    <a:xfrm rot="14400000">
                      <a:off x="5310186" y="3977611"/>
                      <a:ext cx="303213" cy="303213"/>
                      <a:chOff x="5354637" y="3446463"/>
                      <a:chExt cx="214313" cy="214313"/>
                    </a:xfrm>
                  </p:grpSpPr>
                  <p:sp>
                    <p:nvSpPr>
                      <p:cNvPr id="17195" name="Arc 17194">
                        <a:extLst>
                          <a:ext uri="{FF2B5EF4-FFF2-40B4-BE49-F238E27FC236}">
                            <a16:creationId xmlns:a16="http://schemas.microsoft.com/office/drawing/2014/main" id="{CEFC3D73-ED55-60E5-878E-7EB4109BB8D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196" name="Arc 17195">
                        <a:extLst>
                          <a:ext uri="{FF2B5EF4-FFF2-40B4-BE49-F238E27FC236}">
                            <a16:creationId xmlns:a16="http://schemas.microsoft.com/office/drawing/2014/main" id="{EDD67F95-58C8-DF3E-5CDF-0D5A18FEDBE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191" name="Group 17190">
                      <a:extLst>
                        <a:ext uri="{FF2B5EF4-FFF2-40B4-BE49-F238E27FC236}">
                          <a16:creationId xmlns:a16="http://schemas.microsoft.com/office/drawing/2014/main" id="{3E7892C8-4A63-0AA2-0594-E284EBCBAE44}"/>
                        </a:ext>
                      </a:extLst>
                    </p:cNvPr>
                    <p:cNvGrpSpPr/>
                    <p:nvPr/>
                  </p:nvGrpSpPr>
                  <p:grpSpPr>
                    <a:xfrm rot="7200000">
                      <a:off x="5265196" y="3932619"/>
                      <a:ext cx="393192" cy="393192"/>
                      <a:chOff x="5354637" y="3446463"/>
                      <a:chExt cx="214313" cy="214313"/>
                    </a:xfrm>
                  </p:grpSpPr>
                  <p:sp>
                    <p:nvSpPr>
                      <p:cNvPr id="17193" name="Arc 17192">
                        <a:extLst>
                          <a:ext uri="{FF2B5EF4-FFF2-40B4-BE49-F238E27FC236}">
                            <a16:creationId xmlns:a16="http://schemas.microsoft.com/office/drawing/2014/main" id="{D7599733-8CB5-1F71-27EC-6DF8B598419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194" name="Arc 17193">
                        <a:extLst>
                          <a:ext uri="{FF2B5EF4-FFF2-40B4-BE49-F238E27FC236}">
                            <a16:creationId xmlns:a16="http://schemas.microsoft.com/office/drawing/2014/main" id="{EA767137-4558-023D-5F3A-3E94E1CF706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192" name="TextBox 17191">
                      <a:extLst>
                        <a:ext uri="{FF2B5EF4-FFF2-40B4-BE49-F238E27FC236}">
                          <a16:creationId xmlns:a16="http://schemas.microsoft.com/office/drawing/2014/main" id="{C88762FD-75F1-4275-5B89-212D4B4F69A6}"/>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7166" name="Group 17165">
                    <a:extLst>
                      <a:ext uri="{FF2B5EF4-FFF2-40B4-BE49-F238E27FC236}">
                        <a16:creationId xmlns:a16="http://schemas.microsoft.com/office/drawing/2014/main" id="{4D976834-7D60-02AF-B543-D8283D93D984}"/>
                      </a:ext>
                    </a:extLst>
                  </p:cNvPr>
                  <p:cNvGrpSpPr/>
                  <p:nvPr/>
                </p:nvGrpSpPr>
                <p:grpSpPr>
                  <a:xfrm>
                    <a:off x="6512463" y="3525040"/>
                    <a:ext cx="393192" cy="393192"/>
                    <a:chOff x="6389147" y="3357021"/>
                    <a:chExt cx="393192" cy="393192"/>
                  </a:xfrm>
                </p:grpSpPr>
                <p:grpSp>
                  <p:nvGrpSpPr>
                    <p:cNvPr id="17178" name="Group 17177">
                      <a:extLst>
                        <a:ext uri="{FF2B5EF4-FFF2-40B4-BE49-F238E27FC236}">
                          <a16:creationId xmlns:a16="http://schemas.microsoft.com/office/drawing/2014/main" id="{D237B5D2-E1C4-BD56-E7BA-984B88AE4F23}"/>
                        </a:ext>
                      </a:extLst>
                    </p:cNvPr>
                    <p:cNvGrpSpPr/>
                    <p:nvPr/>
                  </p:nvGrpSpPr>
                  <p:grpSpPr>
                    <a:xfrm rot="7200000" flipH="1">
                      <a:off x="6389147" y="3357021"/>
                      <a:ext cx="393192" cy="393192"/>
                      <a:chOff x="5354637" y="3446463"/>
                      <a:chExt cx="214313" cy="214313"/>
                    </a:xfrm>
                  </p:grpSpPr>
                  <p:sp>
                    <p:nvSpPr>
                      <p:cNvPr id="17187" name="Arc 17186">
                        <a:extLst>
                          <a:ext uri="{FF2B5EF4-FFF2-40B4-BE49-F238E27FC236}">
                            <a16:creationId xmlns:a16="http://schemas.microsoft.com/office/drawing/2014/main" id="{2F7C983F-3F99-300E-267A-98485CDAC5B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188" name="Arc 17187">
                        <a:extLst>
                          <a:ext uri="{FF2B5EF4-FFF2-40B4-BE49-F238E27FC236}">
                            <a16:creationId xmlns:a16="http://schemas.microsoft.com/office/drawing/2014/main" id="{F7E93C98-F367-2A14-23F8-D33B617E77C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179" name="Group 17178">
                      <a:extLst>
                        <a:ext uri="{FF2B5EF4-FFF2-40B4-BE49-F238E27FC236}">
                          <a16:creationId xmlns:a16="http://schemas.microsoft.com/office/drawing/2014/main" id="{9C669843-5F6F-7D08-2D29-824F03752430}"/>
                        </a:ext>
                      </a:extLst>
                    </p:cNvPr>
                    <p:cNvGrpSpPr/>
                    <p:nvPr/>
                  </p:nvGrpSpPr>
                  <p:grpSpPr>
                    <a:xfrm>
                      <a:off x="6434137" y="3402011"/>
                      <a:ext cx="303213" cy="303213"/>
                      <a:chOff x="6434137" y="3402011"/>
                      <a:chExt cx="303213" cy="303213"/>
                    </a:xfrm>
                  </p:grpSpPr>
                  <p:grpSp>
                    <p:nvGrpSpPr>
                      <p:cNvPr id="17180" name="Group 17179">
                        <a:extLst>
                          <a:ext uri="{FF2B5EF4-FFF2-40B4-BE49-F238E27FC236}">
                            <a16:creationId xmlns:a16="http://schemas.microsoft.com/office/drawing/2014/main" id="{186AA2C2-F97B-6B7F-99AE-D010625F8291}"/>
                          </a:ext>
                        </a:extLst>
                      </p:cNvPr>
                      <p:cNvGrpSpPr/>
                      <p:nvPr/>
                    </p:nvGrpSpPr>
                    <p:grpSpPr>
                      <a:xfrm flipH="1">
                        <a:off x="6478587" y="3446461"/>
                        <a:ext cx="214313" cy="214313"/>
                        <a:chOff x="5354637" y="3446463"/>
                        <a:chExt cx="214313" cy="214313"/>
                      </a:xfrm>
                    </p:grpSpPr>
                    <p:sp>
                      <p:nvSpPr>
                        <p:cNvPr id="17185" name="Arc 17184">
                          <a:extLst>
                            <a:ext uri="{FF2B5EF4-FFF2-40B4-BE49-F238E27FC236}">
                              <a16:creationId xmlns:a16="http://schemas.microsoft.com/office/drawing/2014/main" id="{148F4EDF-0D04-578C-1ADC-144F348F204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186" name="Arc 17185">
                          <a:extLst>
                            <a:ext uri="{FF2B5EF4-FFF2-40B4-BE49-F238E27FC236}">
                              <a16:creationId xmlns:a16="http://schemas.microsoft.com/office/drawing/2014/main" id="{A8122B96-D0A5-B82A-8F11-07A2BEB57AB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181" name="Group 17180">
                        <a:extLst>
                          <a:ext uri="{FF2B5EF4-FFF2-40B4-BE49-F238E27FC236}">
                            <a16:creationId xmlns:a16="http://schemas.microsoft.com/office/drawing/2014/main" id="{BA31B3C7-3884-A081-F494-93B025077A0B}"/>
                          </a:ext>
                        </a:extLst>
                      </p:cNvPr>
                      <p:cNvGrpSpPr/>
                      <p:nvPr/>
                    </p:nvGrpSpPr>
                    <p:grpSpPr>
                      <a:xfrm rot="14400000" flipH="1">
                        <a:off x="6434137" y="3402011"/>
                        <a:ext cx="303213" cy="303213"/>
                        <a:chOff x="5354637" y="3446463"/>
                        <a:chExt cx="214313" cy="214313"/>
                      </a:xfrm>
                    </p:grpSpPr>
                    <p:sp>
                      <p:nvSpPr>
                        <p:cNvPr id="17183" name="Arc 17182">
                          <a:extLst>
                            <a:ext uri="{FF2B5EF4-FFF2-40B4-BE49-F238E27FC236}">
                              <a16:creationId xmlns:a16="http://schemas.microsoft.com/office/drawing/2014/main" id="{D7EDAD81-64EF-B019-04D5-8D42B5A7D37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184" name="Arc 17183">
                          <a:extLst>
                            <a:ext uri="{FF2B5EF4-FFF2-40B4-BE49-F238E27FC236}">
                              <a16:creationId xmlns:a16="http://schemas.microsoft.com/office/drawing/2014/main" id="{27D4A8A2-303D-54D4-08B0-213BA82165F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182" name="TextBox 17181">
                        <a:extLst>
                          <a:ext uri="{FF2B5EF4-FFF2-40B4-BE49-F238E27FC236}">
                            <a16:creationId xmlns:a16="http://schemas.microsoft.com/office/drawing/2014/main" id="{A17C6B6D-2024-7792-CFCB-3F6E2E9051AE}"/>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167" name="Group 17166">
                    <a:extLst>
                      <a:ext uri="{FF2B5EF4-FFF2-40B4-BE49-F238E27FC236}">
                        <a16:creationId xmlns:a16="http://schemas.microsoft.com/office/drawing/2014/main" id="{59CB9319-01E3-F03B-4222-E53D80909066}"/>
                      </a:ext>
                    </a:extLst>
                  </p:cNvPr>
                  <p:cNvGrpSpPr/>
                  <p:nvPr/>
                </p:nvGrpSpPr>
                <p:grpSpPr>
                  <a:xfrm>
                    <a:off x="6197413" y="3225768"/>
                    <a:ext cx="393192" cy="393192"/>
                    <a:chOff x="6389147" y="3932622"/>
                    <a:chExt cx="393192" cy="393192"/>
                  </a:xfrm>
                </p:grpSpPr>
                <p:grpSp>
                  <p:nvGrpSpPr>
                    <p:cNvPr id="17168" name="Group 17167">
                      <a:extLst>
                        <a:ext uri="{FF2B5EF4-FFF2-40B4-BE49-F238E27FC236}">
                          <a16:creationId xmlns:a16="http://schemas.microsoft.com/office/drawing/2014/main" id="{6295E2AE-BD6E-C3FA-ACD1-C2A9ADE49BB2}"/>
                        </a:ext>
                      </a:extLst>
                    </p:cNvPr>
                    <p:cNvGrpSpPr/>
                    <p:nvPr/>
                  </p:nvGrpSpPr>
                  <p:grpSpPr>
                    <a:xfrm flipH="1">
                      <a:off x="6478587" y="4022061"/>
                      <a:ext cx="214313" cy="214313"/>
                      <a:chOff x="5354637" y="3446463"/>
                      <a:chExt cx="214313" cy="214313"/>
                    </a:xfrm>
                  </p:grpSpPr>
                  <p:sp>
                    <p:nvSpPr>
                      <p:cNvPr id="17176" name="Arc 17175">
                        <a:extLst>
                          <a:ext uri="{FF2B5EF4-FFF2-40B4-BE49-F238E27FC236}">
                            <a16:creationId xmlns:a16="http://schemas.microsoft.com/office/drawing/2014/main" id="{2F8CA23B-04BA-8BD0-3323-802247658B8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177" name="Arc 17176">
                        <a:extLst>
                          <a:ext uri="{FF2B5EF4-FFF2-40B4-BE49-F238E27FC236}">
                            <a16:creationId xmlns:a16="http://schemas.microsoft.com/office/drawing/2014/main" id="{0FA10DD6-088B-5301-6AE4-4A7E7ECE3DA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169" name="Group 17168">
                      <a:extLst>
                        <a:ext uri="{FF2B5EF4-FFF2-40B4-BE49-F238E27FC236}">
                          <a16:creationId xmlns:a16="http://schemas.microsoft.com/office/drawing/2014/main" id="{5926CED7-4DB8-74F9-AB29-1870D4911199}"/>
                        </a:ext>
                      </a:extLst>
                    </p:cNvPr>
                    <p:cNvGrpSpPr/>
                    <p:nvPr/>
                  </p:nvGrpSpPr>
                  <p:grpSpPr>
                    <a:xfrm rot="7200000" flipH="1">
                      <a:off x="6434137" y="3977611"/>
                      <a:ext cx="303213" cy="303213"/>
                      <a:chOff x="5354637" y="3446463"/>
                      <a:chExt cx="214313" cy="214313"/>
                    </a:xfrm>
                  </p:grpSpPr>
                  <p:sp>
                    <p:nvSpPr>
                      <p:cNvPr id="17174" name="Arc 17173">
                        <a:extLst>
                          <a:ext uri="{FF2B5EF4-FFF2-40B4-BE49-F238E27FC236}">
                            <a16:creationId xmlns:a16="http://schemas.microsoft.com/office/drawing/2014/main" id="{CC99A41D-F97A-38AB-EC13-DC854D405EF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175" name="Arc 17174">
                        <a:extLst>
                          <a:ext uri="{FF2B5EF4-FFF2-40B4-BE49-F238E27FC236}">
                            <a16:creationId xmlns:a16="http://schemas.microsoft.com/office/drawing/2014/main" id="{105CE4C0-6615-4072-62BF-6BF7522C11E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170" name="Group 17169">
                      <a:extLst>
                        <a:ext uri="{FF2B5EF4-FFF2-40B4-BE49-F238E27FC236}">
                          <a16:creationId xmlns:a16="http://schemas.microsoft.com/office/drawing/2014/main" id="{B79BD67B-4488-1D7B-4AD8-C85202F125B0}"/>
                        </a:ext>
                      </a:extLst>
                    </p:cNvPr>
                    <p:cNvGrpSpPr/>
                    <p:nvPr/>
                  </p:nvGrpSpPr>
                  <p:grpSpPr>
                    <a:xfrm rot="14400000" flipH="1">
                      <a:off x="6389147" y="3932622"/>
                      <a:ext cx="393192" cy="393192"/>
                      <a:chOff x="5354637" y="3446463"/>
                      <a:chExt cx="214313" cy="214313"/>
                    </a:xfrm>
                  </p:grpSpPr>
                  <p:sp>
                    <p:nvSpPr>
                      <p:cNvPr id="17172" name="Arc 17171">
                        <a:extLst>
                          <a:ext uri="{FF2B5EF4-FFF2-40B4-BE49-F238E27FC236}">
                            <a16:creationId xmlns:a16="http://schemas.microsoft.com/office/drawing/2014/main" id="{4EE441E7-F111-ECEA-32A6-7E5AC6D3D21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173" name="Arc 17172">
                        <a:extLst>
                          <a:ext uri="{FF2B5EF4-FFF2-40B4-BE49-F238E27FC236}">
                            <a16:creationId xmlns:a16="http://schemas.microsoft.com/office/drawing/2014/main" id="{5ACBF854-495A-3D7A-EBEE-19B852ACF28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171" name="TextBox 17170">
                      <a:extLst>
                        <a:ext uri="{FF2B5EF4-FFF2-40B4-BE49-F238E27FC236}">
                          <a16:creationId xmlns:a16="http://schemas.microsoft.com/office/drawing/2014/main" id="{1C43F0B9-C030-E1A1-6D27-0A5E2BD6CA68}"/>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117" name="Group 17116">
                  <a:extLst>
                    <a:ext uri="{FF2B5EF4-FFF2-40B4-BE49-F238E27FC236}">
                      <a16:creationId xmlns:a16="http://schemas.microsoft.com/office/drawing/2014/main" id="{A7EA1AB8-7B1B-7C58-8E8D-D5619B58C756}"/>
                    </a:ext>
                  </a:extLst>
                </p:cNvPr>
                <p:cNvGrpSpPr/>
                <p:nvPr/>
              </p:nvGrpSpPr>
              <p:grpSpPr>
                <a:xfrm>
                  <a:off x="6069086" y="3246228"/>
                  <a:ext cx="1019224" cy="991639"/>
                  <a:chOff x="5886431" y="3225768"/>
                  <a:chExt cx="1019224" cy="991639"/>
                </a:xfrm>
              </p:grpSpPr>
              <p:grpSp>
                <p:nvGrpSpPr>
                  <p:cNvPr id="17118" name="Group 17117">
                    <a:extLst>
                      <a:ext uri="{FF2B5EF4-FFF2-40B4-BE49-F238E27FC236}">
                        <a16:creationId xmlns:a16="http://schemas.microsoft.com/office/drawing/2014/main" id="{9B8625CA-A94A-5172-41C2-95AEF96BAAD7}"/>
                      </a:ext>
                    </a:extLst>
                  </p:cNvPr>
                  <p:cNvGrpSpPr/>
                  <p:nvPr/>
                </p:nvGrpSpPr>
                <p:grpSpPr>
                  <a:xfrm>
                    <a:off x="6197413" y="3824215"/>
                    <a:ext cx="393192" cy="393192"/>
                    <a:chOff x="5265196" y="3357021"/>
                    <a:chExt cx="393192" cy="393192"/>
                  </a:xfrm>
                </p:grpSpPr>
                <p:grpSp>
                  <p:nvGrpSpPr>
                    <p:cNvPr id="17153" name="Group 17152">
                      <a:extLst>
                        <a:ext uri="{FF2B5EF4-FFF2-40B4-BE49-F238E27FC236}">
                          <a16:creationId xmlns:a16="http://schemas.microsoft.com/office/drawing/2014/main" id="{F0F12B0A-721B-4E7E-64B2-70F046F22E6A}"/>
                        </a:ext>
                      </a:extLst>
                    </p:cNvPr>
                    <p:cNvGrpSpPr/>
                    <p:nvPr/>
                  </p:nvGrpSpPr>
                  <p:grpSpPr>
                    <a:xfrm rot="14400000">
                      <a:off x="5265196" y="3357021"/>
                      <a:ext cx="393192" cy="393192"/>
                      <a:chOff x="5354637" y="3446463"/>
                      <a:chExt cx="214313" cy="214313"/>
                    </a:xfrm>
                  </p:grpSpPr>
                  <p:sp>
                    <p:nvSpPr>
                      <p:cNvPr id="17162" name="Arc 17161">
                        <a:extLst>
                          <a:ext uri="{FF2B5EF4-FFF2-40B4-BE49-F238E27FC236}">
                            <a16:creationId xmlns:a16="http://schemas.microsoft.com/office/drawing/2014/main" id="{C7A9EC15-FCF5-896A-D80F-BA3C6AC4E35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163" name="Arc 17162">
                        <a:extLst>
                          <a:ext uri="{FF2B5EF4-FFF2-40B4-BE49-F238E27FC236}">
                            <a16:creationId xmlns:a16="http://schemas.microsoft.com/office/drawing/2014/main" id="{E4CA39EA-C950-0E1C-6674-00E36A2C02D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154" name="Group 17153">
                      <a:extLst>
                        <a:ext uri="{FF2B5EF4-FFF2-40B4-BE49-F238E27FC236}">
                          <a16:creationId xmlns:a16="http://schemas.microsoft.com/office/drawing/2014/main" id="{9681858D-761F-FC2D-0524-729691CF2147}"/>
                        </a:ext>
                      </a:extLst>
                    </p:cNvPr>
                    <p:cNvGrpSpPr/>
                    <p:nvPr/>
                  </p:nvGrpSpPr>
                  <p:grpSpPr>
                    <a:xfrm>
                      <a:off x="5310186" y="3402011"/>
                      <a:ext cx="303213" cy="303213"/>
                      <a:chOff x="5310186" y="3402011"/>
                      <a:chExt cx="303213" cy="303213"/>
                    </a:xfrm>
                  </p:grpSpPr>
                  <p:grpSp>
                    <p:nvGrpSpPr>
                      <p:cNvPr id="17155" name="Group 17154">
                        <a:extLst>
                          <a:ext uri="{FF2B5EF4-FFF2-40B4-BE49-F238E27FC236}">
                            <a16:creationId xmlns:a16="http://schemas.microsoft.com/office/drawing/2014/main" id="{F8972BA9-21D5-2865-8766-1187DDC527CC}"/>
                          </a:ext>
                        </a:extLst>
                      </p:cNvPr>
                      <p:cNvGrpSpPr/>
                      <p:nvPr/>
                    </p:nvGrpSpPr>
                    <p:grpSpPr>
                      <a:xfrm>
                        <a:off x="5354636" y="3446461"/>
                        <a:ext cx="214313" cy="214313"/>
                        <a:chOff x="5354637" y="3446463"/>
                        <a:chExt cx="214313" cy="214313"/>
                      </a:xfrm>
                    </p:grpSpPr>
                    <p:sp>
                      <p:nvSpPr>
                        <p:cNvPr id="17160" name="Arc 17159">
                          <a:extLst>
                            <a:ext uri="{FF2B5EF4-FFF2-40B4-BE49-F238E27FC236}">
                              <a16:creationId xmlns:a16="http://schemas.microsoft.com/office/drawing/2014/main" id="{FD5C6BA1-09A6-A81D-6BBE-9FE9BFD98C4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161" name="Arc 17160">
                          <a:extLst>
                            <a:ext uri="{FF2B5EF4-FFF2-40B4-BE49-F238E27FC236}">
                              <a16:creationId xmlns:a16="http://schemas.microsoft.com/office/drawing/2014/main" id="{179D73D0-94DF-5861-A381-0D7F94C6DF2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156" name="Group 17155">
                        <a:extLst>
                          <a:ext uri="{FF2B5EF4-FFF2-40B4-BE49-F238E27FC236}">
                            <a16:creationId xmlns:a16="http://schemas.microsoft.com/office/drawing/2014/main" id="{00D96C3B-7EEE-DB5C-9F36-441937633534}"/>
                          </a:ext>
                        </a:extLst>
                      </p:cNvPr>
                      <p:cNvGrpSpPr/>
                      <p:nvPr/>
                    </p:nvGrpSpPr>
                    <p:grpSpPr>
                      <a:xfrm rot="7200000">
                        <a:off x="5310186" y="3402011"/>
                        <a:ext cx="303213" cy="303213"/>
                        <a:chOff x="5354637" y="3446463"/>
                        <a:chExt cx="214313" cy="214313"/>
                      </a:xfrm>
                    </p:grpSpPr>
                    <p:sp>
                      <p:nvSpPr>
                        <p:cNvPr id="17158" name="Arc 17157">
                          <a:extLst>
                            <a:ext uri="{FF2B5EF4-FFF2-40B4-BE49-F238E27FC236}">
                              <a16:creationId xmlns:a16="http://schemas.microsoft.com/office/drawing/2014/main" id="{51BA1ED3-BC08-30F9-4017-380FE57DB17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159" name="Arc 17158">
                          <a:extLst>
                            <a:ext uri="{FF2B5EF4-FFF2-40B4-BE49-F238E27FC236}">
                              <a16:creationId xmlns:a16="http://schemas.microsoft.com/office/drawing/2014/main" id="{58C5F382-902F-3C57-FB79-F46FBFE3689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157" name="TextBox 17156">
                        <a:extLst>
                          <a:ext uri="{FF2B5EF4-FFF2-40B4-BE49-F238E27FC236}">
                            <a16:creationId xmlns:a16="http://schemas.microsoft.com/office/drawing/2014/main" id="{5BBB7B35-B9DF-BAC1-7A2D-FA4404CDD791}"/>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119" name="Group 17118">
                    <a:extLst>
                      <a:ext uri="{FF2B5EF4-FFF2-40B4-BE49-F238E27FC236}">
                        <a16:creationId xmlns:a16="http://schemas.microsoft.com/office/drawing/2014/main" id="{8B695852-0BCF-394E-517D-121C55FCDB0F}"/>
                      </a:ext>
                    </a:extLst>
                  </p:cNvPr>
                  <p:cNvGrpSpPr/>
                  <p:nvPr/>
                </p:nvGrpSpPr>
                <p:grpSpPr>
                  <a:xfrm>
                    <a:off x="5886431" y="3525040"/>
                    <a:ext cx="393192" cy="393192"/>
                    <a:chOff x="5265196" y="3932619"/>
                    <a:chExt cx="393192" cy="393192"/>
                  </a:xfrm>
                </p:grpSpPr>
                <p:grpSp>
                  <p:nvGrpSpPr>
                    <p:cNvPr id="17143" name="Group 17142">
                      <a:extLst>
                        <a:ext uri="{FF2B5EF4-FFF2-40B4-BE49-F238E27FC236}">
                          <a16:creationId xmlns:a16="http://schemas.microsoft.com/office/drawing/2014/main" id="{99FA23C6-1CA8-8E98-C062-CC3A222BC1C0}"/>
                        </a:ext>
                      </a:extLst>
                    </p:cNvPr>
                    <p:cNvGrpSpPr/>
                    <p:nvPr/>
                  </p:nvGrpSpPr>
                  <p:grpSpPr>
                    <a:xfrm>
                      <a:off x="5354636" y="4022061"/>
                      <a:ext cx="214313" cy="214313"/>
                      <a:chOff x="5354637" y="3446463"/>
                      <a:chExt cx="214313" cy="214313"/>
                    </a:xfrm>
                  </p:grpSpPr>
                  <p:sp>
                    <p:nvSpPr>
                      <p:cNvPr id="17151" name="Arc 17150">
                        <a:extLst>
                          <a:ext uri="{FF2B5EF4-FFF2-40B4-BE49-F238E27FC236}">
                            <a16:creationId xmlns:a16="http://schemas.microsoft.com/office/drawing/2014/main" id="{C907629D-CC2C-1B58-28A4-1E784DAF8CF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152" name="Arc 17151">
                        <a:extLst>
                          <a:ext uri="{FF2B5EF4-FFF2-40B4-BE49-F238E27FC236}">
                            <a16:creationId xmlns:a16="http://schemas.microsoft.com/office/drawing/2014/main" id="{0E4DD577-FD12-834A-1514-327E6E1A2D6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144" name="Group 17143">
                      <a:extLst>
                        <a:ext uri="{FF2B5EF4-FFF2-40B4-BE49-F238E27FC236}">
                          <a16:creationId xmlns:a16="http://schemas.microsoft.com/office/drawing/2014/main" id="{1E1DB5DF-0740-C73E-9505-3A69BD922684}"/>
                        </a:ext>
                      </a:extLst>
                    </p:cNvPr>
                    <p:cNvGrpSpPr/>
                    <p:nvPr/>
                  </p:nvGrpSpPr>
                  <p:grpSpPr>
                    <a:xfrm rot="14400000">
                      <a:off x="5310186" y="3977611"/>
                      <a:ext cx="303213" cy="303213"/>
                      <a:chOff x="5354637" y="3446463"/>
                      <a:chExt cx="214313" cy="214313"/>
                    </a:xfrm>
                  </p:grpSpPr>
                  <p:sp>
                    <p:nvSpPr>
                      <p:cNvPr id="17149" name="Arc 17148">
                        <a:extLst>
                          <a:ext uri="{FF2B5EF4-FFF2-40B4-BE49-F238E27FC236}">
                            <a16:creationId xmlns:a16="http://schemas.microsoft.com/office/drawing/2014/main" id="{FF2D9E95-786A-13D7-0A12-533EB31773F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150" name="Arc 17149">
                        <a:extLst>
                          <a:ext uri="{FF2B5EF4-FFF2-40B4-BE49-F238E27FC236}">
                            <a16:creationId xmlns:a16="http://schemas.microsoft.com/office/drawing/2014/main" id="{BB83D50E-0F14-985F-1483-4A84716C834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145" name="Group 17144">
                      <a:extLst>
                        <a:ext uri="{FF2B5EF4-FFF2-40B4-BE49-F238E27FC236}">
                          <a16:creationId xmlns:a16="http://schemas.microsoft.com/office/drawing/2014/main" id="{6AD581E8-7224-FC57-A702-2FF6A0019BF1}"/>
                        </a:ext>
                      </a:extLst>
                    </p:cNvPr>
                    <p:cNvGrpSpPr/>
                    <p:nvPr/>
                  </p:nvGrpSpPr>
                  <p:grpSpPr>
                    <a:xfrm rot="7200000">
                      <a:off x="5265196" y="3932619"/>
                      <a:ext cx="393192" cy="393192"/>
                      <a:chOff x="5354637" y="3446463"/>
                      <a:chExt cx="214313" cy="214313"/>
                    </a:xfrm>
                  </p:grpSpPr>
                  <p:sp>
                    <p:nvSpPr>
                      <p:cNvPr id="17147" name="Arc 17146">
                        <a:extLst>
                          <a:ext uri="{FF2B5EF4-FFF2-40B4-BE49-F238E27FC236}">
                            <a16:creationId xmlns:a16="http://schemas.microsoft.com/office/drawing/2014/main" id="{186771B7-139A-63F3-BED4-11C3E88FA1B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148" name="Arc 17147">
                        <a:extLst>
                          <a:ext uri="{FF2B5EF4-FFF2-40B4-BE49-F238E27FC236}">
                            <a16:creationId xmlns:a16="http://schemas.microsoft.com/office/drawing/2014/main" id="{B14A9D44-4D7C-AE04-D046-38638C50147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146" name="TextBox 17145">
                      <a:extLst>
                        <a:ext uri="{FF2B5EF4-FFF2-40B4-BE49-F238E27FC236}">
                          <a16:creationId xmlns:a16="http://schemas.microsoft.com/office/drawing/2014/main" id="{42480CEE-07F2-85F6-C987-C04CB0EBDCCE}"/>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7120" name="Group 17119">
                    <a:extLst>
                      <a:ext uri="{FF2B5EF4-FFF2-40B4-BE49-F238E27FC236}">
                        <a16:creationId xmlns:a16="http://schemas.microsoft.com/office/drawing/2014/main" id="{EF29E3B4-B3F8-F196-0A65-944FC9B685ED}"/>
                      </a:ext>
                    </a:extLst>
                  </p:cNvPr>
                  <p:cNvGrpSpPr/>
                  <p:nvPr/>
                </p:nvGrpSpPr>
                <p:grpSpPr>
                  <a:xfrm>
                    <a:off x="6512463" y="3525040"/>
                    <a:ext cx="393192" cy="393192"/>
                    <a:chOff x="6389147" y="3357021"/>
                    <a:chExt cx="393192" cy="393192"/>
                  </a:xfrm>
                </p:grpSpPr>
                <p:grpSp>
                  <p:nvGrpSpPr>
                    <p:cNvPr id="17132" name="Group 17131">
                      <a:extLst>
                        <a:ext uri="{FF2B5EF4-FFF2-40B4-BE49-F238E27FC236}">
                          <a16:creationId xmlns:a16="http://schemas.microsoft.com/office/drawing/2014/main" id="{EFD702EF-6DB1-52C2-CA39-56475A0CA273}"/>
                        </a:ext>
                      </a:extLst>
                    </p:cNvPr>
                    <p:cNvGrpSpPr/>
                    <p:nvPr/>
                  </p:nvGrpSpPr>
                  <p:grpSpPr>
                    <a:xfrm rot="7200000" flipH="1">
                      <a:off x="6389147" y="3357021"/>
                      <a:ext cx="393192" cy="393192"/>
                      <a:chOff x="5354637" y="3446463"/>
                      <a:chExt cx="214313" cy="214313"/>
                    </a:xfrm>
                  </p:grpSpPr>
                  <p:sp>
                    <p:nvSpPr>
                      <p:cNvPr id="17141" name="Arc 17140">
                        <a:extLst>
                          <a:ext uri="{FF2B5EF4-FFF2-40B4-BE49-F238E27FC236}">
                            <a16:creationId xmlns:a16="http://schemas.microsoft.com/office/drawing/2014/main" id="{EBA85C5B-50C1-6CF7-7549-E08862EC83F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142" name="Arc 17141">
                        <a:extLst>
                          <a:ext uri="{FF2B5EF4-FFF2-40B4-BE49-F238E27FC236}">
                            <a16:creationId xmlns:a16="http://schemas.microsoft.com/office/drawing/2014/main" id="{73CF9408-51BC-5400-0F67-C79329A1103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133" name="Group 17132">
                      <a:extLst>
                        <a:ext uri="{FF2B5EF4-FFF2-40B4-BE49-F238E27FC236}">
                          <a16:creationId xmlns:a16="http://schemas.microsoft.com/office/drawing/2014/main" id="{0CEB4F16-7642-6106-E5AB-7A28CC1A16BD}"/>
                        </a:ext>
                      </a:extLst>
                    </p:cNvPr>
                    <p:cNvGrpSpPr/>
                    <p:nvPr/>
                  </p:nvGrpSpPr>
                  <p:grpSpPr>
                    <a:xfrm>
                      <a:off x="6434137" y="3402011"/>
                      <a:ext cx="303213" cy="303213"/>
                      <a:chOff x="6434137" y="3402011"/>
                      <a:chExt cx="303213" cy="303213"/>
                    </a:xfrm>
                  </p:grpSpPr>
                  <p:grpSp>
                    <p:nvGrpSpPr>
                      <p:cNvPr id="17134" name="Group 17133">
                        <a:extLst>
                          <a:ext uri="{FF2B5EF4-FFF2-40B4-BE49-F238E27FC236}">
                            <a16:creationId xmlns:a16="http://schemas.microsoft.com/office/drawing/2014/main" id="{3FFDD8A6-C853-480F-FFC1-64551DD6CEBE}"/>
                          </a:ext>
                        </a:extLst>
                      </p:cNvPr>
                      <p:cNvGrpSpPr/>
                      <p:nvPr/>
                    </p:nvGrpSpPr>
                    <p:grpSpPr>
                      <a:xfrm flipH="1">
                        <a:off x="6478587" y="3446461"/>
                        <a:ext cx="214313" cy="214313"/>
                        <a:chOff x="5354637" y="3446463"/>
                        <a:chExt cx="214313" cy="214313"/>
                      </a:xfrm>
                    </p:grpSpPr>
                    <p:sp>
                      <p:nvSpPr>
                        <p:cNvPr id="17139" name="Arc 17138">
                          <a:extLst>
                            <a:ext uri="{FF2B5EF4-FFF2-40B4-BE49-F238E27FC236}">
                              <a16:creationId xmlns:a16="http://schemas.microsoft.com/office/drawing/2014/main" id="{3F3674F3-573B-C9D2-4195-00E864E1626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140" name="Arc 17139">
                          <a:extLst>
                            <a:ext uri="{FF2B5EF4-FFF2-40B4-BE49-F238E27FC236}">
                              <a16:creationId xmlns:a16="http://schemas.microsoft.com/office/drawing/2014/main" id="{C146BA0D-1A90-B32E-92F9-AC47499D80B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135" name="Group 17134">
                        <a:extLst>
                          <a:ext uri="{FF2B5EF4-FFF2-40B4-BE49-F238E27FC236}">
                            <a16:creationId xmlns:a16="http://schemas.microsoft.com/office/drawing/2014/main" id="{B90F5A93-7473-ED98-3513-C79C30179603}"/>
                          </a:ext>
                        </a:extLst>
                      </p:cNvPr>
                      <p:cNvGrpSpPr/>
                      <p:nvPr/>
                    </p:nvGrpSpPr>
                    <p:grpSpPr>
                      <a:xfrm rot="14400000" flipH="1">
                        <a:off x="6434137" y="3402011"/>
                        <a:ext cx="303213" cy="303213"/>
                        <a:chOff x="5354637" y="3446463"/>
                        <a:chExt cx="214313" cy="214313"/>
                      </a:xfrm>
                    </p:grpSpPr>
                    <p:sp>
                      <p:nvSpPr>
                        <p:cNvPr id="17137" name="Arc 17136">
                          <a:extLst>
                            <a:ext uri="{FF2B5EF4-FFF2-40B4-BE49-F238E27FC236}">
                              <a16:creationId xmlns:a16="http://schemas.microsoft.com/office/drawing/2014/main" id="{F5ABFDFE-F8D4-25D6-6BF5-84D5EECF07C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138" name="Arc 17137">
                          <a:extLst>
                            <a:ext uri="{FF2B5EF4-FFF2-40B4-BE49-F238E27FC236}">
                              <a16:creationId xmlns:a16="http://schemas.microsoft.com/office/drawing/2014/main" id="{0B8E630B-122A-242C-1725-75464643C6F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136" name="TextBox 17135">
                        <a:extLst>
                          <a:ext uri="{FF2B5EF4-FFF2-40B4-BE49-F238E27FC236}">
                            <a16:creationId xmlns:a16="http://schemas.microsoft.com/office/drawing/2014/main" id="{2CD25EFE-302B-4BA7-342D-A082CEA6975C}"/>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121" name="Group 17120">
                    <a:extLst>
                      <a:ext uri="{FF2B5EF4-FFF2-40B4-BE49-F238E27FC236}">
                        <a16:creationId xmlns:a16="http://schemas.microsoft.com/office/drawing/2014/main" id="{66326D1E-27BC-5BFF-0E7B-63F4E38C2EA6}"/>
                      </a:ext>
                    </a:extLst>
                  </p:cNvPr>
                  <p:cNvGrpSpPr/>
                  <p:nvPr/>
                </p:nvGrpSpPr>
                <p:grpSpPr>
                  <a:xfrm>
                    <a:off x="6197413" y="3225768"/>
                    <a:ext cx="393192" cy="393192"/>
                    <a:chOff x="6389147" y="3932622"/>
                    <a:chExt cx="393192" cy="393192"/>
                  </a:xfrm>
                </p:grpSpPr>
                <p:grpSp>
                  <p:nvGrpSpPr>
                    <p:cNvPr id="17122" name="Group 17121">
                      <a:extLst>
                        <a:ext uri="{FF2B5EF4-FFF2-40B4-BE49-F238E27FC236}">
                          <a16:creationId xmlns:a16="http://schemas.microsoft.com/office/drawing/2014/main" id="{C32C6F3D-3D76-C753-54D5-D134502BD915}"/>
                        </a:ext>
                      </a:extLst>
                    </p:cNvPr>
                    <p:cNvGrpSpPr/>
                    <p:nvPr/>
                  </p:nvGrpSpPr>
                  <p:grpSpPr>
                    <a:xfrm flipH="1">
                      <a:off x="6478587" y="4022061"/>
                      <a:ext cx="214313" cy="214313"/>
                      <a:chOff x="5354637" y="3446463"/>
                      <a:chExt cx="214313" cy="214313"/>
                    </a:xfrm>
                  </p:grpSpPr>
                  <p:sp>
                    <p:nvSpPr>
                      <p:cNvPr id="17130" name="Arc 17129">
                        <a:extLst>
                          <a:ext uri="{FF2B5EF4-FFF2-40B4-BE49-F238E27FC236}">
                            <a16:creationId xmlns:a16="http://schemas.microsoft.com/office/drawing/2014/main" id="{9BB34463-1C9F-98B1-FD71-D34DE33210D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131" name="Arc 17130">
                        <a:extLst>
                          <a:ext uri="{FF2B5EF4-FFF2-40B4-BE49-F238E27FC236}">
                            <a16:creationId xmlns:a16="http://schemas.microsoft.com/office/drawing/2014/main" id="{1F0F2548-2482-85A6-52DC-1BEAF83CF72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123" name="Group 17122">
                      <a:extLst>
                        <a:ext uri="{FF2B5EF4-FFF2-40B4-BE49-F238E27FC236}">
                          <a16:creationId xmlns:a16="http://schemas.microsoft.com/office/drawing/2014/main" id="{EFEAA3E6-DBDA-CAF8-A0A5-50636338BAB3}"/>
                        </a:ext>
                      </a:extLst>
                    </p:cNvPr>
                    <p:cNvGrpSpPr/>
                    <p:nvPr/>
                  </p:nvGrpSpPr>
                  <p:grpSpPr>
                    <a:xfrm rot="7200000" flipH="1">
                      <a:off x="6434137" y="3977611"/>
                      <a:ext cx="303213" cy="303213"/>
                      <a:chOff x="5354637" y="3446463"/>
                      <a:chExt cx="214313" cy="214313"/>
                    </a:xfrm>
                  </p:grpSpPr>
                  <p:sp>
                    <p:nvSpPr>
                      <p:cNvPr id="17128" name="Arc 17127">
                        <a:extLst>
                          <a:ext uri="{FF2B5EF4-FFF2-40B4-BE49-F238E27FC236}">
                            <a16:creationId xmlns:a16="http://schemas.microsoft.com/office/drawing/2014/main" id="{ECCF44BB-9585-B76E-68CA-72DBCBF92A1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129" name="Arc 17128">
                        <a:extLst>
                          <a:ext uri="{FF2B5EF4-FFF2-40B4-BE49-F238E27FC236}">
                            <a16:creationId xmlns:a16="http://schemas.microsoft.com/office/drawing/2014/main" id="{07C4ECBF-7AC2-631F-5CDF-453D5462F7A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124" name="Group 17123">
                      <a:extLst>
                        <a:ext uri="{FF2B5EF4-FFF2-40B4-BE49-F238E27FC236}">
                          <a16:creationId xmlns:a16="http://schemas.microsoft.com/office/drawing/2014/main" id="{4BA0AD6B-29D9-92A7-E89E-03E05EB82629}"/>
                        </a:ext>
                      </a:extLst>
                    </p:cNvPr>
                    <p:cNvGrpSpPr/>
                    <p:nvPr/>
                  </p:nvGrpSpPr>
                  <p:grpSpPr>
                    <a:xfrm rot="14400000" flipH="1">
                      <a:off x="6389147" y="3932622"/>
                      <a:ext cx="393192" cy="393192"/>
                      <a:chOff x="5354637" y="3446463"/>
                      <a:chExt cx="214313" cy="214313"/>
                    </a:xfrm>
                  </p:grpSpPr>
                  <p:sp>
                    <p:nvSpPr>
                      <p:cNvPr id="17126" name="Arc 17125">
                        <a:extLst>
                          <a:ext uri="{FF2B5EF4-FFF2-40B4-BE49-F238E27FC236}">
                            <a16:creationId xmlns:a16="http://schemas.microsoft.com/office/drawing/2014/main" id="{E0FF0773-CA57-AC86-CED8-3612D9457F0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127" name="Arc 17126">
                        <a:extLst>
                          <a:ext uri="{FF2B5EF4-FFF2-40B4-BE49-F238E27FC236}">
                            <a16:creationId xmlns:a16="http://schemas.microsoft.com/office/drawing/2014/main" id="{C6EFF44C-B536-A40E-2F5E-F96F29E49E6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125" name="TextBox 17124">
                      <a:extLst>
                        <a:ext uri="{FF2B5EF4-FFF2-40B4-BE49-F238E27FC236}">
                          <a16:creationId xmlns:a16="http://schemas.microsoft.com/office/drawing/2014/main" id="{FE494863-EFB0-F147-3F64-A261696A5BEA}"/>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7021" name="Group 17020">
                <a:extLst>
                  <a:ext uri="{FF2B5EF4-FFF2-40B4-BE49-F238E27FC236}">
                    <a16:creationId xmlns:a16="http://schemas.microsoft.com/office/drawing/2014/main" id="{DC7CB8CF-85E7-1536-D1E3-CD99E0D8E84A}"/>
                  </a:ext>
                </a:extLst>
              </p:cNvPr>
              <p:cNvGrpSpPr/>
              <p:nvPr/>
            </p:nvGrpSpPr>
            <p:grpSpPr>
              <a:xfrm>
                <a:off x="6065340" y="2039507"/>
                <a:ext cx="1643204" cy="1593124"/>
                <a:chOff x="5445106" y="2644743"/>
                <a:chExt cx="1643204" cy="1593124"/>
              </a:xfrm>
            </p:grpSpPr>
            <p:grpSp>
              <p:nvGrpSpPr>
                <p:cNvPr id="17022" name="Group 17021">
                  <a:extLst>
                    <a:ext uri="{FF2B5EF4-FFF2-40B4-BE49-F238E27FC236}">
                      <a16:creationId xmlns:a16="http://schemas.microsoft.com/office/drawing/2014/main" id="{F10D7753-F8C2-5816-F2DF-14C4BB68A947}"/>
                    </a:ext>
                  </a:extLst>
                </p:cNvPr>
                <p:cNvGrpSpPr/>
                <p:nvPr/>
              </p:nvGrpSpPr>
              <p:grpSpPr>
                <a:xfrm>
                  <a:off x="5445106" y="2644743"/>
                  <a:ext cx="1019224" cy="991639"/>
                  <a:chOff x="5886431" y="3225768"/>
                  <a:chExt cx="1019224" cy="991639"/>
                </a:xfrm>
              </p:grpSpPr>
              <p:grpSp>
                <p:nvGrpSpPr>
                  <p:cNvPr id="17070" name="Group 17069">
                    <a:extLst>
                      <a:ext uri="{FF2B5EF4-FFF2-40B4-BE49-F238E27FC236}">
                        <a16:creationId xmlns:a16="http://schemas.microsoft.com/office/drawing/2014/main" id="{2CD2F4E8-3748-FD10-C134-81AD297EA2C7}"/>
                      </a:ext>
                    </a:extLst>
                  </p:cNvPr>
                  <p:cNvGrpSpPr/>
                  <p:nvPr/>
                </p:nvGrpSpPr>
                <p:grpSpPr>
                  <a:xfrm>
                    <a:off x="6197413" y="3824215"/>
                    <a:ext cx="393192" cy="393192"/>
                    <a:chOff x="5265196" y="3357021"/>
                    <a:chExt cx="393192" cy="393192"/>
                  </a:xfrm>
                </p:grpSpPr>
                <p:grpSp>
                  <p:nvGrpSpPr>
                    <p:cNvPr id="17105" name="Group 17104">
                      <a:extLst>
                        <a:ext uri="{FF2B5EF4-FFF2-40B4-BE49-F238E27FC236}">
                          <a16:creationId xmlns:a16="http://schemas.microsoft.com/office/drawing/2014/main" id="{AA013374-D813-3686-B9EF-2FB01278F1FD}"/>
                        </a:ext>
                      </a:extLst>
                    </p:cNvPr>
                    <p:cNvGrpSpPr/>
                    <p:nvPr/>
                  </p:nvGrpSpPr>
                  <p:grpSpPr>
                    <a:xfrm rot="14400000">
                      <a:off x="5265196" y="3357021"/>
                      <a:ext cx="393192" cy="393192"/>
                      <a:chOff x="5354637" y="3446463"/>
                      <a:chExt cx="214313" cy="214313"/>
                    </a:xfrm>
                  </p:grpSpPr>
                  <p:sp>
                    <p:nvSpPr>
                      <p:cNvPr id="17114" name="Arc 17113">
                        <a:extLst>
                          <a:ext uri="{FF2B5EF4-FFF2-40B4-BE49-F238E27FC236}">
                            <a16:creationId xmlns:a16="http://schemas.microsoft.com/office/drawing/2014/main" id="{389D9254-EE95-142A-B120-FA192E55B54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115" name="Arc 17114">
                        <a:extLst>
                          <a:ext uri="{FF2B5EF4-FFF2-40B4-BE49-F238E27FC236}">
                            <a16:creationId xmlns:a16="http://schemas.microsoft.com/office/drawing/2014/main" id="{87773C21-907A-EF8D-7701-FD1EC0BD131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106" name="Group 17105">
                      <a:extLst>
                        <a:ext uri="{FF2B5EF4-FFF2-40B4-BE49-F238E27FC236}">
                          <a16:creationId xmlns:a16="http://schemas.microsoft.com/office/drawing/2014/main" id="{08DE15E6-4201-E2B8-D501-3C209589E3BD}"/>
                        </a:ext>
                      </a:extLst>
                    </p:cNvPr>
                    <p:cNvGrpSpPr/>
                    <p:nvPr/>
                  </p:nvGrpSpPr>
                  <p:grpSpPr>
                    <a:xfrm>
                      <a:off x="5310186" y="3402011"/>
                      <a:ext cx="303213" cy="303213"/>
                      <a:chOff x="5310186" y="3402011"/>
                      <a:chExt cx="303213" cy="303213"/>
                    </a:xfrm>
                  </p:grpSpPr>
                  <p:grpSp>
                    <p:nvGrpSpPr>
                      <p:cNvPr id="17107" name="Group 17106">
                        <a:extLst>
                          <a:ext uri="{FF2B5EF4-FFF2-40B4-BE49-F238E27FC236}">
                            <a16:creationId xmlns:a16="http://schemas.microsoft.com/office/drawing/2014/main" id="{EF10AA00-5F1F-3C7C-0BD2-3D817D4DE09A}"/>
                          </a:ext>
                        </a:extLst>
                      </p:cNvPr>
                      <p:cNvGrpSpPr/>
                      <p:nvPr/>
                    </p:nvGrpSpPr>
                    <p:grpSpPr>
                      <a:xfrm>
                        <a:off x="5354636" y="3446461"/>
                        <a:ext cx="214313" cy="214313"/>
                        <a:chOff x="5354637" y="3446463"/>
                        <a:chExt cx="214313" cy="214313"/>
                      </a:xfrm>
                    </p:grpSpPr>
                    <p:sp>
                      <p:nvSpPr>
                        <p:cNvPr id="17112" name="Arc 17111">
                          <a:extLst>
                            <a:ext uri="{FF2B5EF4-FFF2-40B4-BE49-F238E27FC236}">
                              <a16:creationId xmlns:a16="http://schemas.microsoft.com/office/drawing/2014/main" id="{4D1BF536-AF62-51CC-A5B0-A576AB87EA5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113" name="Arc 17112">
                          <a:extLst>
                            <a:ext uri="{FF2B5EF4-FFF2-40B4-BE49-F238E27FC236}">
                              <a16:creationId xmlns:a16="http://schemas.microsoft.com/office/drawing/2014/main" id="{EB462E17-7F48-AA92-F5A1-056FD30780F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108" name="Group 17107">
                        <a:extLst>
                          <a:ext uri="{FF2B5EF4-FFF2-40B4-BE49-F238E27FC236}">
                            <a16:creationId xmlns:a16="http://schemas.microsoft.com/office/drawing/2014/main" id="{8CC91E58-272D-76AC-A6FD-1A94599F704F}"/>
                          </a:ext>
                        </a:extLst>
                      </p:cNvPr>
                      <p:cNvGrpSpPr/>
                      <p:nvPr/>
                    </p:nvGrpSpPr>
                    <p:grpSpPr>
                      <a:xfrm rot="7200000">
                        <a:off x="5310186" y="3402011"/>
                        <a:ext cx="303213" cy="303213"/>
                        <a:chOff x="5354637" y="3446463"/>
                        <a:chExt cx="214313" cy="214313"/>
                      </a:xfrm>
                    </p:grpSpPr>
                    <p:sp>
                      <p:nvSpPr>
                        <p:cNvPr id="17110" name="Arc 17109">
                          <a:extLst>
                            <a:ext uri="{FF2B5EF4-FFF2-40B4-BE49-F238E27FC236}">
                              <a16:creationId xmlns:a16="http://schemas.microsoft.com/office/drawing/2014/main" id="{AE6A5938-9CD7-02E6-EA4C-9720B9DF470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111" name="Arc 17110">
                          <a:extLst>
                            <a:ext uri="{FF2B5EF4-FFF2-40B4-BE49-F238E27FC236}">
                              <a16:creationId xmlns:a16="http://schemas.microsoft.com/office/drawing/2014/main" id="{8E971945-8E37-CB56-2868-E04A7D8BFA7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109" name="TextBox 17108">
                        <a:extLst>
                          <a:ext uri="{FF2B5EF4-FFF2-40B4-BE49-F238E27FC236}">
                            <a16:creationId xmlns:a16="http://schemas.microsoft.com/office/drawing/2014/main" id="{0CE1C1D1-10F0-4E4A-5953-7648CABAF8C2}"/>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071" name="Group 17070">
                    <a:extLst>
                      <a:ext uri="{FF2B5EF4-FFF2-40B4-BE49-F238E27FC236}">
                        <a16:creationId xmlns:a16="http://schemas.microsoft.com/office/drawing/2014/main" id="{E6F5D079-6282-B273-BB38-2AC36864652C}"/>
                      </a:ext>
                    </a:extLst>
                  </p:cNvPr>
                  <p:cNvGrpSpPr/>
                  <p:nvPr/>
                </p:nvGrpSpPr>
                <p:grpSpPr>
                  <a:xfrm>
                    <a:off x="5886431" y="3525040"/>
                    <a:ext cx="393192" cy="393192"/>
                    <a:chOff x="5265196" y="3932619"/>
                    <a:chExt cx="393192" cy="393192"/>
                  </a:xfrm>
                </p:grpSpPr>
                <p:grpSp>
                  <p:nvGrpSpPr>
                    <p:cNvPr id="17095" name="Group 17094">
                      <a:extLst>
                        <a:ext uri="{FF2B5EF4-FFF2-40B4-BE49-F238E27FC236}">
                          <a16:creationId xmlns:a16="http://schemas.microsoft.com/office/drawing/2014/main" id="{D295E4AF-7F56-77FB-6AC5-6972A42CC815}"/>
                        </a:ext>
                      </a:extLst>
                    </p:cNvPr>
                    <p:cNvGrpSpPr/>
                    <p:nvPr/>
                  </p:nvGrpSpPr>
                  <p:grpSpPr>
                    <a:xfrm>
                      <a:off x="5354636" y="4022061"/>
                      <a:ext cx="214313" cy="214313"/>
                      <a:chOff x="5354637" y="3446463"/>
                      <a:chExt cx="214313" cy="214313"/>
                    </a:xfrm>
                  </p:grpSpPr>
                  <p:sp>
                    <p:nvSpPr>
                      <p:cNvPr id="17103" name="Arc 17102">
                        <a:extLst>
                          <a:ext uri="{FF2B5EF4-FFF2-40B4-BE49-F238E27FC236}">
                            <a16:creationId xmlns:a16="http://schemas.microsoft.com/office/drawing/2014/main" id="{AFC1D1B0-0481-44F9-E5E9-1F1C7F55F04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104" name="Arc 17103">
                        <a:extLst>
                          <a:ext uri="{FF2B5EF4-FFF2-40B4-BE49-F238E27FC236}">
                            <a16:creationId xmlns:a16="http://schemas.microsoft.com/office/drawing/2014/main" id="{40B7CD0D-CF65-4777-0223-E6438D53EDD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096" name="Group 17095">
                      <a:extLst>
                        <a:ext uri="{FF2B5EF4-FFF2-40B4-BE49-F238E27FC236}">
                          <a16:creationId xmlns:a16="http://schemas.microsoft.com/office/drawing/2014/main" id="{E1C8A08D-A8AB-47A8-EE6A-1E18A257B83A}"/>
                        </a:ext>
                      </a:extLst>
                    </p:cNvPr>
                    <p:cNvGrpSpPr/>
                    <p:nvPr/>
                  </p:nvGrpSpPr>
                  <p:grpSpPr>
                    <a:xfrm rot="14400000">
                      <a:off x="5310186" y="3977611"/>
                      <a:ext cx="303213" cy="303213"/>
                      <a:chOff x="5354637" y="3446463"/>
                      <a:chExt cx="214313" cy="214313"/>
                    </a:xfrm>
                  </p:grpSpPr>
                  <p:sp>
                    <p:nvSpPr>
                      <p:cNvPr id="17101" name="Arc 17100">
                        <a:extLst>
                          <a:ext uri="{FF2B5EF4-FFF2-40B4-BE49-F238E27FC236}">
                            <a16:creationId xmlns:a16="http://schemas.microsoft.com/office/drawing/2014/main" id="{93221D24-1B2E-BDB9-7276-A63D7B9BE4C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102" name="Arc 17101">
                        <a:extLst>
                          <a:ext uri="{FF2B5EF4-FFF2-40B4-BE49-F238E27FC236}">
                            <a16:creationId xmlns:a16="http://schemas.microsoft.com/office/drawing/2014/main" id="{6127DEEB-6079-703B-F25F-21D0593149C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097" name="Group 17096">
                      <a:extLst>
                        <a:ext uri="{FF2B5EF4-FFF2-40B4-BE49-F238E27FC236}">
                          <a16:creationId xmlns:a16="http://schemas.microsoft.com/office/drawing/2014/main" id="{75FA4FB3-FAE7-866B-68F9-A93D7455BA1C}"/>
                        </a:ext>
                      </a:extLst>
                    </p:cNvPr>
                    <p:cNvGrpSpPr/>
                    <p:nvPr/>
                  </p:nvGrpSpPr>
                  <p:grpSpPr>
                    <a:xfrm rot="7200000">
                      <a:off x="5265196" y="3932619"/>
                      <a:ext cx="393192" cy="393192"/>
                      <a:chOff x="5354637" y="3446463"/>
                      <a:chExt cx="214313" cy="214313"/>
                    </a:xfrm>
                  </p:grpSpPr>
                  <p:sp>
                    <p:nvSpPr>
                      <p:cNvPr id="17099" name="Arc 17098">
                        <a:extLst>
                          <a:ext uri="{FF2B5EF4-FFF2-40B4-BE49-F238E27FC236}">
                            <a16:creationId xmlns:a16="http://schemas.microsoft.com/office/drawing/2014/main" id="{D29037D4-8A63-0433-F0B7-C702541013C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100" name="Arc 17099">
                        <a:extLst>
                          <a:ext uri="{FF2B5EF4-FFF2-40B4-BE49-F238E27FC236}">
                            <a16:creationId xmlns:a16="http://schemas.microsoft.com/office/drawing/2014/main" id="{4156ED83-588B-B00B-597D-A32F7682C01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098" name="TextBox 17097">
                      <a:extLst>
                        <a:ext uri="{FF2B5EF4-FFF2-40B4-BE49-F238E27FC236}">
                          <a16:creationId xmlns:a16="http://schemas.microsoft.com/office/drawing/2014/main" id="{7E69DDAC-6034-953F-73B6-F346D55BC810}"/>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7072" name="Group 17071">
                    <a:extLst>
                      <a:ext uri="{FF2B5EF4-FFF2-40B4-BE49-F238E27FC236}">
                        <a16:creationId xmlns:a16="http://schemas.microsoft.com/office/drawing/2014/main" id="{B86F7F47-2ED0-1DF1-90C5-5AAAD971996D}"/>
                      </a:ext>
                    </a:extLst>
                  </p:cNvPr>
                  <p:cNvGrpSpPr/>
                  <p:nvPr/>
                </p:nvGrpSpPr>
                <p:grpSpPr>
                  <a:xfrm>
                    <a:off x="6512463" y="3525040"/>
                    <a:ext cx="393192" cy="393192"/>
                    <a:chOff x="6389147" y="3357021"/>
                    <a:chExt cx="393192" cy="393192"/>
                  </a:xfrm>
                </p:grpSpPr>
                <p:grpSp>
                  <p:nvGrpSpPr>
                    <p:cNvPr id="17084" name="Group 17083">
                      <a:extLst>
                        <a:ext uri="{FF2B5EF4-FFF2-40B4-BE49-F238E27FC236}">
                          <a16:creationId xmlns:a16="http://schemas.microsoft.com/office/drawing/2014/main" id="{BCBA1ED4-4FDA-B9F3-6C8A-74FC2C92B48F}"/>
                        </a:ext>
                      </a:extLst>
                    </p:cNvPr>
                    <p:cNvGrpSpPr/>
                    <p:nvPr/>
                  </p:nvGrpSpPr>
                  <p:grpSpPr>
                    <a:xfrm rot="7200000" flipH="1">
                      <a:off x="6389147" y="3357021"/>
                      <a:ext cx="393192" cy="393192"/>
                      <a:chOff x="5354637" y="3446463"/>
                      <a:chExt cx="214313" cy="214313"/>
                    </a:xfrm>
                  </p:grpSpPr>
                  <p:sp>
                    <p:nvSpPr>
                      <p:cNvPr id="17093" name="Arc 17092">
                        <a:extLst>
                          <a:ext uri="{FF2B5EF4-FFF2-40B4-BE49-F238E27FC236}">
                            <a16:creationId xmlns:a16="http://schemas.microsoft.com/office/drawing/2014/main" id="{8D906378-F8B6-BD94-F8BE-A6B913932E9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094" name="Arc 17093">
                        <a:extLst>
                          <a:ext uri="{FF2B5EF4-FFF2-40B4-BE49-F238E27FC236}">
                            <a16:creationId xmlns:a16="http://schemas.microsoft.com/office/drawing/2014/main" id="{85A09F55-0461-0CD2-EFEC-E0049917149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085" name="Group 17084">
                      <a:extLst>
                        <a:ext uri="{FF2B5EF4-FFF2-40B4-BE49-F238E27FC236}">
                          <a16:creationId xmlns:a16="http://schemas.microsoft.com/office/drawing/2014/main" id="{B71E4C76-5018-9838-524A-0A1C4EB88EFC}"/>
                        </a:ext>
                      </a:extLst>
                    </p:cNvPr>
                    <p:cNvGrpSpPr/>
                    <p:nvPr/>
                  </p:nvGrpSpPr>
                  <p:grpSpPr>
                    <a:xfrm>
                      <a:off x="6434137" y="3402011"/>
                      <a:ext cx="303213" cy="303213"/>
                      <a:chOff x="6434137" y="3402011"/>
                      <a:chExt cx="303213" cy="303213"/>
                    </a:xfrm>
                  </p:grpSpPr>
                  <p:grpSp>
                    <p:nvGrpSpPr>
                      <p:cNvPr id="17086" name="Group 17085">
                        <a:extLst>
                          <a:ext uri="{FF2B5EF4-FFF2-40B4-BE49-F238E27FC236}">
                            <a16:creationId xmlns:a16="http://schemas.microsoft.com/office/drawing/2014/main" id="{7E69D2F1-D2B0-EF64-64DF-37F3602E847C}"/>
                          </a:ext>
                        </a:extLst>
                      </p:cNvPr>
                      <p:cNvGrpSpPr/>
                      <p:nvPr/>
                    </p:nvGrpSpPr>
                    <p:grpSpPr>
                      <a:xfrm flipH="1">
                        <a:off x="6478587" y="3446461"/>
                        <a:ext cx="214313" cy="214313"/>
                        <a:chOff x="5354637" y="3446463"/>
                        <a:chExt cx="214313" cy="214313"/>
                      </a:xfrm>
                    </p:grpSpPr>
                    <p:sp>
                      <p:nvSpPr>
                        <p:cNvPr id="17091" name="Arc 17090">
                          <a:extLst>
                            <a:ext uri="{FF2B5EF4-FFF2-40B4-BE49-F238E27FC236}">
                              <a16:creationId xmlns:a16="http://schemas.microsoft.com/office/drawing/2014/main" id="{BEA40E20-CEAD-7B57-A5A9-CE79ABACA80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092" name="Arc 17091">
                          <a:extLst>
                            <a:ext uri="{FF2B5EF4-FFF2-40B4-BE49-F238E27FC236}">
                              <a16:creationId xmlns:a16="http://schemas.microsoft.com/office/drawing/2014/main" id="{5638DF28-5B21-9E0A-5149-8FA39402550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087" name="Group 17086">
                        <a:extLst>
                          <a:ext uri="{FF2B5EF4-FFF2-40B4-BE49-F238E27FC236}">
                            <a16:creationId xmlns:a16="http://schemas.microsoft.com/office/drawing/2014/main" id="{1DD4C4CF-5C89-E1D7-06FB-712B7436E9DE}"/>
                          </a:ext>
                        </a:extLst>
                      </p:cNvPr>
                      <p:cNvGrpSpPr/>
                      <p:nvPr/>
                    </p:nvGrpSpPr>
                    <p:grpSpPr>
                      <a:xfrm rot="14400000" flipH="1">
                        <a:off x="6434137" y="3402011"/>
                        <a:ext cx="303213" cy="303213"/>
                        <a:chOff x="5354637" y="3446463"/>
                        <a:chExt cx="214313" cy="214313"/>
                      </a:xfrm>
                    </p:grpSpPr>
                    <p:sp>
                      <p:nvSpPr>
                        <p:cNvPr id="17089" name="Arc 17088">
                          <a:extLst>
                            <a:ext uri="{FF2B5EF4-FFF2-40B4-BE49-F238E27FC236}">
                              <a16:creationId xmlns:a16="http://schemas.microsoft.com/office/drawing/2014/main" id="{F553B0F5-4531-E3DF-3818-7819FF2382C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090" name="Arc 17089">
                          <a:extLst>
                            <a:ext uri="{FF2B5EF4-FFF2-40B4-BE49-F238E27FC236}">
                              <a16:creationId xmlns:a16="http://schemas.microsoft.com/office/drawing/2014/main" id="{F2C5941D-B333-6B6B-CB1D-16A1B21BFE8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088" name="TextBox 17087">
                        <a:extLst>
                          <a:ext uri="{FF2B5EF4-FFF2-40B4-BE49-F238E27FC236}">
                            <a16:creationId xmlns:a16="http://schemas.microsoft.com/office/drawing/2014/main" id="{DD358937-89D2-A6D1-CD3E-537B03E51234}"/>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073" name="Group 17072">
                    <a:extLst>
                      <a:ext uri="{FF2B5EF4-FFF2-40B4-BE49-F238E27FC236}">
                        <a16:creationId xmlns:a16="http://schemas.microsoft.com/office/drawing/2014/main" id="{E9B988CC-B87F-949F-2F6F-9C7893320A74}"/>
                      </a:ext>
                    </a:extLst>
                  </p:cNvPr>
                  <p:cNvGrpSpPr/>
                  <p:nvPr/>
                </p:nvGrpSpPr>
                <p:grpSpPr>
                  <a:xfrm>
                    <a:off x="6197413" y="3225768"/>
                    <a:ext cx="393192" cy="393192"/>
                    <a:chOff x="6389147" y="3932622"/>
                    <a:chExt cx="393192" cy="393192"/>
                  </a:xfrm>
                </p:grpSpPr>
                <p:grpSp>
                  <p:nvGrpSpPr>
                    <p:cNvPr id="17074" name="Group 17073">
                      <a:extLst>
                        <a:ext uri="{FF2B5EF4-FFF2-40B4-BE49-F238E27FC236}">
                          <a16:creationId xmlns:a16="http://schemas.microsoft.com/office/drawing/2014/main" id="{B76334CD-43E8-EEBB-A25E-682301D70910}"/>
                        </a:ext>
                      </a:extLst>
                    </p:cNvPr>
                    <p:cNvGrpSpPr/>
                    <p:nvPr/>
                  </p:nvGrpSpPr>
                  <p:grpSpPr>
                    <a:xfrm flipH="1">
                      <a:off x="6478587" y="4022061"/>
                      <a:ext cx="214313" cy="214313"/>
                      <a:chOff x="5354637" y="3446463"/>
                      <a:chExt cx="214313" cy="214313"/>
                    </a:xfrm>
                  </p:grpSpPr>
                  <p:sp>
                    <p:nvSpPr>
                      <p:cNvPr id="17082" name="Arc 17081">
                        <a:extLst>
                          <a:ext uri="{FF2B5EF4-FFF2-40B4-BE49-F238E27FC236}">
                            <a16:creationId xmlns:a16="http://schemas.microsoft.com/office/drawing/2014/main" id="{514319B1-540F-2607-47C3-DF959A32131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083" name="Arc 17082">
                        <a:extLst>
                          <a:ext uri="{FF2B5EF4-FFF2-40B4-BE49-F238E27FC236}">
                            <a16:creationId xmlns:a16="http://schemas.microsoft.com/office/drawing/2014/main" id="{2DB90F49-E669-0BA5-DC41-1C2C12F0CF5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075" name="Group 17074">
                      <a:extLst>
                        <a:ext uri="{FF2B5EF4-FFF2-40B4-BE49-F238E27FC236}">
                          <a16:creationId xmlns:a16="http://schemas.microsoft.com/office/drawing/2014/main" id="{31B617D4-0A76-ACF1-FAC3-DBB40AB80747}"/>
                        </a:ext>
                      </a:extLst>
                    </p:cNvPr>
                    <p:cNvGrpSpPr/>
                    <p:nvPr/>
                  </p:nvGrpSpPr>
                  <p:grpSpPr>
                    <a:xfrm rot="7200000" flipH="1">
                      <a:off x="6434137" y="3977611"/>
                      <a:ext cx="303213" cy="303213"/>
                      <a:chOff x="5354637" y="3446463"/>
                      <a:chExt cx="214313" cy="214313"/>
                    </a:xfrm>
                  </p:grpSpPr>
                  <p:sp>
                    <p:nvSpPr>
                      <p:cNvPr id="17080" name="Arc 17079">
                        <a:extLst>
                          <a:ext uri="{FF2B5EF4-FFF2-40B4-BE49-F238E27FC236}">
                            <a16:creationId xmlns:a16="http://schemas.microsoft.com/office/drawing/2014/main" id="{6D1A7DD0-65CB-565B-0913-F751184712E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081" name="Arc 17080">
                        <a:extLst>
                          <a:ext uri="{FF2B5EF4-FFF2-40B4-BE49-F238E27FC236}">
                            <a16:creationId xmlns:a16="http://schemas.microsoft.com/office/drawing/2014/main" id="{77194E35-670D-D337-9C98-4A43F10E3F2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076" name="Group 17075">
                      <a:extLst>
                        <a:ext uri="{FF2B5EF4-FFF2-40B4-BE49-F238E27FC236}">
                          <a16:creationId xmlns:a16="http://schemas.microsoft.com/office/drawing/2014/main" id="{B50067C5-4EE8-1111-D36E-284BA50E6A1D}"/>
                        </a:ext>
                      </a:extLst>
                    </p:cNvPr>
                    <p:cNvGrpSpPr/>
                    <p:nvPr/>
                  </p:nvGrpSpPr>
                  <p:grpSpPr>
                    <a:xfrm rot="14400000" flipH="1">
                      <a:off x="6389147" y="3932622"/>
                      <a:ext cx="393192" cy="393192"/>
                      <a:chOff x="5354637" y="3446463"/>
                      <a:chExt cx="214313" cy="214313"/>
                    </a:xfrm>
                  </p:grpSpPr>
                  <p:sp>
                    <p:nvSpPr>
                      <p:cNvPr id="17078" name="Arc 17077">
                        <a:extLst>
                          <a:ext uri="{FF2B5EF4-FFF2-40B4-BE49-F238E27FC236}">
                            <a16:creationId xmlns:a16="http://schemas.microsoft.com/office/drawing/2014/main" id="{2F384D07-5263-4FB2-C3F6-C68A527281C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079" name="Arc 17078">
                        <a:extLst>
                          <a:ext uri="{FF2B5EF4-FFF2-40B4-BE49-F238E27FC236}">
                            <a16:creationId xmlns:a16="http://schemas.microsoft.com/office/drawing/2014/main" id="{01B5FD48-C937-7E28-0E99-9E939D2B88E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077" name="TextBox 17076">
                      <a:extLst>
                        <a:ext uri="{FF2B5EF4-FFF2-40B4-BE49-F238E27FC236}">
                          <a16:creationId xmlns:a16="http://schemas.microsoft.com/office/drawing/2014/main" id="{F1D8B0A9-932E-BA00-10F9-800EA23E877F}"/>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023" name="Group 17022">
                  <a:extLst>
                    <a:ext uri="{FF2B5EF4-FFF2-40B4-BE49-F238E27FC236}">
                      <a16:creationId xmlns:a16="http://schemas.microsoft.com/office/drawing/2014/main" id="{8D06EDE6-A392-DD2F-4967-725E5794BD3F}"/>
                    </a:ext>
                  </a:extLst>
                </p:cNvPr>
                <p:cNvGrpSpPr/>
                <p:nvPr/>
              </p:nvGrpSpPr>
              <p:grpSpPr>
                <a:xfrm>
                  <a:off x="6069086" y="3246228"/>
                  <a:ext cx="1019224" cy="991639"/>
                  <a:chOff x="5886431" y="3225768"/>
                  <a:chExt cx="1019224" cy="991639"/>
                </a:xfrm>
              </p:grpSpPr>
              <p:grpSp>
                <p:nvGrpSpPr>
                  <p:cNvPr id="17024" name="Group 17023">
                    <a:extLst>
                      <a:ext uri="{FF2B5EF4-FFF2-40B4-BE49-F238E27FC236}">
                        <a16:creationId xmlns:a16="http://schemas.microsoft.com/office/drawing/2014/main" id="{01F49F89-DFC8-339E-8250-639B2318A40F}"/>
                      </a:ext>
                    </a:extLst>
                  </p:cNvPr>
                  <p:cNvGrpSpPr/>
                  <p:nvPr/>
                </p:nvGrpSpPr>
                <p:grpSpPr>
                  <a:xfrm>
                    <a:off x="6197413" y="3824215"/>
                    <a:ext cx="393192" cy="393192"/>
                    <a:chOff x="5265196" y="3357021"/>
                    <a:chExt cx="393192" cy="393192"/>
                  </a:xfrm>
                </p:grpSpPr>
                <p:grpSp>
                  <p:nvGrpSpPr>
                    <p:cNvPr id="17059" name="Group 17058">
                      <a:extLst>
                        <a:ext uri="{FF2B5EF4-FFF2-40B4-BE49-F238E27FC236}">
                          <a16:creationId xmlns:a16="http://schemas.microsoft.com/office/drawing/2014/main" id="{0C5498E3-52D3-6F47-399B-6D359C054F0F}"/>
                        </a:ext>
                      </a:extLst>
                    </p:cNvPr>
                    <p:cNvGrpSpPr/>
                    <p:nvPr/>
                  </p:nvGrpSpPr>
                  <p:grpSpPr>
                    <a:xfrm rot="14400000">
                      <a:off x="5265196" y="3357021"/>
                      <a:ext cx="393192" cy="393192"/>
                      <a:chOff x="5354637" y="3446463"/>
                      <a:chExt cx="214313" cy="214313"/>
                    </a:xfrm>
                  </p:grpSpPr>
                  <p:sp>
                    <p:nvSpPr>
                      <p:cNvPr id="17068" name="Arc 17067">
                        <a:extLst>
                          <a:ext uri="{FF2B5EF4-FFF2-40B4-BE49-F238E27FC236}">
                            <a16:creationId xmlns:a16="http://schemas.microsoft.com/office/drawing/2014/main" id="{F2528A7F-955E-30E2-3F4B-2DD104920BC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069" name="Arc 17068">
                        <a:extLst>
                          <a:ext uri="{FF2B5EF4-FFF2-40B4-BE49-F238E27FC236}">
                            <a16:creationId xmlns:a16="http://schemas.microsoft.com/office/drawing/2014/main" id="{BCB6715E-EA0D-7B91-58E3-212EA5BAC63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060" name="Group 17059">
                      <a:extLst>
                        <a:ext uri="{FF2B5EF4-FFF2-40B4-BE49-F238E27FC236}">
                          <a16:creationId xmlns:a16="http://schemas.microsoft.com/office/drawing/2014/main" id="{CCEF826B-E060-DB84-03FD-EED45406BEDD}"/>
                        </a:ext>
                      </a:extLst>
                    </p:cNvPr>
                    <p:cNvGrpSpPr/>
                    <p:nvPr/>
                  </p:nvGrpSpPr>
                  <p:grpSpPr>
                    <a:xfrm>
                      <a:off x="5310186" y="3402011"/>
                      <a:ext cx="303213" cy="303213"/>
                      <a:chOff x="5310186" y="3402011"/>
                      <a:chExt cx="303213" cy="303213"/>
                    </a:xfrm>
                  </p:grpSpPr>
                  <p:grpSp>
                    <p:nvGrpSpPr>
                      <p:cNvPr id="17061" name="Group 17060">
                        <a:extLst>
                          <a:ext uri="{FF2B5EF4-FFF2-40B4-BE49-F238E27FC236}">
                            <a16:creationId xmlns:a16="http://schemas.microsoft.com/office/drawing/2014/main" id="{7CA84806-E147-C1DC-42D0-5C39B4C9B5AB}"/>
                          </a:ext>
                        </a:extLst>
                      </p:cNvPr>
                      <p:cNvGrpSpPr/>
                      <p:nvPr/>
                    </p:nvGrpSpPr>
                    <p:grpSpPr>
                      <a:xfrm>
                        <a:off x="5354636" y="3446461"/>
                        <a:ext cx="214313" cy="214313"/>
                        <a:chOff x="5354637" y="3446463"/>
                        <a:chExt cx="214313" cy="214313"/>
                      </a:xfrm>
                    </p:grpSpPr>
                    <p:sp>
                      <p:nvSpPr>
                        <p:cNvPr id="17066" name="Arc 17065">
                          <a:extLst>
                            <a:ext uri="{FF2B5EF4-FFF2-40B4-BE49-F238E27FC236}">
                              <a16:creationId xmlns:a16="http://schemas.microsoft.com/office/drawing/2014/main" id="{DF72546F-B750-4B2C-711F-3116178A10E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067" name="Arc 17066">
                          <a:extLst>
                            <a:ext uri="{FF2B5EF4-FFF2-40B4-BE49-F238E27FC236}">
                              <a16:creationId xmlns:a16="http://schemas.microsoft.com/office/drawing/2014/main" id="{E5FAB939-3E7B-63C4-E05A-E0498756CF0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062" name="Group 17061">
                        <a:extLst>
                          <a:ext uri="{FF2B5EF4-FFF2-40B4-BE49-F238E27FC236}">
                            <a16:creationId xmlns:a16="http://schemas.microsoft.com/office/drawing/2014/main" id="{6C52EDBF-AF23-2654-2CA3-6BEAAE9873D1}"/>
                          </a:ext>
                        </a:extLst>
                      </p:cNvPr>
                      <p:cNvGrpSpPr/>
                      <p:nvPr/>
                    </p:nvGrpSpPr>
                    <p:grpSpPr>
                      <a:xfrm rot="7200000">
                        <a:off x="5310186" y="3402011"/>
                        <a:ext cx="303213" cy="303213"/>
                        <a:chOff x="5354637" y="3446463"/>
                        <a:chExt cx="214313" cy="214313"/>
                      </a:xfrm>
                    </p:grpSpPr>
                    <p:sp>
                      <p:nvSpPr>
                        <p:cNvPr id="17064" name="Arc 17063">
                          <a:extLst>
                            <a:ext uri="{FF2B5EF4-FFF2-40B4-BE49-F238E27FC236}">
                              <a16:creationId xmlns:a16="http://schemas.microsoft.com/office/drawing/2014/main" id="{AA0DF392-1099-9C61-7D84-66C2E628594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065" name="Arc 17064">
                          <a:extLst>
                            <a:ext uri="{FF2B5EF4-FFF2-40B4-BE49-F238E27FC236}">
                              <a16:creationId xmlns:a16="http://schemas.microsoft.com/office/drawing/2014/main" id="{A8741599-F1B9-DE50-4CC0-3BD55ACB316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063" name="TextBox 17062">
                        <a:extLst>
                          <a:ext uri="{FF2B5EF4-FFF2-40B4-BE49-F238E27FC236}">
                            <a16:creationId xmlns:a16="http://schemas.microsoft.com/office/drawing/2014/main" id="{4D6861E0-A542-DAFE-7C00-8E58C45D921C}"/>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025" name="Group 17024">
                    <a:extLst>
                      <a:ext uri="{FF2B5EF4-FFF2-40B4-BE49-F238E27FC236}">
                        <a16:creationId xmlns:a16="http://schemas.microsoft.com/office/drawing/2014/main" id="{EECA12F2-B00C-15C5-BFE9-1DE6E3B890F5}"/>
                      </a:ext>
                    </a:extLst>
                  </p:cNvPr>
                  <p:cNvGrpSpPr/>
                  <p:nvPr/>
                </p:nvGrpSpPr>
                <p:grpSpPr>
                  <a:xfrm>
                    <a:off x="5886431" y="3525040"/>
                    <a:ext cx="393192" cy="393192"/>
                    <a:chOff x="5265196" y="3932619"/>
                    <a:chExt cx="393192" cy="393192"/>
                  </a:xfrm>
                </p:grpSpPr>
                <p:grpSp>
                  <p:nvGrpSpPr>
                    <p:cNvPr id="17049" name="Group 17048">
                      <a:extLst>
                        <a:ext uri="{FF2B5EF4-FFF2-40B4-BE49-F238E27FC236}">
                          <a16:creationId xmlns:a16="http://schemas.microsoft.com/office/drawing/2014/main" id="{0643ED70-D8AA-CB6D-D9E8-7015A3D42971}"/>
                        </a:ext>
                      </a:extLst>
                    </p:cNvPr>
                    <p:cNvGrpSpPr/>
                    <p:nvPr/>
                  </p:nvGrpSpPr>
                  <p:grpSpPr>
                    <a:xfrm>
                      <a:off x="5354636" y="4022061"/>
                      <a:ext cx="214313" cy="214313"/>
                      <a:chOff x="5354637" y="3446463"/>
                      <a:chExt cx="214313" cy="214313"/>
                    </a:xfrm>
                  </p:grpSpPr>
                  <p:sp>
                    <p:nvSpPr>
                      <p:cNvPr id="17057" name="Arc 17056">
                        <a:extLst>
                          <a:ext uri="{FF2B5EF4-FFF2-40B4-BE49-F238E27FC236}">
                            <a16:creationId xmlns:a16="http://schemas.microsoft.com/office/drawing/2014/main" id="{E505CDD5-8410-7309-A1F2-3F65EA7DDC4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058" name="Arc 17057">
                        <a:extLst>
                          <a:ext uri="{FF2B5EF4-FFF2-40B4-BE49-F238E27FC236}">
                            <a16:creationId xmlns:a16="http://schemas.microsoft.com/office/drawing/2014/main" id="{43B1DFF5-0B45-4FE6-32A8-38C4F7FCDDD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050" name="Group 17049">
                      <a:extLst>
                        <a:ext uri="{FF2B5EF4-FFF2-40B4-BE49-F238E27FC236}">
                          <a16:creationId xmlns:a16="http://schemas.microsoft.com/office/drawing/2014/main" id="{5B4A922A-0E74-F67B-9AEE-225B1B3A4361}"/>
                        </a:ext>
                      </a:extLst>
                    </p:cNvPr>
                    <p:cNvGrpSpPr/>
                    <p:nvPr/>
                  </p:nvGrpSpPr>
                  <p:grpSpPr>
                    <a:xfrm rot="14400000">
                      <a:off x="5310186" y="3977611"/>
                      <a:ext cx="303213" cy="303213"/>
                      <a:chOff x="5354637" y="3446463"/>
                      <a:chExt cx="214313" cy="214313"/>
                    </a:xfrm>
                  </p:grpSpPr>
                  <p:sp>
                    <p:nvSpPr>
                      <p:cNvPr id="17055" name="Arc 17054">
                        <a:extLst>
                          <a:ext uri="{FF2B5EF4-FFF2-40B4-BE49-F238E27FC236}">
                            <a16:creationId xmlns:a16="http://schemas.microsoft.com/office/drawing/2014/main" id="{313F1E58-AB9B-FD36-2617-053F156126C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056" name="Arc 17055">
                        <a:extLst>
                          <a:ext uri="{FF2B5EF4-FFF2-40B4-BE49-F238E27FC236}">
                            <a16:creationId xmlns:a16="http://schemas.microsoft.com/office/drawing/2014/main" id="{CE37B42F-937F-0BCD-54A8-AA6BB8E7A3C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051" name="Group 17050">
                      <a:extLst>
                        <a:ext uri="{FF2B5EF4-FFF2-40B4-BE49-F238E27FC236}">
                          <a16:creationId xmlns:a16="http://schemas.microsoft.com/office/drawing/2014/main" id="{76E90E3B-0053-1258-8732-01E0FD8AC418}"/>
                        </a:ext>
                      </a:extLst>
                    </p:cNvPr>
                    <p:cNvGrpSpPr/>
                    <p:nvPr/>
                  </p:nvGrpSpPr>
                  <p:grpSpPr>
                    <a:xfrm rot="7200000">
                      <a:off x="5265196" y="3932619"/>
                      <a:ext cx="393192" cy="393192"/>
                      <a:chOff x="5354637" y="3446463"/>
                      <a:chExt cx="214313" cy="214313"/>
                    </a:xfrm>
                  </p:grpSpPr>
                  <p:sp>
                    <p:nvSpPr>
                      <p:cNvPr id="17053" name="Arc 17052">
                        <a:extLst>
                          <a:ext uri="{FF2B5EF4-FFF2-40B4-BE49-F238E27FC236}">
                            <a16:creationId xmlns:a16="http://schemas.microsoft.com/office/drawing/2014/main" id="{D8F854F8-399F-8CE6-397B-CF992F5DC91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054" name="Arc 17053">
                        <a:extLst>
                          <a:ext uri="{FF2B5EF4-FFF2-40B4-BE49-F238E27FC236}">
                            <a16:creationId xmlns:a16="http://schemas.microsoft.com/office/drawing/2014/main" id="{3C5439EC-D2E0-08CB-E28A-D89A3234258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052" name="TextBox 17051">
                      <a:extLst>
                        <a:ext uri="{FF2B5EF4-FFF2-40B4-BE49-F238E27FC236}">
                          <a16:creationId xmlns:a16="http://schemas.microsoft.com/office/drawing/2014/main" id="{374112D2-ED2B-11EA-EE5E-FFD7C6BD11EF}"/>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7026" name="Group 17025">
                    <a:extLst>
                      <a:ext uri="{FF2B5EF4-FFF2-40B4-BE49-F238E27FC236}">
                        <a16:creationId xmlns:a16="http://schemas.microsoft.com/office/drawing/2014/main" id="{DA045F25-4881-DC84-81A8-215B32C9324C}"/>
                      </a:ext>
                    </a:extLst>
                  </p:cNvPr>
                  <p:cNvGrpSpPr/>
                  <p:nvPr/>
                </p:nvGrpSpPr>
                <p:grpSpPr>
                  <a:xfrm>
                    <a:off x="6512463" y="3525040"/>
                    <a:ext cx="393192" cy="393192"/>
                    <a:chOff x="6389147" y="3357021"/>
                    <a:chExt cx="393192" cy="393192"/>
                  </a:xfrm>
                </p:grpSpPr>
                <p:grpSp>
                  <p:nvGrpSpPr>
                    <p:cNvPr id="17038" name="Group 17037">
                      <a:extLst>
                        <a:ext uri="{FF2B5EF4-FFF2-40B4-BE49-F238E27FC236}">
                          <a16:creationId xmlns:a16="http://schemas.microsoft.com/office/drawing/2014/main" id="{C3B15F85-11B1-7B06-053B-11B5A6D4B85E}"/>
                        </a:ext>
                      </a:extLst>
                    </p:cNvPr>
                    <p:cNvGrpSpPr/>
                    <p:nvPr/>
                  </p:nvGrpSpPr>
                  <p:grpSpPr>
                    <a:xfrm rot="7200000" flipH="1">
                      <a:off x="6389147" y="3357021"/>
                      <a:ext cx="393192" cy="393192"/>
                      <a:chOff x="5354637" y="3446463"/>
                      <a:chExt cx="214313" cy="214313"/>
                    </a:xfrm>
                  </p:grpSpPr>
                  <p:sp>
                    <p:nvSpPr>
                      <p:cNvPr id="17047" name="Arc 17046">
                        <a:extLst>
                          <a:ext uri="{FF2B5EF4-FFF2-40B4-BE49-F238E27FC236}">
                            <a16:creationId xmlns:a16="http://schemas.microsoft.com/office/drawing/2014/main" id="{F32AA5CC-EF1F-D764-2902-041B199358B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048" name="Arc 17047">
                        <a:extLst>
                          <a:ext uri="{FF2B5EF4-FFF2-40B4-BE49-F238E27FC236}">
                            <a16:creationId xmlns:a16="http://schemas.microsoft.com/office/drawing/2014/main" id="{BA509A85-0F02-1083-C9B9-39CFBC93A0A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039" name="Group 17038">
                      <a:extLst>
                        <a:ext uri="{FF2B5EF4-FFF2-40B4-BE49-F238E27FC236}">
                          <a16:creationId xmlns:a16="http://schemas.microsoft.com/office/drawing/2014/main" id="{6C6D333B-174E-A2FF-B8FC-CB2D0742D656}"/>
                        </a:ext>
                      </a:extLst>
                    </p:cNvPr>
                    <p:cNvGrpSpPr/>
                    <p:nvPr/>
                  </p:nvGrpSpPr>
                  <p:grpSpPr>
                    <a:xfrm>
                      <a:off x="6434137" y="3402011"/>
                      <a:ext cx="303213" cy="303213"/>
                      <a:chOff x="6434137" y="3402011"/>
                      <a:chExt cx="303213" cy="303213"/>
                    </a:xfrm>
                  </p:grpSpPr>
                  <p:grpSp>
                    <p:nvGrpSpPr>
                      <p:cNvPr id="17040" name="Group 17039">
                        <a:extLst>
                          <a:ext uri="{FF2B5EF4-FFF2-40B4-BE49-F238E27FC236}">
                            <a16:creationId xmlns:a16="http://schemas.microsoft.com/office/drawing/2014/main" id="{5C49DCA7-3703-CE3C-58ED-5B229382B143}"/>
                          </a:ext>
                        </a:extLst>
                      </p:cNvPr>
                      <p:cNvGrpSpPr/>
                      <p:nvPr/>
                    </p:nvGrpSpPr>
                    <p:grpSpPr>
                      <a:xfrm flipH="1">
                        <a:off x="6478587" y="3446461"/>
                        <a:ext cx="214313" cy="214313"/>
                        <a:chOff x="5354637" y="3446463"/>
                        <a:chExt cx="214313" cy="214313"/>
                      </a:xfrm>
                    </p:grpSpPr>
                    <p:sp>
                      <p:nvSpPr>
                        <p:cNvPr id="17045" name="Arc 17044">
                          <a:extLst>
                            <a:ext uri="{FF2B5EF4-FFF2-40B4-BE49-F238E27FC236}">
                              <a16:creationId xmlns:a16="http://schemas.microsoft.com/office/drawing/2014/main" id="{1DBD909A-7015-CD09-785D-6E626A1C520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046" name="Arc 17045">
                          <a:extLst>
                            <a:ext uri="{FF2B5EF4-FFF2-40B4-BE49-F238E27FC236}">
                              <a16:creationId xmlns:a16="http://schemas.microsoft.com/office/drawing/2014/main" id="{1BD9AC07-24F8-557D-FC86-BAB0B19D184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041" name="Group 17040">
                        <a:extLst>
                          <a:ext uri="{FF2B5EF4-FFF2-40B4-BE49-F238E27FC236}">
                            <a16:creationId xmlns:a16="http://schemas.microsoft.com/office/drawing/2014/main" id="{561D5B46-1F22-B5C8-15CC-13C65081A308}"/>
                          </a:ext>
                        </a:extLst>
                      </p:cNvPr>
                      <p:cNvGrpSpPr/>
                      <p:nvPr/>
                    </p:nvGrpSpPr>
                    <p:grpSpPr>
                      <a:xfrm rot="14400000" flipH="1">
                        <a:off x="6434137" y="3402011"/>
                        <a:ext cx="303213" cy="303213"/>
                        <a:chOff x="5354637" y="3446463"/>
                        <a:chExt cx="214313" cy="214313"/>
                      </a:xfrm>
                    </p:grpSpPr>
                    <p:sp>
                      <p:nvSpPr>
                        <p:cNvPr id="17043" name="Arc 17042">
                          <a:extLst>
                            <a:ext uri="{FF2B5EF4-FFF2-40B4-BE49-F238E27FC236}">
                              <a16:creationId xmlns:a16="http://schemas.microsoft.com/office/drawing/2014/main" id="{9B3ED30F-E65B-4654-5BC2-6949C05F1FB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044" name="Arc 17043">
                          <a:extLst>
                            <a:ext uri="{FF2B5EF4-FFF2-40B4-BE49-F238E27FC236}">
                              <a16:creationId xmlns:a16="http://schemas.microsoft.com/office/drawing/2014/main" id="{67774084-F9D0-FF97-3921-9BC528CC4CF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042" name="TextBox 17041">
                        <a:extLst>
                          <a:ext uri="{FF2B5EF4-FFF2-40B4-BE49-F238E27FC236}">
                            <a16:creationId xmlns:a16="http://schemas.microsoft.com/office/drawing/2014/main" id="{1605DD47-D204-831C-0A29-59C08FF51A11}"/>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7027" name="Group 17026">
                    <a:extLst>
                      <a:ext uri="{FF2B5EF4-FFF2-40B4-BE49-F238E27FC236}">
                        <a16:creationId xmlns:a16="http://schemas.microsoft.com/office/drawing/2014/main" id="{FE452038-A71A-38DD-3438-C0484057E1E1}"/>
                      </a:ext>
                    </a:extLst>
                  </p:cNvPr>
                  <p:cNvGrpSpPr/>
                  <p:nvPr/>
                </p:nvGrpSpPr>
                <p:grpSpPr>
                  <a:xfrm>
                    <a:off x="6197413" y="3225768"/>
                    <a:ext cx="393192" cy="393192"/>
                    <a:chOff x="6389147" y="3932622"/>
                    <a:chExt cx="393192" cy="393192"/>
                  </a:xfrm>
                </p:grpSpPr>
                <p:grpSp>
                  <p:nvGrpSpPr>
                    <p:cNvPr id="17028" name="Group 17027">
                      <a:extLst>
                        <a:ext uri="{FF2B5EF4-FFF2-40B4-BE49-F238E27FC236}">
                          <a16:creationId xmlns:a16="http://schemas.microsoft.com/office/drawing/2014/main" id="{2FC32687-7C2F-5B86-E222-C883ACD079BD}"/>
                        </a:ext>
                      </a:extLst>
                    </p:cNvPr>
                    <p:cNvGrpSpPr/>
                    <p:nvPr/>
                  </p:nvGrpSpPr>
                  <p:grpSpPr>
                    <a:xfrm flipH="1">
                      <a:off x="6478587" y="4022061"/>
                      <a:ext cx="214313" cy="214313"/>
                      <a:chOff x="5354637" y="3446463"/>
                      <a:chExt cx="214313" cy="214313"/>
                    </a:xfrm>
                  </p:grpSpPr>
                  <p:sp>
                    <p:nvSpPr>
                      <p:cNvPr id="17036" name="Arc 17035">
                        <a:extLst>
                          <a:ext uri="{FF2B5EF4-FFF2-40B4-BE49-F238E27FC236}">
                            <a16:creationId xmlns:a16="http://schemas.microsoft.com/office/drawing/2014/main" id="{85F1FB7F-6360-6C3D-06C0-5B865B21EE1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037" name="Arc 17036">
                        <a:extLst>
                          <a:ext uri="{FF2B5EF4-FFF2-40B4-BE49-F238E27FC236}">
                            <a16:creationId xmlns:a16="http://schemas.microsoft.com/office/drawing/2014/main" id="{F722DA16-2690-7251-AD44-17F2A72F57E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029" name="Group 17028">
                      <a:extLst>
                        <a:ext uri="{FF2B5EF4-FFF2-40B4-BE49-F238E27FC236}">
                          <a16:creationId xmlns:a16="http://schemas.microsoft.com/office/drawing/2014/main" id="{9887B943-7799-81C7-B3A2-241908E95FE1}"/>
                        </a:ext>
                      </a:extLst>
                    </p:cNvPr>
                    <p:cNvGrpSpPr/>
                    <p:nvPr/>
                  </p:nvGrpSpPr>
                  <p:grpSpPr>
                    <a:xfrm rot="7200000" flipH="1">
                      <a:off x="6434137" y="3977611"/>
                      <a:ext cx="303213" cy="303213"/>
                      <a:chOff x="5354637" y="3446463"/>
                      <a:chExt cx="214313" cy="214313"/>
                    </a:xfrm>
                  </p:grpSpPr>
                  <p:sp>
                    <p:nvSpPr>
                      <p:cNvPr id="17034" name="Arc 17033">
                        <a:extLst>
                          <a:ext uri="{FF2B5EF4-FFF2-40B4-BE49-F238E27FC236}">
                            <a16:creationId xmlns:a16="http://schemas.microsoft.com/office/drawing/2014/main" id="{04EE4BDB-A9AC-1B0E-8DC4-299EA7169B1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035" name="Arc 17034">
                        <a:extLst>
                          <a:ext uri="{FF2B5EF4-FFF2-40B4-BE49-F238E27FC236}">
                            <a16:creationId xmlns:a16="http://schemas.microsoft.com/office/drawing/2014/main" id="{E6FF470F-DAEA-D2FE-75C9-B82D06C1DE4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030" name="Group 17029">
                      <a:extLst>
                        <a:ext uri="{FF2B5EF4-FFF2-40B4-BE49-F238E27FC236}">
                          <a16:creationId xmlns:a16="http://schemas.microsoft.com/office/drawing/2014/main" id="{36261D4E-188A-4A0D-AE43-AFC143E9E25C}"/>
                        </a:ext>
                      </a:extLst>
                    </p:cNvPr>
                    <p:cNvGrpSpPr/>
                    <p:nvPr/>
                  </p:nvGrpSpPr>
                  <p:grpSpPr>
                    <a:xfrm rot="14400000" flipH="1">
                      <a:off x="6389147" y="3932622"/>
                      <a:ext cx="393192" cy="393192"/>
                      <a:chOff x="5354637" y="3446463"/>
                      <a:chExt cx="214313" cy="214313"/>
                    </a:xfrm>
                  </p:grpSpPr>
                  <p:sp>
                    <p:nvSpPr>
                      <p:cNvPr id="17032" name="Arc 17031">
                        <a:extLst>
                          <a:ext uri="{FF2B5EF4-FFF2-40B4-BE49-F238E27FC236}">
                            <a16:creationId xmlns:a16="http://schemas.microsoft.com/office/drawing/2014/main" id="{311A581F-EA31-8CF6-93F7-DF28F5F29F6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033" name="Arc 17032">
                        <a:extLst>
                          <a:ext uri="{FF2B5EF4-FFF2-40B4-BE49-F238E27FC236}">
                            <a16:creationId xmlns:a16="http://schemas.microsoft.com/office/drawing/2014/main" id="{B40D4522-B8E1-776D-8B35-35DCA274168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031" name="TextBox 17030">
                      <a:extLst>
                        <a:ext uri="{FF2B5EF4-FFF2-40B4-BE49-F238E27FC236}">
                          <a16:creationId xmlns:a16="http://schemas.microsoft.com/office/drawing/2014/main" id="{3AE53FE8-8D1A-4992-D992-00AEF543A949}"/>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5301" name="Group 15300">
              <a:extLst>
                <a:ext uri="{FF2B5EF4-FFF2-40B4-BE49-F238E27FC236}">
                  <a16:creationId xmlns:a16="http://schemas.microsoft.com/office/drawing/2014/main" id="{EDFC7155-413B-AD77-C672-9D5FF3394805}"/>
                </a:ext>
              </a:extLst>
            </p:cNvPr>
            <p:cNvGrpSpPr/>
            <p:nvPr/>
          </p:nvGrpSpPr>
          <p:grpSpPr>
            <a:xfrm>
              <a:off x="7543526" y="535201"/>
              <a:ext cx="2263438" cy="2198360"/>
              <a:chOff x="5445106" y="2039507"/>
              <a:chExt cx="2263438" cy="2198360"/>
            </a:xfrm>
          </p:grpSpPr>
          <p:grpSp>
            <p:nvGrpSpPr>
              <p:cNvPr id="16830" name="Group 16829">
                <a:extLst>
                  <a:ext uri="{FF2B5EF4-FFF2-40B4-BE49-F238E27FC236}">
                    <a16:creationId xmlns:a16="http://schemas.microsoft.com/office/drawing/2014/main" id="{825C3D65-FC46-4B76-2CFD-9CE0075607C0}"/>
                  </a:ext>
                </a:extLst>
              </p:cNvPr>
              <p:cNvGrpSpPr/>
              <p:nvPr/>
            </p:nvGrpSpPr>
            <p:grpSpPr>
              <a:xfrm>
                <a:off x="5445106" y="2644743"/>
                <a:ext cx="1643204" cy="1593124"/>
                <a:chOff x="5445106" y="2644743"/>
                <a:chExt cx="1643204" cy="1593124"/>
              </a:xfrm>
            </p:grpSpPr>
            <p:grpSp>
              <p:nvGrpSpPr>
                <p:cNvPr id="16926" name="Group 16925">
                  <a:extLst>
                    <a:ext uri="{FF2B5EF4-FFF2-40B4-BE49-F238E27FC236}">
                      <a16:creationId xmlns:a16="http://schemas.microsoft.com/office/drawing/2014/main" id="{E173A500-497E-0046-CE07-E850B65F67E6}"/>
                    </a:ext>
                  </a:extLst>
                </p:cNvPr>
                <p:cNvGrpSpPr/>
                <p:nvPr/>
              </p:nvGrpSpPr>
              <p:grpSpPr>
                <a:xfrm>
                  <a:off x="5445106" y="2644743"/>
                  <a:ext cx="1019224" cy="991639"/>
                  <a:chOff x="5886431" y="3225768"/>
                  <a:chExt cx="1019224" cy="991639"/>
                </a:xfrm>
              </p:grpSpPr>
              <p:grpSp>
                <p:nvGrpSpPr>
                  <p:cNvPr id="16974" name="Group 16973">
                    <a:extLst>
                      <a:ext uri="{FF2B5EF4-FFF2-40B4-BE49-F238E27FC236}">
                        <a16:creationId xmlns:a16="http://schemas.microsoft.com/office/drawing/2014/main" id="{BC723E39-945B-6569-4193-F6DCC34A164C}"/>
                      </a:ext>
                    </a:extLst>
                  </p:cNvPr>
                  <p:cNvGrpSpPr/>
                  <p:nvPr/>
                </p:nvGrpSpPr>
                <p:grpSpPr>
                  <a:xfrm>
                    <a:off x="6197413" y="3824215"/>
                    <a:ext cx="393192" cy="393192"/>
                    <a:chOff x="5265196" y="3357021"/>
                    <a:chExt cx="393192" cy="393192"/>
                  </a:xfrm>
                </p:grpSpPr>
                <p:grpSp>
                  <p:nvGrpSpPr>
                    <p:cNvPr id="17009" name="Group 17008">
                      <a:extLst>
                        <a:ext uri="{FF2B5EF4-FFF2-40B4-BE49-F238E27FC236}">
                          <a16:creationId xmlns:a16="http://schemas.microsoft.com/office/drawing/2014/main" id="{9FC1DCE5-D058-35F8-8033-CD0EE47A4B93}"/>
                        </a:ext>
                      </a:extLst>
                    </p:cNvPr>
                    <p:cNvGrpSpPr/>
                    <p:nvPr/>
                  </p:nvGrpSpPr>
                  <p:grpSpPr>
                    <a:xfrm rot="14400000">
                      <a:off x="5265196" y="3357021"/>
                      <a:ext cx="393192" cy="393192"/>
                      <a:chOff x="5354637" y="3446463"/>
                      <a:chExt cx="214313" cy="214313"/>
                    </a:xfrm>
                  </p:grpSpPr>
                  <p:sp>
                    <p:nvSpPr>
                      <p:cNvPr id="17018" name="Arc 17017">
                        <a:extLst>
                          <a:ext uri="{FF2B5EF4-FFF2-40B4-BE49-F238E27FC236}">
                            <a16:creationId xmlns:a16="http://schemas.microsoft.com/office/drawing/2014/main" id="{57C67A12-B462-55F1-43E0-8F77FC32E7D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019" name="Arc 17018">
                        <a:extLst>
                          <a:ext uri="{FF2B5EF4-FFF2-40B4-BE49-F238E27FC236}">
                            <a16:creationId xmlns:a16="http://schemas.microsoft.com/office/drawing/2014/main" id="{F1F78839-185C-2842-BF25-1A27137B8EE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010" name="Group 17009">
                      <a:extLst>
                        <a:ext uri="{FF2B5EF4-FFF2-40B4-BE49-F238E27FC236}">
                          <a16:creationId xmlns:a16="http://schemas.microsoft.com/office/drawing/2014/main" id="{BF6A5FF9-B5E0-3FBD-1888-66B3277B5C04}"/>
                        </a:ext>
                      </a:extLst>
                    </p:cNvPr>
                    <p:cNvGrpSpPr/>
                    <p:nvPr/>
                  </p:nvGrpSpPr>
                  <p:grpSpPr>
                    <a:xfrm>
                      <a:off x="5310186" y="3402011"/>
                      <a:ext cx="303213" cy="303213"/>
                      <a:chOff x="5310186" y="3402011"/>
                      <a:chExt cx="303213" cy="303213"/>
                    </a:xfrm>
                  </p:grpSpPr>
                  <p:grpSp>
                    <p:nvGrpSpPr>
                      <p:cNvPr id="17011" name="Group 17010">
                        <a:extLst>
                          <a:ext uri="{FF2B5EF4-FFF2-40B4-BE49-F238E27FC236}">
                            <a16:creationId xmlns:a16="http://schemas.microsoft.com/office/drawing/2014/main" id="{1EB90EBE-32FE-B280-94F2-D90526EF5E13}"/>
                          </a:ext>
                        </a:extLst>
                      </p:cNvPr>
                      <p:cNvGrpSpPr/>
                      <p:nvPr/>
                    </p:nvGrpSpPr>
                    <p:grpSpPr>
                      <a:xfrm>
                        <a:off x="5354636" y="3446461"/>
                        <a:ext cx="214313" cy="214313"/>
                        <a:chOff x="5354637" y="3446463"/>
                        <a:chExt cx="214313" cy="214313"/>
                      </a:xfrm>
                    </p:grpSpPr>
                    <p:sp>
                      <p:nvSpPr>
                        <p:cNvPr id="17016" name="Arc 17015">
                          <a:extLst>
                            <a:ext uri="{FF2B5EF4-FFF2-40B4-BE49-F238E27FC236}">
                              <a16:creationId xmlns:a16="http://schemas.microsoft.com/office/drawing/2014/main" id="{3402BD6B-E98D-7947-A93B-145067BBF60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017" name="Arc 17016">
                          <a:extLst>
                            <a:ext uri="{FF2B5EF4-FFF2-40B4-BE49-F238E27FC236}">
                              <a16:creationId xmlns:a16="http://schemas.microsoft.com/office/drawing/2014/main" id="{E47D8674-DEA4-64F3-E2E9-BA733814803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012" name="Group 17011">
                        <a:extLst>
                          <a:ext uri="{FF2B5EF4-FFF2-40B4-BE49-F238E27FC236}">
                            <a16:creationId xmlns:a16="http://schemas.microsoft.com/office/drawing/2014/main" id="{E9D83008-A8B2-AD3F-67CD-D746C8F037F8}"/>
                          </a:ext>
                        </a:extLst>
                      </p:cNvPr>
                      <p:cNvGrpSpPr/>
                      <p:nvPr/>
                    </p:nvGrpSpPr>
                    <p:grpSpPr>
                      <a:xfrm rot="7200000">
                        <a:off x="5310186" y="3402011"/>
                        <a:ext cx="303213" cy="303213"/>
                        <a:chOff x="5354637" y="3446463"/>
                        <a:chExt cx="214313" cy="214313"/>
                      </a:xfrm>
                    </p:grpSpPr>
                    <p:sp>
                      <p:nvSpPr>
                        <p:cNvPr id="17014" name="Arc 17013">
                          <a:extLst>
                            <a:ext uri="{FF2B5EF4-FFF2-40B4-BE49-F238E27FC236}">
                              <a16:creationId xmlns:a16="http://schemas.microsoft.com/office/drawing/2014/main" id="{4E76D90B-CEA7-6AC5-3CF7-2079E961181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015" name="Arc 17014">
                          <a:extLst>
                            <a:ext uri="{FF2B5EF4-FFF2-40B4-BE49-F238E27FC236}">
                              <a16:creationId xmlns:a16="http://schemas.microsoft.com/office/drawing/2014/main" id="{84A8BE14-FAB2-8ACA-F41C-B3C88AB2345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013" name="TextBox 17012">
                        <a:extLst>
                          <a:ext uri="{FF2B5EF4-FFF2-40B4-BE49-F238E27FC236}">
                            <a16:creationId xmlns:a16="http://schemas.microsoft.com/office/drawing/2014/main" id="{100BC351-D016-95E3-1D48-596F40D323DD}"/>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975" name="Group 16974">
                    <a:extLst>
                      <a:ext uri="{FF2B5EF4-FFF2-40B4-BE49-F238E27FC236}">
                        <a16:creationId xmlns:a16="http://schemas.microsoft.com/office/drawing/2014/main" id="{43856910-7440-E6F9-BC45-47B90F43AF90}"/>
                      </a:ext>
                    </a:extLst>
                  </p:cNvPr>
                  <p:cNvGrpSpPr/>
                  <p:nvPr/>
                </p:nvGrpSpPr>
                <p:grpSpPr>
                  <a:xfrm>
                    <a:off x="5886431" y="3525040"/>
                    <a:ext cx="393192" cy="393192"/>
                    <a:chOff x="5265196" y="3932619"/>
                    <a:chExt cx="393192" cy="393192"/>
                  </a:xfrm>
                </p:grpSpPr>
                <p:grpSp>
                  <p:nvGrpSpPr>
                    <p:cNvPr id="16999" name="Group 16998">
                      <a:extLst>
                        <a:ext uri="{FF2B5EF4-FFF2-40B4-BE49-F238E27FC236}">
                          <a16:creationId xmlns:a16="http://schemas.microsoft.com/office/drawing/2014/main" id="{A3709AD0-8AA1-04B5-019D-B83F55414103}"/>
                        </a:ext>
                      </a:extLst>
                    </p:cNvPr>
                    <p:cNvGrpSpPr/>
                    <p:nvPr/>
                  </p:nvGrpSpPr>
                  <p:grpSpPr>
                    <a:xfrm>
                      <a:off x="5354636" y="4022061"/>
                      <a:ext cx="214313" cy="214313"/>
                      <a:chOff x="5354637" y="3446463"/>
                      <a:chExt cx="214313" cy="214313"/>
                    </a:xfrm>
                  </p:grpSpPr>
                  <p:sp>
                    <p:nvSpPr>
                      <p:cNvPr id="17007" name="Arc 17006">
                        <a:extLst>
                          <a:ext uri="{FF2B5EF4-FFF2-40B4-BE49-F238E27FC236}">
                            <a16:creationId xmlns:a16="http://schemas.microsoft.com/office/drawing/2014/main" id="{6820BA66-06DB-DF92-9CB8-4E41EF85CFE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008" name="Arc 17007">
                        <a:extLst>
                          <a:ext uri="{FF2B5EF4-FFF2-40B4-BE49-F238E27FC236}">
                            <a16:creationId xmlns:a16="http://schemas.microsoft.com/office/drawing/2014/main" id="{4D00E270-2C2E-1F1B-D9FF-3ADA31BCABD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000" name="Group 16999">
                      <a:extLst>
                        <a:ext uri="{FF2B5EF4-FFF2-40B4-BE49-F238E27FC236}">
                          <a16:creationId xmlns:a16="http://schemas.microsoft.com/office/drawing/2014/main" id="{9AD69C71-3895-AA14-762D-26A8F2967282}"/>
                        </a:ext>
                      </a:extLst>
                    </p:cNvPr>
                    <p:cNvGrpSpPr/>
                    <p:nvPr/>
                  </p:nvGrpSpPr>
                  <p:grpSpPr>
                    <a:xfrm rot="14400000">
                      <a:off x="5310186" y="3977611"/>
                      <a:ext cx="303213" cy="303213"/>
                      <a:chOff x="5354637" y="3446463"/>
                      <a:chExt cx="214313" cy="214313"/>
                    </a:xfrm>
                  </p:grpSpPr>
                  <p:sp>
                    <p:nvSpPr>
                      <p:cNvPr id="17005" name="Arc 17004">
                        <a:extLst>
                          <a:ext uri="{FF2B5EF4-FFF2-40B4-BE49-F238E27FC236}">
                            <a16:creationId xmlns:a16="http://schemas.microsoft.com/office/drawing/2014/main" id="{E37D29CB-939A-78C1-EEA8-66D3387846B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006" name="Arc 17005">
                        <a:extLst>
                          <a:ext uri="{FF2B5EF4-FFF2-40B4-BE49-F238E27FC236}">
                            <a16:creationId xmlns:a16="http://schemas.microsoft.com/office/drawing/2014/main" id="{BC1503B2-9F30-C805-984E-F48050303EB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7001" name="Group 17000">
                      <a:extLst>
                        <a:ext uri="{FF2B5EF4-FFF2-40B4-BE49-F238E27FC236}">
                          <a16:creationId xmlns:a16="http://schemas.microsoft.com/office/drawing/2014/main" id="{FEEC91DA-FF81-DD37-A2E7-E6A4C7F6A012}"/>
                        </a:ext>
                      </a:extLst>
                    </p:cNvPr>
                    <p:cNvGrpSpPr/>
                    <p:nvPr/>
                  </p:nvGrpSpPr>
                  <p:grpSpPr>
                    <a:xfrm rot="7200000">
                      <a:off x="5265196" y="3932619"/>
                      <a:ext cx="393192" cy="393192"/>
                      <a:chOff x="5354637" y="3446463"/>
                      <a:chExt cx="214313" cy="214313"/>
                    </a:xfrm>
                  </p:grpSpPr>
                  <p:sp>
                    <p:nvSpPr>
                      <p:cNvPr id="17003" name="Arc 17002">
                        <a:extLst>
                          <a:ext uri="{FF2B5EF4-FFF2-40B4-BE49-F238E27FC236}">
                            <a16:creationId xmlns:a16="http://schemas.microsoft.com/office/drawing/2014/main" id="{BE11ADCF-AC49-6982-7C7B-2EBE6F63336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004" name="Arc 17003">
                        <a:extLst>
                          <a:ext uri="{FF2B5EF4-FFF2-40B4-BE49-F238E27FC236}">
                            <a16:creationId xmlns:a16="http://schemas.microsoft.com/office/drawing/2014/main" id="{2783BB4E-EEEB-FBFA-6984-8A5E09F5706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7002" name="TextBox 17001">
                      <a:extLst>
                        <a:ext uri="{FF2B5EF4-FFF2-40B4-BE49-F238E27FC236}">
                          <a16:creationId xmlns:a16="http://schemas.microsoft.com/office/drawing/2014/main" id="{1FAE8B49-600C-FC4E-F0F1-ED52B800FB39}"/>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6976" name="Group 16975">
                    <a:extLst>
                      <a:ext uri="{FF2B5EF4-FFF2-40B4-BE49-F238E27FC236}">
                        <a16:creationId xmlns:a16="http://schemas.microsoft.com/office/drawing/2014/main" id="{3ADFC2E8-CD98-8DC3-A736-F6ED4A42B2C5}"/>
                      </a:ext>
                    </a:extLst>
                  </p:cNvPr>
                  <p:cNvGrpSpPr/>
                  <p:nvPr/>
                </p:nvGrpSpPr>
                <p:grpSpPr>
                  <a:xfrm>
                    <a:off x="6512463" y="3525040"/>
                    <a:ext cx="393192" cy="393192"/>
                    <a:chOff x="6389147" y="3357021"/>
                    <a:chExt cx="393192" cy="393192"/>
                  </a:xfrm>
                </p:grpSpPr>
                <p:grpSp>
                  <p:nvGrpSpPr>
                    <p:cNvPr id="16988" name="Group 16987">
                      <a:extLst>
                        <a:ext uri="{FF2B5EF4-FFF2-40B4-BE49-F238E27FC236}">
                          <a16:creationId xmlns:a16="http://schemas.microsoft.com/office/drawing/2014/main" id="{398FA42B-C20C-28F9-7D41-04B7BAE4CFF0}"/>
                        </a:ext>
                      </a:extLst>
                    </p:cNvPr>
                    <p:cNvGrpSpPr/>
                    <p:nvPr/>
                  </p:nvGrpSpPr>
                  <p:grpSpPr>
                    <a:xfrm rot="7200000" flipH="1">
                      <a:off x="6389147" y="3357021"/>
                      <a:ext cx="393192" cy="393192"/>
                      <a:chOff x="5354637" y="3446463"/>
                      <a:chExt cx="214313" cy="214313"/>
                    </a:xfrm>
                  </p:grpSpPr>
                  <p:sp>
                    <p:nvSpPr>
                      <p:cNvPr id="16997" name="Arc 16996">
                        <a:extLst>
                          <a:ext uri="{FF2B5EF4-FFF2-40B4-BE49-F238E27FC236}">
                            <a16:creationId xmlns:a16="http://schemas.microsoft.com/office/drawing/2014/main" id="{AEBA5B62-2D2F-714E-CCC3-5B084DFB1CC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998" name="Arc 16997">
                        <a:extLst>
                          <a:ext uri="{FF2B5EF4-FFF2-40B4-BE49-F238E27FC236}">
                            <a16:creationId xmlns:a16="http://schemas.microsoft.com/office/drawing/2014/main" id="{7EE4B862-D2C8-F32C-A1F3-68E887F6A19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989" name="Group 16988">
                      <a:extLst>
                        <a:ext uri="{FF2B5EF4-FFF2-40B4-BE49-F238E27FC236}">
                          <a16:creationId xmlns:a16="http://schemas.microsoft.com/office/drawing/2014/main" id="{C8C68A1E-40EE-6FC9-EFFF-5C3FAAF6666A}"/>
                        </a:ext>
                      </a:extLst>
                    </p:cNvPr>
                    <p:cNvGrpSpPr/>
                    <p:nvPr/>
                  </p:nvGrpSpPr>
                  <p:grpSpPr>
                    <a:xfrm>
                      <a:off x="6434137" y="3402011"/>
                      <a:ext cx="303213" cy="303213"/>
                      <a:chOff x="6434137" y="3402011"/>
                      <a:chExt cx="303213" cy="303213"/>
                    </a:xfrm>
                  </p:grpSpPr>
                  <p:grpSp>
                    <p:nvGrpSpPr>
                      <p:cNvPr id="16990" name="Group 16989">
                        <a:extLst>
                          <a:ext uri="{FF2B5EF4-FFF2-40B4-BE49-F238E27FC236}">
                            <a16:creationId xmlns:a16="http://schemas.microsoft.com/office/drawing/2014/main" id="{22D6F603-0A86-4BFF-5E38-F6DF3E90891A}"/>
                          </a:ext>
                        </a:extLst>
                      </p:cNvPr>
                      <p:cNvGrpSpPr/>
                      <p:nvPr/>
                    </p:nvGrpSpPr>
                    <p:grpSpPr>
                      <a:xfrm flipH="1">
                        <a:off x="6478587" y="3446461"/>
                        <a:ext cx="214313" cy="214313"/>
                        <a:chOff x="5354637" y="3446463"/>
                        <a:chExt cx="214313" cy="214313"/>
                      </a:xfrm>
                    </p:grpSpPr>
                    <p:sp>
                      <p:nvSpPr>
                        <p:cNvPr id="16995" name="Arc 16994">
                          <a:extLst>
                            <a:ext uri="{FF2B5EF4-FFF2-40B4-BE49-F238E27FC236}">
                              <a16:creationId xmlns:a16="http://schemas.microsoft.com/office/drawing/2014/main" id="{E0B72321-E148-FD66-F611-E65CDD9B9C0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996" name="Arc 16995">
                          <a:extLst>
                            <a:ext uri="{FF2B5EF4-FFF2-40B4-BE49-F238E27FC236}">
                              <a16:creationId xmlns:a16="http://schemas.microsoft.com/office/drawing/2014/main" id="{ED3F57A0-70FC-7EA1-68A5-C39DE6F6936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991" name="Group 16990">
                        <a:extLst>
                          <a:ext uri="{FF2B5EF4-FFF2-40B4-BE49-F238E27FC236}">
                            <a16:creationId xmlns:a16="http://schemas.microsoft.com/office/drawing/2014/main" id="{B2BC0C1B-0E4B-B266-64F0-92547C736B20}"/>
                          </a:ext>
                        </a:extLst>
                      </p:cNvPr>
                      <p:cNvGrpSpPr/>
                      <p:nvPr/>
                    </p:nvGrpSpPr>
                    <p:grpSpPr>
                      <a:xfrm rot="14400000" flipH="1">
                        <a:off x="6434137" y="3402011"/>
                        <a:ext cx="303213" cy="303213"/>
                        <a:chOff x="5354637" y="3446463"/>
                        <a:chExt cx="214313" cy="214313"/>
                      </a:xfrm>
                    </p:grpSpPr>
                    <p:sp>
                      <p:nvSpPr>
                        <p:cNvPr id="16993" name="Arc 16992">
                          <a:extLst>
                            <a:ext uri="{FF2B5EF4-FFF2-40B4-BE49-F238E27FC236}">
                              <a16:creationId xmlns:a16="http://schemas.microsoft.com/office/drawing/2014/main" id="{4400F7F7-D5F0-9215-7527-1B72D6851CA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994" name="Arc 16993">
                          <a:extLst>
                            <a:ext uri="{FF2B5EF4-FFF2-40B4-BE49-F238E27FC236}">
                              <a16:creationId xmlns:a16="http://schemas.microsoft.com/office/drawing/2014/main" id="{0B508385-5200-DF70-5465-6EAB353F284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992" name="TextBox 16991">
                        <a:extLst>
                          <a:ext uri="{FF2B5EF4-FFF2-40B4-BE49-F238E27FC236}">
                            <a16:creationId xmlns:a16="http://schemas.microsoft.com/office/drawing/2014/main" id="{D07D5D13-665D-695E-9F6B-162967BD783C}"/>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977" name="Group 16976">
                    <a:extLst>
                      <a:ext uri="{FF2B5EF4-FFF2-40B4-BE49-F238E27FC236}">
                        <a16:creationId xmlns:a16="http://schemas.microsoft.com/office/drawing/2014/main" id="{A14A52FD-517A-DD63-A700-A382EF4E2E56}"/>
                      </a:ext>
                    </a:extLst>
                  </p:cNvPr>
                  <p:cNvGrpSpPr/>
                  <p:nvPr/>
                </p:nvGrpSpPr>
                <p:grpSpPr>
                  <a:xfrm>
                    <a:off x="6197413" y="3225768"/>
                    <a:ext cx="393192" cy="393192"/>
                    <a:chOff x="6389147" y="3932622"/>
                    <a:chExt cx="393192" cy="393192"/>
                  </a:xfrm>
                </p:grpSpPr>
                <p:grpSp>
                  <p:nvGrpSpPr>
                    <p:cNvPr id="16978" name="Group 16977">
                      <a:extLst>
                        <a:ext uri="{FF2B5EF4-FFF2-40B4-BE49-F238E27FC236}">
                          <a16:creationId xmlns:a16="http://schemas.microsoft.com/office/drawing/2014/main" id="{1E55841C-2C05-31F1-492E-B6B78D6A9F4D}"/>
                        </a:ext>
                      </a:extLst>
                    </p:cNvPr>
                    <p:cNvGrpSpPr/>
                    <p:nvPr/>
                  </p:nvGrpSpPr>
                  <p:grpSpPr>
                    <a:xfrm flipH="1">
                      <a:off x="6478587" y="4022061"/>
                      <a:ext cx="214313" cy="214313"/>
                      <a:chOff x="5354637" y="3446463"/>
                      <a:chExt cx="214313" cy="214313"/>
                    </a:xfrm>
                  </p:grpSpPr>
                  <p:sp>
                    <p:nvSpPr>
                      <p:cNvPr id="16986" name="Arc 16985">
                        <a:extLst>
                          <a:ext uri="{FF2B5EF4-FFF2-40B4-BE49-F238E27FC236}">
                            <a16:creationId xmlns:a16="http://schemas.microsoft.com/office/drawing/2014/main" id="{A81C6CA8-85E1-3463-B705-0C7F10C5E80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987" name="Arc 16986">
                        <a:extLst>
                          <a:ext uri="{FF2B5EF4-FFF2-40B4-BE49-F238E27FC236}">
                            <a16:creationId xmlns:a16="http://schemas.microsoft.com/office/drawing/2014/main" id="{94F292D9-3CEE-6761-0046-E1F1492C40B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979" name="Group 16978">
                      <a:extLst>
                        <a:ext uri="{FF2B5EF4-FFF2-40B4-BE49-F238E27FC236}">
                          <a16:creationId xmlns:a16="http://schemas.microsoft.com/office/drawing/2014/main" id="{D41BA7AD-E474-B38F-E24F-AD19333849B9}"/>
                        </a:ext>
                      </a:extLst>
                    </p:cNvPr>
                    <p:cNvGrpSpPr/>
                    <p:nvPr/>
                  </p:nvGrpSpPr>
                  <p:grpSpPr>
                    <a:xfrm rot="7200000" flipH="1">
                      <a:off x="6434137" y="3977611"/>
                      <a:ext cx="303213" cy="303213"/>
                      <a:chOff x="5354637" y="3446463"/>
                      <a:chExt cx="214313" cy="214313"/>
                    </a:xfrm>
                  </p:grpSpPr>
                  <p:sp>
                    <p:nvSpPr>
                      <p:cNvPr id="16984" name="Arc 16983">
                        <a:extLst>
                          <a:ext uri="{FF2B5EF4-FFF2-40B4-BE49-F238E27FC236}">
                            <a16:creationId xmlns:a16="http://schemas.microsoft.com/office/drawing/2014/main" id="{A9BD9310-181E-141F-6DCF-170679173F4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985" name="Arc 16984">
                        <a:extLst>
                          <a:ext uri="{FF2B5EF4-FFF2-40B4-BE49-F238E27FC236}">
                            <a16:creationId xmlns:a16="http://schemas.microsoft.com/office/drawing/2014/main" id="{8A381439-69AB-7DEA-4BF9-9EA553E1B22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980" name="Group 16979">
                      <a:extLst>
                        <a:ext uri="{FF2B5EF4-FFF2-40B4-BE49-F238E27FC236}">
                          <a16:creationId xmlns:a16="http://schemas.microsoft.com/office/drawing/2014/main" id="{36790B3E-20E4-5903-72AA-B1EBB2C25C5F}"/>
                        </a:ext>
                      </a:extLst>
                    </p:cNvPr>
                    <p:cNvGrpSpPr/>
                    <p:nvPr/>
                  </p:nvGrpSpPr>
                  <p:grpSpPr>
                    <a:xfrm rot="14400000" flipH="1">
                      <a:off x="6389147" y="3932622"/>
                      <a:ext cx="393192" cy="393192"/>
                      <a:chOff x="5354637" y="3446463"/>
                      <a:chExt cx="214313" cy="214313"/>
                    </a:xfrm>
                  </p:grpSpPr>
                  <p:sp>
                    <p:nvSpPr>
                      <p:cNvPr id="16982" name="Arc 16981">
                        <a:extLst>
                          <a:ext uri="{FF2B5EF4-FFF2-40B4-BE49-F238E27FC236}">
                            <a16:creationId xmlns:a16="http://schemas.microsoft.com/office/drawing/2014/main" id="{8B74DE47-F0E4-DC38-635B-311C064EEBB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983" name="Arc 16982">
                        <a:extLst>
                          <a:ext uri="{FF2B5EF4-FFF2-40B4-BE49-F238E27FC236}">
                            <a16:creationId xmlns:a16="http://schemas.microsoft.com/office/drawing/2014/main" id="{42F4495E-E314-C582-EA64-57E30E8686F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981" name="TextBox 16980">
                      <a:extLst>
                        <a:ext uri="{FF2B5EF4-FFF2-40B4-BE49-F238E27FC236}">
                          <a16:creationId xmlns:a16="http://schemas.microsoft.com/office/drawing/2014/main" id="{7468C94D-5B0E-36F3-E33B-F7AD261EB238}"/>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927" name="Group 16926">
                  <a:extLst>
                    <a:ext uri="{FF2B5EF4-FFF2-40B4-BE49-F238E27FC236}">
                      <a16:creationId xmlns:a16="http://schemas.microsoft.com/office/drawing/2014/main" id="{669A1205-0E03-8753-12C6-BD370EAF5270}"/>
                    </a:ext>
                  </a:extLst>
                </p:cNvPr>
                <p:cNvGrpSpPr/>
                <p:nvPr/>
              </p:nvGrpSpPr>
              <p:grpSpPr>
                <a:xfrm>
                  <a:off x="6069086" y="3246228"/>
                  <a:ext cx="1019224" cy="991639"/>
                  <a:chOff x="5886431" y="3225768"/>
                  <a:chExt cx="1019224" cy="991639"/>
                </a:xfrm>
              </p:grpSpPr>
              <p:grpSp>
                <p:nvGrpSpPr>
                  <p:cNvPr id="16928" name="Group 16927">
                    <a:extLst>
                      <a:ext uri="{FF2B5EF4-FFF2-40B4-BE49-F238E27FC236}">
                        <a16:creationId xmlns:a16="http://schemas.microsoft.com/office/drawing/2014/main" id="{EDDA1D24-13A0-D1C0-E5E5-153A69971380}"/>
                      </a:ext>
                    </a:extLst>
                  </p:cNvPr>
                  <p:cNvGrpSpPr/>
                  <p:nvPr/>
                </p:nvGrpSpPr>
                <p:grpSpPr>
                  <a:xfrm>
                    <a:off x="6197413" y="3824215"/>
                    <a:ext cx="393192" cy="393192"/>
                    <a:chOff x="5265196" y="3357021"/>
                    <a:chExt cx="393192" cy="393192"/>
                  </a:xfrm>
                </p:grpSpPr>
                <p:grpSp>
                  <p:nvGrpSpPr>
                    <p:cNvPr id="16963" name="Group 16962">
                      <a:extLst>
                        <a:ext uri="{FF2B5EF4-FFF2-40B4-BE49-F238E27FC236}">
                          <a16:creationId xmlns:a16="http://schemas.microsoft.com/office/drawing/2014/main" id="{00864CC9-2099-3CFF-F63B-8730ADC867DB}"/>
                        </a:ext>
                      </a:extLst>
                    </p:cNvPr>
                    <p:cNvGrpSpPr/>
                    <p:nvPr/>
                  </p:nvGrpSpPr>
                  <p:grpSpPr>
                    <a:xfrm rot="14400000">
                      <a:off x="5265196" y="3357021"/>
                      <a:ext cx="393192" cy="393192"/>
                      <a:chOff x="5354637" y="3446463"/>
                      <a:chExt cx="214313" cy="214313"/>
                    </a:xfrm>
                  </p:grpSpPr>
                  <p:sp>
                    <p:nvSpPr>
                      <p:cNvPr id="16972" name="Arc 16971">
                        <a:extLst>
                          <a:ext uri="{FF2B5EF4-FFF2-40B4-BE49-F238E27FC236}">
                            <a16:creationId xmlns:a16="http://schemas.microsoft.com/office/drawing/2014/main" id="{EA1ED053-FA17-303C-F812-177A82F50F4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973" name="Arc 16972">
                        <a:extLst>
                          <a:ext uri="{FF2B5EF4-FFF2-40B4-BE49-F238E27FC236}">
                            <a16:creationId xmlns:a16="http://schemas.microsoft.com/office/drawing/2014/main" id="{DD6073E7-F0C7-4B46-0FD2-139F66B55C5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964" name="Group 16963">
                      <a:extLst>
                        <a:ext uri="{FF2B5EF4-FFF2-40B4-BE49-F238E27FC236}">
                          <a16:creationId xmlns:a16="http://schemas.microsoft.com/office/drawing/2014/main" id="{A7F4A0B5-B855-DA19-6F96-11491080C3FF}"/>
                        </a:ext>
                      </a:extLst>
                    </p:cNvPr>
                    <p:cNvGrpSpPr/>
                    <p:nvPr/>
                  </p:nvGrpSpPr>
                  <p:grpSpPr>
                    <a:xfrm>
                      <a:off x="5310186" y="3402011"/>
                      <a:ext cx="303213" cy="303213"/>
                      <a:chOff x="5310186" y="3402011"/>
                      <a:chExt cx="303213" cy="303213"/>
                    </a:xfrm>
                  </p:grpSpPr>
                  <p:grpSp>
                    <p:nvGrpSpPr>
                      <p:cNvPr id="16965" name="Group 16964">
                        <a:extLst>
                          <a:ext uri="{FF2B5EF4-FFF2-40B4-BE49-F238E27FC236}">
                            <a16:creationId xmlns:a16="http://schemas.microsoft.com/office/drawing/2014/main" id="{7371AE39-A468-9E86-5BEC-8D5E7C264417}"/>
                          </a:ext>
                        </a:extLst>
                      </p:cNvPr>
                      <p:cNvGrpSpPr/>
                      <p:nvPr/>
                    </p:nvGrpSpPr>
                    <p:grpSpPr>
                      <a:xfrm>
                        <a:off x="5354636" y="3446461"/>
                        <a:ext cx="214313" cy="214313"/>
                        <a:chOff x="5354637" y="3446463"/>
                        <a:chExt cx="214313" cy="214313"/>
                      </a:xfrm>
                    </p:grpSpPr>
                    <p:sp>
                      <p:nvSpPr>
                        <p:cNvPr id="16970" name="Arc 16969">
                          <a:extLst>
                            <a:ext uri="{FF2B5EF4-FFF2-40B4-BE49-F238E27FC236}">
                              <a16:creationId xmlns:a16="http://schemas.microsoft.com/office/drawing/2014/main" id="{6AD0F29A-B5F5-A1DA-3719-968863B45A1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971" name="Arc 16970">
                          <a:extLst>
                            <a:ext uri="{FF2B5EF4-FFF2-40B4-BE49-F238E27FC236}">
                              <a16:creationId xmlns:a16="http://schemas.microsoft.com/office/drawing/2014/main" id="{A8104668-A85C-55E7-4F02-49C2F4B425D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966" name="Group 16965">
                        <a:extLst>
                          <a:ext uri="{FF2B5EF4-FFF2-40B4-BE49-F238E27FC236}">
                            <a16:creationId xmlns:a16="http://schemas.microsoft.com/office/drawing/2014/main" id="{DE0E5B16-7177-FD55-6069-B098C9C48914}"/>
                          </a:ext>
                        </a:extLst>
                      </p:cNvPr>
                      <p:cNvGrpSpPr/>
                      <p:nvPr/>
                    </p:nvGrpSpPr>
                    <p:grpSpPr>
                      <a:xfrm rot="7200000">
                        <a:off x="5310186" y="3402011"/>
                        <a:ext cx="303213" cy="303213"/>
                        <a:chOff x="5354637" y="3446463"/>
                        <a:chExt cx="214313" cy="214313"/>
                      </a:xfrm>
                    </p:grpSpPr>
                    <p:sp>
                      <p:nvSpPr>
                        <p:cNvPr id="16968" name="Arc 16967">
                          <a:extLst>
                            <a:ext uri="{FF2B5EF4-FFF2-40B4-BE49-F238E27FC236}">
                              <a16:creationId xmlns:a16="http://schemas.microsoft.com/office/drawing/2014/main" id="{8231A1BF-8167-C888-6B44-DD5C98B8C11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969" name="Arc 16968">
                          <a:extLst>
                            <a:ext uri="{FF2B5EF4-FFF2-40B4-BE49-F238E27FC236}">
                              <a16:creationId xmlns:a16="http://schemas.microsoft.com/office/drawing/2014/main" id="{DEC6C4E4-ECC1-671A-6B3F-B6C37E59348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967" name="TextBox 16966">
                        <a:extLst>
                          <a:ext uri="{FF2B5EF4-FFF2-40B4-BE49-F238E27FC236}">
                            <a16:creationId xmlns:a16="http://schemas.microsoft.com/office/drawing/2014/main" id="{C08866A5-B65C-40D8-203E-2FABE66129EC}"/>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929" name="Group 16928">
                    <a:extLst>
                      <a:ext uri="{FF2B5EF4-FFF2-40B4-BE49-F238E27FC236}">
                        <a16:creationId xmlns:a16="http://schemas.microsoft.com/office/drawing/2014/main" id="{57DA8E4D-AE7C-FC81-F084-F04403108BF8}"/>
                      </a:ext>
                    </a:extLst>
                  </p:cNvPr>
                  <p:cNvGrpSpPr/>
                  <p:nvPr/>
                </p:nvGrpSpPr>
                <p:grpSpPr>
                  <a:xfrm>
                    <a:off x="5886431" y="3525040"/>
                    <a:ext cx="393192" cy="393192"/>
                    <a:chOff x="5265196" y="3932619"/>
                    <a:chExt cx="393192" cy="393192"/>
                  </a:xfrm>
                </p:grpSpPr>
                <p:grpSp>
                  <p:nvGrpSpPr>
                    <p:cNvPr id="16953" name="Group 16952">
                      <a:extLst>
                        <a:ext uri="{FF2B5EF4-FFF2-40B4-BE49-F238E27FC236}">
                          <a16:creationId xmlns:a16="http://schemas.microsoft.com/office/drawing/2014/main" id="{4102F5B9-0233-4DE5-03B8-503ABCA06C44}"/>
                        </a:ext>
                      </a:extLst>
                    </p:cNvPr>
                    <p:cNvGrpSpPr/>
                    <p:nvPr/>
                  </p:nvGrpSpPr>
                  <p:grpSpPr>
                    <a:xfrm>
                      <a:off x="5354636" y="4022061"/>
                      <a:ext cx="214313" cy="214313"/>
                      <a:chOff x="5354637" y="3446463"/>
                      <a:chExt cx="214313" cy="214313"/>
                    </a:xfrm>
                  </p:grpSpPr>
                  <p:sp>
                    <p:nvSpPr>
                      <p:cNvPr id="16961" name="Arc 16960">
                        <a:extLst>
                          <a:ext uri="{FF2B5EF4-FFF2-40B4-BE49-F238E27FC236}">
                            <a16:creationId xmlns:a16="http://schemas.microsoft.com/office/drawing/2014/main" id="{B09ABA8C-4A28-89EC-F1B2-1FF3A42AD4F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962" name="Arc 16961">
                        <a:extLst>
                          <a:ext uri="{FF2B5EF4-FFF2-40B4-BE49-F238E27FC236}">
                            <a16:creationId xmlns:a16="http://schemas.microsoft.com/office/drawing/2014/main" id="{2A216204-D617-9737-B8F3-3710C930420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954" name="Group 16953">
                      <a:extLst>
                        <a:ext uri="{FF2B5EF4-FFF2-40B4-BE49-F238E27FC236}">
                          <a16:creationId xmlns:a16="http://schemas.microsoft.com/office/drawing/2014/main" id="{5698ED25-BE1A-B9F7-8A86-F466F6DEA1A6}"/>
                        </a:ext>
                      </a:extLst>
                    </p:cNvPr>
                    <p:cNvGrpSpPr/>
                    <p:nvPr/>
                  </p:nvGrpSpPr>
                  <p:grpSpPr>
                    <a:xfrm rot="14400000">
                      <a:off x="5310186" y="3977611"/>
                      <a:ext cx="303213" cy="303213"/>
                      <a:chOff x="5354637" y="3446463"/>
                      <a:chExt cx="214313" cy="214313"/>
                    </a:xfrm>
                  </p:grpSpPr>
                  <p:sp>
                    <p:nvSpPr>
                      <p:cNvPr id="16959" name="Arc 16958">
                        <a:extLst>
                          <a:ext uri="{FF2B5EF4-FFF2-40B4-BE49-F238E27FC236}">
                            <a16:creationId xmlns:a16="http://schemas.microsoft.com/office/drawing/2014/main" id="{534DD1BB-680B-EA51-E879-88D59230903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960" name="Arc 16959">
                        <a:extLst>
                          <a:ext uri="{FF2B5EF4-FFF2-40B4-BE49-F238E27FC236}">
                            <a16:creationId xmlns:a16="http://schemas.microsoft.com/office/drawing/2014/main" id="{CAF7163A-B5ED-70A8-94BA-18E183C0DEC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955" name="Group 16954">
                      <a:extLst>
                        <a:ext uri="{FF2B5EF4-FFF2-40B4-BE49-F238E27FC236}">
                          <a16:creationId xmlns:a16="http://schemas.microsoft.com/office/drawing/2014/main" id="{25CBA642-B564-A66C-2EE9-2DCA4701744F}"/>
                        </a:ext>
                      </a:extLst>
                    </p:cNvPr>
                    <p:cNvGrpSpPr/>
                    <p:nvPr/>
                  </p:nvGrpSpPr>
                  <p:grpSpPr>
                    <a:xfrm rot="7200000">
                      <a:off x="5265196" y="3932619"/>
                      <a:ext cx="393192" cy="393192"/>
                      <a:chOff x="5354637" y="3446463"/>
                      <a:chExt cx="214313" cy="214313"/>
                    </a:xfrm>
                  </p:grpSpPr>
                  <p:sp>
                    <p:nvSpPr>
                      <p:cNvPr id="16957" name="Arc 16956">
                        <a:extLst>
                          <a:ext uri="{FF2B5EF4-FFF2-40B4-BE49-F238E27FC236}">
                            <a16:creationId xmlns:a16="http://schemas.microsoft.com/office/drawing/2014/main" id="{28EF81BD-DB6A-DCEF-3CF1-088688DE833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958" name="Arc 16957">
                        <a:extLst>
                          <a:ext uri="{FF2B5EF4-FFF2-40B4-BE49-F238E27FC236}">
                            <a16:creationId xmlns:a16="http://schemas.microsoft.com/office/drawing/2014/main" id="{7E8B99EC-0316-35D4-AC21-A7E665C276E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956" name="TextBox 16955">
                      <a:extLst>
                        <a:ext uri="{FF2B5EF4-FFF2-40B4-BE49-F238E27FC236}">
                          <a16:creationId xmlns:a16="http://schemas.microsoft.com/office/drawing/2014/main" id="{12D713D6-3C89-E8E1-4C21-B0AC011B3568}"/>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6930" name="Group 16929">
                    <a:extLst>
                      <a:ext uri="{FF2B5EF4-FFF2-40B4-BE49-F238E27FC236}">
                        <a16:creationId xmlns:a16="http://schemas.microsoft.com/office/drawing/2014/main" id="{3733315D-BAA4-96AE-32EA-9017DDDD900B}"/>
                      </a:ext>
                    </a:extLst>
                  </p:cNvPr>
                  <p:cNvGrpSpPr/>
                  <p:nvPr/>
                </p:nvGrpSpPr>
                <p:grpSpPr>
                  <a:xfrm>
                    <a:off x="6512463" y="3525040"/>
                    <a:ext cx="393192" cy="393192"/>
                    <a:chOff x="6389147" y="3357021"/>
                    <a:chExt cx="393192" cy="393192"/>
                  </a:xfrm>
                </p:grpSpPr>
                <p:grpSp>
                  <p:nvGrpSpPr>
                    <p:cNvPr id="16942" name="Group 16941">
                      <a:extLst>
                        <a:ext uri="{FF2B5EF4-FFF2-40B4-BE49-F238E27FC236}">
                          <a16:creationId xmlns:a16="http://schemas.microsoft.com/office/drawing/2014/main" id="{164EEF0D-BDCF-6382-9C6B-53D07D8AEC77}"/>
                        </a:ext>
                      </a:extLst>
                    </p:cNvPr>
                    <p:cNvGrpSpPr/>
                    <p:nvPr/>
                  </p:nvGrpSpPr>
                  <p:grpSpPr>
                    <a:xfrm rot="7200000" flipH="1">
                      <a:off x="6389147" y="3357021"/>
                      <a:ext cx="393192" cy="393192"/>
                      <a:chOff x="5354637" y="3446463"/>
                      <a:chExt cx="214313" cy="214313"/>
                    </a:xfrm>
                  </p:grpSpPr>
                  <p:sp>
                    <p:nvSpPr>
                      <p:cNvPr id="16951" name="Arc 16950">
                        <a:extLst>
                          <a:ext uri="{FF2B5EF4-FFF2-40B4-BE49-F238E27FC236}">
                            <a16:creationId xmlns:a16="http://schemas.microsoft.com/office/drawing/2014/main" id="{6A6FC927-06DE-8009-FFEA-35E5E6688E3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952" name="Arc 16951">
                        <a:extLst>
                          <a:ext uri="{FF2B5EF4-FFF2-40B4-BE49-F238E27FC236}">
                            <a16:creationId xmlns:a16="http://schemas.microsoft.com/office/drawing/2014/main" id="{72C4A215-EC86-3296-3F4B-54D9FAAB3A6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943" name="Group 16942">
                      <a:extLst>
                        <a:ext uri="{FF2B5EF4-FFF2-40B4-BE49-F238E27FC236}">
                          <a16:creationId xmlns:a16="http://schemas.microsoft.com/office/drawing/2014/main" id="{C2D2C1BD-99EC-3549-C901-75FAF9C7E695}"/>
                        </a:ext>
                      </a:extLst>
                    </p:cNvPr>
                    <p:cNvGrpSpPr/>
                    <p:nvPr/>
                  </p:nvGrpSpPr>
                  <p:grpSpPr>
                    <a:xfrm>
                      <a:off x="6434137" y="3402011"/>
                      <a:ext cx="303213" cy="303213"/>
                      <a:chOff x="6434137" y="3402011"/>
                      <a:chExt cx="303213" cy="303213"/>
                    </a:xfrm>
                  </p:grpSpPr>
                  <p:grpSp>
                    <p:nvGrpSpPr>
                      <p:cNvPr id="16944" name="Group 16943">
                        <a:extLst>
                          <a:ext uri="{FF2B5EF4-FFF2-40B4-BE49-F238E27FC236}">
                            <a16:creationId xmlns:a16="http://schemas.microsoft.com/office/drawing/2014/main" id="{9D3E6D23-6A36-1056-3B3F-A84CEDE4CF65}"/>
                          </a:ext>
                        </a:extLst>
                      </p:cNvPr>
                      <p:cNvGrpSpPr/>
                      <p:nvPr/>
                    </p:nvGrpSpPr>
                    <p:grpSpPr>
                      <a:xfrm flipH="1">
                        <a:off x="6478587" y="3446461"/>
                        <a:ext cx="214313" cy="214313"/>
                        <a:chOff x="5354637" y="3446463"/>
                        <a:chExt cx="214313" cy="214313"/>
                      </a:xfrm>
                    </p:grpSpPr>
                    <p:sp>
                      <p:nvSpPr>
                        <p:cNvPr id="16949" name="Arc 16948">
                          <a:extLst>
                            <a:ext uri="{FF2B5EF4-FFF2-40B4-BE49-F238E27FC236}">
                              <a16:creationId xmlns:a16="http://schemas.microsoft.com/office/drawing/2014/main" id="{08AC52CC-0489-DE30-71D9-11E7BE0A4E2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950" name="Arc 16949">
                          <a:extLst>
                            <a:ext uri="{FF2B5EF4-FFF2-40B4-BE49-F238E27FC236}">
                              <a16:creationId xmlns:a16="http://schemas.microsoft.com/office/drawing/2014/main" id="{F442C44A-131C-499C-2E2A-934FDD52616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945" name="Group 16944">
                        <a:extLst>
                          <a:ext uri="{FF2B5EF4-FFF2-40B4-BE49-F238E27FC236}">
                            <a16:creationId xmlns:a16="http://schemas.microsoft.com/office/drawing/2014/main" id="{3A55C50E-FB67-6570-AD29-09938BD3F3D1}"/>
                          </a:ext>
                        </a:extLst>
                      </p:cNvPr>
                      <p:cNvGrpSpPr/>
                      <p:nvPr/>
                    </p:nvGrpSpPr>
                    <p:grpSpPr>
                      <a:xfrm rot="14400000" flipH="1">
                        <a:off x="6434137" y="3402011"/>
                        <a:ext cx="303213" cy="303213"/>
                        <a:chOff x="5354637" y="3446463"/>
                        <a:chExt cx="214313" cy="214313"/>
                      </a:xfrm>
                    </p:grpSpPr>
                    <p:sp>
                      <p:nvSpPr>
                        <p:cNvPr id="16947" name="Arc 16946">
                          <a:extLst>
                            <a:ext uri="{FF2B5EF4-FFF2-40B4-BE49-F238E27FC236}">
                              <a16:creationId xmlns:a16="http://schemas.microsoft.com/office/drawing/2014/main" id="{20FA6173-717C-B55A-11A8-83267464A40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948" name="Arc 16947">
                          <a:extLst>
                            <a:ext uri="{FF2B5EF4-FFF2-40B4-BE49-F238E27FC236}">
                              <a16:creationId xmlns:a16="http://schemas.microsoft.com/office/drawing/2014/main" id="{9CB756CB-4CAC-E5C2-2ECE-D4D36D5A3C8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946" name="TextBox 16945">
                        <a:extLst>
                          <a:ext uri="{FF2B5EF4-FFF2-40B4-BE49-F238E27FC236}">
                            <a16:creationId xmlns:a16="http://schemas.microsoft.com/office/drawing/2014/main" id="{BBDE8895-AA4F-5AC4-2893-73E9984C0B67}"/>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931" name="Group 16930">
                    <a:extLst>
                      <a:ext uri="{FF2B5EF4-FFF2-40B4-BE49-F238E27FC236}">
                        <a16:creationId xmlns:a16="http://schemas.microsoft.com/office/drawing/2014/main" id="{D2A0C2F5-FAE8-E0CC-3356-ED50692847DB}"/>
                      </a:ext>
                    </a:extLst>
                  </p:cNvPr>
                  <p:cNvGrpSpPr/>
                  <p:nvPr/>
                </p:nvGrpSpPr>
                <p:grpSpPr>
                  <a:xfrm>
                    <a:off x="6197413" y="3225768"/>
                    <a:ext cx="393192" cy="393192"/>
                    <a:chOff x="6389147" y="3932622"/>
                    <a:chExt cx="393192" cy="393192"/>
                  </a:xfrm>
                </p:grpSpPr>
                <p:grpSp>
                  <p:nvGrpSpPr>
                    <p:cNvPr id="16932" name="Group 16931">
                      <a:extLst>
                        <a:ext uri="{FF2B5EF4-FFF2-40B4-BE49-F238E27FC236}">
                          <a16:creationId xmlns:a16="http://schemas.microsoft.com/office/drawing/2014/main" id="{951DD524-F1B8-3843-7BAB-1E2A57EFFA29}"/>
                        </a:ext>
                      </a:extLst>
                    </p:cNvPr>
                    <p:cNvGrpSpPr/>
                    <p:nvPr/>
                  </p:nvGrpSpPr>
                  <p:grpSpPr>
                    <a:xfrm flipH="1">
                      <a:off x="6478587" y="4022061"/>
                      <a:ext cx="214313" cy="214313"/>
                      <a:chOff x="5354637" y="3446463"/>
                      <a:chExt cx="214313" cy="214313"/>
                    </a:xfrm>
                  </p:grpSpPr>
                  <p:sp>
                    <p:nvSpPr>
                      <p:cNvPr id="16940" name="Arc 16939">
                        <a:extLst>
                          <a:ext uri="{FF2B5EF4-FFF2-40B4-BE49-F238E27FC236}">
                            <a16:creationId xmlns:a16="http://schemas.microsoft.com/office/drawing/2014/main" id="{AE86C91E-CD90-8FCF-B629-B486FB173A6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941" name="Arc 16940">
                        <a:extLst>
                          <a:ext uri="{FF2B5EF4-FFF2-40B4-BE49-F238E27FC236}">
                            <a16:creationId xmlns:a16="http://schemas.microsoft.com/office/drawing/2014/main" id="{5CCA59A4-131D-AD74-E4D4-BC94E48D2A7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933" name="Group 16932">
                      <a:extLst>
                        <a:ext uri="{FF2B5EF4-FFF2-40B4-BE49-F238E27FC236}">
                          <a16:creationId xmlns:a16="http://schemas.microsoft.com/office/drawing/2014/main" id="{4638C222-9915-D57A-82DC-724A20D64B0A}"/>
                        </a:ext>
                      </a:extLst>
                    </p:cNvPr>
                    <p:cNvGrpSpPr/>
                    <p:nvPr/>
                  </p:nvGrpSpPr>
                  <p:grpSpPr>
                    <a:xfrm rot="7200000" flipH="1">
                      <a:off x="6434137" y="3977611"/>
                      <a:ext cx="303213" cy="303213"/>
                      <a:chOff x="5354637" y="3446463"/>
                      <a:chExt cx="214313" cy="214313"/>
                    </a:xfrm>
                  </p:grpSpPr>
                  <p:sp>
                    <p:nvSpPr>
                      <p:cNvPr id="16938" name="Arc 16937">
                        <a:extLst>
                          <a:ext uri="{FF2B5EF4-FFF2-40B4-BE49-F238E27FC236}">
                            <a16:creationId xmlns:a16="http://schemas.microsoft.com/office/drawing/2014/main" id="{9D360C75-8B9A-A38F-ED18-4E10869BD8D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939" name="Arc 16938">
                        <a:extLst>
                          <a:ext uri="{FF2B5EF4-FFF2-40B4-BE49-F238E27FC236}">
                            <a16:creationId xmlns:a16="http://schemas.microsoft.com/office/drawing/2014/main" id="{EB6FCFFB-CBDB-BDD3-5557-538D1D5C27E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934" name="Group 16933">
                      <a:extLst>
                        <a:ext uri="{FF2B5EF4-FFF2-40B4-BE49-F238E27FC236}">
                          <a16:creationId xmlns:a16="http://schemas.microsoft.com/office/drawing/2014/main" id="{7E000D71-4355-E09E-04C5-696C6BC73452}"/>
                        </a:ext>
                      </a:extLst>
                    </p:cNvPr>
                    <p:cNvGrpSpPr/>
                    <p:nvPr/>
                  </p:nvGrpSpPr>
                  <p:grpSpPr>
                    <a:xfrm rot="14400000" flipH="1">
                      <a:off x="6389147" y="3932622"/>
                      <a:ext cx="393192" cy="393192"/>
                      <a:chOff x="5354637" y="3446463"/>
                      <a:chExt cx="214313" cy="214313"/>
                    </a:xfrm>
                  </p:grpSpPr>
                  <p:sp>
                    <p:nvSpPr>
                      <p:cNvPr id="16936" name="Arc 16935">
                        <a:extLst>
                          <a:ext uri="{FF2B5EF4-FFF2-40B4-BE49-F238E27FC236}">
                            <a16:creationId xmlns:a16="http://schemas.microsoft.com/office/drawing/2014/main" id="{92E6DDD8-7C1E-9A7F-2A81-92130D1C06D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937" name="Arc 16936">
                        <a:extLst>
                          <a:ext uri="{FF2B5EF4-FFF2-40B4-BE49-F238E27FC236}">
                            <a16:creationId xmlns:a16="http://schemas.microsoft.com/office/drawing/2014/main" id="{C28196A6-5F56-1067-770F-AD488A89EB7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935" name="TextBox 16934">
                      <a:extLst>
                        <a:ext uri="{FF2B5EF4-FFF2-40B4-BE49-F238E27FC236}">
                          <a16:creationId xmlns:a16="http://schemas.microsoft.com/office/drawing/2014/main" id="{B747A6FD-4743-A438-C9F6-DB0A336ED1BA}"/>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6831" name="Group 16830">
                <a:extLst>
                  <a:ext uri="{FF2B5EF4-FFF2-40B4-BE49-F238E27FC236}">
                    <a16:creationId xmlns:a16="http://schemas.microsoft.com/office/drawing/2014/main" id="{6A7F6767-460C-0877-831A-109782345336}"/>
                  </a:ext>
                </a:extLst>
              </p:cNvPr>
              <p:cNvGrpSpPr/>
              <p:nvPr/>
            </p:nvGrpSpPr>
            <p:grpSpPr>
              <a:xfrm>
                <a:off x="6065340" y="2039507"/>
                <a:ext cx="1643204" cy="1593124"/>
                <a:chOff x="5445106" y="2644743"/>
                <a:chExt cx="1643204" cy="1593124"/>
              </a:xfrm>
            </p:grpSpPr>
            <p:grpSp>
              <p:nvGrpSpPr>
                <p:cNvPr id="16832" name="Group 16831">
                  <a:extLst>
                    <a:ext uri="{FF2B5EF4-FFF2-40B4-BE49-F238E27FC236}">
                      <a16:creationId xmlns:a16="http://schemas.microsoft.com/office/drawing/2014/main" id="{8A40720C-6702-C9C4-9FCA-969CFCAE16F2}"/>
                    </a:ext>
                  </a:extLst>
                </p:cNvPr>
                <p:cNvGrpSpPr/>
                <p:nvPr/>
              </p:nvGrpSpPr>
              <p:grpSpPr>
                <a:xfrm>
                  <a:off x="5445106" y="2644743"/>
                  <a:ext cx="1019224" cy="991639"/>
                  <a:chOff x="5886431" y="3225768"/>
                  <a:chExt cx="1019224" cy="991639"/>
                </a:xfrm>
              </p:grpSpPr>
              <p:grpSp>
                <p:nvGrpSpPr>
                  <p:cNvPr id="16880" name="Group 16879">
                    <a:extLst>
                      <a:ext uri="{FF2B5EF4-FFF2-40B4-BE49-F238E27FC236}">
                        <a16:creationId xmlns:a16="http://schemas.microsoft.com/office/drawing/2014/main" id="{A71A9744-68E7-9A59-7F5C-76479224224E}"/>
                      </a:ext>
                    </a:extLst>
                  </p:cNvPr>
                  <p:cNvGrpSpPr/>
                  <p:nvPr/>
                </p:nvGrpSpPr>
                <p:grpSpPr>
                  <a:xfrm>
                    <a:off x="6197413" y="3824215"/>
                    <a:ext cx="393192" cy="393192"/>
                    <a:chOff x="5265196" y="3357021"/>
                    <a:chExt cx="393192" cy="393192"/>
                  </a:xfrm>
                </p:grpSpPr>
                <p:grpSp>
                  <p:nvGrpSpPr>
                    <p:cNvPr id="16915" name="Group 16914">
                      <a:extLst>
                        <a:ext uri="{FF2B5EF4-FFF2-40B4-BE49-F238E27FC236}">
                          <a16:creationId xmlns:a16="http://schemas.microsoft.com/office/drawing/2014/main" id="{9178FF74-F373-F448-D01D-535361AD71C2}"/>
                        </a:ext>
                      </a:extLst>
                    </p:cNvPr>
                    <p:cNvGrpSpPr/>
                    <p:nvPr/>
                  </p:nvGrpSpPr>
                  <p:grpSpPr>
                    <a:xfrm rot="14400000">
                      <a:off x="5265196" y="3357021"/>
                      <a:ext cx="393192" cy="393192"/>
                      <a:chOff x="5354637" y="3446463"/>
                      <a:chExt cx="214313" cy="214313"/>
                    </a:xfrm>
                  </p:grpSpPr>
                  <p:sp>
                    <p:nvSpPr>
                      <p:cNvPr id="16924" name="Arc 16923">
                        <a:extLst>
                          <a:ext uri="{FF2B5EF4-FFF2-40B4-BE49-F238E27FC236}">
                            <a16:creationId xmlns:a16="http://schemas.microsoft.com/office/drawing/2014/main" id="{68F36214-BF7D-0B14-4365-377EEFDEABC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925" name="Arc 16924">
                        <a:extLst>
                          <a:ext uri="{FF2B5EF4-FFF2-40B4-BE49-F238E27FC236}">
                            <a16:creationId xmlns:a16="http://schemas.microsoft.com/office/drawing/2014/main" id="{FCCE5968-E32A-0B80-868C-5681C8C44D2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916" name="Group 16915">
                      <a:extLst>
                        <a:ext uri="{FF2B5EF4-FFF2-40B4-BE49-F238E27FC236}">
                          <a16:creationId xmlns:a16="http://schemas.microsoft.com/office/drawing/2014/main" id="{AEBEC172-0E35-5871-8763-0B5FAF545F05}"/>
                        </a:ext>
                      </a:extLst>
                    </p:cNvPr>
                    <p:cNvGrpSpPr/>
                    <p:nvPr/>
                  </p:nvGrpSpPr>
                  <p:grpSpPr>
                    <a:xfrm>
                      <a:off x="5310186" y="3402011"/>
                      <a:ext cx="303213" cy="303213"/>
                      <a:chOff x="5310186" y="3402011"/>
                      <a:chExt cx="303213" cy="303213"/>
                    </a:xfrm>
                  </p:grpSpPr>
                  <p:grpSp>
                    <p:nvGrpSpPr>
                      <p:cNvPr id="16917" name="Group 16916">
                        <a:extLst>
                          <a:ext uri="{FF2B5EF4-FFF2-40B4-BE49-F238E27FC236}">
                            <a16:creationId xmlns:a16="http://schemas.microsoft.com/office/drawing/2014/main" id="{7128091F-21B5-8C4B-92E4-8FAA50FD08EB}"/>
                          </a:ext>
                        </a:extLst>
                      </p:cNvPr>
                      <p:cNvGrpSpPr/>
                      <p:nvPr/>
                    </p:nvGrpSpPr>
                    <p:grpSpPr>
                      <a:xfrm>
                        <a:off x="5354636" y="3446461"/>
                        <a:ext cx="214313" cy="214313"/>
                        <a:chOff x="5354637" y="3446463"/>
                        <a:chExt cx="214313" cy="214313"/>
                      </a:xfrm>
                    </p:grpSpPr>
                    <p:sp>
                      <p:nvSpPr>
                        <p:cNvPr id="16922" name="Arc 16921">
                          <a:extLst>
                            <a:ext uri="{FF2B5EF4-FFF2-40B4-BE49-F238E27FC236}">
                              <a16:creationId xmlns:a16="http://schemas.microsoft.com/office/drawing/2014/main" id="{11D85B37-BD7D-EF11-DE43-0D8B46A684F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923" name="Arc 16922">
                          <a:extLst>
                            <a:ext uri="{FF2B5EF4-FFF2-40B4-BE49-F238E27FC236}">
                              <a16:creationId xmlns:a16="http://schemas.microsoft.com/office/drawing/2014/main" id="{C4929652-0ACD-345E-D45A-4D58923F631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918" name="Group 16917">
                        <a:extLst>
                          <a:ext uri="{FF2B5EF4-FFF2-40B4-BE49-F238E27FC236}">
                            <a16:creationId xmlns:a16="http://schemas.microsoft.com/office/drawing/2014/main" id="{45C65FE3-CB5B-03A7-6DF3-663B961CC369}"/>
                          </a:ext>
                        </a:extLst>
                      </p:cNvPr>
                      <p:cNvGrpSpPr/>
                      <p:nvPr/>
                    </p:nvGrpSpPr>
                    <p:grpSpPr>
                      <a:xfrm rot="7200000">
                        <a:off x="5310186" y="3402011"/>
                        <a:ext cx="303213" cy="303213"/>
                        <a:chOff x="5354637" y="3446463"/>
                        <a:chExt cx="214313" cy="214313"/>
                      </a:xfrm>
                    </p:grpSpPr>
                    <p:sp>
                      <p:nvSpPr>
                        <p:cNvPr id="16920" name="Arc 16919">
                          <a:extLst>
                            <a:ext uri="{FF2B5EF4-FFF2-40B4-BE49-F238E27FC236}">
                              <a16:creationId xmlns:a16="http://schemas.microsoft.com/office/drawing/2014/main" id="{89E1904C-D371-D865-DC66-E5A8340CCEE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921" name="Arc 16920">
                          <a:extLst>
                            <a:ext uri="{FF2B5EF4-FFF2-40B4-BE49-F238E27FC236}">
                              <a16:creationId xmlns:a16="http://schemas.microsoft.com/office/drawing/2014/main" id="{DFE27594-8220-53C0-AFCB-092201C9BEC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919" name="TextBox 16918">
                        <a:extLst>
                          <a:ext uri="{FF2B5EF4-FFF2-40B4-BE49-F238E27FC236}">
                            <a16:creationId xmlns:a16="http://schemas.microsoft.com/office/drawing/2014/main" id="{A4B79CF7-5822-3E58-586A-68BD390D6123}"/>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881" name="Group 16880">
                    <a:extLst>
                      <a:ext uri="{FF2B5EF4-FFF2-40B4-BE49-F238E27FC236}">
                        <a16:creationId xmlns:a16="http://schemas.microsoft.com/office/drawing/2014/main" id="{88BD4FFC-B0F9-4E05-81A1-BDED7DED36F5}"/>
                      </a:ext>
                    </a:extLst>
                  </p:cNvPr>
                  <p:cNvGrpSpPr/>
                  <p:nvPr/>
                </p:nvGrpSpPr>
                <p:grpSpPr>
                  <a:xfrm>
                    <a:off x="5886431" y="3525040"/>
                    <a:ext cx="393192" cy="393192"/>
                    <a:chOff x="5265196" y="3932619"/>
                    <a:chExt cx="393192" cy="393192"/>
                  </a:xfrm>
                </p:grpSpPr>
                <p:grpSp>
                  <p:nvGrpSpPr>
                    <p:cNvPr id="16905" name="Group 16904">
                      <a:extLst>
                        <a:ext uri="{FF2B5EF4-FFF2-40B4-BE49-F238E27FC236}">
                          <a16:creationId xmlns:a16="http://schemas.microsoft.com/office/drawing/2014/main" id="{141F9839-10A6-E303-C90B-68EF193D72B8}"/>
                        </a:ext>
                      </a:extLst>
                    </p:cNvPr>
                    <p:cNvGrpSpPr/>
                    <p:nvPr/>
                  </p:nvGrpSpPr>
                  <p:grpSpPr>
                    <a:xfrm>
                      <a:off x="5354636" y="4022061"/>
                      <a:ext cx="214313" cy="214313"/>
                      <a:chOff x="5354637" y="3446463"/>
                      <a:chExt cx="214313" cy="214313"/>
                    </a:xfrm>
                  </p:grpSpPr>
                  <p:sp>
                    <p:nvSpPr>
                      <p:cNvPr id="16913" name="Arc 16912">
                        <a:extLst>
                          <a:ext uri="{FF2B5EF4-FFF2-40B4-BE49-F238E27FC236}">
                            <a16:creationId xmlns:a16="http://schemas.microsoft.com/office/drawing/2014/main" id="{56D93189-E009-9D5D-0C6D-B22F0E30FA2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914" name="Arc 16913">
                        <a:extLst>
                          <a:ext uri="{FF2B5EF4-FFF2-40B4-BE49-F238E27FC236}">
                            <a16:creationId xmlns:a16="http://schemas.microsoft.com/office/drawing/2014/main" id="{3B7E5D16-B670-43D8-7A6A-53CB7643659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906" name="Group 16905">
                      <a:extLst>
                        <a:ext uri="{FF2B5EF4-FFF2-40B4-BE49-F238E27FC236}">
                          <a16:creationId xmlns:a16="http://schemas.microsoft.com/office/drawing/2014/main" id="{7E0B0445-0712-216B-CD3B-A2D57DBEEC3D}"/>
                        </a:ext>
                      </a:extLst>
                    </p:cNvPr>
                    <p:cNvGrpSpPr/>
                    <p:nvPr/>
                  </p:nvGrpSpPr>
                  <p:grpSpPr>
                    <a:xfrm rot="14400000">
                      <a:off x="5310186" y="3977611"/>
                      <a:ext cx="303213" cy="303213"/>
                      <a:chOff x="5354637" y="3446463"/>
                      <a:chExt cx="214313" cy="214313"/>
                    </a:xfrm>
                  </p:grpSpPr>
                  <p:sp>
                    <p:nvSpPr>
                      <p:cNvPr id="16911" name="Arc 16910">
                        <a:extLst>
                          <a:ext uri="{FF2B5EF4-FFF2-40B4-BE49-F238E27FC236}">
                            <a16:creationId xmlns:a16="http://schemas.microsoft.com/office/drawing/2014/main" id="{3CEE1029-EA2A-4266-5B91-CE4B7FFFA85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912" name="Arc 16911">
                        <a:extLst>
                          <a:ext uri="{FF2B5EF4-FFF2-40B4-BE49-F238E27FC236}">
                            <a16:creationId xmlns:a16="http://schemas.microsoft.com/office/drawing/2014/main" id="{3F0747F5-ABFF-EBE2-782E-1CB5C1CD221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907" name="Group 16906">
                      <a:extLst>
                        <a:ext uri="{FF2B5EF4-FFF2-40B4-BE49-F238E27FC236}">
                          <a16:creationId xmlns:a16="http://schemas.microsoft.com/office/drawing/2014/main" id="{526795A9-9E20-0EFA-4488-E3EB43FEFBFF}"/>
                        </a:ext>
                      </a:extLst>
                    </p:cNvPr>
                    <p:cNvGrpSpPr/>
                    <p:nvPr/>
                  </p:nvGrpSpPr>
                  <p:grpSpPr>
                    <a:xfrm rot="7200000">
                      <a:off x="5265196" y="3932619"/>
                      <a:ext cx="393192" cy="393192"/>
                      <a:chOff x="5354637" y="3446463"/>
                      <a:chExt cx="214313" cy="214313"/>
                    </a:xfrm>
                  </p:grpSpPr>
                  <p:sp>
                    <p:nvSpPr>
                      <p:cNvPr id="16909" name="Arc 16908">
                        <a:extLst>
                          <a:ext uri="{FF2B5EF4-FFF2-40B4-BE49-F238E27FC236}">
                            <a16:creationId xmlns:a16="http://schemas.microsoft.com/office/drawing/2014/main" id="{2A1E9317-AEE9-92B7-12B2-232EB4B63E4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910" name="Arc 16909">
                        <a:extLst>
                          <a:ext uri="{FF2B5EF4-FFF2-40B4-BE49-F238E27FC236}">
                            <a16:creationId xmlns:a16="http://schemas.microsoft.com/office/drawing/2014/main" id="{1D33EB45-1ED8-8E3D-A2AB-E2E1AE34D1D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908" name="TextBox 16907">
                      <a:extLst>
                        <a:ext uri="{FF2B5EF4-FFF2-40B4-BE49-F238E27FC236}">
                          <a16:creationId xmlns:a16="http://schemas.microsoft.com/office/drawing/2014/main" id="{07E15A11-EFA6-EB79-FA93-D40D7E7EA24E}"/>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6882" name="Group 16881">
                    <a:extLst>
                      <a:ext uri="{FF2B5EF4-FFF2-40B4-BE49-F238E27FC236}">
                        <a16:creationId xmlns:a16="http://schemas.microsoft.com/office/drawing/2014/main" id="{05BF2883-C6A3-DB25-53C6-474E79D2B8D0}"/>
                      </a:ext>
                    </a:extLst>
                  </p:cNvPr>
                  <p:cNvGrpSpPr/>
                  <p:nvPr/>
                </p:nvGrpSpPr>
                <p:grpSpPr>
                  <a:xfrm>
                    <a:off x="6512463" y="3525040"/>
                    <a:ext cx="393192" cy="393192"/>
                    <a:chOff x="6389147" y="3357021"/>
                    <a:chExt cx="393192" cy="393192"/>
                  </a:xfrm>
                </p:grpSpPr>
                <p:grpSp>
                  <p:nvGrpSpPr>
                    <p:cNvPr id="16894" name="Group 16893">
                      <a:extLst>
                        <a:ext uri="{FF2B5EF4-FFF2-40B4-BE49-F238E27FC236}">
                          <a16:creationId xmlns:a16="http://schemas.microsoft.com/office/drawing/2014/main" id="{191A5E60-4CE6-0A47-0840-4AEAA2EF307F}"/>
                        </a:ext>
                      </a:extLst>
                    </p:cNvPr>
                    <p:cNvGrpSpPr/>
                    <p:nvPr/>
                  </p:nvGrpSpPr>
                  <p:grpSpPr>
                    <a:xfrm rot="7200000" flipH="1">
                      <a:off x="6389147" y="3357021"/>
                      <a:ext cx="393192" cy="393192"/>
                      <a:chOff x="5354637" y="3446463"/>
                      <a:chExt cx="214313" cy="214313"/>
                    </a:xfrm>
                  </p:grpSpPr>
                  <p:sp>
                    <p:nvSpPr>
                      <p:cNvPr id="16903" name="Arc 16902">
                        <a:extLst>
                          <a:ext uri="{FF2B5EF4-FFF2-40B4-BE49-F238E27FC236}">
                            <a16:creationId xmlns:a16="http://schemas.microsoft.com/office/drawing/2014/main" id="{E0250700-E1AC-3521-1844-E47AD99CEB5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904" name="Arc 16903">
                        <a:extLst>
                          <a:ext uri="{FF2B5EF4-FFF2-40B4-BE49-F238E27FC236}">
                            <a16:creationId xmlns:a16="http://schemas.microsoft.com/office/drawing/2014/main" id="{A33BE09C-FF3F-75E4-BE00-BDA26C1D5F7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895" name="Group 16894">
                      <a:extLst>
                        <a:ext uri="{FF2B5EF4-FFF2-40B4-BE49-F238E27FC236}">
                          <a16:creationId xmlns:a16="http://schemas.microsoft.com/office/drawing/2014/main" id="{0FD6DF85-AACC-EE23-48BF-32E637D8974F}"/>
                        </a:ext>
                      </a:extLst>
                    </p:cNvPr>
                    <p:cNvGrpSpPr/>
                    <p:nvPr/>
                  </p:nvGrpSpPr>
                  <p:grpSpPr>
                    <a:xfrm>
                      <a:off x="6434137" y="3402011"/>
                      <a:ext cx="303213" cy="303213"/>
                      <a:chOff x="6434137" y="3402011"/>
                      <a:chExt cx="303213" cy="303213"/>
                    </a:xfrm>
                  </p:grpSpPr>
                  <p:grpSp>
                    <p:nvGrpSpPr>
                      <p:cNvPr id="16896" name="Group 16895">
                        <a:extLst>
                          <a:ext uri="{FF2B5EF4-FFF2-40B4-BE49-F238E27FC236}">
                            <a16:creationId xmlns:a16="http://schemas.microsoft.com/office/drawing/2014/main" id="{1285C1A7-0B6C-93E9-3331-EBF9324AAE30}"/>
                          </a:ext>
                        </a:extLst>
                      </p:cNvPr>
                      <p:cNvGrpSpPr/>
                      <p:nvPr/>
                    </p:nvGrpSpPr>
                    <p:grpSpPr>
                      <a:xfrm flipH="1">
                        <a:off x="6478587" y="3446461"/>
                        <a:ext cx="214313" cy="214313"/>
                        <a:chOff x="5354637" y="3446463"/>
                        <a:chExt cx="214313" cy="214313"/>
                      </a:xfrm>
                    </p:grpSpPr>
                    <p:sp>
                      <p:nvSpPr>
                        <p:cNvPr id="16901" name="Arc 16900">
                          <a:extLst>
                            <a:ext uri="{FF2B5EF4-FFF2-40B4-BE49-F238E27FC236}">
                              <a16:creationId xmlns:a16="http://schemas.microsoft.com/office/drawing/2014/main" id="{9B082957-323F-EAB8-BA3A-E487F928016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902" name="Arc 16901">
                          <a:extLst>
                            <a:ext uri="{FF2B5EF4-FFF2-40B4-BE49-F238E27FC236}">
                              <a16:creationId xmlns:a16="http://schemas.microsoft.com/office/drawing/2014/main" id="{68633393-3584-2C2B-6DC1-34E55048372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897" name="Group 16896">
                        <a:extLst>
                          <a:ext uri="{FF2B5EF4-FFF2-40B4-BE49-F238E27FC236}">
                            <a16:creationId xmlns:a16="http://schemas.microsoft.com/office/drawing/2014/main" id="{A7600B5E-1825-0F97-F262-6FAD4BA3F986}"/>
                          </a:ext>
                        </a:extLst>
                      </p:cNvPr>
                      <p:cNvGrpSpPr/>
                      <p:nvPr/>
                    </p:nvGrpSpPr>
                    <p:grpSpPr>
                      <a:xfrm rot="14400000" flipH="1">
                        <a:off x="6434137" y="3402011"/>
                        <a:ext cx="303213" cy="303213"/>
                        <a:chOff x="5354637" y="3446463"/>
                        <a:chExt cx="214313" cy="214313"/>
                      </a:xfrm>
                    </p:grpSpPr>
                    <p:sp>
                      <p:nvSpPr>
                        <p:cNvPr id="16899" name="Arc 16898">
                          <a:extLst>
                            <a:ext uri="{FF2B5EF4-FFF2-40B4-BE49-F238E27FC236}">
                              <a16:creationId xmlns:a16="http://schemas.microsoft.com/office/drawing/2014/main" id="{77883F7D-A15E-5275-1179-7A809F5CC7A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900" name="Arc 16899">
                          <a:extLst>
                            <a:ext uri="{FF2B5EF4-FFF2-40B4-BE49-F238E27FC236}">
                              <a16:creationId xmlns:a16="http://schemas.microsoft.com/office/drawing/2014/main" id="{76ADF87A-51ED-167E-1743-A988AAD9BB7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898" name="TextBox 16897">
                        <a:extLst>
                          <a:ext uri="{FF2B5EF4-FFF2-40B4-BE49-F238E27FC236}">
                            <a16:creationId xmlns:a16="http://schemas.microsoft.com/office/drawing/2014/main" id="{62862C97-EDDE-6E0D-DE03-51B363C27E99}"/>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883" name="Group 16882">
                    <a:extLst>
                      <a:ext uri="{FF2B5EF4-FFF2-40B4-BE49-F238E27FC236}">
                        <a16:creationId xmlns:a16="http://schemas.microsoft.com/office/drawing/2014/main" id="{EC19B96D-089C-E754-DF06-65AEB036F80E}"/>
                      </a:ext>
                    </a:extLst>
                  </p:cNvPr>
                  <p:cNvGrpSpPr/>
                  <p:nvPr/>
                </p:nvGrpSpPr>
                <p:grpSpPr>
                  <a:xfrm>
                    <a:off x="6197413" y="3225768"/>
                    <a:ext cx="393192" cy="393192"/>
                    <a:chOff x="6389147" y="3932622"/>
                    <a:chExt cx="393192" cy="393192"/>
                  </a:xfrm>
                </p:grpSpPr>
                <p:grpSp>
                  <p:nvGrpSpPr>
                    <p:cNvPr id="16884" name="Group 16883">
                      <a:extLst>
                        <a:ext uri="{FF2B5EF4-FFF2-40B4-BE49-F238E27FC236}">
                          <a16:creationId xmlns:a16="http://schemas.microsoft.com/office/drawing/2014/main" id="{B36F9663-0EC3-9CFD-E616-60847420FF50}"/>
                        </a:ext>
                      </a:extLst>
                    </p:cNvPr>
                    <p:cNvGrpSpPr/>
                    <p:nvPr/>
                  </p:nvGrpSpPr>
                  <p:grpSpPr>
                    <a:xfrm flipH="1">
                      <a:off x="6478587" y="4022061"/>
                      <a:ext cx="214313" cy="214313"/>
                      <a:chOff x="5354637" y="3446463"/>
                      <a:chExt cx="214313" cy="214313"/>
                    </a:xfrm>
                  </p:grpSpPr>
                  <p:sp>
                    <p:nvSpPr>
                      <p:cNvPr id="16892" name="Arc 16891">
                        <a:extLst>
                          <a:ext uri="{FF2B5EF4-FFF2-40B4-BE49-F238E27FC236}">
                            <a16:creationId xmlns:a16="http://schemas.microsoft.com/office/drawing/2014/main" id="{3D1C263E-28E3-421F-EA0B-1DA22D5C525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893" name="Arc 16892">
                        <a:extLst>
                          <a:ext uri="{FF2B5EF4-FFF2-40B4-BE49-F238E27FC236}">
                            <a16:creationId xmlns:a16="http://schemas.microsoft.com/office/drawing/2014/main" id="{9F1E1590-5089-7769-6406-1378DF07A9D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885" name="Group 16884">
                      <a:extLst>
                        <a:ext uri="{FF2B5EF4-FFF2-40B4-BE49-F238E27FC236}">
                          <a16:creationId xmlns:a16="http://schemas.microsoft.com/office/drawing/2014/main" id="{E0B74846-6179-80F9-74A2-7F466E3BFD51}"/>
                        </a:ext>
                      </a:extLst>
                    </p:cNvPr>
                    <p:cNvGrpSpPr/>
                    <p:nvPr/>
                  </p:nvGrpSpPr>
                  <p:grpSpPr>
                    <a:xfrm rot="7200000" flipH="1">
                      <a:off x="6434137" y="3977611"/>
                      <a:ext cx="303213" cy="303213"/>
                      <a:chOff x="5354637" y="3446463"/>
                      <a:chExt cx="214313" cy="214313"/>
                    </a:xfrm>
                  </p:grpSpPr>
                  <p:sp>
                    <p:nvSpPr>
                      <p:cNvPr id="16890" name="Arc 16889">
                        <a:extLst>
                          <a:ext uri="{FF2B5EF4-FFF2-40B4-BE49-F238E27FC236}">
                            <a16:creationId xmlns:a16="http://schemas.microsoft.com/office/drawing/2014/main" id="{8F311F92-986A-E8EA-0714-B3370C32A55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891" name="Arc 16890">
                        <a:extLst>
                          <a:ext uri="{FF2B5EF4-FFF2-40B4-BE49-F238E27FC236}">
                            <a16:creationId xmlns:a16="http://schemas.microsoft.com/office/drawing/2014/main" id="{A6DA6B33-5F7F-9CEF-CD0E-AD0FBD5D04D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886" name="Group 16885">
                      <a:extLst>
                        <a:ext uri="{FF2B5EF4-FFF2-40B4-BE49-F238E27FC236}">
                          <a16:creationId xmlns:a16="http://schemas.microsoft.com/office/drawing/2014/main" id="{228425A1-12F6-D3EC-DE40-8012A9EDBF98}"/>
                        </a:ext>
                      </a:extLst>
                    </p:cNvPr>
                    <p:cNvGrpSpPr/>
                    <p:nvPr/>
                  </p:nvGrpSpPr>
                  <p:grpSpPr>
                    <a:xfrm rot="14400000" flipH="1">
                      <a:off x="6389147" y="3932622"/>
                      <a:ext cx="393192" cy="393192"/>
                      <a:chOff x="5354637" y="3446463"/>
                      <a:chExt cx="214313" cy="214313"/>
                    </a:xfrm>
                  </p:grpSpPr>
                  <p:sp>
                    <p:nvSpPr>
                      <p:cNvPr id="16888" name="Arc 16887">
                        <a:extLst>
                          <a:ext uri="{FF2B5EF4-FFF2-40B4-BE49-F238E27FC236}">
                            <a16:creationId xmlns:a16="http://schemas.microsoft.com/office/drawing/2014/main" id="{9F017B8C-F24C-364E-76ED-1E97FBDB7B2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889" name="Arc 16888">
                        <a:extLst>
                          <a:ext uri="{FF2B5EF4-FFF2-40B4-BE49-F238E27FC236}">
                            <a16:creationId xmlns:a16="http://schemas.microsoft.com/office/drawing/2014/main" id="{B6EAD7CE-24FF-4A7E-633E-F7959CC9B37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887" name="TextBox 16886">
                      <a:extLst>
                        <a:ext uri="{FF2B5EF4-FFF2-40B4-BE49-F238E27FC236}">
                          <a16:creationId xmlns:a16="http://schemas.microsoft.com/office/drawing/2014/main" id="{9F9A8817-D6FD-C304-1CE6-81B9E0E328A8}"/>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833" name="Group 16832">
                  <a:extLst>
                    <a:ext uri="{FF2B5EF4-FFF2-40B4-BE49-F238E27FC236}">
                      <a16:creationId xmlns:a16="http://schemas.microsoft.com/office/drawing/2014/main" id="{26FCBBF8-3F3E-D68A-C89F-5D05A7CF61CB}"/>
                    </a:ext>
                  </a:extLst>
                </p:cNvPr>
                <p:cNvGrpSpPr/>
                <p:nvPr/>
              </p:nvGrpSpPr>
              <p:grpSpPr>
                <a:xfrm>
                  <a:off x="6069086" y="3246228"/>
                  <a:ext cx="1019224" cy="991639"/>
                  <a:chOff x="5886431" y="3225768"/>
                  <a:chExt cx="1019224" cy="991639"/>
                </a:xfrm>
              </p:grpSpPr>
              <p:grpSp>
                <p:nvGrpSpPr>
                  <p:cNvPr id="16834" name="Group 16833">
                    <a:extLst>
                      <a:ext uri="{FF2B5EF4-FFF2-40B4-BE49-F238E27FC236}">
                        <a16:creationId xmlns:a16="http://schemas.microsoft.com/office/drawing/2014/main" id="{D8D7E103-62CB-6F6F-9D05-6747DE49A2C0}"/>
                      </a:ext>
                    </a:extLst>
                  </p:cNvPr>
                  <p:cNvGrpSpPr/>
                  <p:nvPr/>
                </p:nvGrpSpPr>
                <p:grpSpPr>
                  <a:xfrm>
                    <a:off x="6197413" y="3824215"/>
                    <a:ext cx="393192" cy="393192"/>
                    <a:chOff x="5265196" y="3357021"/>
                    <a:chExt cx="393192" cy="393192"/>
                  </a:xfrm>
                </p:grpSpPr>
                <p:grpSp>
                  <p:nvGrpSpPr>
                    <p:cNvPr id="16869" name="Group 16868">
                      <a:extLst>
                        <a:ext uri="{FF2B5EF4-FFF2-40B4-BE49-F238E27FC236}">
                          <a16:creationId xmlns:a16="http://schemas.microsoft.com/office/drawing/2014/main" id="{CAB7B801-63C3-3B6F-B30E-586D58E90496}"/>
                        </a:ext>
                      </a:extLst>
                    </p:cNvPr>
                    <p:cNvGrpSpPr/>
                    <p:nvPr/>
                  </p:nvGrpSpPr>
                  <p:grpSpPr>
                    <a:xfrm rot="14400000">
                      <a:off x="5265196" y="3357021"/>
                      <a:ext cx="393192" cy="393192"/>
                      <a:chOff x="5354637" y="3446463"/>
                      <a:chExt cx="214313" cy="214313"/>
                    </a:xfrm>
                  </p:grpSpPr>
                  <p:sp>
                    <p:nvSpPr>
                      <p:cNvPr id="16878" name="Arc 16877">
                        <a:extLst>
                          <a:ext uri="{FF2B5EF4-FFF2-40B4-BE49-F238E27FC236}">
                            <a16:creationId xmlns:a16="http://schemas.microsoft.com/office/drawing/2014/main" id="{8F48AA6A-30D8-CB99-B62D-D31283B36AC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879" name="Arc 16878">
                        <a:extLst>
                          <a:ext uri="{FF2B5EF4-FFF2-40B4-BE49-F238E27FC236}">
                            <a16:creationId xmlns:a16="http://schemas.microsoft.com/office/drawing/2014/main" id="{FF40C9F3-1CFF-618E-44C1-DD5E11CBB54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870" name="Group 16869">
                      <a:extLst>
                        <a:ext uri="{FF2B5EF4-FFF2-40B4-BE49-F238E27FC236}">
                          <a16:creationId xmlns:a16="http://schemas.microsoft.com/office/drawing/2014/main" id="{6277A608-0352-5A59-2E3A-28E772990027}"/>
                        </a:ext>
                      </a:extLst>
                    </p:cNvPr>
                    <p:cNvGrpSpPr/>
                    <p:nvPr/>
                  </p:nvGrpSpPr>
                  <p:grpSpPr>
                    <a:xfrm>
                      <a:off x="5310186" y="3402011"/>
                      <a:ext cx="303213" cy="303213"/>
                      <a:chOff x="5310186" y="3402011"/>
                      <a:chExt cx="303213" cy="303213"/>
                    </a:xfrm>
                  </p:grpSpPr>
                  <p:grpSp>
                    <p:nvGrpSpPr>
                      <p:cNvPr id="16871" name="Group 16870">
                        <a:extLst>
                          <a:ext uri="{FF2B5EF4-FFF2-40B4-BE49-F238E27FC236}">
                            <a16:creationId xmlns:a16="http://schemas.microsoft.com/office/drawing/2014/main" id="{D4AEF8FC-16C5-EA77-A6DE-F88AA82FFF57}"/>
                          </a:ext>
                        </a:extLst>
                      </p:cNvPr>
                      <p:cNvGrpSpPr/>
                      <p:nvPr/>
                    </p:nvGrpSpPr>
                    <p:grpSpPr>
                      <a:xfrm>
                        <a:off x="5354636" y="3446461"/>
                        <a:ext cx="214313" cy="214313"/>
                        <a:chOff x="5354637" y="3446463"/>
                        <a:chExt cx="214313" cy="214313"/>
                      </a:xfrm>
                    </p:grpSpPr>
                    <p:sp>
                      <p:nvSpPr>
                        <p:cNvPr id="16876" name="Arc 16875">
                          <a:extLst>
                            <a:ext uri="{FF2B5EF4-FFF2-40B4-BE49-F238E27FC236}">
                              <a16:creationId xmlns:a16="http://schemas.microsoft.com/office/drawing/2014/main" id="{F4DAC8C0-950E-73B4-819F-8530206595B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877" name="Arc 16876">
                          <a:extLst>
                            <a:ext uri="{FF2B5EF4-FFF2-40B4-BE49-F238E27FC236}">
                              <a16:creationId xmlns:a16="http://schemas.microsoft.com/office/drawing/2014/main" id="{48E3EF97-7070-C13E-AD14-6F3E82654C1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872" name="Group 16871">
                        <a:extLst>
                          <a:ext uri="{FF2B5EF4-FFF2-40B4-BE49-F238E27FC236}">
                            <a16:creationId xmlns:a16="http://schemas.microsoft.com/office/drawing/2014/main" id="{DC24BBA7-812C-3DA0-ECB1-D31ED63F4731}"/>
                          </a:ext>
                        </a:extLst>
                      </p:cNvPr>
                      <p:cNvGrpSpPr/>
                      <p:nvPr/>
                    </p:nvGrpSpPr>
                    <p:grpSpPr>
                      <a:xfrm rot="7200000">
                        <a:off x="5310186" y="3402011"/>
                        <a:ext cx="303213" cy="303213"/>
                        <a:chOff x="5354637" y="3446463"/>
                        <a:chExt cx="214313" cy="214313"/>
                      </a:xfrm>
                    </p:grpSpPr>
                    <p:sp>
                      <p:nvSpPr>
                        <p:cNvPr id="16874" name="Arc 16873">
                          <a:extLst>
                            <a:ext uri="{FF2B5EF4-FFF2-40B4-BE49-F238E27FC236}">
                              <a16:creationId xmlns:a16="http://schemas.microsoft.com/office/drawing/2014/main" id="{386D4CA5-9AF4-A2C4-14F7-6B16633C80E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875" name="Arc 16874">
                          <a:extLst>
                            <a:ext uri="{FF2B5EF4-FFF2-40B4-BE49-F238E27FC236}">
                              <a16:creationId xmlns:a16="http://schemas.microsoft.com/office/drawing/2014/main" id="{9654DBCB-9C24-C24E-FEED-002168430BA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873" name="TextBox 16872">
                        <a:extLst>
                          <a:ext uri="{FF2B5EF4-FFF2-40B4-BE49-F238E27FC236}">
                            <a16:creationId xmlns:a16="http://schemas.microsoft.com/office/drawing/2014/main" id="{5B3DAFF6-07B9-8165-546D-CDFACF2FCA48}"/>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835" name="Group 16834">
                    <a:extLst>
                      <a:ext uri="{FF2B5EF4-FFF2-40B4-BE49-F238E27FC236}">
                        <a16:creationId xmlns:a16="http://schemas.microsoft.com/office/drawing/2014/main" id="{99348C2B-48E0-C53D-0F67-6429880723B8}"/>
                      </a:ext>
                    </a:extLst>
                  </p:cNvPr>
                  <p:cNvGrpSpPr/>
                  <p:nvPr/>
                </p:nvGrpSpPr>
                <p:grpSpPr>
                  <a:xfrm>
                    <a:off x="5886431" y="3525040"/>
                    <a:ext cx="393192" cy="393192"/>
                    <a:chOff x="5265196" y="3932619"/>
                    <a:chExt cx="393192" cy="393192"/>
                  </a:xfrm>
                </p:grpSpPr>
                <p:grpSp>
                  <p:nvGrpSpPr>
                    <p:cNvPr id="16859" name="Group 16858">
                      <a:extLst>
                        <a:ext uri="{FF2B5EF4-FFF2-40B4-BE49-F238E27FC236}">
                          <a16:creationId xmlns:a16="http://schemas.microsoft.com/office/drawing/2014/main" id="{979EBAFD-0436-070E-3C55-C93FAA323ECD}"/>
                        </a:ext>
                      </a:extLst>
                    </p:cNvPr>
                    <p:cNvGrpSpPr/>
                    <p:nvPr/>
                  </p:nvGrpSpPr>
                  <p:grpSpPr>
                    <a:xfrm>
                      <a:off x="5354636" y="4022061"/>
                      <a:ext cx="214313" cy="214313"/>
                      <a:chOff x="5354637" y="3446463"/>
                      <a:chExt cx="214313" cy="214313"/>
                    </a:xfrm>
                  </p:grpSpPr>
                  <p:sp>
                    <p:nvSpPr>
                      <p:cNvPr id="16867" name="Arc 16866">
                        <a:extLst>
                          <a:ext uri="{FF2B5EF4-FFF2-40B4-BE49-F238E27FC236}">
                            <a16:creationId xmlns:a16="http://schemas.microsoft.com/office/drawing/2014/main" id="{F30C2B3B-7B04-5AEF-B7C6-88AB0EFFA50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868" name="Arc 16867">
                        <a:extLst>
                          <a:ext uri="{FF2B5EF4-FFF2-40B4-BE49-F238E27FC236}">
                            <a16:creationId xmlns:a16="http://schemas.microsoft.com/office/drawing/2014/main" id="{BAFDEDD3-E7E6-DF87-DFDA-926E8F6A706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860" name="Group 16859">
                      <a:extLst>
                        <a:ext uri="{FF2B5EF4-FFF2-40B4-BE49-F238E27FC236}">
                          <a16:creationId xmlns:a16="http://schemas.microsoft.com/office/drawing/2014/main" id="{82024700-040B-6AE7-9706-7F1FBCF9BB8D}"/>
                        </a:ext>
                      </a:extLst>
                    </p:cNvPr>
                    <p:cNvGrpSpPr/>
                    <p:nvPr/>
                  </p:nvGrpSpPr>
                  <p:grpSpPr>
                    <a:xfrm rot="14400000">
                      <a:off x="5310186" y="3977611"/>
                      <a:ext cx="303213" cy="303213"/>
                      <a:chOff x="5354637" y="3446463"/>
                      <a:chExt cx="214313" cy="214313"/>
                    </a:xfrm>
                  </p:grpSpPr>
                  <p:sp>
                    <p:nvSpPr>
                      <p:cNvPr id="16865" name="Arc 16864">
                        <a:extLst>
                          <a:ext uri="{FF2B5EF4-FFF2-40B4-BE49-F238E27FC236}">
                            <a16:creationId xmlns:a16="http://schemas.microsoft.com/office/drawing/2014/main" id="{B0082E96-1AB5-FDC7-4254-1F42214F10E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866" name="Arc 16865">
                        <a:extLst>
                          <a:ext uri="{FF2B5EF4-FFF2-40B4-BE49-F238E27FC236}">
                            <a16:creationId xmlns:a16="http://schemas.microsoft.com/office/drawing/2014/main" id="{80C3BC8C-0466-AC06-221C-6BB8400E3EC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861" name="Group 16860">
                      <a:extLst>
                        <a:ext uri="{FF2B5EF4-FFF2-40B4-BE49-F238E27FC236}">
                          <a16:creationId xmlns:a16="http://schemas.microsoft.com/office/drawing/2014/main" id="{642E92E5-36FB-BEC1-4C1C-3ABE8443D30D}"/>
                        </a:ext>
                      </a:extLst>
                    </p:cNvPr>
                    <p:cNvGrpSpPr/>
                    <p:nvPr/>
                  </p:nvGrpSpPr>
                  <p:grpSpPr>
                    <a:xfrm rot="7200000">
                      <a:off x="5265196" y="3932619"/>
                      <a:ext cx="393192" cy="393192"/>
                      <a:chOff x="5354637" y="3446463"/>
                      <a:chExt cx="214313" cy="214313"/>
                    </a:xfrm>
                  </p:grpSpPr>
                  <p:sp>
                    <p:nvSpPr>
                      <p:cNvPr id="16863" name="Arc 16862">
                        <a:extLst>
                          <a:ext uri="{FF2B5EF4-FFF2-40B4-BE49-F238E27FC236}">
                            <a16:creationId xmlns:a16="http://schemas.microsoft.com/office/drawing/2014/main" id="{4CD7E1C7-93F4-42FA-9ED6-C176FE6317A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864" name="Arc 16863">
                        <a:extLst>
                          <a:ext uri="{FF2B5EF4-FFF2-40B4-BE49-F238E27FC236}">
                            <a16:creationId xmlns:a16="http://schemas.microsoft.com/office/drawing/2014/main" id="{101A4A11-BA31-B1C0-D161-D2DB08A473C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862" name="TextBox 16861">
                      <a:extLst>
                        <a:ext uri="{FF2B5EF4-FFF2-40B4-BE49-F238E27FC236}">
                          <a16:creationId xmlns:a16="http://schemas.microsoft.com/office/drawing/2014/main" id="{67DC6A56-D5DB-BC05-FF05-79A4B0BC193A}"/>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6836" name="Group 16835">
                    <a:extLst>
                      <a:ext uri="{FF2B5EF4-FFF2-40B4-BE49-F238E27FC236}">
                        <a16:creationId xmlns:a16="http://schemas.microsoft.com/office/drawing/2014/main" id="{6B5EC7AA-D3A9-647B-BECC-F47D3AE19F6E}"/>
                      </a:ext>
                    </a:extLst>
                  </p:cNvPr>
                  <p:cNvGrpSpPr/>
                  <p:nvPr/>
                </p:nvGrpSpPr>
                <p:grpSpPr>
                  <a:xfrm>
                    <a:off x="6512463" y="3525040"/>
                    <a:ext cx="393192" cy="393192"/>
                    <a:chOff x="6389147" y="3357021"/>
                    <a:chExt cx="393192" cy="393192"/>
                  </a:xfrm>
                </p:grpSpPr>
                <p:grpSp>
                  <p:nvGrpSpPr>
                    <p:cNvPr id="16848" name="Group 16847">
                      <a:extLst>
                        <a:ext uri="{FF2B5EF4-FFF2-40B4-BE49-F238E27FC236}">
                          <a16:creationId xmlns:a16="http://schemas.microsoft.com/office/drawing/2014/main" id="{0E9B7C05-DBF9-1CD2-4238-5562BB65871B}"/>
                        </a:ext>
                      </a:extLst>
                    </p:cNvPr>
                    <p:cNvGrpSpPr/>
                    <p:nvPr/>
                  </p:nvGrpSpPr>
                  <p:grpSpPr>
                    <a:xfrm rot="7200000" flipH="1">
                      <a:off x="6389147" y="3357021"/>
                      <a:ext cx="393192" cy="393192"/>
                      <a:chOff x="5354637" y="3446463"/>
                      <a:chExt cx="214313" cy="214313"/>
                    </a:xfrm>
                  </p:grpSpPr>
                  <p:sp>
                    <p:nvSpPr>
                      <p:cNvPr id="16857" name="Arc 16856">
                        <a:extLst>
                          <a:ext uri="{FF2B5EF4-FFF2-40B4-BE49-F238E27FC236}">
                            <a16:creationId xmlns:a16="http://schemas.microsoft.com/office/drawing/2014/main" id="{F17EF721-FE13-31A8-87D6-3C618B09A0A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858" name="Arc 16857">
                        <a:extLst>
                          <a:ext uri="{FF2B5EF4-FFF2-40B4-BE49-F238E27FC236}">
                            <a16:creationId xmlns:a16="http://schemas.microsoft.com/office/drawing/2014/main" id="{8FFA2EF9-DBD8-B90D-ECAD-B5AA0BE0FD9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849" name="Group 16848">
                      <a:extLst>
                        <a:ext uri="{FF2B5EF4-FFF2-40B4-BE49-F238E27FC236}">
                          <a16:creationId xmlns:a16="http://schemas.microsoft.com/office/drawing/2014/main" id="{6A4DDCE1-5379-8D9D-8A14-341F3486C256}"/>
                        </a:ext>
                      </a:extLst>
                    </p:cNvPr>
                    <p:cNvGrpSpPr/>
                    <p:nvPr/>
                  </p:nvGrpSpPr>
                  <p:grpSpPr>
                    <a:xfrm>
                      <a:off x="6434137" y="3402011"/>
                      <a:ext cx="303213" cy="303213"/>
                      <a:chOff x="6434137" y="3402011"/>
                      <a:chExt cx="303213" cy="303213"/>
                    </a:xfrm>
                  </p:grpSpPr>
                  <p:grpSp>
                    <p:nvGrpSpPr>
                      <p:cNvPr id="16850" name="Group 16849">
                        <a:extLst>
                          <a:ext uri="{FF2B5EF4-FFF2-40B4-BE49-F238E27FC236}">
                            <a16:creationId xmlns:a16="http://schemas.microsoft.com/office/drawing/2014/main" id="{AB874675-53C3-4A5B-4168-74EB0177A5F4}"/>
                          </a:ext>
                        </a:extLst>
                      </p:cNvPr>
                      <p:cNvGrpSpPr/>
                      <p:nvPr/>
                    </p:nvGrpSpPr>
                    <p:grpSpPr>
                      <a:xfrm flipH="1">
                        <a:off x="6478587" y="3446461"/>
                        <a:ext cx="214313" cy="214313"/>
                        <a:chOff x="5354637" y="3446463"/>
                        <a:chExt cx="214313" cy="214313"/>
                      </a:xfrm>
                    </p:grpSpPr>
                    <p:sp>
                      <p:nvSpPr>
                        <p:cNvPr id="16855" name="Arc 16854">
                          <a:extLst>
                            <a:ext uri="{FF2B5EF4-FFF2-40B4-BE49-F238E27FC236}">
                              <a16:creationId xmlns:a16="http://schemas.microsoft.com/office/drawing/2014/main" id="{A0E5C18E-CE06-E739-5713-840575F94AF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856" name="Arc 16855">
                          <a:extLst>
                            <a:ext uri="{FF2B5EF4-FFF2-40B4-BE49-F238E27FC236}">
                              <a16:creationId xmlns:a16="http://schemas.microsoft.com/office/drawing/2014/main" id="{103856D5-BC74-4AD2-7F80-64F8DB5CF65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851" name="Group 16850">
                        <a:extLst>
                          <a:ext uri="{FF2B5EF4-FFF2-40B4-BE49-F238E27FC236}">
                            <a16:creationId xmlns:a16="http://schemas.microsoft.com/office/drawing/2014/main" id="{5AFEE719-74C0-55AC-2746-B300E9C2B9F4}"/>
                          </a:ext>
                        </a:extLst>
                      </p:cNvPr>
                      <p:cNvGrpSpPr/>
                      <p:nvPr/>
                    </p:nvGrpSpPr>
                    <p:grpSpPr>
                      <a:xfrm rot="14400000" flipH="1">
                        <a:off x="6434137" y="3402011"/>
                        <a:ext cx="303213" cy="303213"/>
                        <a:chOff x="5354637" y="3446463"/>
                        <a:chExt cx="214313" cy="214313"/>
                      </a:xfrm>
                    </p:grpSpPr>
                    <p:sp>
                      <p:nvSpPr>
                        <p:cNvPr id="16853" name="Arc 16852">
                          <a:extLst>
                            <a:ext uri="{FF2B5EF4-FFF2-40B4-BE49-F238E27FC236}">
                              <a16:creationId xmlns:a16="http://schemas.microsoft.com/office/drawing/2014/main" id="{5BE2379C-0E02-0460-5287-E3B461AFACD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854" name="Arc 16853">
                          <a:extLst>
                            <a:ext uri="{FF2B5EF4-FFF2-40B4-BE49-F238E27FC236}">
                              <a16:creationId xmlns:a16="http://schemas.microsoft.com/office/drawing/2014/main" id="{FAF7DB80-B0B9-099D-E06F-338D9CC09D9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852" name="TextBox 16851">
                        <a:extLst>
                          <a:ext uri="{FF2B5EF4-FFF2-40B4-BE49-F238E27FC236}">
                            <a16:creationId xmlns:a16="http://schemas.microsoft.com/office/drawing/2014/main" id="{C6831FB0-3645-A54E-177D-198B5021EF50}"/>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837" name="Group 16836">
                    <a:extLst>
                      <a:ext uri="{FF2B5EF4-FFF2-40B4-BE49-F238E27FC236}">
                        <a16:creationId xmlns:a16="http://schemas.microsoft.com/office/drawing/2014/main" id="{D65B5E20-5BF2-79A1-379E-4774F09EC317}"/>
                      </a:ext>
                    </a:extLst>
                  </p:cNvPr>
                  <p:cNvGrpSpPr/>
                  <p:nvPr/>
                </p:nvGrpSpPr>
                <p:grpSpPr>
                  <a:xfrm>
                    <a:off x="6197413" y="3225768"/>
                    <a:ext cx="393192" cy="393192"/>
                    <a:chOff x="6389147" y="3932622"/>
                    <a:chExt cx="393192" cy="393192"/>
                  </a:xfrm>
                </p:grpSpPr>
                <p:grpSp>
                  <p:nvGrpSpPr>
                    <p:cNvPr id="16838" name="Group 16837">
                      <a:extLst>
                        <a:ext uri="{FF2B5EF4-FFF2-40B4-BE49-F238E27FC236}">
                          <a16:creationId xmlns:a16="http://schemas.microsoft.com/office/drawing/2014/main" id="{B0210125-4A67-262D-52F6-1647C0E3C58F}"/>
                        </a:ext>
                      </a:extLst>
                    </p:cNvPr>
                    <p:cNvGrpSpPr/>
                    <p:nvPr/>
                  </p:nvGrpSpPr>
                  <p:grpSpPr>
                    <a:xfrm flipH="1">
                      <a:off x="6478587" y="4022061"/>
                      <a:ext cx="214313" cy="214313"/>
                      <a:chOff x="5354637" y="3446463"/>
                      <a:chExt cx="214313" cy="214313"/>
                    </a:xfrm>
                  </p:grpSpPr>
                  <p:sp>
                    <p:nvSpPr>
                      <p:cNvPr id="16846" name="Arc 16845">
                        <a:extLst>
                          <a:ext uri="{FF2B5EF4-FFF2-40B4-BE49-F238E27FC236}">
                            <a16:creationId xmlns:a16="http://schemas.microsoft.com/office/drawing/2014/main" id="{8D9A3EF9-37ED-5939-9513-072FA38A9C4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847" name="Arc 16846">
                        <a:extLst>
                          <a:ext uri="{FF2B5EF4-FFF2-40B4-BE49-F238E27FC236}">
                            <a16:creationId xmlns:a16="http://schemas.microsoft.com/office/drawing/2014/main" id="{1F734F2C-AEC8-5287-F4FD-454BE19795A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839" name="Group 16838">
                      <a:extLst>
                        <a:ext uri="{FF2B5EF4-FFF2-40B4-BE49-F238E27FC236}">
                          <a16:creationId xmlns:a16="http://schemas.microsoft.com/office/drawing/2014/main" id="{CB202B28-61C1-AB22-3028-08A3AB697C2E}"/>
                        </a:ext>
                      </a:extLst>
                    </p:cNvPr>
                    <p:cNvGrpSpPr/>
                    <p:nvPr/>
                  </p:nvGrpSpPr>
                  <p:grpSpPr>
                    <a:xfrm rot="7200000" flipH="1">
                      <a:off x="6434137" y="3977611"/>
                      <a:ext cx="303213" cy="303213"/>
                      <a:chOff x="5354637" y="3446463"/>
                      <a:chExt cx="214313" cy="214313"/>
                    </a:xfrm>
                  </p:grpSpPr>
                  <p:sp>
                    <p:nvSpPr>
                      <p:cNvPr id="16844" name="Arc 16843">
                        <a:extLst>
                          <a:ext uri="{FF2B5EF4-FFF2-40B4-BE49-F238E27FC236}">
                            <a16:creationId xmlns:a16="http://schemas.microsoft.com/office/drawing/2014/main" id="{C5B2B8A9-3A83-AC0E-2C96-4760502FACC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845" name="Arc 16844">
                        <a:extLst>
                          <a:ext uri="{FF2B5EF4-FFF2-40B4-BE49-F238E27FC236}">
                            <a16:creationId xmlns:a16="http://schemas.microsoft.com/office/drawing/2014/main" id="{1A9BFFEF-FD0D-68A2-5CC7-83329940A46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840" name="Group 16839">
                      <a:extLst>
                        <a:ext uri="{FF2B5EF4-FFF2-40B4-BE49-F238E27FC236}">
                          <a16:creationId xmlns:a16="http://schemas.microsoft.com/office/drawing/2014/main" id="{BCC69259-B28B-26EF-0B02-91FD9A2FD544}"/>
                        </a:ext>
                      </a:extLst>
                    </p:cNvPr>
                    <p:cNvGrpSpPr/>
                    <p:nvPr/>
                  </p:nvGrpSpPr>
                  <p:grpSpPr>
                    <a:xfrm rot="14400000" flipH="1">
                      <a:off x="6389147" y="3932622"/>
                      <a:ext cx="393192" cy="393192"/>
                      <a:chOff x="5354637" y="3446463"/>
                      <a:chExt cx="214313" cy="214313"/>
                    </a:xfrm>
                  </p:grpSpPr>
                  <p:sp>
                    <p:nvSpPr>
                      <p:cNvPr id="16842" name="Arc 16841">
                        <a:extLst>
                          <a:ext uri="{FF2B5EF4-FFF2-40B4-BE49-F238E27FC236}">
                            <a16:creationId xmlns:a16="http://schemas.microsoft.com/office/drawing/2014/main" id="{39BB7541-622C-F8DA-ABA9-A094A6D7A8E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843" name="Arc 16842">
                        <a:extLst>
                          <a:ext uri="{FF2B5EF4-FFF2-40B4-BE49-F238E27FC236}">
                            <a16:creationId xmlns:a16="http://schemas.microsoft.com/office/drawing/2014/main" id="{05B7D3D4-9B12-7E6E-AA51-C517A0E302B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841" name="TextBox 16840">
                      <a:extLst>
                        <a:ext uri="{FF2B5EF4-FFF2-40B4-BE49-F238E27FC236}">
                          <a16:creationId xmlns:a16="http://schemas.microsoft.com/office/drawing/2014/main" id="{34DFBE59-05E0-9BCB-AF2F-B7486EF5FC13}"/>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5302" name="Group 15301">
              <a:extLst>
                <a:ext uri="{FF2B5EF4-FFF2-40B4-BE49-F238E27FC236}">
                  <a16:creationId xmlns:a16="http://schemas.microsoft.com/office/drawing/2014/main" id="{7057015D-25DD-CC64-08DE-E6F010EFD5A9}"/>
                </a:ext>
              </a:extLst>
            </p:cNvPr>
            <p:cNvGrpSpPr/>
            <p:nvPr/>
          </p:nvGrpSpPr>
          <p:grpSpPr>
            <a:xfrm>
              <a:off x="9939813" y="-878204"/>
              <a:ext cx="2263438" cy="2198360"/>
              <a:chOff x="5445106" y="2039507"/>
              <a:chExt cx="2263438" cy="2198360"/>
            </a:xfrm>
          </p:grpSpPr>
          <p:grpSp>
            <p:nvGrpSpPr>
              <p:cNvPr id="16640" name="Group 16639">
                <a:extLst>
                  <a:ext uri="{FF2B5EF4-FFF2-40B4-BE49-F238E27FC236}">
                    <a16:creationId xmlns:a16="http://schemas.microsoft.com/office/drawing/2014/main" id="{669D6A05-D696-1CEE-B254-8E93F21C9FB0}"/>
                  </a:ext>
                </a:extLst>
              </p:cNvPr>
              <p:cNvGrpSpPr/>
              <p:nvPr/>
            </p:nvGrpSpPr>
            <p:grpSpPr>
              <a:xfrm>
                <a:off x="5445106" y="2644743"/>
                <a:ext cx="1643204" cy="1593124"/>
                <a:chOff x="5445106" y="2644743"/>
                <a:chExt cx="1643204" cy="1593124"/>
              </a:xfrm>
            </p:grpSpPr>
            <p:grpSp>
              <p:nvGrpSpPr>
                <p:cNvPr id="16736" name="Group 16735">
                  <a:extLst>
                    <a:ext uri="{FF2B5EF4-FFF2-40B4-BE49-F238E27FC236}">
                      <a16:creationId xmlns:a16="http://schemas.microsoft.com/office/drawing/2014/main" id="{E460F477-3DDB-8C52-8409-006F210A98C1}"/>
                    </a:ext>
                  </a:extLst>
                </p:cNvPr>
                <p:cNvGrpSpPr/>
                <p:nvPr/>
              </p:nvGrpSpPr>
              <p:grpSpPr>
                <a:xfrm>
                  <a:off x="5445106" y="2644743"/>
                  <a:ext cx="1019224" cy="991639"/>
                  <a:chOff x="5886431" y="3225768"/>
                  <a:chExt cx="1019224" cy="991639"/>
                </a:xfrm>
              </p:grpSpPr>
              <p:grpSp>
                <p:nvGrpSpPr>
                  <p:cNvPr id="16784" name="Group 16783">
                    <a:extLst>
                      <a:ext uri="{FF2B5EF4-FFF2-40B4-BE49-F238E27FC236}">
                        <a16:creationId xmlns:a16="http://schemas.microsoft.com/office/drawing/2014/main" id="{3965771B-FEEA-ACE0-0495-BFA1238B443F}"/>
                      </a:ext>
                    </a:extLst>
                  </p:cNvPr>
                  <p:cNvGrpSpPr/>
                  <p:nvPr/>
                </p:nvGrpSpPr>
                <p:grpSpPr>
                  <a:xfrm>
                    <a:off x="6197413" y="3824215"/>
                    <a:ext cx="393192" cy="393192"/>
                    <a:chOff x="5265196" y="3357021"/>
                    <a:chExt cx="393192" cy="393192"/>
                  </a:xfrm>
                </p:grpSpPr>
                <p:grpSp>
                  <p:nvGrpSpPr>
                    <p:cNvPr id="16819" name="Group 16818">
                      <a:extLst>
                        <a:ext uri="{FF2B5EF4-FFF2-40B4-BE49-F238E27FC236}">
                          <a16:creationId xmlns:a16="http://schemas.microsoft.com/office/drawing/2014/main" id="{E0DC16F4-A2C3-B5C0-21FD-C35DD33587B2}"/>
                        </a:ext>
                      </a:extLst>
                    </p:cNvPr>
                    <p:cNvGrpSpPr/>
                    <p:nvPr/>
                  </p:nvGrpSpPr>
                  <p:grpSpPr>
                    <a:xfrm rot="14400000">
                      <a:off x="5265196" y="3357021"/>
                      <a:ext cx="393192" cy="393192"/>
                      <a:chOff x="5354637" y="3446463"/>
                      <a:chExt cx="214313" cy="214313"/>
                    </a:xfrm>
                  </p:grpSpPr>
                  <p:sp>
                    <p:nvSpPr>
                      <p:cNvPr id="16828" name="Arc 16827">
                        <a:extLst>
                          <a:ext uri="{FF2B5EF4-FFF2-40B4-BE49-F238E27FC236}">
                            <a16:creationId xmlns:a16="http://schemas.microsoft.com/office/drawing/2014/main" id="{4F24B036-36E7-A16C-DAB6-3EC4F464657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829" name="Arc 16828">
                        <a:extLst>
                          <a:ext uri="{FF2B5EF4-FFF2-40B4-BE49-F238E27FC236}">
                            <a16:creationId xmlns:a16="http://schemas.microsoft.com/office/drawing/2014/main" id="{44F49E03-C59E-3414-8811-05D230C9C44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820" name="Group 16819">
                      <a:extLst>
                        <a:ext uri="{FF2B5EF4-FFF2-40B4-BE49-F238E27FC236}">
                          <a16:creationId xmlns:a16="http://schemas.microsoft.com/office/drawing/2014/main" id="{CD9E3D55-424D-E987-06F8-84EDBA09C09D}"/>
                        </a:ext>
                      </a:extLst>
                    </p:cNvPr>
                    <p:cNvGrpSpPr/>
                    <p:nvPr/>
                  </p:nvGrpSpPr>
                  <p:grpSpPr>
                    <a:xfrm>
                      <a:off x="5310186" y="3402011"/>
                      <a:ext cx="303213" cy="303213"/>
                      <a:chOff x="5310186" y="3402011"/>
                      <a:chExt cx="303213" cy="303213"/>
                    </a:xfrm>
                  </p:grpSpPr>
                  <p:grpSp>
                    <p:nvGrpSpPr>
                      <p:cNvPr id="16821" name="Group 16820">
                        <a:extLst>
                          <a:ext uri="{FF2B5EF4-FFF2-40B4-BE49-F238E27FC236}">
                            <a16:creationId xmlns:a16="http://schemas.microsoft.com/office/drawing/2014/main" id="{106CC94E-88AE-BF8F-E474-220B16EF0AED}"/>
                          </a:ext>
                        </a:extLst>
                      </p:cNvPr>
                      <p:cNvGrpSpPr/>
                      <p:nvPr/>
                    </p:nvGrpSpPr>
                    <p:grpSpPr>
                      <a:xfrm>
                        <a:off x="5354636" y="3446461"/>
                        <a:ext cx="214313" cy="214313"/>
                        <a:chOff x="5354637" y="3446463"/>
                        <a:chExt cx="214313" cy="214313"/>
                      </a:xfrm>
                    </p:grpSpPr>
                    <p:sp>
                      <p:nvSpPr>
                        <p:cNvPr id="16826" name="Arc 16825">
                          <a:extLst>
                            <a:ext uri="{FF2B5EF4-FFF2-40B4-BE49-F238E27FC236}">
                              <a16:creationId xmlns:a16="http://schemas.microsoft.com/office/drawing/2014/main" id="{FFE541DE-E121-4A76-22BB-267245FE53D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827" name="Arc 16826">
                          <a:extLst>
                            <a:ext uri="{FF2B5EF4-FFF2-40B4-BE49-F238E27FC236}">
                              <a16:creationId xmlns:a16="http://schemas.microsoft.com/office/drawing/2014/main" id="{3981E70C-73E3-D75B-1491-E03D6AF3F14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822" name="Group 16821">
                        <a:extLst>
                          <a:ext uri="{FF2B5EF4-FFF2-40B4-BE49-F238E27FC236}">
                            <a16:creationId xmlns:a16="http://schemas.microsoft.com/office/drawing/2014/main" id="{364A13F7-2173-B5BA-F10E-98B3FD155A71}"/>
                          </a:ext>
                        </a:extLst>
                      </p:cNvPr>
                      <p:cNvGrpSpPr/>
                      <p:nvPr/>
                    </p:nvGrpSpPr>
                    <p:grpSpPr>
                      <a:xfrm rot="7200000">
                        <a:off x="5310186" y="3402011"/>
                        <a:ext cx="303213" cy="303213"/>
                        <a:chOff x="5354637" y="3446463"/>
                        <a:chExt cx="214313" cy="214313"/>
                      </a:xfrm>
                    </p:grpSpPr>
                    <p:sp>
                      <p:nvSpPr>
                        <p:cNvPr id="16824" name="Arc 16823">
                          <a:extLst>
                            <a:ext uri="{FF2B5EF4-FFF2-40B4-BE49-F238E27FC236}">
                              <a16:creationId xmlns:a16="http://schemas.microsoft.com/office/drawing/2014/main" id="{EA56C4FF-ACAB-E76F-31AC-AE9449EBB9C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825" name="Arc 16824">
                          <a:extLst>
                            <a:ext uri="{FF2B5EF4-FFF2-40B4-BE49-F238E27FC236}">
                              <a16:creationId xmlns:a16="http://schemas.microsoft.com/office/drawing/2014/main" id="{28A0F80D-99AF-8197-5665-76AB4E860BE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823" name="TextBox 16822">
                        <a:extLst>
                          <a:ext uri="{FF2B5EF4-FFF2-40B4-BE49-F238E27FC236}">
                            <a16:creationId xmlns:a16="http://schemas.microsoft.com/office/drawing/2014/main" id="{671A437F-CEED-53FF-97E3-A31E1F568DEE}"/>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785" name="Group 16784">
                    <a:extLst>
                      <a:ext uri="{FF2B5EF4-FFF2-40B4-BE49-F238E27FC236}">
                        <a16:creationId xmlns:a16="http://schemas.microsoft.com/office/drawing/2014/main" id="{3C18963C-CD7D-DD2F-3DF3-4D076308F902}"/>
                      </a:ext>
                    </a:extLst>
                  </p:cNvPr>
                  <p:cNvGrpSpPr/>
                  <p:nvPr/>
                </p:nvGrpSpPr>
                <p:grpSpPr>
                  <a:xfrm>
                    <a:off x="5886431" y="3525040"/>
                    <a:ext cx="393192" cy="393192"/>
                    <a:chOff x="5265196" y="3932619"/>
                    <a:chExt cx="393192" cy="393192"/>
                  </a:xfrm>
                </p:grpSpPr>
                <p:grpSp>
                  <p:nvGrpSpPr>
                    <p:cNvPr id="16809" name="Group 16808">
                      <a:extLst>
                        <a:ext uri="{FF2B5EF4-FFF2-40B4-BE49-F238E27FC236}">
                          <a16:creationId xmlns:a16="http://schemas.microsoft.com/office/drawing/2014/main" id="{E53707B8-332D-5AA5-BFC7-F74FC68F1220}"/>
                        </a:ext>
                      </a:extLst>
                    </p:cNvPr>
                    <p:cNvGrpSpPr/>
                    <p:nvPr/>
                  </p:nvGrpSpPr>
                  <p:grpSpPr>
                    <a:xfrm>
                      <a:off x="5354636" y="4022061"/>
                      <a:ext cx="214313" cy="214313"/>
                      <a:chOff x="5354637" y="3446463"/>
                      <a:chExt cx="214313" cy="214313"/>
                    </a:xfrm>
                  </p:grpSpPr>
                  <p:sp>
                    <p:nvSpPr>
                      <p:cNvPr id="16817" name="Arc 16816">
                        <a:extLst>
                          <a:ext uri="{FF2B5EF4-FFF2-40B4-BE49-F238E27FC236}">
                            <a16:creationId xmlns:a16="http://schemas.microsoft.com/office/drawing/2014/main" id="{4889CE63-2AF4-06B8-B380-38BA3C88798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818" name="Arc 16817">
                        <a:extLst>
                          <a:ext uri="{FF2B5EF4-FFF2-40B4-BE49-F238E27FC236}">
                            <a16:creationId xmlns:a16="http://schemas.microsoft.com/office/drawing/2014/main" id="{B5A33A23-C76C-48DE-4D7A-C7D45333349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810" name="Group 16809">
                      <a:extLst>
                        <a:ext uri="{FF2B5EF4-FFF2-40B4-BE49-F238E27FC236}">
                          <a16:creationId xmlns:a16="http://schemas.microsoft.com/office/drawing/2014/main" id="{F88E7991-ADBA-2DA9-A878-53A718D687E7}"/>
                        </a:ext>
                      </a:extLst>
                    </p:cNvPr>
                    <p:cNvGrpSpPr/>
                    <p:nvPr/>
                  </p:nvGrpSpPr>
                  <p:grpSpPr>
                    <a:xfrm rot="14400000">
                      <a:off x="5310186" y="3977611"/>
                      <a:ext cx="303213" cy="303213"/>
                      <a:chOff x="5354637" y="3446463"/>
                      <a:chExt cx="214313" cy="214313"/>
                    </a:xfrm>
                  </p:grpSpPr>
                  <p:sp>
                    <p:nvSpPr>
                      <p:cNvPr id="16815" name="Arc 16814">
                        <a:extLst>
                          <a:ext uri="{FF2B5EF4-FFF2-40B4-BE49-F238E27FC236}">
                            <a16:creationId xmlns:a16="http://schemas.microsoft.com/office/drawing/2014/main" id="{4F484BD5-3565-E380-CD76-6E35254A501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816" name="Arc 16815">
                        <a:extLst>
                          <a:ext uri="{FF2B5EF4-FFF2-40B4-BE49-F238E27FC236}">
                            <a16:creationId xmlns:a16="http://schemas.microsoft.com/office/drawing/2014/main" id="{6DBF331D-F4FD-B756-502D-3FAA5656EA2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811" name="Group 16810">
                      <a:extLst>
                        <a:ext uri="{FF2B5EF4-FFF2-40B4-BE49-F238E27FC236}">
                          <a16:creationId xmlns:a16="http://schemas.microsoft.com/office/drawing/2014/main" id="{F9F07CE4-0EFD-5CE4-FB07-29B8B3D04616}"/>
                        </a:ext>
                      </a:extLst>
                    </p:cNvPr>
                    <p:cNvGrpSpPr/>
                    <p:nvPr/>
                  </p:nvGrpSpPr>
                  <p:grpSpPr>
                    <a:xfrm rot="7200000">
                      <a:off x="5265196" y="3932619"/>
                      <a:ext cx="393192" cy="393192"/>
                      <a:chOff x="5354637" y="3446463"/>
                      <a:chExt cx="214313" cy="214313"/>
                    </a:xfrm>
                  </p:grpSpPr>
                  <p:sp>
                    <p:nvSpPr>
                      <p:cNvPr id="16813" name="Arc 16812">
                        <a:extLst>
                          <a:ext uri="{FF2B5EF4-FFF2-40B4-BE49-F238E27FC236}">
                            <a16:creationId xmlns:a16="http://schemas.microsoft.com/office/drawing/2014/main" id="{51FA0EF1-CCB3-7F1A-36C2-662A3458BCB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814" name="Arc 16813">
                        <a:extLst>
                          <a:ext uri="{FF2B5EF4-FFF2-40B4-BE49-F238E27FC236}">
                            <a16:creationId xmlns:a16="http://schemas.microsoft.com/office/drawing/2014/main" id="{B090E5BF-33C1-F0C0-270E-4AA716FE4CB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812" name="TextBox 16811">
                      <a:extLst>
                        <a:ext uri="{FF2B5EF4-FFF2-40B4-BE49-F238E27FC236}">
                          <a16:creationId xmlns:a16="http://schemas.microsoft.com/office/drawing/2014/main" id="{6F86684B-D339-BE5E-E055-F831D8188D49}"/>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6786" name="Group 16785">
                    <a:extLst>
                      <a:ext uri="{FF2B5EF4-FFF2-40B4-BE49-F238E27FC236}">
                        <a16:creationId xmlns:a16="http://schemas.microsoft.com/office/drawing/2014/main" id="{55E3921C-8F8E-4FA4-3281-47E5D2AEE14C}"/>
                      </a:ext>
                    </a:extLst>
                  </p:cNvPr>
                  <p:cNvGrpSpPr/>
                  <p:nvPr/>
                </p:nvGrpSpPr>
                <p:grpSpPr>
                  <a:xfrm>
                    <a:off x="6512463" y="3525040"/>
                    <a:ext cx="393192" cy="393192"/>
                    <a:chOff x="6389147" y="3357021"/>
                    <a:chExt cx="393192" cy="393192"/>
                  </a:xfrm>
                </p:grpSpPr>
                <p:grpSp>
                  <p:nvGrpSpPr>
                    <p:cNvPr id="16798" name="Group 16797">
                      <a:extLst>
                        <a:ext uri="{FF2B5EF4-FFF2-40B4-BE49-F238E27FC236}">
                          <a16:creationId xmlns:a16="http://schemas.microsoft.com/office/drawing/2014/main" id="{5556AB73-FB7A-E259-036F-CD9A5376BDC6}"/>
                        </a:ext>
                      </a:extLst>
                    </p:cNvPr>
                    <p:cNvGrpSpPr/>
                    <p:nvPr/>
                  </p:nvGrpSpPr>
                  <p:grpSpPr>
                    <a:xfrm rot="7200000" flipH="1">
                      <a:off x="6389147" y="3357021"/>
                      <a:ext cx="393192" cy="393192"/>
                      <a:chOff x="5354637" y="3446463"/>
                      <a:chExt cx="214313" cy="214313"/>
                    </a:xfrm>
                  </p:grpSpPr>
                  <p:sp>
                    <p:nvSpPr>
                      <p:cNvPr id="16807" name="Arc 16806">
                        <a:extLst>
                          <a:ext uri="{FF2B5EF4-FFF2-40B4-BE49-F238E27FC236}">
                            <a16:creationId xmlns:a16="http://schemas.microsoft.com/office/drawing/2014/main" id="{7759B1FE-CABC-30E7-B35E-CF272342D91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808" name="Arc 16807">
                        <a:extLst>
                          <a:ext uri="{FF2B5EF4-FFF2-40B4-BE49-F238E27FC236}">
                            <a16:creationId xmlns:a16="http://schemas.microsoft.com/office/drawing/2014/main" id="{4BD1A7FE-572F-B876-31B3-1D038409431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799" name="Group 16798">
                      <a:extLst>
                        <a:ext uri="{FF2B5EF4-FFF2-40B4-BE49-F238E27FC236}">
                          <a16:creationId xmlns:a16="http://schemas.microsoft.com/office/drawing/2014/main" id="{972EDA0C-3ACB-EB83-54C3-6661D2F0CEFE}"/>
                        </a:ext>
                      </a:extLst>
                    </p:cNvPr>
                    <p:cNvGrpSpPr/>
                    <p:nvPr/>
                  </p:nvGrpSpPr>
                  <p:grpSpPr>
                    <a:xfrm>
                      <a:off x="6434137" y="3402011"/>
                      <a:ext cx="303213" cy="303213"/>
                      <a:chOff x="6434137" y="3402011"/>
                      <a:chExt cx="303213" cy="303213"/>
                    </a:xfrm>
                  </p:grpSpPr>
                  <p:grpSp>
                    <p:nvGrpSpPr>
                      <p:cNvPr id="16800" name="Group 16799">
                        <a:extLst>
                          <a:ext uri="{FF2B5EF4-FFF2-40B4-BE49-F238E27FC236}">
                            <a16:creationId xmlns:a16="http://schemas.microsoft.com/office/drawing/2014/main" id="{59554F1E-301A-3723-8F0E-DBD0CA141A00}"/>
                          </a:ext>
                        </a:extLst>
                      </p:cNvPr>
                      <p:cNvGrpSpPr/>
                      <p:nvPr/>
                    </p:nvGrpSpPr>
                    <p:grpSpPr>
                      <a:xfrm flipH="1">
                        <a:off x="6478587" y="3446461"/>
                        <a:ext cx="214313" cy="214313"/>
                        <a:chOff x="5354637" y="3446463"/>
                        <a:chExt cx="214313" cy="214313"/>
                      </a:xfrm>
                    </p:grpSpPr>
                    <p:sp>
                      <p:nvSpPr>
                        <p:cNvPr id="16805" name="Arc 16804">
                          <a:extLst>
                            <a:ext uri="{FF2B5EF4-FFF2-40B4-BE49-F238E27FC236}">
                              <a16:creationId xmlns:a16="http://schemas.microsoft.com/office/drawing/2014/main" id="{7A7D2EF6-33A3-D6B2-AD60-37A3577C7EA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806" name="Arc 16805">
                          <a:extLst>
                            <a:ext uri="{FF2B5EF4-FFF2-40B4-BE49-F238E27FC236}">
                              <a16:creationId xmlns:a16="http://schemas.microsoft.com/office/drawing/2014/main" id="{24E2B690-1C26-5AC3-90AC-2766774DE52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801" name="Group 16800">
                        <a:extLst>
                          <a:ext uri="{FF2B5EF4-FFF2-40B4-BE49-F238E27FC236}">
                            <a16:creationId xmlns:a16="http://schemas.microsoft.com/office/drawing/2014/main" id="{AC5E1EE3-6E27-4D73-C8B2-B22E7AE06498}"/>
                          </a:ext>
                        </a:extLst>
                      </p:cNvPr>
                      <p:cNvGrpSpPr/>
                      <p:nvPr/>
                    </p:nvGrpSpPr>
                    <p:grpSpPr>
                      <a:xfrm rot="14400000" flipH="1">
                        <a:off x="6434137" y="3402011"/>
                        <a:ext cx="303213" cy="303213"/>
                        <a:chOff x="5354637" y="3446463"/>
                        <a:chExt cx="214313" cy="214313"/>
                      </a:xfrm>
                    </p:grpSpPr>
                    <p:sp>
                      <p:nvSpPr>
                        <p:cNvPr id="16803" name="Arc 16802">
                          <a:extLst>
                            <a:ext uri="{FF2B5EF4-FFF2-40B4-BE49-F238E27FC236}">
                              <a16:creationId xmlns:a16="http://schemas.microsoft.com/office/drawing/2014/main" id="{F5690CAA-E1B9-B341-A76D-173A11ABCF5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804" name="Arc 16803">
                          <a:extLst>
                            <a:ext uri="{FF2B5EF4-FFF2-40B4-BE49-F238E27FC236}">
                              <a16:creationId xmlns:a16="http://schemas.microsoft.com/office/drawing/2014/main" id="{99CD3F9D-6513-4330-FC52-81538FAEEDE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802" name="TextBox 16801">
                        <a:extLst>
                          <a:ext uri="{FF2B5EF4-FFF2-40B4-BE49-F238E27FC236}">
                            <a16:creationId xmlns:a16="http://schemas.microsoft.com/office/drawing/2014/main" id="{D7B81DCF-84AD-A1E4-CB7D-021132F5DEBE}"/>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787" name="Group 16786">
                    <a:extLst>
                      <a:ext uri="{FF2B5EF4-FFF2-40B4-BE49-F238E27FC236}">
                        <a16:creationId xmlns:a16="http://schemas.microsoft.com/office/drawing/2014/main" id="{5A2661DB-52AE-50DD-F5BE-D88A0CF24D3F}"/>
                      </a:ext>
                    </a:extLst>
                  </p:cNvPr>
                  <p:cNvGrpSpPr/>
                  <p:nvPr/>
                </p:nvGrpSpPr>
                <p:grpSpPr>
                  <a:xfrm>
                    <a:off x="6197413" y="3225768"/>
                    <a:ext cx="393192" cy="393192"/>
                    <a:chOff x="6389147" y="3932622"/>
                    <a:chExt cx="393192" cy="393192"/>
                  </a:xfrm>
                </p:grpSpPr>
                <p:grpSp>
                  <p:nvGrpSpPr>
                    <p:cNvPr id="16788" name="Group 16787">
                      <a:extLst>
                        <a:ext uri="{FF2B5EF4-FFF2-40B4-BE49-F238E27FC236}">
                          <a16:creationId xmlns:a16="http://schemas.microsoft.com/office/drawing/2014/main" id="{4B81D268-3130-BF76-C3AD-8C66DCF6BF00}"/>
                        </a:ext>
                      </a:extLst>
                    </p:cNvPr>
                    <p:cNvGrpSpPr/>
                    <p:nvPr/>
                  </p:nvGrpSpPr>
                  <p:grpSpPr>
                    <a:xfrm flipH="1">
                      <a:off x="6478587" y="4022061"/>
                      <a:ext cx="214313" cy="214313"/>
                      <a:chOff x="5354637" y="3446463"/>
                      <a:chExt cx="214313" cy="214313"/>
                    </a:xfrm>
                  </p:grpSpPr>
                  <p:sp>
                    <p:nvSpPr>
                      <p:cNvPr id="16796" name="Arc 16795">
                        <a:extLst>
                          <a:ext uri="{FF2B5EF4-FFF2-40B4-BE49-F238E27FC236}">
                            <a16:creationId xmlns:a16="http://schemas.microsoft.com/office/drawing/2014/main" id="{733C6E3F-DE7A-B647-04FB-3F80297D52F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797" name="Arc 16796">
                        <a:extLst>
                          <a:ext uri="{FF2B5EF4-FFF2-40B4-BE49-F238E27FC236}">
                            <a16:creationId xmlns:a16="http://schemas.microsoft.com/office/drawing/2014/main" id="{0660F830-D561-1E2A-9A3F-D67E4DE5FCD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789" name="Group 16788">
                      <a:extLst>
                        <a:ext uri="{FF2B5EF4-FFF2-40B4-BE49-F238E27FC236}">
                          <a16:creationId xmlns:a16="http://schemas.microsoft.com/office/drawing/2014/main" id="{DEF3DFE1-FD0F-31A8-FAA7-53FF60FC22F6}"/>
                        </a:ext>
                      </a:extLst>
                    </p:cNvPr>
                    <p:cNvGrpSpPr/>
                    <p:nvPr/>
                  </p:nvGrpSpPr>
                  <p:grpSpPr>
                    <a:xfrm rot="7200000" flipH="1">
                      <a:off x="6434137" y="3977611"/>
                      <a:ext cx="303213" cy="303213"/>
                      <a:chOff x="5354637" y="3446463"/>
                      <a:chExt cx="214313" cy="214313"/>
                    </a:xfrm>
                  </p:grpSpPr>
                  <p:sp>
                    <p:nvSpPr>
                      <p:cNvPr id="16794" name="Arc 16793">
                        <a:extLst>
                          <a:ext uri="{FF2B5EF4-FFF2-40B4-BE49-F238E27FC236}">
                            <a16:creationId xmlns:a16="http://schemas.microsoft.com/office/drawing/2014/main" id="{177A5932-A524-8E68-66ED-941A11FF700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795" name="Arc 16794">
                        <a:extLst>
                          <a:ext uri="{FF2B5EF4-FFF2-40B4-BE49-F238E27FC236}">
                            <a16:creationId xmlns:a16="http://schemas.microsoft.com/office/drawing/2014/main" id="{3827D46A-322A-9C05-EF84-08FFDA67033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790" name="Group 16789">
                      <a:extLst>
                        <a:ext uri="{FF2B5EF4-FFF2-40B4-BE49-F238E27FC236}">
                          <a16:creationId xmlns:a16="http://schemas.microsoft.com/office/drawing/2014/main" id="{56D39AE5-3C9E-D66A-81F5-2266BDC72660}"/>
                        </a:ext>
                      </a:extLst>
                    </p:cNvPr>
                    <p:cNvGrpSpPr/>
                    <p:nvPr/>
                  </p:nvGrpSpPr>
                  <p:grpSpPr>
                    <a:xfrm rot="14400000" flipH="1">
                      <a:off x="6389147" y="3932622"/>
                      <a:ext cx="393192" cy="393192"/>
                      <a:chOff x="5354637" y="3446463"/>
                      <a:chExt cx="214313" cy="214313"/>
                    </a:xfrm>
                  </p:grpSpPr>
                  <p:sp>
                    <p:nvSpPr>
                      <p:cNvPr id="16792" name="Arc 16791">
                        <a:extLst>
                          <a:ext uri="{FF2B5EF4-FFF2-40B4-BE49-F238E27FC236}">
                            <a16:creationId xmlns:a16="http://schemas.microsoft.com/office/drawing/2014/main" id="{D4B29378-FDC6-E8BD-42B1-803397E4C4E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793" name="Arc 16792">
                        <a:extLst>
                          <a:ext uri="{FF2B5EF4-FFF2-40B4-BE49-F238E27FC236}">
                            <a16:creationId xmlns:a16="http://schemas.microsoft.com/office/drawing/2014/main" id="{A6B3D8A6-CCBC-42FE-F9D4-507EA2224C6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791" name="TextBox 16790">
                      <a:extLst>
                        <a:ext uri="{FF2B5EF4-FFF2-40B4-BE49-F238E27FC236}">
                          <a16:creationId xmlns:a16="http://schemas.microsoft.com/office/drawing/2014/main" id="{BBD48D4D-7BFF-A82D-DB1E-7BD5C5B88EA8}"/>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737" name="Group 16736">
                  <a:extLst>
                    <a:ext uri="{FF2B5EF4-FFF2-40B4-BE49-F238E27FC236}">
                      <a16:creationId xmlns:a16="http://schemas.microsoft.com/office/drawing/2014/main" id="{DE447A3C-286A-33FC-A4DE-BF8938CD11EC}"/>
                    </a:ext>
                  </a:extLst>
                </p:cNvPr>
                <p:cNvGrpSpPr/>
                <p:nvPr/>
              </p:nvGrpSpPr>
              <p:grpSpPr>
                <a:xfrm>
                  <a:off x="6069086" y="3246228"/>
                  <a:ext cx="1019224" cy="991639"/>
                  <a:chOff x="5886431" y="3225768"/>
                  <a:chExt cx="1019224" cy="991639"/>
                </a:xfrm>
              </p:grpSpPr>
              <p:grpSp>
                <p:nvGrpSpPr>
                  <p:cNvPr id="16738" name="Group 16737">
                    <a:extLst>
                      <a:ext uri="{FF2B5EF4-FFF2-40B4-BE49-F238E27FC236}">
                        <a16:creationId xmlns:a16="http://schemas.microsoft.com/office/drawing/2014/main" id="{20BB7775-3695-EBEC-83A5-62E88D46EFE5}"/>
                      </a:ext>
                    </a:extLst>
                  </p:cNvPr>
                  <p:cNvGrpSpPr/>
                  <p:nvPr/>
                </p:nvGrpSpPr>
                <p:grpSpPr>
                  <a:xfrm>
                    <a:off x="6197413" y="3824215"/>
                    <a:ext cx="393192" cy="393192"/>
                    <a:chOff x="5265196" y="3357021"/>
                    <a:chExt cx="393192" cy="393192"/>
                  </a:xfrm>
                </p:grpSpPr>
                <p:grpSp>
                  <p:nvGrpSpPr>
                    <p:cNvPr id="16773" name="Group 16772">
                      <a:extLst>
                        <a:ext uri="{FF2B5EF4-FFF2-40B4-BE49-F238E27FC236}">
                          <a16:creationId xmlns:a16="http://schemas.microsoft.com/office/drawing/2014/main" id="{01B008B8-12A7-DAF9-3AE4-6F2BDE738485}"/>
                        </a:ext>
                      </a:extLst>
                    </p:cNvPr>
                    <p:cNvGrpSpPr/>
                    <p:nvPr/>
                  </p:nvGrpSpPr>
                  <p:grpSpPr>
                    <a:xfrm rot="14400000">
                      <a:off x="5265196" y="3357021"/>
                      <a:ext cx="393192" cy="393192"/>
                      <a:chOff x="5354637" y="3446463"/>
                      <a:chExt cx="214313" cy="214313"/>
                    </a:xfrm>
                  </p:grpSpPr>
                  <p:sp>
                    <p:nvSpPr>
                      <p:cNvPr id="16782" name="Arc 16781">
                        <a:extLst>
                          <a:ext uri="{FF2B5EF4-FFF2-40B4-BE49-F238E27FC236}">
                            <a16:creationId xmlns:a16="http://schemas.microsoft.com/office/drawing/2014/main" id="{AB139B95-D023-9A8B-A487-9B406B7615E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783" name="Arc 16782">
                        <a:extLst>
                          <a:ext uri="{FF2B5EF4-FFF2-40B4-BE49-F238E27FC236}">
                            <a16:creationId xmlns:a16="http://schemas.microsoft.com/office/drawing/2014/main" id="{4AD6356A-A806-36F5-8BDF-077C069C59B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774" name="Group 16773">
                      <a:extLst>
                        <a:ext uri="{FF2B5EF4-FFF2-40B4-BE49-F238E27FC236}">
                          <a16:creationId xmlns:a16="http://schemas.microsoft.com/office/drawing/2014/main" id="{24955689-727A-9B45-9579-96651BD538E3}"/>
                        </a:ext>
                      </a:extLst>
                    </p:cNvPr>
                    <p:cNvGrpSpPr/>
                    <p:nvPr/>
                  </p:nvGrpSpPr>
                  <p:grpSpPr>
                    <a:xfrm>
                      <a:off x="5310186" y="3402011"/>
                      <a:ext cx="303213" cy="303213"/>
                      <a:chOff x="5310186" y="3402011"/>
                      <a:chExt cx="303213" cy="303213"/>
                    </a:xfrm>
                  </p:grpSpPr>
                  <p:grpSp>
                    <p:nvGrpSpPr>
                      <p:cNvPr id="16775" name="Group 16774">
                        <a:extLst>
                          <a:ext uri="{FF2B5EF4-FFF2-40B4-BE49-F238E27FC236}">
                            <a16:creationId xmlns:a16="http://schemas.microsoft.com/office/drawing/2014/main" id="{9A2B995B-9177-D6EC-C0A3-847A676BE2F0}"/>
                          </a:ext>
                        </a:extLst>
                      </p:cNvPr>
                      <p:cNvGrpSpPr/>
                      <p:nvPr/>
                    </p:nvGrpSpPr>
                    <p:grpSpPr>
                      <a:xfrm>
                        <a:off x="5354636" y="3446461"/>
                        <a:ext cx="214313" cy="214313"/>
                        <a:chOff x="5354637" y="3446463"/>
                        <a:chExt cx="214313" cy="214313"/>
                      </a:xfrm>
                    </p:grpSpPr>
                    <p:sp>
                      <p:nvSpPr>
                        <p:cNvPr id="16780" name="Arc 16779">
                          <a:extLst>
                            <a:ext uri="{FF2B5EF4-FFF2-40B4-BE49-F238E27FC236}">
                              <a16:creationId xmlns:a16="http://schemas.microsoft.com/office/drawing/2014/main" id="{C10EE959-BBB2-CBAB-BAAD-8A3540CB408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781" name="Arc 16780">
                          <a:extLst>
                            <a:ext uri="{FF2B5EF4-FFF2-40B4-BE49-F238E27FC236}">
                              <a16:creationId xmlns:a16="http://schemas.microsoft.com/office/drawing/2014/main" id="{52038870-211B-4063-96E7-8D747486510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776" name="Group 16775">
                        <a:extLst>
                          <a:ext uri="{FF2B5EF4-FFF2-40B4-BE49-F238E27FC236}">
                            <a16:creationId xmlns:a16="http://schemas.microsoft.com/office/drawing/2014/main" id="{3394803A-0463-C107-F976-14EA1B371628}"/>
                          </a:ext>
                        </a:extLst>
                      </p:cNvPr>
                      <p:cNvGrpSpPr/>
                      <p:nvPr/>
                    </p:nvGrpSpPr>
                    <p:grpSpPr>
                      <a:xfrm rot="7200000">
                        <a:off x="5310186" y="3402011"/>
                        <a:ext cx="303213" cy="303213"/>
                        <a:chOff x="5354637" y="3446463"/>
                        <a:chExt cx="214313" cy="214313"/>
                      </a:xfrm>
                    </p:grpSpPr>
                    <p:sp>
                      <p:nvSpPr>
                        <p:cNvPr id="16778" name="Arc 16777">
                          <a:extLst>
                            <a:ext uri="{FF2B5EF4-FFF2-40B4-BE49-F238E27FC236}">
                              <a16:creationId xmlns:a16="http://schemas.microsoft.com/office/drawing/2014/main" id="{FB3E304B-60D3-A051-E9E0-137D78F72FF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779" name="Arc 16778">
                          <a:extLst>
                            <a:ext uri="{FF2B5EF4-FFF2-40B4-BE49-F238E27FC236}">
                              <a16:creationId xmlns:a16="http://schemas.microsoft.com/office/drawing/2014/main" id="{54B1EAB0-0FC0-DFC8-9D07-1BD119D4261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777" name="TextBox 16776">
                        <a:extLst>
                          <a:ext uri="{FF2B5EF4-FFF2-40B4-BE49-F238E27FC236}">
                            <a16:creationId xmlns:a16="http://schemas.microsoft.com/office/drawing/2014/main" id="{87939EFD-1768-51FD-4631-D85EAD90E563}"/>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739" name="Group 16738">
                    <a:extLst>
                      <a:ext uri="{FF2B5EF4-FFF2-40B4-BE49-F238E27FC236}">
                        <a16:creationId xmlns:a16="http://schemas.microsoft.com/office/drawing/2014/main" id="{D527C78A-D584-D67F-C7E2-4B06CFD5D80D}"/>
                      </a:ext>
                    </a:extLst>
                  </p:cNvPr>
                  <p:cNvGrpSpPr/>
                  <p:nvPr/>
                </p:nvGrpSpPr>
                <p:grpSpPr>
                  <a:xfrm>
                    <a:off x="5886431" y="3525040"/>
                    <a:ext cx="393192" cy="393192"/>
                    <a:chOff x="5265196" y="3932619"/>
                    <a:chExt cx="393192" cy="393192"/>
                  </a:xfrm>
                </p:grpSpPr>
                <p:grpSp>
                  <p:nvGrpSpPr>
                    <p:cNvPr id="16763" name="Group 16762">
                      <a:extLst>
                        <a:ext uri="{FF2B5EF4-FFF2-40B4-BE49-F238E27FC236}">
                          <a16:creationId xmlns:a16="http://schemas.microsoft.com/office/drawing/2014/main" id="{BD7A01CD-8B2B-10D9-0C1F-85865CCC2DD7}"/>
                        </a:ext>
                      </a:extLst>
                    </p:cNvPr>
                    <p:cNvGrpSpPr/>
                    <p:nvPr/>
                  </p:nvGrpSpPr>
                  <p:grpSpPr>
                    <a:xfrm>
                      <a:off x="5354636" y="4022061"/>
                      <a:ext cx="214313" cy="214313"/>
                      <a:chOff x="5354637" y="3446463"/>
                      <a:chExt cx="214313" cy="214313"/>
                    </a:xfrm>
                  </p:grpSpPr>
                  <p:sp>
                    <p:nvSpPr>
                      <p:cNvPr id="16771" name="Arc 16770">
                        <a:extLst>
                          <a:ext uri="{FF2B5EF4-FFF2-40B4-BE49-F238E27FC236}">
                            <a16:creationId xmlns:a16="http://schemas.microsoft.com/office/drawing/2014/main" id="{FECD18FF-24C0-233B-4026-97C8381520A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772" name="Arc 16771">
                        <a:extLst>
                          <a:ext uri="{FF2B5EF4-FFF2-40B4-BE49-F238E27FC236}">
                            <a16:creationId xmlns:a16="http://schemas.microsoft.com/office/drawing/2014/main" id="{4E3F3104-13FB-E9C8-6E8A-06E0656C285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764" name="Group 16763">
                      <a:extLst>
                        <a:ext uri="{FF2B5EF4-FFF2-40B4-BE49-F238E27FC236}">
                          <a16:creationId xmlns:a16="http://schemas.microsoft.com/office/drawing/2014/main" id="{896E5FDB-D012-4561-CB51-FAAA8A55BC48}"/>
                        </a:ext>
                      </a:extLst>
                    </p:cNvPr>
                    <p:cNvGrpSpPr/>
                    <p:nvPr/>
                  </p:nvGrpSpPr>
                  <p:grpSpPr>
                    <a:xfrm rot="14400000">
                      <a:off x="5310186" y="3977611"/>
                      <a:ext cx="303213" cy="303213"/>
                      <a:chOff x="5354637" y="3446463"/>
                      <a:chExt cx="214313" cy="214313"/>
                    </a:xfrm>
                  </p:grpSpPr>
                  <p:sp>
                    <p:nvSpPr>
                      <p:cNvPr id="16769" name="Arc 16768">
                        <a:extLst>
                          <a:ext uri="{FF2B5EF4-FFF2-40B4-BE49-F238E27FC236}">
                            <a16:creationId xmlns:a16="http://schemas.microsoft.com/office/drawing/2014/main" id="{AE80E8B3-E124-5FEC-B9B8-682CD7383E9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770" name="Arc 16769">
                        <a:extLst>
                          <a:ext uri="{FF2B5EF4-FFF2-40B4-BE49-F238E27FC236}">
                            <a16:creationId xmlns:a16="http://schemas.microsoft.com/office/drawing/2014/main" id="{E06056CE-F0D8-217A-918B-E7B1092C1AA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765" name="Group 16764">
                      <a:extLst>
                        <a:ext uri="{FF2B5EF4-FFF2-40B4-BE49-F238E27FC236}">
                          <a16:creationId xmlns:a16="http://schemas.microsoft.com/office/drawing/2014/main" id="{ED1B535F-E278-F922-E3B7-5A664AB4DA40}"/>
                        </a:ext>
                      </a:extLst>
                    </p:cNvPr>
                    <p:cNvGrpSpPr/>
                    <p:nvPr/>
                  </p:nvGrpSpPr>
                  <p:grpSpPr>
                    <a:xfrm rot="7200000">
                      <a:off x="5265196" y="3932619"/>
                      <a:ext cx="393192" cy="393192"/>
                      <a:chOff x="5354637" y="3446463"/>
                      <a:chExt cx="214313" cy="214313"/>
                    </a:xfrm>
                  </p:grpSpPr>
                  <p:sp>
                    <p:nvSpPr>
                      <p:cNvPr id="16767" name="Arc 16766">
                        <a:extLst>
                          <a:ext uri="{FF2B5EF4-FFF2-40B4-BE49-F238E27FC236}">
                            <a16:creationId xmlns:a16="http://schemas.microsoft.com/office/drawing/2014/main" id="{8E2779DD-DE56-422E-94B5-9CCEBE513C6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768" name="Arc 16767">
                        <a:extLst>
                          <a:ext uri="{FF2B5EF4-FFF2-40B4-BE49-F238E27FC236}">
                            <a16:creationId xmlns:a16="http://schemas.microsoft.com/office/drawing/2014/main" id="{0CBEC804-2850-4D6D-C038-D8F358D56C9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766" name="TextBox 16765">
                      <a:extLst>
                        <a:ext uri="{FF2B5EF4-FFF2-40B4-BE49-F238E27FC236}">
                          <a16:creationId xmlns:a16="http://schemas.microsoft.com/office/drawing/2014/main" id="{3CE6D7CA-AF3D-A6EE-67FF-10FA94DF5273}"/>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6740" name="Group 16739">
                    <a:extLst>
                      <a:ext uri="{FF2B5EF4-FFF2-40B4-BE49-F238E27FC236}">
                        <a16:creationId xmlns:a16="http://schemas.microsoft.com/office/drawing/2014/main" id="{7CF435E8-17DA-276F-79C0-14CA1508909E}"/>
                      </a:ext>
                    </a:extLst>
                  </p:cNvPr>
                  <p:cNvGrpSpPr/>
                  <p:nvPr/>
                </p:nvGrpSpPr>
                <p:grpSpPr>
                  <a:xfrm>
                    <a:off x="6512463" y="3525040"/>
                    <a:ext cx="393192" cy="393192"/>
                    <a:chOff x="6389147" y="3357021"/>
                    <a:chExt cx="393192" cy="393192"/>
                  </a:xfrm>
                </p:grpSpPr>
                <p:grpSp>
                  <p:nvGrpSpPr>
                    <p:cNvPr id="16752" name="Group 16751">
                      <a:extLst>
                        <a:ext uri="{FF2B5EF4-FFF2-40B4-BE49-F238E27FC236}">
                          <a16:creationId xmlns:a16="http://schemas.microsoft.com/office/drawing/2014/main" id="{C1F52796-62A1-CC0D-3895-04289CC301E5}"/>
                        </a:ext>
                      </a:extLst>
                    </p:cNvPr>
                    <p:cNvGrpSpPr/>
                    <p:nvPr/>
                  </p:nvGrpSpPr>
                  <p:grpSpPr>
                    <a:xfrm rot="7200000" flipH="1">
                      <a:off x="6389147" y="3357021"/>
                      <a:ext cx="393192" cy="393192"/>
                      <a:chOff x="5354637" y="3446463"/>
                      <a:chExt cx="214313" cy="214313"/>
                    </a:xfrm>
                  </p:grpSpPr>
                  <p:sp>
                    <p:nvSpPr>
                      <p:cNvPr id="16761" name="Arc 16760">
                        <a:extLst>
                          <a:ext uri="{FF2B5EF4-FFF2-40B4-BE49-F238E27FC236}">
                            <a16:creationId xmlns:a16="http://schemas.microsoft.com/office/drawing/2014/main" id="{817D549F-51C3-B2F6-9B7E-390483723F3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762" name="Arc 16761">
                        <a:extLst>
                          <a:ext uri="{FF2B5EF4-FFF2-40B4-BE49-F238E27FC236}">
                            <a16:creationId xmlns:a16="http://schemas.microsoft.com/office/drawing/2014/main" id="{ABEEABF6-34A7-81C4-23DD-3A2EBDE4E95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753" name="Group 16752">
                      <a:extLst>
                        <a:ext uri="{FF2B5EF4-FFF2-40B4-BE49-F238E27FC236}">
                          <a16:creationId xmlns:a16="http://schemas.microsoft.com/office/drawing/2014/main" id="{4913C32D-A2B6-BD02-6C94-579188EAFCBE}"/>
                        </a:ext>
                      </a:extLst>
                    </p:cNvPr>
                    <p:cNvGrpSpPr/>
                    <p:nvPr/>
                  </p:nvGrpSpPr>
                  <p:grpSpPr>
                    <a:xfrm>
                      <a:off x="6434137" y="3402011"/>
                      <a:ext cx="303213" cy="303213"/>
                      <a:chOff x="6434137" y="3402011"/>
                      <a:chExt cx="303213" cy="303213"/>
                    </a:xfrm>
                  </p:grpSpPr>
                  <p:grpSp>
                    <p:nvGrpSpPr>
                      <p:cNvPr id="16754" name="Group 16753">
                        <a:extLst>
                          <a:ext uri="{FF2B5EF4-FFF2-40B4-BE49-F238E27FC236}">
                            <a16:creationId xmlns:a16="http://schemas.microsoft.com/office/drawing/2014/main" id="{5642D8AD-DE0D-9791-13BB-9B38DADBC429}"/>
                          </a:ext>
                        </a:extLst>
                      </p:cNvPr>
                      <p:cNvGrpSpPr/>
                      <p:nvPr/>
                    </p:nvGrpSpPr>
                    <p:grpSpPr>
                      <a:xfrm flipH="1">
                        <a:off x="6478587" y="3446461"/>
                        <a:ext cx="214313" cy="214313"/>
                        <a:chOff x="5354637" y="3446463"/>
                        <a:chExt cx="214313" cy="214313"/>
                      </a:xfrm>
                    </p:grpSpPr>
                    <p:sp>
                      <p:nvSpPr>
                        <p:cNvPr id="16759" name="Arc 16758">
                          <a:extLst>
                            <a:ext uri="{FF2B5EF4-FFF2-40B4-BE49-F238E27FC236}">
                              <a16:creationId xmlns:a16="http://schemas.microsoft.com/office/drawing/2014/main" id="{0E1E240B-1B23-9828-9FFB-E6B6589FCD5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760" name="Arc 16759">
                          <a:extLst>
                            <a:ext uri="{FF2B5EF4-FFF2-40B4-BE49-F238E27FC236}">
                              <a16:creationId xmlns:a16="http://schemas.microsoft.com/office/drawing/2014/main" id="{985154B0-B08D-8AB0-DC6E-FB9899CB691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755" name="Group 16754">
                        <a:extLst>
                          <a:ext uri="{FF2B5EF4-FFF2-40B4-BE49-F238E27FC236}">
                            <a16:creationId xmlns:a16="http://schemas.microsoft.com/office/drawing/2014/main" id="{4B06268D-58DC-CE12-0C6D-AE53229DB777}"/>
                          </a:ext>
                        </a:extLst>
                      </p:cNvPr>
                      <p:cNvGrpSpPr/>
                      <p:nvPr/>
                    </p:nvGrpSpPr>
                    <p:grpSpPr>
                      <a:xfrm rot="14400000" flipH="1">
                        <a:off x="6434137" y="3402011"/>
                        <a:ext cx="303213" cy="303213"/>
                        <a:chOff x="5354637" y="3446463"/>
                        <a:chExt cx="214313" cy="214313"/>
                      </a:xfrm>
                    </p:grpSpPr>
                    <p:sp>
                      <p:nvSpPr>
                        <p:cNvPr id="16757" name="Arc 16756">
                          <a:extLst>
                            <a:ext uri="{FF2B5EF4-FFF2-40B4-BE49-F238E27FC236}">
                              <a16:creationId xmlns:a16="http://schemas.microsoft.com/office/drawing/2014/main" id="{7C2B6A35-362D-9FB2-7CFC-E43D7229375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758" name="Arc 16757">
                          <a:extLst>
                            <a:ext uri="{FF2B5EF4-FFF2-40B4-BE49-F238E27FC236}">
                              <a16:creationId xmlns:a16="http://schemas.microsoft.com/office/drawing/2014/main" id="{6C8DC5EE-980B-05A6-7D09-C870F4D6F41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756" name="TextBox 16755">
                        <a:extLst>
                          <a:ext uri="{FF2B5EF4-FFF2-40B4-BE49-F238E27FC236}">
                            <a16:creationId xmlns:a16="http://schemas.microsoft.com/office/drawing/2014/main" id="{AE04F67F-CF30-2BD1-A0CF-EEAD88D5229B}"/>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741" name="Group 16740">
                    <a:extLst>
                      <a:ext uri="{FF2B5EF4-FFF2-40B4-BE49-F238E27FC236}">
                        <a16:creationId xmlns:a16="http://schemas.microsoft.com/office/drawing/2014/main" id="{1C7A13D9-CCD1-237F-06A3-48963A59265D}"/>
                      </a:ext>
                    </a:extLst>
                  </p:cNvPr>
                  <p:cNvGrpSpPr/>
                  <p:nvPr/>
                </p:nvGrpSpPr>
                <p:grpSpPr>
                  <a:xfrm>
                    <a:off x="6197413" y="3225768"/>
                    <a:ext cx="393192" cy="393192"/>
                    <a:chOff x="6389147" y="3932622"/>
                    <a:chExt cx="393192" cy="393192"/>
                  </a:xfrm>
                </p:grpSpPr>
                <p:grpSp>
                  <p:nvGrpSpPr>
                    <p:cNvPr id="16742" name="Group 16741">
                      <a:extLst>
                        <a:ext uri="{FF2B5EF4-FFF2-40B4-BE49-F238E27FC236}">
                          <a16:creationId xmlns:a16="http://schemas.microsoft.com/office/drawing/2014/main" id="{9EB3B09A-7AA2-1CCA-1B03-34F46CA180C4}"/>
                        </a:ext>
                      </a:extLst>
                    </p:cNvPr>
                    <p:cNvGrpSpPr/>
                    <p:nvPr/>
                  </p:nvGrpSpPr>
                  <p:grpSpPr>
                    <a:xfrm flipH="1">
                      <a:off x="6478587" y="4022061"/>
                      <a:ext cx="214313" cy="214313"/>
                      <a:chOff x="5354637" y="3446463"/>
                      <a:chExt cx="214313" cy="214313"/>
                    </a:xfrm>
                  </p:grpSpPr>
                  <p:sp>
                    <p:nvSpPr>
                      <p:cNvPr id="16750" name="Arc 16749">
                        <a:extLst>
                          <a:ext uri="{FF2B5EF4-FFF2-40B4-BE49-F238E27FC236}">
                            <a16:creationId xmlns:a16="http://schemas.microsoft.com/office/drawing/2014/main" id="{7239D5DF-B11B-336C-AC47-33BEC06CC21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751" name="Arc 16750">
                        <a:extLst>
                          <a:ext uri="{FF2B5EF4-FFF2-40B4-BE49-F238E27FC236}">
                            <a16:creationId xmlns:a16="http://schemas.microsoft.com/office/drawing/2014/main" id="{076A4AFA-54A4-59CD-802C-9EA8FC9D34C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743" name="Group 16742">
                      <a:extLst>
                        <a:ext uri="{FF2B5EF4-FFF2-40B4-BE49-F238E27FC236}">
                          <a16:creationId xmlns:a16="http://schemas.microsoft.com/office/drawing/2014/main" id="{55D898D7-2AD0-7E6F-C441-510D940B36C4}"/>
                        </a:ext>
                      </a:extLst>
                    </p:cNvPr>
                    <p:cNvGrpSpPr/>
                    <p:nvPr/>
                  </p:nvGrpSpPr>
                  <p:grpSpPr>
                    <a:xfrm rot="7200000" flipH="1">
                      <a:off x="6434137" y="3977611"/>
                      <a:ext cx="303213" cy="303213"/>
                      <a:chOff x="5354637" y="3446463"/>
                      <a:chExt cx="214313" cy="214313"/>
                    </a:xfrm>
                  </p:grpSpPr>
                  <p:sp>
                    <p:nvSpPr>
                      <p:cNvPr id="16748" name="Arc 16747">
                        <a:extLst>
                          <a:ext uri="{FF2B5EF4-FFF2-40B4-BE49-F238E27FC236}">
                            <a16:creationId xmlns:a16="http://schemas.microsoft.com/office/drawing/2014/main" id="{231B67B9-73F9-D5DB-0FF1-5DB45387040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749" name="Arc 16748">
                        <a:extLst>
                          <a:ext uri="{FF2B5EF4-FFF2-40B4-BE49-F238E27FC236}">
                            <a16:creationId xmlns:a16="http://schemas.microsoft.com/office/drawing/2014/main" id="{D4F0D813-ADCA-16FE-B7DA-922D4755DD2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744" name="Group 16743">
                      <a:extLst>
                        <a:ext uri="{FF2B5EF4-FFF2-40B4-BE49-F238E27FC236}">
                          <a16:creationId xmlns:a16="http://schemas.microsoft.com/office/drawing/2014/main" id="{30137F9B-3455-4E0E-C09F-2E7DBFEF6FB7}"/>
                        </a:ext>
                      </a:extLst>
                    </p:cNvPr>
                    <p:cNvGrpSpPr/>
                    <p:nvPr/>
                  </p:nvGrpSpPr>
                  <p:grpSpPr>
                    <a:xfrm rot="14400000" flipH="1">
                      <a:off x="6389147" y="3932622"/>
                      <a:ext cx="393192" cy="393192"/>
                      <a:chOff x="5354637" y="3446463"/>
                      <a:chExt cx="214313" cy="214313"/>
                    </a:xfrm>
                  </p:grpSpPr>
                  <p:sp>
                    <p:nvSpPr>
                      <p:cNvPr id="16746" name="Arc 16745">
                        <a:extLst>
                          <a:ext uri="{FF2B5EF4-FFF2-40B4-BE49-F238E27FC236}">
                            <a16:creationId xmlns:a16="http://schemas.microsoft.com/office/drawing/2014/main" id="{5B93E903-7261-2F53-E156-A6F35F93089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747" name="Arc 16746">
                        <a:extLst>
                          <a:ext uri="{FF2B5EF4-FFF2-40B4-BE49-F238E27FC236}">
                            <a16:creationId xmlns:a16="http://schemas.microsoft.com/office/drawing/2014/main" id="{5938E68B-A34C-473B-13EB-F587577A09F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745" name="TextBox 16744">
                      <a:extLst>
                        <a:ext uri="{FF2B5EF4-FFF2-40B4-BE49-F238E27FC236}">
                          <a16:creationId xmlns:a16="http://schemas.microsoft.com/office/drawing/2014/main" id="{FF76C05C-3EE4-3436-1ABD-410F28D553AA}"/>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6641" name="Group 16640">
                <a:extLst>
                  <a:ext uri="{FF2B5EF4-FFF2-40B4-BE49-F238E27FC236}">
                    <a16:creationId xmlns:a16="http://schemas.microsoft.com/office/drawing/2014/main" id="{D8D8ACC3-21A5-2F6D-7F9A-0D049E0F50B1}"/>
                  </a:ext>
                </a:extLst>
              </p:cNvPr>
              <p:cNvGrpSpPr/>
              <p:nvPr/>
            </p:nvGrpSpPr>
            <p:grpSpPr>
              <a:xfrm>
                <a:off x="6065340" y="2039507"/>
                <a:ext cx="1643204" cy="1593124"/>
                <a:chOff x="5445106" y="2644743"/>
                <a:chExt cx="1643204" cy="1593124"/>
              </a:xfrm>
            </p:grpSpPr>
            <p:grpSp>
              <p:nvGrpSpPr>
                <p:cNvPr id="16642" name="Group 16641">
                  <a:extLst>
                    <a:ext uri="{FF2B5EF4-FFF2-40B4-BE49-F238E27FC236}">
                      <a16:creationId xmlns:a16="http://schemas.microsoft.com/office/drawing/2014/main" id="{7DB7DDDC-6557-31D9-C0DC-DE2193C67FEF}"/>
                    </a:ext>
                  </a:extLst>
                </p:cNvPr>
                <p:cNvGrpSpPr/>
                <p:nvPr/>
              </p:nvGrpSpPr>
              <p:grpSpPr>
                <a:xfrm>
                  <a:off x="5445106" y="2644743"/>
                  <a:ext cx="1019224" cy="991639"/>
                  <a:chOff x="5886431" y="3225768"/>
                  <a:chExt cx="1019224" cy="991639"/>
                </a:xfrm>
              </p:grpSpPr>
              <p:grpSp>
                <p:nvGrpSpPr>
                  <p:cNvPr id="16690" name="Group 16689">
                    <a:extLst>
                      <a:ext uri="{FF2B5EF4-FFF2-40B4-BE49-F238E27FC236}">
                        <a16:creationId xmlns:a16="http://schemas.microsoft.com/office/drawing/2014/main" id="{19D0C516-7669-DDE5-2AFC-BBCA374169D6}"/>
                      </a:ext>
                    </a:extLst>
                  </p:cNvPr>
                  <p:cNvGrpSpPr/>
                  <p:nvPr/>
                </p:nvGrpSpPr>
                <p:grpSpPr>
                  <a:xfrm>
                    <a:off x="6197413" y="3824215"/>
                    <a:ext cx="393192" cy="393192"/>
                    <a:chOff x="5265196" y="3357021"/>
                    <a:chExt cx="393192" cy="393192"/>
                  </a:xfrm>
                </p:grpSpPr>
                <p:grpSp>
                  <p:nvGrpSpPr>
                    <p:cNvPr id="16725" name="Group 16724">
                      <a:extLst>
                        <a:ext uri="{FF2B5EF4-FFF2-40B4-BE49-F238E27FC236}">
                          <a16:creationId xmlns:a16="http://schemas.microsoft.com/office/drawing/2014/main" id="{DDDD5303-7A14-158C-4630-CEAEB15B53AE}"/>
                        </a:ext>
                      </a:extLst>
                    </p:cNvPr>
                    <p:cNvGrpSpPr/>
                    <p:nvPr/>
                  </p:nvGrpSpPr>
                  <p:grpSpPr>
                    <a:xfrm rot="14400000">
                      <a:off x="5265196" y="3357021"/>
                      <a:ext cx="393192" cy="393192"/>
                      <a:chOff x="5354637" y="3446463"/>
                      <a:chExt cx="214313" cy="214313"/>
                    </a:xfrm>
                  </p:grpSpPr>
                  <p:sp>
                    <p:nvSpPr>
                      <p:cNvPr id="16734" name="Arc 16733">
                        <a:extLst>
                          <a:ext uri="{FF2B5EF4-FFF2-40B4-BE49-F238E27FC236}">
                            <a16:creationId xmlns:a16="http://schemas.microsoft.com/office/drawing/2014/main" id="{5B512FF5-8C6D-DAAE-78EC-98C320CD1ED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735" name="Arc 16734">
                        <a:extLst>
                          <a:ext uri="{FF2B5EF4-FFF2-40B4-BE49-F238E27FC236}">
                            <a16:creationId xmlns:a16="http://schemas.microsoft.com/office/drawing/2014/main" id="{D28868BA-52C3-9541-E5F9-1BF65FB1657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726" name="Group 16725">
                      <a:extLst>
                        <a:ext uri="{FF2B5EF4-FFF2-40B4-BE49-F238E27FC236}">
                          <a16:creationId xmlns:a16="http://schemas.microsoft.com/office/drawing/2014/main" id="{58BE2A81-A030-1D41-8B06-CECFC975C4E2}"/>
                        </a:ext>
                      </a:extLst>
                    </p:cNvPr>
                    <p:cNvGrpSpPr/>
                    <p:nvPr/>
                  </p:nvGrpSpPr>
                  <p:grpSpPr>
                    <a:xfrm>
                      <a:off x="5310186" y="3402011"/>
                      <a:ext cx="303213" cy="303213"/>
                      <a:chOff x="5310186" y="3402011"/>
                      <a:chExt cx="303213" cy="303213"/>
                    </a:xfrm>
                  </p:grpSpPr>
                  <p:grpSp>
                    <p:nvGrpSpPr>
                      <p:cNvPr id="16727" name="Group 16726">
                        <a:extLst>
                          <a:ext uri="{FF2B5EF4-FFF2-40B4-BE49-F238E27FC236}">
                            <a16:creationId xmlns:a16="http://schemas.microsoft.com/office/drawing/2014/main" id="{302073DB-2BE6-F3B0-1CAC-32491C32CC68}"/>
                          </a:ext>
                        </a:extLst>
                      </p:cNvPr>
                      <p:cNvGrpSpPr/>
                      <p:nvPr/>
                    </p:nvGrpSpPr>
                    <p:grpSpPr>
                      <a:xfrm>
                        <a:off x="5354636" y="3446461"/>
                        <a:ext cx="214313" cy="214313"/>
                        <a:chOff x="5354637" y="3446463"/>
                        <a:chExt cx="214313" cy="214313"/>
                      </a:xfrm>
                    </p:grpSpPr>
                    <p:sp>
                      <p:nvSpPr>
                        <p:cNvPr id="16732" name="Arc 16731">
                          <a:extLst>
                            <a:ext uri="{FF2B5EF4-FFF2-40B4-BE49-F238E27FC236}">
                              <a16:creationId xmlns:a16="http://schemas.microsoft.com/office/drawing/2014/main" id="{569CB182-673D-3DF4-3CBD-E4F32BDAFFF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733" name="Arc 16732">
                          <a:extLst>
                            <a:ext uri="{FF2B5EF4-FFF2-40B4-BE49-F238E27FC236}">
                              <a16:creationId xmlns:a16="http://schemas.microsoft.com/office/drawing/2014/main" id="{54E26923-1336-85D2-96EA-B3863C8EEA2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728" name="Group 16727">
                        <a:extLst>
                          <a:ext uri="{FF2B5EF4-FFF2-40B4-BE49-F238E27FC236}">
                            <a16:creationId xmlns:a16="http://schemas.microsoft.com/office/drawing/2014/main" id="{2CFA7517-2187-7525-15E2-44C501323797}"/>
                          </a:ext>
                        </a:extLst>
                      </p:cNvPr>
                      <p:cNvGrpSpPr/>
                      <p:nvPr/>
                    </p:nvGrpSpPr>
                    <p:grpSpPr>
                      <a:xfrm rot="7200000">
                        <a:off x="5310186" y="3402011"/>
                        <a:ext cx="303213" cy="303213"/>
                        <a:chOff x="5354637" y="3446463"/>
                        <a:chExt cx="214313" cy="214313"/>
                      </a:xfrm>
                    </p:grpSpPr>
                    <p:sp>
                      <p:nvSpPr>
                        <p:cNvPr id="16730" name="Arc 16729">
                          <a:extLst>
                            <a:ext uri="{FF2B5EF4-FFF2-40B4-BE49-F238E27FC236}">
                              <a16:creationId xmlns:a16="http://schemas.microsoft.com/office/drawing/2014/main" id="{266DD694-2BB3-108F-E0DA-39E81DF752A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731" name="Arc 16730">
                          <a:extLst>
                            <a:ext uri="{FF2B5EF4-FFF2-40B4-BE49-F238E27FC236}">
                              <a16:creationId xmlns:a16="http://schemas.microsoft.com/office/drawing/2014/main" id="{350EC28C-B5BC-FDA3-00BF-5640A70FEC3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729" name="TextBox 16728">
                        <a:extLst>
                          <a:ext uri="{FF2B5EF4-FFF2-40B4-BE49-F238E27FC236}">
                            <a16:creationId xmlns:a16="http://schemas.microsoft.com/office/drawing/2014/main" id="{9DE3964C-B713-E0BF-0A02-2773989ECBAB}"/>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691" name="Group 16690">
                    <a:extLst>
                      <a:ext uri="{FF2B5EF4-FFF2-40B4-BE49-F238E27FC236}">
                        <a16:creationId xmlns:a16="http://schemas.microsoft.com/office/drawing/2014/main" id="{2BB38099-62A9-D8FD-2536-67DF306A99A1}"/>
                      </a:ext>
                    </a:extLst>
                  </p:cNvPr>
                  <p:cNvGrpSpPr/>
                  <p:nvPr/>
                </p:nvGrpSpPr>
                <p:grpSpPr>
                  <a:xfrm>
                    <a:off x="5886431" y="3525040"/>
                    <a:ext cx="393192" cy="393192"/>
                    <a:chOff x="5265196" y="3932619"/>
                    <a:chExt cx="393192" cy="393192"/>
                  </a:xfrm>
                </p:grpSpPr>
                <p:grpSp>
                  <p:nvGrpSpPr>
                    <p:cNvPr id="16715" name="Group 16714">
                      <a:extLst>
                        <a:ext uri="{FF2B5EF4-FFF2-40B4-BE49-F238E27FC236}">
                          <a16:creationId xmlns:a16="http://schemas.microsoft.com/office/drawing/2014/main" id="{BCB78DB3-C63E-5F3A-8417-64515DBBC46D}"/>
                        </a:ext>
                      </a:extLst>
                    </p:cNvPr>
                    <p:cNvGrpSpPr/>
                    <p:nvPr/>
                  </p:nvGrpSpPr>
                  <p:grpSpPr>
                    <a:xfrm>
                      <a:off x="5354636" y="4022061"/>
                      <a:ext cx="214313" cy="214313"/>
                      <a:chOff x="5354637" y="3446463"/>
                      <a:chExt cx="214313" cy="214313"/>
                    </a:xfrm>
                  </p:grpSpPr>
                  <p:sp>
                    <p:nvSpPr>
                      <p:cNvPr id="16723" name="Arc 16722">
                        <a:extLst>
                          <a:ext uri="{FF2B5EF4-FFF2-40B4-BE49-F238E27FC236}">
                            <a16:creationId xmlns:a16="http://schemas.microsoft.com/office/drawing/2014/main" id="{75755F33-11EB-2557-62E1-6BD9CDAEC3B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724" name="Arc 16723">
                        <a:extLst>
                          <a:ext uri="{FF2B5EF4-FFF2-40B4-BE49-F238E27FC236}">
                            <a16:creationId xmlns:a16="http://schemas.microsoft.com/office/drawing/2014/main" id="{8DC5B451-131D-FE9A-2300-40AAC8E39E2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716" name="Group 16715">
                      <a:extLst>
                        <a:ext uri="{FF2B5EF4-FFF2-40B4-BE49-F238E27FC236}">
                          <a16:creationId xmlns:a16="http://schemas.microsoft.com/office/drawing/2014/main" id="{D47FDEC7-F0F9-9FCB-8446-1CB4D1A36B54}"/>
                        </a:ext>
                      </a:extLst>
                    </p:cNvPr>
                    <p:cNvGrpSpPr/>
                    <p:nvPr/>
                  </p:nvGrpSpPr>
                  <p:grpSpPr>
                    <a:xfrm rot="14400000">
                      <a:off x="5310186" y="3977611"/>
                      <a:ext cx="303213" cy="303213"/>
                      <a:chOff x="5354637" y="3446463"/>
                      <a:chExt cx="214313" cy="214313"/>
                    </a:xfrm>
                  </p:grpSpPr>
                  <p:sp>
                    <p:nvSpPr>
                      <p:cNvPr id="16721" name="Arc 16720">
                        <a:extLst>
                          <a:ext uri="{FF2B5EF4-FFF2-40B4-BE49-F238E27FC236}">
                            <a16:creationId xmlns:a16="http://schemas.microsoft.com/office/drawing/2014/main" id="{B4425908-B7D9-5242-615C-5389D756EDC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722" name="Arc 16721">
                        <a:extLst>
                          <a:ext uri="{FF2B5EF4-FFF2-40B4-BE49-F238E27FC236}">
                            <a16:creationId xmlns:a16="http://schemas.microsoft.com/office/drawing/2014/main" id="{4D00F93F-D0E8-FBF5-A378-BE813B3AAE1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717" name="Group 16716">
                      <a:extLst>
                        <a:ext uri="{FF2B5EF4-FFF2-40B4-BE49-F238E27FC236}">
                          <a16:creationId xmlns:a16="http://schemas.microsoft.com/office/drawing/2014/main" id="{744AE9EF-BBC8-D1CE-7A1B-9AAC23E6F0B6}"/>
                        </a:ext>
                      </a:extLst>
                    </p:cNvPr>
                    <p:cNvGrpSpPr/>
                    <p:nvPr/>
                  </p:nvGrpSpPr>
                  <p:grpSpPr>
                    <a:xfrm rot="7200000">
                      <a:off x="5265196" y="3932619"/>
                      <a:ext cx="393192" cy="393192"/>
                      <a:chOff x="5354637" y="3446463"/>
                      <a:chExt cx="214313" cy="214313"/>
                    </a:xfrm>
                  </p:grpSpPr>
                  <p:sp>
                    <p:nvSpPr>
                      <p:cNvPr id="16719" name="Arc 16718">
                        <a:extLst>
                          <a:ext uri="{FF2B5EF4-FFF2-40B4-BE49-F238E27FC236}">
                            <a16:creationId xmlns:a16="http://schemas.microsoft.com/office/drawing/2014/main" id="{CF197E98-9103-7D0E-E75E-B93F92B8627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720" name="Arc 16719">
                        <a:extLst>
                          <a:ext uri="{FF2B5EF4-FFF2-40B4-BE49-F238E27FC236}">
                            <a16:creationId xmlns:a16="http://schemas.microsoft.com/office/drawing/2014/main" id="{6F4F4EFF-8F80-F54A-E82D-2E6C88FD304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718" name="TextBox 16717">
                      <a:extLst>
                        <a:ext uri="{FF2B5EF4-FFF2-40B4-BE49-F238E27FC236}">
                          <a16:creationId xmlns:a16="http://schemas.microsoft.com/office/drawing/2014/main" id="{5AC5B862-0C39-0634-A029-5E9C62E72D73}"/>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6692" name="Group 16691">
                    <a:extLst>
                      <a:ext uri="{FF2B5EF4-FFF2-40B4-BE49-F238E27FC236}">
                        <a16:creationId xmlns:a16="http://schemas.microsoft.com/office/drawing/2014/main" id="{D7ABDFB0-7343-9C5E-C1EA-F84D1A79C986}"/>
                      </a:ext>
                    </a:extLst>
                  </p:cNvPr>
                  <p:cNvGrpSpPr/>
                  <p:nvPr/>
                </p:nvGrpSpPr>
                <p:grpSpPr>
                  <a:xfrm>
                    <a:off x="6512463" y="3525040"/>
                    <a:ext cx="393192" cy="393192"/>
                    <a:chOff x="6389147" y="3357021"/>
                    <a:chExt cx="393192" cy="393192"/>
                  </a:xfrm>
                </p:grpSpPr>
                <p:grpSp>
                  <p:nvGrpSpPr>
                    <p:cNvPr id="16704" name="Group 16703">
                      <a:extLst>
                        <a:ext uri="{FF2B5EF4-FFF2-40B4-BE49-F238E27FC236}">
                          <a16:creationId xmlns:a16="http://schemas.microsoft.com/office/drawing/2014/main" id="{36E2A7C2-B9B8-2D0D-8526-D701046B4960}"/>
                        </a:ext>
                      </a:extLst>
                    </p:cNvPr>
                    <p:cNvGrpSpPr/>
                    <p:nvPr/>
                  </p:nvGrpSpPr>
                  <p:grpSpPr>
                    <a:xfrm rot="7200000" flipH="1">
                      <a:off x="6389147" y="3357021"/>
                      <a:ext cx="393192" cy="393192"/>
                      <a:chOff x="5354637" y="3446463"/>
                      <a:chExt cx="214313" cy="214313"/>
                    </a:xfrm>
                  </p:grpSpPr>
                  <p:sp>
                    <p:nvSpPr>
                      <p:cNvPr id="16713" name="Arc 16712">
                        <a:extLst>
                          <a:ext uri="{FF2B5EF4-FFF2-40B4-BE49-F238E27FC236}">
                            <a16:creationId xmlns:a16="http://schemas.microsoft.com/office/drawing/2014/main" id="{BD289EA0-4798-F486-EE8C-DAE8764B8FF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714" name="Arc 16713">
                        <a:extLst>
                          <a:ext uri="{FF2B5EF4-FFF2-40B4-BE49-F238E27FC236}">
                            <a16:creationId xmlns:a16="http://schemas.microsoft.com/office/drawing/2014/main" id="{9A96DC73-88D3-C66A-4FB8-E40B80009E6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705" name="Group 16704">
                      <a:extLst>
                        <a:ext uri="{FF2B5EF4-FFF2-40B4-BE49-F238E27FC236}">
                          <a16:creationId xmlns:a16="http://schemas.microsoft.com/office/drawing/2014/main" id="{BC55EB19-BB17-F589-5737-1F83489E142F}"/>
                        </a:ext>
                      </a:extLst>
                    </p:cNvPr>
                    <p:cNvGrpSpPr/>
                    <p:nvPr/>
                  </p:nvGrpSpPr>
                  <p:grpSpPr>
                    <a:xfrm>
                      <a:off x="6434137" y="3402011"/>
                      <a:ext cx="303213" cy="303213"/>
                      <a:chOff x="6434137" y="3402011"/>
                      <a:chExt cx="303213" cy="303213"/>
                    </a:xfrm>
                  </p:grpSpPr>
                  <p:grpSp>
                    <p:nvGrpSpPr>
                      <p:cNvPr id="16706" name="Group 16705">
                        <a:extLst>
                          <a:ext uri="{FF2B5EF4-FFF2-40B4-BE49-F238E27FC236}">
                            <a16:creationId xmlns:a16="http://schemas.microsoft.com/office/drawing/2014/main" id="{28FF46A5-0627-C2DA-E141-41DB65AECABA}"/>
                          </a:ext>
                        </a:extLst>
                      </p:cNvPr>
                      <p:cNvGrpSpPr/>
                      <p:nvPr/>
                    </p:nvGrpSpPr>
                    <p:grpSpPr>
                      <a:xfrm flipH="1">
                        <a:off x="6478587" y="3446461"/>
                        <a:ext cx="214313" cy="214313"/>
                        <a:chOff x="5354637" y="3446463"/>
                        <a:chExt cx="214313" cy="214313"/>
                      </a:xfrm>
                    </p:grpSpPr>
                    <p:sp>
                      <p:nvSpPr>
                        <p:cNvPr id="16711" name="Arc 16710">
                          <a:extLst>
                            <a:ext uri="{FF2B5EF4-FFF2-40B4-BE49-F238E27FC236}">
                              <a16:creationId xmlns:a16="http://schemas.microsoft.com/office/drawing/2014/main" id="{002E6F0A-C066-34AB-9CF2-AD4667D3CB6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712" name="Arc 16711">
                          <a:extLst>
                            <a:ext uri="{FF2B5EF4-FFF2-40B4-BE49-F238E27FC236}">
                              <a16:creationId xmlns:a16="http://schemas.microsoft.com/office/drawing/2014/main" id="{26FC89EF-2EEC-671F-3001-B9878418189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707" name="Group 16706">
                        <a:extLst>
                          <a:ext uri="{FF2B5EF4-FFF2-40B4-BE49-F238E27FC236}">
                            <a16:creationId xmlns:a16="http://schemas.microsoft.com/office/drawing/2014/main" id="{0BE90382-12AA-B2D3-DCB1-04FD2E72F578}"/>
                          </a:ext>
                        </a:extLst>
                      </p:cNvPr>
                      <p:cNvGrpSpPr/>
                      <p:nvPr/>
                    </p:nvGrpSpPr>
                    <p:grpSpPr>
                      <a:xfrm rot="14400000" flipH="1">
                        <a:off x="6434137" y="3402011"/>
                        <a:ext cx="303213" cy="303213"/>
                        <a:chOff x="5354637" y="3446463"/>
                        <a:chExt cx="214313" cy="214313"/>
                      </a:xfrm>
                    </p:grpSpPr>
                    <p:sp>
                      <p:nvSpPr>
                        <p:cNvPr id="16709" name="Arc 16708">
                          <a:extLst>
                            <a:ext uri="{FF2B5EF4-FFF2-40B4-BE49-F238E27FC236}">
                              <a16:creationId xmlns:a16="http://schemas.microsoft.com/office/drawing/2014/main" id="{1B779F8C-BA71-B9E4-A2DB-7835395DA34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710" name="Arc 16709">
                          <a:extLst>
                            <a:ext uri="{FF2B5EF4-FFF2-40B4-BE49-F238E27FC236}">
                              <a16:creationId xmlns:a16="http://schemas.microsoft.com/office/drawing/2014/main" id="{3CA2513E-FD18-83BE-09B5-7F6C8950A92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708" name="TextBox 16707">
                        <a:extLst>
                          <a:ext uri="{FF2B5EF4-FFF2-40B4-BE49-F238E27FC236}">
                            <a16:creationId xmlns:a16="http://schemas.microsoft.com/office/drawing/2014/main" id="{1E9C55AD-C217-AFF9-58A4-09CF645E6B46}"/>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693" name="Group 16692">
                    <a:extLst>
                      <a:ext uri="{FF2B5EF4-FFF2-40B4-BE49-F238E27FC236}">
                        <a16:creationId xmlns:a16="http://schemas.microsoft.com/office/drawing/2014/main" id="{3CF8FA8C-232F-E781-F2F7-24C5E44A4ED0}"/>
                      </a:ext>
                    </a:extLst>
                  </p:cNvPr>
                  <p:cNvGrpSpPr/>
                  <p:nvPr/>
                </p:nvGrpSpPr>
                <p:grpSpPr>
                  <a:xfrm>
                    <a:off x="6197413" y="3225768"/>
                    <a:ext cx="393192" cy="393192"/>
                    <a:chOff x="6389147" y="3932622"/>
                    <a:chExt cx="393192" cy="393192"/>
                  </a:xfrm>
                </p:grpSpPr>
                <p:grpSp>
                  <p:nvGrpSpPr>
                    <p:cNvPr id="16694" name="Group 16693">
                      <a:extLst>
                        <a:ext uri="{FF2B5EF4-FFF2-40B4-BE49-F238E27FC236}">
                          <a16:creationId xmlns:a16="http://schemas.microsoft.com/office/drawing/2014/main" id="{20A1009B-BE39-4DC4-AAA8-C50204F50416}"/>
                        </a:ext>
                      </a:extLst>
                    </p:cNvPr>
                    <p:cNvGrpSpPr/>
                    <p:nvPr/>
                  </p:nvGrpSpPr>
                  <p:grpSpPr>
                    <a:xfrm flipH="1">
                      <a:off x="6478587" y="4022061"/>
                      <a:ext cx="214313" cy="214313"/>
                      <a:chOff x="5354637" y="3446463"/>
                      <a:chExt cx="214313" cy="214313"/>
                    </a:xfrm>
                  </p:grpSpPr>
                  <p:sp>
                    <p:nvSpPr>
                      <p:cNvPr id="16702" name="Arc 16701">
                        <a:extLst>
                          <a:ext uri="{FF2B5EF4-FFF2-40B4-BE49-F238E27FC236}">
                            <a16:creationId xmlns:a16="http://schemas.microsoft.com/office/drawing/2014/main" id="{D45930AD-3E19-8394-25C3-E2C374F25BB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703" name="Arc 16702">
                        <a:extLst>
                          <a:ext uri="{FF2B5EF4-FFF2-40B4-BE49-F238E27FC236}">
                            <a16:creationId xmlns:a16="http://schemas.microsoft.com/office/drawing/2014/main" id="{F15FA545-BFCF-7266-64A5-4B731219416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695" name="Group 16694">
                      <a:extLst>
                        <a:ext uri="{FF2B5EF4-FFF2-40B4-BE49-F238E27FC236}">
                          <a16:creationId xmlns:a16="http://schemas.microsoft.com/office/drawing/2014/main" id="{19F2C3EE-4954-6745-D9EF-BAAA6973A251}"/>
                        </a:ext>
                      </a:extLst>
                    </p:cNvPr>
                    <p:cNvGrpSpPr/>
                    <p:nvPr/>
                  </p:nvGrpSpPr>
                  <p:grpSpPr>
                    <a:xfrm rot="7200000" flipH="1">
                      <a:off x="6434137" y="3977611"/>
                      <a:ext cx="303213" cy="303213"/>
                      <a:chOff x="5354637" y="3446463"/>
                      <a:chExt cx="214313" cy="214313"/>
                    </a:xfrm>
                  </p:grpSpPr>
                  <p:sp>
                    <p:nvSpPr>
                      <p:cNvPr id="16700" name="Arc 16699">
                        <a:extLst>
                          <a:ext uri="{FF2B5EF4-FFF2-40B4-BE49-F238E27FC236}">
                            <a16:creationId xmlns:a16="http://schemas.microsoft.com/office/drawing/2014/main" id="{C16C5DD4-734F-7455-1B63-1997AB51149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701" name="Arc 16700">
                        <a:extLst>
                          <a:ext uri="{FF2B5EF4-FFF2-40B4-BE49-F238E27FC236}">
                            <a16:creationId xmlns:a16="http://schemas.microsoft.com/office/drawing/2014/main" id="{7EFBD6B5-4DEE-DF98-4554-0789F9F1F41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696" name="Group 16695">
                      <a:extLst>
                        <a:ext uri="{FF2B5EF4-FFF2-40B4-BE49-F238E27FC236}">
                          <a16:creationId xmlns:a16="http://schemas.microsoft.com/office/drawing/2014/main" id="{8E3F393C-BA63-9070-895D-6E212CA7D13A}"/>
                        </a:ext>
                      </a:extLst>
                    </p:cNvPr>
                    <p:cNvGrpSpPr/>
                    <p:nvPr/>
                  </p:nvGrpSpPr>
                  <p:grpSpPr>
                    <a:xfrm rot="14400000" flipH="1">
                      <a:off x="6389147" y="3932622"/>
                      <a:ext cx="393192" cy="393192"/>
                      <a:chOff x="5354637" y="3446463"/>
                      <a:chExt cx="214313" cy="214313"/>
                    </a:xfrm>
                  </p:grpSpPr>
                  <p:sp>
                    <p:nvSpPr>
                      <p:cNvPr id="16698" name="Arc 16697">
                        <a:extLst>
                          <a:ext uri="{FF2B5EF4-FFF2-40B4-BE49-F238E27FC236}">
                            <a16:creationId xmlns:a16="http://schemas.microsoft.com/office/drawing/2014/main" id="{A5105984-E8BD-9456-45B7-8D47EDEE75C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699" name="Arc 16698">
                        <a:extLst>
                          <a:ext uri="{FF2B5EF4-FFF2-40B4-BE49-F238E27FC236}">
                            <a16:creationId xmlns:a16="http://schemas.microsoft.com/office/drawing/2014/main" id="{DE4B9871-6151-57CD-7EFC-F8BD3DB4363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697" name="TextBox 16696">
                      <a:extLst>
                        <a:ext uri="{FF2B5EF4-FFF2-40B4-BE49-F238E27FC236}">
                          <a16:creationId xmlns:a16="http://schemas.microsoft.com/office/drawing/2014/main" id="{50D48D08-0152-9BF8-87ED-0151C216C1C3}"/>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643" name="Group 16642">
                  <a:extLst>
                    <a:ext uri="{FF2B5EF4-FFF2-40B4-BE49-F238E27FC236}">
                      <a16:creationId xmlns:a16="http://schemas.microsoft.com/office/drawing/2014/main" id="{90038E3B-8380-E474-7BD1-700A5B66DC31}"/>
                    </a:ext>
                  </a:extLst>
                </p:cNvPr>
                <p:cNvGrpSpPr/>
                <p:nvPr/>
              </p:nvGrpSpPr>
              <p:grpSpPr>
                <a:xfrm>
                  <a:off x="6069086" y="3246228"/>
                  <a:ext cx="1019224" cy="991639"/>
                  <a:chOff x="5886431" y="3225768"/>
                  <a:chExt cx="1019224" cy="991639"/>
                </a:xfrm>
              </p:grpSpPr>
              <p:grpSp>
                <p:nvGrpSpPr>
                  <p:cNvPr id="16644" name="Group 16643">
                    <a:extLst>
                      <a:ext uri="{FF2B5EF4-FFF2-40B4-BE49-F238E27FC236}">
                        <a16:creationId xmlns:a16="http://schemas.microsoft.com/office/drawing/2014/main" id="{387AAC0C-0E73-A230-A1DC-988361F0102F}"/>
                      </a:ext>
                    </a:extLst>
                  </p:cNvPr>
                  <p:cNvGrpSpPr/>
                  <p:nvPr/>
                </p:nvGrpSpPr>
                <p:grpSpPr>
                  <a:xfrm>
                    <a:off x="6197413" y="3824215"/>
                    <a:ext cx="393192" cy="393192"/>
                    <a:chOff x="5265196" y="3357021"/>
                    <a:chExt cx="393192" cy="393192"/>
                  </a:xfrm>
                </p:grpSpPr>
                <p:grpSp>
                  <p:nvGrpSpPr>
                    <p:cNvPr id="16679" name="Group 16678">
                      <a:extLst>
                        <a:ext uri="{FF2B5EF4-FFF2-40B4-BE49-F238E27FC236}">
                          <a16:creationId xmlns:a16="http://schemas.microsoft.com/office/drawing/2014/main" id="{E598136E-AE87-C90C-37C5-E8F5AB761E52}"/>
                        </a:ext>
                      </a:extLst>
                    </p:cNvPr>
                    <p:cNvGrpSpPr/>
                    <p:nvPr/>
                  </p:nvGrpSpPr>
                  <p:grpSpPr>
                    <a:xfrm rot="14400000">
                      <a:off x="5265196" y="3357021"/>
                      <a:ext cx="393192" cy="393192"/>
                      <a:chOff x="5354637" y="3446463"/>
                      <a:chExt cx="214313" cy="214313"/>
                    </a:xfrm>
                  </p:grpSpPr>
                  <p:sp>
                    <p:nvSpPr>
                      <p:cNvPr id="16688" name="Arc 16687">
                        <a:extLst>
                          <a:ext uri="{FF2B5EF4-FFF2-40B4-BE49-F238E27FC236}">
                            <a16:creationId xmlns:a16="http://schemas.microsoft.com/office/drawing/2014/main" id="{EAC787F8-4E96-8304-A9CB-892FE269093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689" name="Arc 16688">
                        <a:extLst>
                          <a:ext uri="{FF2B5EF4-FFF2-40B4-BE49-F238E27FC236}">
                            <a16:creationId xmlns:a16="http://schemas.microsoft.com/office/drawing/2014/main" id="{1466E7E4-C884-5679-0056-FFA6D31546B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680" name="Group 16679">
                      <a:extLst>
                        <a:ext uri="{FF2B5EF4-FFF2-40B4-BE49-F238E27FC236}">
                          <a16:creationId xmlns:a16="http://schemas.microsoft.com/office/drawing/2014/main" id="{3E8BC904-3D05-B8E4-C7A3-8C32F4269663}"/>
                        </a:ext>
                      </a:extLst>
                    </p:cNvPr>
                    <p:cNvGrpSpPr/>
                    <p:nvPr/>
                  </p:nvGrpSpPr>
                  <p:grpSpPr>
                    <a:xfrm>
                      <a:off x="5310186" y="3402011"/>
                      <a:ext cx="303213" cy="303213"/>
                      <a:chOff x="5310186" y="3402011"/>
                      <a:chExt cx="303213" cy="303213"/>
                    </a:xfrm>
                  </p:grpSpPr>
                  <p:grpSp>
                    <p:nvGrpSpPr>
                      <p:cNvPr id="16681" name="Group 16680">
                        <a:extLst>
                          <a:ext uri="{FF2B5EF4-FFF2-40B4-BE49-F238E27FC236}">
                            <a16:creationId xmlns:a16="http://schemas.microsoft.com/office/drawing/2014/main" id="{233EF3D1-AECC-4398-06DD-98C75D66E88B}"/>
                          </a:ext>
                        </a:extLst>
                      </p:cNvPr>
                      <p:cNvGrpSpPr/>
                      <p:nvPr/>
                    </p:nvGrpSpPr>
                    <p:grpSpPr>
                      <a:xfrm>
                        <a:off x="5354636" y="3446461"/>
                        <a:ext cx="214313" cy="214313"/>
                        <a:chOff x="5354637" y="3446463"/>
                        <a:chExt cx="214313" cy="214313"/>
                      </a:xfrm>
                    </p:grpSpPr>
                    <p:sp>
                      <p:nvSpPr>
                        <p:cNvPr id="16686" name="Arc 16685">
                          <a:extLst>
                            <a:ext uri="{FF2B5EF4-FFF2-40B4-BE49-F238E27FC236}">
                              <a16:creationId xmlns:a16="http://schemas.microsoft.com/office/drawing/2014/main" id="{A1215469-B981-B82B-835F-FD16C62608E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687" name="Arc 16686">
                          <a:extLst>
                            <a:ext uri="{FF2B5EF4-FFF2-40B4-BE49-F238E27FC236}">
                              <a16:creationId xmlns:a16="http://schemas.microsoft.com/office/drawing/2014/main" id="{0BE14A64-813B-EF4A-A056-B1CFC65F29E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682" name="Group 16681">
                        <a:extLst>
                          <a:ext uri="{FF2B5EF4-FFF2-40B4-BE49-F238E27FC236}">
                            <a16:creationId xmlns:a16="http://schemas.microsoft.com/office/drawing/2014/main" id="{174030A1-4DF8-3BC6-71E5-FB985654F930}"/>
                          </a:ext>
                        </a:extLst>
                      </p:cNvPr>
                      <p:cNvGrpSpPr/>
                      <p:nvPr/>
                    </p:nvGrpSpPr>
                    <p:grpSpPr>
                      <a:xfrm rot="7200000">
                        <a:off x="5310186" y="3402011"/>
                        <a:ext cx="303213" cy="303213"/>
                        <a:chOff x="5354637" y="3446463"/>
                        <a:chExt cx="214313" cy="214313"/>
                      </a:xfrm>
                    </p:grpSpPr>
                    <p:sp>
                      <p:nvSpPr>
                        <p:cNvPr id="16684" name="Arc 16683">
                          <a:extLst>
                            <a:ext uri="{FF2B5EF4-FFF2-40B4-BE49-F238E27FC236}">
                              <a16:creationId xmlns:a16="http://schemas.microsoft.com/office/drawing/2014/main" id="{57FB2F6A-C6B0-8C7D-856D-0982FCD2B48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685" name="Arc 16684">
                          <a:extLst>
                            <a:ext uri="{FF2B5EF4-FFF2-40B4-BE49-F238E27FC236}">
                              <a16:creationId xmlns:a16="http://schemas.microsoft.com/office/drawing/2014/main" id="{2B0B0821-4080-DF79-A871-CA9F1A7C7CF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683" name="TextBox 16682">
                        <a:extLst>
                          <a:ext uri="{FF2B5EF4-FFF2-40B4-BE49-F238E27FC236}">
                            <a16:creationId xmlns:a16="http://schemas.microsoft.com/office/drawing/2014/main" id="{5372A0BB-1027-37AD-6EAE-71FAA888E48B}"/>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645" name="Group 16644">
                    <a:extLst>
                      <a:ext uri="{FF2B5EF4-FFF2-40B4-BE49-F238E27FC236}">
                        <a16:creationId xmlns:a16="http://schemas.microsoft.com/office/drawing/2014/main" id="{0FE8717F-FC80-199F-56BD-E2AB68546846}"/>
                      </a:ext>
                    </a:extLst>
                  </p:cNvPr>
                  <p:cNvGrpSpPr/>
                  <p:nvPr/>
                </p:nvGrpSpPr>
                <p:grpSpPr>
                  <a:xfrm>
                    <a:off x="5886431" y="3525040"/>
                    <a:ext cx="393192" cy="393192"/>
                    <a:chOff x="5265196" y="3932619"/>
                    <a:chExt cx="393192" cy="393192"/>
                  </a:xfrm>
                </p:grpSpPr>
                <p:grpSp>
                  <p:nvGrpSpPr>
                    <p:cNvPr id="16669" name="Group 16668">
                      <a:extLst>
                        <a:ext uri="{FF2B5EF4-FFF2-40B4-BE49-F238E27FC236}">
                          <a16:creationId xmlns:a16="http://schemas.microsoft.com/office/drawing/2014/main" id="{9B464803-F6CF-F59A-5312-A8DC00218187}"/>
                        </a:ext>
                      </a:extLst>
                    </p:cNvPr>
                    <p:cNvGrpSpPr/>
                    <p:nvPr/>
                  </p:nvGrpSpPr>
                  <p:grpSpPr>
                    <a:xfrm>
                      <a:off x="5354636" y="4022061"/>
                      <a:ext cx="214313" cy="214313"/>
                      <a:chOff x="5354637" y="3446463"/>
                      <a:chExt cx="214313" cy="214313"/>
                    </a:xfrm>
                  </p:grpSpPr>
                  <p:sp>
                    <p:nvSpPr>
                      <p:cNvPr id="16677" name="Arc 16676">
                        <a:extLst>
                          <a:ext uri="{FF2B5EF4-FFF2-40B4-BE49-F238E27FC236}">
                            <a16:creationId xmlns:a16="http://schemas.microsoft.com/office/drawing/2014/main" id="{8430DEF9-21B5-A786-4ECA-E561CE22F97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678" name="Arc 16677">
                        <a:extLst>
                          <a:ext uri="{FF2B5EF4-FFF2-40B4-BE49-F238E27FC236}">
                            <a16:creationId xmlns:a16="http://schemas.microsoft.com/office/drawing/2014/main" id="{0630A11C-E768-CB24-41E8-1B955DFCCD7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670" name="Group 16669">
                      <a:extLst>
                        <a:ext uri="{FF2B5EF4-FFF2-40B4-BE49-F238E27FC236}">
                          <a16:creationId xmlns:a16="http://schemas.microsoft.com/office/drawing/2014/main" id="{ECDBC164-FC6F-84CC-A552-35EC89EF474C}"/>
                        </a:ext>
                      </a:extLst>
                    </p:cNvPr>
                    <p:cNvGrpSpPr/>
                    <p:nvPr/>
                  </p:nvGrpSpPr>
                  <p:grpSpPr>
                    <a:xfrm rot="14400000">
                      <a:off x="5310186" y="3977611"/>
                      <a:ext cx="303213" cy="303213"/>
                      <a:chOff x="5354637" y="3446463"/>
                      <a:chExt cx="214313" cy="214313"/>
                    </a:xfrm>
                  </p:grpSpPr>
                  <p:sp>
                    <p:nvSpPr>
                      <p:cNvPr id="16675" name="Arc 16674">
                        <a:extLst>
                          <a:ext uri="{FF2B5EF4-FFF2-40B4-BE49-F238E27FC236}">
                            <a16:creationId xmlns:a16="http://schemas.microsoft.com/office/drawing/2014/main" id="{F5B99071-A453-A169-74D7-0C45B2BD0FD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676" name="Arc 16675">
                        <a:extLst>
                          <a:ext uri="{FF2B5EF4-FFF2-40B4-BE49-F238E27FC236}">
                            <a16:creationId xmlns:a16="http://schemas.microsoft.com/office/drawing/2014/main" id="{B69D456D-F195-C9B8-C361-A014D3F7A0E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671" name="Group 16670">
                      <a:extLst>
                        <a:ext uri="{FF2B5EF4-FFF2-40B4-BE49-F238E27FC236}">
                          <a16:creationId xmlns:a16="http://schemas.microsoft.com/office/drawing/2014/main" id="{F316EAC1-D6B7-AC73-6CD4-9318C1396DB3}"/>
                        </a:ext>
                      </a:extLst>
                    </p:cNvPr>
                    <p:cNvGrpSpPr/>
                    <p:nvPr/>
                  </p:nvGrpSpPr>
                  <p:grpSpPr>
                    <a:xfrm rot="7200000">
                      <a:off x="5265196" y="3932619"/>
                      <a:ext cx="393192" cy="393192"/>
                      <a:chOff x="5354637" y="3446463"/>
                      <a:chExt cx="214313" cy="214313"/>
                    </a:xfrm>
                  </p:grpSpPr>
                  <p:sp>
                    <p:nvSpPr>
                      <p:cNvPr id="16673" name="Arc 16672">
                        <a:extLst>
                          <a:ext uri="{FF2B5EF4-FFF2-40B4-BE49-F238E27FC236}">
                            <a16:creationId xmlns:a16="http://schemas.microsoft.com/office/drawing/2014/main" id="{4236FDF9-0252-C93E-64F0-F3A4986895A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674" name="Arc 16673">
                        <a:extLst>
                          <a:ext uri="{FF2B5EF4-FFF2-40B4-BE49-F238E27FC236}">
                            <a16:creationId xmlns:a16="http://schemas.microsoft.com/office/drawing/2014/main" id="{B4ECAF81-5B4C-4311-B850-E9046D1C86A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672" name="TextBox 16671">
                      <a:extLst>
                        <a:ext uri="{FF2B5EF4-FFF2-40B4-BE49-F238E27FC236}">
                          <a16:creationId xmlns:a16="http://schemas.microsoft.com/office/drawing/2014/main" id="{DD92251E-5AFD-6055-0DD1-4BB794C7E7E1}"/>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6646" name="Group 16645">
                    <a:extLst>
                      <a:ext uri="{FF2B5EF4-FFF2-40B4-BE49-F238E27FC236}">
                        <a16:creationId xmlns:a16="http://schemas.microsoft.com/office/drawing/2014/main" id="{25D71A4E-577B-CDE5-4071-52B73944D792}"/>
                      </a:ext>
                    </a:extLst>
                  </p:cNvPr>
                  <p:cNvGrpSpPr/>
                  <p:nvPr/>
                </p:nvGrpSpPr>
                <p:grpSpPr>
                  <a:xfrm>
                    <a:off x="6512463" y="3525040"/>
                    <a:ext cx="393192" cy="393192"/>
                    <a:chOff x="6389147" y="3357021"/>
                    <a:chExt cx="393192" cy="393192"/>
                  </a:xfrm>
                </p:grpSpPr>
                <p:grpSp>
                  <p:nvGrpSpPr>
                    <p:cNvPr id="16658" name="Group 16657">
                      <a:extLst>
                        <a:ext uri="{FF2B5EF4-FFF2-40B4-BE49-F238E27FC236}">
                          <a16:creationId xmlns:a16="http://schemas.microsoft.com/office/drawing/2014/main" id="{990C03B5-0278-4432-CAF9-2F51FB3A3304}"/>
                        </a:ext>
                      </a:extLst>
                    </p:cNvPr>
                    <p:cNvGrpSpPr/>
                    <p:nvPr/>
                  </p:nvGrpSpPr>
                  <p:grpSpPr>
                    <a:xfrm rot="7200000" flipH="1">
                      <a:off x="6389147" y="3357021"/>
                      <a:ext cx="393192" cy="393192"/>
                      <a:chOff x="5354637" y="3446463"/>
                      <a:chExt cx="214313" cy="214313"/>
                    </a:xfrm>
                  </p:grpSpPr>
                  <p:sp>
                    <p:nvSpPr>
                      <p:cNvPr id="16667" name="Arc 16666">
                        <a:extLst>
                          <a:ext uri="{FF2B5EF4-FFF2-40B4-BE49-F238E27FC236}">
                            <a16:creationId xmlns:a16="http://schemas.microsoft.com/office/drawing/2014/main" id="{28DBF1DD-890F-B64C-D0CD-429C12F0118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668" name="Arc 16667">
                        <a:extLst>
                          <a:ext uri="{FF2B5EF4-FFF2-40B4-BE49-F238E27FC236}">
                            <a16:creationId xmlns:a16="http://schemas.microsoft.com/office/drawing/2014/main" id="{63EB5532-0320-43E5-9863-021F49570C5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659" name="Group 16658">
                      <a:extLst>
                        <a:ext uri="{FF2B5EF4-FFF2-40B4-BE49-F238E27FC236}">
                          <a16:creationId xmlns:a16="http://schemas.microsoft.com/office/drawing/2014/main" id="{BDF7DEBD-7E05-8CEC-666D-12038D33ED9B}"/>
                        </a:ext>
                      </a:extLst>
                    </p:cNvPr>
                    <p:cNvGrpSpPr/>
                    <p:nvPr/>
                  </p:nvGrpSpPr>
                  <p:grpSpPr>
                    <a:xfrm>
                      <a:off x="6434137" y="3402011"/>
                      <a:ext cx="303213" cy="303213"/>
                      <a:chOff x="6434137" y="3402011"/>
                      <a:chExt cx="303213" cy="303213"/>
                    </a:xfrm>
                  </p:grpSpPr>
                  <p:grpSp>
                    <p:nvGrpSpPr>
                      <p:cNvPr id="16660" name="Group 16659">
                        <a:extLst>
                          <a:ext uri="{FF2B5EF4-FFF2-40B4-BE49-F238E27FC236}">
                            <a16:creationId xmlns:a16="http://schemas.microsoft.com/office/drawing/2014/main" id="{631C73E0-2887-7191-CD04-BBD72703DE21}"/>
                          </a:ext>
                        </a:extLst>
                      </p:cNvPr>
                      <p:cNvGrpSpPr/>
                      <p:nvPr/>
                    </p:nvGrpSpPr>
                    <p:grpSpPr>
                      <a:xfrm flipH="1">
                        <a:off x="6478587" y="3446461"/>
                        <a:ext cx="214313" cy="214313"/>
                        <a:chOff x="5354637" y="3446463"/>
                        <a:chExt cx="214313" cy="214313"/>
                      </a:xfrm>
                    </p:grpSpPr>
                    <p:sp>
                      <p:nvSpPr>
                        <p:cNvPr id="16665" name="Arc 16664">
                          <a:extLst>
                            <a:ext uri="{FF2B5EF4-FFF2-40B4-BE49-F238E27FC236}">
                              <a16:creationId xmlns:a16="http://schemas.microsoft.com/office/drawing/2014/main" id="{DBD6A84B-7F13-4D95-E0B1-9427268373F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666" name="Arc 16665">
                          <a:extLst>
                            <a:ext uri="{FF2B5EF4-FFF2-40B4-BE49-F238E27FC236}">
                              <a16:creationId xmlns:a16="http://schemas.microsoft.com/office/drawing/2014/main" id="{022F5854-E9E0-FFC9-7A5D-D0A08627C58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661" name="Group 16660">
                        <a:extLst>
                          <a:ext uri="{FF2B5EF4-FFF2-40B4-BE49-F238E27FC236}">
                            <a16:creationId xmlns:a16="http://schemas.microsoft.com/office/drawing/2014/main" id="{86D6DA29-72DC-B882-B208-1AE0A4518487}"/>
                          </a:ext>
                        </a:extLst>
                      </p:cNvPr>
                      <p:cNvGrpSpPr/>
                      <p:nvPr/>
                    </p:nvGrpSpPr>
                    <p:grpSpPr>
                      <a:xfrm rot="14400000" flipH="1">
                        <a:off x="6434137" y="3402011"/>
                        <a:ext cx="303213" cy="303213"/>
                        <a:chOff x="5354637" y="3446463"/>
                        <a:chExt cx="214313" cy="214313"/>
                      </a:xfrm>
                    </p:grpSpPr>
                    <p:sp>
                      <p:nvSpPr>
                        <p:cNvPr id="16663" name="Arc 16662">
                          <a:extLst>
                            <a:ext uri="{FF2B5EF4-FFF2-40B4-BE49-F238E27FC236}">
                              <a16:creationId xmlns:a16="http://schemas.microsoft.com/office/drawing/2014/main" id="{921A3600-096D-3A95-971D-FA74215AB4A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664" name="Arc 16663">
                          <a:extLst>
                            <a:ext uri="{FF2B5EF4-FFF2-40B4-BE49-F238E27FC236}">
                              <a16:creationId xmlns:a16="http://schemas.microsoft.com/office/drawing/2014/main" id="{B2CCF223-95E5-F7DB-B77E-0D7A1ADF364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662" name="TextBox 16661">
                        <a:extLst>
                          <a:ext uri="{FF2B5EF4-FFF2-40B4-BE49-F238E27FC236}">
                            <a16:creationId xmlns:a16="http://schemas.microsoft.com/office/drawing/2014/main" id="{2AE353BD-C6DC-DE29-A76F-D7224BD82A83}"/>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647" name="Group 16646">
                    <a:extLst>
                      <a:ext uri="{FF2B5EF4-FFF2-40B4-BE49-F238E27FC236}">
                        <a16:creationId xmlns:a16="http://schemas.microsoft.com/office/drawing/2014/main" id="{14A0DCE2-7584-0305-2C4E-C1BFF3564926}"/>
                      </a:ext>
                    </a:extLst>
                  </p:cNvPr>
                  <p:cNvGrpSpPr/>
                  <p:nvPr/>
                </p:nvGrpSpPr>
                <p:grpSpPr>
                  <a:xfrm>
                    <a:off x="6197413" y="3225768"/>
                    <a:ext cx="393192" cy="393192"/>
                    <a:chOff x="6389147" y="3932622"/>
                    <a:chExt cx="393192" cy="393192"/>
                  </a:xfrm>
                </p:grpSpPr>
                <p:grpSp>
                  <p:nvGrpSpPr>
                    <p:cNvPr id="16648" name="Group 16647">
                      <a:extLst>
                        <a:ext uri="{FF2B5EF4-FFF2-40B4-BE49-F238E27FC236}">
                          <a16:creationId xmlns:a16="http://schemas.microsoft.com/office/drawing/2014/main" id="{DCB38B0D-7580-C936-81B6-BF80A608670A}"/>
                        </a:ext>
                      </a:extLst>
                    </p:cNvPr>
                    <p:cNvGrpSpPr/>
                    <p:nvPr/>
                  </p:nvGrpSpPr>
                  <p:grpSpPr>
                    <a:xfrm flipH="1">
                      <a:off x="6478587" y="4022061"/>
                      <a:ext cx="214313" cy="214313"/>
                      <a:chOff x="5354637" y="3446463"/>
                      <a:chExt cx="214313" cy="214313"/>
                    </a:xfrm>
                  </p:grpSpPr>
                  <p:sp>
                    <p:nvSpPr>
                      <p:cNvPr id="16656" name="Arc 16655">
                        <a:extLst>
                          <a:ext uri="{FF2B5EF4-FFF2-40B4-BE49-F238E27FC236}">
                            <a16:creationId xmlns:a16="http://schemas.microsoft.com/office/drawing/2014/main" id="{DB694A91-B2F4-371E-6C49-8AB1EAD50F5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657" name="Arc 16656">
                        <a:extLst>
                          <a:ext uri="{FF2B5EF4-FFF2-40B4-BE49-F238E27FC236}">
                            <a16:creationId xmlns:a16="http://schemas.microsoft.com/office/drawing/2014/main" id="{871702AC-EF92-224B-523C-AC443FCC775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649" name="Group 16648">
                      <a:extLst>
                        <a:ext uri="{FF2B5EF4-FFF2-40B4-BE49-F238E27FC236}">
                          <a16:creationId xmlns:a16="http://schemas.microsoft.com/office/drawing/2014/main" id="{E684A085-C899-2F84-974C-C6EFDC925140}"/>
                        </a:ext>
                      </a:extLst>
                    </p:cNvPr>
                    <p:cNvGrpSpPr/>
                    <p:nvPr/>
                  </p:nvGrpSpPr>
                  <p:grpSpPr>
                    <a:xfrm rot="7200000" flipH="1">
                      <a:off x="6434137" y="3977611"/>
                      <a:ext cx="303213" cy="303213"/>
                      <a:chOff x="5354637" y="3446463"/>
                      <a:chExt cx="214313" cy="214313"/>
                    </a:xfrm>
                  </p:grpSpPr>
                  <p:sp>
                    <p:nvSpPr>
                      <p:cNvPr id="16654" name="Arc 16653">
                        <a:extLst>
                          <a:ext uri="{FF2B5EF4-FFF2-40B4-BE49-F238E27FC236}">
                            <a16:creationId xmlns:a16="http://schemas.microsoft.com/office/drawing/2014/main" id="{FAECD04C-0E61-F322-0EDD-4CD88555649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655" name="Arc 16654">
                        <a:extLst>
                          <a:ext uri="{FF2B5EF4-FFF2-40B4-BE49-F238E27FC236}">
                            <a16:creationId xmlns:a16="http://schemas.microsoft.com/office/drawing/2014/main" id="{A13A852F-A652-6243-EA40-5591D6AF80F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650" name="Group 16649">
                      <a:extLst>
                        <a:ext uri="{FF2B5EF4-FFF2-40B4-BE49-F238E27FC236}">
                          <a16:creationId xmlns:a16="http://schemas.microsoft.com/office/drawing/2014/main" id="{0038109F-34FA-917E-1C13-BD3F34DEA69C}"/>
                        </a:ext>
                      </a:extLst>
                    </p:cNvPr>
                    <p:cNvGrpSpPr/>
                    <p:nvPr/>
                  </p:nvGrpSpPr>
                  <p:grpSpPr>
                    <a:xfrm rot="14400000" flipH="1">
                      <a:off x="6389147" y="3932622"/>
                      <a:ext cx="393192" cy="393192"/>
                      <a:chOff x="5354637" y="3446463"/>
                      <a:chExt cx="214313" cy="214313"/>
                    </a:xfrm>
                  </p:grpSpPr>
                  <p:sp>
                    <p:nvSpPr>
                      <p:cNvPr id="16652" name="Arc 16651">
                        <a:extLst>
                          <a:ext uri="{FF2B5EF4-FFF2-40B4-BE49-F238E27FC236}">
                            <a16:creationId xmlns:a16="http://schemas.microsoft.com/office/drawing/2014/main" id="{4A86996B-15F2-0CAC-2E3F-B70F000D396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653" name="Arc 16652">
                        <a:extLst>
                          <a:ext uri="{FF2B5EF4-FFF2-40B4-BE49-F238E27FC236}">
                            <a16:creationId xmlns:a16="http://schemas.microsoft.com/office/drawing/2014/main" id="{51FB77C4-CFD7-BBF1-02B0-FFFFB591535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651" name="TextBox 16650">
                      <a:extLst>
                        <a:ext uri="{FF2B5EF4-FFF2-40B4-BE49-F238E27FC236}">
                          <a16:creationId xmlns:a16="http://schemas.microsoft.com/office/drawing/2014/main" id="{F3BEF94B-2E36-059D-FB1E-1A623D79E69C}"/>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5303" name="Group 15302">
              <a:extLst>
                <a:ext uri="{FF2B5EF4-FFF2-40B4-BE49-F238E27FC236}">
                  <a16:creationId xmlns:a16="http://schemas.microsoft.com/office/drawing/2014/main" id="{EA972FB5-7260-FFDD-4847-6D3234F6B041}"/>
                </a:ext>
              </a:extLst>
            </p:cNvPr>
            <p:cNvGrpSpPr/>
            <p:nvPr/>
          </p:nvGrpSpPr>
          <p:grpSpPr>
            <a:xfrm>
              <a:off x="-599392" y="-493844"/>
              <a:ext cx="2263438" cy="2198360"/>
              <a:chOff x="5445106" y="2039507"/>
              <a:chExt cx="2263438" cy="2198360"/>
            </a:xfrm>
          </p:grpSpPr>
          <p:grpSp>
            <p:nvGrpSpPr>
              <p:cNvPr id="16450" name="Group 16449">
                <a:extLst>
                  <a:ext uri="{FF2B5EF4-FFF2-40B4-BE49-F238E27FC236}">
                    <a16:creationId xmlns:a16="http://schemas.microsoft.com/office/drawing/2014/main" id="{BB9615D4-D26B-137E-CB3B-2ED671C48318}"/>
                  </a:ext>
                </a:extLst>
              </p:cNvPr>
              <p:cNvGrpSpPr/>
              <p:nvPr/>
            </p:nvGrpSpPr>
            <p:grpSpPr>
              <a:xfrm>
                <a:off x="5445106" y="2644743"/>
                <a:ext cx="1643204" cy="1593124"/>
                <a:chOff x="5445106" y="2644743"/>
                <a:chExt cx="1643204" cy="1593124"/>
              </a:xfrm>
            </p:grpSpPr>
            <p:grpSp>
              <p:nvGrpSpPr>
                <p:cNvPr id="16546" name="Group 16545">
                  <a:extLst>
                    <a:ext uri="{FF2B5EF4-FFF2-40B4-BE49-F238E27FC236}">
                      <a16:creationId xmlns:a16="http://schemas.microsoft.com/office/drawing/2014/main" id="{5EB9B494-12E1-F1C2-74AA-FB3FC7B99E1D}"/>
                    </a:ext>
                  </a:extLst>
                </p:cNvPr>
                <p:cNvGrpSpPr/>
                <p:nvPr/>
              </p:nvGrpSpPr>
              <p:grpSpPr>
                <a:xfrm>
                  <a:off x="5445106" y="2644743"/>
                  <a:ext cx="1019224" cy="991639"/>
                  <a:chOff x="5886431" y="3225768"/>
                  <a:chExt cx="1019224" cy="991639"/>
                </a:xfrm>
              </p:grpSpPr>
              <p:grpSp>
                <p:nvGrpSpPr>
                  <p:cNvPr id="16594" name="Group 16593">
                    <a:extLst>
                      <a:ext uri="{FF2B5EF4-FFF2-40B4-BE49-F238E27FC236}">
                        <a16:creationId xmlns:a16="http://schemas.microsoft.com/office/drawing/2014/main" id="{8BC5F0DB-7283-FA7C-5CB1-FC022F8A7F52}"/>
                      </a:ext>
                    </a:extLst>
                  </p:cNvPr>
                  <p:cNvGrpSpPr/>
                  <p:nvPr/>
                </p:nvGrpSpPr>
                <p:grpSpPr>
                  <a:xfrm>
                    <a:off x="6197413" y="3824215"/>
                    <a:ext cx="393192" cy="393192"/>
                    <a:chOff x="5265196" y="3357021"/>
                    <a:chExt cx="393192" cy="393192"/>
                  </a:xfrm>
                </p:grpSpPr>
                <p:grpSp>
                  <p:nvGrpSpPr>
                    <p:cNvPr id="16629" name="Group 16628">
                      <a:extLst>
                        <a:ext uri="{FF2B5EF4-FFF2-40B4-BE49-F238E27FC236}">
                          <a16:creationId xmlns:a16="http://schemas.microsoft.com/office/drawing/2014/main" id="{D946D549-C0F9-E354-0892-18DDB5ABD958}"/>
                        </a:ext>
                      </a:extLst>
                    </p:cNvPr>
                    <p:cNvGrpSpPr/>
                    <p:nvPr/>
                  </p:nvGrpSpPr>
                  <p:grpSpPr>
                    <a:xfrm rot="14400000">
                      <a:off x="5265196" y="3357021"/>
                      <a:ext cx="393192" cy="393192"/>
                      <a:chOff x="5354637" y="3446463"/>
                      <a:chExt cx="214313" cy="214313"/>
                    </a:xfrm>
                  </p:grpSpPr>
                  <p:sp>
                    <p:nvSpPr>
                      <p:cNvPr id="16638" name="Arc 16637">
                        <a:extLst>
                          <a:ext uri="{FF2B5EF4-FFF2-40B4-BE49-F238E27FC236}">
                            <a16:creationId xmlns:a16="http://schemas.microsoft.com/office/drawing/2014/main" id="{DCCF1677-621B-B3B2-CA2F-3D6C297E88D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639" name="Arc 16638">
                        <a:extLst>
                          <a:ext uri="{FF2B5EF4-FFF2-40B4-BE49-F238E27FC236}">
                            <a16:creationId xmlns:a16="http://schemas.microsoft.com/office/drawing/2014/main" id="{F68C6D24-C995-C026-DD67-86338719A3B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630" name="Group 16629">
                      <a:extLst>
                        <a:ext uri="{FF2B5EF4-FFF2-40B4-BE49-F238E27FC236}">
                          <a16:creationId xmlns:a16="http://schemas.microsoft.com/office/drawing/2014/main" id="{1B151A9F-84C7-62E3-18B9-4A00DE90C229}"/>
                        </a:ext>
                      </a:extLst>
                    </p:cNvPr>
                    <p:cNvGrpSpPr/>
                    <p:nvPr/>
                  </p:nvGrpSpPr>
                  <p:grpSpPr>
                    <a:xfrm>
                      <a:off x="5310186" y="3402011"/>
                      <a:ext cx="303213" cy="303213"/>
                      <a:chOff x="5310186" y="3402011"/>
                      <a:chExt cx="303213" cy="303213"/>
                    </a:xfrm>
                  </p:grpSpPr>
                  <p:grpSp>
                    <p:nvGrpSpPr>
                      <p:cNvPr id="16631" name="Group 16630">
                        <a:extLst>
                          <a:ext uri="{FF2B5EF4-FFF2-40B4-BE49-F238E27FC236}">
                            <a16:creationId xmlns:a16="http://schemas.microsoft.com/office/drawing/2014/main" id="{B4D5F750-BB50-2A98-DE89-A35145D83B27}"/>
                          </a:ext>
                        </a:extLst>
                      </p:cNvPr>
                      <p:cNvGrpSpPr/>
                      <p:nvPr/>
                    </p:nvGrpSpPr>
                    <p:grpSpPr>
                      <a:xfrm>
                        <a:off x="5354636" y="3446461"/>
                        <a:ext cx="214313" cy="214313"/>
                        <a:chOff x="5354637" y="3446463"/>
                        <a:chExt cx="214313" cy="214313"/>
                      </a:xfrm>
                    </p:grpSpPr>
                    <p:sp>
                      <p:nvSpPr>
                        <p:cNvPr id="16636" name="Arc 16635">
                          <a:extLst>
                            <a:ext uri="{FF2B5EF4-FFF2-40B4-BE49-F238E27FC236}">
                              <a16:creationId xmlns:a16="http://schemas.microsoft.com/office/drawing/2014/main" id="{3B106CF4-930E-7892-41B8-359CB3303D6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637" name="Arc 16636">
                          <a:extLst>
                            <a:ext uri="{FF2B5EF4-FFF2-40B4-BE49-F238E27FC236}">
                              <a16:creationId xmlns:a16="http://schemas.microsoft.com/office/drawing/2014/main" id="{A5287D5F-F811-3704-6F33-53C953D021C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632" name="Group 16631">
                        <a:extLst>
                          <a:ext uri="{FF2B5EF4-FFF2-40B4-BE49-F238E27FC236}">
                            <a16:creationId xmlns:a16="http://schemas.microsoft.com/office/drawing/2014/main" id="{791FFFDB-E91A-F5B8-5AD3-C0F1EF17B70B}"/>
                          </a:ext>
                        </a:extLst>
                      </p:cNvPr>
                      <p:cNvGrpSpPr/>
                      <p:nvPr/>
                    </p:nvGrpSpPr>
                    <p:grpSpPr>
                      <a:xfrm rot="7200000">
                        <a:off x="5310186" y="3402011"/>
                        <a:ext cx="303213" cy="303213"/>
                        <a:chOff x="5354637" y="3446463"/>
                        <a:chExt cx="214313" cy="214313"/>
                      </a:xfrm>
                    </p:grpSpPr>
                    <p:sp>
                      <p:nvSpPr>
                        <p:cNvPr id="16634" name="Arc 16633">
                          <a:extLst>
                            <a:ext uri="{FF2B5EF4-FFF2-40B4-BE49-F238E27FC236}">
                              <a16:creationId xmlns:a16="http://schemas.microsoft.com/office/drawing/2014/main" id="{5662B6DC-0BC2-5828-3553-9E06D1622F1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635" name="Arc 16634">
                          <a:extLst>
                            <a:ext uri="{FF2B5EF4-FFF2-40B4-BE49-F238E27FC236}">
                              <a16:creationId xmlns:a16="http://schemas.microsoft.com/office/drawing/2014/main" id="{D5A34276-211C-2391-9ED9-078AED960F2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633" name="TextBox 16632">
                        <a:extLst>
                          <a:ext uri="{FF2B5EF4-FFF2-40B4-BE49-F238E27FC236}">
                            <a16:creationId xmlns:a16="http://schemas.microsoft.com/office/drawing/2014/main" id="{CBAC5820-9335-14CD-5834-1257186BDAF7}"/>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595" name="Group 16594">
                    <a:extLst>
                      <a:ext uri="{FF2B5EF4-FFF2-40B4-BE49-F238E27FC236}">
                        <a16:creationId xmlns:a16="http://schemas.microsoft.com/office/drawing/2014/main" id="{D205CED6-6237-642B-AACC-33A32092F7FE}"/>
                      </a:ext>
                    </a:extLst>
                  </p:cNvPr>
                  <p:cNvGrpSpPr/>
                  <p:nvPr/>
                </p:nvGrpSpPr>
                <p:grpSpPr>
                  <a:xfrm>
                    <a:off x="5886431" y="3525040"/>
                    <a:ext cx="393192" cy="393192"/>
                    <a:chOff x="5265196" y="3932619"/>
                    <a:chExt cx="393192" cy="393192"/>
                  </a:xfrm>
                </p:grpSpPr>
                <p:grpSp>
                  <p:nvGrpSpPr>
                    <p:cNvPr id="16619" name="Group 16618">
                      <a:extLst>
                        <a:ext uri="{FF2B5EF4-FFF2-40B4-BE49-F238E27FC236}">
                          <a16:creationId xmlns:a16="http://schemas.microsoft.com/office/drawing/2014/main" id="{3D858713-95EE-F900-E0DC-34DEFDA6C123}"/>
                        </a:ext>
                      </a:extLst>
                    </p:cNvPr>
                    <p:cNvGrpSpPr/>
                    <p:nvPr/>
                  </p:nvGrpSpPr>
                  <p:grpSpPr>
                    <a:xfrm>
                      <a:off x="5354636" y="4022061"/>
                      <a:ext cx="214313" cy="214313"/>
                      <a:chOff x="5354637" y="3446463"/>
                      <a:chExt cx="214313" cy="214313"/>
                    </a:xfrm>
                  </p:grpSpPr>
                  <p:sp>
                    <p:nvSpPr>
                      <p:cNvPr id="16627" name="Arc 16626">
                        <a:extLst>
                          <a:ext uri="{FF2B5EF4-FFF2-40B4-BE49-F238E27FC236}">
                            <a16:creationId xmlns:a16="http://schemas.microsoft.com/office/drawing/2014/main" id="{6618E26D-6218-C2D5-AA6E-4D2EC769D4A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628" name="Arc 16627">
                        <a:extLst>
                          <a:ext uri="{FF2B5EF4-FFF2-40B4-BE49-F238E27FC236}">
                            <a16:creationId xmlns:a16="http://schemas.microsoft.com/office/drawing/2014/main" id="{14E667CF-2F72-ACED-7E45-1485A4CBD22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620" name="Group 16619">
                      <a:extLst>
                        <a:ext uri="{FF2B5EF4-FFF2-40B4-BE49-F238E27FC236}">
                          <a16:creationId xmlns:a16="http://schemas.microsoft.com/office/drawing/2014/main" id="{90F8F7B3-6C24-BD5C-8A67-98BCA61D2655}"/>
                        </a:ext>
                      </a:extLst>
                    </p:cNvPr>
                    <p:cNvGrpSpPr/>
                    <p:nvPr/>
                  </p:nvGrpSpPr>
                  <p:grpSpPr>
                    <a:xfrm rot="14400000">
                      <a:off x="5310186" y="3977611"/>
                      <a:ext cx="303213" cy="303213"/>
                      <a:chOff x="5354637" y="3446463"/>
                      <a:chExt cx="214313" cy="214313"/>
                    </a:xfrm>
                  </p:grpSpPr>
                  <p:sp>
                    <p:nvSpPr>
                      <p:cNvPr id="16625" name="Arc 16624">
                        <a:extLst>
                          <a:ext uri="{FF2B5EF4-FFF2-40B4-BE49-F238E27FC236}">
                            <a16:creationId xmlns:a16="http://schemas.microsoft.com/office/drawing/2014/main" id="{946833DF-EDBB-532A-AC0B-F9D062AACF6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626" name="Arc 16625">
                        <a:extLst>
                          <a:ext uri="{FF2B5EF4-FFF2-40B4-BE49-F238E27FC236}">
                            <a16:creationId xmlns:a16="http://schemas.microsoft.com/office/drawing/2014/main" id="{E4C42722-075F-C6EC-80D5-2AE1C8EFD50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621" name="Group 16620">
                      <a:extLst>
                        <a:ext uri="{FF2B5EF4-FFF2-40B4-BE49-F238E27FC236}">
                          <a16:creationId xmlns:a16="http://schemas.microsoft.com/office/drawing/2014/main" id="{E41931DE-EE20-3601-FEDA-474F6F040165}"/>
                        </a:ext>
                      </a:extLst>
                    </p:cNvPr>
                    <p:cNvGrpSpPr/>
                    <p:nvPr/>
                  </p:nvGrpSpPr>
                  <p:grpSpPr>
                    <a:xfrm rot="7200000">
                      <a:off x="5265196" y="3932619"/>
                      <a:ext cx="393192" cy="393192"/>
                      <a:chOff x="5354637" y="3446463"/>
                      <a:chExt cx="214313" cy="214313"/>
                    </a:xfrm>
                  </p:grpSpPr>
                  <p:sp>
                    <p:nvSpPr>
                      <p:cNvPr id="16623" name="Arc 16622">
                        <a:extLst>
                          <a:ext uri="{FF2B5EF4-FFF2-40B4-BE49-F238E27FC236}">
                            <a16:creationId xmlns:a16="http://schemas.microsoft.com/office/drawing/2014/main" id="{34DEB9FC-802F-ED65-148F-2992918851E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624" name="Arc 16623">
                        <a:extLst>
                          <a:ext uri="{FF2B5EF4-FFF2-40B4-BE49-F238E27FC236}">
                            <a16:creationId xmlns:a16="http://schemas.microsoft.com/office/drawing/2014/main" id="{3D5C6EB5-C788-C8C0-581C-8D98639F749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622" name="TextBox 16621">
                      <a:extLst>
                        <a:ext uri="{FF2B5EF4-FFF2-40B4-BE49-F238E27FC236}">
                          <a16:creationId xmlns:a16="http://schemas.microsoft.com/office/drawing/2014/main" id="{CC9D7895-7AD9-958C-F21C-F9B30B2A048B}"/>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6596" name="Group 16595">
                    <a:extLst>
                      <a:ext uri="{FF2B5EF4-FFF2-40B4-BE49-F238E27FC236}">
                        <a16:creationId xmlns:a16="http://schemas.microsoft.com/office/drawing/2014/main" id="{7BD9B79A-555D-5BC3-5CA1-6A0F29842C0B}"/>
                      </a:ext>
                    </a:extLst>
                  </p:cNvPr>
                  <p:cNvGrpSpPr/>
                  <p:nvPr/>
                </p:nvGrpSpPr>
                <p:grpSpPr>
                  <a:xfrm>
                    <a:off x="6512463" y="3525040"/>
                    <a:ext cx="393192" cy="393192"/>
                    <a:chOff x="6389147" y="3357021"/>
                    <a:chExt cx="393192" cy="393192"/>
                  </a:xfrm>
                </p:grpSpPr>
                <p:grpSp>
                  <p:nvGrpSpPr>
                    <p:cNvPr id="16608" name="Group 16607">
                      <a:extLst>
                        <a:ext uri="{FF2B5EF4-FFF2-40B4-BE49-F238E27FC236}">
                          <a16:creationId xmlns:a16="http://schemas.microsoft.com/office/drawing/2014/main" id="{1ED14E83-FBD5-8913-86CD-CC43E9D1F699}"/>
                        </a:ext>
                      </a:extLst>
                    </p:cNvPr>
                    <p:cNvGrpSpPr/>
                    <p:nvPr/>
                  </p:nvGrpSpPr>
                  <p:grpSpPr>
                    <a:xfrm rot="7200000" flipH="1">
                      <a:off x="6389147" y="3357021"/>
                      <a:ext cx="393192" cy="393192"/>
                      <a:chOff x="5354637" y="3446463"/>
                      <a:chExt cx="214313" cy="214313"/>
                    </a:xfrm>
                  </p:grpSpPr>
                  <p:sp>
                    <p:nvSpPr>
                      <p:cNvPr id="16617" name="Arc 16616">
                        <a:extLst>
                          <a:ext uri="{FF2B5EF4-FFF2-40B4-BE49-F238E27FC236}">
                            <a16:creationId xmlns:a16="http://schemas.microsoft.com/office/drawing/2014/main" id="{CE0D8AD9-26F1-6A0E-3D41-A8D81675A22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618" name="Arc 16617">
                        <a:extLst>
                          <a:ext uri="{FF2B5EF4-FFF2-40B4-BE49-F238E27FC236}">
                            <a16:creationId xmlns:a16="http://schemas.microsoft.com/office/drawing/2014/main" id="{41C7861F-6382-5B37-351A-C07466149A9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609" name="Group 16608">
                      <a:extLst>
                        <a:ext uri="{FF2B5EF4-FFF2-40B4-BE49-F238E27FC236}">
                          <a16:creationId xmlns:a16="http://schemas.microsoft.com/office/drawing/2014/main" id="{6FDFA7C5-4118-7B2B-D177-6F20AFD06636}"/>
                        </a:ext>
                      </a:extLst>
                    </p:cNvPr>
                    <p:cNvGrpSpPr/>
                    <p:nvPr/>
                  </p:nvGrpSpPr>
                  <p:grpSpPr>
                    <a:xfrm>
                      <a:off x="6434137" y="3402011"/>
                      <a:ext cx="303213" cy="303213"/>
                      <a:chOff x="6434137" y="3402011"/>
                      <a:chExt cx="303213" cy="303213"/>
                    </a:xfrm>
                  </p:grpSpPr>
                  <p:grpSp>
                    <p:nvGrpSpPr>
                      <p:cNvPr id="16610" name="Group 16609">
                        <a:extLst>
                          <a:ext uri="{FF2B5EF4-FFF2-40B4-BE49-F238E27FC236}">
                            <a16:creationId xmlns:a16="http://schemas.microsoft.com/office/drawing/2014/main" id="{32D7F041-708E-3C09-2EEF-D10C9DA18E6F}"/>
                          </a:ext>
                        </a:extLst>
                      </p:cNvPr>
                      <p:cNvGrpSpPr/>
                      <p:nvPr/>
                    </p:nvGrpSpPr>
                    <p:grpSpPr>
                      <a:xfrm flipH="1">
                        <a:off x="6478587" y="3446461"/>
                        <a:ext cx="214313" cy="214313"/>
                        <a:chOff x="5354637" y="3446463"/>
                        <a:chExt cx="214313" cy="214313"/>
                      </a:xfrm>
                    </p:grpSpPr>
                    <p:sp>
                      <p:nvSpPr>
                        <p:cNvPr id="16615" name="Arc 16614">
                          <a:extLst>
                            <a:ext uri="{FF2B5EF4-FFF2-40B4-BE49-F238E27FC236}">
                              <a16:creationId xmlns:a16="http://schemas.microsoft.com/office/drawing/2014/main" id="{56653B84-8959-5BA5-0246-61A8CFF25E3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616" name="Arc 16615">
                          <a:extLst>
                            <a:ext uri="{FF2B5EF4-FFF2-40B4-BE49-F238E27FC236}">
                              <a16:creationId xmlns:a16="http://schemas.microsoft.com/office/drawing/2014/main" id="{C2C97A1E-880E-811B-49B6-7E2AA86A339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611" name="Group 16610">
                        <a:extLst>
                          <a:ext uri="{FF2B5EF4-FFF2-40B4-BE49-F238E27FC236}">
                            <a16:creationId xmlns:a16="http://schemas.microsoft.com/office/drawing/2014/main" id="{CE2FA42F-3C00-1A15-E54D-FAE1ECA973F3}"/>
                          </a:ext>
                        </a:extLst>
                      </p:cNvPr>
                      <p:cNvGrpSpPr/>
                      <p:nvPr/>
                    </p:nvGrpSpPr>
                    <p:grpSpPr>
                      <a:xfrm rot="14400000" flipH="1">
                        <a:off x="6434137" y="3402011"/>
                        <a:ext cx="303213" cy="303213"/>
                        <a:chOff x="5354637" y="3446463"/>
                        <a:chExt cx="214313" cy="214313"/>
                      </a:xfrm>
                    </p:grpSpPr>
                    <p:sp>
                      <p:nvSpPr>
                        <p:cNvPr id="16613" name="Arc 16612">
                          <a:extLst>
                            <a:ext uri="{FF2B5EF4-FFF2-40B4-BE49-F238E27FC236}">
                              <a16:creationId xmlns:a16="http://schemas.microsoft.com/office/drawing/2014/main" id="{31A27E37-FA91-F868-78BD-2825080C56A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614" name="Arc 16613">
                          <a:extLst>
                            <a:ext uri="{FF2B5EF4-FFF2-40B4-BE49-F238E27FC236}">
                              <a16:creationId xmlns:a16="http://schemas.microsoft.com/office/drawing/2014/main" id="{9EAB2DC7-1762-2306-A295-0300A53FF04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612" name="TextBox 16611">
                        <a:extLst>
                          <a:ext uri="{FF2B5EF4-FFF2-40B4-BE49-F238E27FC236}">
                            <a16:creationId xmlns:a16="http://schemas.microsoft.com/office/drawing/2014/main" id="{651062DC-E5F5-5701-468A-89375A71ADCE}"/>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597" name="Group 16596">
                    <a:extLst>
                      <a:ext uri="{FF2B5EF4-FFF2-40B4-BE49-F238E27FC236}">
                        <a16:creationId xmlns:a16="http://schemas.microsoft.com/office/drawing/2014/main" id="{40E464DD-9045-FC7F-E5E2-7739479F5789}"/>
                      </a:ext>
                    </a:extLst>
                  </p:cNvPr>
                  <p:cNvGrpSpPr/>
                  <p:nvPr/>
                </p:nvGrpSpPr>
                <p:grpSpPr>
                  <a:xfrm>
                    <a:off x="6197413" y="3225768"/>
                    <a:ext cx="393192" cy="393192"/>
                    <a:chOff x="6389147" y="3932622"/>
                    <a:chExt cx="393192" cy="393192"/>
                  </a:xfrm>
                </p:grpSpPr>
                <p:grpSp>
                  <p:nvGrpSpPr>
                    <p:cNvPr id="16598" name="Group 16597">
                      <a:extLst>
                        <a:ext uri="{FF2B5EF4-FFF2-40B4-BE49-F238E27FC236}">
                          <a16:creationId xmlns:a16="http://schemas.microsoft.com/office/drawing/2014/main" id="{CE33A955-A744-7F66-C38F-A531BC14E196}"/>
                        </a:ext>
                      </a:extLst>
                    </p:cNvPr>
                    <p:cNvGrpSpPr/>
                    <p:nvPr/>
                  </p:nvGrpSpPr>
                  <p:grpSpPr>
                    <a:xfrm flipH="1">
                      <a:off x="6478587" y="4022061"/>
                      <a:ext cx="214313" cy="214313"/>
                      <a:chOff x="5354637" y="3446463"/>
                      <a:chExt cx="214313" cy="214313"/>
                    </a:xfrm>
                  </p:grpSpPr>
                  <p:sp>
                    <p:nvSpPr>
                      <p:cNvPr id="16606" name="Arc 16605">
                        <a:extLst>
                          <a:ext uri="{FF2B5EF4-FFF2-40B4-BE49-F238E27FC236}">
                            <a16:creationId xmlns:a16="http://schemas.microsoft.com/office/drawing/2014/main" id="{FDA861FB-31A6-A59F-6AE4-5C40A18B63A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607" name="Arc 16606">
                        <a:extLst>
                          <a:ext uri="{FF2B5EF4-FFF2-40B4-BE49-F238E27FC236}">
                            <a16:creationId xmlns:a16="http://schemas.microsoft.com/office/drawing/2014/main" id="{91E74D1A-3D8E-83D2-7A30-401B4264DF2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599" name="Group 16598">
                      <a:extLst>
                        <a:ext uri="{FF2B5EF4-FFF2-40B4-BE49-F238E27FC236}">
                          <a16:creationId xmlns:a16="http://schemas.microsoft.com/office/drawing/2014/main" id="{2EFF16D7-270E-DDFB-9335-78FA15F6240C}"/>
                        </a:ext>
                      </a:extLst>
                    </p:cNvPr>
                    <p:cNvGrpSpPr/>
                    <p:nvPr/>
                  </p:nvGrpSpPr>
                  <p:grpSpPr>
                    <a:xfrm rot="7200000" flipH="1">
                      <a:off x="6434137" y="3977611"/>
                      <a:ext cx="303213" cy="303213"/>
                      <a:chOff x="5354637" y="3446463"/>
                      <a:chExt cx="214313" cy="214313"/>
                    </a:xfrm>
                  </p:grpSpPr>
                  <p:sp>
                    <p:nvSpPr>
                      <p:cNvPr id="16604" name="Arc 16603">
                        <a:extLst>
                          <a:ext uri="{FF2B5EF4-FFF2-40B4-BE49-F238E27FC236}">
                            <a16:creationId xmlns:a16="http://schemas.microsoft.com/office/drawing/2014/main" id="{660C6D7D-DA22-69BF-EB2D-715C281654F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605" name="Arc 16604">
                        <a:extLst>
                          <a:ext uri="{FF2B5EF4-FFF2-40B4-BE49-F238E27FC236}">
                            <a16:creationId xmlns:a16="http://schemas.microsoft.com/office/drawing/2014/main" id="{170615B8-9DAA-E2A5-71DD-D27AC3B490B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600" name="Group 16599">
                      <a:extLst>
                        <a:ext uri="{FF2B5EF4-FFF2-40B4-BE49-F238E27FC236}">
                          <a16:creationId xmlns:a16="http://schemas.microsoft.com/office/drawing/2014/main" id="{23A54D66-02C2-4CF8-3B85-60C73EA96763}"/>
                        </a:ext>
                      </a:extLst>
                    </p:cNvPr>
                    <p:cNvGrpSpPr/>
                    <p:nvPr/>
                  </p:nvGrpSpPr>
                  <p:grpSpPr>
                    <a:xfrm rot="14400000" flipH="1">
                      <a:off x="6389147" y="3932622"/>
                      <a:ext cx="393192" cy="393192"/>
                      <a:chOff x="5354637" y="3446463"/>
                      <a:chExt cx="214313" cy="214313"/>
                    </a:xfrm>
                  </p:grpSpPr>
                  <p:sp>
                    <p:nvSpPr>
                      <p:cNvPr id="16602" name="Arc 16601">
                        <a:extLst>
                          <a:ext uri="{FF2B5EF4-FFF2-40B4-BE49-F238E27FC236}">
                            <a16:creationId xmlns:a16="http://schemas.microsoft.com/office/drawing/2014/main" id="{44C28589-13BB-3138-7F8B-20E6E8742BA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603" name="Arc 16602">
                        <a:extLst>
                          <a:ext uri="{FF2B5EF4-FFF2-40B4-BE49-F238E27FC236}">
                            <a16:creationId xmlns:a16="http://schemas.microsoft.com/office/drawing/2014/main" id="{935C07F5-E4F7-F3D9-9D89-1319A838CDD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601" name="TextBox 16600">
                      <a:extLst>
                        <a:ext uri="{FF2B5EF4-FFF2-40B4-BE49-F238E27FC236}">
                          <a16:creationId xmlns:a16="http://schemas.microsoft.com/office/drawing/2014/main" id="{D9B9D215-FCF2-ED71-220E-5B64587DD9B9}"/>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547" name="Group 16546">
                  <a:extLst>
                    <a:ext uri="{FF2B5EF4-FFF2-40B4-BE49-F238E27FC236}">
                      <a16:creationId xmlns:a16="http://schemas.microsoft.com/office/drawing/2014/main" id="{0CCF5A25-CD15-8724-8695-2C995DE69980}"/>
                    </a:ext>
                  </a:extLst>
                </p:cNvPr>
                <p:cNvGrpSpPr/>
                <p:nvPr/>
              </p:nvGrpSpPr>
              <p:grpSpPr>
                <a:xfrm>
                  <a:off x="6069086" y="3246228"/>
                  <a:ext cx="1019224" cy="991639"/>
                  <a:chOff x="5886431" y="3225768"/>
                  <a:chExt cx="1019224" cy="991639"/>
                </a:xfrm>
              </p:grpSpPr>
              <p:grpSp>
                <p:nvGrpSpPr>
                  <p:cNvPr id="16548" name="Group 16547">
                    <a:extLst>
                      <a:ext uri="{FF2B5EF4-FFF2-40B4-BE49-F238E27FC236}">
                        <a16:creationId xmlns:a16="http://schemas.microsoft.com/office/drawing/2014/main" id="{666769A7-D6C1-F4FB-7389-25C76E6948EA}"/>
                      </a:ext>
                    </a:extLst>
                  </p:cNvPr>
                  <p:cNvGrpSpPr/>
                  <p:nvPr/>
                </p:nvGrpSpPr>
                <p:grpSpPr>
                  <a:xfrm>
                    <a:off x="6197413" y="3824215"/>
                    <a:ext cx="393192" cy="393192"/>
                    <a:chOff x="5265196" y="3357021"/>
                    <a:chExt cx="393192" cy="393192"/>
                  </a:xfrm>
                </p:grpSpPr>
                <p:grpSp>
                  <p:nvGrpSpPr>
                    <p:cNvPr id="16583" name="Group 16582">
                      <a:extLst>
                        <a:ext uri="{FF2B5EF4-FFF2-40B4-BE49-F238E27FC236}">
                          <a16:creationId xmlns:a16="http://schemas.microsoft.com/office/drawing/2014/main" id="{4722A152-896F-D7D5-458F-7BB9508B78CC}"/>
                        </a:ext>
                      </a:extLst>
                    </p:cNvPr>
                    <p:cNvGrpSpPr/>
                    <p:nvPr/>
                  </p:nvGrpSpPr>
                  <p:grpSpPr>
                    <a:xfrm rot="14400000">
                      <a:off x="5265196" y="3357021"/>
                      <a:ext cx="393192" cy="393192"/>
                      <a:chOff x="5354637" y="3446463"/>
                      <a:chExt cx="214313" cy="214313"/>
                    </a:xfrm>
                  </p:grpSpPr>
                  <p:sp>
                    <p:nvSpPr>
                      <p:cNvPr id="16592" name="Arc 16591">
                        <a:extLst>
                          <a:ext uri="{FF2B5EF4-FFF2-40B4-BE49-F238E27FC236}">
                            <a16:creationId xmlns:a16="http://schemas.microsoft.com/office/drawing/2014/main" id="{F1E1AF98-DEAE-AA52-C837-E635069D569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593" name="Arc 16592">
                        <a:extLst>
                          <a:ext uri="{FF2B5EF4-FFF2-40B4-BE49-F238E27FC236}">
                            <a16:creationId xmlns:a16="http://schemas.microsoft.com/office/drawing/2014/main" id="{B025D81E-F0C1-A74B-47F5-A468048B1BC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584" name="Group 16583">
                      <a:extLst>
                        <a:ext uri="{FF2B5EF4-FFF2-40B4-BE49-F238E27FC236}">
                          <a16:creationId xmlns:a16="http://schemas.microsoft.com/office/drawing/2014/main" id="{7A071FBF-832C-BFC0-8A9E-3B1D6E2085E1}"/>
                        </a:ext>
                      </a:extLst>
                    </p:cNvPr>
                    <p:cNvGrpSpPr/>
                    <p:nvPr/>
                  </p:nvGrpSpPr>
                  <p:grpSpPr>
                    <a:xfrm>
                      <a:off x="5310186" y="3402011"/>
                      <a:ext cx="303213" cy="303213"/>
                      <a:chOff x="5310186" y="3402011"/>
                      <a:chExt cx="303213" cy="303213"/>
                    </a:xfrm>
                  </p:grpSpPr>
                  <p:grpSp>
                    <p:nvGrpSpPr>
                      <p:cNvPr id="16585" name="Group 16584">
                        <a:extLst>
                          <a:ext uri="{FF2B5EF4-FFF2-40B4-BE49-F238E27FC236}">
                            <a16:creationId xmlns:a16="http://schemas.microsoft.com/office/drawing/2014/main" id="{640717F9-5BCD-3FD1-0A30-2F6669A3DE3C}"/>
                          </a:ext>
                        </a:extLst>
                      </p:cNvPr>
                      <p:cNvGrpSpPr/>
                      <p:nvPr/>
                    </p:nvGrpSpPr>
                    <p:grpSpPr>
                      <a:xfrm>
                        <a:off x="5354636" y="3446461"/>
                        <a:ext cx="214313" cy="214313"/>
                        <a:chOff x="5354637" y="3446463"/>
                        <a:chExt cx="214313" cy="214313"/>
                      </a:xfrm>
                    </p:grpSpPr>
                    <p:sp>
                      <p:nvSpPr>
                        <p:cNvPr id="16590" name="Arc 16589">
                          <a:extLst>
                            <a:ext uri="{FF2B5EF4-FFF2-40B4-BE49-F238E27FC236}">
                              <a16:creationId xmlns:a16="http://schemas.microsoft.com/office/drawing/2014/main" id="{FCA649BB-1091-A55D-B838-CF942A2C484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591" name="Arc 16590">
                          <a:extLst>
                            <a:ext uri="{FF2B5EF4-FFF2-40B4-BE49-F238E27FC236}">
                              <a16:creationId xmlns:a16="http://schemas.microsoft.com/office/drawing/2014/main" id="{7FBF7170-F019-8D6C-0D35-084435A9023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586" name="Group 16585">
                        <a:extLst>
                          <a:ext uri="{FF2B5EF4-FFF2-40B4-BE49-F238E27FC236}">
                            <a16:creationId xmlns:a16="http://schemas.microsoft.com/office/drawing/2014/main" id="{7E311EE8-876A-4E4F-BA26-C246D5B7C893}"/>
                          </a:ext>
                        </a:extLst>
                      </p:cNvPr>
                      <p:cNvGrpSpPr/>
                      <p:nvPr/>
                    </p:nvGrpSpPr>
                    <p:grpSpPr>
                      <a:xfrm rot="7200000">
                        <a:off x="5310186" y="3402011"/>
                        <a:ext cx="303213" cy="303213"/>
                        <a:chOff x="5354637" y="3446463"/>
                        <a:chExt cx="214313" cy="214313"/>
                      </a:xfrm>
                    </p:grpSpPr>
                    <p:sp>
                      <p:nvSpPr>
                        <p:cNvPr id="16588" name="Arc 16587">
                          <a:extLst>
                            <a:ext uri="{FF2B5EF4-FFF2-40B4-BE49-F238E27FC236}">
                              <a16:creationId xmlns:a16="http://schemas.microsoft.com/office/drawing/2014/main" id="{4403033D-F994-A85B-DE90-323C409F7E4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589" name="Arc 16588">
                          <a:extLst>
                            <a:ext uri="{FF2B5EF4-FFF2-40B4-BE49-F238E27FC236}">
                              <a16:creationId xmlns:a16="http://schemas.microsoft.com/office/drawing/2014/main" id="{3F1A1FB2-22D5-E191-8FD5-26A54C6C400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587" name="TextBox 16586">
                        <a:extLst>
                          <a:ext uri="{FF2B5EF4-FFF2-40B4-BE49-F238E27FC236}">
                            <a16:creationId xmlns:a16="http://schemas.microsoft.com/office/drawing/2014/main" id="{48AC4C58-1266-F683-3012-FA03754E7D4E}"/>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549" name="Group 16548">
                    <a:extLst>
                      <a:ext uri="{FF2B5EF4-FFF2-40B4-BE49-F238E27FC236}">
                        <a16:creationId xmlns:a16="http://schemas.microsoft.com/office/drawing/2014/main" id="{A1B3FDAE-10C6-BF4D-1A02-36F43385FD79}"/>
                      </a:ext>
                    </a:extLst>
                  </p:cNvPr>
                  <p:cNvGrpSpPr/>
                  <p:nvPr/>
                </p:nvGrpSpPr>
                <p:grpSpPr>
                  <a:xfrm>
                    <a:off x="5886431" y="3525040"/>
                    <a:ext cx="393192" cy="393192"/>
                    <a:chOff x="5265196" y="3932619"/>
                    <a:chExt cx="393192" cy="393192"/>
                  </a:xfrm>
                </p:grpSpPr>
                <p:grpSp>
                  <p:nvGrpSpPr>
                    <p:cNvPr id="16573" name="Group 16572">
                      <a:extLst>
                        <a:ext uri="{FF2B5EF4-FFF2-40B4-BE49-F238E27FC236}">
                          <a16:creationId xmlns:a16="http://schemas.microsoft.com/office/drawing/2014/main" id="{9D63E8D7-FAEC-8A67-D830-02AA43149A81}"/>
                        </a:ext>
                      </a:extLst>
                    </p:cNvPr>
                    <p:cNvGrpSpPr/>
                    <p:nvPr/>
                  </p:nvGrpSpPr>
                  <p:grpSpPr>
                    <a:xfrm>
                      <a:off x="5354636" y="4022061"/>
                      <a:ext cx="214313" cy="214313"/>
                      <a:chOff x="5354637" y="3446463"/>
                      <a:chExt cx="214313" cy="214313"/>
                    </a:xfrm>
                  </p:grpSpPr>
                  <p:sp>
                    <p:nvSpPr>
                      <p:cNvPr id="16581" name="Arc 16580">
                        <a:extLst>
                          <a:ext uri="{FF2B5EF4-FFF2-40B4-BE49-F238E27FC236}">
                            <a16:creationId xmlns:a16="http://schemas.microsoft.com/office/drawing/2014/main" id="{CDE6C1B8-F257-16F2-82F6-95724276683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582" name="Arc 16581">
                        <a:extLst>
                          <a:ext uri="{FF2B5EF4-FFF2-40B4-BE49-F238E27FC236}">
                            <a16:creationId xmlns:a16="http://schemas.microsoft.com/office/drawing/2014/main" id="{6771C4D8-47B3-3993-9485-AA5B4FAC806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574" name="Group 16573">
                      <a:extLst>
                        <a:ext uri="{FF2B5EF4-FFF2-40B4-BE49-F238E27FC236}">
                          <a16:creationId xmlns:a16="http://schemas.microsoft.com/office/drawing/2014/main" id="{45D45DE3-147E-CC1F-7910-6977BB642555}"/>
                        </a:ext>
                      </a:extLst>
                    </p:cNvPr>
                    <p:cNvGrpSpPr/>
                    <p:nvPr/>
                  </p:nvGrpSpPr>
                  <p:grpSpPr>
                    <a:xfrm rot="14400000">
                      <a:off x="5310186" y="3977611"/>
                      <a:ext cx="303213" cy="303213"/>
                      <a:chOff x="5354637" y="3446463"/>
                      <a:chExt cx="214313" cy="214313"/>
                    </a:xfrm>
                  </p:grpSpPr>
                  <p:sp>
                    <p:nvSpPr>
                      <p:cNvPr id="16579" name="Arc 16578">
                        <a:extLst>
                          <a:ext uri="{FF2B5EF4-FFF2-40B4-BE49-F238E27FC236}">
                            <a16:creationId xmlns:a16="http://schemas.microsoft.com/office/drawing/2014/main" id="{8926CF2B-F89E-0E6C-9DCE-BF958F9D5B6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580" name="Arc 16579">
                        <a:extLst>
                          <a:ext uri="{FF2B5EF4-FFF2-40B4-BE49-F238E27FC236}">
                            <a16:creationId xmlns:a16="http://schemas.microsoft.com/office/drawing/2014/main" id="{54B9B512-F4D9-014D-35F1-7A5E9E9281D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575" name="Group 16574">
                      <a:extLst>
                        <a:ext uri="{FF2B5EF4-FFF2-40B4-BE49-F238E27FC236}">
                          <a16:creationId xmlns:a16="http://schemas.microsoft.com/office/drawing/2014/main" id="{70424470-5675-D668-49FC-B2623C44B0F4}"/>
                        </a:ext>
                      </a:extLst>
                    </p:cNvPr>
                    <p:cNvGrpSpPr/>
                    <p:nvPr/>
                  </p:nvGrpSpPr>
                  <p:grpSpPr>
                    <a:xfrm rot="7200000">
                      <a:off x="5265196" y="3932619"/>
                      <a:ext cx="393192" cy="393192"/>
                      <a:chOff x="5354637" y="3446463"/>
                      <a:chExt cx="214313" cy="214313"/>
                    </a:xfrm>
                  </p:grpSpPr>
                  <p:sp>
                    <p:nvSpPr>
                      <p:cNvPr id="16577" name="Arc 16576">
                        <a:extLst>
                          <a:ext uri="{FF2B5EF4-FFF2-40B4-BE49-F238E27FC236}">
                            <a16:creationId xmlns:a16="http://schemas.microsoft.com/office/drawing/2014/main" id="{091DCE1E-FDB8-A6E2-0696-71D7F28724A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578" name="Arc 16577">
                        <a:extLst>
                          <a:ext uri="{FF2B5EF4-FFF2-40B4-BE49-F238E27FC236}">
                            <a16:creationId xmlns:a16="http://schemas.microsoft.com/office/drawing/2014/main" id="{C134247F-307C-9C3E-DECE-9F5CD3724B7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576" name="TextBox 16575">
                      <a:extLst>
                        <a:ext uri="{FF2B5EF4-FFF2-40B4-BE49-F238E27FC236}">
                          <a16:creationId xmlns:a16="http://schemas.microsoft.com/office/drawing/2014/main" id="{1A245E4F-EA1C-EDCF-3A70-230AD27F0B11}"/>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6550" name="Group 16549">
                    <a:extLst>
                      <a:ext uri="{FF2B5EF4-FFF2-40B4-BE49-F238E27FC236}">
                        <a16:creationId xmlns:a16="http://schemas.microsoft.com/office/drawing/2014/main" id="{7E4D2A42-EB51-663C-0980-1EBA58D288A2}"/>
                      </a:ext>
                    </a:extLst>
                  </p:cNvPr>
                  <p:cNvGrpSpPr/>
                  <p:nvPr/>
                </p:nvGrpSpPr>
                <p:grpSpPr>
                  <a:xfrm>
                    <a:off x="6512463" y="3525040"/>
                    <a:ext cx="393192" cy="393192"/>
                    <a:chOff x="6389147" y="3357021"/>
                    <a:chExt cx="393192" cy="393192"/>
                  </a:xfrm>
                </p:grpSpPr>
                <p:grpSp>
                  <p:nvGrpSpPr>
                    <p:cNvPr id="16562" name="Group 16561">
                      <a:extLst>
                        <a:ext uri="{FF2B5EF4-FFF2-40B4-BE49-F238E27FC236}">
                          <a16:creationId xmlns:a16="http://schemas.microsoft.com/office/drawing/2014/main" id="{69786BF7-9F6B-4DB2-3CB2-1D65ABF8BF27}"/>
                        </a:ext>
                      </a:extLst>
                    </p:cNvPr>
                    <p:cNvGrpSpPr/>
                    <p:nvPr/>
                  </p:nvGrpSpPr>
                  <p:grpSpPr>
                    <a:xfrm rot="7200000" flipH="1">
                      <a:off x="6389147" y="3357021"/>
                      <a:ext cx="393192" cy="393192"/>
                      <a:chOff x="5354637" y="3446463"/>
                      <a:chExt cx="214313" cy="214313"/>
                    </a:xfrm>
                  </p:grpSpPr>
                  <p:sp>
                    <p:nvSpPr>
                      <p:cNvPr id="16571" name="Arc 16570">
                        <a:extLst>
                          <a:ext uri="{FF2B5EF4-FFF2-40B4-BE49-F238E27FC236}">
                            <a16:creationId xmlns:a16="http://schemas.microsoft.com/office/drawing/2014/main" id="{2E7BE79F-F850-CDA2-2102-089650E0EE0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572" name="Arc 16571">
                        <a:extLst>
                          <a:ext uri="{FF2B5EF4-FFF2-40B4-BE49-F238E27FC236}">
                            <a16:creationId xmlns:a16="http://schemas.microsoft.com/office/drawing/2014/main" id="{8574601C-B03A-673A-379D-DE0EA470947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563" name="Group 16562">
                      <a:extLst>
                        <a:ext uri="{FF2B5EF4-FFF2-40B4-BE49-F238E27FC236}">
                          <a16:creationId xmlns:a16="http://schemas.microsoft.com/office/drawing/2014/main" id="{BC8BBAD8-6C17-037B-F4BE-2BBC0ED832BF}"/>
                        </a:ext>
                      </a:extLst>
                    </p:cNvPr>
                    <p:cNvGrpSpPr/>
                    <p:nvPr/>
                  </p:nvGrpSpPr>
                  <p:grpSpPr>
                    <a:xfrm>
                      <a:off x="6434137" y="3402011"/>
                      <a:ext cx="303213" cy="303213"/>
                      <a:chOff x="6434137" y="3402011"/>
                      <a:chExt cx="303213" cy="303213"/>
                    </a:xfrm>
                  </p:grpSpPr>
                  <p:grpSp>
                    <p:nvGrpSpPr>
                      <p:cNvPr id="16564" name="Group 16563">
                        <a:extLst>
                          <a:ext uri="{FF2B5EF4-FFF2-40B4-BE49-F238E27FC236}">
                            <a16:creationId xmlns:a16="http://schemas.microsoft.com/office/drawing/2014/main" id="{FC4A2C9F-0C47-EDBC-37B9-2922E5C5E067}"/>
                          </a:ext>
                        </a:extLst>
                      </p:cNvPr>
                      <p:cNvGrpSpPr/>
                      <p:nvPr/>
                    </p:nvGrpSpPr>
                    <p:grpSpPr>
                      <a:xfrm flipH="1">
                        <a:off x="6478587" y="3446461"/>
                        <a:ext cx="214313" cy="214313"/>
                        <a:chOff x="5354637" y="3446463"/>
                        <a:chExt cx="214313" cy="214313"/>
                      </a:xfrm>
                    </p:grpSpPr>
                    <p:sp>
                      <p:nvSpPr>
                        <p:cNvPr id="16569" name="Arc 16568">
                          <a:extLst>
                            <a:ext uri="{FF2B5EF4-FFF2-40B4-BE49-F238E27FC236}">
                              <a16:creationId xmlns:a16="http://schemas.microsoft.com/office/drawing/2014/main" id="{8823B5E4-3405-FB8C-7070-92447BD69DC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570" name="Arc 16569">
                          <a:extLst>
                            <a:ext uri="{FF2B5EF4-FFF2-40B4-BE49-F238E27FC236}">
                              <a16:creationId xmlns:a16="http://schemas.microsoft.com/office/drawing/2014/main" id="{1B825390-75F5-45A1-9919-8C88A20349F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565" name="Group 16564">
                        <a:extLst>
                          <a:ext uri="{FF2B5EF4-FFF2-40B4-BE49-F238E27FC236}">
                            <a16:creationId xmlns:a16="http://schemas.microsoft.com/office/drawing/2014/main" id="{6B37EB30-E5FB-D6CB-A44D-DBE0F76E812F}"/>
                          </a:ext>
                        </a:extLst>
                      </p:cNvPr>
                      <p:cNvGrpSpPr/>
                      <p:nvPr/>
                    </p:nvGrpSpPr>
                    <p:grpSpPr>
                      <a:xfrm rot="14400000" flipH="1">
                        <a:off x="6434137" y="3402011"/>
                        <a:ext cx="303213" cy="303213"/>
                        <a:chOff x="5354637" y="3446463"/>
                        <a:chExt cx="214313" cy="214313"/>
                      </a:xfrm>
                    </p:grpSpPr>
                    <p:sp>
                      <p:nvSpPr>
                        <p:cNvPr id="16567" name="Arc 16566">
                          <a:extLst>
                            <a:ext uri="{FF2B5EF4-FFF2-40B4-BE49-F238E27FC236}">
                              <a16:creationId xmlns:a16="http://schemas.microsoft.com/office/drawing/2014/main" id="{ACA861DD-528C-FD26-6CD4-ADDF7405473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568" name="Arc 16567">
                          <a:extLst>
                            <a:ext uri="{FF2B5EF4-FFF2-40B4-BE49-F238E27FC236}">
                              <a16:creationId xmlns:a16="http://schemas.microsoft.com/office/drawing/2014/main" id="{1DADC40E-40C3-6778-A87E-56D10003B22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566" name="TextBox 16565">
                        <a:extLst>
                          <a:ext uri="{FF2B5EF4-FFF2-40B4-BE49-F238E27FC236}">
                            <a16:creationId xmlns:a16="http://schemas.microsoft.com/office/drawing/2014/main" id="{138BB1DF-353D-B5FF-99CC-DC5D4722C8DD}"/>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551" name="Group 16550">
                    <a:extLst>
                      <a:ext uri="{FF2B5EF4-FFF2-40B4-BE49-F238E27FC236}">
                        <a16:creationId xmlns:a16="http://schemas.microsoft.com/office/drawing/2014/main" id="{BBA5D5F9-7B16-B6D6-6478-0CF6FD60605F}"/>
                      </a:ext>
                    </a:extLst>
                  </p:cNvPr>
                  <p:cNvGrpSpPr/>
                  <p:nvPr/>
                </p:nvGrpSpPr>
                <p:grpSpPr>
                  <a:xfrm>
                    <a:off x="6197413" y="3225768"/>
                    <a:ext cx="393192" cy="393192"/>
                    <a:chOff x="6389147" y="3932622"/>
                    <a:chExt cx="393192" cy="393192"/>
                  </a:xfrm>
                </p:grpSpPr>
                <p:grpSp>
                  <p:nvGrpSpPr>
                    <p:cNvPr id="16552" name="Group 16551">
                      <a:extLst>
                        <a:ext uri="{FF2B5EF4-FFF2-40B4-BE49-F238E27FC236}">
                          <a16:creationId xmlns:a16="http://schemas.microsoft.com/office/drawing/2014/main" id="{949D5E4D-86E8-065D-6026-C709FD6A4A99}"/>
                        </a:ext>
                      </a:extLst>
                    </p:cNvPr>
                    <p:cNvGrpSpPr/>
                    <p:nvPr/>
                  </p:nvGrpSpPr>
                  <p:grpSpPr>
                    <a:xfrm flipH="1">
                      <a:off x="6478587" y="4022061"/>
                      <a:ext cx="214313" cy="214313"/>
                      <a:chOff x="5354637" y="3446463"/>
                      <a:chExt cx="214313" cy="214313"/>
                    </a:xfrm>
                  </p:grpSpPr>
                  <p:sp>
                    <p:nvSpPr>
                      <p:cNvPr id="16560" name="Arc 16559">
                        <a:extLst>
                          <a:ext uri="{FF2B5EF4-FFF2-40B4-BE49-F238E27FC236}">
                            <a16:creationId xmlns:a16="http://schemas.microsoft.com/office/drawing/2014/main" id="{C44A00EC-A560-0461-B265-AB1BB176C7D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561" name="Arc 16560">
                        <a:extLst>
                          <a:ext uri="{FF2B5EF4-FFF2-40B4-BE49-F238E27FC236}">
                            <a16:creationId xmlns:a16="http://schemas.microsoft.com/office/drawing/2014/main" id="{7B09D312-41F3-FCD1-46C8-8771C237054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553" name="Group 16552">
                      <a:extLst>
                        <a:ext uri="{FF2B5EF4-FFF2-40B4-BE49-F238E27FC236}">
                          <a16:creationId xmlns:a16="http://schemas.microsoft.com/office/drawing/2014/main" id="{5459890C-57FC-FCE0-463A-7EDA4D15D53E}"/>
                        </a:ext>
                      </a:extLst>
                    </p:cNvPr>
                    <p:cNvGrpSpPr/>
                    <p:nvPr/>
                  </p:nvGrpSpPr>
                  <p:grpSpPr>
                    <a:xfrm rot="7200000" flipH="1">
                      <a:off x="6434137" y="3977611"/>
                      <a:ext cx="303213" cy="303213"/>
                      <a:chOff x="5354637" y="3446463"/>
                      <a:chExt cx="214313" cy="214313"/>
                    </a:xfrm>
                  </p:grpSpPr>
                  <p:sp>
                    <p:nvSpPr>
                      <p:cNvPr id="16558" name="Arc 16557">
                        <a:extLst>
                          <a:ext uri="{FF2B5EF4-FFF2-40B4-BE49-F238E27FC236}">
                            <a16:creationId xmlns:a16="http://schemas.microsoft.com/office/drawing/2014/main" id="{5216C4F1-8334-5C58-2DF5-561DCA5B549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559" name="Arc 16558">
                        <a:extLst>
                          <a:ext uri="{FF2B5EF4-FFF2-40B4-BE49-F238E27FC236}">
                            <a16:creationId xmlns:a16="http://schemas.microsoft.com/office/drawing/2014/main" id="{AAA8BAFF-03FD-BC7A-7F11-20B9A3D2B5C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554" name="Group 16553">
                      <a:extLst>
                        <a:ext uri="{FF2B5EF4-FFF2-40B4-BE49-F238E27FC236}">
                          <a16:creationId xmlns:a16="http://schemas.microsoft.com/office/drawing/2014/main" id="{09384332-69B9-1DE1-4A37-A2817E2E798A}"/>
                        </a:ext>
                      </a:extLst>
                    </p:cNvPr>
                    <p:cNvGrpSpPr/>
                    <p:nvPr/>
                  </p:nvGrpSpPr>
                  <p:grpSpPr>
                    <a:xfrm rot="14400000" flipH="1">
                      <a:off x="6389147" y="3932622"/>
                      <a:ext cx="393192" cy="393192"/>
                      <a:chOff x="5354637" y="3446463"/>
                      <a:chExt cx="214313" cy="214313"/>
                    </a:xfrm>
                  </p:grpSpPr>
                  <p:sp>
                    <p:nvSpPr>
                      <p:cNvPr id="16556" name="Arc 16555">
                        <a:extLst>
                          <a:ext uri="{FF2B5EF4-FFF2-40B4-BE49-F238E27FC236}">
                            <a16:creationId xmlns:a16="http://schemas.microsoft.com/office/drawing/2014/main" id="{80E2E45C-15EB-51F1-CD50-9CD486508C0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557" name="Arc 16556">
                        <a:extLst>
                          <a:ext uri="{FF2B5EF4-FFF2-40B4-BE49-F238E27FC236}">
                            <a16:creationId xmlns:a16="http://schemas.microsoft.com/office/drawing/2014/main" id="{EB811069-FA1F-539A-C592-F99ECC47543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555" name="TextBox 16554">
                      <a:extLst>
                        <a:ext uri="{FF2B5EF4-FFF2-40B4-BE49-F238E27FC236}">
                          <a16:creationId xmlns:a16="http://schemas.microsoft.com/office/drawing/2014/main" id="{D70B785F-AE4A-D8F6-9C7D-B89A34AC37D7}"/>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6451" name="Group 16450">
                <a:extLst>
                  <a:ext uri="{FF2B5EF4-FFF2-40B4-BE49-F238E27FC236}">
                    <a16:creationId xmlns:a16="http://schemas.microsoft.com/office/drawing/2014/main" id="{DBC20D22-B78A-50C7-38D9-B883877D8B63}"/>
                  </a:ext>
                </a:extLst>
              </p:cNvPr>
              <p:cNvGrpSpPr/>
              <p:nvPr/>
            </p:nvGrpSpPr>
            <p:grpSpPr>
              <a:xfrm>
                <a:off x="6065340" y="2039507"/>
                <a:ext cx="1643204" cy="1593124"/>
                <a:chOff x="5445106" y="2644743"/>
                <a:chExt cx="1643204" cy="1593124"/>
              </a:xfrm>
            </p:grpSpPr>
            <p:grpSp>
              <p:nvGrpSpPr>
                <p:cNvPr id="16452" name="Group 16451">
                  <a:extLst>
                    <a:ext uri="{FF2B5EF4-FFF2-40B4-BE49-F238E27FC236}">
                      <a16:creationId xmlns:a16="http://schemas.microsoft.com/office/drawing/2014/main" id="{55FAD52A-92AD-87B7-AE28-19792D05B91A}"/>
                    </a:ext>
                  </a:extLst>
                </p:cNvPr>
                <p:cNvGrpSpPr/>
                <p:nvPr/>
              </p:nvGrpSpPr>
              <p:grpSpPr>
                <a:xfrm>
                  <a:off x="5445106" y="2644743"/>
                  <a:ext cx="1019224" cy="991639"/>
                  <a:chOff x="5886431" y="3225768"/>
                  <a:chExt cx="1019224" cy="991639"/>
                </a:xfrm>
              </p:grpSpPr>
              <p:grpSp>
                <p:nvGrpSpPr>
                  <p:cNvPr id="16500" name="Group 16499">
                    <a:extLst>
                      <a:ext uri="{FF2B5EF4-FFF2-40B4-BE49-F238E27FC236}">
                        <a16:creationId xmlns:a16="http://schemas.microsoft.com/office/drawing/2014/main" id="{AB50CF8F-E3A8-A987-CADE-B1B6C8F15D89}"/>
                      </a:ext>
                    </a:extLst>
                  </p:cNvPr>
                  <p:cNvGrpSpPr/>
                  <p:nvPr/>
                </p:nvGrpSpPr>
                <p:grpSpPr>
                  <a:xfrm>
                    <a:off x="6197413" y="3824215"/>
                    <a:ext cx="393192" cy="393192"/>
                    <a:chOff x="5265196" y="3357021"/>
                    <a:chExt cx="393192" cy="393192"/>
                  </a:xfrm>
                </p:grpSpPr>
                <p:grpSp>
                  <p:nvGrpSpPr>
                    <p:cNvPr id="16535" name="Group 16534">
                      <a:extLst>
                        <a:ext uri="{FF2B5EF4-FFF2-40B4-BE49-F238E27FC236}">
                          <a16:creationId xmlns:a16="http://schemas.microsoft.com/office/drawing/2014/main" id="{2BE0C8D3-0463-BCA3-A5AB-9C8E7EEBC51D}"/>
                        </a:ext>
                      </a:extLst>
                    </p:cNvPr>
                    <p:cNvGrpSpPr/>
                    <p:nvPr/>
                  </p:nvGrpSpPr>
                  <p:grpSpPr>
                    <a:xfrm rot="14400000">
                      <a:off x="5265196" y="3357021"/>
                      <a:ext cx="393192" cy="393192"/>
                      <a:chOff x="5354637" y="3446463"/>
                      <a:chExt cx="214313" cy="214313"/>
                    </a:xfrm>
                  </p:grpSpPr>
                  <p:sp>
                    <p:nvSpPr>
                      <p:cNvPr id="16544" name="Arc 16543">
                        <a:extLst>
                          <a:ext uri="{FF2B5EF4-FFF2-40B4-BE49-F238E27FC236}">
                            <a16:creationId xmlns:a16="http://schemas.microsoft.com/office/drawing/2014/main" id="{5A9A5455-A45C-BBDD-3477-124D01352B4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545" name="Arc 16544">
                        <a:extLst>
                          <a:ext uri="{FF2B5EF4-FFF2-40B4-BE49-F238E27FC236}">
                            <a16:creationId xmlns:a16="http://schemas.microsoft.com/office/drawing/2014/main" id="{0D435E62-E5DA-5110-E4BC-C8C2C4BB037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536" name="Group 16535">
                      <a:extLst>
                        <a:ext uri="{FF2B5EF4-FFF2-40B4-BE49-F238E27FC236}">
                          <a16:creationId xmlns:a16="http://schemas.microsoft.com/office/drawing/2014/main" id="{9EC98C57-264A-F02B-643F-05B6F770DFCD}"/>
                        </a:ext>
                      </a:extLst>
                    </p:cNvPr>
                    <p:cNvGrpSpPr/>
                    <p:nvPr/>
                  </p:nvGrpSpPr>
                  <p:grpSpPr>
                    <a:xfrm>
                      <a:off x="5310186" y="3402011"/>
                      <a:ext cx="303213" cy="303213"/>
                      <a:chOff x="5310186" y="3402011"/>
                      <a:chExt cx="303213" cy="303213"/>
                    </a:xfrm>
                  </p:grpSpPr>
                  <p:grpSp>
                    <p:nvGrpSpPr>
                      <p:cNvPr id="16537" name="Group 16536">
                        <a:extLst>
                          <a:ext uri="{FF2B5EF4-FFF2-40B4-BE49-F238E27FC236}">
                            <a16:creationId xmlns:a16="http://schemas.microsoft.com/office/drawing/2014/main" id="{EE018539-138E-01AC-ABAC-40629794782E}"/>
                          </a:ext>
                        </a:extLst>
                      </p:cNvPr>
                      <p:cNvGrpSpPr/>
                      <p:nvPr/>
                    </p:nvGrpSpPr>
                    <p:grpSpPr>
                      <a:xfrm>
                        <a:off x="5354636" y="3446461"/>
                        <a:ext cx="214313" cy="214313"/>
                        <a:chOff x="5354637" y="3446463"/>
                        <a:chExt cx="214313" cy="214313"/>
                      </a:xfrm>
                    </p:grpSpPr>
                    <p:sp>
                      <p:nvSpPr>
                        <p:cNvPr id="16542" name="Arc 16541">
                          <a:extLst>
                            <a:ext uri="{FF2B5EF4-FFF2-40B4-BE49-F238E27FC236}">
                              <a16:creationId xmlns:a16="http://schemas.microsoft.com/office/drawing/2014/main" id="{FD29324B-4E69-A9B5-F67D-4EF270262B5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543" name="Arc 16542">
                          <a:extLst>
                            <a:ext uri="{FF2B5EF4-FFF2-40B4-BE49-F238E27FC236}">
                              <a16:creationId xmlns:a16="http://schemas.microsoft.com/office/drawing/2014/main" id="{E5FC2381-9D99-2ECE-63B3-518BFE72CB4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538" name="Group 16537">
                        <a:extLst>
                          <a:ext uri="{FF2B5EF4-FFF2-40B4-BE49-F238E27FC236}">
                            <a16:creationId xmlns:a16="http://schemas.microsoft.com/office/drawing/2014/main" id="{52FB7B83-E09A-7888-D6C6-8289A6C53F58}"/>
                          </a:ext>
                        </a:extLst>
                      </p:cNvPr>
                      <p:cNvGrpSpPr/>
                      <p:nvPr/>
                    </p:nvGrpSpPr>
                    <p:grpSpPr>
                      <a:xfrm rot="7200000">
                        <a:off x="5310186" y="3402011"/>
                        <a:ext cx="303213" cy="303213"/>
                        <a:chOff x="5354637" y="3446463"/>
                        <a:chExt cx="214313" cy="214313"/>
                      </a:xfrm>
                    </p:grpSpPr>
                    <p:sp>
                      <p:nvSpPr>
                        <p:cNvPr id="16540" name="Arc 16539">
                          <a:extLst>
                            <a:ext uri="{FF2B5EF4-FFF2-40B4-BE49-F238E27FC236}">
                              <a16:creationId xmlns:a16="http://schemas.microsoft.com/office/drawing/2014/main" id="{92325DF7-5693-E40E-28B1-3327837EF4B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541" name="Arc 16540">
                          <a:extLst>
                            <a:ext uri="{FF2B5EF4-FFF2-40B4-BE49-F238E27FC236}">
                              <a16:creationId xmlns:a16="http://schemas.microsoft.com/office/drawing/2014/main" id="{8F5EE716-E7F0-7903-9ED9-745C51544CE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539" name="TextBox 16538">
                        <a:extLst>
                          <a:ext uri="{FF2B5EF4-FFF2-40B4-BE49-F238E27FC236}">
                            <a16:creationId xmlns:a16="http://schemas.microsoft.com/office/drawing/2014/main" id="{627410D8-7601-26A9-B01B-AE527F50FC1A}"/>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501" name="Group 16500">
                    <a:extLst>
                      <a:ext uri="{FF2B5EF4-FFF2-40B4-BE49-F238E27FC236}">
                        <a16:creationId xmlns:a16="http://schemas.microsoft.com/office/drawing/2014/main" id="{1F61A10E-6FF6-A559-426E-45C8815F6E14}"/>
                      </a:ext>
                    </a:extLst>
                  </p:cNvPr>
                  <p:cNvGrpSpPr/>
                  <p:nvPr/>
                </p:nvGrpSpPr>
                <p:grpSpPr>
                  <a:xfrm>
                    <a:off x="5886431" y="3525040"/>
                    <a:ext cx="393192" cy="393192"/>
                    <a:chOff x="5265196" y="3932619"/>
                    <a:chExt cx="393192" cy="393192"/>
                  </a:xfrm>
                </p:grpSpPr>
                <p:grpSp>
                  <p:nvGrpSpPr>
                    <p:cNvPr id="16525" name="Group 16524">
                      <a:extLst>
                        <a:ext uri="{FF2B5EF4-FFF2-40B4-BE49-F238E27FC236}">
                          <a16:creationId xmlns:a16="http://schemas.microsoft.com/office/drawing/2014/main" id="{83F9E2F8-20E2-4953-3DB0-86F25BFDE579}"/>
                        </a:ext>
                      </a:extLst>
                    </p:cNvPr>
                    <p:cNvGrpSpPr/>
                    <p:nvPr/>
                  </p:nvGrpSpPr>
                  <p:grpSpPr>
                    <a:xfrm>
                      <a:off x="5354636" y="4022061"/>
                      <a:ext cx="214313" cy="214313"/>
                      <a:chOff x="5354637" y="3446463"/>
                      <a:chExt cx="214313" cy="214313"/>
                    </a:xfrm>
                  </p:grpSpPr>
                  <p:sp>
                    <p:nvSpPr>
                      <p:cNvPr id="16533" name="Arc 16532">
                        <a:extLst>
                          <a:ext uri="{FF2B5EF4-FFF2-40B4-BE49-F238E27FC236}">
                            <a16:creationId xmlns:a16="http://schemas.microsoft.com/office/drawing/2014/main" id="{1F975FD9-CB41-4E76-FF9A-BEE07B7B3B1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534" name="Arc 16533">
                        <a:extLst>
                          <a:ext uri="{FF2B5EF4-FFF2-40B4-BE49-F238E27FC236}">
                            <a16:creationId xmlns:a16="http://schemas.microsoft.com/office/drawing/2014/main" id="{F3F5A24B-89EA-6373-D030-BEFF5C1B6E9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526" name="Group 16525">
                      <a:extLst>
                        <a:ext uri="{FF2B5EF4-FFF2-40B4-BE49-F238E27FC236}">
                          <a16:creationId xmlns:a16="http://schemas.microsoft.com/office/drawing/2014/main" id="{478F7246-A00F-9F20-2349-A70F2704ECEF}"/>
                        </a:ext>
                      </a:extLst>
                    </p:cNvPr>
                    <p:cNvGrpSpPr/>
                    <p:nvPr/>
                  </p:nvGrpSpPr>
                  <p:grpSpPr>
                    <a:xfrm rot="14400000">
                      <a:off x="5310186" y="3977611"/>
                      <a:ext cx="303213" cy="303213"/>
                      <a:chOff x="5354637" y="3446463"/>
                      <a:chExt cx="214313" cy="214313"/>
                    </a:xfrm>
                  </p:grpSpPr>
                  <p:sp>
                    <p:nvSpPr>
                      <p:cNvPr id="16531" name="Arc 16530">
                        <a:extLst>
                          <a:ext uri="{FF2B5EF4-FFF2-40B4-BE49-F238E27FC236}">
                            <a16:creationId xmlns:a16="http://schemas.microsoft.com/office/drawing/2014/main" id="{7D8179D3-C138-139B-C64D-FD5BF6B49FA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532" name="Arc 16531">
                        <a:extLst>
                          <a:ext uri="{FF2B5EF4-FFF2-40B4-BE49-F238E27FC236}">
                            <a16:creationId xmlns:a16="http://schemas.microsoft.com/office/drawing/2014/main" id="{A8833C4A-2FE3-9EFA-BEDC-405F08AE5FF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527" name="Group 16526">
                      <a:extLst>
                        <a:ext uri="{FF2B5EF4-FFF2-40B4-BE49-F238E27FC236}">
                          <a16:creationId xmlns:a16="http://schemas.microsoft.com/office/drawing/2014/main" id="{C0733E5B-973B-1ED9-D5FD-535FDCEEAC9C}"/>
                        </a:ext>
                      </a:extLst>
                    </p:cNvPr>
                    <p:cNvGrpSpPr/>
                    <p:nvPr/>
                  </p:nvGrpSpPr>
                  <p:grpSpPr>
                    <a:xfrm rot="7200000">
                      <a:off x="5265196" y="3932619"/>
                      <a:ext cx="393192" cy="393192"/>
                      <a:chOff x="5354637" y="3446463"/>
                      <a:chExt cx="214313" cy="214313"/>
                    </a:xfrm>
                  </p:grpSpPr>
                  <p:sp>
                    <p:nvSpPr>
                      <p:cNvPr id="16529" name="Arc 16528">
                        <a:extLst>
                          <a:ext uri="{FF2B5EF4-FFF2-40B4-BE49-F238E27FC236}">
                            <a16:creationId xmlns:a16="http://schemas.microsoft.com/office/drawing/2014/main" id="{8A7AC9F4-DDBE-A787-D2C6-1F6B4CD5F5A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530" name="Arc 16529">
                        <a:extLst>
                          <a:ext uri="{FF2B5EF4-FFF2-40B4-BE49-F238E27FC236}">
                            <a16:creationId xmlns:a16="http://schemas.microsoft.com/office/drawing/2014/main" id="{9D11D17B-51BD-2DCB-0C10-82A794E444E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528" name="TextBox 16527">
                      <a:extLst>
                        <a:ext uri="{FF2B5EF4-FFF2-40B4-BE49-F238E27FC236}">
                          <a16:creationId xmlns:a16="http://schemas.microsoft.com/office/drawing/2014/main" id="{88D4967E-64A1-E262-2387-8946D4E45744}"/>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6502" name="Group 16501">
                    <a:extLst>
                      <a:ext uri="{FF2B5EF4-FFF2-40B4-BE49-F238E27FC236}">
                        <a16:creationId xmlns:a16="http://schemas.microsoft.com/office/drawing/2014/main" id="{6C28D596-EB98-B486-94C7-2834DE989F13}"/>
                      </a:ext>
                    </a:extLst>
                  </p:cNvPr>
                  <p:cNvGrpSpPr/>
                  <p:nvPr/>
                </p:nvGrpSpPr>
                <p:grpSpPr>
                  <a:xfrm>
                    <a:off x="6512463" y="3525040"/>
                    <a:ext cx="393192" cy="393192"/>
                    <a:chOff x="6389147" y="3357021"/>
                    <a:chExt cx="393192" cy="393192"/>
                  </a:xfrm>
                </p:grpSpPr>
                <p:grpSp>
                  <p:nvGrpSpPr>
                    <p:cNvPr id="16514" name="Group 16513">
                      <a:extLst>
                        <a:ext uri="{FF2B5EF4-FFF2-40B4-BE49-F238E27FC236}">
                          <a16:creationId xmlns:a16="http://schemas.microsoft.com/office/drawing/2014/main" id="{2AC3B822-7B0C-6F87-A5B9-0D588B803347}"/>
                        </a:ext>
                      </a:extLst>
                    </p:cNvPr>
                    <p:cNvGrpSpPr/>
                    <p:nvPr/>
                  </p:nvGrpSpPr>
                  <p:grpSpPr>
                    <a:xfrm rot="7200000" flipH="1">
                      <a:off x="6389147" y="3357021"/>
                      <a:ext cx="393192" cy="393192"/>
                      <a:chOff x="5354637" y="3446463"/>
                      <a:chExt cx="214313" cy="214313"/>
                    </a:xfrm>
                  </p:grpSpPr>
                  <p:sp>
                    <p:nvSpPr>
                      <p:cNvPr id="16523" name="Arc 16522">
                        <a:extLst>
                          <a:ext uri="{FF2B5EF4-FFF2-40B4-BE49-F238E27FC236}">
                            <a16:creationId xmlns:a16="http://schemas.microsoft.com/office/drawing/2014/main" id="{E8736B00-9006-5683-BDAD-206985DBF1E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524" name="Arc 16523">
                        <a:extLst>
                          <a:ext uri="{FF2B5EF4-FFF2-40B4-BE49-F238E27FC236}">
                            <a16:creationId xmlns:a16="http://schemas.microsoft.com/office/drawing/2014/main" id="{80E7A912-83D2-7458-FDC1-9F4B959FF1D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515" name="Group 16514">
                      <a:extLst>
                        <a:ext uri="{FF2B5EF4-FFF2-40B4-BE49-F238E27FC236}">
                          <a16:creationId xmlns:a16="http://schemas.microsoft.com/office/drawing/2014/main" id="{7FA497FF-FA37-FDEB-9B10-E07FE55EC15B}"/>
                        </a:ext>
                      </a:extLst>
                    </p:cNvPr>
                    <p:cNvGrpSpPr/>
                    <p:nvPr/>
                  </p:nvGrpSpPr>
                  <p:grpSpPr>
                    <a:xfrm>
                      <a:off x="6434137" y="3402011"/>
                      <a:ext cx="303213" cy="303213"/>
                      <a:chOff x="6434137" y="3402011"/>
                      <a:chExt cx="303213" cy="303213"/>
                    </a:xfrm>
                  </p:grpSpPr>
                  <p:grpSp>
                    <p:nvGrpSpPr>
                      <p:cNvPr id="16516" name="Group 16515">
                        <a:extLst>
                          <a:ext uri="{FF2B5EF4-FFF2-40B4-BE49-F238E27FC236}">
                            <a16:creationId xmlns:a16="http://schemas.microsoft.com/office/drawing/2014/main" id="{5453BB51-5005-60B6-F5D4-13F08EE161DF}"/>
                          </a:ext>
                        </a:extLst>
                      </p:cNvPr>
                      <p:cNvGrpSpPr/>
                      <p:nvPr/>
                    </p:nvGrpSpPr>
                    <p:grpSpPr>
                      <a:xfrm flipH="1">
                        <a:off x="6478587" y="3446461"/>
                        <a:ext cx="214313" cy="214313"/>
                        <a:chOff x="5354637" y="3446463"/>
                        <a:chExt cx="214313" cy="214313"/>
                      </a:xfrm>
                    </p:grpSpPr>
                    <p:sp>
                      <p:nvSpPr>
                        <p:cNvPr id="16521" name="Arc 16520">
                          <a:extLst>
                            <a:ext uri="{FF2B5EF4-FFF2-40B4-BE49-F238E27FC236}">
                              <a16:creationId xmlns:a16="http://schemas.microsoft.com/office/drawing/2014/main" id="{62902899-B975-6874-9E65-0FBD72ABF44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522" name="Arc 16521">
                          <a:extLst>
                            <a:ext uri="{FF2B5EF4-FFF2-40B4-BE49-F238E27FC236}">
                              <a16:creationId xmlns:a16="http://schemas.microsoft.com/office/drawing/2014/main" id="{20411F19-62C5-4A97-A811-5B65E706F00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517" name="Group 16516">
                        <a:extLst>
                          <a:ext uri="{FF2B5EF4-FFF2-40B4-BE49-F238E27FC236}">
                            <a16:creationId xmlns:a16="http://schemas.microsoft.com/office/drawing/2014/main" id="{C6E7AB41-2CD2-2632-1442-F8005604960B}"/>
                          </a:ext>
                        </a:extLst>
                      </p:cNvPr>
                      <p:cNvGrpSpPr/>
                      <p:nvPr/>
                    </p:nvGrpSpPr>
                    <p:grpSpPr>
                      <a:xfrm rot="14400000" flipH="1">
                        <a:off x="6434137" y="3402011"/>
                        <a:ext cx="303213" cy="303213"/>
                        <a:chOff x="5354637" y="3446463"/>
                        <a:chExt cx="214313" cy="214313"/>
                      </a:xfrm>
                    </p:grpSpPr>
                    <p:sp>
                      <p:nvSpPr>
                        <p:cNvPr id="16519" name="Arc 16518">
                          <a:extLst>
                            <a:ext uri="{FF2B5EF4-FFF2-40B4-BE49-F238E27FC236}">
                              <a16:creationId xmlns:a16="http://schemas.microsoft.com/office/drawing/2014/main" id="{3D48338F-0F81-DE98-444B-50F582AB138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520" name="Arc 16519">
                          <a:extLst>
                            <a:ext uri="{FF2B5EF4-FFF2-40B4-BE49-F238E27FC236}">
                              <a16:creationId xmlns:a16="http://schemas.microsoft.com/office/drawing/2014/main" id="{95E04B80-F754-2244-B84B-FDB4DDFE959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518" name="TextBox 16517">
                        <a:extLst>
                          <a:ext uri="{FF2B5EF4-FFF2-40B4-BE49-F238E27FC236}">
                            <a16:creationId xmlns:a16="http://schemas.microsoft.com/office/drawing/2014/main" id="{52AA27F9-1E5F-68FB-928C-2B5D9A112382}"/>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503" name="Group 16502">
                    <a:extLst>
                      <a:ext uri="{FF2B5EF4-FFF2-40B4-BE49-F238E27FC236}">
                        <a16:creationId xmlns:a16="http://schemas.microsoft.com/office/drawing/2014/main" id="{E077193F-F179-5895-BC03-8975F26999F1}"/>
                      </a:ext>
                    </a:extLst>
                  </p:cNvPr>
                  <p:cNvGrpSpPr/>
                  <p:nvPr/>
                </p:nvGrpSpPr>
                <p:grpSpPr>
                  <a:xfrm>
                    <a:off x="6197413" y="3225768"/>
                    <a:ext cx="393192" cy="393192"/>
                    <a:chOff x="6389147" y="3932622"/>
                    <a:chExt cx="393192" cy="393192"/>
                  </a:xfrm>
                </p:grpSpPr>
                <p:grpSp>
                  <p:nvGrpSpPr>
                    <p:cNvPr id="16504" name="Group 16503">
                      <a:extLst>
                        <a:ext uri="{FF2B5EF4-FFF2-40B4-BE49-F238E27FC236}">
                          <a16:creationId xmlns:a16="http://schemas.microsoft.com/office/drawing/2014/main" id="{3AF06C10-AFCE-3BE8-A061-3767B09C5F0E}"/>
                        </a:ext>
                      </a:extLst>
                    </p:cNvPr>
                    <p:cNvGrpSpPr/>
                    <p:nvPr/>
                  </p:nvGrpSpPr>
                  <p:grpSpPr>
                    <a:xfrm flipH="1">
                      <a:off x="6478587" y="4022061"/>
                      <a:ext cx="214313" cy="214313"/>
                      <a:chOff x="5354637" y="3446463"/>
                      <a:chExt cx="214313" cy="214313"/>
                    </a:xfrm>
                  </p:grpSpPr>
                  <p:sp>
                    <p:nvSpPr>
                      <p:cNvPr id="16512" name="Arc 16511">
                        <a:extLst>
                          <a:ext uri="{FF2B5EF4-FFF2-40B4-BE49-F238E27FC236}">
                            <a16:creationId xmlns:a16="http://schemas.microsoft.com/office/drawing/2014/main" id="{3CB8E74C-5011-2EC1-3BC3-4FAA2D0FC04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513" name="Arc 16512">
                        <a:extLst>
                          <a:ext uri="{FF2B5EF4-FFF2-40B4-BE49-F238E27FC236}">
                            <a16:creationId xmlns:a16="http://schemas.microsoft.com/office/drawing/2014/main" id="{ED3A39D0-B5FA-0E4F-2DE1-6749D55C2CF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505" name="Group 16504">
                      <a:extLst>
                        <a:ext uri="{FF2B5EF4-FFF2-40B4-BE49-F238E27FC236}">
                          <a16:creationId xmlns:a16="http://schemas.microsoft.com/office/drawing/2014/main" id="{2CD8975F-D5E7-1B22-6FD1-0F93469C9EC9}"/>
                        </a:ext>
                      </a:extLst>
                    </p:cNvPr>
                    <p:cNvGrpSpPr/>
                    <p:nvPr/>
                  </p:nvGrpSpPr>
                  <p:grpSpPr>
                    <a:xfrm rot="7200000" flipH="1">
                      <a:off x="6434137" y="3977611"/>
                      <a:ext cx="303213" cy="303213"/>
                      <a:chOff x="5354637" y="3446463"/>
                      <a:chExt cx="214313" cy="214313"/>
                    </a:xfrm>
                  </p:grpSpPr>
                  <p:sp>
                    <p:nvSpPr>
                      <p:cNvPr id="16510" name="Arc 16509">
                        <a:extLst>
                          <a:ext uri="{FF2B5EF4-FFF2-40B4-BE49-F238E27FC236}">
                            <a16:creationId xmlns:a16="http://schemas.microsoft.com/office/drawing/2014/main" id="{8C6E81B0-4A45-3AD4-7199-8ABBC58F664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511" name="Arc 16510">
                        <a:extLst>
                          <a:ext uri="{FF2B5EF4-FFF2-40B4-BE49-F238E27FC236}">
                            <a16:creationId xmlns:a16="http://schemas.microsoft.com/office/drawing/2014/main" id="{DDD6493C-1641-E101-35DA-E28EBED49E6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506" name="Group 16505">
                      <a:extLst>
                        <a:ext uri="{FF2B5EF4-FFF2-40B4-BE49-F238E27FC236}">
                          <a16:creationId xmlns:a16="http://schemas.microsoft.com/office/drawing/2014/main" id="{B5FA1A4A-AEA8-5F28-4974-525C258BFC5F}"/>
                        </a:ext>
                      </a:extLst>
                    </p:cNvPr>
                    <p:cNvGrpSpPr/>
                    <p:nvPr/>
                  </p:nvGrpSpPr>
                  <p:grpSpPr>
                    <a:xfrm rot="14400000" flipH="1">
                      <a:off x="6389147" y="3932622"/>
                      <a:ext cx="393192" cy="393192"/>
                      <a:chOff x="5354637" y="3446463"/>
                      <a:chExt cx="214313" cy="214313"/>
                    </a:xfrm>
                  </p:grpSpPr>
                  <p:sp>
                    <p:nvSpPr>
                      <p:cNvPr id="16508" name="Arc 16507">
                        <a:extLst>
                          <a:ext uri="{FF2B5EF4-FFF2-40B4-BE49-F238E27FC236}">
                            <a16:creationId xmlns:a16="http://schemas.microsoft.com/office/drawing/2014/main" id="{BF10AC94-6A2D-D86A-E4D7-86BA8A2CDCE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509" name="Arc 16508">
                        <a:extLst>
                          <a:ext uri="{FF2B5EF4-FFF2-40B4-BE49-F238E27FC236}">
                            <a16:creationId xmlns:a16="http://schemas.microsoft.com/office/drawing/2014/main" id="{02F874EE-5668-2CCA-AAB2-C844F6D4C5F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507" name="TextBox 16506">
                      <a:extLst>
                        <a:ext uri="{FF2B5EF4-FFF2-40B4-BE49-F238E27FC236}">
                          <a16:creationId xmlns:a16="http://schemas.microsoft.com/office/drawing/2014/main" id="{C334B46E-3EF3-9349-750D-31932A92BC6F}"/>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453" name="Group 16452">
                  <a:extLst>
                    <a:ext uri="{FF2B5EF4-FFF2-40B4-BE49-F238E27FC236}">
                      <a16:creationId xmlns:a16="http://schemas.microsoft.com/office/drawing/2014/main" id="{DA52E633-6F76-9F5A-39D4-68CBFA50D975}"/>
                    </a:ext>
                  </a:extLst>
                </p:cNvPr>
                <p:cNvGrpSpPr/>
                <p:nvPr/>
              </p:nvGrpSpPr>
              <p:grpSpPr>
                <a:xfrm>
                  <a:off x="6069086" y="3246228"/>
                  <a:ext cx="1019224" cy="991639"/>
                  <a:chOff x="5886431" y="3225768"/>
                  <a:chExt cx="1019224" cy="991639"/>
                </a:xfrm>
              </p:grpSpPr>
              <p:grpSp>
                <p:nvGrpSpPr>
                  <p:cNvPr id="16454" name="Group 16453">
                    <a:extLst>
                      <a:ext uri="{FF2B5EF4-FFF2-40B4-BE49-F238E27FC236}">
                        <a16:creationId xmlns:a16="http://schemas.microsoft.com/office/drawing/2014/main" id="{5EA1B40A-0CEB-BE90-B336-7BDB69EB593F}"/>
                      </a:ext>
                    </a:extLst>
                  </p:cNvPr>
                  <p:cNvGrpSpPr/>
                  <p:nvPr/>
                </p:nvGrpSpPr>
                <p:grpSpPr>
                  <a:xfrm>
                    <a:off x="6197413" y="3824215"/>
                    <a:ext cx="393192" cy="393192"/>
                    <a:chOff x="5265196" y="3357021"/>
                    <a:chExt cx="393192" cy="393192"/>
                  </a:xfrm>
                </p:grpSpPr>
                <p:grpSp>
                  <p:nvGrpSpPr>
                    <p:cNvPr id="16489" name="Group 16488">
                      <a:extLst>
                        <a:ext uri="{FF2B5EF4-FFF2-40B4-BE49-F238E27FC236}">
                          <a16:creationId xmlns:a16="http://schemas.microsoft.com/office/drawing/2014/main" id="{7B47177C-0A04-CA92-8AA9-C4F0D783FAA4}"/>
                        </a:ext>
                      </a:extLst>
                    </p:cNvPr>
                    <p:cNvGrpSpPr/>
                    <p:nvPr/>
                  </p:nvGrpSpPr>
                  <p:grpSpPr>
                    <a:xfrm rot="14400000">
                      <a:off x="5265196" y="3357021"/>
                      <a:ext cx="393192" cy="393192"/>
                      <a:chOff x="5354637" y="3446463"/>
                      <a:chExt cx="214313" cy="214313"/>
                    </a:xfrm>
                  </p:grpSpPr>
                  <p:sp>
                    <p:nvSpPr>
                      <p:cNvPr id="16498" name="Arc 16497">
                        <a:extLst>
                          <a:ext uri="{FF2B5EF4-FFF2-40B4-BE49-F238E27FC236}">
                            <a16:creationId xmlns:a16="http://schemas.microsoft.com/office/drawing/2014/main" id="{BEE7C509-9195-AEA4-3FD6-EC0C2603461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499" name="Arc 16498">
                        <a:extLst>
                          <a:ext uri="{FF2B5EF4-FFF2-40B4-BE49-F238E27FC236}">
                            <a16:creationId xmlns:a16="http://schemas.microsoft.com/office/drawing/2014/main" id="{7E4C3F05-255F-FF9F-FEB0-E5300FC4144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490" name="Group 16489">
                      <a:extLst>
                        <a:ext uri="{FF2B5EF4-FFF2-40B4-BE49-F238E27FC236}">
                          <a16:creationId xmlns:a16="http://schemas.microsoft.com/office/drawing/2014/main" id="{D38D33AE-B85C-78FC-1B24-18A615F772FE}"/>
                        </a:ext>
                      </a:extLst>
                    </p:cNvPr>
                    <p:cNvGrpSpPr/>
                    <p:nvPr/>
                  </p:nvGrpSpPr>
                  <p:grpSpPr>
                    <a:xfrm>
                      <a:off x="5310186" y="3402011"/>
                      <a:ext cx="303213" cy="303213"/>
                      <a:chOff x="5310186" y="3402011"/>
                      <a:chExt cx="303213" cy="303213"/>
                    </a:xfrm>
                  </p:grpSpPr>
                  <p:grpSp>
                    <p:nvGrpSpPr>
                      <p:cNvPr id="16491" name="Group 16490">
                        <a:extLst>
                          <a:ext uri="{FF2B5EF4-FFF2-40B4-BE49-F238E27FC236}">
                            <a16:creationId xmlns:a16="http://schemas.microsoft.com/office/drawing/2014/main" id="{8AABC166-A821-BBCC-6D5C-05E9F6050D33}"/>
                          </a:ext>
                        </a:extLst>
                      </p:cNvPr>
                      <p:cNvGrpSpPr/>
                      <p:nvPr/>
                    </p:nvGrpSpPr>
                    <p:grpSpPr>
                      <a:xfrm>
                        <a:off x="5354636" y="3446461"/>
                        <a:ext cx="214313" cy="214313"/>
                        <a:chOff x="5354637" y="3446463"/>
                        <a:chExt cx="214313" cy="214313"/>
                      </a:xfrm>
                    </p:grpSpPr>
                    <p:sp>
                      <p:nvSpPr>
                        <p:cNvPr id="16496" name="Arc 16495">
                          <a:extLst>
                            <a:ext uri="{FF2B5EF4-FFF2-40B4-BE49-F238E27FC236}">
                              <a16:creationId xmlns:a16="http://schemas.microsoft.com/office/drawing/2014/main" id="{E78B24CF-BFD7-A761-2105-0268064191A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497" name="Arc 16496">
                          <a:extLst>
                            <a:ext uri="{FF2B5EF4-FFF2-40B4-BE49-F238E27FC236}">
                              <a16:creationId xmlns:a16="http://schemas.microsoft.com/office/drawing/2014/main" id="{F4A6D477-0425-329E-624A-9C0413ECB8E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492" name="Group 16491">
                        <a:extLst>
                          <a:ext uri="{FF2B5EF4-FFF2-40B4-BE49-F238E27FC236}">
                            <a16:creationId xmlns:a16="http://schemas.microsoft.com/office/drawing/2014/main" id="{CE90184A-18E6-F3B3-88E2-72A29A81FF44}"/>
                          </a:ext>
                        </a:extLst>
                      </p:cNvPr>
                      <p:cNvGrpSpPr/>
                      <p:nvPr/>
                    </p:nvGrpSpPr>
                    <p:grpSpPr>
                      <a:xfrm rot="7200000">
                        <a:off x="5310186" y="3402011"/>
                        <a:ext cx="303213" cy="303213"/>
                        <a:chOff x="5354637" y="3446463"/>
                        <a:chExt cx="214313" cy="214313"/>
                      </a:xfrm>
                    </p:grpSpPr>
                    <p:sp>
                      <p:nvSpPr>
                        <p:cNvPr id="16494" name="Arc 16493">
                          <a:extLst>
                            <a:ext uri="{FF2B5EF4-FFF2-40B4-BE49-F238E27FC236}">
                              <a16:creationId xmlns:a16="http://schemas.microsoft.com/office/drawing/2014/main" id="{9C640893-9CB8-A1EB-F2CD-3A15451D416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495" name="Arc 16494">
                          <a:extLst>
                            <a:ext uri="{FF2B5EF4-FFF2-40B4-BE49-F238E27FC236}">
                              <a16:creationId xmlns:a16="http://schemas.microsoft.com/office/drawing/2014/main" id="{E21E9C6F-9D3A-9B65-3A67-52E349E15EF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493" name="TextBox 16492">
                        <a:extLst>
                          <a:ext uri="{FF2B5EF4-FFF2-40B4-BE49-F238E27FC236}">
                            <a16:creationId xmlns:a16="http://schemas.microsoft.com/office/drawing/2014/main" id="{36E06C6F-245C-70A7-425F-C38DC0D1621E}"/>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455" name="Group 16454">
                    <a:extLst>
                      <a:ext uri="{FF2B5EF4-FFF2-40B4-BE49-F238E27FC236}">
                        <a16:creationId xmlns:a16="http://schemas.microsoft.com/office/drawing/2014/main" id="{AA845F1B-0409-361D-798B-8DD3D103A684}"/>
                      </a:ext>
                    </a:extLst>
                  </p:cNvPr>
                  <p:cNvGrpSpPr/>
                  <p:nvPr/>
                </p:nvGrpSpPr>
                <p:grpSpPr>
                  <a:xfrm>
                    <a:off x="5886431" y="3525040"/>
                    <a:ext cx="393192" cy="393192"/>
                    <a:chOff x="5265196" y="3932619"/>
                    <a:chExt cx="393192" cy="393192"/>
                  </a:xfrm>
                </p:grpSpPr>
                <p:grpSp>
                  <p:nvGrpSpPr>
                    <p:cNvPr id="16479" name="Group 16478">
                      <a:extLst>
                        <a:ext uri="{FF2B5EF4-FFF2-40B4-BE49-F238E27FC236}">
                          <a16:creationId xmlns:a16="http://schemas.microsoft.com/office/drawing/2014/main" id="{E98E5B34-A5D4-81A7-4429-2060D251AADA}"/>
                        </a:ext>
                      </a:extLst>
                    </p:cNvPr>
                    <p:cNvGrpSpPr/>
                    <p:nvPr/>
                  </p:nvGrpSpPr>
                  <p:grpSpPr>
                    <a:xfrm>
                      <a:off x="5354636" y="4022061"/>
                      <a:ext cx="214313" cy="214313"/>
                      <a:chOff x="5354637" y="3446463"/>
                      <a:chExt cx="214313" cy="214313"/>
                    </a:xfrm>
                  </p:grpSpPr>
                  <p:sp>
                    <p:nvSpPr>
                      <p:cNvPr id="16487" name="Arc 16486">
                        <a:extLst>
                          <a:ext uri="{FF2B5EF4-FFF2-40B4-BE49-F238E27FC236}">
                            <a16:creationId xmlns:a16="http://schemas.microsoft.com/office/drawing/2014/main" id="{510D2A76-C674-18BA-6CA8-E31723B041E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488" name="Arc 16487">
                        <a:extLst>
                          <a:ext uri="{FF2B5EF4-FFF2-40B4-BE49-F238E27FC236}">
                            <a16:creationId xmlns:a16="http://schemas.microsoft.com/office/drawing/2014/main" id="{1566D1FF-815B-DDB0-5689-45B40C967CC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480" name="Group 16479">
                      <a:extLst>
                        <a:ext uri="{FF2B5EF4-FFF2-40B4-BE49-F238E27FC236}">
                          <a16:creationId xmlns:a16="http://schemas.microsoft.com/office/drawing/2014/main" id="{C5CBE831-067D-1A71-2615-AB2A0FA5F10C}"/>
                        </a:ext>
                      </a:extLst>
                    </p:cNvPr>
                    <p:cNvGrpSpPr/>
                    <p:nvPr/>
                  </p:nvGrpSpPr>
                  <p:grpSpPr>
                    <a:xfrm rot="14400000">
                      <a:off x="5310186" y="3977611"/>
                      <a:ext cx="303213" cy="303213"/>
                      <a:chOff x="5354637" y="3446463"/>
                      <a:chExt cx="214313" cy="214313"/>
                    </a:xfrm>
                  </p:grpSpPr>
                  <p:sp>
                    <p:nvSpPr>
                      <p:cNvPr id="16485" name="Arc 16484">
                        <a:extLst>
                          <a:ext uri="{FF2B5EF4-FFF2-40B4-BE49-F238E27FC236}">
                            <a16:creationId xmlns:a16="http://schemas.microsoft.com/office/drawing/2014/main" id="{EB26B4B7-C17C-7234-ADF9-A7ED248275A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486" name="Arc 16485">
                        <a:extLst>
                          <a:ext uri="{FF2B5EF4-FFF2-40B4-BE49-F238E27FC236}">
                            <a16:creationId xmlns:a16="http://schemas.microsoft.com/office/drawing/2014/main" id="{401A8B80-2E64-D77A-87B3-518CDCB44F7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481" name="Group 16480">
                      <a:extLst>
                        <a:ext uri="{FF2B5EF4-FFF2-40B4-BE49-F238E27FC236}">
                          <a16:creationId xmlns:a16="http://schemas.microsoft.com/office/drawing/2014/main" id="{2C216D6C-02D7-240A-1D68-2F4D5C37D7D7}"/>
                        </a:ext>
                      </a:extLst>
                    </p:cNvPr>
                    <p:cNvGrpSpPr/>
                    <p:nvPr/>
                  </p:nvGrpSpPr>
                  <p:grpSpPr>
                    <a:xfrm rot="7200000">
                      <a:off x="5265196" y="3932619"/>
                      <a:ext cx="393192" cy="393192"/>
                      <a:chOff x="5354637" y="3446463"/>
                      <a:chExt cx="214313" cy="214313"/>
                    </a:xfrm>
                  </p:grpSpPr>
                  <p:sp>
                    <p:nvSpPr>
                      <p:cNvPr id="16483" name="Arc 16482">
                        <a:extLst>
                          <a:ext uri="{FF2B5EF4-FFF2-40B4-BE49-F238E27FC236}">
                            <a16:creationId xmlns:a16="http://schemas.microsoft.com/office/drawing/2014/main" id="{63CB190E-55CC-C496-F8C3-0190A3F4C04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484" name="Arc 16483">
                        <a:extLst>
                          <a:ext uri="{FF2B5EF4-FFF2-40B4-BE49-F238E27FC236}">
                            <a16:creationId xmlns:a16="http://schemas.microsoft.com/office/drawing/2014/main" id="{1A5B7883-13B8-B030-B46C-32D9C6EA77C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482" name="TextBox 16481">
                      <a:extLst>
                        <a:ext uri="{FF2B5EF4-FFF2-40B4-BE49-F238E27FC236}">
                          <a16:creationId xmlns:a16="http://schemas.microsoft.com/office/drawing/2014/main" id="{44F5D186-1240-9A4E-70CA-3FFB21843751}"/>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6456" name="Group 16455">
                    <a:extLst>
                      <a:ext uri="{FF2B5EF4-FFF2-40B4-BE49-F238E27FC236}">
                        <a16:creationId xmlns:a16="http://schemas.microsoft.com/office/drawing/2014/main" id="{C30F6F96-411C-5C9A-07E6-AD01941568AB}"/>
                      </a:ext>
                    </a:extLst>
                  </p:cNvPr>
                  <p:cNvGrpSpPr/>
                  <p:nvPr/>
                </p:nvGrpSpPr>
                <p:grpSpPr>
                  <a:xfrm>
                    <a:off x="6512463" y="3525040"/>
                    <a:ext cx="393192" cy="393192"/>
                    <a:chOff x="6389147" y="3357021"/>
                    <a:chExt cx="393192" cy="393192"/>
                  </a:xfrm>
                </p:grpSpPr>
                <p:grpSp>
                  <p:nvGrpSpPr>
                    <p:cNvPr id="16468" name="Group 16467">
                      <a:extLst>
                        <a:ext uri="{FF2B5EF4-FFF2-40B4-BE49-F238E27FC236}">
                          <a16:creationId xmlns:a16="http://schemas.microsoft.com/office/drawing/2014/main" id="{5D571D07-A132-35DC-218B-E4EB8B31487B}"/>
                        </a:ext>
                      </a:extLst>
                    </p:cNvPr>
                    <p:cNvGrpSpPr/>
                    <p:nvPr/>
                  </p:nvGrpSpPr>
                  <p:grpSpPr>
                    <a:xfrm rot="7200000" flipH="1">
                      <a:off x="6389147" y="3357021"/>
                      <a:ext cx="393192" cy="393192"/>
                      <a:chOff x="5354637" y="3446463"/>
                      <a:chExt cx="214313" cy="214313"/>
                    </a:xfrm>
                  </p:grpSpPr>
                  <p:sp>
                    <p:nvSpPr>
                      <p:cNvPr id="16477" name="Arc 16476">
                        <a:extLst>
                          <a:ext uri="{FF2B5EF4-FFF2-40B4-BE49-F238E27FC236}">
                            <a16:creationId xmlns:a16="http://schemas.microsoft.com/office/drawing/2014/main" id="{65EA7DC6-AAD0-2396-A52C-9B0BF0C5FA4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478" name="Arc 16477">
                        <a:extLst>
                          <a:ext uri="{FF2B5EF4-FFF2-40B4-BE49-F238E27FC236}">
                            <a16:creationId xmlns:a16="http://schemas.microsoft.com/office/drawing/2014/main" id="{53D967EB-44E9-E83A-5088-BB584B77AEA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469" name="Group 16468">
                      <a:extLst>
                        <a:ext uri="{FF2B5EF4-FFF2-40B4-BE49-F238E27FC236}">
                          <a16:creationId xmlns:a16="http://schemas.microsoft.com/office/drawing/2014/main" id="{CA114CA1-0477-BA6A-A5CA-641BF8C8FA57}"/>
                        </a:ext>
                      </a:extLst>
                    </p:cNvPr>
                    <p:cNvGrpSpPr/>
                    <p:nvPr/>
                  </p:nvGrpSpPr>
                  <p:grpSpPr>
                    <a:xfrm>
                      <a:off x="6434137" y="3402011"/>
                      <a:ext cx="303213" cy="303213"/>
                      <a:chOff x="6434137" y="3402011"/>
                      <a:chExt cx="303213" cy="303213"/>
                    </a:xfrm>
                  </p:grpSpPr>
                  <p:grpSp>
                    <p:nvGrpSpPr>
                      <p:cNvPr id="16470" name="Group 16469">
                        <a:extLst>
                          <a:ext uri="{FF2B5EF4-FFF2-40B4-BE49-F238E27FC236}">
                            <a16:creationId xmlns:a16="http://schemas.microsoft.com/office/drawing/2014/main" id="{87663D19-D56C-04DD-2579-4B270CF28C88}"/>
                          </a:ext>
                        </a:extLst>
                      </p:cNvPr>
                      <p:cNvGrpSpPr/>
                      <p:nvPr/>
                    </p:nvGrpSpPr>
                    <p:grpSpPr>
                      <a:xfrm flipH="1">
                        <a:off x="6478587" y="3446461"/>
                        <a:ext cx="214313" cy="214313"/>
                        <a:chOff x="5354637" y="3446463"/>
                        <a:chExt cx="214313" cy="214313"/>
                      </a:xfrm>
                    </p:grpSpPr>
                    <p:sp>
                      <p:nvSpPr>
                        <p:cNvPr id="16475" name="Arc 16474">
                          <a:extLst>
                            <a:ext uri="{FF2B5EF4-FFF2-40B4-BE49-F238E27FC236}">
                              <a16:creationId xmlns:a16="http://schemas.microsoft.com/office/drawing/2014/main" id="{A8208E59-7FD1-D3BF-D90A-2F3766B395B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476" name="Arc 16475">
                          <a:extLst>
                            <a:ext uri="{FF2B5EF4-FFF2-40B4-BE49-F238E27FC236}">
                              <a16:creationId xmlns:a16="http://schemas.microsoft.com/office/drawing/2014/main" id="{C7951E9E-BE52-AFD7-8B79-0C3E03C1461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471" name="Group 16470">
                        <a:extLst>
                          <a:ext uri="{FF2B5EF4-FFF2-40B4-BE49-F238E27FC236}">
                            <a16:creationId xmlns:a16="http://schemas.microsoft.com/office/drawing/2014/main" id="{7659907C-26EF-4D82-7738-3CCDA8BA07C4}"/>
                          </a:ext>
                        </a:extLst>
                      </p:cNvPr>
                      <p:cNvGrpSpPr/>
                      <p:nvPr/>
                    </p:nvGrpSpPr>
                    <p:grpSpPr>
                      <a:xfrm rot="14400000" flipH="1">
                        <a:off x="6434137" y="3402011"/>
                        <a:ext cx="303213" cy="303213"/>
                        <a:chOff x="5354637" y="3446463"/>
                        <a:chExt cx="214313" cy="214313"/>
                      </a:xfrm>
                    </p:grpSpPr>
                    <p:sp>
                      <p:nvSpPr>
                        <p:cNvPr id="16473" name="Arc 16472">
                          <a:extLst>
                            <a:ext uri="{FF2B5EF4-FFF2-40B4-BE49-F238E27FC236}">
                              <a16:creationId xmlns:a16="http://schemas.microsoft.com/office/drawing/2014/main" id="{29E29D27-603A-BFC8-7C90-DE781E88705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474" name="Arc 16473">
                          <a:extLst>
                            <a:ext uri="{FF2B5EF4-FFF2-40B4-BE49-F238E27FC236}">
                              <a16:creationId xmlns:a16="http://schemas.microsoft.com/office/drawing/2014/main" id="{B0CB2331-9FDC-E06A-5C51-CE59B3989EC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472" name="TextBox 16471">
                        <a:extLst>
                          <a:ext uri="{FF2B5EF4-FFF2-40B4-BE49-F238E27FC236}">
                            <a16:creationId xmlns:a16="http://schemas.microsoft.com/office/drawing/2014/main" id="{2EADC1CD-0EA3-F5A7-5EE4-90778227015B}"/>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457" name="Group 16456">
                    <a:extLst>
                      <a:ext uri="{FF2B5EF4-FFF2-40B4-BE49-F238E27FC236}">
                        <a16:creationId xmlns:a16="http://schemas.microsoft.com/office/drawing/2014/main" id="{846A1029-F68E-EB3D-B2B5-97CC9EE36CAA}"/>
                      </a:ext>
                    </a:extLst>
                  </p:cNvPr>
                  <p:cNvGrpSpPr/>
                  <p:nvPr/>
                </p:nvGrpSpPr>
                <p:grpSpPr>
                  <a:xfrm>
                    <a:off x="6197413" y="3225768"/>
                    <a:ext cx="393192" cy="393192"/>
                    <a:chOff x="6389147" y="3932622"/>
                    <a:chExt cx="393192" cy="393192"/>
                  </a:xfrm>
                </p:grpSpPr>
                <p:grpSp>
                  <p:nvGrpSpPr>
                    <p:cNvPr id="16458" name="Group 16457">
                      <a:extLst>
                        <a:ext uri="{FF2B5EF4-FFF2-40B4-BE49-F238E27FC236}">
                          <a16:creationId xmlns:a16="http://schemas.microsoft.com/office/drawing/2014/main" id="{EB7B37AE-F0B3-DD4B-DCAF-0AE192F621E3}"/>
                        </a:ext>
                      </a:extLst>
                    </p:cNvPr>
                    <p:cNvGrpSpPr/>
                    <p:nvPr/>
                  </p:nvGrpSpPr>
                  <p:grpSpPr>
                    <a:xfrm flipH="1">
                      <a:off x="6478587" y="4022061"/>
                      <a:ext cx="214313" cy="214313"/>
                      <a:chOff x="5354637" y="3446463"/>
                      <a:chExt cx="214313" cy="214313"/>
                    </a:xfrm>
                  </p:grpSpPr>
                  <p:sp>
                    <p:nvSpPr>
                      <p:cNvPr id="16466" name="Arc 16465">
                        <a:extLst>
                          <a:ext uri="{FF2B5EF4-FFF2-40B4-BE49-F238E27FC236}">
                            <a16:creationId xmlns:a16="http://schemas.microsoft.com/office/drawing/2014/main" id="{EF6A46BC-6F7E-529E-AA85-598CDC8AF35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467" name="Arc 16466">
                        <a:extLst>
                          <a:ext uri="{FF2B5EF4-FFF2-40B4-BE49-F238E27FC236}">
                            <a16:creationId xmlns:a16="http://schemas.microsoft.com/office/drawing/2014/main" id="{09B03648-EF78-069D-F781-61A3CE3A979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459" name="Group 16458">
                      <a:extLst>
                        <a:ext uri="{FF2B5EF4-FFF2-40B4-BE49-F238E27FC236}">
                          <a16:creationId xmlns:a16="http://schemas.microsoft.com/office/drawing/2014/main" id="{525177CD-DA48-5D49-C9D5-EE6BA774434B}"/>
                        </a:ext>
                      </a:extLst>
                    </p:cNvPr>
                    <p:cNvGrpSpPr/>
                    <p:nvPr/>
                  </p:nvGrpSpPr>
                  <p:grpSpPr>
                    <a:xfrm rot="7200000" flipH="1">
                      <a:off x="6434137" y="3977611"/>
                      <a:ext cx="303213" cy="303213"/>
                      <a:chOff x="5354637" y="3446463"/>
                      <a:chExt cx="214313" cy="214313"/>
                    </a:xfrm>
                  </p:grpSpPr>
                  <p:sp>
                    <p:nvSpPr>
                      <p:cNvPr id="16464" name="Arc 16463">
                        <a:extLst>
                          <a:ext uri="{FF2B5EF4-FFF2-40B4-BE49-F238E27FC236}">
                            <a16:creationId xmlns:a16="http://schemas.microsoft.com/office/drawing/2014/main" id="{0574D62F-0C06-07A7-FB37-037E7E0A79A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465" name="Arc 16464">
                        <a:extLst>
                          <a:ext uri="{FF2B5EF4-FFF2-40B4-BE49-F238E27FC236}">
                            <a16:creationId xmlns:a16="http://schemas.microsoft.com/office/drawing/2014/main" id="{B0BA18AB-DF0D-02B1-FCFD-EABA36C9348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460" name="Group 16459">
                      <a:extLst>
                        <a:ext uri="{FF2B5EF4-FFF2-40B4-BE49-F238E27FC236}">
                          <a16:creationId xmlns:a16="http://schemas.microsoft.com/office/drawing/2014/main" id="{CE29C6CE-458E-7F56-1768-027341010CC8}"/>
                        </a:ext>
                      </a:extLst>
                    </p:cNvPr>
                    <p:cNvGrpSpPr/>
                    <p:nvPr/>
                  </p:nvGrpSpPr>
                  <p:grpSpPr>
                    <a:xfrm rot="14400000" flipH="1">
                      <a:off x="6389147" y="3932622"/>
                      <a:ext cx="393192" cy="393192"/>
                      <a:chOff x="5354637" y="3446463"/>
                      <a:chExt cx="214313" cy="214313"/>
                    </a:xfrm>
                  </p:grpSpPr>
                  <p:sp>
                    <p:nvSpPr>
                      <p:cNvPr id="16462" name="Arc 16461">
                        <a:extLst>
                          <a:ext uri="{FF2B5EF4-FFF2-40B4-BE49-F238E27FC236}">
                            <a16:creationId xmlns:a16="http://schemas.microsoft.com/office/drawing/2014/main" id="{E253324F-DC8A-C528-C6E7-784549C31F3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463" name="Arc 16462">
                        <a:extLst>
                          <a:ext uri="{FF2B5EF4-FFF2-40B4-BE49-F238E27FC236}">
                            <a16:creationId xmlns:a16="http://schemas.microsoft.com/office/drawing/2014/main" id="{A7D42360-938E-0F3F-5A89-1EDE0AE4F62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461" name="TextBox 16460">
                      <a:extLst>
                        <a:ext uri="{FF2B5EF4-FFF2-40B4-BE49-F238E27FC236}">
                          <a16:creationId xmlns:a16="http://schemas.microsoft.com/office/drawing/2014/main" id="{EA149FD1-ED2F-E6B6-FF02-CA401A725C99}"/>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5304" name="Group 15303">
              <a:extLst>
                <a:ext uri="{FF2B5EF4-FFF2-40B4-BE49-F238E27FC236}">
                  <a16:creationId xmlns:a16="http://schemas.microsoft.com/office/drawing/2014/main" id="{DFA57FC3-9144-75C1-2B28-99C73042AC64}"/>
                </a:ext>
              </a:extLst>
            </p:cNvPr>
            <p:cNvGrpSpPr/>
            <p:nvPr/>
          </p:nvGrpSpPr>
          <p:grpSpPr>
            <a:xfrm>
              <a:off x="5257729" y="-658620"/>
              <a:ext cx="2263438" cy="2198360"/>
              <a:chOff x="5445106" y="2039507"/>
              <a:chExt cx="2263438" cy="2198360"/>
            </a:xfrm>
          </p:grpSpPr>
          <p:grpSp>
            <p:nvGrpSpPr>
              <p:cNvPr id="16260" name="Group 16259">
                <a:extLst>
                  <a:ext uri="{FF2B5EF4-FFF2-40B4-BE49-F238E27FC236}">
                    <a16:creationId xmlns:a16="http://schemas.microsoft.com/office/drawing/2014/main" id="{3754128B-5BB0-0414-369B-0639BE970918}"/>
                  </a:ext>
                </a:extLst>
              </p:cNvPr>
              <p:cNvGrpSpPr/>
              <p:nvPr/>
            </p:nvGrpSpPr>
            <p:grpSpPr>
              <a:xfrm>
                <a:off x="5445106" y="2644743"/>
                <a:ext cx="1643204" cy="1593124"/>
                <a:chOff x="5445106" y="2644743"/>
                <a:chExt cx="1643204" cy="1593124"/>
              </a:xfrm>
            </p:grpSpPr>
            <p:grpSp>
              <p:nvGrpSpPr>
                <p:cNvPr id="16356" name="Group 16355">
                  <a:extLst>
                    <a:ext uri="{FF2B5EF4-FFF2-40B4-BE49-F238E27FC236}">
                      <a16:creationId xmlns:a16="http://schemas.microsoft.com/office/drawing/2014/main" id="{22B065ED-C9B4-C872-88F7-A6F6209EE18B}"/>
                    </a:ext>
                  </a:extLst>
                </p:cNvPr>
                <p:cNvGrpSpPr/>
                <p:nvPr/>
              </p:nvGrpSpPr>
              <p:grpSpPr>
                <a:xfrm>
                  <a:off x="5445106" y="2644743"/>
                  <a:ext cx="1019224" cy="991639"/>
                  <a:chOff x="5886431" y="3225768"/>
                  <a:chExt cx="1019224" cy="991639"/>
                </a:xfrm>
              </p:grpSpPr>
              <p:grpSp>
                <p:nvGrpSpPr>
                  <p:cNvPr id="16404" name="Group 16403">
                    <a:extLst>
                      <a:ext uri="{FF2B5EF4-FFF2-40B4-BE49-F238E27FC236}">
                        <a16:creationId xmlns:a16="http://schemas.microsoft.com/office/drawing/2014/main" id="{38E47C64-9743-9014-9805-353B42A65F73}"/>
                      </a:ext>
                    </a:extLst>
                  </p:cNvPr>
                  <p:cNvGrpSpPr/>
                  <p:nvPr/>
                </p:nvGrpSpPr>
                <p:grpSpPr>
                  <a:xfrm>
                    <a:off x="6197413" y="3824215"/>
                    <a:ext cx="393192" cy="393192"/>
                    <a:chOff x="5265196" y="3357021"/>
                    <a:chExt cx="393192" cy="393192"/>
                  </a:xfrm>
                </p:grpSpPr>
                <p:grpSp>
                  <p:nvGrpSpPr>
                    <p:cNvPr id="16439" name="Group 16438">
                      <a:extLst>
                        <a:ext uri="{FF2B5EF4-FFF2-40B4-BE49-F238E27FC236}">
                          <a16:creationId xmlns:a16="http://schemas.microsoft.com/office/drawing/2014/main" id="{3A25C8B0-2F25-CE7F-771E-FCD671D2E687}"/>
                        </a:ext>
                      </a:extLst>
                    </p:cNvPr>
                    <p:cNvGrpSpPr/>
                    <p:nvPr/>
                  </p:nvGrpSpPr>
                  <p:grpSpPr>
                    <a:xfrm rot="14400000">
                      <a:off x="5265196" y="3357021"/>
                      <a:ext cx="393192" cy="393192"/>
                      <a:chOff x="5354637" y="3446463"/>
                      <a:chExt cx="214313" cy="214313"/>
                    </a:xfrm>
                  </p:grpSpPr>
                  <p:sp>
                    <p:nvSpPr>
                      <p:cNvPr id="16448" name="Arc 16447">
                        <a:extLst>
                          <a:ext uri="{FF2B5EF4-FFF2-40B4-BE49-F238E27FC236}">
                            <a16:creationId xmlns:a16="http://schemas.microsoft.com/office/drawing/2014/main" id="{15E80949-EE0A-E311-CF34-21903249C96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449" name="Arc 16448">
                        <a:extLst>
                          <a:ext uri="{FF2B5EF4-FFF2-40B4-BE49-F238E27FC236}">
                            <a16:creationId xmlns:a16="http://schemas.microsoft.com/office/drawing/2014/main" id="{177E909D-83F0-D08E-577F-3AD55472251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440" name="Group 16439">
                      <a:extLst>
                        <a:ext uri="{FF2B5EF4-FFF2-40B4-BE49-F238E27FC236}">
                          <a16:creationId xmlns:a16="http://schemas.microsoft.com/office/drawing/2014/main" id="{2E18CCBB-4B75-B7A5-729C-032434955095}"/>
                        </a:ext>
                      </a:extLst>
                    </p:cNvPr>
                    <p:cNvGrpSpPr/>
                    <p:nvPr/>
                  </p:nvGrpSpPr>
                  <p:grpSpPr>
                    <a:xfrm>
                      <a:off x="5310186" y="3402011"/>
                      <a:ext cx="303213" cy="303213"/>
                      <a:chOff x="5310186" y="3402011"/>
                      <a:chExt cx="303213" cy="303213"/>
                    </a:xfrm>
                  </p:grpSpPr>
                  <p:grpSp>
                    <p:nvGrpSpPr>
                      <p:cNvPr id="16441" name="Group 16440">
                        <a:extLst>
                          <a:ext uri="{FF2B5EF4-FFF2-40B4-BE49-F238E27FC236}">
                            <a16:creationId xmlns:a16="http://schemas.microsoft.com/office/drawing/2014/main" id="{614B3CCF-8897-1FF2-DAFE-E3347EF6C0C2}"/>
                          </a:ext>
                        </a:extLst>
                      </p:cNvPr>
                      <p:cNvGrpSpPr/>
                      <p:nvPr/>
                    </p:nvGrpSpPr>
                    <p:grpSpPr>
                      <a:xfrm>
                        <a:off x="5354636" y="3446461"/>
                        <a:ext cx="214313" cy="214313"/>
                        <a:chOff x="5354637" y="3446463"/>
                        <a:chExt cx="214313" cy="214313"/>
                      </a:xfrm>
                    </p:grpSpPr>
                    <p:sp>
                      <p:nvSpPr>
                        <p:cNvPr id="16446" name="Arc 16445">
                          <a:extLst>
                            <a:ext uri="{FF2B5EF4-FFF2-40B4-BE49-F238E27FC236}">
                              <a16:creationId xmlns:a16="http://schemas.microsoft.com/office/drawing/2014/main" id="{A90221A6-2BAE-6CCF-5841-80FACCF58BD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447" name="Arc 16446">
                          <a:extLst>
                            <a:ext uri="{FF2B5EF4-FFF2-40B4-BE49-F238E27FC236}">
                              <a16:creationId xmlns:a16="http://schemas.microsoft.com/office/drawing/2014/main" id="{30F39E22-E0E3-FE9E-B583-2752C402793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442" name="Group 16441">
                        <a:extLst>
                          <a:ext uri="{FF2B5EF4-FFF2-40B4-BE49-F238E27FC236}">
                            <a16:creationId xmlns:a16="http://schemas.microsoft.com/office/drawing/2014/main" id="{3DE1D9C4-A159-AF64-677A-1C6C5CE8C030}"/>
                          </a:ext>
                        </a:extLst>
                      </p:cNvPr>
                      <p:cNvGrpSpPr/>
                      <p:nvPr/>
                    </p:nvGrpSpPr>
                    <p:grpSpPr>
                      <a:xfrm rot="7200000">
                        <a:off x="5310186" y="3402011"/>
                        <a:ext cx="303213" cy="303213"/>
                        <a:chOff x="5354637" y="3446463"/>
                        <a:chExt cx="214313" cy="214313"/>
                      </a:xfrm>
                    </p:grpSpPr>
                    <p:sp>
                      <p:nvSpPr>
                        <p:cNvPr id="16444" name="Arc 16443">
                          <a:extLst>
                            <a:ext uri="{FF2B5EF4-FFF2-40B4-BE49-F238E27FC236}">
                              <a16:creationId xmlns:a16="http://schemas.microsoft.com/office/drawing/2014/main" id="{65184471-114E-0F9F-96DA-ABECE3FC219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445" name="Arc 16444">
                          <a:extLst>
                            <a:ext uri="{FF2B5EF4-FFF2-40B4-BE49-F238E27FC236}">
                              <a16:creationId xmlns:a16="http://schemas.microsoft.com/office/drawing/2014/main" id="{F9B75412-6842-C3CE-4780-47E7E7EB97B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443" name="TextBox 16442">
                        <a:extLst>
                          <a:ext uri="{FF2B5EF4-FFF2-40B4-BE49-F238E27FC236}">
                            <a16:creationId xmlns:a16="http://schemas.microsoft.com/office/drawing/2014/main" id="{317F8A12-B8CA-DEB5-EEF0-A7A5D0A3D3A4}"/>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405" name="Group 16404">
                    <a:extLst>
                      <a:ext uri="{FF2B5EF4-FFF2-40B4-BE49-F238E27FC236}">
                        <a16:creationId xmlns:a16="http://schemas.microsoft.com/office/drawing/2014/main" id="{FD0DB696-9E44-58B2-866B-A44A46A473D9}"/>
                      </a:ext>
                    </a:extLst>
                  </p:cNvPr>
                  <p:cNvGrpSpPr/>
                  <p:nvPr/>
                </p:nvGrpSpPr>
                <p:grpSpPr>
                  <a:xfrm>
                    <a:off x="5886431" y="3525040"/>
                    <a:ext cx="393192" cy="393192"/>
                    <a:chOff x="5265196" y="3932619"/>
                    <a:chExt cx="393192" cy="393192"/>
                  </a:xfrm>
                </p:grpSpPr>
                <p:grpSp>
                  <p:nvGrpSpPr>
                    <p:cNvPr id="16429" name="Group 16428">
                      <a:extLst>
                        <a:ext uri="{FF2B5EF4-FFF2-40B4-BE49-F238E27FC236}">
                          <a16:creationId xmlns:a16="http://schemas.microsoft.com/office/drawing/2014/main" id="{48ABFE89-320D-CFEA-C476-DA16255647C1}"/>
                        </a:ext>
                      </a:extLst>
                    </p:cNvPr>
                    <p:cNvGrpSpPr/>
                    <p:nvPr/>
                  </p:nvGrpSpPr>
                  <p:grpSpPr>
                    <a:xfrm>
                      <a:off x="5354636" y="4022061"/>
                      <a:ext cx="214313" cy="214313"/>
                      <a:chOff x="5354637" y="3446463"/>
                      <a:chExt cx="214313" cy="214313"/>
                    </a:xfrm>
                  </p:grpSpPr>
                  <p:sp>
                    <p:nvSpPr>
                      <p:cNvPr id="16437" name="Arc 16436">
                        <a:extLst>
                          <a:ext uri="{FF2B5EF4-FFF2-40B4-BE49-F238E27FC236}">
                            <a16:creationId xmlns:a16="http://schemas.microsoft.com/office/drawing/2014/main" id="{678EE51A-BAFA-7346-6883-D87C6EF123B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438" name="Arc 16437">
                        <a:extLst>
                          <a:ext uri="{FF2B5EF4-FFF2-40B4-BE49-F238E27FC236}">
                            <a16:creationId xmlns:a16="http://schemas.microsoft.com/office/drawing/2014/main" id="{73F9B1DC-AB59-E090-F1F6-E49E85E230C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430" name="Group 16429">
                      <a:extLst>
                        <a:ext uri="{FF2B5EF4-FFF2-40B4-BE49-F238E27FC236}">
                          <a16:creationId xmlns:a16="http://schemas.microsoft.com/office/drawing/2014/main" id="{54229AD1-9955-D460-141A-63D8D3C19CFB}"/>
                        </a:ext>
                      </a:extLst>
                    </p:cNvPr>
                    <p:cNvGrpSpPr/>
                    <p:nvPr/>
                  </p:nvGrpSpPr>
                  <p:grpSpPr>
                    <a:xfrm rot="14400000">
                      <a:off x="5310186" y="3977611"/>
                      <a:ext cx="303213" cy="303213"/>
                      <a:chOff x="5354637" y="3446463"/>
                      <a:chExt cx="214313" cy="214313"/>
                    </a:xfrm>
                  </p:grpSpPr>
                  <p:sp>
                    <p:nvSpPr>
                      <p:cNvPr id="16435" name="Arc 16434">
                        <a:extLst>
                          <a:ext uri="{FF2B5EF4-FFF2-40B4-BE49-F238E27FC236}">
                            <a16:creationId xmlns:a16="http://schemas.microsoft.com/office/drawing/2014/main" id="{2DAB2A0F-9CC4-018C-B0EA-CDC3DD8E79D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436" name="Arc 16435">
                        <a:extLst>
                          <a:ext uri="{FF2B5EF4-FFF2-40B4-BE49-F238E27FC236}">
                            <a16:creationId xmlns:a16="http://schemas.microsoft.com/office/drawing/2014/main" id="{1E400023-1C67-3A35-49F9-F0D08BF2200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431" name="Group 16430">
                      <a:extLst>
                        <a:ext uri="{FF2B5EF4-FFF2-40B4-BE49-F238E27FC236}">
                          <a16:creationId xmlns:a16="http://schemas.microsoft.com/office/drawing/2014/main" id="{5ACCB980-8800-EDC3-EE70-DFAB014B43BD}"/>
                        </a:ext>
                      </a:extLst>
                    </p:cNvPr>
                    <p:cNvGrpSpPr/>
                    <p:nvPr/>
                  </p:nvGrpSpPr>
                  <p:grpSpPr>
                    <a:xfrm rot="7200000">
                      <a:off x="5265196" y="3932619"/>
                      <a:ext cx="393192" cy="393192"/>
                      <a:chOff x="5354637" y="3446463"/>
                      <a:chExt cx="214313" cy="214313"/>
                    </a:xfrm>
                  </p:grpSpPr>
                  <p:sp>
                    <p:nvSpPr>
                      <p:cNvPr id="16433" name="Arc 16432">
                        <a:extLst>
                          <a:ext uri="{FF2B5EF4-FFF2-40B4-BE49-F238E27FC236}">
                            <a16:creationId xmlns:a16="http://schemas.microsoft.com/office/drawing/2014/main" id="{B457B8BE-3534-6E11-842D-8732C3BEBE2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434" name="Arc 16433">
                        <a:extLst>
                          <a:ext uri="{FF2B5EF4-FFF2-40B4-BE49-F238E27FC236}">
                            <a16:creationId xmlns:a16="http://schemas.microsoft.com/office/drawing/2014/main" id="{5D56DCBB-EFB3-9298-E831-CD231C45CEC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432" name="TextBox 16431">
                      <a:extLst>
                        <a:ext uri="{FF2B5EF4-FFF2-40B4-BE49-F238E27FC236}">
                          <a16:creationId xmlns:a16="http://schemas.microsoft.com/office/drawing/2014/main" id="{F6053B0E-783E-FD26-BBE3-CEDB7131994F}"/>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6406" name="Group 16405">
                    <a:extLst>
                      <a:ext uri="{FF2B5EF4-FFF2-40B4-BE49-F238E27FC236}">
                        <a16:creationId xmlns:a16="http://schemas.microsoft.com/office/drawing/2014/main" id="{2CB73A80-E50D-33DD-187D-2726D8044F82}"/>
                      </a:ext>
                    </a:extLst>
                  </p:cNvPr>
                  <p:cNvGrpSpPr/>
                  <p:nvPr/>
                </p:nvGrpSpPr>
                <p:grpSpPr>
                  <a:xfrm>
                    <a:off x="6512463" y="3525040"/>
                    <a:ext cx="393192" cy="393192"/>
                    <a:chOff x="6389147" y="3357021"/>
                    <a:chExt cx="393192" cy="393192"/>
                  </a:xfrm>
                </p:grpSpPr>
                <p:grpSp>
                  <p:nvGrpSpPr>
                    <p:cNvPr id="16418" name="Group 16417">
                      <a:extLst>
                        <a:ext uri="{FF2B5EF4-FFF2-40B4-BE49-F238E27FC236}">
                          <a16:creationId xmlns:a16="http://schemas.microsoft.com/office/drawing/2014/main" id="{DE94A51E-6133-6ED1-D906-AEBF99E88D58}"/>
                        </a:ext>
                      </a:extLst>
                    </p:cNvPr>
                    <p:cNvGrpSpPr/>
                    <p:nvPr/>
                  </p:nvGrpSpPr>
                  <p:grpSpPr>
                    <a:xfrm rot="7200000" flipH="1">
                      <a:off x="6389147" y="3357021"/>
                      <a:ext cx="393192" cy="393192"/>
                      <a:chOff x="5354637" y="3446463"/>
                      <a:chExt cx="214313" cy="214313"/>
                    </a:xfrm>
                  </p:grpSpPr>
                  <p:sp>
                    <p:nvSpPr>
                      <p:cNvPr id="16427" name="Arc 16426">
                        <a:extLst>
                          <a:ext uri="{FF2B5EF4-FFF2-40B4-BE49-F238E27FC236}">
                            <a16:creationId xmlns:a16="http://schemas.microsoft.com/office/drawing/2014/main" id="{2C03B99C-BBCD-0A26-E968-EBFC3327B35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428" name="Arc 16427">
                        <a:extLst>
                          <a:ext uri="{FF2B5EF4-FFF2-40B4-BE49-F238E27FC236}">
                            <a16:creationId xmlns:a16="http://schemas.microsoft.com/office/drawing/2014/main" id="{B7C7F1AE-6773-5979-4E62-35737FFF178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419" name="Group 16418">
                      <a:extLst>
                        <a:ext uri="{FF2B5EF4-FFF2-40B4-BE49-F238E27FC236}">
                          <a16:creationId xmlns:a16="http://schemas.microsoft.com/office/drawing/2014/main" id="{CCD1436A-E1C5-DCFD-FA4E-2906290CEF93}"/>
                        </a:ext>
                      </a:extLst>
                    </p:cNvPr>
                    <p:cNvGrpSpPr/>
                    <p:nvPr/>
                  </p:nvGrpSpPr>
                  <p:grpSpPr>
                    <a:xfrm>
                      <a:off x="6434137" y="3402011"/>
                      <a:ext cx="303213" cy="303213"/>
                      <a:chOff x="6434137" y="3402011"/>
                      <a:chExt cx="303213" cy="303213"/>
                    </a:xfrm>
                  </p:grpSpPr>
                  <p:grpSp>
                    <p:nvGrpSpPr>
                      <p:cNvPr id="16420" name="Group 16419">
                        <a:extLst>
                          <a:ext uri="{FF2B5EF4-FFF2-40B4-BE49-F238E27FC236}">
                            <a16:creationId xmlns:a16="http://schemas.microsoft.com/office/drawing/2014/main" id="{9F1DE0CD-379E-2D7C-A854-85B7CC6A451A}"/>
                          </a:ext>
                        </a:extLst>
                      </p:cNvPr>
                      <p:cNvGrpSpPr/>
                      <p:nvPr/>
                    </p:nvGrpSpPr>
                    <p:grpSpPr>
                      <a:xfrm flipH="1">
                        <a:off x="6478587" y="3446461"/>
                        <a:ext cx="214313" cy="214313"/>
                        <a:chOff x="5354637" y="3446463"/>
                        <a:chExt cx="214313" cy="214313"/>
                      </a:xfrm>
                    </p:grpSpPr>
                    <p:sp>
                      <p:nvSpPr>
                        <p:cNvPr id="16425" name="Arc 16424">
                          <a:extLst>
                            <a:ext uri="{FF2B5EF4-FFF2-40B4-BE49-F238E27FC236}">
                              <a16:creationId xmlns:a16="http://schemas.microsoft.com/office/drawing/2014/main" id="{E070FF5F-0D57-9DF3-F975-FF7F992E3ED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426" name="Arc 16425">
                          <a:extLst>
                            <a:ext uri="{FF2B5EF4-FFF2-40B4-BE49-F238E27FC236}">
                              <a16:creationId xmlns:a16="http://schemas.microsoft.com/office/drawing/2014/main" id="{F05DD242-786D-579E-190B-A181DEAD676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421" name="Group 16420">
                        <a:extLst>
                          <a:ext uri="{FF2B5EF4-FFF2-40B4-BE49-F238E27FC236}">
                            <a16:creationId xmlns:a16="http://schemas.microsoft.com/office/drawing/2014/main" id="{0F59E6EF-6B4E-2FA1-2B56-2B76B774151D}"/>
                          </a:ext>
                        </a:extLst>
                      </p:cNvPr>
                      <p:cNvGrpSpPr/>
                      <p:nvPr/>
                    </p:nvGrpSpPr>
                    <p:grpSpPr>
                      <a:xfrm rot="14400000" flipH="1">
                        <a:off x="6434137" y="3402011"/>
                        <a:ext cx="303213" cy="303213"/>
                        <a:chOff x="5354637" y="3446463"/>
                        <a:chExt cx="214313" cy="214313"/>
                      </a:xfrm>
                    </p:grpSpPr>
                    <p:sp>
                      <p:nvSpPr>
                        <p:cNvPr id="16423" name="Arc 16422">
                          <a:extLst>
                            <a:ext uri="{FF2B5EF4-FFF2-40B4-BE49-F238E27FC236}">
                              <a16:creationId xmlns:a16="http://schemas.microsoft.com/office/drawing/2014/main" id="{0E82F0C3-7934-297F-DCE1-B515E9FBA06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424" name="Arc 16423">
                          <a:extLst>
                            <a:ext uri="{FF2B5EF4-FFF2-40B4-BE49-F238E27FC236}">
                              <a16:creationId xmlns:a16="http://schemas.microsoft.com/office/drawing/2014/main" id="{4F104AB3-A1BB-7787-9B91-B7D9FEBE50B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422" name="TextBox 16421">
                        <a:extLst>
                          <a:ext uri="{FF2B5EF4-FFF2-40B4-BE49-F238E27FC236}">
                            <a16:creationId xmlns:a16="http://schemas.microsoft.com/office/drawing/2014/main" id="{027B7851-11C0-F8E9-4AC2-F8A2B192ED39}"/>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407" name="Group 16406">
                    <a:extLst>
                      <a:ext uri="{FF2B5EF4-FFF2-40B4-BE49-F238E27FC236}">
                        <a16:creationId xmlns:a16="http://schemas.microsoft.com/office/drawing/2014/main" id="{FA7DBE03-971E-15D8-9C78-02E9094B0D1D}"/>
                      </a:ext>
                    </a:extLst>
                  </p:cNvPr>
                  <p:cNvGrpSpPr/>
                  <p:nvPr/>
                </p:nvGrpSpPr>
                <p:grpSpPr>
                  <a:xfrm>
                    <a:off x="6197413" y="3225768"/>
                    <a:ext cx="393192" cy="393192"/>
                    <a:chOff x="6389147" y="3932622"/>
                    <a:chExt cx="393192" cy="393192"/>
                  </a:xfrm>
                </p:grpSpPr>
                <p:grpSp>
                  <p:nvGrpSpPr>
                    <p:cNvPr id="16408" name="Group 16407">
                      <a:extLst>
                        <a:ext uri="{FF2B5EF4-FFF2-40B4-BE49-F238E27FC236}">
                          <a16:creationId xmlns:a16="http://schemas.microsoft.com/office/drawing/2014/main" id="{D4F66D2A-1D51-95C7-B991-B320AD999E38}"/>
                        </a:ext>
                      </a:extLst>
                    </p:cNvPr>
                    <p:cNvGrpSpPr/>
                    <p:nvPr/>
                  </p:nvGrpSpPr>
                  <p:grpSpPr>
                    <a:xfrm flipH="1">
                      <a:off x="6478587" y="4022061"/>
                      <a:ext cx="214313" cy="214313"/>
                      <a:chOff x="5354637" y="3446463"/>
                      <a:chExt cx="214313" cy="214313"/>
                    </a:xfrm>
                  </p:grpSpPr>
                  <p:sp>
                    <p:nvSpPr>
                      <p:cNvPr id="16416" name="Arc 16415">
                        <a:extLst>
                          <a:ext uri="{FF2B5EF4-FFF2-40B4-BE49-F238E27FC236}">
                            <a16:creationId xmlns:a16="http://schemas.microsoft.com/office/drawing/2014/main" id="{60F60B0F-A590-9F7B-319D-5F944822522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417" name="Arc 16416">
                        <a:extLst>
                          <a:ext uri="{FF2B5EF4-FFF2-40B4-BE49-F238E27FC236}">
                            <a16:creationId xmlns:a16="http://schemas.microsoft.com/office/drawing/2014/main" id="{57E2BF2B-D9A2-5A5C-438F-140D153D21C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409" name="Group 16408">
                      <a:extLst>
                        <a:ext uri="{FF2B5EF4-FFF2-40B4-BE49-F238E27FC236}">
                          <a16:creationId xmlns:a16="http://schemas.microsoft.com/office/drawing/2014/main" id="{E9C34A9A-8AF4-3B17-4D6A-CD02FAE08875}"/>
                        </a:ext>
                      </a:extLst>
                    </p:cNvPr>
                    <p:cNvGrpSpPr/>
                    <p:nvPr/>
                  </p:nvGrpSpPr>
                  <p:grpSpPr>
                    <a:xfrm rot="7200000" flipH="1">
                      <a:off x="6434137" y="3977611"/>
                      <a:ext cx="303213" cy="303213"/>
                      <a:chOff x="5354637" y="3446463"/>
                      <a:chExt cx="214313" cy="214313"/>
                    </a:xfrm>
                  </p:grpSpPr>
                  <p:sp>
                    <p:nvSpPr>
                      <p:cNvPr id="16414" name="Arc 16413">
                        <a:extLst>
                          <a:ext uri="{FF2B5EF4-FFF2-40B4-BE49-F238E27FC236}">
                            <a16:creationId xmlns:a16="http://schemas.microsoft.com/office/drawing/2014/main" id="{9A1EEB26-9001-F4C9-F483-90F6AFCCE00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415" name="Arc 16414">
                        <a:extLst>
                          <a:ext uri="{FF2B5EF4-FFF2-40B4-BE49-F238E27FC236}">
                            <a16:creationId xmlns:a16="http://schemas.microsoft.com/office/drawing/2014/main" id="{4E800F21-4DF0-A6E5-C4DF-B5C049ECB58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410" name="Group 16409">
                      <a:extLst>
                        <a:ext uri="{FF2B5EF4-FFF2-40B4-BE49-F238E27FC236}">
                          <a16:creationId xmlns:a16="http://schemas.microsoft.com/office/drawing/2014/main" id="{4847DA8D-9E00-180A-229E-F6867D60E2E1}"/>
                        </a:ext>
                      </a:extLst>
                    </p:cNvPr>
                    <p:cNvGrpSpPr/>
                    <p:nvPr/>
                  </p:nvGrpSpPr>
                  <p:grpSpPr>
                    <a:xfrm rot="14400000" flipH="1">
                      <a:off x="6389147" y="3932622"/>
                      <a:ext cx="393192" cy="393192"/>
                      <a:chOff x="5354637" y="3446463"/>
                      <a:chExt cx="214313" cy="214313"/>
                    </a:xfrm>
                  </p:grpSpPr>
                  <p:sp>
                    <p:nvSpPr>
                      <p:cNvPr id="16412" name="Arc 16411">
                        <a:extLst>
                          <a:ext uri="{FF2B5EF4-FFF2-40B4-BE49-F238E27FC236}">
                            <a16:creationId xmlns:a16="http://schemas.microsoft.com/office/drawing/2014/main" id="{0C1CFF63-EB44-8327-5B63-96A0F3D05A7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413" name="Arc 16412">
                        <a:extLst>
                          <a:ext uri="{FF2B5EF4-FFF2-40B4-BE49-F238E27FC236}">
                            <a16:creationId xmlns:a16="http://schemas.microsoft.com/office/drawing/2014/main" id="{584AF186-6C37-8E09-458F-2FF89E7B1F8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411" name="TextBox 16410">
                      <a:extLst>
                        <a:ext uri="{FF2B5EF4-FFF2-40B4-BE49-F238E27FC236}">
                          <a16:creationId xmlns:a16="http://schemas.microsoft.com/office/drawing/2014/main" id="{8D0AB833-651B-D1C9-0F67-EF9BA4440A87}"/>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357" name="Group 16356">
                  <a:extLst>
                    <a:ext uri="{FF2B5EF4-FFF2-40B4-BE49-F238E27FC236}">
                      <a16:creationId xmlns:a16="http://schemas.microsoft.com/office/drawing/2014/main" id="{9C2D9B5C-0D96-EB47-2BE6-4B08DA30ED7F}"/>
                    </a:ext>
                  </a:extLst>
                </p:cNvPr>
                <p:cNvGrpSpPr/>
                <p:nvPr/>
              </p:nvGrpSpPr>
              <p:grpSpPr>
                <a:xfrm>
                  <a:off x="6069086" y="3246228"/>
                  <a:ext cx="1019224" cy="991639"/>
                  <a:chOff x="5886431" y="3225768"/>
                  <a:chExt cx="1019224" cy="991639"/>
                </a:xfrm>
              </p:grpSpPr>
              <p:grpSp>
                <p:nvGrpSpPr>
                  <p:cNvPr id="16358" name="Group 16357">
                    <a:extLst>
                      <a:ext uri="{FF2B5EF4-FFF2-40B4-BE49-F238E27FC236}">
                        <a16:creationId xmlns:a16="http://schemas.microsoft.com/office/drawing/2014/main" id="{9C24DCA4-0C03-69B6-FC03-0FCB1DF1CB32}"/>
                      </a:ext>
                    </a:extLst>
                  </p:cNvPr>
                  <p:cNvGrpSpPr/>
                  <p:nvPr/>
                </p:nvGrpSpPr>
                <p:grpSpPr>
                  <a:xfrm>
                    <a:off x="6197413" y="3824215"/>
                    <a:ext cx="393192" cy="393192"/>
                    <a:chOff x="5265196" y="3357021"/>
                    <a:chExt cx="393192" cy="393192"/>
                  </a:xfrm>
                </p:grpSpPr>
                <p:grpSp>
                  <p:nvGrpSpPr>
                    <p:cNvPr id="16393" name="Group 16392">
                      <a:extLst>
                        <a:ext uri="{FF2B5EF4-FFF2-40B4-BE49-F238E27FC236}">
                          <a16:creationId xmlns:a16="http://schemas.microsoft.com/office/drawing/2014/main" id="{1ACB41E0-BA88-8E90-B036-DACDF1B9D9F8}"/>
                        </a:ext>
                      </a:extLst>
                    </p:cNvPr>
                    <p:cNvGrpSpPr/>
                    <p:nvPr/>
                  </p:nvGrpSpPr>
                  <p:grpSpPr>
                    <a:xfrm rot="14400000">
                      <a:off x="5265196" y="3357021"/>
                      <a:ext cx="393192" cy="393192"/>
                      <a:chOff x="5354637" y="3446463"/>
                      <a:chExt cx="214313" cy="214313"/>
                    </a:xfrm>
                  </p:grpSpPr>
                  <p:sp>
                    <p:nvSpPr>
                      <p:cNvPr id="16402" name="Arc 16401">
                        <a:extLst>
                          <a:ext uri="{FF2B5EF4-FFF2-40B4-BE49-F238E27FC236}">
                            <a16:creationId xmlns:a16="http://schemas.microsoft.com/office/drawing/2014/main" id="{F05634BE-6C8B-4388-BA6D-78023C6A1F4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403" name="Arc 16402">
                        <a:extLst>
                          <a:ext uri="{FF2B5EF4-FFF2-40B4-BE49-F238E27FC236}">
                            <a16:creationId xmlns:a16="http://schemas.microsoft.com/office/drawing/2014/main" id="{DA15B0C3-979E-6DDB-2225-016604C06FC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394" name="Group 16393">
                      <a:extLst>
                        <a:ext uri="{FF2B5EF4-FFF2-40B4-BE49-F238E27FC236}">
                          <a16:creationId xmlns:a16="http://schemas.microsoft.com/office/drawing/2014/main" id="{DE9F122E-FC5E-9AF0-5460-7AD6E2900C34}"/>
                        </a:ext>
                      </a:extLst>
                    </p:cNvPr>
                    <p:cNvGrpSpPr/>
                    <p:nvPr/>
                  </p:nvGrpSpPr>
                  <p:grpSpPr>
                    <a:xfrm>
                      <a:off x="5310186" y="3402011"/>
                      <a:ext cx="303213" cy="303213"/>
                      <a:chOff x="5310186" y="3402011"/>
                      <a:chExt cx="303213" cy="303213"/>
                    </a:xfrm>
                  </p:grpSpPr>
                  <p:grpSp>
                    <p:nvGrpSpPr>
                      <p:cNvPr id="16395" name="Group 16394">
                        <a:extLst>
                          <a:ext uri="{FF2B5EF4-FFF2-40B4-BE49-F238E27FC236}">
                            <a16:creationId xmlns:a16="http://schemas.microsoft.com/office/drawing/2014/main" id="{A3CB4681-6A74-4AC9-E926-E32CE091B089}"/>
                          </a:ext>
                        </a:extLst>
                      </p:cNvPr>
                      <p:cNvGrpSpPr/>
                      <p:nvPr/>
                    </p:nvGrpSpPr>
                    <p:grpSpPr>
                      <a:xfrm>
                        <a:off x="5354636" y="3446461"/>
                        <a:ext cx="214313" cy="214313"/>
                        <a:chOff x="5354637" y="3446463"/>
                        <a:chExt cx="214313" cy="214313"/>
                      </a:xfrm>
                    </p:grpSpPr>
                    <p:sp>
                      <p:nvSpPr>
                        <p:cNvPr id="16400" name="Arc 16399">
                          <a:extLst>
                            <a:ext uri="{FF2B5EF4-FFF2-40B4-BE49-F238E27FC236}">
                              <a16:creationId xmlns:a16="http://schemas.microsoft.com/office/drawing/2014/main" id="{FD78443C-64BD-73F2-7124-75E96818E2C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401" name="Arc 16400">
                          <a:extLst>
                            <a:ext uri="{FF2B5EF4-FFF2-40B4-BE49-F238E27FC236}">
                              <a16:creationId xmlns:a16="http://schemas.microsoft.com/office/drawing/2014/main" id="{E42A9D6C-0B16-4ACA-52FE-CFB01962A02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396" name="Group 16395">
                        <a:extLst>
                          <a:ext uri="{FF2B5EF4-FFF2-40B4-BE49-F238E27FC236}">
                            <a16:creationId xmlns:a16="http://schemas.microsoft.com/office/drawing/2014/main" id="{18F3C5DF-0828-3CCC-5D03-A70CEB0A4A8F}"/>
                          </a:ext>
                        </a:extLst>
                      </p:cNvPr>
                      <p:cNvGrpSpPr/>
                      <p:nvPr/>
                    </p:nvGrpSpPr>
                    <p:grpSpPr>
                      <a:xfrm rot="7200000">
                        <a:off x="5310186" y="3402011"/>
                        <a:ext cx="303213" cy="303213"/>
                        <a:chOff x="5354637" y="3446463"/>
                        <a:chExt cx="214313" cy="214313"/>
                      </a:xfrm>
                    </p:grpSpPr>
                    <p:sp>
                      <p:nvSpPr>
                        <p:cNvPr id="16398" name="Arc 16397">
                          <a:extLst>
                            <a:ext uri="{FF2B5EF4-FFF2-40B4-BE49-F238E27FC236}">
                              <a16:creationId xmlns:a16="http://schemas.microsoft.com/office/drawing/2014/main" id="{A759DFC9-F615-6EE8-109F-8806018B567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399" name="Arc 16398">
                          <a:extLst>
                            <a:ext uri="{FF2B5EF4-FFF2-40B4-BE49-F238E27FC236}">
                              <a16:creationId xmlns:a16="http://schemas.microsoft.com/office/drawing/2014/main" id="{8EEE13AB-77E6-EFFF-AC5B-27AE56F95FD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397" name="TextBox 16396">
                        <a:extLst>
                          <a:ext uri="{FF2B5EF4-FFF2-40B4-BE49-F238E27FC236}">
                            <a16:creationId xmlns:a16="http://schemas.microsoft.com/office/drawing/2014/main" id="{2BDD5380-E2BE-7840-7B00-E9A2BEB67228}"/>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359" name="Group 16358">
                    <a:extLst>
                      <a:ext uri="{FF2B5EF4-FFF2-40B4-BE49-F238E27FC236}">
                        <a16:creationId xmlns:a16="http://schemas.microsoft.com/office/drawing/2014/main" id="{FBD3BD7E-1EED-AB0D-7468-BF0206E0B6AF}"/>
                      </a:ext>
                    </a:extLst>
                  </p:cNvPr>
                  <p:cNvGrpSpPr/>
                  <p:nvPr/>
                </p:nvGrpSpPr>
                <p:grpSpPr>
                  <a:xfrm>
                    <a:off x="5886431" y="3525040"/>
                    <a:ext cx="393192" cy="393192"/>
                    <a:chOff x="5265196" y="3932619"/>
                    <a:chExt cx="393192" cy="393192"/>
                  </a:xfrm>
                </p:grpSpPr>
                <p:grpSp>
                  <p:nvGrpSpPr>
                    <p:cNvPr id="16383" name="Group 16382">
                      <a:extLst>
                        <a:ext uri="{FF2B5EF4-FFF2-40B4-BE49-F238E27FC236}">
                          <a16:creationId xmlns:a16="http://schemas.microsoft.com/office/drawing/2014/main" id="{BFE0BB9C-08F2-E1C9-C963-33EA390F5A2E}"/>
                        </a:ext>
                      </a:extLst>
                    </p:cNvPr>
                    <p:cNvGrpSpPr/>
                    <p:nvPr/>
                  </p:nvGrpSpPr>
                  <p:grpSpPr>
                    <a:xfrm>
                      <a:off x="5354636" y="4022061"/>
                      <a:ext cx="214313" cy="214313"/>
                      <a:chOff x="5354637" y="3446463"/>
                      <a:chExt cx="214313" cy="214313"/>
                    </a:xfrm>
                  </p:grpSpPr>
                  <p:sp>
                    <p:nvSpPr>
                      <p:cNvPr id="16391" name="Arc 16390">
                        <a:extLst>
                          <a:ext uri="{FF2B5EF4-FFF2-40B4-BE49-F238E27FC236}">
                            <a16:creationId xmlns:a16="http://schemas.microsoft.com/office/drawing/2014/main" id="{E277EDDD-DD64-A3D7-A5D5-1D2DFBB87BB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392" name="Arc 16391">
                        <a:extLst>
                          <a:ext uri="{FF2B5EF4-FFF2-40B4-BE49-F238E27FC236}">
                            <a16:creationId xmlns:a16="http://schemas.microsoft.com/office/drawing/2014/main" id="{6C356CFA-8EBB-41A8-F505-01ADEB60E80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384" name="Group 16383">
                      <a:extLst>
                        <a:ext uri="{FF2B5EF4-FFF2-40B4-BE49-F238E27FC236}">
                          <a16:creationId xmlns:a16="http://schemas.microsoft.com/office/drawing/2014/main" id="{1464C785-6A0B-FEA6-1947-78E37E538295}"/>
                        </a:ext>
                      </a:extLst>
                    </p:cNvPr>
                    <p:cNvGrpSpPr/>
                    <p:nvPr/>
                  </p:nvGrpSpPr>
                  <p:grpSpPr>
                    <a:xfrm rot="14400000">
                      <a:off x="5310186" y="3977611"/>
                      <a:ext cx="303213" cy="303213"/>
                      <a:chOff x="5354637" y="3446463"/>
                      <a:chExt cx="214313" cy="214313"/>
                    </a:xfrm>
                  </p:grpSpPr>
                  <p:sp>
                    <p:nvSpPr>
                      <p:cNvPr id="16389" name="Arc 16388">
                        <a:extLst>
                          <a:ext uri="{FF2B5EF4-FFF2-40B4-BE49-F238E27FC236}">
                            <a16:creationId xmlns:a16="http://schemas.microsoft.com/office/drawing/2014/main" id="{60911837-5723-F2C9-C5A6-E6AD61F8BD0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390" name="Arc 16389">
                        <a:extLst>
                          <a:ext uri="{FF2B5EF4-FFF2-40B4-BE49-F238E27FC236}">
                            <a16:creationId xmlns:a16="http://schemas.microsoft.com/office/drawing/2014/main" id="{9FCD2AD1-754E-3F6A-2069-560A4980BB8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385" name="Group 16384">
                      <a:extLst>
                        <a:ext uri="{FF2B5EF4-FFF2-40B4-BE49-F238E27FC236}">
                          <a16:creationId xmlns:a16="http://schemas.microsoft.com/office/drawing/2014/main" id="{483C91AE-9C0E-4367-5813-DDCF79AEC01C}"/>
                        </a:ext>
                      </a:extLst>
                    </p:cNvPr>
                    <p:cNvGrpSpPr/>
                    <p:nvPr/>
                  </p:nvGrpSpPr>
                  <p:grpSpPr>
                    <a:xfrm rot="7200000">
                      <a:off x="5265196" y="3932619"/>
                      <a:ext cx="393192" cy="393192"/>
                      <a:chOff x="5354637" y="3446463"/>
                      <a:chExt cx="214313" cy="214313"/>
                    </a:xfrm>
                  </p:grpSpPr>
                  <p:sp>
                    <p:nvSpPr>
                      <p:cNvPr id="16387" name="Arc 16386">
                        <a:extLst>
                          <a:ext uri="{FF2B5EF4-FFF2-40B4-BE49-F238E27FC236}">
                            <a16:creationId xmlns:a16="http://schemas.microsoft.com/office/drawing/2014/main" id="{B0230433-ECD1-F53C-0729-A2199EE3B32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388" name="Arc 16387">
                        <a:extLst>
                          <a:ext uri="{FF2B5EF4-FFF2-40B4-BE49-F238E27FC236}">
                            <a16:creationId xmlns:a16="http://schemas.microsoft.com/office/drawing/2014/main" id="{A8603527-C502-BAB9-4E06-1FD4855E560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386" name="TextBox 16385">
                      <a:extLst>
                        <a:ext uri="{FF2B5EF4-FFF2-40B4-BE49-F238E27FC236}">
                          <a16:creationId xmlns:a16="http://schemas.microsoft.com/office/drawing/2014/main" id="{7025280E-5A5D-806D-CADC-0903971F56AF}"/>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6360" name="Group 16359">
                    <a:extLst>
                      <a:ext uri="{FF2B5EF4-FFF2-40B4-BE49-F238E27FC236}">
                        <a16:creationId xmlns:a16="http://schemas.microsoft.com/office/drawing/2014/main" id="{A617A50C-E169-C29E-641F-3C6E6381A81F}"/>
                      </a:ext>
                    </a:extLst>
                  </p:cNvPr>
                  <p:cNvGrpSpPr/>
                  <p:nvPr/>
                </p:nvGrpSpPr>
                <p:grpSpPr>
                  <a:xfrm>
                    <a:off x="6512463" y="3525040"/>
                    <a:ext cx="393192" cy="393192"/>
                    <a:chOff x="6389147" y="3357021"/>
                    <a:chExt cx="393192" cy="393192"/>
                  </a:xfrm>
                </p:grpSpPr>
                <p:grpSp>
                  <p:nvGrpSpPr>
                    <p:cNvPr id="16372" name="Group 16371">
                      <a:extLst>
                        <a:ext uri="{FF2B5EF4-FFF2-40B4-BE49-F238E27FC236}">
                          <a16:creationId xmlns:a16="http://schemas.microsoft.com/office/drawing/2014/main" id="{34040105-A9F2-1E7A-848F-79AEC8CA9F55}"/>
                        </a:ext>
                      </a:extLst>
                    </p:cNvPr>
                    <p:cNvGrpSpPr/>
                    <p:nvPr/>
                  </p:nvGrpSpPr>
                  <p:grpSpPr>
                    <a:xfrm rot="7200000" flipH="1">
                      <a:off x="6389147" y="3357021"/>
                      <a:ext cx="393192" cy="393192"/>
                      <a:chOff x="5354637" y="3446463"/>
                      <a:chExt cx="214313" cy="214313"/>
                    </a:xfrm>
                  </p:grpSpPr>
                  <p:sp>
                    <p:nvSpPr>
                      <p:cNvPr id="16381" name="Arc 16380">
                        <a:extLst>
                          <a:ext uri="{FF2B5EF4-FFF2-40B4-BE49-F238E27FC236}">
                            <a16:creationId xmlns:a16="http://schemas.microsoft.com/office/drawing/2014/main" id="{FAC0EBEB-BFD5-798B-D1F5-F0CEBE9A113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382" name="Arc 16381">
                        <a:extLst>
                          <a:ext uri="{FF2B5EF4-FFF2-40B4-BE49-F238E27FC236}">
                            <a16:creationId xmlns:a16="http://schemas.microsoft.com/office/drawing/2014/main" id="{93312665-E68B-0765-C258-0EACBA0426C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373" name="Group 16372">
                      <a:extLst>
                        <a:ext uri="{FF2B5EF4-FFF2-40B4-BE49-F238E27FC236}">
                          <a16:creationId xmlns:a16="http://schemas.microsoft.com/office/drawing/2014/main" id="{2C7732BA-A481-A4B2-2BCD-230B2801FA09}"/>
                        </a:ext>
                      </a:extLst>
                    </p:cNvPr>
                    <p:cNvGrpSpPr/>
                    <p:nvPr/>
                  </p:nvGrpSpPr>
                  <p:grpSpPr>
                    <a:xfrm>
                      <a:off x="6434137" y="3402011"/>
                      <a:ext cx="303213" cy="303213"/>
                      <a:chOff x="6434137" y="3402011"/>
                      <a:chExt cx="303213" cy="303213"/>
                    </a:xfrm>
                  </p:grpSpPr>
                  <p:grpSp>
                    <p:nvGrpSpPr>
                      <p:cNvPr id="16374" name="Group 16373">
                        <a:extLst>
                          <a:ext uri="{FF2B5EF4-FFF2-40B4-BE49-F238E27FC236}">
                            <a16:creationId xmlns:a16="http://schemas.microsoft.com/office/drawing/2014/main" id="{1E7A4573-4651-A056-F2FF-D037CCC881EF}"/>
                          </a:ext>
                        </a:extLst>
                      </p:cNvPr>
                      <p:cNvGrpSpPr/>
                      <p:nvPr/>
                    </p:nvGrpSpPr>
                    <p:grpSpPr>
                      <a:xfrm flipH="1">
                        <a:off x="6478587" y="3446461"/>
                        <a:ext cx="214313" cy="214313"/>
                        <a:chOff x="5354637" y="3446463"/>
                        <a:chExt cx="214313" cy="214313"/>
                      </a:xfrm>
                    </p:grpSpPr>
                    <p:sp>
                      <p:nvSpPr>
                        <p:cNvPr id="16379" name="Arc 16378">
                          <a:extLst>
                            <a:ext uri="{FF2B5EF4-FFF2-40B4-BE49-F238E27FC236}">
                              <a16:creationId xmlns:a16="http://schemas.microsoft.com/office/drawing/2014/main" id="{633F91EA-8D19-5FE3-86CF-EBAEC94E895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380" name="Arc 16379">
                          <a:extLst>
                            <a:ext uri="{FF2B5EF4-FFF2-40B4-BE49-F238E27FC236}">
                              <a16:creationId xmlns:a16="http://schemas.microsoft.com/office/drawing/2014/main" id="{1366AA9D-DC16-1410-078D-6DD3B6C6098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375" name="Group 16374">
                        <a:extLst>
                          <a:ext uri="{FF2B5EF4-FFF2-40B4-BE49-F238E27FC236}">
                            <a16:creationId xmlns:a16="http://schemas.microsoft.com/office/drawing/2014/main" id="{2C753B3F-2D6D-2658-8571-6652A54EA78C}"/>
                          </a:ext>
                        </a:extLst>
                      </p:cNvPr>
                      <p:cNvGrpSpPr/>
                      <p:nvPr/>
                    </p:nvGrpSpPr>
                    <p:grpSpPr>
                      <a:xfrm rot="14400000" flipH="1">
                        <a:off x="6434137" y="3402011"/>
                        <a:ext cx="303213" cy="303213"/>
                        <a:chOff x="5354637" y="3446463"/>
                        <a:chExt cx="214313" cy="214313"/>
                      </a:xfrm>
                    </p:grpSpPr>
                    <p:sp>
                      <p:nvSpPr>
                        <p:cNvPr id="16377" name="Arc 16376">
                          <a:extLst>
                            <a:ext uri="{FF2B5EF4-FFF2-40B4-BE49-F238E27FC236}">
                              <a16:creationId xmlns:a16="http://schemas.microsoft.com/office/drawing/2014/main" id="{F81C3DC2-08FC-AA60-7850-3F59A46D21F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378" name="Arc 16377">
                          <a:extLst>
                            <a:ext uri="{FF2B5EF4-FFF2-40B4-BE49-F238E27FC236}">
                              <a16:creationId xmlns:a16="http://schemas.microsoft.com/office/drawing/2014/main" id="{80B73307-3906-1F25-8D45-F63AD84F29A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376" name="TextBox 16375">
                        <a:extLst>
                          <a:ext uri="{FF2B5EF4-FFF2-40B4-BE49-F238E27FC236}">
                            <a16:creationId xmlns:a16="http://schemas.microsoft.com/office/drawing/2014/main" id="{ABE34F08-36DC-72DB-9C5E-956453CB4FB8}"/>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361" name="Group 16360">
                    <a:extLst>
                      <a:ext uri="{FF2B5EF4-FFF2-40B4-BE49-F238E27FC236}">
                        <a16:creationId xmlns:a16="http://schemas.microsoft.com/office/drawing/2014/main" id="{D5E79CA1-772F-793E-BAEA-BB60D5C1AC55}"/>
                      </a:ext>
                    </a:extLst>
                  </p:cNvPr>
                  <p:cNvGrpSpPr/>
                  <p:nvPr/>
                </p:nvGrpSpPr>
                <p:grpSpPr>
                  <a:xfrm>
                    <a:off x="6197413" y="3225768"/>
                    <a:ext cx="393192" cy="393192"/>
                    <a:chOff x="6389147" y="3932622"/>
                    <a:chExt cx="393192" cy="393192"/>
                  </a:xfrm>
                </p:grpSpPr>
                <p:grpSp>
                  <p:nvGrpSpPr>
                    <p:cNvPr id="16362" name="Group 16361">
                      <a:extLst>
                        <a:ext uri="{FF2B5EF4-FFF2-40B4-BE49-F238E27FC236}">
                          <a16:creationId xmlns:a16="http://schemas.microsoft.com/office/drawing/2014/main" id="{EDC2A7C0-55BB-21A8-9CB0-8769BA971594}"/>
                        </a:ext>
                      </a:extLst>
                    </p:cNvPr>
                    <p:cNvGrpSpPr/>
                    <p:nvPr/>
                  </p:nvGrpSpPr>
                  <p:grpSpPr>
                    <a:xfrm flipH="1">
                      <a:off x="6478587" y="4022061"/>
                      <a:ext cx="214313" cy="214313"/>
                      <a:chOff x="5354637" y="3446463"/>
                      <a:chExt cx="214313" cy="214313"/>
                    </a:xfrm>
                  </p:grpSpPr>
                  <p:sp>
                    <p:nvSpPr>
                      <p:cNvPr id="16370" name="Arc 16369">
                        <a:extLst>
                          <a:ext uri="{FF2B5EF4-FFF2-40B4-BE49-F238E27FC236}">
                            <a16:creationId xmlns:a16="http://schemas.microsoft.com/office/drawing/2014/main" id="{DEC1DC63-7178-7BD4-BEA6-326172FA5D1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371" name="Arc 16370">
                        <a:extLst>
                          <a:ext uri="{FF2B5EF4-FFF2-40B4-BE49-F238E27FC236}">
                            <a16:creationId xmlns:a16="http://schemas.microsoft.com/office/drawing/2014/main" id="{73CFB094-C7A9-1AE6-AFBA-98BDAB6C72D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363" name="Group 16362">
                      <a:extLst>
                        <a:ext uri="{FF2B5EF4-FFF2-40B4-BE49-F238E27FC236}">
                          <a16:creationId xmlns:a16="http://schemas.microsoft.com/office/drawing/2014/main" id="{71CDDFAA-F1B0-4683-11A2-6450F537FB34}"/>
                        </a:ext>
                      </a:extLst>
                    </p:cNvPr>
                    <p:cNvGrpSpPr/>
                    <p:nvPr/>
                  </p:nvGrpSpPr>
                  <p:grpSpPr>
                    <a:xfrm rot="7200000" flipH="1">
                      <a:off x="6434137" y="3977611"/>
                      <a:ext cx="303213" cy="303213"/>
                      <a:chOff x="5354637" y="3446463"/>
                      <a:chExt cx="214313" cy="214313"/>
                    </a:xfrm>
                  </p:grpSpPr>
                  <p:sp>
                    <p:nvSpPr>
                      <p:cNvPr id="16368" name="Arc 16367">
                        <a:extLst>
                          <a:ext uri="{FF2B5EF4-FFF2-40B4-BE49-F238E27FC236}">
                            <a16:creationId xmlns:a16="http://schemas.microsoft.com/office/drawing/2014/main" id="{591CE453-819B-34D5-2FA8-A9A8786AA88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369" name="Arc 16368">
                        <a:extLst>
                          <a:ext uri="{FF2B5EF4-FFF2-40B4-BE49-F238E27FC236}">
                            <a16:creationId xmlns:a16="http://schemas.microsoft.com/office/drawing/2014/main" id="{90B5879A-5372-658A-3273-18B82FB4719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364" name="Group 16363">
                      <a:extLst>
                        <a:ext uri="{FF2B5EF4-FFF2-40B4-BE49-F238E27FC236}">
                          <a16:creationId xmlns:a16="http://schemas.microsoft.com/office/drawing/2014/main" id="{FFF78C00-095F-CF58-E094-A46FD42D874B}"/>
                        </a:ext>
                      </a:extLst>
                    </p:cNvPr>
                    <p:cNvGrpSpPr/>
                    <p:nvPr/>
                  </p:nvGrpSpPr>
                  <p:grpSpPr>
                    <a:xfrm rot="14400000" flipH="1">
                      <a:off x="6389147" y="3932622"/>
                      <a:ext cx="393192" cy="393192"/>
                      <a:chOff x="5354637" y="3446463"/>
                      <a:chExt cx="214313" cy="214313"/>
                    </a:xfrm>
                  </p:grpSpPr>
                  <p:sp>
                    <p:nvSpPr>
                      <p:cNvPr id="16366" name="Arc 16365">
                        <a:extLst>
                          <a:ext uri="{FF2B5EF4-FFF2-40B4-BE49-F238E27FC236}">
                            <a16:creationId xmlns:a16="http://schemas.microsoft.com/office/drawing/2014/main" id="{4281E726-2F7C-07A9-60A1-AEF6688E3E3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367" name="Arc 16366">
                        <a:extLst>
                          <a:ext uri="{FF2B5EF4-FFF2-40B4-BE49-F238E27FC236}">
                            <a16:creationId xmlns:a16="http://schemas.microsoft.com/office/drawing/2014/main" id="{00E2B3E5-4BFA-8D8E-345A-14EF7F038D4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365" name="TextBox 16364">
                      <a:extLst>
                        <a:ext uri="{FF2B5EF4-FFF2-40B4-BE49-F238E27FC236}">
                          <a16:creationId xmlns:a16="http://schemas.microsoft.com/office/drawing/2014/main" id="{5E337DD8-7346-64CF-3D7D-B0A7F1F88A03}"/>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6261" name="Group 16260">
                <a:extLst>
                  <a:ext uri="{FF2B5EF4-FFF2-40B4-BE49-F238E27FC236}">
                    <a16:creationId xmlns:a16="http://schemas.microsoft.com/office/drawing/2014/main" id="{9A808656-EF71-F0AB-6950-094477087EA9}"/>
                  </a:ext>
                </a:extLst>
              </p:cNvPr>
              <p:cNvGrpSpPr/>
              <p:nvPr/>
            </p:nvGrpSpPr>
            <p:grpSpPr>
              <a:xfrm>
                <a:off x="6065340" y="2039507"/>
                <a:ext cx="1643204" cy="1593124"/>
                <a:chOff x="5445106" y="2644743"/>
                <a:chExt cx="1643204" cy="1593124"/>
              </a:xfrm>
            </p:grpSpPr>
            <p:grpSp>
              <p:nvGrpSpPr>
                <p:cNvPr id="16262" name="Group 16261">
                  <a:extLst>
                    <a:ext uri="{FF2B5EF4-FFF2-40B4-BE49-F238E27FC236}">
                      <a16:creationId xmlns:a16="http://schemas.microsoft.com/office/drawing/2014/main" id="{5F6F6164-9F59-8DDB-83B8-3CEC697418DE}"/>
                    </a:ext>
                  </a:extLst>
                </p:cNvPr>
                <p:cNvGrpSpPr/>
                <p:nvPr/>
              </p:nvGrpSpPr>
              <p:grpSpPr>
                <a:xfrm>
                  <a:off x="5445106" y="2644743"/>
                  <a:ext cx="1019224" cy="991639"/>
                  <a:chOff x="5886431" y="3225768"/>
                  <a:chExt cx="1019224" cy="991639"/>
                </a:xfrm>
              </p:grpSpPr>
              <p:grpSp>
                <p:nvGrpSpPr>
                  <p:cNvPr id="16310" name="Group 16309">
                    <a:extLst>
                      <a:ext uri="{FF2B5EF4-FFF2-40B4-BE49-F238E27FC236}">
                        <a16:creationId xmlns:a16="http://schemas.microsoft.com/office/drawing/2014/main" id="{88C652D3-9A36-C576-E6DA-B0E736F5E868}"/>
                      </a:ext>
                    </a:extLst>
                  </p:cNvPr>
                  <p:cNvGrpSpPr/>
                  <p:nvPr/>
                </p:nvGrpSpPr>
                <p:grpSpPr>
                  <a:xfrm>
                    <a:off x="6197413" y="3824215"/>
                    <a:ext cx="393192" cy="393192"/>
                    <a:chOff x="5265196" y="3357021"/>
                    <a:chExt cx="393192" cy="393192"/>
                  </a:xfrm>
                </p:grpSpPr>
                <p:grpSp>
                  <p:nvGrpSpPr>
                    <p:cNvPr id="16345" name="Group 16344">
                      <a:extLst>
                        <a:ext uri="{FF2B5EF4-FFF2-40B4-BE49-F238E27FC236}">
                          <a16:creationId xmlns:a16="http://schemas.microsoft.com/office/drawing/2014/main" id="{B4ABB904-84A3-3FEA-2A95-87DB5F47D8A2}"/>
                        </a:ext>
                      </a:extLst>
                    </p:cNvPr>
                    <p:cNvGrpSpPr/>
                    <p:nvPr/>
                  </p:nvGrpSpPr>
                  <p:grpSpPr>
                    <a:xfrm rot="14400000">
                      <a:off x="5265196" y="3357021"/>
                      <a:ext cx="393192" cy="393192"/>
                      <a:chOff x="5354637" y="3446463"/>
                      <a:chExt cx="214313" cy="214313"/>
                    </a:xfrm>
                  </p:grpSpPr>
                  <p:sp>
                    <p:nvSpPr>
                      <p:cNvPr id="16354" name="Arc 16353">
                        <a:extLst>
                          <a:ext uri="{FF2B5EF4-FFF2-40B4-BE49-F238E27FC236}">
                            <a16:creationId xmlns:a16="http://schemas.microsoft.com/office/drawing/2014/main" id="{CBA7B0AB-555C-5A20-FB52-ABEB353DF45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355" name="Arc 16354">
                        <a:extLst>
                          <a:ext uri="{FF2B5EF4-FFF2-40B4-BE49-F238E27FC236}">
                            <a16:creationId xmlns:a16="http://schemas.microsoft.com/office/drawing/2014/main" id="{33258468-5A93-3144-693B-735B3F882EB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346" name="Group 16345">
                      <a:extLst>
                        <a:ext uri="{FF2B5EF4-FFF2-40B4-BE49-F238E27FC236}">
                          <a16:creationId xmlns:a16="http://schemas.microsoft.com/office/drawing/2014/main" id="{99B2AF8C-1C21-A84B-CBFF-A011D1E64421}"/>
                        </a:ext>
                      </a:extLst>
                    </p:cNvPr>
                    <p:cNvGrpSpPr/>
                    <p:nvPr/>
                  </p:nvGrpSpPr>
                  <p:grpSpPr>
                    <a:xfrm>
                      <a:off x="5310186" y="3402011"/>
                      <a:ext cx="303213" cy="303213"/>
                      <a:chOff x="5310186" y="3402011"/>
                      <a:chExt cx="303213" cy="303213"/>
                    </a:xfrm>
                  </p:grpSpPr>
                  <p:grpSp>
                    <p:nvGrpSpPr>
                      <p:cNvPr id="16347" name="Group 16346">
                        <a:extLst>
                          <a:ext uri="{FF2B5EF4-FFF2-40B4-BE49-F238E27FC236}">
                            <a16:creationId xmlns:a16="http://schemas.microsoft.com/office/drawing/2014/main" id="{E6C2122F-9C94-F396-28AD-476258E51838}"/>
                          </a:ext>
                        </a:extLst>
                      </p:cNvPr>
                      <p:cNvGrpSpPr/>
                      <p:nvPr/>
                    </p:nvGrpSpPr>
                    <p:grpSpPr>
                      <a:xfrm>
                        <a:off x="5354636" y="3446461"/>
                        <a:ext cx="214313" cy="214313"/>
                        <a:chOff x="5354637" y="3446463"/>
                        <a:chExt cx="214313" cy="214313"/>
                      </a:xfrm>
                    </p:grpSpPr>
                    <p:sp>
                      <p:nvSpPr>
                        <p:cNvPr id="16352" name="Arc 16351">
                          <a:extLst>
                            <a:ext uri="{FF2B5EF4-FFF2-40B4-BE49-F238E27FC236}">
                              <a16:creationId xmlns:a16="http://schemas.microsoft.com/office/drawing/2014/main" id="{A7A83C86-6457-CBEC-F441-513039FF7D4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353" name="Arc 16352">
                          <a:extLst>
                            <a:ext uri="{FF2B5EF4-FFF2-40B4-BE49-F238E27FC236}">
                              <a16:creationId xmlns:a16="http://schemas.microsoft.com/office/drawing/2014/main" id="{6838FE77-94C5-D082-E565-8E275F02E26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348" name="Group 16347">
                        <a:extLst>
                          <a:ext uri="{FF2B5EF4-FFF2-40B4-BE49-F238E27FC236}">
                            <a16:creationId xmlns:a16="http://schemas.microsoft.com/office/drawing/2014/main" id="{CDF44B70-D24B-6579-1816-B88719A791CA}"/>
                          </a:ext>
                        </a:extLst>
                      </p:cNvPr>
                      <p:cNvGrpSpPr/>
                      <p:nvPr/>
                    </p:nvGrpSpPr>
                    <p:grpSpPr>
                      <a:xfrm rot="7200000">
                        <a:off x="5310186" y="3402011"/>
                        <a:ext cx="303213" cy="303213"/>
                        <a:chOff x="5354637" y="3446463"/>
                        <a:chExt cx="214313" cy="214313"/>
                      </a:xfrm>
                    </p:grpSpPr>
                    <p:sp>
                      <p:nvSpPr>
                        <p:cNvPr id="16350" name="Arc 16349">
                          <a:extLst>
                            <a:ext uri="{FF2B5EF4-FFF2-40B4-BE49-F238E27FC236}">
                              <a16:creationId xmlns:a16="http://schemas.microsoft.com/office/drawing/2014/main" id="{A4D99E7F-8C1D-A330-22D2-A75A1F628E9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351" name="Arc 16350">
                          <a:extLst>
                            <a:ext uri="{FF2B5EF4-FFF2-40B4-BE49-F238E27FC236}">
                              <a16:creationId xmlns:a16="http://schemas.microsoft.com/office/drawing/2014/main" id="{A5919B98-C64E-741F-FF81-9DFB5DF2826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349" name="TextBox 16348">
                        <a:extLst>
                          <a:ext uri="{FF2B5EF4-FFF2-40B4-BE49-F238E27FC236}">
                            <a16:creationId xmlns:a16="http://schemas.microsoft.com/office/drawing/2014/main" id="{7E2DEE05-C7BB-333C-0469-79EA15A8E868}"/>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311" name="Group 16310">
                    <a:extLst>
                      <a:ext uri="{FF2B5EF4-FFF2-40B4-BE49-F238E27FC236}">
                        <a16:creationId xmlns:a16="http://schemas.microsoft.com/office/drawing/2014/main" id="{80F403CB-45CB-AAA1-7999-DDB6EB2265EA}"/>
                      </a:ext>
                    </a:extLst>
                  </p:cNvPr>
                  <p:cNvGrpSpPr/>
                  <p:nvPr/>
                </p:nvGrpSpPr>
                <p:grpSpPr>
                  <a:xfrm>
                    <a:off x="5886431" y="3525040"/>
                    <a:ext cx="393192" cy="393192"/>
                    <a:chOff x="5265196" y="3932619"/>
                    <a:chExt cx="393192" cy="393192"/>
                  </a:xfrm>
                </p:grpSpPr>
                <p:grpSp>
                  <p:nvGrpSpPr>
                    <p:cNvPr id="16335" name="Group 16334">
                      <a:extLst>
                        <a:ext uri="{FF2B5EF4-FFF2-40B4-BE49-F238E27FC236}">
                          <a16:creationId xmlns:a16="http://schemas.microsoft.com/office/drawing/2014/main" id="{552A8A77-6A45-134C-6355-E2B1CAB183B0}"/>
                        </a:ext>
                      </a:extLst>
                    </p:cNvPr>
                    <p:cNvGrpSpPr/>
                    <p:nvPr/>
                  </p:nvGrpSpPr>
                  <p:grpSpPr>
                    <a:xfrm>
                      <a:off x="5354636" y="4022061"/>
                      <a:ext cx="214313" cy="214313"/>
                      <a:chOff x="5354637" y="3446463"/>
                      <a:chExt cx="214313" cy="214313"/>
                    </a:xfrm>
                  </p:grpSpPr>
                  <p:sp>
                    <p:nvSpPr>
                      <p:cNvPr id="16343" name="Arc 16342">
                        <a:extLst>
                          <a:ext uri="{FF2B5EF4-FFF2-40B4-BE49-F238E27FC236}">
                            <a16:creationId xmlns:a16="http://schemas.microsoft.com/office/drawing/2014/main" id="{53B9F8AF-AC24-8144-19C3-9444536C810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344" name="Arc 16343">
                        <a:extLst>
                          <a:ext uri="{FF2B5EF4-FFF2-40B4-BE49-F238E27FC236}">
                            <a16:creationId xmlns:a16="http://schemas.microsoft.com/office/drawing/2014/main" id="{E99E1FE3-1ABA-E4D3-B13E-0A158770371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336" name="Group 16335">
                      <a:extLst>
                        <a:ext uri="{FF2B5EF4-FFF2-40B4-BE49-F238E27FC236}">
                          <a16:creationId xmlns:a16="http://schemas.microsoft.com/office/drawing/2014/main" id="{4CD6C520-F0D5-316A-55F4-B4205BBE396A}"/>
                        </a:ext>
                      </a:extLst>
                    </p:cNvPr>
                    <p:cNvGrpSpPr/>
                    <p:nvPr/>
                  </p:nvGrpSpPr>
                  <p:grpSpPr>
                    <a:xfrm rot="14400000">
                      <a:off x="5310186" y="3977611"/>
                      <a:ext cx="303213" cy="303213"/>
                      <a:chOff x="5354637" y="3446463"/>
                      <a:chExt cx="214313" cy="214313"/>
                    </a:xfrm>
                  </p:grpSpPr>
                  <p:sp>
                    <p:nvSpPr>
                      <p:cNvPr id="16341" name="Arc 16340">
                        <a:extLst>
                          <a:ext uri="{FF2B5EF4-FFF2-40B4-BE49-F238E27FC236}">
                            <a16:creationId xmlns:a16="http://schemas.microsoft.com/office/drawing/2014/main" id="{B32684BD-B71E-3A79-9B9C-CE8D8336DFE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342" name="Arc 16341">
                        <a:extLst>
                          <a:ext uri="{FF2B5EF4-FFF2-40B4-BE49-F238E27FC236}">
                            <a16:creationId xmlns:a16="http://schemas.microsoft.com/office/drawing/2014/main" id="{2034BAED-31F3-01A2-9D6C-0008723AB34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337" name="Group 16336">
                      <a:extLst>
                        <a:ext uri="{FF2B5EF4-FFF2-40B4-BE49-F238E27FC236}">
                          <a16:creationId xmlns:a16="http://schemas.microsoft.com/office/drawing/2014/main" id="{724D4AC6-D7A2-092F-DF1B-EFEFB1A71FE8}"/>
                        </a:ext>
                      </a:extLst>
                    </p:cNvPr>
                    <p:cNvGrpSpPr/>
                    <p:nvPr/>
                  </p:nvGrpSpPr>
                  <p:grpSpPr>
                    <a:xfrm rot="7200000">
                      <a:off x="5265196" y="3932619"/>
                      <a:ext cx="393192" cy="393192"/>
                      <a:chOff x="5354637" y="3446463"/>
                      <a:chExt cx="214313" cy="214313"/>
                    </a:xfrm>
                  </p:grpSpPr>
                  <p:sp>
                    <p:nvSpPr>
                      <p:cNvPr id="16339" name="Arc 16338">
                        <a:extLst>
                          <a:ext uri="{FF2B5EF4-FFF2-40B4-BE49-F238E27FC236}">
                            <a16:creationId xmlns:a16="http://schemas.microsoft.com/office/drawing/2014/main" id="{D7385CDD-A1BC-7396-EA6D-45CB5E4C96B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340" name="Arc 16339">
                        <a:extLst>
                          <a:ext uri="{FF2B5EF4-FFF2-40B4-BE49-F238E27FC236}">
                            <a16:creationId xmlns:a16="http://schemas.microsoft.com/office/drawing/2014/main" id="{C63BC27B-9430-BDD9-2936-C9C752BF087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338" name="TextBox 16337">
                      <a:extLst>
                        <a:ext uri="{FF2B5EF4-FFF2-40B4-BE49-F238E27FC236}">
                          <a16:creationId xmlns:a16="http://schemas.microsoft.com/office/drawing/2014/main" id="{D87069A4-CBA3-BFF8-7073-C8C2698CBE32}"/>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6312" name="Group 16311">
                    <a:extLst>
                      <a:ext uri="{FF2B5EF4-FFF2-40B4-BE49-F238E27FC236}">
                        <a16:creationId xmlns:a16="http://schemas.microsoft.com/office/drawing/2014/main" id="{BE77C4CD-DBE7-2384-5126-DB0D16B5CE40}"/>
                      </a:ext>
                    </a:extLst>
                  </p:cNvPr>
                  <p:cNvGrpSpPr/>
                  <p:nvPr/>
                </p:nvGrpSpPr>
                <p:grpSpPr>
                  <a:xfrm>
                    <a:off x="6512463" y="3525040"/>
                    <a:ext cx="393192" cy="393192"/>
                    <a:chOff x="6389147" y="3357021"/>
                    <a:chExt cx="393192" cy="393192"/>
                  </a:xfrm>
                </p:grpSpPr>
                <p:grpSp>
                  <p:nvGrpSpPr>
                    <p:cNvPr id="16324" name="Group 16323">
                      <a:extLst>
                        <a:ext uri="{FF2B5EF4-FFF2-40B4-BE49-F238E27FC236}">
                          <a16:creationId xmlns:a16="http://schemas.microsoft.com/office/drawing/2014/main" id="{993BD8D6-CE3B-0FF6-E8CA-4548E0F007B6}"/>
                        </a:ext>
                      </a:extLst>
                    </p:cNvPr>
                    <p:cNvGrpSpPr/>
                    <p:nvPr/>
                  </p:nvGrpSpPr>
                  <p:grpSpPr>
                    <a:xfrm rot="7200000" flipH="1">
                      <a:off x="6389147" y="3357021"/>
                      <a:ext cx="393192" cy="393192"/>
                      <a:chOff x="5354637" y="3446463"/>
                      <a:chExt cx="214313" cy="214313"/>
                    </a:xfrm>
                  </p:grpSpPr>
                  <p:sp>
                    <p:nvSpPr>
                      <p:cNvPr id="16333" name="Arc 16332">
                        <a:extLst>
                          <a:ext uri="{FF2B5EF4-FFF2-40B4-BE49-F238E27FC236}">
                            <a16:creationId xmlns:a16="http://schemas.microsoft.com/office/drawing/2014/main" id="{5943F99B-811D-2C05-9757-558BEF1FEA9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334" name="Arc 16333">
                        <a:extLst>
                          <a:ext uri="{FF2B5EF4-FFF2-40B4-BE49-F238E27FC236}">
                            <a16:creationId xmlns:a16="http://schemas.microsoft.com/office/drawing/2014/main" id="{6247B9F8-CA55-F310-DD17-A1291B42531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325" name="Group 16324">
                      <a:extLst>
                        <a:ext uri="{FF2B5EF4-FFF2-40B4-BE49-F238E27FC236}">
                          <a16:creationId xmlns:a16="http://schemas.microsoft.com/office/drawing/2014/main" id="{AE6C2C70-94FE-743C-F218-36BC57FE444A}"/>
                        </a:ext>
                      </a:extLst>
                    </p:cNvPr>
                    <p:cNvGrpSpPr/>
                    <p:nvPr/>
                  </p:nvGrpSpPr>
                  <p:grpSpPr>
                    <a:xfrm>
                      <a:off x="6434137" y="3402011"/>
                      <a:ext cx="303213" cy="303213"/>
                      <a:chOff x="6434137" y="3402011"/>
                      <a:chExt cx="303213" cy="303213"/>
                    </a:xfrm>
                  </p:grpSpPr>
                  <p:grpSp>
                    <p:nvGrpSpPr>
                      <p:cNvPr id="16326" name="Group 16325">
                        <a:extLst>
                          <a:ext uri="{FF2B5EF4-FFF2-40B4-BE49-F238E27FC236}">
                            <a16:creationId xmlns:a16="http://schemas.microsoft.com/office/drawing/2014/main" id="{9DF041FA-2505-26FC-E152-9564DC15E83E}"/>
                          </a:ext>
                        </a:extLst>
                      </p:cNvPr>
                      <p:cNvGrpSpPr/>
                      <p:nvPr/>
                    </p:nvGrpSpPr>
                    <p:grpSpPr>
                      <a:xfrm flipH="1">
                        <a:off x="6478587" y="3446461"/>
                        <a:ext cx="214313" cy="214313"/>
                        <a:chOff x="5354637" y="3446463"/>
                        <a:chExt cx="214313" cy="214313"/>
                      </a:xfrm>
                    </p:grpSpPr>
                    <p:sp>
                      <p:nvSpPr>
                        <p:cNvPr id="16331" name="Arc 16330">
                          <a:extLst>
                            <a:ext uri="{FF2B5EF4-FFF2-40B4-BE49-F238E27FC236}">
                              <a16:creationId xmlns:a16="http://schemas.microsoft.com/office/drawing/2014/main" id="{B77BBDC1-2BA5-ECB4-9229-5D8E95671AA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332" name="Arc 16331">
                          <a:extLst>
                            <a:ext uri="{FF2B5EF4-FFF2-40B4-BE49-F238E27FC236}">
                              <a16:creationId xmlns:a16="http://schemas.microsoft.com/office/drawing/2014/main" id="{B3C88023-3561-CE0C-930D-7761592D1A6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327" name="Group 16326">
                        <a:extLst>
                          <a:ext uri="{FF2B5EF4-FFF2-40B4-BE49-F238E27FC236}">
                            <a16:creationId xmlns:a16="http://schemas.microsoft.com/office/drawing/2014/main" id="{B6DF346C-6F46-F4DD-B4D8-39DFACF10E8C}"/>
                          </a:ext>
                        </a:extLst>
                      </p:cNvPr>
                      <p:cNvGrpSpPr/>
                      <p:nvPr/>
                    </p:nvGrpSpPr>
                    <p:grpSpPr>
                      <a:xfrm rot="14400000" flipH="1">
                        <a:off x="6434137" y="3402011"/>
                        <a:ext cx="303213" cy="303213"/>
                        <a:chOff x="5354637" y="3446463"/>
                        <a:chExt cx="214313" cy="214313"/>
                      </a:xfrm>
                    </p:grpSpPr>
                    <p:sp>
                      <p:nvSpPr>
                        <p:cNvPr id="16329" name="Arc 16328">
                          <a:extLst>
                            <a:ext uri="{FF2B5EF4-FFF2-40B4-BE49-F238E27FC236}">
                              <a16:creationId xmlns:a16="http://schemas.microsoft.com/office/drawing/2014/main" id="{9720E5A4-5B28-7E8C-2D03-EC6E49FE1F8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330" name="Arc 16329">
                          <a:extLst>
                            <a:ext uri="{FF2B5EF4-FFF2-40B4-BE49-F238E27FC236}">
                              <a16:creationId xmlns:a16="http://schemas.microsoft.com/office/drawing/2014/main" id="{FA88DE48-43F0-CC5A-01D6-63B31EF0D38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328" name="TextBox 16327">
                        <a:extLst>
                          <a:ext uri="{FF2B5EF4-FFF2-40B4-BE49-F238E27FC236}">
                            <a16:creationId xmlns:a16="http://schemas.microsoft.com/office/drawing/2014/main" id="{12291124-2979-E1BF-C24E-77109CE88A47}"/>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313" name="Group 16312">
                    <a:extLst>
                      <a:ext uri="{FF2B5EF4-FFF2-40B4-BE49-F238E27FC236}">
                        <a16:creationId xmlns:a16="http://schemas.microsoft.com/office/drawing/2014/main" id="{D6710F09-5650-397C-ED71-ABFAA076F384}"/>
                      </a:ext>
                    </a:extLst>
                  </p:cNvPr>
                  <p:cNvGrpSpPr/>
                  <p:nvPr/>
                </p:nvGrpSpPr>
                <p:grpSpPr>
                  <a:xfrm>
                    <a:off x="6197413" y="3225768"/>
                    <a:ext cx="393192" cy="393192"/>
                    <a:chOff x="6389147" y="3932622"/>
                    <a:chExt cx="393192" cy="393192"/>
                  </a:xfrm>
                </p:grpSpPr>
                <p:grpSp>
                  <p:nvGrpSpPr>
                    <p:cNvPr id="16314" name="Group 16313">
                      <a:extLst>
                        <a:ext uri="{FF2B5EF4-FFF2-40B4-BE49-F238E27FC236}">
                          <a16:creationId xmlns:a16="http://schemas.microsoft.com/office/drawing/2014/main" id="{F02C2A25-2B4B-0202-E0EE-198492D996E4}"/>
                        </a:ext>
                      </a:extLst>
                    </p:cNvPr>
                    <p:cNvGrpSpPr/>
                    <p:nvPr/>
                  </p:nvGrpSpPr>
                  <p:grpSpPr>
                    <a:xfrm flipH="1">
                      <a:off x="6478587" y="4022061"/>
                      <a:ext cx="214313" cy="214313"/>
                      <a:chOff x="5354637" y="3446463"/>
                      <a:chExt cx="214313" cy="214313"/>
                    </a:xfrm>
                  </p:grpSpPr>
                  <p:sp>
                    <p:nvSpPr>
                      <p:cNvPr id="16322" name="Arc 16321">
                        <a:extLst>
                          <a:ext uri="{FF2B5EF4-FFF2-40B4-BE49-F238E27FC236}">
                            <a16:creationId xmlns:a16="http://schemas.microsoft.com/office/drawing/2014/main" id="{B4D345AA-68BC-D31F-F4B5-3B859F27F29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323" name="Arc 16322">
                        <a:extLst>
                          <a:ext uri="{FF2B5EF4-FFF2-40B4-BE49-F238E27FC236}">
                            <a16:creationId xmlns:a16="http://schemas.microsoft.com/office/drawing/2014/main" id="{BBF6242F-17CC-166C-5765-3828D0D6E0F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315" name="Group 16314">
                      <a:extLst>
                        <a:ext uri="{FF2B5EF4-FFF2-40B4-BE49-F238E27FC236}">
                          <a16:creationId xmlns:a16="http://schemas.microsoft.com/office/drawing/2014/main" id="{C6CB614B-7E97-F1DA-89C6-9D2F621E544D}"/>
                        </a:ext>
                      </a:extLst>
                    </p:cNvPr>
                    <p:cNvGrpSpPr/>
                    <p:nvPr/>
                  </p:nvGrpSpPr>
                  <p:grpSpPr>
                    <a:xfrm rot="7200000" flipH="1">
                      <a:off x="6434137" y="3977611"/>
                      <a:ext cx="303213" cy="303213"/>
                      <a:chOff x="5354637" y="3446463"/>
                      <a:chExt cx="214313" cy="214313"/>
                    </a:xfrm>
                  </p:grpSpPr>
                  <p:sp>
                    <p:nvSpPr>
                      <p:cNvPr id="16320" name="Arc 16319">
                        <a:extLst>
                          <a:ext uri="{FF2B5EF4-FFF2-40B4-BE49-F238E27FC236}">
                            <a16:creationId xmlns:a16="http://schemas.microsoft.com/office/drawing/2014/main" id="{ED76856F-17A7-BFC0-14CC-AB7493B88E6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321" name="Arc 16320">
                        <a:extLst>
                          <a:ext uri="{FF2B5EF4-FFF2-40B4-BE49-F238E27FC236}">
                            <a16:creationId xmlns:a16="http://schemas.microsoft.com/office/drawing/2014/main" id="{0A71445D-AAA6-423C-EFB0-04EB62C61C8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316" name="Group 16315">
                      <a:extLst>
                        <a:ext uri="{FF2B5EF4-FFF2-40B4-BE49-F238E27FC236}">
                          <a16:creationId xmlns:a16="http://schemas.microsoft.com/office/drawing/2014/main" id="{5EE74DCB-7F3A-68E8-EF91-41AAE2F0466A}"/>
                        </a:ext>
                      </a:extLst>
                    </p:cNvPr>
                    <p:cNvGrpSpPr/>
                    <p:nvPr/>
                  </p:nvGrpSpPr>
                  <p:grpSpPr>
                    <a:xfrm rot="14400000" flipH="1">
                      <a:off x="6389147" y="3932622"/>
                      <a:ext cx="393192" cy="393192"/>
                      <a:chOff x="5354637" y="3446463"/>
                      <a:chExt cx="214313" cy="214313"/>
                    </a:xfrm>
                  </p:grpSpPr>
                  <p:sp>
                    <p:nvSpPr>
                      <p:cNvPr id="16318" name="Arc 16317">
                        <a:extLst>
                          <a:ext uri="{FF2B5EF4-FFF2-40B4-BE49-F238E27FC236}">
                            <a16:creationId xmlns:a16="http://schemas.microsoft.com/office/drawing/2014/main" id="{C31454AF-8BC7-2EAC-D247-7897409C879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319" name="Arc 16318">
                        <a:extLst>
                          <a:ext uri="{FF2B5EF4-FFF2-40B4-BE49-F238E27FC236}">
                            <a16:creationId xmlns:a16="http://schemas.microsoft.com/office/drawing/2014/main" id="{F8DB9B16-6093-DB1A-65FE-5DC8A2BF6DE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317" name="TextBox 16316">
                      <a:extLst>
                        <a:ext uri="{FF2B5EF4-FFF2-40B4-BE49-F238E27FC236}">
                          <a16:creationId xmlns:a16="http://schemas.microsoft.com/office/drawing/2014/main" id="{EAA293DB-DCC6-BE5C-95B3-B9E1D23229C8}"/>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263" name="Group 16262">
                  <a:extLst>
                    <a:ext uri="{FF2B5EF4-FFF2-40B4-BE49-F238E27FC236}">
                      <a16:creationId xmlns:a16="http://schemas.microsoft.com/office/drawing/2014/main" id="{649FC94A-5473-A1D1-D389-E647B12D087A}"/>
                    </a:ext>
                  </a:extLst>
                </p:cNvPr>
                <p:cNvGrpSpPr/>
                <p:nvPr/>
              </p:nvGrpSpPr>
              <p:grpSpPr>
                <a:xfrm>
                  <a:off x="6069086" y="3246228"/>
                  <a:ext cx="1019224" cy="991639"/>
                  <a:chOff x="5886431" y="3225768"/>
                  <a:chExt cx="1019224" cy="991639"/>
                </a:xfrm>
              </p:grpSpPr>
              <p:grpSp>
                <p:nvGrpSpPr>
                  <p:cNvPr id="16264" name="Group 16263">
                    <a:extLst>
                      <a:ext uri="{FF2B5EF4-FFF2-40B4-BE49-F238E27FC236}">
                        <a16:creationId xmlns:a16="http://schemas.microsoft.com/office/drawing/2014/main" id="{866C51E2-5CAB-2323-D2CA-764218245F14}"/>
                      </a:ext>
                    </a:extLst>
                  </p:cNvPr>
                  <p:cNvGrpSpPr/>
                  <p:nvPr/>
                </p:nvGrpSpPr>
                <p:grpSpPr>
                  <a:xfrm>
                    <a:off x="6197413" y="3824215"/>
                    <a:ext cx="393192" cy="393192"/>
                    <a:chOff x="5265196" y="3357021"/>
                    <a:chExt cx="393192" cy="393192"/>
                  </a:xfrm>
                </p:grpSpPr>
                <p:grpSp>
                  <p:nvGrpSpPr>
                    <p:cNvPr id="16299" name="Group 16298">
                      <a:extLst>
                        <a:ext uri="{FF2B5EF4-FFF2-40B4-BE49-F238E27FC236}">
                          <a16:creationId xmlns:a16="http://schemas.microsoft.com/office/drawing/2014/main" id="{0E7D65C8-9FF6-ACB2-E1B3-17834E069DAA}"/>
                        </a:ext>
                      </a:extLst>
                    </p:cNvPr>
                    <p:cNvGrpSpPr/>
                    <p:nvPr/>
                  </p:nvGrpSpPr>
                  <p:grpSpPr>
                    <a:xfrm rot="14400000">
                      <a:off x="5265196" y="3357021"/>
                      <a:ext cx="393192" cy="393192"/>
                      <a:chOff x="5354637" y="3446463"/>
                      <a:chExt cx="214313" cy="214313"/>
                    </a:xfrm>
                  </p:grpSpPr>
                  <p:sp>
                    <p:nvSpPr>
                      <p:cNvPr id="16308" name="Arc 16307">
                        <a:extLst>
                          <a:ext uri="{FF2B5EF4-FFF2-40B4-BE49-F238E27FC236}">
                            <a16:creationId xmlns:a16="http://schemas.microsoft.com/office/drawing/2014/main" id="{773326A6-5B60-A4F0-FE70-5D041B41CEA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309" name="Arc 16308">
                        <a:extLst>
                          <a:ext uri="{FF2B5EF4-FFF2-40B4-BE49-F238E27FC236}">
                            <a16:creationId xmlns:a16="http://schemas.microsoft.com/office/drawing/2014/main" id="{262E596A-EF7F-48C5-ADC6-F0A3143B151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300" name="Group 16299">
                      <a:extLst>
                        <a:ext uri="{FF2B5EF4-FFF2-40B4-BE49-F238E27FC236}">
                          <a16:creationId xmlns:a16="http://schemas.microsoft.com/office/drawing/2014/main" id="{BA9650B8-FA42-A951-5AAE-5ED39742C3B8}"/>
                        </a:ext>
                      </a:extLst>
                    </p:cNvPr>
                    <p:cNvGrpSpPr/>
                    <p:nvPr/>
                  </p:nvGrpSpPr>
                  <p:grpSpPr>
                    <a:xfrm>
                      <a:off x="5310186" y="3402011"/>
                      <a:ext cx="303213" cy="303213"/>
                      <a:chOff x="5310186" y="3402011"/>
                      <a:chExt cx="303213" cy="303213"/>
                    </a:xfrm>
                  </p:grpSpPr>
                  <p:grpSp>
                    <p:nvGrpSpPr>
                      <p:cNvPr id="16301" name="Group 16300">
                        <a:extLst>
                          <a:ext uri="{FF2B5EF4-FFF2-40B4-BE49-F238E27FC236}">
                            <a16:creationId xmlns:a16="http://schemas.microsoft.com/office/drawing/2014/main" id="{BE6A672C-5C01-C07F-BAA8-377D2FA81DD2}"/>
                          </a:ext>
                        </a:extLst>
                      </p:cNvPr>
                      <p:cNvGrpSpPr/>
                      <p:nvPr/>
                    </p:nvGrpSpPr>
                    <p:grpSpPr>
                      <a:xfrm>
                        <a:off x="5354636" y="3446461"/>
                        <a:ext cx="214313" cy="214313"/>
                        <a:chOff x="5354637" y="3446463"/>
                        <a:chExt cx="214313" cy="214313"/>
                      </a:xfrm>
                    </p:grpSpPr>
                    <p:sp>
                      <p:nvSpPr>
                        <p:cNvPr id="16306" name="Arc 16305">
                          <a:extLst>
                            <a:ext uri="{FF2B5EF4-FFF2-40B4-BE49-F238E27FC236}">
                              <a16:creationId xmlns:a16="http://schemas.microsoft.com/office/drawing/2014/main" id="{E4BB46AA-39F1-DA45-743A-7F7A717C889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307" name="Arc 16306">
                          <a:extLst>
                            <a:ext uri="{FF2B5EF4-FFF2-40B4-BE49-F238E27FC236}">
                              <a16:creationId xmlns:a16="http://schemas.microsoft.com/office/drawing/2014/main" id="{C8886317-3D75-440A-3998-A6442B0CC0A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302" name="Group 16301">
                        <a:extLst>
                          <a:ext uri="{FF2B5EF4-FFF2-40B4-BE49-F238E27FC236}">
                            <a16:creationId xmlns:a16="http://schemas.microsoft.com/office/drawing/2014/main" id="{9A1AD32D-76C7-979B-5776-386875202173}"/>
                          </a:ext>
                        </a:extLst>
                      </p:cNvPr>
                      <p:cNvGrpSpPr/>
                      <p:nvPr/>
                    </p:nvGrpSpPr>
                    <p:grpSpPr>
                      <a:xfrm rot="7200000">
                        <a:off x="5310186" y="3402011"/>
                        <a:ext cx="303213" cy="303213"/>
                        <a:chOff x="5354637" y="3446463"/>
                        <a:chExt cx="214313" cy="214313"/>
                      </a:xfrm>
                    </p:grpSpPr>
                    <p:sp>
                      <p:nvSpPr>
                        <p:cNvPr id="16304" name="Arc 16303">
                          <a:extLst>
                            <a:ext uri="{FF2B5EF4-FFF2-40B4-BE49-F238E27FC236}">
                              <a16:creationId xmlns:a16="http://schemas.microsoft.com/office/drawing/2014/main" id="{7BC16A76-BDC7-2EBA-368D-0FEF04D00D4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305" name="Arc 16304">
                          <a:extLst>
                            <a:ext uri="{FF2B5EF4-FFF2-40B4-BE49-F238E27FC236}">
                              <a16:creationId xmlns:a16="http://schemas.microsoft.com/office/drawing/2014/main" id="{F432F6B1-F3AB-D2DC-783D-B255159FE5D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303" name="TextBox 16302">
                        <a:extLst>
                          <a:ext uri="{FF2B5EF4-FFF2-40B4-BE49-F238E27FC236}">
                            <a16:creationId xmlns:a16="http://schemas.microsoft.com/office/drawing/2014/main" id="{BD175097-F114-42F2-2724-FC0EC3F3C1DD}"/>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265" name="Group 16264">
                    <a:extLst>
                      <a:ext uri="{FF2B5EF4-FFF2-40B4-BE49-F238E27FC236}">
                        <a16:creationId xmlns:a16="http://schemas.microsoft.com/office/drawing/2014/main" id="{FD30AD5C-FEDF-7A3D-8525-4406677584B0}"/>
                      </a:ext>
                    </a:extLst>
                  </p:cNvPr>
                  <p:cNvGrpSpPr/>
                  <p:nvPr/>
                </p:nvGrpSpPr>
                <p:grpSpPr>
                  <a:xfrm>
                    <a:off x="5886431" y="3525040"/>
                    <a:ext cx="393192" cy="393192"/>
                    <a:chOff x="5265196" y="3932619"/>
                    <a:chExt cx="393192" cy="393192"/>
                  </a:xfrm>
                </p:grpSpPr>
                <p:grpSp>
                  <p:nvGrpSpPr>
                    <p:cNvPr id="16289" name="Group 16288">
                      <a:extLst>
                        <a:ext uri="{FF2B5EF4-FFF2-40B4-BE49-F238E27FC236}">
                          <a16:creationId xmlns:a16="http://schemas.microsoft.com/office/drawing/2014/main" id="{E2762C9C-940A-7EBE-7311-02C534BE9D49}"/>
                        </a:ext>
                      </a:extLst>
                    </p:cNvPr>
                    <p:cNvGrpSpPr/>
                    <p:nvPr/>
                  </p:nvGrpSpPr>
                  <p:grpSpPr>
                    <a:xfrm>
                      <a:off x="5354636" y="4022061"/>
                      <a:ext cx="214313" cy="214313"/>
                      <a:chOff x="5354637" y="3446463"/>
                      <a:chExt cx="214313" cy="214313"/>
                    </a:xfrm>
                  </p:grpSpPr>
                  <p:sp>
                    <p:nvSpPr>
                      <p:cNvPr id="16297" name="Arc 16296">
                        <a:extLst>
                          <a:ext uri="{FF2B5EF4-FFF2-40B4-BE49-F238E27FC236}">
                            <a16:creationId xmlns:a16="http://schemas.microsoft.com/office/drawing/2014/main" id="{37FFA461-409D-3DFA-A332-59DEC43D23A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298" name="Arc 16297">
                        <a:extLst>
                          <a:ext uri="{FF2B5EF4-FFF2-40B4-BE49-F238E27FC236}">
                            <a16:creationId xmlns:a16="http://schemas.microsoft.com/office/drawing/2014/main" id="{D27FE624-6628-FA2F-471D-45C37410E98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290" name="Group 16289">
                      <a:extLst>
                        <a:ext uri="{FF2B5EF4-FFF2-40B4-BE49-F238E27FC236}">
                          <a16:creationId xmlns:a16="http://schemas.microsoft.com/office/drawing/2014/main" id="{16289C7A-C9EB-E043-800B-42E7D6FD8B3C}"/>
                        </a:ext>
                      </a:extLst>
                    </p:cNvPr>
                    <p:cNvGrpSpPr/>
                    <p:nvPr/>
                  </p:nvGrpSpPr>
                  <p:grpSpPr>
                    <a:xfrm rot="14400000">
                      <a:off x="5310186" y="3977611"/>
                      <a:ext cx="303213" cy="303213"/>
                      <a:chOff x="5354637" y="3446463"/>
                      <a:chExt cx="214313" cy="214313"/>
                    </a:xfrm>
                  </p:grpSpPr>
                  <p:sp>
                    <p:nvSpPr>
                      <p:cNvPr id="16295" name="Arc 16294">
                        <a:extLst>
                          <a:ext uri="{FF2B5EF4-FFF2-40B4-BE49-F238E27FC236}">
                            <a16:creationId xmlns:a16="http://schemas.microsoft.com/office/drawing/2014/main" id="{274FAC91-E2F1-64F5-9894-8275972491A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296" name="Arc 16295">
                        <a:extLst>
                          <a:ext uri="{FF2B5EF4-FFF2-40B4-BE49-F238E27FC236}">
                            <a16:creationId xmlns:a16="http://schemas.microsoft.com/office/drawing/2014/main" id="{5694E50F-6F84-D012-3586-7FF557643E0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291" name="Group 16290">
                      <a:extLst>
                        <a:ext uri="{FF2B5EF4-FFF2-40B4-BE49-F238E27FC236}">
                          <a16:creationId xmlns:a16="http://schemas.microsoft.com/office/drawing/2014/main" id="{828DA586-4060-7AC5-3FA7-A5D69D6306A5}"/>
                        </a:ext>
                      </a:extLst>
                    </p:cNvPr>
                    <p:cNvGrpSpPr/>
                    <p:nvPr/>
                  </p:nvGrpSpPr>
                  <p:grpSpPr>
                    <a:xfrm rot="7200000">
                      <a:off x="5265196" y="3932619"/>
                      <a:ext cx="393192" cy="393192"/>
                      <a:chOff x="5354637" y="3446463"/>
                      <a:chExt cx="214313" cy="214313"/>
                    </a:xfrm>
                  </p:grpSpPr>
                  <p:sp>
                    <p:nvSpPr>
                      <p:cNvPr id="16293" name="Arc 16292">
                        <a:extLst>
                          <a:ext uri="{FF2B5EF4-FFF2-40B4-BE49-F238E27FC236}">
                            <a16:creationId xmlns:a16="http://schemas.microsoft.com/office/drawing/2014/main" id="{A396D3F6-343C-9C53-6ECE-67F9877D95A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294" name="Arc 16293">
                        <a:extLst>
                          <a:ext uri="{FF2B5EF4-FFF2-40B4-BE49-F238E27FC236}">
                            <a16:creationId xmlns:a16="http://schemas.microsoft.com/office/drawing/2014/main" id="{BBFAAFC1-5580-2CF3-4993-D107026029E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292" name="TextBox 16291">
                      <a:extLst>
                        <a:ext uri="{FF2B5EF4-FFF2-40B4-BE49-F238E27FC236}">
                          <a16:creationId xmlns:a16="http://schemas.microsoft.com/office/drawing/2014/main" id="{FE32A07E-348A-A7CE-F076-0D0D4F8F98F1}"/>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6266" name="Group 16265">
                    <a:extLst>
                      <a:ext uri="{FF2B5EF4-FFF2-40B4-BE49-F238E27FC236}">
                        <a16:creationId xmlns:a16="http://schemas.microsoft.com/office/drawing/2014/main" id="{049E3676-95B1-D85B-C0F1-2C50B6CC4B32}"/>
                      </a:ext>
                    </a:extLst>
                  </p:cNvPr>
                  <p:cNvGrpSpPr/>
                  <p:nvPr/>
                </p:nvGrpSpPr>
                <p:grpSpPr>
                  <a:xfrm>
                    <a:off x="6512463" y="3525040"/>
                    <a:ext cx="393192" cy="393192"/>
                    <a:chOff x="6389147" y="3357021"/>
                    <a:chExt cx="393192" cy="393192"/>
                  </a:xfrm>
                </p:grpSpPr>
                <p:grpSp>
                  <p:nvGrpSpPr>
                    <p:cNvPr id="16278" name="Group 16277">
                      <a:extLst>
                        <a:ext uri="{FF2B5EF4-FFF2-40B4-BE49-F238E27FC236}">
                          <a16:creationId xmlns:a16="http://schemas.microsoft.com/office/drawing/2014/main" id="{98364296-CA53-6339-9CEE-CFE9C3E04E21}"/>
                        </a:ext>
                      </a:extLst>
                    </p:cNvPr>
                    <p:cNvGrpSpPr/>
                    <p:nvPr/>
                  </p:nvGrpSpPr>
                  <p:grpSpPr>
                    <a:xfrm rot="7200000" flipH="1">
                      <a:off x="6389147" y="3357021"/>
                      <a:ext cx="393192" cy="393192"/>
                      <a:chOff x="5354637" y="3446463"/>
                      <a:chExt cx="214313" cy="214313"/>
                    </a:xfrm>
                  </p:grpSpPr>
                  <p:sp>
                    <p:nvSpPr>
                      <p:cNvPr id="16287" name="Arc 16286">
                        <a:extLst>
                          <a:ext uri="{FF2B5EF4-FFF2-40B4-BE49-F238E27FC236}">
                            <a16:creationId xmlns:a16="http://schemas.microsoft.com/office/drawing/2014/main" id="{6A36CBD5-773D-ED5D-0388-F88C609FA19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288" name="Arc 16287">
                        <a:extLst>
                          <a:ext uri="{FF2B5EF4-FFF2-40B4-BE49-F238E27FC236}">
                            <a16:creationId xmlns:a16="http://schemas.microsoft.com/office/drawing/2014/main" id="{EAA138D6-1016-C74A-17BC-20A3362F2C1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279" name="Group 16278">
                      <a:extLst>
                        <a:ext uri="{FF2B5EF4-FFF2-40B4-BE49-F238E27FC236}">
                          <a16:creationId xmlns:a16="http://schemas.microsoft.com/office/drawing/2014/main" id="{E1B30952-49E1-8B50-36D2-C3B0B53F89D5}"/>
                        </a:ext>
                      </a:extLst>
                    </p:cNvPr>
                    <p:cNvGrpSpPr/>
                    <p:nvPr/>
                  </p:nvGrpSpPr>
                  <p:grpSpPr>
                    <a:xfrm>
                      <a:off x="6434137" y="3402011"/>
                      <a:ext cx="303213" cy="303213"/>
                      <a:chOff x="6434137" y="3402011"/>
                      <a:chExt cx="303213" cy="303213"/>
                    </a:xfrm>
                  </p:grpSpPr>
                  <p:grpSp>
                    <p:nvGrpSpPr>
                      <p:cNvPr id="16280" name="Group 16279">
                        <a:extLst>
                          <a:ext uri="{FF2B5EF4-FFF2-40B4-BE49-F238E27FC236}">
                            <a16:creationId xmlns:a16="http://schemas.microsoft.com/office/drawing/2014/main" id="{FFB6C43C-4051-95CB-2998-30EBDCA5D4D1}"/>
                          </a:ext>
                        </a:extLst>
                      </p:cNvPr>
                      <p:cNvGrpSpPr/>
                      <p:nvPr/>
                    </p:nvGrpSpPr>
                    <p:grpSpPr>
                      <a:xfrm flipH="1">
                        <a:off x="6478587" y="3446461"/>
                        <a:ext cx="214313" cy="214313"/>
                        <a:chOff x="5354637" y="3446463"/>
                        <a:chExt cx="214313" cy="214313"/>
                      </a:xfrm>
                    </p:grpSpPr>
                    <p:sp>
                      <p:nvSpPr>
                        <p:cNvPr id="16285" name="Arc 16284">
                          <a:extLst>
                            <a:ext uri="{FF2B5EF4-FFF2-40B4-BE49-F238E27FC236}">
                              <a16:creationId xmlns:a16="http://schemas.microsoft.com/office/drawing/2014/main" id="{BFAAF5DB-C2DF-BA62-96DF-6502C917704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286" name="Arc 16285">
                          <a:extLst>
                            <a:ext uri="{FF2B5EF4-FFF2-40B4-BE49-F238E27FC236}">
                              <a16:creationId xmlns:a16="http://schemas.microsoft.com/office/drawing/2014/main" id="{70100B7B-34D7-C7B5-238A-C1AF39D7042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281" name="Group 16280">
                        <a:extLst>
                          <a:ext uri="{FF2B5EF4-FFF2-40B4-BE49-F238E27FC236}">
                            <a16:creationId xmlns:a16="http://schemas.microsoft.com/office/drawing/2014/main" id="{B0118286-4206-71F9-1337-4D70328B8FFC}"/>
                          </a:ext>
                        </a:extLst>
                      </p:cNvPr>
                      <p:cNvGrpSpPr/>
                      <p:nvPr/>
                    </p:nvGrpSpPr>
                    <p:grpSpPr>
                      <a:xfrm rot="14400000" flipH="1">
                        <a:off x="6434137" y="3402011"/>
                        <a:ext cx="303213" cy="303213"/>
                        <a:chOff x="5354637" y="3446463"/>
                        <a:chExt cx="214313" cy="214313"/>
                      </a:xfrm>
                    </p:grpSpPr>
                    <p:sp>
                      <p:nvSpPr>
                        <p:cNvPr id="16283" name="Arc 16282">
                          <a:extLst>
                            <a:ext uri="{FF2B5EF4-FFF2-40B4-BE49-F238E27FC236}">
                              <a16:creationId xmlns:a16="http://schemas.microsoft.com/office/drawing/2014/main" id="{66F4D3EA-A7F3-9F3C-D93D-5CC0A210BF3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284" name="Arc 16283">
                          <a:extLst>
                            <a:ext uri="{FF2B5EF4-FFF2-40B4-BE49-F238E27FC236}">
                              <a16:creationId xmlns:a16="http://schemas.microsoft.com/office/drawing/2014/main" id="{BE90386C-E91B-B1C4-DA15-32589B19221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282" name="TextBox 16281">
                        <a:extLst>
                          <a:ext uri="{FF2B5EF4-FFF2-40B4-BE49-F238E27FC236}">
                            <a16:creationId xmlns:a16="http://schemas.microsoft.com/office/drawing/2014/main" id="{A35BA4D5-3B55-D073-E40F-7B35AA6202DB}"/>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267" name="Group 16266">
                    <a:extLst>
                      <a:ext uri="{FF2B5EF4-FFF2-40B4-BE49-F238E27FC236}">
                        <a16:creationId xmlns:a16="http://schemas.microsoft.com/office/drawing/2014/main" id="{C300E67E-6F65-2B23-B6A8-1036A575DE0B}"/>
                      </a:ext>
                    </a:extLst>
                  </p:cNvPr>
                  <p:cNvGrpSpPr/>
                  <p:nvPr/>
                </p:nvGrpSpPr>
                <p:grpSpPr>
                  <a:xfrm>
                    <a:off x="6197413" y="3225768"/>
                    <a:ext cx="393192" cy="393192"/>
                    <a:chOff x="6389147" y="3932622"/>
                    <a:chExt cx="393192" cy="393192"/>
                  </a:xfrm>
                </p:grpSpPr>
                <p:grpSp>
                  <p:nvGrpSpPr>
                    <p:cNvPr id="16268" name="Group 16267">
                      <a:extLst>
                        <a:ext uri="{FF2B5EF4-FFF2-40B4-BE49-F238E27FC236}">
                          <a16:creationId xmlns:a16="http://schemas.microsoft.com/office/drawing/2014/main" id="{372006AD-1846-6763-8E64-F86426DCC6E7}"/>
                        </a:ext>
                      </a:extLst>
                    </p:cNvPr>
                    <p:cNvGrpSpPr/>
                    <p:nvPr/>
                  </p:nvGrpSpPr>
                  <p:grpSpPr>
                    <a:xfrm flipH="1">
                      <a:off x="6478587" y="4022061"/>
                      <a:ext cx="214313" cy="214313"/>
                      <a:chOff x="5354637" y="3446463"/>
                      <a:chExt cx="214313" cy="214313"/>
                    </a:xfrm>
                  </p:grpSpPr>
                  <p:sp>
                    <p:nvSpPr>
                      <p:cNvPr id="16276" name="Arc 16275">
                        <a:extLst>
                          <a:ext uri="{FF2B5EF4-FFF2-40B4-BE49-F238E27FC236}">
                            <a16:creationId xmlns:a16="http://schemas.microsoft.com/office/drawing/2014/main" id="{F1ABD066-A1C0-3C42-B95F-8493FCA83B1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277" name="Arc 16276">
                        <a:extLst>
                          <a:ext uri="{FF2B5EF4-FFF2-40B4-BE49-F238E27FC236}">
                            <a16:creationId xmlns:a16="http://schemas.microsoft.com/office/drawing/2014/main" id="{D880468D-4C2B-F813-FA96-3F00E370B2C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269" name="Group 16268">
                      <a:extLst>
                        <a:ext uri="{FF2B5EF4-FFF2-40B4-BE49-F238E27FC236}">
                          <a16:creationId xmlns:a16="http://schemas.microsoft.com/office/drawing/2014/main" id="{AD82111E-1144-575D-FF59-0C999BBD2A5F}"/>
                        </a:ext>
                      </a:extLst>
                    </p:cNvPr>
                    <p:cNvGrpSpPr/>
                    <p:nvPr/>
                  </p:nvGrpSpPr>
                  <p:grpSpPr>
                    <a:xfrm rot="7200000" flipH="1">
                      <a:off x="6434137" y="3977611"/>
                      <a:ext cx="303213" cy="303213"/>
                      <a:chOff x="5354637" y="3446463"/>
                      <a:chExt cx="214313" cy="214313"/>
                    </a:xfrm>
                  </p:grpSpPr>
                  <p:sp>
                    <p:nvSpPr>
                      <p:cNvPr id="16274" name="Arc 16273">
                        <a:extLst>
                          <a:ext uri="{FF2B5EF4-FFF2-40B4-BE49-F238E27FC236}">
                            <a16:creationId xmlns:a16="http://schemas.microsoft.com/office/drawing/2014/main" id="{68F1F824-C48F-FA23-5043-7BC43C03B72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275" name="Arc 16274">
                        <a:extLst>
                          <a:ext uri="{FF2B5EF4-FFF2-40B4-BE49-F238E27FC236}">
                            <a16:creationId xmlns:a16="http://schemas.microsoft.com/office/drawing/2014/main" id="{D906317E-CA82-9CB7-A404-8A6F25DAE9D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270" name="Group 16269">
                      <a:extLst>
                        <a:ext uri="{FF2B5EF4-FFF2-40B4-BE49-F238E27FC236}">
                          <a16:creationId xmlns:a16="http://schemas.microsoft.com/office/drawing/2014/main" id="{70E1E4A7-09AD-21AF-E838-90FBF229DDB3}"/>
                        </a:ext>
                      </a:extLst>
                    </p:cNvPr>
                    <p:cNvGrpSpPr/>
                    <p:nvPr/>
                  </p:nvGrpSpPr>
                  <p:grpSpPr>
                    <a:xfrm rot="14400000" flipH="1">
                      <a:off x="6389147" y="3932622"/>
                      <a:ext cx="393192" cy="393192"/>
                      <a:chOff x="5354637" y="3446463"/>
                      <a:chExt cx="214313" cy="214313"/>
                    </a:xfrm>
                  </p:grpSpPr>
                  <p:sp>
                    <p:nvSpPr>
                      <p:cNvPr id="16272" name="Arc 16271">
                        <a:extLst>
                          <a:ext uri="{FF2B5EF4-FFF2-40B4-BE49-F238E27FC236}">
                            <a16:creationId xmlns:a16="http://schemas.microsoft.com/office/drawing/2014/main" id="{D9DEBC8C-636A-21C8-728A-E4175B16801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273" name="Arc 16272">
                        <a:extLst>
                          <a:ext uri="{FF2B5EF4-FFF2-40B4-BE49-F238E27FC236}">
                            <a16:creationId xmlns:a16="http://schemas.microsoft.com/office/drawing/2014/main" id="{F6558023-900A-EFAF-36BD-4011DB2CB9A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271" name="TextBox 16270">
                      <a:extLst>
                        <a:ext uri="{FF2B5EF4-FFF2-40B4-BE49-F238E27FC236}">
                          <a16:creationId xmlns:a16="http://schemas.microsoft.com/office/drawing/2014/main" id="{466F4204-5B19-95B8-2DB4-29E23A40606F}"/>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5305" name="Group 15304">
              <a:extLst>
                <a:ext uri="{FF2B5EF4-FFF2-40B4-BE49-F238E27FC236}">
                  <a16:creationId xmlns:a16="http://schemas.microsoft.com/office/drawing/2014/main" id="{F65054FF-4AAB-4BA4-C9E1-4DE4F2DCAC33}"/>
                </a:ext>
              </a:extLst>
            </p:cNvPr>
            <p:cNvGrpSpPr/>
            <p:nvPr/>
          </p:nvGrpSpPr>
          <p:grpSpPr>
            <a:xfrm>
              <a:off x="3814867" y="-515566"/>
              <a:ext cx="2263438" cy="2198360"/>
              <a:chOff x="5445106" y="2039507"/>
              <a:chExt cx="2263438" cy="2198360"/>
            </a:xfrm>
          </p:grpSpPr>
          <p:grpSp>
            <p:nvGrpSpPr>
              <p:cNvPr id="16070" name="Group 16069">
                <a:extLst>
                  <a:ext uri="{FF2B5EF4-FFF2-40B4-BE49-F238E27FC236}">
                    <a16:creationId xmlns:a16="http://schemas.microsoft.com/office/drawing/2014/main" id="{97FE638D-B565-F5BF-E97F-DBD3DB02769F}"/>
                  </a:ext>
                </a:extLst>
              </p:cNvPr>
              <p:cNvGrpSpPr/>
              <p:nvPr/>
            </p:nvGrpSpPr>
            <p:grpSpPr>
              <a:xfrm>
                <a:off x="5445106" y="2644743"/>
                <a:ext cx="1643204" cy="1593124"/>
                <a:chOff x="5445106" y="2644743"/>
                <a:chExt cx="1643204" cy="1593124"/>
              </a:xfrm>
            </p:grpSpPr>
            <p:grpSp>
              <p:nvGrpSpPr>
                <p:cNvPr id="16166" name="Group 16165">
                  <a:extLst>
                    <a:ext uri="{FF2B5EF4-FFF2-40B4-BE49-F238E27FC236}">
                      <a16:creationId xmlns:a16="http://schemas.microsoft.com/office/drawing/2014/main" id="{9EBD52B1-9E67-8251-35ED-5737910979DB}"/>
                    </a:ext>
                  </a:extLst>
                </p:cNvPr>
                <p:cNvGrpSpPr/>
                <p:nvPr/>
              </p:nvGrpSpPr>
              <p:grpSpPr>
                <a:xfrm>
                  <a:off x="5445106" y="2644743"/>
                  <a:ext cx="1019224" cy="991639"/>
                  <a:chOff x="5886431" y="3225768"/>
                  <a:chExt cx="1019224" cy="991639"/>
                </a:xfrm>
              </p:grpSpPr>
              <p:grpSp>
                <p:nvGrpSpPr>
                  <p:cNvPr id="16214" name="Group 16213">
                    <a:extLst>
                      <a:ext uri="{FF2B5EF4-FFF2-40B4-BE49-F238E27FC236}">
                        <a16:creationId xmlns:a16="http://schemas.microsoft.com/office/drawing/2014/main" id="{A1C9D4F1-C6DC-C641-AE8A-8B7E1A0E4B7E}"/>
                      </a:ext>
                    </a:extLst>
                  </p:cNvPr>
                  <p:cNvGrpSpPr/>
                  <p:nvPr/>
                </p:nvGrpSpPr>
                <p:grpSpPr>
                  <a:xfrm>
                    <a:off x="6197413" y="3824215"/>
                    <a:ext cx="393192" cy="393192"/>
                    <a:chOff x="5265196" y="3357021"/>
                    <a:chExt cx="393192" cy="393192"/>
                  </a:xfrm>
                </p:grpSpPr>
                <p:grpSp>
                  <p:nvGrpSpPr>
                    <p:cNvPr id="16249" name="Group 16248">
                      <a:extLst>
                        <a:ext uri="{FF2B5EF4-FFF2-40B4-BE49-F238E27FC236}">
                          <a16:creationId xmlns:a16="http://schemas.microsoft.com/office/drawing/2014/main" id="{3918BFB4-658B-5ECB-A25B-C40FC70EF0D1}"/>
                        </a:ext>
                      </a:extLst>
                    </p:cNvPr>
                    <p:cNvGrpSpPr/>
                    <p:nvPr/>
                  </p:nvGrpSpPr>
                  <p:grpSpPr>
                    <a:xfrm rot="14400000">
                      <a:off x="5265196" y="3357021"/>
                      <a:ext cx="393192" cy="393192"/>
                      <a:chOff x="5354637" y="3446463"/>
                      <a:chExt cx="214313" cy="214313"/>
                    </a:xfrm>
                  </p:grpSpPr>
                  <p:sp>
                    <p:nvSpPr>
                      <p:cNvPr id="16258" name="Arc 16257">
                        <a:extLst>
                          <a:ext uri="{FF2B5EF4-FFF2-40B4-BE49-F238E27FC236}">
                            <a16:creationId xmlns:a16="http://schemas.microsoft.com/office/drawing/2014/main" id="{425A70D7-2B34-D026-E76B-FC6F546689C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259" name="Arc 16258">
                        <a:extLst>
                          <a:ext uri="{FF2B5EF4-FFF2-40B4-BE49-F238E27FC236}">
                            <a16:creationId xmlns:a16="http://schemas.microsoft.com/office/drawing/2014/main" id="{5C9CCC72-6736-5C2F-02D2-74D5E18355D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250" name="Group 16249">
                      <a:extLst>
                        <a:ext uri="{FF2B5EF4-FFF2-40B4-BE49-F238E27FC236}">
                          <a16:creationId xmlns:a16="http://schemas.microsoft.com/office/drawing/2014/main" id="{78EDEC55-191C-E482-14E0-665E33FF2BB6}"/>
                        </a:ext>
                      </a:extLst>
                    </p:cNvPr>
                    <p:cNvGrpSpPr/>
                    <p:nvPr/>
                  </p:nvGrpSpPr>
                  <p:grpSpPr>
                    <a:xfrm>
                      <a:off x="5310186" y="3402011"/>
                      <a:ext cx="303213" cy="303213"/>
                      <a:chOff x="5310186" y="3402011"/>
                      <a:chExt cx="303213" cy="303213"/>
                    </a:xfrm>
                  </p:grpSpPr>
                  <p:grpSp>
                    <p:nvGrpSpPr>
                      <p:cNvPr id="16251" name="Group 16250">
                        <a:extLst>
                          <a:ext uri="{FF2B5EF4-FFF2-40B4-BE49-F238E27FC236}">
                            <a16:creationId xmlns:a16="http://schemas.microsoft.com/office/drawing/2014/main" id="{B9A00F59-0562-DDA9-11D2-438DC6BDC37A}"/>
                          </a:ext>
                        </a:extLst>
                      </p:cNvPr>
                      <p:cNvGrpSpPr/>
                      <p:nvPr/>
                    </p:nvGrpSpPr>
                    <p:grpSpPr>
                      <a:xfrm>
                        <a:off x="5354636" y="3446461"/>
                        <a:ext cx="214313" cy="214313"/>
                        <a:chOff x="5354637" y="3446463"/>
                        <a:chExt cx="214313" cy="214313"/>
                      </a:xfrm>
                    </p:grpSpPr>
                    <p:sp>
                      <p:nvSpPr>
                        <p:cNvPr id="16256" name="Arc 16255">
                          <a:extLst>
                            <a:ext uri="{FF2B5EF4-FFF2-40B4-BE49-F238E27FC236}">
                              <a16:creationId xmlns:a16="http://schemas.microsoft.com/office/drawing/2014/main" id="{7C943D6F-4BEB-12D2-FEF1-853AB98576D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257" name="Arc 16256">
                          <a:extLst>
                            <a:ext uri="{FF2B5EF4-FFF2-40B4-BE49-F238E27FC236}">
                              <a16:creationId xmlns:a16="http://schemas.microsoft.com/office/drawing/2014/main" id="{FC03BFC1-EAA9-C35B-BC01-7956CE389A6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252" name="Group 16251">
                        <a:extLst>
                          <a:ext uri="{FF2B5EF4-FFF2-40B4-BE49-F238E27FC236}">
                            <a16:creationId xmlns:a16="http://schemas.microsoft.com/office/drawing/2014/main" id="{DBE33A0B-89BF-294A-E983-93053A3F15B4}"/>
                          </a:ext>
                        </a:extLst>
                      </p:cNvPr>
                      <p:cNvGrpSpPr/>
                      <p:nvPr/>
                    </p:nvGrpSpPr>
                    <p:grpSpPr>
                      <a:xfrm rot="7200000">
                        <a:off x="5310186" y="3402011"/>
                        <a:ext cx="303213" cy="303213"/>
                        <a:chOff x="5354637" y="3446463"/>
                        <a:chExt cx="214313" cy="214313"/>
                      </a:xfrm>
                    </p:grpSpPr>
                    <p:sp>
                      <p:nvSpPr>
                        <p:cNvPr id="16254" name="Arc 16253">
                          <a:extLst>
                            <a:ext uri="{FF2B5EF4-FFF2-40B4-BE49-F238E27FC236}">
                              <a16:creationId xmlns:a16="http://schemas.microsoft.com/office/drawing/2014/main" id="{C1307299-9C62-28C6-8A0F-0009C54C750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255" name="Arc 16254">
                          <a:extLst>
                            <a:ext uri="{FF2B5EF4-FFF2-40B4-BE49-F238E27FC236}">
                              <a16:creationId xmlns:a16="http://schemas.microsoft.com/office/drawing/2014/main" id="{E9F7CC27-FCDF-A71D-6ABA-027B8080107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253" name="TextBox 16252">
                        <a:extLst>
                          <a:ext uri="{FF2B5EF4-FFF2-40B4-BE49-F238E27FC236}">
                            <a16:creationId xmlns:a16="http://schemas.microsoft.com/office/drawing/2014/main" id="{B3A3927F-AE6C-F225-F34F-4CAF0553BCF2}"/>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215" name="Group 16214">
                    <a:extLst>
                      <a:ext uri="{FF2B5EF4-FFF2-40B4-BE49-F238E27FC236}">
                        <a16:creationId xmlns:a16="http://schemas.microsoft.com/office/drawing/2014/main" id="{D7842303-A00A-04C0-798B-77A129C1B3B7}"/>
                      </a:ext>
                    </a:extLst>
                  </p:cNvPr>
                  <p:cNvGrpSpPr/>
                  <p:nvPr/>
                </p:nvGrpSpPr>
                <p:grpSpPr>
                  <a:xfrm>
                    <a:off x="5886431" y="3525040"/>
                    <a:ext cx="393192" cy="393192"/>
                    <a:chOff x="5265196" y="3932619"/>
                    <a:chExt cx="393192" cy="393192"/>
                  </a:xfrm>
                </p:grpSpPr>
                <p:grpSp>
                  <p:nvGrpSpPr>
                    <p:cNvPr id="16239" name="Group 16238">
                      <a:extLst>
                        <a:ext uri="{FF2B5EF4-FFF2-40B4-BE49-F238E27FC236}">
                          <a16:creationId xmlns:a16="http://schemas.microsoft.com/office/drawing/2014/main" id="{C8DC9AD8-0167-203F-49FB-119867385C2F}"/>
                        </a:ext>
                      </a:extLst>
                    </p:cNvPr>
                    <p:cNvGrpSpPr/>
                    <p:nvPr/>
                  </p:nvGrpSpPr>
                  <p:grpSpPr>
                    <a:xfrm>
                      <a:off x="5354636" y="4022061"/>
                      <a:ext cx="214313" cy="214313"/>
                      <a:chOff x="5354637" y="3446463"/>
                      <a:chExt cx="214313" cy="214313"/>
                    </a:xfrm>
                  </p:grpSpPr>
                  <p:sp>
                    <p:nvSpPr>
                      <p:cNvPr id="16247" name="Arc 16246">
                        <a:extLst>
                          <a:ext uri="{FF2B5EF4-FFF2-40B4-BE49-F238E27FC236}">
                            <a16:creationId xmlns:a16="http://schemas.microsoft.com/office/drawing/2014/main" id="{03154745-C7BA-67EA-5699-FA185D6C96B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248" name="Arc 16247">
                        <a:extLst>
                          <a:ext uri="{FF2B5EF4-FFF2-40B4-BE49-F238E27FC236}">
                            <a16:creationId xmlns:a16="http://schemas.microsoft.com/office/drawing/2014/main" id="{AB849CAD-0103-42DF-C3E9-8CA2B771AA0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240" name="Group 16239">
                      <a:extLst>
                        <a:ext uri="{FF2B5EF4-FFF2-40B4-BE49-F238E27FC236}">
                          <a16:creationId xmlns:a16="http://schemas.microsoft.com/office/drawing/2014/main" id="{34C43034-7133-6C64-5148-014A1D6A5E82}"/>
                        </a:ext>
                      </a:extLst>
                    </p:cNvPr>
                    <p:cNvGrpSpPr/>
                    <p:nvPr/>
                  </p:nvGrpSpPr>
                  <p:grpSpPr>
                    <a:xfrm rot="14400000">
                      <a:off x="5310186" y="3977611"/>
                      <a:ext cx="303213" cy="303213"/>
                      <a:chOff x="5354637" y="3446463"/>
                      <a:chExt cx="214313" cy="214313"/>
                    </a:xfrm>
                  </p:grpSpPr>
                  <p:sp>
                    <p:nvSpPr>
                      <p:cNvPr id="16245" name="Arc 16244">
                        <a:extLst>
                          <a:ext uri="{FF2B5EF4-FFF2-40B4-BE49-F238E27FC236}">
                            <a16:creationId xmlns:a16="http://schemas.microsoft.com/office/drawing/2014/main" id="{530DF2E1-D7D9-74A5-8C75-E3692B031EB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246" name="Arc 16245">
                        <a:extLst>
                          <a:ext uri="{FF2B5EF4-FFF2-40B4-BE49-F238E27FC236}">
                            <a16:creationId xmlns:a16="http://schemas.microsoft.com/office/drawing/2014/main" id="{F3F5808C-91A5-54D4-8E77-0D7A0C376F4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241" name="Group 16240">
                      <a:extLst>
                        <a:ext uri="{FF2B5EF4-FFF2-40B4-BE49-F238E27FC236}">
                          <a16:creationId xmlns:a16="http://schemas.microsoft.com/office/drawing/2014/main" id="{BA3CC63A-2477-2CE4-255B-A03746AED6F2}"/>
                        </a:ext>
                      </a:extLst>
                    </p:cNvPr>
                    <p:cNvGrpSpPr/>
                    <p:nvPr/>
                  </p:nvGrpSpPr>
                  <p:grpSpPr>
                    <a:xfrm rot="7200000">
                      <a:off x="5265196" y="3932619"/>
                      <a:ext cx="393192" cy="393192"/>
                      <a:chOff x="5354637" y="3446463"/>
                      <a:chExt cx="214313" cy="214313"/>
                    </a:xfrm>
                  </p:grpSpPr>
                  <p:sp>
                    <p:nvSpPr>
                      <p:cNvPr id="16243" name="Arc 16242">
                        <a:extLst>
                          <a:ext uri="{FF2B5EF4-FFF2-40B4-BE49-F238E27FC236}">
                            <a16:creationId xmlns:a16="http://schemas.microsoft.com/office/drawing/2014/main" id="{FAD1400D-B49F-582A-A3AF-D45E9AF6B66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244" name="Arc 16243">
                        <a:extLst>
                          <a:ext uri="{FF2B5EF4-FFF2-40B4-BE49-F238E27FC236}">
                            <a16:creationId xmlns:a16="http://schemas.microsoft.com/office/drawing/2014/main" id="{33701FF3-9077-81F5-1D28-2602CF02E9C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242" name="TextBox 16241">
                      <a:extLst>
                        <a:ext uri="{FF2B5EF4-FFF2-40B4-BE49-F238E27FC236}">
                          <a16:creationId xmlns:a16="http://schemas.microsoft.com/office/drawing/2014/main" id="{47C8EFA6-CB38-024E-2FEE-A79F8DA9EF60}"/>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6216" name="Group 16215">
                    <a:extLst>
                      <a:ext uri="{FF2B5EF4-FFF2-40B4-BE49-F238E27FC236}">
                        <a16:creationId xmlns:a16="http://schemas.microsoft.com/office/drawing/2014/main" id="{F3D98903-6195-9DFE-AC33-D45E4C99F914}"/>
                      </a:ext>
                    </a:extLst>
                  </p:cNvPr>
                  <p:cNvGrpSpPr/>
                  <p:nvPr/>
                </p:nvGrpSpPr>
                <p:grpSpPr>
                  <a:xfrm>
                    <a:off x="6512463" y="3525040"/>
                    <a:ext cx="393192" cy="393192"/>
                    <a:chOff x="6389147" y="3357021"/>
                    <a:chExt cx="393192" cy="393192"/>
                  </a:xfrm>
                </p:grpSpPr>
                <p:grpSp>
                  <p:nvGrpSpPr>
                    <p:cNvPr id="16228" name="Group 16227">
                      <a:extLst>
                        <a:ext uri="{FF2B5EF4-FFF2-40B4-BE49-F238E27FC236}">
                          <a16:creationId xmlns:a16="http://schemas.microsoft.com/office/drawing/2014/main" id="{53418BAF-4DC1-CE65-FF35-696DEB33F421}"/>
                        </a:ext>
                      </a:extLst>
                    </p:cNvPr>
                    <p:cNvGrpSpPr/>
                    <p:nvPr/>
                  </p:nvGrpSpPr>
                  <p:grpSpPr>
                    <a:xfrm rot="7200000" flipH="1">
                      <a:off x="6389147" y="3357021"/>
                      <a:ext cx="393192" cy="393192"/>
                      <a:chOff x="5354637" y="3446463"/>
                      <a:chExt cx="214313" cy="214313"/>
                    </a:xfrm>
                  </p:grpSpPr>
                  <p:sp>
                    <p:nvSpPr>
                      <p:cNvPr id="16237" name="Arc 16236">
                        <a:extLst>
                          <a:ext uri="{FF2B5EF4-FFF2-40B4-BE49-F238E27FC236}">
                            <a16:creationId xmlns:a16="http://schemas.microsoft.com/office/drawing/2014/main" id="{838A9B5E-AD1E-89BF-3F4F-95A756820E6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238" name="Arc 16237">
                        <a:extLst>
                          <a:ext uri="{FF2B5EF4-FFF2-40B4-BE49-F238E27FC236}">
                            <a16:creationId xmlns:a16="http://schemas.microsoft.com/office/drawing/2014/main" id="{5D6EBBCF-C252-B779-83FC-993141CD00E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229" name="Group 16228">
                      <a:extLst>
                        <a:ext uri="{FF2B5EF4-FFF2-40B4-BE49-F238E27FC236}">
                          <a16:creationId xmlns:a16="http://schemas.microsoft.com/office/drawing/2014/main" id="{F516F88C-B6EC-8B5F-A91B-F73D10DF42F3}"/>
                        </a:ext>
                      </a:extLst>
                    </p:cNvPr>
                    <p:cNvGrpSpPr/>
                    <p:nvPr/>
                  </p:nvGrpSpPr>
                  <p:grpSpPr>
                    <a:xfrm>
                      <a:off x="6434137" y="3402011"/>
                      <a:ext cx="303213" cy="303213"/>
                      <a:chOff x="6434137" y="3402011"/>
                      <a:chExt cx="303213" cy="303213"/>
                    </a:xfrm>
                  </p:grpSpPr>
                  <p:grpSp>
                    <p:nvGrpSpPr>
                      <p:cNvPr id="16230" name="Group 16229">
                        <a:extLst>
                          <a:ext uri="{FF2B5EF4-FFF2-40B4-BE49-F238E27FC236}">
                            <a16:creationId xmlns:a16="http://schemas.microsoft.com/office/drawing/2014/main" id="{F51C5411-AA63-C3A0-60CD-8D1DB00DCA72}"/>
                          </a:ext>
                        </a:extLst>
                      </p:cNvPr>
                      <p:cNvGrpSpPr/>
                      <p:nvPr/>
                    </p:nvGrpSpPr>
                    <p:grpSpPr>
                      <a:xfrm flipH="1">
                        <a:off x="6478587" y="3446461"/>
                        <a:ext cx="214313" cy="214313"/>
                        <a:chOff x="5354637" y="3446463"/>
                        <a:chExt cx="214313" cy="214313"/>
                      </a:xfrm>
                    </p:grpSpPr>
                    <p:sp>
                      <p:nvSpPr>
                        <p:cNvPr id="16235" name="Arc 16234">
                          <a:extLst>
                            <a:ext uri="{FF2B5EF4-FFF2-40B4-BE49-F238E27FC236}">
                              <a16:creationId xmlns:a16="http://schemas.microsoft.com/office/drawing/2014/main" id="{DCD73279-E7C9-F558-04FB-F6DC73D8C96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236" name="Arc 16235">
                          <a:extLst>
                            <a:ext uri="{FF2B5EF4-FFF2-40B4-BE49-F238E27FC236}">
                              <a16:creationId xmlns:a16="http://schemas.microsoft.com/office/drawing/2014/main" id="{BED41C78-39FC-137F-F163-8E828760D11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231" name="Group 16230">
                        <a:extLst>
                          <a:ext uri="{FF2B5EF4-FFF2-40B4-BE49-F238E27FC236}">
                            <a16:creationId xmlns:a16="http://schemas.microsoft.com/office/drawing/2014/main" id="{53F987EE-4D45-14DD-2794-6001BCBAB65A}"/>
                          </a:ext>
                        </a:extLst>
                      </p:cNvPr>
                      <p:cNvGrpSpPr/>
                      <p:nvPr/>
                    </p:nvGrpSpPr>
                    <p:grpSpPr>
                      <a:xfrm rot="14400000" flipH="1">
                        <a:off x="6434137" y="3402011"/>
                        <a:ext cx="303213" cy="303213"/>
                        <a:chOff x="5354637" y="3446463"/>
                        <a:chExt cx="214313" cy="214313"/>
                      </a:xfrm>
                    </p:grpSpPr>
                    <p:sp>
                      <p:nvSpPr>
                        <p:cNvPr id="16233" name="Arc 16232">
                          <a:extLst>
                            <a:ext uri="{FF2B5EF4-FFF2-40B4-BE49-F238E27FC236}">
                              <a16:creationId xmlns:a16="http://schemas.microsoft.com/office/drawing/2014/main" id="{752409CF-63A8-DA7D-7DCC-25BF35F9F41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234" name="Arc 16233">
                          <a:extLst>
                            <a:ext uri="{FF2B5EF4-FFF2-40B4-BE49-F238E27FC236}">
                              <a16:creationId xmlns:a16="http://schemas.microsoft.com/office/drawing/2014/main" id="{0EC1AD3D-0C2D-1803-DA1E-D40BA929F9E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232" name="TextBox 16231">
                        <a:extLst>
                          <a:ext uri="{FF2B5EF4-FFF2-40B4-BE49-F238E27FC236}">
                            <a16:creationId xmlns:a16="http://schemas.microsoft.com/office/drawing/2014/main" id="{014FB035-26E6-0199-BFE3-AEDE6CEB321E}"/>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217" name="Group 16216">
                    <a:extLst>
                      <a:ext uri="{FF2B5EF4-FFF2-40B4-BE49-F238E27FC236}">
                        <a16:creationId xmlns:a16="http://schemas.microsoft.com/office/drawing/2014/main" id="{3F85866A-AB46-DCD3-8C91-E869CF90C702}"/>
                      </a:ext>
                    </a:extLst>
                  </p:cNvPr>
                  <p:cNvGrpSpPr/>
                  <p:nvPr/>
                </p:nvGrpSpPr>
                <p:grpSpPr>
                  <a:xfrm>
                    <a:off x="6197413" y="3225768"/>
                    <a:ext cx="393192" cy="393192"/>
                    <a:chOff x="6389147" y="3932622"/>
                    <a:chExt cx="393192" cy="393192"/>
                  </a:xfrm>
                </p:grpSpPr>
                <p:grpSp>
                  <p:nvGrpSpPr>
                    <p:cNvPr id="16218" name="Group 16217">
                      <a:extLst>
                        <a:ext uri="{FF2B5EF4-FFF2-40B4-BE49-F238E27FC236}">
                          <a16:creationId xmlns:a16="http://schemas.microsoft.com/office/drawing/2014/main" id="{B3B9A8BD-9860-E7F9-35C7-FFA5507DC38B}"/>
                        </a:ext>
                      </a:extLst>
                    </p:cNvPr>
                    <p:cNvGrpSpPr/>
                    <p:nvPr/>
                  </p:nvGrpSpPr>
                  <p:grpSpPr>
                    <a:xfrm flipH="1">
                      <a:off x="6478587" y="4022061"/>
                      <a:ext cx="214313" cy="214313"/>
                      <a:chOff x="5354637" y="3446463"/>
                      <a:chExt cx="214313" cy="214313"/>
                    </a:xfrm>
                  </p:grpSpPr>
                  <p:sp>
                    <p:nvSpPr>
                      <p:cNvPr id="16226" name="Arc 16225">
                        <a:extLst>
                          <a:ext uri="{FF2B5EF4-FFF2-40B4-BE49-F238E27FC236}">
                            <a16:creationId xmlns:a16="http://schemas.microsoft.com/office/drawing/2014/main" id="{5CDCE534-93B4-0EC0-C893-C51F9AC6CE5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227" name="Arc 16226">
                        <a:extLst>
                          <a:ext uri="{FF2B5EF4-FFF2-40B4-BE49-F238E27FC236}">
                            <a16:creationId xmlns:a16="http://schemas.microsoft.com/office/drawing/2014/main" id="{D3D0D147-8D65-4149-4730-60393C835D0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219" name="Group 16218">
                      <a:extLst>
                        <a:ext uri="{FF2B5EF4-FFF2-40B4-BE49-F238E27FC236}">
                          <a16:creationId xmlns:a16="http://schemas.microsoft.com/office/drawing/2014/main" id="{BF452194-0B61-ED81-E30C-196EB5369347}"/>
                        </a:ext>
                      </a:extLst>
                    </p:cNvPr>
                    <p:cNvGrpSpPr/>
                    <p:nvPr/>
                  </p:nvGrpSpPr>
                  <p:grpSpPr>
                    <a:xfrm rot="7200000" flipH="1">
                      <a:off x="6434137" y="3977611"/>
                      <a:ext cx="303213" cy="303213"/>
                      <a:chOff x="5354637" y="3446463"/>
                      <a:chExt cx="214313" cy="214313"/>
                    </a:xfrm>
                  </p:grpSpPr>
                  <p:sp>
                    <p:nvSpPr>
                      <p:cNvPr id="16224" name="Arc 16223">
                        <a:extLst>
                          <a:ext uri="{FF2B5EF4-FFF2-40B4-BE49-F238E27FC236}">
                            <a16:creationId xmlns:a16="http://schemas.microsoft.com/office/drawing/2014/main" id="{787A9E6F-D6BD-98CC-D97E-CF1A6CD4415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225" name="Arc 16224">
                        <a:extLst>
                          <a:ext uri="{FF2B5EF4-FFF2-40B4-BE49-F238E27FC236}">
                            <a16:creationId xmlns:a16="http://schemas.microsoft.com/office/drawing/2014/main" id="{05506A40-13FE-4647-A747-51ECA93933C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220" name="Group 16219">
                      <a:extLst>
                        <a:ext uri="{FF2B5EF4-FFF2-40B4-BE49-F238E27FC236}">
                          <a16:creationId xmlns:a16="http://schemas.microsoft.com/office/drawing/2014/main" id="{97DB65E4-2BA7-B612-EC79-3F21C33B576B}"/>
                        </a:ext>
                      </a:extLst>
                    </p:cNvPr>
                    <p:cNvGrpSpPr/>
                    <p:nvPr/>
                  </p:nvGrpSpPr>
                  <p:grpSpPr>
                    <a:xfrm rot="14400000" flipH="1">
                      <a:off x="6389147" y="3932622"/>
                      <a:ext cx="393192" cy="393192"/>
                      <a:chOff x="5354637" y="3446463"/>
                      <a:chExt cx="214313" cy="214313"/>
                    </a:xfrm>
                  </p:grpSpPr>
                  <p:sp>
                    <p:nvSpPr>
                      <p:cNvPr id="16222" name="Arc 16221">
                        <a:extLst>
                          <a:ext uri="{FF2B5EF4-FFF2-40B4-BE49-F238E27FC236}">
                            <a16:creationId xmlns:a16="http://schemas.microsoft.com/office/drawing/2014/main" id="{AE48E61B-BF54-3A60-EE40-F5B5195E446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223" name="Arc 16222">
                        <a:extLst>
                          <a:ext uri="{FF2B5EF4-FFF2-40B4-BE49-F238E27FC236}">
                            <a16:creationId xmlns:a16="http://schemas.microsoft.com/office/drawing/2014/main" id="{D8CD7185-F1BC-172D-5D9D-E8A9C7A933E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221" name="TextBox 16220">
                      <a:extLst>
                        <a:ext uri="{FF2B5EF4-FFF2-40B4-BE49-F238E27FC236}">
                          <a16:creationId xmlns:a16="http://schemas.microsoft.com/office/drawing/2014/main" id="{159956A2-6868-208A-4A44-5DF3A4407A8A}"/>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167" name="Group 16166">
                  <a:extLst>
                    <a:ext uri="{FF2B5EF4-FFF2-40B4-BE49-F238E27FC236}">
                      <a16:creationId xmlns:a16="http://schemas.microsoft.com/office/drawing/2014/main" id="{48ACF8DD-34A3-EDDA-6DCD-7316847D6AFB}"/>
                    </a:ext>
                  </a:extLst>
                </p:cNvPr>
                <p:cNvGrpSpPr/>
                <p:nvPr/>
              </p:nvGrpSpPr>
              <p:grpSpPr>
                <a:xfrm>
                  <a:off x="6069086" y="3246228"/>
                  <a:ext cx="1019224" cy="991639"/>
                  <a:chOff x="5886431" y="3225768"/>
                  <a:chExt cx="1019224" cy="991639"/>
                </a:xfrm>
              </p:grpSpPr>
              <p:grpSp>
                <p:nvGrpSpPr>
                  <p:cNvPr id="16168" name="Group 16167">
                    <a:extLst>
                      <a:ext uri="{FF2B5EF4-FFF2-40B4-BE49-F238E27FC236}">
                        <a16:creationId xmlns:a16="http://schemas.microsoft.com/office/drawing/2014/main" id="{3D641035-8D1B-B8D1-0D62-D924116DCA95}"/>
                      </a:ext>
                    </a:extLst>
                  </p:cNvPr>
                  <p:cNvGrpSpPr/>
                  <p:nvPr/>
                </p:nvGrpSpPr>
                <p:grpSpPr>
                  <a:xfrm>
                    <a:off x="6197413" y="3824215"/>
                    <a:ext cx="393192" cy="393192"/>
                    <a:chOff x="5265196" y="3357021"/>
                    <a:chExt cx="393192" cy="393192"/>
                  </a:xfrm>
                </p:grpSpPr>
                <p:grpSp>
                  <p:nvGrpSpPr>
                    <p:cNvPr id="16203" name="Group 16202">
                      <a:extLst>
                        <a:ext uri="{FF2B5EF4-FFF2-40B4-BE49-F238E27FC236}">
                          <a16:creationId xmlns:a16="http://schemas.microsoft.com/office/drawing/2014/main" id="{1369FED8-B5AC-E659-8447-5B91F9B58787}"/>
                        </a:ext>
                      </a:extLst>
                    </p:cNvPr>
                    <p:cNvGrpSpPr/>
                    <p:nvPr/>
                  </p:nvGrpSpPr>
                  <p:grpSpPr>
                    <a:xfrm rot="14400000">
                      <a:off x="5265196" y="3357021"/>
                      <a:ext cx="393192" cy="393192"/>
                      <a:chOff x="5354637" y="3446463"/>
                      <a:chExt cx="214313" cy="214313"/>
                    </a:xfrm>
                  </p:grpSpPr>
                  <p:sp>
                    <p:nvSpPr>
                      <p:cNvPr id="16212" name="Arc 16211">
                        <a:extLst>
                          <a:ext uri="{FF2B5EF4-FFF2-40B4-BE49-F238E27FC236}">
                            <a16:creationId xmlns:a16="http://schemas.microsoft.com/office/drawing/2014/main" id="{69F7EAE7-BEE6-C14E-2DA5-CA680D3DED6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213" name="Arc 16212">
                        <a:extLst>
                          <a:ext uri="{FF2B5EF4-FFF2-40B4-BE49-F238E27FC236}">
                            <a16:creationId xmlns:a16="http://schemas.microsoft.com/office/drawing/2014/main" id="{6C6C10E8-16C6-6AB0-0A59-0DA875C4763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204" name="Group 16203">
                      <a:extLst>
                        <a:ext uri="{FF2B5EF4-FFF2-40B4-BE49-F238E27FC236}">
                          <a16:creationId xmlns:a16="http://schemas.microsoft.com/office/drawing/2014/main" id="{E0B211E1-9D34-3598-A296-231191D93467}"/>
                        </a:ext>
                      </a:extLst>
                    </p:cNvPr>
                    <p:cNvGrpSpPr/>
                    <p:nvPr/>
                  </p:nvGrpSpPr>
                  <p:grpSpPr>
                    <a:xfrm>
                      <a:off x="5310186" y="3402011"/>
                      <a:ext cx="303213" cy="303213"/>
                      <a:chOff x="5310186" y="3402011"/>
                      <a:chExt cx="303213" cy="303213"/>
                    </a:xfrm>
                  </p:grpSpPr>
                  <p:grpSp>
                    <p:nvGrpSpPr>
                      <p:cNvPr id="16205" name="Group 16204">
                        <a:extLst>
                          <a:ext uri="{FF2B5EF4-FFF2-40B4-BE49-F238E27FC236}">
                            <a16:creationId xmlns:a16="http://schemas.microsoft.com/office/drawing/2014/main" id="{A1C7E343-9BDB-CDF1-EECB-389CCEDFA9D7}"/>
                          </a:ext>
                        </a:extLst>
                      </p:cNvPr>
                      <p:cNvGrpSpPr/>
                      <p:nvPr/>
                    </p:nvGrpSpPr>
                    <p:grpSpPr>
                      <a:xfrm>
                        <a:off x="5354636" y="3446461"/>
                        <a:ext cx="214313" cy="214313"/>
                        <a:chOff x="5354637" y="3446463"/>
                        <a:chExt cx="214313" cy="214313"/>
                      </a:xfrm>
                    </p:grpSpPr>
                    <p:sp>
                      <p:nvSpPr>
                        <p:cNvPr id="16210" name="Arc 16209">
                          <a:extLst>
                            <a:ext uri="{FF2B5EF4-FFF2-40B4-BE49-F238E27FC236}">
                              <a16:creationId xmlns:a16="http://schemas.microsoft.com/office/drawing/2014/main" id="{A47EC61A-861B-3655-4067-D960A87827D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211" name="Arc 16210">
                          <a:extLst>
                            <a:ext uri="{FF2B5EF4-FFF2-40B4-BE49-F238E27FC236}">
                              <a16:creationId xmlns:a16="http://schemas.microsoft.com/office/drawing/2014/main" id="{F242DCA0-393C-EB04-620D-44FD0AD8948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206" name="Group 16205">
                        <a:extLst>
                          <a:ext uri="{FF2B5EF4-FFF2-40B4-BE49-F238E27FC236}">
                            <a16:creationId xmlns:a16="http://schemas.microsoft.com/office/drawing/2014/main" id="{7857B04C-BCD7-61C7-3856-473FD49A12CE}"/>
                          </a:ext>
                        </a:extLst>
                      </p:cNvPr>
                      <p:cNvGrpSpPr/>
                      <p:nvPr/>
                    </p:nvGrpSpPr>
                    <p:grpSpPr>
                      <a:xfrm rot="7200000">
                        <a:off x="5310186" y="3402011"/>
                        <a:ext cx="303213" cy="303213"/>
                        <a:chOff x="5354637" y="3446463"/>
                        <a:chExt cx="214313" cy="214313"/>
                      </a:xfrm>
                    </p:grpSpPr>
                    <p:sp>
                      <p:nvSpPr>
                        <p:cNvPr id="16208" name="Arc 16207">
                          <a:extLst>
                            <a:ext uri="{FF2B5EF4-FFF2-40B4-BE49-F238E27FC236}">
                              <a16:creationId xmlns:a16="http://schemas.microsoft.com/office/drawing/2014/main" id="{DF3E38D3-0FCE-CE86-5681-679C58222CC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209" name="Arc 16208">
                          <a:extLst>
                            <a:ext uri="{FF2B5EF4-FFF2-40B4-BE49-F238E27FC236}">
                              <a16:creationId xmlns:a16="http://schemas.microsoft.com/office/drawing/2014/main" id="{85214533-0CFF-0D82-859E-02BC77CD487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207" name="TextBox 16206">
                        <a:extLst>
                          <a:ext uri="{FF2B5EF4-FFF2-40B4-BE49-F238E27FC236}">
                            <a16:creationId xmlns:a16="http://schemas.microsoft.com/office/drawing/2014/main" id="{C5A11635-389E-D4D1-C898-7FCE6EF95DF3}"/>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169" name="Group 16168">
                    <a:extLst>
                      <a:ext uri="{FF2B5EF4-FFF2-40B4-BE49-F238E27FC236}">
                        <a16:creationId xmlns:a16="http://schemas.microsoft.com/office/drawing/2014/main" id="{9BFAFB8A-3B39-80EC-4BC3-0B524A3F0970}"/>
                      </a:ext>
                    </a:extLst>
                  </p:cNvPr>
                  <p:cNvGrpSpPr/>
                  <p:nvPr/>
                </p:nvGrpSpPr>
                <p:grpSpPr>
                  <a:xfrm>
                    <a:off x="5886431" y="3525040"/>
                    <a:ext cx="393192" cy="393192"/>
                    <a:chOff x="5265196" y="3932619"/>
                    <a:chExt cx="393192" cy="393192"/>
                  </a:xfrm>
                </p:grpSpPr>
                <p:grpSp>
                  <p:nvGrpSpPr>
                    <p:cNvPr id="16193" name="Group 16192">
                      <a:extLst>
                        <a:ext uri="{FF2B5EF4-FFF2-40B4-BE49-F238E27FC236}">
                          <a16:creationId xmlns:a16="http://schemas.microsoft.com/office/drawing/2014/main" id="{B61FD812-E29C-7CB5-7C33-76E8BCEA44CA}"/>
                        </a:ext>
                      </a:extLst>
                    </p:cNvPr>
                    <p:cNvGrpSpPr/>
                    <p:nvPr/>
                  </p:nvGrpSpPr>
                  <p:grpSpPr>
                    <a:xfrm>
                      <a:off x="5354636" y="4022061"/>
                      <a:ext cx="214313" cy="214313"/>
                      <a:chOff x="5354637" y="3446463"/>
                      <a:chExt cx="214313" cy="214313"/>
                    </a:xfrm>
                  </p:grpSpPr>
                  <p:sp>
                    <p:nvSpPr>
                      <p:cNvPr id="16201" name="Arc 16200">
                        <a:extLst>
                          <a:ext uri="{FF2B5EF4-FFF2-40B4-BE49-F238E27FC236}">
                            <a16:creationId xmlns:a16="http://schemas.microsoft.com/office/drawing/2014/main" id="{E2E06245-2A32-8B0E-9A78-1EA39B168DA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202" name="Arc 16201">
                        <a:extLst>
                          <a:ext uri="{FF2B5EF4-FFF2-40B4-BE49-F238E27FC236}">
                            <a16:creationId xmlns:a16="http://schemas.microsoft.com/office/drawing/2014/main" id="{28E0EBD3-951D-1E80-DD49-A4ECB3ED2DE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194" name="Group 16193">
                      <a:extLst>
                        <a:ext uri="{FF2B5EF4-FFF2-40B4-BE49-F238E27FC236}">
                          <a16:creationId xmlns:a16="http://schemas.microsoft.com/office/drawing/2014/main" id="{DF270354-C610-F7C5-0A39-6E1ECDBF9F0B}"/>
                        </a:ext>
                      </a:extLst>
                    </p:cNvPr>
                    <p:cNvGrpSpPr/>
                    <p:nvPr/>
                  </p:nvGrpSpPr>
                  <p:grpSpPr>
                    <a:xfrm rot="14400000">
                      <a:off x="5310186" y="3977611"/>
                      <a:ext cx="303213" cy="303213"/>
                      <a:chOff x="5354637" y="3446463"/>
                      <a:chExt cx="214313" cy="214313"/>
                    </a:xfrm>
                  </p:grpSpPr>
                  <p:sp>
                    <p:nvSpPr>
                      <p:cNvPr id="16199" name="Arc 16198">
                        <a:extLst>
                          <a:ext uri="{FF2B5EF4-FFF2-40B4-BE49-F238E27FC236}">
                            <a16:creationId xmlns:a16="http://schemas.microsoft.com/office/drawing/2014/main" id="{30923B42-CD32-3632-FBFC-AD341090146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200" name="Arc 16199">
                        <a:extLst>
                          <a:ext uri="{FF2B5EF4-FFF2-40B4-BE49-F238E27FC236}">
                            <a16:creationId xmlns:a16="http://schemas.microsoft.com/office/drawing/2014/main" id="{D787C96E-E982-F686-5A15-901629D086B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195" name="Group 16194">
                      <a:extLst>
                        <a:ext uri="{FF2B5EF4-FFF2-40B4-BE49-F238E27FC236}">
                          <a16:creationId xmlns:a16="http://schemas.microsoft.com/office/drawing/2014/main" id="{E17F0B65-D8C7-6356-7FD9-5A938C791BF4}"/>
                        </a:ext>
                      </a:extLst>
                    </p:cNvPr>
                    <p:cNvGrpSpPr/>
                    <p:nvPr/>
                  </p:nvGrpSpPr>
                  <p:grpSpPr>
                    <a:xfrm rot="7200000">
                      <a:off x="5265196" y="3932619"/>
                      <a:ext cx="393192" cy="393192"/>
                      <a:chOff x="5354637" y="3446463"/>
                      <a:chExt cx="214313" cy="214313"/>
                    </a:xfrm>
                  </p:grpSpPr>
                  <p:sp>
                    <p:nvSpPr>
                      <p:cNvPr id="16197" name="Arc 16196">
                        <a:extLst>
                          <a:ext uri="{FF2B5EF4-FFF2-40B4-BE49-F238E27FC236}">
                            <a16:creationId xmlns:a16="http://schemas.microsoft.com/office/drawing/2014/main" id="{DFEE011B-0D50-F252-4317-C680B48F180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198" name="Arc 16197">
                        <a:extLst>
                          <a:ext uri="{FF2B5EF4-FFF2-40B4-BE49-F238E27FC236}">
                            <a16:creationId xmlns:a16="http://schemas.microsoft.com/office/drawing/2014/main" id="{6EB46027-A3CC-7D52-2B80-C0028363FB3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196" name="TextBox 16195">
                      <a:extLst>
                        <a:ext uri="{FF2B5EF4-FFF2-40B4-BE49-F238E27FC236}">
                          <a16:creationId xmlns:a16="http://schemas.microsoft.com/office/drawing/2014/main" id="{6D666EA8-E23D-30AF-6229-404C5AA0D531}"/>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6170" name="Group 16169">
                    <a:extLst>
                      <a:ext uri="{FF2B5EF4-FFF2-40B4-BE49-F238E27FC236}">
                        <a16:creationId xmlns:a16="http://schemas.microsoft.com/office/drawing/2014/main" id="{33E38497-1EEF-0813-618A-3645EF50FE71}"/>
                      </a:ext>
                    </a:extLst>
                  </p:cNvPr>
                  <p:cNvGrpSpPr/>
                  <p:nvPr/>
                </p:nvGrpSpPr>
                <p:grpSpPr>
                  <a:xfrm>
                    <a:off x="6512463" y="3525040"/>
                    <a:ext cx="393192" cy="393192"/>
                    <a:chOff x="6389147" y="3357021"/>
                    <a:chExt cx="393192" cy="393192"/>
                  </a:xfrm>
                </p:grpSpPr>
                <p:grpSp>
                  <p:nvGrpSpPr>
                    <p:cNvPr id="16182" name="Group 16181">
                      <a:extLst>
                        <a:ext uri="{FF2B5EF4-FFF2-40B4-BE49-F238E27FC236}">
                          <a16:creationId xmlns:a16="http://schemas.microsoft.com/office/drawing/2014/main" id="{F868E9DB-D4E0-44FE-6310-DE5F74FB8184}"/>
                        </a:ext>
                      </a:extLst>
                    </p:cNvPr>
                    <p:cNvGrpSpPr/>
                    <p:nvPr/>
                  </p:nvGrpSpPr>
                  <p:grpSpPr>
                    <a:xfrm rot="7200000" flipH="1">
                      <a:off x="6389147" y="3357021"/>
                      <a:ext cx="393192" cy="393192"/>
                      <a:chOff x="5354637" y="3446463"/>
                      <a:chExt cx="214313" cy="214313"/>
                    </a:xfrm>
                  </p:grpSpPr>
                  <p:sp>
                    <p:nvSpPr>
                      <p:cNvPr id="16191" name="Arc 16190">
                        <a:extLst>
                          <a:ext uri="{FF2B5EF4-FFF2-40B4-BE49-F238E27FC236}">
                            <a16:creationId xmlns:a16="http://schemas.microsoft.com/office/drawing/2014/main" id="{517FCEF0-C115-A409-E49C-8E362E812D1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192" name="Arc 16191">
                        <a:extLst>
                          <a:ext uri="{FF2B5EF4-FFF2-40B4-BE49-F238E27FC236}">
                            <a16:creationId xmlns:a16="http://schemas.microsoft.com/office/drawing/2014/main" id="{0B5189D3-04AE-38BE-EBC6-6FFBE5261AC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183" name="Group 16182">
                      <a:extLst>
                        <a:ext uri="{FF2B5EF4-FFF2-40B4-BE49-F238E27FC236}">
                          <a16:creationId xmlns:a16="http://schemas.microsoft.com/office/drawing/2014/main" id="{71D2FC15-C895-78F4-8B36-13BF7659280A}"/>
                        </a:ext>
                      </a:extLst>
                    </p:cNvPr>
                    <p:cNvGrpSpPr/>
                    <p:nvPr/>
                  </p:nvGrpSpPr>
                  <p:grpSpPr>
                    <a:xfrm>
                      <a:off x="6434137" y="3402011"/>
                      <a:ext cx="303213" cy="303213"/>
                      <a:chOff x="6434137" y="3402011"/>
                      <a:chExt cx="303213" cy="303213"/>
                    </a:xfrm>
                  </p:grpSpPr>
                  <p:grpSp>
                    <p:nvGrpSpPr>
                      <p:cNvPr id="16184" name="Group 16183">
                        <a:extLst>
                          <a:ext uri="{FF2B5EF4-FFF2-40B4-BE49-F238E27FC236}">
                            <a16:creationId xmlns:a16="http://schemas.microsoft.com/office/drawing/2014/main" id="{53F08E0E-665D-A879-7E35-9BA224F28425}"/>
                          </a:ext>
                        </a:extLst>
                      </p:cNvPr>
                      <p:cNvGrpSpPr/>
                      <p:nvPr/>
                    </p:nvGrpSpPr>
                    <p:grpSpPr>
                      <a:xfrm flipH="1">
                        <a:off x="6478587" y="3446461"/>
                        <a:ext cx="214313" cy="214313"/>
                        <a:chOff x="5354637" y="3446463"/>
                        <a:chExt cx="214313" cy="214313"/>
                      </a:xfrm>
                    </p:grpSpPr>
                    <p:sp>
                      <p:nvSpPr>
                        <p:cNvPr id="16189" name="Arc 16188">
                          <a:extLst>
                            <a:ext uri="{FF2B5EF4-FFF2-40B4-BE49-F238E27FC236}">
                              <a16:creationId xmlns:a16="http://schemas.microsoft.com/office/drawing/2014/main" id="{35B21231-F891-2284-5823-4CCE41EDE77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190" name="Arc 16189">
                          <a:extLst>
                            <a:ext uri="{FF2B5EF4-FFF2-40B4-BE49-F238E27FC236}">
                              <a16:creationId xmlns:a16="http://schemas.microsoft.com/office/drawing/2014/main" id="{DE424089-8000-116E-9EB1-96712ADA4B5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185" name="Group 16184">
                        <a:extLst>
                          <a:ext uri="{FF2B5EF4-FFF2-40B4-BE49-F238E27FC236}">
                            <a16:creationId xmlns:a16="http://schemas.microsoft.com/office/drawing/2014/main" id="{0C4914C6-9480-A4D8-41D8-29515EBC7B80}"/>
                          </a:ext>
                        </a:extLst>
                      </p:cNvPr>
                      <p:cNvGrpSpPr/>
                      <p:nvPr/>
                    </p:nvGrpSpPr>
                    <p:grpSpPr>
                      <a:xfrm rot="14400000" flipH="1">
                        <a:off x="6434137" y="3402011"/>
                        <a:ext cx="303213" cy="303213"/>
                        <a:chOff x="5354637" y="3446463"/>
                        <a:chExt cx="214313" cy="214313"/>
                      </a:xfrm>
                    </p:grpSpPr>
                    <p:sp>
                      <p:nvSpPr>
                        <p:cNvPr id="16187" name="Arc 16186">
                          <a:extLst>
                            <a:ext uri="{FF2B5EF4-FFF2-40B4-BE49-F238E27FC236}">
                              <a16:creationId xmlns:a16="http://schemas.microsoft.com/office/drawing/2014/main" id="{18C2F80D-E7E6-5AC2-7C86-2C016A5CC28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188" name="Arc 16187">
                          <a:extLst>
                            <a:ext uri="{FF2B5EF4-FFF2-40B4-BE49-F238E27FC236}">
                              <a16:creationId xmlns:a16="http://schemas.microsoft.com/office/drawing/2014/main" id="{7D428267-064B-180B-0059-108393A992A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186" name="TextBox 16185">
                        <a:extLst>
                          <a:ext uri="{FF2B5EF4-FFF2-40B4-BE49-F238E27FC236}">
                            <a16:creationId xmlns:a16="http://schemas.microsoft.com/office/drawing/2014/main" id="{40CE5B37-2D04-2DDF-9195-BA181AB773DF}"/>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171" name="Group 16170">
                    <a:extLst>
                      <a:ext uri="{FF2B5EF4-FFF2-40B4-BE49-F238E27FC236}">
                        <a16:creationId xmlns:a16="http://schemas.microsoft.com/office/drawing/2014/main" id="{8A11CF7B-DC2E-E5D6-C620-0F69B85E8D52}"/>
                      </a:ext>
                    </a:extLst>
                  </p:cNvPr>
                  <p:cNvGrpSpPr/>
                  <p:nvPr/>
                </p:nvGrpSpPr>
                <p:grpSpPr>
                  <a:xfrm>
                    <a:off x="6197413" y="3225768"/>
                    <a:ext cx="393192" cy="393192"/>
                    <a:chOff x="6389147" y="3932622"/>
                    <a:chExt cx="393192" cy="393192"/>
                  </a:xfrm>
                </p:grpSpPr>
                <p:grpSp>
                  <p:nvGrpSpPr>
                    <p:cNvPr id="16172" name="Group 16171">
                      <a:extLst>
                        <a:ext uri="{FF2B5EF4-FFF2-40B4-BE49-F238E27FC236}">
                          <a16:creationId xmlns:a16="http://schemas.microsoft.com/office/drawing/2014/main" id="{C7FBD83A-D0D0-2BAD-2CA7-6D5AD4A54C76}"/>
                        </a:ext>
                      </a:extLst>
                    </p:cNvPr>
                    <p:cNvGrpSpPr/>
                    <p:nvPr/>
                  </p:nvGrpSpPr>
                  <p:grpSpPr>
                    <a:xfrm flipH="1">
                      <a:off x="6478587" y="4022061"/>
                      <a:ext cx="214313" cy="214313"/>
                      <a:chOff x="5354637" y="3446463"/>
                      <a:chExt cx="214313" cy="214313"/>
                    </a:xfrm>
                  </p:grpSpPr>
                  <p:sp>
                    <p:nvSpPr>
                      <p:cNvPr id="16180" name="Arc 16179">
                        <a:extLst>
                          <a:ext uri="{FF2B5EF4-FFF2-40B4-BE49-F238E27FC236}">
                            <a16:creationId xmlns:a16="http://schemas.microsoft.com/office/drawing/2014/main" id="{4FF1C875-21BC-F71E-A88F-22A871B7BAD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181" name="Arc 16180">
                        <a:extLst>
                          <a:ext uri="{FF2B5EF4-FFF2-40B4-BE49-F238E27FC236}">
                            <a16:creationId xmlns:a16="http://schemas.microsoft.com/office/drawing/2014/main" id="{8220A7F1-81B0-90C8-1245-12A8FB5EC40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173" name="Group 16172">
                      <a:extLst>
                        <a:ext uri="{FF2B5EF4-FFF2-40B4-BE49-F238E27FC236}">
                          <a16:creationId xmlns:a16="http://schemas.microsoft.com/office/drawing/2014/main" id="{D00EA410-D1A9-49E5-A43A-67383405FF82}"/>
                        </a:ext>
                      </a:extLst>
                    </p:cNvPr>
                    <p:cNvGrpSpPr/>
                    <p:nvPr/>
                  </p:nvGrpSpPr>
                  <p:grpSpPr>
                    <a:xfrm rot="7200000" flipH="1">
                      <a:off x="6434137" y="3977611"/>
                      <a:ext cx="303213" cy="303213"/>
                      <a:chOff x="5354637" y="3446463"/>
                      <a:chExt cx="214313" cy="214313"/>
                    </a:xfrm>
                  </p:grpSpPr>
                  <p:sp>
                    <p:nvSpPr>
                      <p:cNvPr id="16178" name="Arc 16177">
                        <a:extLst>
                          <a:ext uri="{FF2B5EF4-FFF2-40B4-BE49-F238E27FC236}">
                            <a16:creationId xmlns:a16="http://schemas.microsoft.com/office/drawing/2014/main" id="{BF621707-207F-211B-A0E6-9B5C7339C44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179" name="Arc 16178">
                        <a:extLst>
                          <a:ext uri="{FF2B5EF4-FFF2-40B4-BE49-F238E27FC236}">
                            <a16:creationId xmlns:a16="http://schemas.microsoft.com/office/drawing/2014/main" id="{B68C79FC-6710-3A10-FAF9-9518E5F4664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174" name="Group 16173">
                      <a:extLst>
                        <a:ext uri="{FF2B5EF4-FFF2-40B4-BE49-F238E27FC236}">
                          <a16:creationId xmlns:a16="http://schemas.microsoft.com/office/drawing/2014/main" id="{2FD0D1D6-693C-5DBE-1D39-328274FD0BB0}"/>
                        </a:ext>
                      </a:extLst>
                    </p:cNvPr>
                    <p:cNvGrpSpPr/>
                    <p:nvPr/>
                  </p:nvGrpSpPr>
                  <p:grpSpPr>
                    <a:xfrm rot="14400000" flipH="1">
                      <a:off x="6389147" y="3932622"/>
                      <a:ext cx="393192" cy="393192"/>
                      <a:chOff x="5354637" y="3446463"/>
                      <a:chExt cx="214313" cy="214313"/>
                    </a:xfrm>
                  </p:grpSpPr>
                  <p:sp>
                    <p:nvSpPr>
                      <p:cNvPr id="16176" name="Arc 16175">
                        <a:extLst>
                          <a:ext uri="{FF2B5EF4-FFF2-40B4-BE49-F238E27FC236}">
                            <a16:creationId xmlns:a16="http://schemas.microsoft.com/office/drawing/2014/main" id="{D2BF4A1B-D957-6A64-32CA-96CE7C0E245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177" name="Arc 16176">
                        <a:extLst>
                          <a:ext uri="{FF2B5EF4-FFF2-40B4-BE49-F238E27FC236}">
                            <a16:creationId xmlns:a16="http://schemas.microsoft.com/office/drawing/2014/main" id="{90FAAC98-D05E-7C78-0419-99C4D13CA56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175" name="TextBox 16174">
                      <a:extLst>
                        <a:ext uri="{FF2B5EF4-FFF2-40B4-BE49-F238E27FC236}">
                          <a16:creationId xmlns:a16="http://schemas.microsoft.com/office/drawing/2014/main" id="{B03F96FB-2E83-5EA6-362E-DBC11BA7E3C6}"/>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6071" name="Group 16070">
                <a:extLst>
                  <a:ext uri="{FF2B5EF4-FFF2-40B4-BE49-F238E27FC236}">
                    <a16:creationId xmlns:a16="http://schemas.microsoft.com/office/drawing/2014/main" id="{B965AC0F-7B10-DEAA-7CDA-03015DD00A49}"/>
                  </a:ext>
                </a:extLst>
              </p:cNvPr>
              <p:cNvGrpSpPr/>
              <p:nvPr/>
            </p:nvGrpSpPr>
            <p:grpSpPr>
              <a:xfrm>
                <a:off x="6065340" y="2039507"/>
                <a:ext cx="1643204" cy="1593124"/>
                <a:chOff x="5445106" y="2644743"/>
                <a:chExt cx="1643204" cy="1593124"/>
              </a:xfrm>
            </p:grpSpPr>
            <p:grpSp>
              <p:nvGrpSpPr>
                <p:cNvPr id="16072" name="Group 16071">
                  <a:extLst>
                    <a:ext uri="{FF2B5EF4-FFF2-40B4-BE49-F238E27FC236}">
                      <a16:creationId xmlns:a16="http://schemas.microsoft.com/office/drawing/2014/main" id="{8B7FF134-0AAD-1851-F497-27A4B7F0808A}"/>
                    </a:ext>
                  </a:extLst>
                </p:cNvPr>
                <p:cNvGrpSpPr/>
                <p:nvPr/>
              </p:nvGrpSpPr>
              <p:grpSpPr>
                <a:xfrm>
                  <a:off x="5445106" y="2644743"/>
                  <a:ext cx="1019224" cy="991639"/>
                  <a:chOff x="5886431" y="3225768"/>
                  <a:chExt cx="1019224" cy="991639"/>
                </a:xfrm>
              </p:grpSpPr>
              <p:grpSp>
                <p:nvGrpSpPr>
                  <p:cNvPr id="16120" name="Group 16119">
                    <a:extLst>
                      <a:ext uri="{FF2B5EF4-FFF2-40B4-BE49-F238E27FC236}">
                        <a16:creationId xmlns:a16="http://schemas.microsoft.com/office/drawing/2014/main" id="{CC436A16-ED64-00A9-DCFE-1DC41996C14E}"/>
                      </a:ext>
                    </a:extLst>
                  </p:cNvPr>
                  <p:cNvGrpSpPr/>
                  <p:nvPr/>
                </p:nvGrpSpPr>
                <p:grpSpPr>
                  <a:xfrm>
                    <a:off x="6197413" y="3824215"/>
                    <a:ext cx="393192" cy="393192"/>
                    <a:chOff x="5265196" y="3357021"/>
                    <a:chExt cx="393192" cy="393192"/>
                  </a:xfrm>
                </p:grpSpPr>
                <p:grpSp>
                  <p:nvGrpSpPr>
                    <p:cNvPr id="16155" name="Group 16154">
                      <a:extLst>
                        <a:ext uri="{FF2B5EF4-FFF2-40B4-BE49-F238E27FC236}">
                          <a16:creationId xmlns:a16="http://schemas.microsoft.com/office/drawing/2014/main" id="{1989F16C-DF01-78F2-2EA1-F90E9FE13942}"/>
                        </a:ext>
                      </a:extLst>
                    </p:cNvPr>
                    <p:cNvGrpSpPr/>
                    <p:nvPr/>
                  </p:nvGrpSpPr>
                  <p:grpSpPr>
                    <a:xfrm rot="14400000">
                      <a:off x="5265196" y="3357021"/>
                      <a:ext cx="393192" cy="393192"/>
                      <a:chOff x="5354637" y="3446463"/>
                      <a:chExt cx="214313" cy="214313"/>
                    </a:xfrm>
                  </p:grpSpPr>
                  <p:sp>
                    <p:nvSpPr>
                      <p:cNvPr id="16164" name="Arc 16163">
                        <a:extLst>
                          <a:ext uri="{FF2B5EF4-FFF2-40B4-BE49-F238E27FC236}">
                            <a16:creationId xmlns:a16="http://schemas.microsoft.com/office/drawing/2014/main" id="{1BC40B12-493C-33BA-ED25-B090EF026D9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165" name="Arc 16164">
                        <a:extLst>
                          <a:ext uri="{FF2B5EF4-FFF2-40B4-BE49-F238E27FC236}">
                            <a16:creationId xmlns:a16="http://schemas.microsoft.com/office/drawing/2014/main" id="{C16FA0D5-17C9-5083-BA5C-DC121582C0C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156" name="Group 16155">
                      <a:extLst>
                        <a:ext uri="{FF2B5EF4-FFF2-40B4-BE49-F238E27FC236}">
                          <a16:creationId xmlns:a16="http://schemas.microsoft.com/office/drawing/2014/main" id="{61DB0D6D-6B70-AB64-E073-16095477ACD2}"/>
                        </a:ext>
                      </a:extLst>
                    </p:cNvPr>
                    <p:cNvGrpSpPr/>
                    <p:nvPr/>
                  </p:nvGrpSpPr>
                  <p:grpSpPr>
                    <a:xfrm>
                      <a:off x="5310186" y="3402011"/>
                      <a:ext cx="303213" cy="303213"/>
                      <a:chOff x="5310186" y="3402011"/>
                      <a:chExt cx="303213" cy="303213"/>
                    </a:xfrm>
                  </p:grpSpPr>
                  <p:grpSp>
                    <p:nvGrpSpPr>
                      <p:cNvPr id="16157" name="Group 16156">
                        <a:extLst>
                          <a:ext uri="{FF2B5EF4-FFF2-40B4-BE49-F238E27FC236}">
                            <a16:creationId xmlns:a16="http://schemas.microsoft.com/office/drawing/2014/main" id="{37E26B9B-E123-5E84-3BD5-304E53AABA87}"/>
                          </a:ext>
                        </a:extLst>
                      </p:cNvPr>
                      <p:cNvGrpSpPr/>
                      <p:nvPr/>
                    </p:nvGrpSpPr>
                    <p:grpSpPr>
                      <a:xfrm>
                        <a:off x="5354636" y="3446461"/>
                        <a:ext cx="214313" cy="214313"/>
                        <a:chOff x="5354637" y="3446463"/>
                        <a:chExt cx="214313" cy="214313"/>
                      </a:xfrm>
                    </p:grpSpPr>
                    <p:sp>
                      <p:nvSpPr>
                        <p:cNvPr id="16162" name="Arc 16161">
                          <a:extLst>
                            <a:ext uri="{FF2B5EF4-FFF2-40B4-BE49-F238E27FC236}">
                              <a16:creationId xmlns:a16="http://schemas.microsoft.com/office/drawing/2014/main" id="{148C78D5-E7B5-94F4-3F98-52B99CDB855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163" name="Arc 16162">
                          <a:extLst>
                            <a:ext uri="{FF2B5EF4-FFF2-40B4-BE49-F238E27FC236}">
                              <a16:creationId xmlns:a16="http://schemas.microsoft.com/office/drawing/2014/main" id="{A4C6DE83-D979-5C74-D5C9-DB89C1BEDDD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158" name="Group 16157">
                        <a:extLst>
                          <a:ext uri="{FF2B5EF4-FFF2-40B4-BE49-F238E27FC236}">
                            <a16:creationId xmlns:a16="http://schemas.microsoft.com/office/drawing/2014/main" id="{819345F4-CD55-EF09-6E5C-EEF7983AB47A}"/>
                          </a:ext>
                        </a:extLst>
                      </p:cNvPr>
                      <p:cNvGrpSpPr/>
                      <p:nvPr/>
                    </p:nvGrpSpPr>
                    <p:grpSpPr>
                      <a:xfrm rot="7200000">
                        <a:off x="5310186" y="3402011"/>
                        <a:ext cx="303213" cy="303213"/>
                        <a:chOff x="5354637" y="3446463"/>
                        <a:chExt cx="214313" cy="214313"/>
                      </a:xfrm>
                    </p:grpSpPr>
                    <p:sp>
                      <p:nvSpPr>
                        <p:cNvPr id="16160" name="Arc 16159">
                          <a:extLst>
                            <a:ext uri="{FF2B5EF4-FFF2-40B4-BE49-F238E27FC236}">
                              <a16:creationId xmlns:a16="http://schemas.microsoft.com/office/drawing/2014/main" id="{1AC23851-B481-F5C9-4D65-375D110F190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161" name="Arc 16160">
                          <a:extLst>
                            <a:ext uri="{FF2B5EF4-FFF2-40B4-BE49-F238E27FC236}">
                              <a16:creationId xmlns:a16="http://schemas.microsoft.com/office/drawing/2014/main" id="{057A347D-F091-BF48-2B1F-4BC3AB99A9A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159" name="TextBox 16158">
                        <a:extLst>
                          <a:ext uri="{FF2B5EF4-FFF2-40B4-BE49-F238E27FC236}">
                            <a16:creationId xmlns:a16="http://schemas.microsoft.com/office/drawing/2014/main" id="{82C8E588-2B85-D8B5-127C-160AEDE192FD}"/>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121" name="Group 16120">
                    <a:extLst>
                      <a:ext uri="{FF2B5EF4-FFF2-40B4-BE49-F238E27FC236}">
                        <a16:creationId xmlns:a16="http://schemas.microsoft.com/office/drawing/2014/main" id="{BBD27BDE-FD86-20D6-AC59-D6F676C7169E}"/>
                      </a:ext>
                    </a:extLst>
                  </p:cNvPr>
                  <p:cNvGrpSpPr/>
                  <p:nvPr/>
                </p:nvGrpSpPr>
                <p:grpSpPr>
                  <a:xfrm>
                    <a:off x="5886431" y="3525040"/>
                    <a:ext cx="393192" cy="393192"/>
                    <a:chOff x="5265196" y="3932619"/>
                    <a:chExt cx="393192" cy="393192"/>
                  </a:xfrm>
                </p:grpSpPr>
                <p:grpSp>
                  <p:nvGrpSpPr>
                    <p:cNvPr id="16145" name="Group 16144">
                      <a:extLst>
                        <a:ext uri="{FF2B5EF4-FFF2-40B4-BE49-F238E27FC236}">
                          <a16:creationId xmlns:a16="http://schemas.microsoft.com/office/drawing/2014/main" id="{BAD932EC-FE7E-C244-9B2D-A042F7558F46}"/>
                        </a:ext>
                      </a:extLst>
                    </p:cNvPr>
                    <p:cNvGrpSpPr/>
                    <p:nvPr/>
                  </p:nvGrpSpPr>
                  <p:grpSpPr>
                    <a:xfrm>
                      <a:off x="5354636" y="4022061"/>
                      <a:ext cx="214313" cy="214313"/>
                      <a:chOff x="5354637" y="3446463"/>
                      <a:chExt cx="214313" cy="214313"/>
                    </a:xfrm>
                  </p:grpSpPr>
                  <p:sp>
                    <p:nvSpPr>
                      <p:cNvPr id="16153" name="Arc 16152">
                        <a:extLst>
                          <a:ext uri="{FF2B5EF4-FFF2-40B4-BE49-F238E27FC236}">
                            <a16:creationId xmlns:a16="http://schemas.microsoft.com/office/drawing/2014/main" id="{813EE1FD-0447-E1C6-8C2C-8B84394949B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154" name="Arc 16153">
                        <a:extLst>
                          <a:ext uri="{FF2B5EF4-FFF2-40B4-BE49-F238E27FC236}">
                            <a16:creationId xmlns:a16="http://schemas.microsoft.com/office/drawing/2014/main" id="{B11C005E-6E6B-EB48-D585-6F9CB158E1C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146" name="Group 16145">
                      <a:extLst>
                        <a:ext uri="{FF2B5EF4-FFF2-40B4-BE49-F238E27FC236}">
                          <a16:creationId xmlns:a16="http://schemas.microsoft.com/office/drawing/2014/main" id="{824B6FA2-EF53-56B9-9772-5B92CF500C23}"/>
                        </a:ext>
                      </a:extLst>
                    </p:cNvPr>
                    <p:cNvGrpSpPr/>
                    <p:nvPr/>
                  </p:nvGrpSpPr>
                  <p:grpSpPr>
                    <a:xfrm rot="14400000">
                      <a:off x="5310186" y="3977611"/>
                      <a:ext cx="303213" cy="303213"/>
                      <a:chOff x="5354637" y="3446463"/>
                      <a:chExt cx="214313" cy="214313"/>
                    </a:xfrm>
                  </p:grpSpPr>
                  <p:sp>
                    <p:nvSpPr>
                      <p:cNvPr id="16151" name="Arc 16150">
                        <a:extLst>
                          <a:ext uri="{FF2B5EF4-FFF2-40B4-BE49-F238E27FC236}">
                            <a16:creationId xmlns:a16="http://schemas.microsoft.com/office/drawing/2014/main" id="{5014E82A-35F6-3E0E-D0BA-7975CA5AAA6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152" name="Arc 16151">
                        <a:extLst>
                          <a:ext uri="{FF2B5EF4-FFF2-40B4-BE49-F238E27FC236}">
                            <a16:creationId xmlns:a16="http://schemas.microsoft.com/office/drawing/2014/main" id="{8635C5C8-7021-E2E6-D34A-E0E4AB92C4C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147" name="Group 16146">
                      <a:extLst>
                        <a:ext uri="{FF2B5EF4-FFF2-40B4-BE49-F238E27FC236}">
                          <a16:creationId xmlns:a16="http://schemas.microsoft.com/office/drawing/2014/main" id="{936CFBFE-A919-97B6-2894-CC9CDEFBAE15}"/>
                        </a:ext>
                      </a:extLst>
                    </p:cNvPr>
                    <p:cNvGrpSpPr/>
                    <p:nvPr/>
                  </p:nvGrpSpPr>
                  <p:grpSpPr>
                    <a:xfrm rot="7200000">
                      <a:off x="5265196" y="3932619"/>
                      <a:ext cx="393192" cy="393192"/>
                      <a:chOff x="5354637" y="3446463"/>
                      <a:chExt cx="214313" cy="214313"/>
                    </a:xfrm>
                  </p:grpSpPr>
                  <p:sp>
                    <p:nvSpPr>
                      <p:cNvPr id="16149" name="Arc 16148">
                        <a:extLst>
                          <a:ext uri="{FF2B5EF4-FFF2-40B4-BE49-F238E27FC236}">
                            <a16:creationId xmlns:a16="http://schemas.microsoft.com/office/drawing/2014/main" id="{1DA6FA85-08D2-37EF-7EB6-A52436AAF39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150" name="Arc 16149">
                        <a:extLst>
                          <a:ext uri="{FF2B5EF4-FFF2-40B4-BE49-F238E27FC236}">
                            <a16:creationId xmlns:a16="http://schemas.microsoft.com/office/drawing/2014/main" id="{3F8547AD-570A-686D-E741-E2398C26668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148" name="TextBox 16147">
                      <a:extLst>
                        <a:ext uri="{FF2B5EF4-FFF2-40B4-BE49-F238E27FC236}">
                          <a16:creationId xmlns:a16="http://schemas.microsoft.com/office/drawing/2014/main" id="{24C66F4D-EB91-A864-1AD2-3D0581B1D461}"/>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6122" name="Group 16121">
                    <a:extLst>
                      <a:ext uri="{FF2B5EF4-FFF2-40B4-BE49-F238E27FC236}">
                        <a16:creationId xmlns:a16="http://schemas.microsoft.com/office/drawing/2014/main" id="{3D77A1B0-16C7-2A61-4F73-EF7584B64DA6}"/>
                      </a:ext>
                    </a:extLst>
                  </p:cNvPr>
                  <p:cNvGrpSpPr/>
                  <p:nvPr/>
                </p:nvGrpSpPr>
                <p:grpSpPr>
                  <a:xfrm>
                    <a:off x="6512463" y="3525040"/>
                    <a:ext cx="393192" cy="393192"/>
                    <a:chOff x="6389147" y="3357021"/>
                    <a:chExt cx="393192" cy="393192"/>
                  </a:xfrm>
                </p:grpSpPr>
                <p:grpSp>
                  <p:nvGrpSpPr>
                    <p:cNvPr id="16134" name="Group 16133">
                      <a:extLst>
                        <a:ext uri="{FF2B5EF4-FFF2-40B4-BE49-F238E27FC236}">
                          <a16:creationId xmlns:a16="http://schemas.microsoft.com/office/drawing/2014/main" id="{6F7A5D74-60DE-2BA5-AE9A-0721D55927FB}"/>
                        </a:ext>
                      </a:extLst>
                    </p:cNvPr>
                    <p:cNvGrpSpPr/>
                    <p:nvPr/>
                  </p:nvGrpSpPr>
                  <p:grpSpPr>
                    <a:xfrm rot="7200000" flipH="1">
                      <a:off x="6389147" y="3357021"/>
                      <a:ext cx="393192" cy="393192"/>
                      <a:chOff x="5354637" y="3446463"/>
                      <a:chExt cx="214313" cy="214313"/>
                    </a:xfrm>
                  </p:grpSpPr>
                  <p:sp>
                    <p:nvSpPr>
                      <p:cNvPr id="16143" name="Arc 16142">
                        <a:extLst>
                          <a:ext uri="{FF2B5EF4-FFF2-40B4-BE49-F238E27FC236}">
                            <a16:creationId xmlns:a16="http://schemas.microsoft.com/office/drawing/2014/main" id="{9BA5B3C5-1690-CD11-07B1-52748499D91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144" name="Arc 16143">
                        <a:extLst>
                          <a:ext uri="{FF2B5EF4-FFF2-40B4-BE49-F238E27FC236}">
                            <a16:creationId xmlns:a16="http://schemas.microsoft.com/office/drawing/2014/main" id="{3BDD7B7F-083E-8D21-9AC8-538B62DEF58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135" name="Group 16134">
                      <a:extLst>
                        <a:ext uri="{FF2B5EF4-FFF2-40B4-BE49-F238E27FC236}">
                          <a16:creationId xmlns:a16="http://schemas.microsoft.com/office/drawing/2014/main" id="{9B7B9CF7-1B09-5030-CB0A-9C90124C69AA}"/>
                        </a:ext>
                      </a:extLst>
                    </p:cNvPr>
                    <p:cNvGrpSpPr/>
                    <p:nvPr/>
                  </p:nvGrpSpPr>
                  <p:grpSpPr>
                    <a:xfrm>
                      <a:off x="6434137" y="3402011"/>
                      <a:ext cx="303213" cy="303213"/>
                      <a:chOff x="6434137" y="3402011"/>
                      <a:chExt cx="303213" cy="303213"/>
                    </a:xfrm>
                  </p:grpSpPr>
                  <p:grpSp>
                    <p:nvGrpSpPr>
                      <p:cNvPr id="16136" name="Group 16135">
                        <a:extLst>
                          <a:ext uri="{FF2B5EF4-FFF2-40B4-BE49-F238E27FC236}">
                            <a16:creationId xmlns:a16="http://schemas.microsoft.com/office/drawing/2014/main" id="{93D0FEC2-8413-CC3D-7EB5-2684DCA68081}"/>
                          </a:ext>
                        </a:extLst>
                      </p:cNvPr>
                      <p:cNvGrpSpPr/>
                      <p:nvPr/>
                    </p:nvGrpSpPr>
                    <p:grpSpPr>
                      <a:xfrm flipH="1">
                        <a:off x="6478587" y="3446461"/>
                        <a:ext cx="214313" cy="214313"/>
                        <a:chOff x="5354637" y="3446463"/>
                        <a:chExt cx="214313" cy="214313"/>
                      </a:xfrm>
                    </p:grpSpPr>
                    <p:sp>
                      <p:nvSpPr>
                        <p:cNvPr id="16141" name="Arc 16140">
                          <a:extLst>
                            <a:ext uri="{FF2B5EF4-FFF2-40B4-BE49-F238E27FC236}">
                              <a16:creationId xmlns:a16="http://schemas.microsoft.com/office/drawing/2014/main" id="{834108AF-66A4-6178-0D44-FCD458BF0D8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142" name="Arc 16141">
                          <a:extLst>
                            <a:ext uri="{FF2B5EF4-FFF2-40B4-BE49-F238E27FC236}">
                              <a16:creationId xmlns:a16="http://schemas.microsoft.com/office/drawing/2014/main" id="{4A04C779-599F-4147-80D9-27ADA58E46B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137" name="Group 16136">
                        <a:extLst>
                          <a:ext uri="{FF2B5EF4-FFF2-40B4-BE49-F238E27FC236}">
                            <a16:creationId xmlns:a16="http://schemas.microsoft.com/office/drawing/2014/main" id="{1963B795-4347-06D4-93D2-61192D7F7105}"/>
                          </a:ext>
                        </a:extLst>
                      </p:cNvPr>
                      <p:cNvGrpSpPr/>
                      <p:nvPr/>
                    </p:nvGrpSpPr>
                    <p:grpSpPr>
                      <a:xfrm rot="14400000" flipH="1">
                        <a:off x="6434137" y="3402011"/>
                        <a:ext cx="303213" cy="303213"/>
                        <a:chOff x="5354637" y="3446463"/>
                        <a:chExt cx="214313" cy="214313"/>
                      </a:xfrm>
                    </p:grpSpPr>
                    <p:sp>
                      <p:nvSpPr>
                        <p:cNvPr id="16139" name="Arc 16138">
                          <a:extLst>
                            <a:ext uri="{FF2B5EF4-FFF2-40B4-BE49-F238E27FC236}">
                              <a16:creationId xmlns:a16="http://schemas.microsoft.com/office/drawing/2014/main" id="{99891A8C-5002-C498-0BEB-09CE5F5BE2F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140" name="Arc 16139">
                          <a:extLst>
                            <a:ext uri="{FF2B5EF4-FFF2-40B4-BE49-F238E27FC236}">
                              <a16:creationId xmlns:a16="http://schemas.microsoft.com/office/drawing/2014/main" id="{E01E973F-D4A9-DE54-E25E-56156CAC987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138" name="TextBox 16137">
                        <a:extLst>
                          <a:ext uri="{FF2B5EF4-FFF2-40B4-BE49-F238E27FC236}">
                            <a16:creationId xmlns:a16="http://schemas.microsoft.com/office/drawing/2014/main" id="{C2F325CF-BE34-0B3E-CD3D-7C8D99C12A74}"/>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123" name="Group 16122">
                    <a:extLst>
                      <a:ext uri="{FF2B5EF4-FFF2-40B4-BE49-F238E27FC236}">
                        <a16:creationId xmlns:a16="http://schemas.microsoft.com/office/drawing/2014/main" id="{74192C42-94D8-2C2C-3689-05196CC3080E}"/>
                      </a:ext>
                    </a:extLst>
                  </p:cNvPr>
                  <p:cNvGrpSpPr/>
                  <p:nvPr/>
                </p:nvGrpSpPr>
                <p:grpSpPr>
                  <a:xfrm>
                    <a:off x="6197413" y="3225768"/>
                    <a:ext cx="393192" cy="393192"/>
                    <a:chOff x="6389147" y="3932622"/>
                    <a:chExt cx="393192" cy="393192"/>
                  </a:xfrm>
                </p:grpSpPr>
                <p:grpSp>
                  <p:nvGrpSpPr>
                    <p:cNvPr id="16124" name="Group 16123">
                      <a:extLst>
                        <a:ext uri="{FF2B5EF4-FFF2-40B4-BE49-F238E27FC236}">
                          <a16:creationId xmlns:a16="http://schemas.microsoft.com/office/drawing/2014/main" id="{669BEFE2-4517-D566-2AC6-683E03795559}"/>
                        </a:ext>
                      </a:extLst>
                    </p:cNvPr>
                    <p:cNvGrpSpPr/>
                    <p:nvPr/>
                  </p:nvGrpSpPr>
                  <p:grpSpPr>
                    <a:xfrm flipH="1">
                      <a:off x="6478587" y="4022061"/>
                      <a:ext cx="214313" cy="214313"/>
                      <a:chOff x="5354637" y="3446463"/>
                      <a:chExt cx="214313" cy="214313"/>
                    </a:xfrm>
                  </p:grpSpPr>
                  <p:sp>
                    <p:nvSpPr>
                      <p:cNvPr id="16132" name="Arc 16131">
                        <a:extLst>
                          <a:ext uri="{FF2B5EF4-FFF2-40B4-BE49-F238E27FC236}">
                            <a16:creationId xmlns:a16="http://schemas.microsoft.com/office/drawing/2014/main" id="{0ED22623-184B-303D-6657-D1B60301B4E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133" name="Arc 16132">
                        <a:extLst>
                          <a:ext uri="{FF2B5EF4-FFF2-40B4-BE49-F238E27FC236}">
                            <a16:creationId xmlns:a16="http://schemas.microsoft.com/office/drawing/2014/main" id="{0BA49D7B-46B4-76E9-CAF2-65BB88AEFE0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125" name="Group 16124">
                      <a:extLst>
                        <a:ext uri="{FF2B5EF4-FFF2-40B4-BE49-F238E27FC236}">
                          <a16:creationId xmlns:a16="http://schemas.microsoft.com/office/drawing/2014/main" id="{DB7D5569-8022-8CF7-C410-BF84279AF9DD}"/>
                        </a:ext>
                      </a:extLst>
                    </p:cNvPr>
                    <p:cNvGrpSpPr/>
                    <p:nvPr/>
                  </p:nvGrpSpPr>
                  <p:grpSpPr>
                    <a:xfrm rot="7200000" flipH="1">
                      <a:off x="6434137" y="3977611"/>
                      <a:ext cx="303213" cy="303213"/>
                      <a:chOff x="5354637" y="3446463"/>
                      <a:chExt cx="214313" cy="214313"/>
                    </a:xfrm>
                  </p:grpSpPr>
                  <p:sp>
                    <p:nvSpPr>
                      <p:cNvPr id="16130" name="Arc 16129">
                        <a:extLst>
                          <a:ext uri="{FF2B5EF4-FFF2-40B4-BE49-F238E27FC236}">
                            <a16:creationId xmlns:a16="http://schemas.microsoft.com/office/drawing/2014/main" id="{8F2B29D7-8EC7-8629-B0D3-109C18C6284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131" name="Arc 16130">
                        <a:extLst>
                          <a:ext uri="{FF2B5EF4-FFF2-40B4-BE49-F238E27FC236}">
                            <a16:creationId xmlns:a16="http://schemas.microsoft.com/office/drawing/2014/main" id="{0C742DEB-715B-ACEF-12D0-687E920F9BD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126" name="Group 16125">
                      <a:extLst>
                        <a:ext uri="{FF2B5EF4-FFF2-40B4-BE49-F238E27FC236}">
                          <a16:creationId xmlns:a16="http://schemas.microsoft.com/office/drawing/2014/main" id="{0A0F813D-8EE2-D5A9-27DE-B289A0075E22}"/>
                        </a:ext>
                      </a:extLst>
                    </p:cNvPr>
                    <p:cNvGrpSpPr/>
                    <p:nvPr/>
                  </p:nvGrpSpPr>
                  <p:grpSpPr>
                    <a:xfrm rot="14400000" flipH="1">
                      <a:off x="6389147" y="3932622"/>
                      <a:ext cx="393192" cy="393192"/>
                      <a:chOff x="5354637" y="3446463"/>
                      <a:chExt cx="214313" cy="214313"/>
                    </a:xfrm>
                  </p:grpSpPr>
                  <p:sp>
                    <p:nvSpPr>
                      <p:cNvPr id="16128" name="Arc 16127">
                        <a:extLst>
                          <a:ext uri="{FF2B5EF4-FFF2-40B4-BE49-F238E27FC236}">
                            <a16:creationId xmlns:a16="http://schemas.microsoft.com/office/drawing/2014/main" id="{DC6444DE-511F-E979-66D9-F110DF39FB9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129" name="Arc 16128">
                        <a:extLst>
                          <a:ext uri="{FF2B5EF4-FFF2-40B4-BE49-F238E27FC236}">
                            <a16:creationId xmlns:a16="http://schemas.microsoft.com/office/drawing/2014/main" id="{FB9C3F8A-D7B0-B3E2-62D1-36955267679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127" name="TextBox 16126">
                      <a:extLst>
                        <a:ext uri="{FF2B5EF4-FFF2-40B4-BE49-F238E27FC236}">
                          <a16:creationId xmlns:a16="http://schemas.microsoft.com/office/drawing/2014/main" id="{CB3BA757-78CA-B63E-431B-42B4F74228DD}"/>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073" name="Group 16072">
                  <a:extLst>
                    <a:ext uri="{FF2B5EF4-FFF2-40B4-BE49-F238E27FC236}">
                      <a16:creationId xmlns:a16="http://schemas.microsoft.com/office/drawing/2014/main" id="{01BEBCB0-12D9-300E-5F19-CAE4246C8846}"/>
                    </a:ext>
                  </a:extLst>
                </p:cNvPr>
                <p:cNvGrpSpPr/>
                <p:nvPr/>
              </p:nvGrpSpPr>
              <p:grpSpPr>
                <a:xfrm>
                  <a:off x="6069086" y="3246228"/>
                  <a:ext cx="1019224" cy="991639"/>
                  <a:chOff x="5886431" y="3225768"/>
                  <a:chExt cx="1019224" cy="991639"/>
                </a:xfrm>
              </p:grpSpPr>
              <p:grpSp>
                <p:nvGrpSpPr>
                  <p:cNvPr id="16074" name="Group 16073">
                    <a:extLst>
                      <a:ext uri="{FF2B5EF4-FFF2-40B4-BE49-F238E27FC236}">
                        <a16:creationId xmlns:a16="http://schemas.microsoft.com/office/drawing/2014/main" id="{1765F4B7-6C9B-79C6-8249-4E0A2EF4917E}"/>
                      </a:ext>
                    </a:extLst>
                  </p:cNvPr>
                  <p:cNvGrpSpPr/>
                  <p:nvPr/>
                </p:nvGrpSpPr>
                <p:grpSpPr>
                  <a:xfrm>
                    <a:off x="6197413" y="3824215"/>
                    <a:ext cx="393192" cy="393192"/>
                    <a:chOff x="5265196" y="3357021"/>
                    <a:chExt cx="393192" cy="393192"/>
                  </a:xfrm>
                </p:grpSpPr>
                <p:grpSp>
                  <p:nvGrpSpPr>
                    <p:cNvPr id="16109" name="Group 16108">
                      <a:extLst>
                        <a:ext uri="{FF2B5EF4-FFF2-40B4-BE49-F238E27FC236}">
                          <a16:creationId xmlns:a16="http://schemas.microsoft.com/office/drawing/2014/main" id="{4DE3AD59-9568-55B2-65CB-D947D8882AF7}"/>
                        </a:ext>
                      </a:extLst>
                    </p:cNvPr>
                    <p:cNvGrpSpPr/>
                    <p:nvPr/>
                  </p:nvGrpSpPr>
                  <p:grpSpPr>
                    <a:xfrm rot="14400000">
                      <a:off x="5265196" y="3357021"/>
                      <a:ext cx="393192" cy="393192"/>
                      <a:chOff x="5354637" y="3446463"/>
                      <a:chExt cx="214313" cy="214313"/>
                    </a:xfrm>
                  </p:grpSpPr>
                  <p:sp>
                    <p:nvSpPr>
                      <p:cNvPr id="16118" name="Arc 16117">
                        <a:extLst>
                          <a:ext uri="{FF2B5EF4-FFF2-40B4-BE49-F238E27FC236}">
                            <a16:creationId xmlns:a16="http://schemas.microsoft.com/office/drawing/2014/main" id="{714052FC-4244-0772-11B2-3810AD52B69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119" name="Arc 16118">
                        <a:extLst>
                          <a:ext uri="{FF2B5EF4-FFF2-40B4-BE49-F238E27FC236}">
                            <a16:creationId xmlns:a16="http://schemas.microsoft.com/office/drawing/2014/main" id="{B24CC21F-2FDD-6AD2-E48D-80F6DB657C4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110" name="Group 16109">
                      <a:extLst>
                        <a:ext uri="{FF2B5EF4-FFF2-40B4-BE49-F238E27FC236}">
                          <a16:creationId xmlns:a16="http://schemas.microsoft.com/office/drawing/2014/main" id="{06574F38-DFDA-7A19-D267-4136CB9E61B1}"/>
                        </a:ext>
                      </a:extLst>
                    </p:cNvPr>
                    <p:cNvGrpSpPr/>
                    <p:nvPr/>
                  </p:nvGrpSpPr>
                  <p:grpSpPr>
                    <a:xfrm>
                      <a:off x="5310186" y="3402011"/>
                      <a:ext cx="303213" cy="303213"/>
                      <a:chOff x="5310186" y="3402011"/>
                      <a:chExt cx="303213" cy="303213"/>
                    </a:xfrm>
                  </p:grpSpPr>
                  <p:grpSp>
                    <p:nvGrpSpPr>
                      <p:cNvPr id="16111" name="Group 16110">
                        <a:extLst>
                          <a:ext uri="{FF2B5EF4-FFF2-40B4-BE49-F238E27FC236}">
                            <a16:creationId xmlns:a16="http://schemas.microsoft.com/office/drawing/2014/main" id="{07A23184-D560-302B-3C64-F7B89BDDA662}"/>
                          </a:ext>
                        </a:extLst>
                      </p:cNvPr>
                      <p:cNvGrpSpPr/>
                      <p:nvPr/>
                    </p:nvGrpSpPr>
                    <p:grpSpPr>
                      <a:xfrm>
                        <a:off x="5354636" y="3446461"/>
                        <a:ext cx="214313" cy="214313"/>
                        <a:chOff x="5354637" y="3446463"/>
                        <a:chExt cx="214313" cy="214313"/>
                      </a:xfrm>
                    </p:grpSpPr>
                    <p:sp>
                      <p:nvSpPr>
                        <p:cNvPr id="16116" name="Arc 16115">
                          <a:extLst>
                            <a:ext uri="{FF2B5EF4-FFF2-40B4-BE49-F238E27FC236}">
                              <a16:creationId xmlns:a16="http://schemas.microsoft.com/office/drawing/2014/main" id="{45FD75B2-8A99-76F9-43FF-72B60682A6D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117" name="Arc 16116">
                          <a:extLst>
                            <a:ext uri="{FF2B5EF4-FFF2-40B4-BE49-F238E27FC236}">
                              <a16:creationId xmlns:a16="http://schemas.microsoft.com/office/drawing/2014/main" id="{C7C758E3-3B8E-D220-A13E-1434918FDD2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112" name="Group 16111">
                        <a:extLst>
                          <a:ext uri="{FF2B5EF4-FFF2-40B4-BE49-F238E27FC236}">
                            <a16:creationId xmlns:a16="http://schemas.microsoft.com/office/drawing/2014/main" id="{A9981BC8-D2A7-0E81-021B-DE3EE4C35794}"/>
                          </a:ext>
                        </a:extLst>
                      </p:cNvPr>
                      <p:cNvGrpSpPr/>
                      <p:nvPr/>
                    </p:nvGrpSpPr>
                    <p:grpSpPr>
                      <a:xfrm rot="7200000">
                        <a:off x="5310186" y="3402011"/>
                        <a:ext cx="303213" cy="303213"/>
                        <a:chOff x="5354637" y="3446463"/>
                        <a:chExt cx="214313" cy="214313"/>
                      </a:xfrm>
                    </p:grpSpPr>
                    <p:sp>
                      <p:nvSpPr>
                        <p:cNvPr id="16114" name="Arc 16113">
                          <a:extLst>
                            <a:ext uri="{FF2B5EF4-FFF2-40B4-BE49-F238E27FC236}">
                              <a16:creationId xmlns:a16="http://schemas.microsoft.com/office/drawing/2014/main" id="{E55126A6-DA2A-D562-FF0C-2FD54642AAC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115" name="Arc 16114">
                          <a:extLst>
                            <a:ext uri="{FF2B5EF4-FFF2-40B4-BE49-F238E27FC236}">
                              <a16:creationId xmlns:a16="http://schemas.microsoft.com/office/drawing/2014/main" id="{ED071A64-912F-ECEE-48F1-FB12A354DA7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113" name="TextBox 16112">
                        <a:extLst>
                          <a:ext uri="{FF2B5EF4-FFF2-40B4-BE49-F238E27FC236}">
                            <a16:creationId xmlns:a16="http://schemas.microsoft.com/office/drawing/2014/main" id="{99D0DCC2-299C-2447-387C-E3AA1391D860}"/>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075" name="Group 16074">
                    <a:extLst>
                      <a:ext uri="{FF2B5EF4-FFF2-40B4-BE49-F238E27FC236}">
                        <a16:creationId xmlns:a16="http://schemas.microsoft.com/office/drawing/2014/main" id="{BA9CBA10-A6F6-5C77-09D7-2678601A1A35}"/>
                      </a:ext>
                    </a:extLst>
                  </p:cNvPr>
                  <p:cNvGrpSpPr/>
                  <p:nvPr/>
                </p:nvGrpSpPr>
                <p:grpSpPr>
                  <a:xfrm>
                    <a:off x="5886431" y="3525040"/>
                    <a:ext cx="393192" cy="393192"/>
                    <a:chOff x="5265196" y="3932619"/>
                    <a:chExt cx="393192" cy="393192"/>
                  </a:xfrm>
                </p:grpSpPr>
                <p:grpSp>
                  <p:nvGrpSpPr>
                    <p:cNvPr id="16099" name="Group 16098">
                      <a:extLst>
                        <a:ext uri="{FF2B5EF4-FFF2-40B4-BE49-F238E27FC236}">
                          <a16:creationId xmlns:a16="http://schemas.microsoft.com/office/drawing/2014/main" id="{72274F33-C26B-4EAF-BA02-1C1C49ECCD00}"/>
                        </a:ext>
                      </a:extLst>
                    </p:cNvPr>
                    <p:cNvGrpSpPr/>
                    <p:nvPr/>
                  </p:nvGrpSpPr>
                  <p:grpSpPr>
                    <a:xfrm>
                      <a:off x="5354636" y="4022061"/>
                      <a:ext cx="214313" cy="214313"/>
                      <a:chOff x="5354637" y="3446463"/>
                      <a:chExt cx="214313" cy="214313"/>
                    </a:xfrm>
                  </p:grpSpPr>
                  <p:sp>
                    <p:nvSpPr>
                      <p:cNvPr id="16107" name="Arc 16106">
                        <a:extLst>
                          <a:ext uri="{FF2B5EF4-FFF2-40B4-BE49-F238E27FC236}">
                            <a16:creationId xmlns:a16="http://schemas.microsoft.com/office/drawing/2014/main" id="{46359AC4-5F6F-0DAB-3819-1EA16472200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108" name="Arc 16107">
                        <a:extLst>
                          <a:ext uri="{FF2B5EF4-FFF2-40B4-BE49-F238E27FC236}">
                            <a16:creationId xmlns:a16="http://schemas.microsoft.com/office/drawing/2014/main" id="{852CF8D2-9BCC-A1AB-6010-23FA7840EC2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100" name="Group 16099">
                      <a:extLst>
                        <a:ext uri="{FF2B5EF4-FFF2-40B4-BE49-F238E27FC236}">
                          <a16:creationId xmlns:a16="http://schemas.microsoft.com/office/drawing/2014/main" id="{25375B7A-6417-872F-4691-C4DA25D43389}"/>
                        </a:ext>
                      </a:extLst>
                    </p:cNvPr>
                    <p:cNvGrpSpPr/>
                    <p:nvPr/>
                  </p:nvGrpSpPr>
                  <p:grpSpPr>
                    <a:xfrm rot="14400000">
                      <a:off x="5310186" y="3977611"/>
                      <a:ext cx="303213" cy="303213"/>
                      <a:chOff x="5354637" y="3446463"/>
                      <a:chExt cx="214313" cy="214313"/>
                    </a:xfrm>
                  </p:grpSpPr>
                  <p:sp>
                    <p:nvSpPr>
                      <p:cNvPr id="16105" name="Arc 16104">
                        <a:extLst>
                          <a:ext uri="{FF2B5EF4-FFF2-40B4-BE49-F238E27FC236}">
                            <a16:creationId xmlns:a16="http://schemas.microsoft.com/office/drawing/2014/main" id="{BC224A74-53CC-2D21-DB57-9A12B375473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106" name="Arc 16105">
                        <a:extLst>
                          <a:ext uri="{FF2B5EF4-FFF2-40B4-BE49-F238E27FC236}">
                            <a16:creationId xmlns:a16="http://schemas.microsoft.com/office/drawing/2014/main" id="{514125B3-3E74-6E86-6AA7-49A1104F780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101" name="Group 16100">
                      <a:extLst>
                        <a:ext uri="{FF2B5EF4-FFF2-40B4-BE49-F238E27FC236}">
                          <a16:creationId xmlns:a16="http://schemas.microsoft.com/office/drawing/2014/main" id="{23D5E6AE-DAAB-106D-33BC-BD423AA9B22E}"/>
                        </a:ext>
                      </a:extLst>
                    </p:cNvPr>
                    <p:cNvGrpSpPr/>
                    <p:nvPr/>
                  </p:nvGrpSpPr>
                  <p:grpSpPr>
                    <a:xfrm rot="7200000">
                      <a:off x="5265196" y="3932619"/>
                      <a:ext cx="393192" cy="393192"/>
                      <a:chOff x="5354637" y="3446463"/>
                      <a:chExt cx="214313" cy="214313"/>
                    </a:xfrm>
                  </p:grpSpPr>
                  <p:sp>
                    <p:nvSpPr>
                      <p:cNvPr id="16103" name="Arc 16102">
                        <a:extLst>
                          <a:ext uri="{FF2B5EF4-FFF2-40B4-BE49-F238E27FC236}">
                            <a16:creationId xmlns:a16="http://schemas.microsoft.com/office/drawing/2014/main" id="{4BE20897-BE9A-B676-C862-4DCADF917DB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104" name="Arc 16103">
                        <a:extLst>
                          <a:ext uri="{FF2B5EF4-FFF2-40B4-BE49-F238E27FC236}">
                            <a16:creationId xmlns:a16="http://schemas.microsoft.com/office/drawing/2014/main" id="{D06F5FD6-8E6A-9D48-C9E3-AA662CE79D1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102" name="TextBox 16101">
                      <a:extLst>
                        <a:ext uri="{FF2B5EF4-FFF2-40B4-BE49-F238E27FC236}">
                          <a16:creationId xmlns:a16="http://schemas.microsoft.com/office/drawing/2014/main" id="{B9220A86-9703-91E3-5853-A6B1D1026CDB}"/>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6076" name="Group 16075">
                    <a:extLst>
                      <a:ext uri="{FF2B5EF4-FFF2-40B4-BE49-F238E27FC236}">
                        <a16:creationId xmlns:a16="http://schemas.microsoft.com/office/drawing/2014/main" id="{13941948-13FB-C230-49E5-2C0B0F0BADFF}"/>
                      </a:ext>
                    </a:extLst>
                  </p:cNvPr>
                  <p:cNvGrpSpPr/>
                  <p:nvPr/>
                </p:nvGrpSpPr>
                <p:grpSpPr>
                  <a:xfrm>
                    <a:off x="6512463" y="3525040"/>
                    <a:ext cx="393192" cy="393192"/>
                    <a:chOff x="6389147" y="3357021"/>
                    <a:chExt cx="393192" cy="393192"/>
                  </a:xfrm>
                </p:grpSpPr>
                <p:grpSp>
                  <p:nvGrpSpPr>
                    <p:cNvPr id="16088" name="Group 16087">
                      <a:extLst>
                        <a:ext uri="{FF2B5EF4-FFF2-40B4-BE49-F238E27FC236}">
                          <a16:creationId xmlns:a16="http://schemas.microsoft.com/office/drawing/2014/main" id="{7D8277D3-22F9-FB5F-7A47-1F4A98A365C0}"/>
                        </a:ext>
                      </a:extLst>
                    </p:cNvPr>
                    <p:cNvGrpSpPr/>
                    <p:nvPr/>
                  </p:nvGrpSpPr>
                  <p:grpSpPr>
                    <a:xfrm rot="7200000" flipH="1">
                      <a:off x="6389147" y="3357021"/>
                      <a:ext cx="393192" cy="393192"/>
                      <a:chOff x="5354637" y="3446463"/>
                      <a:chExt cx="214313" cy="214313"/>
                    </a:xfrm>
                  </p:grpSpPr>
                  <p:sp>
                    <p:nvSpPr>
                      <p:cNvPr id="16097" name="Arc 16096">
                        <a:extLst>
                          <a:ext uri="{FF2B5EF4-FFF2-40B4-BE49-F238E27FC236}">
                            <a16:creationId xmlns:a16="http://schemas.microsoft.com/office/drawing/2014/main" id="{C616E394-90E9-E591-2DAC-6C0FF0F6D5B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098" name="Arc 16097">
                        <a:extLst>
                          <a:ext uri="{FF2B5EF4-FFF2-40B4-BE49-F238E27FC236}">
                            <a16:creationId xmlns:a16="http://schemas.microsoft.com/office/drawing/2014/main" id="{0E95A01B-557F-95DB-9A2B-93E64232FCB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089" name="Group 16088">
                      <a:extLst>
                        <a:ext uri="{FF2B5EF4-FFF2-40B4-BE49-F238E27FC236}">
                          <a16:creationId xmlns:a16="http://schemas.microsoft.com/office/drawing/2014/main" id="{B8E8FD17-4FE5-6596-F1A5-E1EC7C02A32B}"/>
                        </a:ext>
                      </a:extLst>
                    </p:cNvPr>
                    <p:cNvGrpSpPr/>
                    <p:nvPr/>
                  </p:nvGrpSpPr>
                  <p:grpSpPr>
                    <a:xfrm>
                      <a:off x="6434137" y="3402011"/>
                      <a:ext cx="303213" cy="303213"/>
                      <a:chOff x="6434137" y="3402011"/>
                      <a:chExt cx="303213" cy="303213"/>
                    </a:xfrm>
                  </p:grpSpPr>
                  <p:grpSp>
                    <p:nvGrpSpPr>
                      <p:cNvPr id="16090" name="Group 16089">
                        <a:extLst>
                          <a:ext uri="{FF2B5EF4-FFF2-40B4-BE49-F238E27FC236}">
                            <a16:creationId xmlns:a16="http://schemas.microsoft.com/office/drawing/2014/main" id="{CD042E50-AF3A-27F8-EA13-327D37F7641B}"/>
                          </a:ext>
                        </a:extLst>
                      </p:cNvPr>
                      <p:cNvGrpSpPr/>
                      <p:nvPr/>
                    </p:nvGrpSpPr>
                    <p:grpSpPr>
                      <a:xfrm flipH="1">
                        <a:off x="6478587" y="3446461"/>
                        <a:ext cx="214313" cy="214313"/>
                        <a:chOff x="5354637" y="3446463"/>
                        <a:chExt cx="214313" cy="214313"/>
                      </a:xfrm>
                    </p:grpSpPr>
                    <p:sp>
                      <p:nvSpPr>
                        <p:cNvPr id="16095" name="Arc 16094">
                          <a:extLst>
                            <a:ext uri="{FF2B5EF4-FFF2-40B4-BE49-F238E27FC236}">
                              <a16:creationId xmlns:a16="http://schemas.microsoft.com/office/drawing/2014/main" id="{F77AC80D-8140-358E-BCE4-548B74374E0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096" name="Arc 16095">
                          <a:extLst>
                            <a:ext uri="{FF2B5EF4-FFF2-40B4-BE49-F238E27FC236}">
                              <a16:creationId xmlns:a16="http://schemas.microsoft.com/office/drawing/2014/main" id="{DDA118DB-F5C0-5F74-B654-FFEBDC51FC8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091" name="Group 16090">
                        <a:extLst>
                          <a:ext uri="{FF2B5EF4-FFF2-40B4-BE49-F238E27FC236}">
                            <a16:creationId xmlns:a16="http://schemas.microsoft.com/office/drawing/2014/main" id="{A0C6CFFD-49B8-7308-D850-7672CC4C736D}"/>
                          </a:ext>
                        </a:extLst>
                      </p:cNvPr>
                      <p:cNvGrpSpPr/>
                      <p:nvPr/>
                    </p:nvGrpSpPr>
                    <p:grpSpPr>
                      <a:xfrm rot="14400000" flipH="1">
                        <a:off x="6434137" y="3402011"/>
                        <a:ext cx="303213" cy="303213"/>
                        <a:chOff x="5354637" y="3446463"/>
                        <a:chExt cx="214313" cy="214313"/>
                      </a:xfrm>
                    </p:grpSpPr>
                    <p:sp>
                      <p:nvSpPr>
                        <p:cNvPr id="16093" name="Arc 16092">
                          <a:extLst>
                            <a:ext uri="{FF2B5EF4-FFF2-40B4-BE49-F238E27FC236}">
                              <a16:creationId xmlns:a16="http://schemas.microsoft.com/office/drawing/2014/main" id="{FBDD0A52-BCF4-E7B7-D02A-8DDEFC20DDB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094" name="Arc 16093">
                          <a:extLst>
                            <a:ext uri="{FF2B5EF4-FFF2-40B4-BE49-F238E27FC236}">
                              <a16:creationId xmlns:a16="http://schemas.microsoft.com/office/drawing/2014/main" id="{E2E19A0A-F19C-AD19-6EB0-D9F12E294BB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092" name="TextBox 16091">
                        <a:extLst>
                          <a:ext uri="{FF2B5EF4-FFF2-40B4-BE49-F238E27FC236}">
                            <a16:creationId xmlns:a16="http://schemas.microsoft.com/office/drawing/2014/main" id="{B5B0BD7E-0405-9663-E0CD-0230B059AD33}"/>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077" name="Group 16076">
                    <a:extLst>
                      <a:ext uri="{FF2B5EF4-FFF2-40B4-BE49-F238E27FC236}">
                        <a16:creationId xmlns:a16="http://schemas.microsoft.com/office/drawing/2014/main" id="{3D660887-0C81-5E25-063D-36179CE3EBFE}"/>
                      </a:ext>
                    </a:extLst>
                  </p:cNvPr>
                  <p:cNvGrpSpPr/>
                  <p:nvPr/>
                </p:nvGrpSpPr>
                <p:grpSpPr>
                  <a:xfrm>
                    <a:off x="6197413" y="3225768"/>
                    <a:ext cx="393192" cy="393192"/>
                    <a:chOff x="6389147" y="3932622"/>
                    <a:chExt cx="393192" cy="393192"/>
                  </a:xfrm>
                </p:grpSpPr>
                <p:grpSp>
                  <p:nvGrpSpPr>
                    <p:cNvPr id="16078" name="Group 16077">
                      <a:extLst>
                        <a:ext uri="{FF2B5EF4-FFF2-40B4-BE49-F238E27FC236}">
                          <a16:creationId xmlns:a16="http://schemas.microsoft.com/office/drawing/2014/main" id="{FB8C2524-EE5B-ABAF-78FD-4B32BE742591}"/>
                        </a:ext>
                      </a:extLst>
                    </p:cNvPr>
                    <p:cNvGrpSpPr/>
                    <p:nvPr/>
                  </p:nvGrpSpPr>
                  <p:grpSpPr>
                    <a:xfrm flipH="1">
                      <a:off x="6478587" y="4022061"/>
                      <a:ext cx="214313" cy="214313"/>
                      <a:chOff x="5354637" y="3446463"/>
                      <a:chExt cx="214313" cy="214313"/>
                    </a:xfrm>
                  </p:grpSpPr>
                  <p:sp>
                    <p:nvSpPr>
                      <p:cNvPr id="16086" name="Arc 16085">
                        <a:extLst>
                          <a:ext uri="{FF2B5EF4-FFF2-40B4-BE49-F238E27FC236}">
                            <a16:creationId xmlns:a16="http://schemas.microsoft.com/office/drawing/2014/main" id="{A49F77B4-BDE9-ECBB-4E7C-6051523E28D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087" name="Arc 16086">
                        <a:extLst>
                          <a:ext uri="{FF2B5EF4-FFF2-40B4-BE49-F238E27FC236}">
                            <a16:creationId xmlns:a16="http://schemas.microsoft.com/office/drawing/2014/main" id="{0215AEF3-3DDA-640D-A3AD-9933B7348C6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079" name="Group 16078">
                      <a:extLst>
                        <a:ext uri="{FF2B5EF4-FFF2-40B4-BE49-F238E27FC236}">
                          <a16:creationId xmlns:a16="http://schemas.microsoft.com/office/drawing/2014/main" id="{B3F29DE3-67B3-9E4E-897D-4625CF6C6E53}"/>
                        </a:ext>
                      </a:extLst>
                    </p:cNvPr>
                    <p:cNvGrpSpPr/>
                    <p:nvPr/>
                  </p:nvGrpSpPr>
                  <p:grpSpPr>
                    <a:xfrm rot="7200000" flipH="1">
                      <a:off x="6434137" y="3977611"/>
                      <a:ext cx="303213" cy="303213"/>
                      <a:chOff x="5354637" y="3446463"/>
                      <a:chExt cx="214313" cy="214313"/>
                    </a:xfrm>
                  </p:grpSpPr>
                  <p:sp>
                    <p:nvSpPr>
                      <p:cNvPr id="16084" name="Arc 16083">
                        <a:extLst>
                          <a:ext uri="{FF2B5EF4-FFF2-40B4-BE49-F238E27FC236}">
                            <a16:creationId xmlns:a16="http://schemas.microsoft.com/office/drawing/2014/main" id="{8E9E60B2-2F53-67AA-7802-516E033C890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085" name="Arc 16084">
                        <a:extLst>
                          <a:ext uri="{FF2B5EF4-FFF2-40B4-BE49-F238E27FC236}">
                            <a16:creationId xmlns:a16="http://schemas.microsoft.com/office/drawing/2014/main" id="{223370A4-2109-650C-76D1-307A419A2FB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080" name="Group 16079">
                      <a:extLst>
                        <a:ext uri="{FF2B5EF4-FFF2-40B4-BE49-F238E27FC236}">
                          <a16:creationId xmlns:a16="http://schemas.microsoft.com/office/drawing/2014/main" id="{4C72B9F5-1C0F-22B0-C112-B05F53F9A529}"/>
                        </a:ext>
                      </a:extLst>
                    </p:cNvPr>
                    <p:cNvGrpSpPr/>
                    <p:nvPr/>
                  </p:nvGrpSpPr>
                  <p:grpSpPr>
                    <a:xfrm rot="14400000" flipH="1">
                      <a:off x="6389147" y="3932622"/>
                      <a:ext cx="393192" cy="393192"/>
                      <a:chOff x="5354637" y="3446463"/>
                      <a:chExt cx="214313" cy="214313"/>
                    </a:xfrm>
                  </p:grpSpPr>
                  <p:sp>
                    <p:nvSpPr>
                      <p:cNvPr id="16082" name="Arc 16081">
                        <a:extLst>
                          <a:ext uri="{FF2B5EF4-FFF2-40B4-BE49-F238E27FC236}">
                            <a16:creationId xmlns:a16="http://schemas.microsoft.com/office/drawing/2014/main" id="{898E53FC-C8FA-30B7-8DB8-56E5ED9CF79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083" name="Arc 16082">
                        <a:extLst>
                          <a:ext uri="{FF2B5EF4-FFF2-40B4-BE49-F238E27FC236}">
                            <a16:creationId xmlns:a16="http://schemas.microsoft.com/office/drawing/2014/main" id="{77258F04-1B36-5BBE-A7BB-1F06C33BD51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081" name="TextBox 16080">
                      <a:extLst>
                        <a:ext uri="{FF2B5EF4-FFF2-40B4-BE49-F238E27FC236}">
                          <a16:creationId xmlns:a16="http://schemas.microsoft.com/office/drawing/2014/main" id="{D4A107A9-0000-8159-5FC1-00A62971BBB7}"/>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5306" name="Group 15305">
              <a:extLst>
                <a:ext uri="{FF2B5EF4-FFF2-40B4-BE49-F238E27FC236}">
                  <a16:creationId xmlns:a16="http://schemas.microsoft.com/office/drawing/2014/main" id="{A2477A92-2F72-BE77-54A4-3D163260F984}"/>
                </a:ext>
              </a:extLst>
            </p:cNvPr>
            <p:cNvGrpSpPr/>
            <p:nvPr/>
          </p:nvGrpSpPr>
          <p:grpSpPr>
            <a:xfrm>
              <a:off x="3119327" y="697943"/>
              <a:ext cx="2263438" cy="2198360"/>
              <a:chOff x="5445106" y="2039507"/>
              <a:chExt cx="2263438" cy="2198360"/>
            </a:xfrm>
          </p:grpSpPr>
          <p:grpSp>
            <p:nvGrpSpPr>
              <p:cNvPr id="15880" name="Group 15879">
                <a:extLst>
                  <a:ext uri="{FF2B5EF4-FFF2-40B4-BE49-F238E27FC236}">
                    <a16:creationId xmlns:a16="http://schemas.microsoft.com/office/drawing/2014/main" id="{F832F08C-27C6-3BBC-931C-3E1FA1AAAAEF}"/>
                  </a:ext>
                </a:extLst>
              </p:cNvPr>
              <p:cNvGrpSpPr/>
              <p:nvPr/>
            </p:nvGrpSpPr>
            <p:grpSpPr>
              <a:xfrm>
                <a:off x="5445106" y="2644743"/>
                <a:ext cx="1643204" cy="1593124"/>
                <a:chOff x="5445106" y="2644743"/>
                <a:chExt cx="1643204" cy="1593124"/>
              </a:xfrm>
            </p:grpSpPr>
            <p:grpSp>
              <p:nvGrpSpPr>
                <p:cNvPr id="15976" name="Group 15975">
                  <a:extLst>
                    <a:ext uri="{FF2B5EF4-FFF2-40B4-BE49-F238E27FC236}">
                      <a16:creationId xmlns:a16="http://schemas.microsoft.com/office/drawing/2014/main" id="{B1596EE2-1B6B-1A6C-15FE-7A1900ABF845}"/>
                    </a:ext>
                  </a:extLst>
                </p:cNvPr>
                <p:cNvGrpSpPr/>
                <p:nvPr/>
              </p:nvGrpSpPr>
              <p:grpSpPr>
                <a:xfrm>
                  <a:off x="5445106" y="2644743"/>
                  <a:ext cx="1019224" cy="991639"/>
                  <a:chOff x="5886431" y="3225768"/>
                  <a:chExt cx="1019224" cy="991639"/>
                </a:xfrm>
              </p:grpSpPr>
              <p:grpSp>
                <p:nvGrpSpPr>
                  <p:cNvPr id="16024" name="Group 16023">
                    <a:extLst>
                      <a:ext uri="{FF2B5EF4-FFF2-40B4-BE49-F238E27FC236}">
                        <a16:creationId xmlns:a16="http://schemas.microsoft.com/office/drawing/2014/main" id="{2CB808D2-8710-E1FC-0F81-CC3892A3F45B}"/>
                      </a:ext>
                    </a:extLst>
                  </p:cNvPr>
                  <p:cNvGrpSpPr/>
                  <p:nvPr/>
                </p:nvGrpSpPr>
                <p:grpSpPr>
                  <a:xfrm>
                    <a:off x="6197413" y="3824215"/>
                    <a:ext cx="393192" cy="393192"/>
                    <a:chOff x="5265196" y="3357021"/>
                    <a:chExt cx="393192" cy="393192"/>
                  </a:xfrm>
                </p:grpSpPr>
                <p:grpSp>
                  <p:nvGrpSpPr>
                    <p:cNvPr id="16059" name="Group 16058">
                      <a:extLst>
                        <a:ext uri="{FF2B5EF4-FFF2-40B4-BE49-F238E27FC236}">
                          <a16:creationId xmlns:a16="http://schemas.microsoft.com/office/drawing/2014/main" id="{4E42F086-6678-8FB0-4A03-C7F2BDABB1C9}"/>
                        </a:ext>
                      </a:extLst>
                    </p:cNvPr>
                    <p:cNvGrpSpPr/>
                    <p:nvPr/>
                  </p:nvGrpSpPr>
                  <p:grpSpPr>
                    <a:xfrm rot="14400000">
                      <a:off x="5265196" y="3357021"/>
                      <a:ext cx="393192" cy="393192"/>
                      <a:chOff x="5354637" y="3446463"/>
                      <a:chExt cx="214313" cy="214313"/>
                    </a:xfrm>
                  </p:grpSpPr>
                  <p:sp>
                    <p:nvSpPr>
                      <p:cNvPr id="16068" name="Arc 16067">
                        <a:extLst>
                          <a:ext uri="{FF2B5EF4-FFF2-40B4-BE49-F238E27FC236}">
                            <a16:creationId xmlns:a16="http://schemas.microsoft.com/office/drawing/2014/main" id="{F3A208E0-F440-7D89-B5DD-C7A221879B5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069" name="Arc 16068">
                        <a:extLst>
                          <a:ext uri="{FF2B5EF4-FFF2-40B4-BE49-F238E27FC236}">
                            <a16:creationId xmlns:a16="http://schemas.microsoft.com/office/drawing/2014/main" id="{B531F49F-FA22-5F91-46C4-D31070B6407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060" name="Group 16059">
                      <a:extLst>
                        <a:ext uri="{FF2B5EF4-FFF2-40B4-BE49-F238E27FC236}">
                          <a16:creationId xmlns:a16="http://schemas.microsoft.com/office/drawing/2014/main" id="{BD43364C-E98E-E0EC-4B2C-EE6B407AA59F}"/>
                        </a:ext>
                      </a:extLst>
                    </p:cNvPr>
                    <p:cNvGrpSpPr/>
                    <p:nvPr/>
                  </p:nvGrpSpPr>
                  <p:grpSpPr>
                    <a:xfrm>
                      <a:off x="5310186" y="3402011"/>
                      <a:ext cx="303213" cy="303213"/>
                      <a:chOff x="5310186" y="3402011"/>
                      <a:chExt cx="303213" cy="303213"/>
                    </a:xfrm>
                  </p:grpSpPr>
                  <p:grpSp>
                    <p:nvGrpSpPr>
                      <p:cNvPr id="16061" name="Group 16060">
                        <a:extLst>
                          <a:ext uri="{FF2B5EF4-FFF2-40B4-BE49-F238E27FC236}">
                            <a16:creationId xmlns:a16="http://schemas.microsoft.com/office/drawing/2014/main" id="{708F74A5-486A-774E-8291-E68A1FC59507}"/>
                          </a:ext>
                        </a:extLst>
                      </p:cNvPr>
                      <p:cNvGrpSpPr/>
                      <p:nvPr/>
                    </p:nvGrpSpPr>
                    <p:grpSpPr>
                      <a:xfrm>
                        <a:off x="5354636" y="3446461"/>
                        <a:ext cx="214313" cy="214313"/>
                        <a:chOff x="5354637" y="3446463"/>
                        <a:chExt cx="214313" cy="214313"/>
                      </a:xfrm>
                    </p:grpSpPr>
                    <p:sp>
                      <p:nvSpPr>
                        <p:cNvPr id="16066" name="Arc 16065">
                          <a:extLst>
                            <a:ext uri="{FF2B5EF4-FFF2-40B4-BE49-F238E27FC236}">
                              <a16:creationId xmlns:a16="http://schemas.microsoft.com/office/drawing/2014/main" id="{DE8757B7-BB0B-9333-6F12-458B1EBC2CA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067" name="Arc 16066">
                          <a:extLst>
                            <a:ext uri="{FF2B5EF4-FFF2-40B4-BE49-F238E27FC236}">
                              <a16:creationId xmlns:a16="http://schemas.microsoft.com/office/drawing/2014/main" id="{F44D9FAD-DAF1-5969-1239-CE98ED4A54F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062" name="Group 16061">
                        <a:extLst>
                          <a:ext uri="{FF2B5EF4-FFF2-40B4-BE49-F238E27FC236}">
                            <a16:creationId xmlns:a16="http://schemas.microsoft.com/office/drawing/2014/main" id="{44F5DF21-8C83-2B21-907C-BF5E1A0A6A6D}"/>
                          </a:ext>
                        </a:extLst>
                      </p:cNvPr>
                      <p:cNvGrpSpPr/>
                      <p:nvPr/>
                    </p:nvGrpSpPr>
                    <p:grpSpPr>
                      <a:xfrm rot="7200000">
                        <a:off x="5310186" y="3402011"/>
                        <a:ext cx="303213" cy="303213"/>
                        <a:chOff x="5354637" y="3446463"/>
                        <a:chExt cx="214313" cy="214313"/>
                      </a:xfrm>
                    </p:grpSpPr>
                    <p:sp>
                      <p:nvSpPr>
                        <p:cNvPr id="16064" name="Arc 16063">
                          <a:extLst>
                            <a:ext uri="{FF2B5EF4-FFF2-40B4-BE49-F238E27FC236}">
                              <a16:creationId xmlns:a16="http://schemas.microsoft.com/office/drawing/2014/main" id="{F6EF8787-D097-69DB-A851-0F9952B4BD0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065" name="Arc 16064">
                          <a:extLst>
                            <a:ext uri="{FF2B5EF4-FFF2-40B4-BE49-F238E27FC236}">
                              <a16:creationId xmlns:a16="http://schemas.microsoft.com/office/drawing/2014/main" id="{0401204C-5F2E-53E0-C3B8-08E3EF9A2A1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063" name="TextBox 16062">
                        <a:extLst>
                          <a:ext uri="{FF2B5EF4-FFF2-40B4-BE49-F238E27FC236}">
                            <a16:creationId xmlns:a16="http://schemas.microsoft.com/office/drawing/2014/main" id="{4544CA45-803E-CB9E-150B-3CA541F3E3A1}"/>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025" name="Group 16024">
                    <a:extLst>
                      <a:ext uri="{FF2B5EF4-FFF2-40B4-BE49-F238E27FC236}">
                        <a16:creationId xmlns:a16="http://schemas.microsoft.com/office/drawing/2014/main" id="{57745A34-71AB-F7E2-0C4E-93C94E40E563}"/>
                      </a:ext>
                    </a:extLst>
                  </p:cNvPr>
                  <p:cNvGrpSpPr/>
                  <p:nvPr/>
                </p:nvGrpSpPr>
                <p:grpSpPr>
                  <a:xfrm>
                    <a:off x="5886431" y="3525040"/>
                    <a:ext cx="393192" cy="393192"/>
                    <a:chOff x="5265196" y="3932619"/>
                    <a:chExt cx="393192" cy="393192"/>
                  </a:xfrm>
                </p:grpSpPr>
                <p:grpSp>
                  <p:nvGrpSpPr>
                    <p:cNvPr id="16049" name="Group 16048">
                      <a:extLst>
                        <a:ext uri="{FF2B5EF4-FFF2-40B4-BE49-F238E27FC236}">
                          <a16:creationId xmlns:a16="http://schemas.microsoft.com/office/drawing/2014/main" id="{CB38DC1C-B8BF-E9CC-7D79-C94105F2B78A}"/>
                        </a:ext>
                      </a:extLst>
                    </p:cNvPr>
                    <p:cNvGrpSpPr/>
                    <p:nvPr/>
                  </p:nvGrpSpPr>
                  <p:grpSpPr>
                    <a:xfrm>
                      <a:off x="5354636" y="4022061"/>
                      <a:ext cx="214313" cy="214313"/>
                      <a:chOff x="5354637" y="3446463"/>
                      <a:chExt cx="214313" cy="214313"/>
                    </a:xfrm>
                  </p:grpSpPr>
                  <p:sp>
                    <p:nvSpPr>
                      <p:cNvPr id="16057" name="Arc 16056">
                        <a:extLst>
                          <a:ext uri="{FF2B5EF4-FFF2-40B4-BE49-F238E27FC236}">
                            <a16:creationId xmlns:a16="http://schemas.microsoft.com/office/drawing/2014/main" id="{8C8D7C74-124F-9B2B-041B-01DA72706B9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058" name="Arc 16057">
                        <a:extLst>
                          <a:ext uri="{FF2B5EF4-FFF2-40B4-BE49-F238E27FC236}">
                            <a16:creationId xmlns:a16="http://schemas.microsoft.com/office/drawing/2014/main" id="{9CA49E26-4E1F-0B1C-1FB7-3C6B57F3755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050" name="Group 16049">
                      <a:extLst>
                        <a:ext uri="{FF2B5EF4-FFF2-40B4-BE49-F238E27FC236}">
                          <a16:creationId xmlns:a16="http://schemas.microsoft.com/office/drawing/2014/main" id="{407AFC11-2EA0-8A48-9453-9E67958810E5}"/>
                        </a:ext>
                      </a:extLst>
                    </p:cNvPr>
                    <p:cNvGrpSpPr/>
                    <p:nvPr/>
                  </p:nvGrpSpPr>
                  <p:grpSpPr>
                    <a:xfrm rot="14400000">
                      <a:off x="5310186" y="3977611"/>
                      <a:ext cx="303213" cy="303213"/>
                      <a:chOff x="5354637" y="3446463"/>
                      <a:chExt cx="214313" cy="214313"/>
                    </a:xfrm>
                  </p:grpSpPr>
                  <p:sp>
                    <p:nvSpPr>
                      <p:cNvPr id="16055" name="Arc 16054">
                        <a:extLst>
                          <a:ext uri="{FF2B5EF4-FFF2-40B4-BE49-F238E27FC236}">
                            <a16:creationId xmlns:a16="http://schemas.microsoft.com/office/drawing/2014/main" id="{EDC0363C-5801-571C-097F-3D3A49B7E0E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056" name="Arc 16055">
                        <a:extLst>
                          <a:ext uri="{FF2B5EF4-FFF2-40B4-BE49-F238E27FC236}">
                            <a16:creationId xmlns:a16="http://schemas.microsoft.com/office/drawing/2014/main" id="{51C1D735-D377-AF35-B9CA-682E95DBFF6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051" name="Group 16050">
                      <a:extLst>
                        <a:ext uri="{FF2B5EF4-FFF2-40B4-BE49-F238E27FC236}">
                          <a16:creationId xmlns:a16="http://schemas.microsoft.com/office/drawing/2014/main" id="{63DD4EC5-8BC4-EED6-A77C-F7208572EF2F}"/>
                        </a:ext>
                      </a:extLst>
                    </p:cNvPr>
                    <p:cNvGrpSpPr/>
                    <p:nvPr/>
                  </p:nvGrpSpPr>
                  <p:grpSpPr>
                    <a:xfrm rot="7200000">
                      <a:off x="5265196" y="3932619"/>
                      <a:ext cx="393192" cy="393192"/>
                      <a:chOff x="5354637" y="3446463"/>
                      <a:chExt cx="214313" cy="214313"/>
                    </a:xfrm>
                  </p:grpSpPr>
                  <p:sp>
                    <p:nvSpPr>
                      <p:cNvPr id="16053" name="Arc 16052">
                        <a:extLst>
                          <a:ext uri="{FF2B5EF4-FFF2-40B4-BE49-F238E27FC236}">
                            <a16:creationId xmlns:a16="http://schemas.microsoft.com/office/drawing/2014/main" id="{1556FDB0-27E2-5819-278E-20C1B417C5E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054" name="Arc 16053">
                        <a:extLst>
                          <a:ext uri="{FF2B5EF4-FFF2-40B4-BE49-F238E27FC236}">
                            <a16:creationId xmlns:a16="http://schemas.microsoft.com/office/drawing/2014/main" id="{B57DF9EE-51CB-C961-65DF-518187DE59F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052" name="TextBox 16051">
                      <a:extLst>
                        <a:ext uri="{FF2B5EF4-FFF2-40B4-BE49-F238E27FC236}">
                          <a16:creationId xmlns:a16="http://schemas.microsoft.com/office/drawing/2014/main" id="{593B2122-22DA-E95C-7988-DDB737F1FFA3}"/>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6026" name="Group 16025">
                    <a:extLst>
                      <a:ext uri="{FF2B5EF4-FFF2-40B4-BE49-F238E27FC236}">
                        <a16:creationId xmlns:a16="http://schemas.microsoft.com/office/drawing/2014/main" id="{308BF710-21C3-8E60-36F4-B5F9F0AC25FA}"/>
                      </a:ext>
                    </a:extLst>
                  </p:cNvPr>
                  <p:cNvGrpSpPr/>
                  <p:nvPr/>
                </p:nvGrpSpPr>
                <p:grpSpPr>
                  <a:xfrm>
                    <a:off x="6512463" y="3525040"/>
                    <a:ext cx="393192" cy="393192"/>
                    <a:chOff x="6389147" y="3357021"/>
                    <a:chExt cx="393192" cy="393192"/>
                  </a:xfrm>
                </p:grpSpPr>
                <p:grpSp>
                  <p:nvGrpSpPr>
                    <p:cNvPr id="16038" name="Group 16037">
                      <a:extLst>
                        <a:ext uri="{FF2B5EF4-FFF2-40B4-BE49-F238E27FC236}">
                          <a16:creationId xmlns:a16="http://schemas.microsoft.com/office/drawing/2014/main" id="{3795809E-CB6F-2042-B78C-9710CED10DF2}"/>
                        </a:ext>
                      </a:extLst>
                    </p:cNvPr>
                    <p:cNvGrpSpPr/>
                    <p:nvPr/>
                  </p:nvGrpSpPr>
                  <p:grpSpPr>
                    <a:xfrm rot="7200000" flipH="1">
                      <a:off x="6389147" y="3357021"/>
                      <a:ext cx="393192" cy="393192"/>
                      <a:chOff x="5354637" y="3446463"/>
                      <a:chExt cx="214313" cy="214313"/>
                    </a:xfrm>
                  </p:grpSpPr>
                  <p:sp>
                    <p:nvSpPr>
                      <p:cNvPr id="16047" name="Arc 16046">
                        <a:extLst>
                          <a:ext uri="{FF2B5EF4-FFF2-40B4-BE49-F238E27FC236}">
                            <a16:creationId xmlns:a16="http://schemas.microsoft.com/office/drawing/2014/main" id="{048F0F2F-F33D-A7E1-5909-F3A8D0FFF2A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048" name="Arc 16047">
                        <a:extLst>
                          <a:ext uri="{FF2B5EF4-FFF2-40B4-BE49-F238E27FC236}">
                            <a16:creationId xmlns:a16="http://schemas.microsoft.com/office/drawing/2014/main" id="{A18CCA8F-C001-47D2-2F90-EE546780DBF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039" name="Group 16038">
                      <a:extLst>
                        <a:ext uri="{FF2B5EF4-FFF2-40B4-BE49-F238E27FC236}">
                          <a16:creationId xmlns:a16="http://schemas.microsoft.com/office/drawing/2014/main" id="{556A9EAD-505E-8481-B544-F9B82AACABCB}"/>
                        </a:ext>
                      </a:extLst>
                    </p:cNvPr>
                    <p:cNvGrpSpPr/>
                    <p:nvPr/>
                  </p:nvGrpSpPr>
                  <p:grpSpPr>
                    <a:xfrm>
                      <a:off x="6434137" y="3402011"/>
                      <a:ext cx="303213" cy="303213"/>
                      <a:chOff x="6434137" y="3402011"/>
                      <a:chExt cx="303213" cy="303213"/>
                    </a:xfrm>
                  </p:grpSpPr>
                  <p:grpSp>
                    <p:nvGrpSpPr>
                      <p:cNvPr id="16040" name="Group 16039">
                        <a:extLst>
                          <a:ext uri="{FF2B5EF4-FFF2-40B4-BE49-F238E27FC236}">
                            <a16:creationId xmlns:a16="http://schemas.microsoft.com/office/drawing/2014/main" id="{214E0AD5-9081-59DF-28E5-6524470CCC4E}"/>
                          </a:ext>
                        </a:extLst>
                      </p:cNvPr>
                      <p:cNvGrpSpPr/>
                      <p:nvPr/>
                    </p:nvGrpSpPr>
                    <p:grpSpPr>
                      <a:xfrm flipH="1">
                        <a:off x="6478587" y="3446461"/>
                        <a:ext cx="214313" cy="214313"/>
                        <a:chOff x="5354637" y="3446463"/>
                        <a:chExt cx="214313" cy="214313"/>
                      </a:xfrm>
                    </p:grpSpPr>
                    <p:sp>
                      <p:nvSpPr>
                        <p:cNvPr id="16045" name="Arc 16044">
                          <a:extLst>
                            <a:ext uri="{FF2B5EF4-FFF2-40B4-BE49-F238E27FC236}">
                              <a16:creationId xmlns:a16="http://schemas.microsoft.com/office/drawing/2014/main" id="{C2030002-BF8D-C990-0732-F5B8D8E4E46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046" name="Arc 16045">
                          <a:extLst>
                            <a:ext uri="{FF2B5EF4-FFF2-40B4-BE49-F238E27FC236}">
                              <a16:creationId xmlns:a16="http://schemas.microsoft.com/office/drawing/2014/main" id="{F154DF55-8C7D-5F5E-0B02-26398FD4915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041" name="Group 16040">
                        <a:extLst>
                          <a:ext uri="{FF2B5EF4-FFF2-40B4-BE49-F238E27FC236}">
                            <a16:creationId xmlns:a16="http://schemas.microsoft.com/office/drawing/2014/main" id="{FB4FF677-8337-66A5-6D2B-27703EDE97FC}"/>
                          </a:ext>
                        </a:extLst>
                      </p:cNvPr>
                      <p:cNvGrpSpPr/>
                      <p:nvPr/>
                    </p:nvGrpSpPr>
                    <p:grpSpPr>
                      <a:xfrm rot="14400000" flipH="1">
                        <a:off x="6434137" y="3402011"/>
                        <a:ext cx="303213" cy="303213"/>
                        <a:chOff x="5354637" y="3446463"/>
                        <a:chExt cx="214313" cy="214313"/>
                      </a:xfrm>
                    </p:grpSpPr>
                    <p:sp>
                      <p:nvSpPr>
                        <p:cNvPr id="16043" name="Arc 16042">
                          <a:extLst>
                            <a:ext uri="{FF2B5EF4-FFF2-40B4-BE49-F238E27FC236}">
                              <a16:creationId xmlns:a16="http://schemas.microsoft.com/office/drawing/2014/main" id="{85296FB1-D9E7-63FD-0B87-B4D46175CEA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044" name="Arc 16043">
                          <a:extLst>
                            <a:ext uri="{FF2B5EF4-FFF2-40B4-BE49-F238E27FC236}">
                              <a16:creationId xmlns:a16="http://schemas.microsoft.com/office/drawing/2014/main" id="{5A9FDB38-97C8-4C0F-02A8-8EF5D622FDB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042" name="TextBox 16041">
                        <a:extLst>
                          <a:ext uri="{FF2B5EF4-FFF2-40B4-BE49-F238E27FC236}">
                            <a16:creationId xmlns:a16="http://schemas.microsoft.com/office/drawing/2014/main" id="{B7172765-1371-A99D-AAFF-B26A5B5FDA1F}"/>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6027" name="Group 16026">
                    <a:extLst>
                      <a:ext uri="{FF2B5EF4-FFF2-40B4-BE49-F238E27FC236}">
                        <a16:creationId xmlns:a16="http://schemas.microsoft.com/office/drawing/2014/main" id="{34D1A05C-7F62-FA2E-CA5B-DAB45708B7D8}"/>
                      </a:ext>
                    </a:extLst>
                  </p:cNvPr>
                  <p:cNvGrpSpPr/>
                  <p:nvPr/>
                </p:nvGrpSpPr>
                <p:grpSpPr>
                  <a:xfrm>
                    <a:off x="6197413" y="3225768"/>
                    <a:ext cx="393192" cy="393192"/>
                    <a:chOff x="6389147" y="3932622"/>
                    <a:chExt cx="393192" cy="393192"/>
                  </a:xfrm>
                </p:grpSpPr>
                <p:grpSp>
                  <p:nvGrpSpPr>
                    <p:cNvPr id="16028" name="Group 16027">
                      <a:extLst>
                        <a:ext uri="{FF2B5EF4-FFF2-40B4-BE49-F238E27FC236}">
                          <a16:creationId xmlns:a16="http://schemas.microsoft.com/office/drawing/2014/main" id="{85F51F18-0B11-86B1-9020-1439E7643984}"/>
                        </a:ext>
                      </a:extLst>
                    </p:cNvPr>
                    <p:cNvGrpSpPr/>
                    <p:nvPr/>
                  </p:nvGrpSpPr>
                  <p:grpSpPr>
                    <a:xfrm flipH="1">
                      <a:off x="6478587" y="4022061"/>
                      <a:ext cx="214313" cy="214313"/>
                      <a:chOff x="5354637" y="3446463"/>
                      <a:chExt cx="214313" cy="214313"/>
                    </a:xfrm>
                  </p:grpSpPr>
                  <p:sp>
                    <p:nvSpPr>
                      <p:cNvPr id="16036" name="Arc 16035">
                        <a:extLst>
                          <a:ext uri="{FF2B5EF4-FFF2-40B4-BE49-F238E27FC236}">
                            <a16:creationId xmlns:a16="http://schemas.microsoft.com/office/drawing/2014/main" id="{42B78375-9054-2D24-7B34-E8889A25E21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037" name="Arc 16036">
                        <a:extLst>
                          <a:ext uri="{FF2B5EF4-FFF2-40B4-BE49-F238E27FC236}">
                            <a16:creationId xmlns:a16="http://schemas.microsoft.com/office/drawing/2014/main" id="{C1E94F8C-D9EE-4475-5FB2-9860E5FA34E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029" name="Group 16028">
                      <a:extLst>
                        <a:ext uri="{FF2B5EF4-FFF2-40B4-BE49-F238E27FC236}">
                          <a16:creationId xmlns:a16="http://schemas.microsoft.com/office/drawing/2014/main" id="{88213F11-0CF6-5908-CB6E-B36824F4B900}"/>
                        </a:ext>
                      </a:extLst>
                    </p:cNvPr>
                    <p:cNvGrpSpPr/>
                    <p:nvPr/>
                  </p:nvGrpSpPr>
                  <p:grpSpPr>
                    <a:xfrm rot="7200000" flipH="1">
                      <a:off x="6434137" y="3977611"/>
                      <a:ext cx="303213" cy="303213"/>
                      <a:chOff x="5354637" y="3446463"/>
                      <a:chExt cx="214313" cy="214313"/>
                    </a:xfrm>
                  </p:grpSpPr>
                  <p:sp>
                    <p:nvSpPr>
                      <p:cNvPr id="16034" name="Arc 16033">
                        <a:extLst>
                          <a:ext uri="{FF2B5EF4-FFF2-40B4-BE49-F238E27FC236}">
                            <a16:creationId xmlns:a16="http://schemas.microsoft.com/office/drawing/2014/main" id="{E6237F5C-A3C1-A309-2251-9945ABC5CB1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035" name="Arc 16034">
                        <a:extLst>
                          <a:ext uri="{FF2B5EF4-FFF2-40B4-BE49-F238E27FC236}">
                            <a16:creationId xmlns:a16="http://schemas.microsoft.com/office/drawing/2014/main" id="{85063789-EFC6-A2E3-0BFF-B974D6F2111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030" name="Group 16029">
                      <a:extLst>
                        <a:ext uri="{FF2B5EF4-FFF2-40B4-BE49-F238E27FC236}">
                          <a16:creationId xmlns:a16="http://schemas.microsoft.com/office/drawing/2014/main" id="{3D35DACA-F7FC-19E8-D431-592420BAB8F5}"/>
                        </a:ext>
                      </a:extLst>
                    </p:cNvPr>
                    <p:cNvGrpSpPr/>
                    <p:nvPr/>
                  </p:nvGrpSpPr>
                  <p:grpSpPr>
                    <a:xfrm rot="14400000" flipH="1">
                      <a:off x="6389147" y="3932622"/>
                      <a:ext cx="393192" cy="393192"/>
                      <a:chOff x="5354637" y="3446463"/>
                      <a:chExt cx="214313" cy="214313"/>
                    </a:xfrm>
                  </p:grpSpPr>
                  <p:sp>
                    <p:nvSpPr>
                      <p:cNvPr id="16032" name="Arc 16031">
                        <a:extLst>
                          <a:ext uri="{FF2B5EF4-FFF2-40B4-BE49-F238E27FC236}">
                            <a16:creationId xmlns:a16="http://schemas.microsoft.com/office/drawing/2014/main" id="{402B7DD4-39B3-FB2B-E5BB-4A3F2DB35AE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033" name="Arc 16032">
                        <a:extLst>
                          <a:ext uri="{FF2B5EF4-FFF2-40B4-BE49-F238E27FC236}">
                            <a16:creationId xmlns:a16="http://schemas.microsoft.com/office/drawing/2014/main" id="{5DDCC310-C816-74EA-33BE-07BF9542D8B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031" name="TextBox 16030">
                      <a:extLst>
                        <a:ext uri="{FF2B5EF4-FFF2-40B4-BE49-F238E27FC236}">
                          <a16:creationId xmlns:a16="http://schemas.microsoft.com/office/drawing/2014/main" id="{1754CD04-8307-4E01-9B03-C16F175D0FEA}"/>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977" name="Group 15976">
                  <a:extLst>
                    <a:ext uri="{FF2B5EF4-FFF2-40B4-BE49-F238E27FC236}">
                      <a16:creationId xmlns:a16="http://schemas.microsoft.com/office/drawing/2014/main" id="{D9C7EDBB-F639-1B1B-4F86-1283F2D9965F}"/>
                    </a:ext>
                  </a:extLst>
                </p:cNvPr>
                <p:cNvGrpSpPr/>
                <p:nvPr/>
              </p:nvGrpSpPr>
              <p:grpSpPr>
                <a:xfrm>
                  <a:off x="6069086" y="3246228"/>
                  <a:ext cx="1019224" cy="991639"/>
                  <a:chOff x="5886431" y="3225768"/>
                  <a:chExt cx="1019224" cy="991639"/>
                </a:xfrm>
              </p:grpSpPr>
              <p:grpSp>
                <p:nvGrpSpPr>
                  <p:cNvPr id="15978" name="Group 15977">
                    <a:extLst>
                      <a:ext uri="{FF2B5EF4-FFF2-40B4-BE49-F238E27FC236}">
                        <a16:creationId xmlns:a16="http://schemas.microsoft.com/office/drawing/2014/main" id="{66C24C3F-7D79-589D-1F60-E056E7F60099}"/>
                      </a:ext>
                    </a:extLst>
                  </p:cNvPr>
                  <p:cNvGrpSpPr/>
                  <p:nvPr/>
                </p:nvGrpSpPr>
                <p:grpSpPr>
                  <a:xfrm>
                    <a:off x="6197413" y="3824215"/>
                    <a:ext cx="393192" cy="393192"/>
                    <a:chOff x="5265196" y="3357021"/>
                    <a:chExt cx="393192" cy="393192"/>
                  </a:xfrm>
                </p:grpSpPr>
                <p:grpSp>
                  <p:nvGrpSpPr>
                    <p:cNvPr id="16013" name="Group 16012">
                      <a:extLst>
                        <a:ext uri="{FF2B5EF4-FFF2-40B4-BE49-F238E27FC236}">
                          <a16:creationId xmlns:a16="http://schemas.microsoft.com/office/drawing/2014/main" id="{EC5C2E34-F8AD-22F3-212A-4584FD8B6B66}"/>
                        </a:ext>
                      </a:extLst>
                    </p:cNvPr>
                    <p:cNvGrpSpPr/>
                    <p:nvPr/>
                  </p:nvGrpSpPr>
                  <p:grpSpPr>
                    <a:xfrm rot="14400000">
                      <a:off x="5265196" y="3357021"/>
                      <a:ext cx="393192" cy="393192"/>
                      <a:chOff x="5354637" y="3446463"/>
                      <a:chExt cx="214313" cy="214313"/>
                    </a:xfrm>
                  </p:grpSpPr>
                  <p:sp>
                    <p:nvSpPr>
                      <p:cNvPr id="16022" name="Arc 16021">
                        <a:extLst>
                          <a:ext uri="{FF2B5EF4-FFF2-40B4-BE49-F238E27FC236}">
                            <a16:creationId xmlns:a16="http://schemas.microsoft.com/office/drawing/2014/main" id="{647B23D2-1148-49DE-8C20-24C295C6319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023" name="Arc 16022">
                        <a:extLst>
                          <a:ext uri="{FF2B5EF4-FFF2-40B4-BE49-F238E27FC236}">
                            <a16:creationId xmlns:a16="http://schemas.microsoft.com/office/drawing/2014/main" id="{A00346F9-6FA3-6BD1-0AE5-DC8CB20DCA5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014" name="Group 16013">
                      <a:extLst>
                        <a:ext uri="{FF2B5EF4-FFF2-40B4-BE49-F238E27FC236}">
                          <a16:creationId xmlns:a16="http://schemas.microsoft.com/office/drawing/2014/main" id="{5AFC45B3-92C2-DD67-1514-8D8D0B06F7A0}"/>
                        </a:ext>
                      </a:extLst>
                    </p:cNvPr>
                    <p:cNvGrpSpPr/>
                    <p:nvPr/>
                  </p:nvGrpSpPr>
                  <p:grpSpPr>
                    <a:xfrm>
                      <a:off x="5310186" y="3402011"/>
                      <a:ext cx="303213" cy="303213"/>
                      <a:chOff x="5310186" y="3402011"/>
                      <a:chExt cx="303213" cy="303213"/>
                    </a:xfrm>
                  </p:grpSpPr>
                  <p:grpSp>
                    <p:nvGrpSpPr>
                      <p:cNvPr id="16015" name="Group 16014">
                        <a:extLst>
                          <a:ext uri="{FF2B5EF4-FFF2-40B4-BE49-F238E27FC236}">
                            <a16:creationId xmlns:a16="http://schemas.microsoft.com/office/drawing/2014/main" id="{ACE15E18-FEFC-52AC-2C15-9AC3B88FD21F}"/>
                          </a:ext>
                        </a:extLst>
                      </p:cNvPr>
                      <p:cNvGrpSpPr/>
                      <p:nvPr/>
                    </p:nvGrpSpPr>
                    <p:grpSpPr>
                      <a:xfrm>
                        <a:off x="5354636" y="3446461"/>
                        <a:ext cx="214313" cy="214313"/>
                        <a:chOff x="5354637" y="3446463"/>
                        <a:chExt cx="214313" cy="214313"/>
                      </a:xfrm>
                    </p:grpSpPr>
                    <p:sp>
                      <p:nvSpPr>
                        <p:cNvPr id="16020" name="Arc 16019">
                          <a:extLst>
                            <a:ext uri="{FF2B5EF4-FFF2-40B4-BE49-F238E27FC236}">
                              <a16:creationId xmlns:a16="http://schemas.microsoft.com/office/drawing/2014/main" id="{8C0EB8B3-C215-B929-C6E0-875AF57B01A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021" name="Arc 16020">
                          <a:extLst>
                            <a:ext uri="{FF2B5EF4-FFF2-40B4-BE49-F238E27FC236}">
                              <a16:creationId xmlns:a16="http://schemas.microsoft.com/office/drawing/2014/main" id="{82BE78D8-B450-5221-A8C9-031F9D86331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016" name="Group 16015">
                        <a:extLst>
                          <a:ext uri="{FF2B5EF4-FFF2-40B4-BE49-F238E27FC236}">
                            <a16:creationId xmlns:a16="http://schemas.microsoft.com/office/drawing/2014/main" id="{14A33BAE-E1CA-4C04-C471-3AC63C85254B}"/>
                          </a:ext>
                        </a:extLst>
                      </p:cNvPr>
                      <p:cNvGrpSpPr/>
                      <p:nvPr/>
                    </p:nvGrpSpPr>
                    <p:grpSpPr>
                      <a:xfrm rot="7200000">
                        <a:off x="5310186" y="3402011"/>
                        <a:ext cx="303213" cy="303213"/>
                        <a:chOff x="5354637" y="3446463"/>
                        <a:chExt cx="214313" cy="214313"/>
                      </a:xfrm>
                    </p:grpSpPr>
                    <p:sp>
                      <p:nvSpPr>
                        <p:cNvPr id="16018" name="Arc 16017">
                          <a:extLst>
                            <a:ext uri="{FF2B5EF4-FFF2-40B4-BE49-F238E27FC236}">
                              <a16:creationId xmlns:a16="http://schemas.microsoft.com/office/drawing/2014/main" id="{B2B42624-CBC3-FCE0-C44F-7AE7A08DE0C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019" name="Arc 16018">
                          <a:extLst>
                            <a:ext uri="{FF2B5EF4-FFF2-40B4-BE49-F238E27FC236}">
                              <a16:creationId xmlns:a16="http://schemas.microsoft.com/office/drawing/2014/main" id="{0CAAE9BE-D769-4578-A4DA-8A3A84F4AF9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017" name="TextBox 16016">
                        <a:extLst>
                          <a:ext uri="{FF2B5EF4-FFF2-40B4-BE49-F238E27FC236}">
                            <a16:creationId xmlns:a16="http://schemas.microsoft.com/office/drawing/2014/main" id="{9771685B-0662-ABF1-A6E1-FB4F096C5D39}"/>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979" name="Group 15978">
                    <a:extLst>
                      <a:ext uri="{FF2B5EF4-FFF2-40B4-BE49-F238E27FC236}">
                        <a16:creationId xmlns:a16="http://schemas.microsoft.com/office/drawing/2014/main" id="{47EB05B2-1245-EF56-642F-4FE5D61CF05D}"/>
                      </a:ext>
                    </a:extLst>
                  </p:cNvPr>
                  <p:cNvGrpSpPr/>
                  <p:nvPr/>
                </p:nvGrpSpPr>
                <p:grpSpPr>
                  <a:xfrm>
                    <a:off x="5886431" y="3525040"/>
                    <a:ext cx="393192" cy="393192"/>
                    <a:chOff x="5265196" y="3932619"/>
                    <a:chExt cx="393192" cy="393192"/>
                  </a:xfrm>
                </p:grpSpPr>
                <p:grpSp>
                  <p:nvGrpSpPr>
                    <p:cNvPr id="16003" name="Group 16002">
                      <a:extLst>
                        <a:ext uri="{FF2B5EF4-FFF2-40B4-BE49-F238E27FC236}">
                          <a16:creationId xmlns:a16="http://schemas.microsoft.com/office/drawing/2014/main" id="{B8DFD1A4-7009-A59F-242E-638D94E20D1A}"/>
                        </a:ext>
                      </a:extLst>
                    </p:cNvPr>
                    <p:cNvGrpSpPr/>
                    <p:nvPr/>
                  </p:nvGrpSpPr>
                  <p:grpSpPr>
                    <a:xfrm>
                      <a:off x="5354636" y="4022061"/>
                      <a:ext cx="214313" cy="214313"/>
                      <a:chOff x="5354637" y="3446463"/>
                      <a:chExt cx="214313" cy="214313"/>
                    </a:xfrm>
                  </p:grpSpPr>
                  <p:sp>
                    <p:nvSpPr>
                      <p:cNvPr id="16011" name="Arc 16010">
                        <a:extLst>
                          <a:ext uri="{FF2B5EF4-FFF2-40B4-BE49-F238E27FC236}">
                            <a16:creationId xmlns:a16="http://schemas.microsoft.com/office/drawing/2014/main" id="{B9C8AC00-94CC-B9CE-2DED-F4B3BCE1934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012" name="Arc 16011">
                        <a:extLst>
                          <a:ext uri="{FF2B5EF4-FFF2-40B4-BE49-F238E27FC236}">
                            <a16:creationId xmlns:a16="http://schemas.microsoft.com/office/drawing/2014/main" id="{752EC64D-C727-9F71-C15D-CB82C596E10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004" name="Group 16003">
                      <a:extLst>
                        <a:ext uri="{FF2B5EF4-FFF2-40B4-BE49-F238E27FC236}">
                          <a16:creationId xmlns:a16="http://schemas.microsoft.com/office/drawing/2014/main" id="{EF97D8B1-E314-EE66-31CD-3010AB8A03BB}"/>
                        </a:ext>
                      </a:extLst>
                    </p:cNvPr>
                    <p:cNvGrpSpPr/>
                    <p:nvPr/>
                  </p:nvGrpSpPr>
                  <p:grpSpPr>
                    <a:xfrm rot="14400000">
                      <a:off x="5310186" y="3977611"/>
                      <a:ext cx="303213" cy="303213"/>
                      <a:chOff x="5354637" y="3446463"/>
                      <a:chExt cx="214313" cy="214313"/>
                    </a:xfrm>
                  </p:grpSpPr>
                  <p:sp>
                    <p:nvSpPr>
                      <p:cNvPr id="16009" name="Arc 16008">
                        <a:extLst>
                          <a:ext uri="{FF2B5EF4-FFF2-40B4-BE49-F238E27FC236}">
                            <a16:creationId xmlns:a16="http://schemas.microsoft.com/office/drawing/2014/main" id="{E372B9B8-1046-6175-FC1C-CBE2794301B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010" name="Arc 16009">
                        <a:extLst>
                          <a:ext uri="{FF2B5EF4-FFF2-40B4-BE49-F238E27FC236}">
                            <a16:creationId xmlns:a16="http://schemas.microsoft.com/office/drawing/2014/main" id="{48464592-6E03-E823-6C39-F836528BEC6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6005" name="Group 16004">
                      <a:extLst>
                        <a:ext uri="{FF2B5EF4-FFF2-40B4-BE49-F238E27FC236}">
                          <a16:creationId xmlns:a16="http://schemas.microsoft.com/office/drawing/2014/main" id="{AA3C610E-1757-94E7-654C-718098ABE8A1}"/>
                        </a:ext>
                      </a:extLst>
                    </p:cNvPr>
                    <p:cNvGrpSpPr/>
                    <p:nvPr/>
                  </p:nvGrpSpPr>
                  <p:grpSpPr>
                    <a:xfrm rot="7200000">
                      <a:off x="5265196" y="3932619"/>
                      <a:ext cx="393192" cy="393192"/>
                      <a:chOff x="5354637" y="3446463"/>
                      <a:chExt cx="214313" cy="214313"/>
                    </a:xfrm>
                  </p:grpSpPr>
                  <p:sp>
                    <p:nvSpPr>
                      <p:cNvPr id="16007" name="Arc 16006">
                        <a:extLst>
                          <a:ext uri="{FF2B5EF4-FFF2-40B4-BE49-F238E27FC236}">
                            <a16:creationId xmlns:a16="http://schemas.microsoft.com/office/drawing/2014/main" id="{75127DB5-2E72-B9E6-F567-879F812B19D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008" name="Arc 16007">
                        <a:extLst>
                          <a:ext uri="{FF2B5EF4-FFF2-40B4-BE49-F238E27FC236}">
                            <a16:creationId xmlns:a16="http://schemas.microsoft.com/office/drawing/2014/main" id="{DD7B4950-317D-4749-76B4-D33A9003A86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6006" name="TextBox 16005">
                      <a:extLst>
                        <a:ext uri="{FF2B5EF4-FFF2-40B4-BE49-F238E27FC236}">
                          <a16:creationId xmlns:a16="http://schemas.microsoft.com/office/drawing/2014/main" id="{9353BAE2-6FAF-C282-AA8C-65955E34D1FF}"/>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5980" name="Group 15979">
                    <a:extLst>
                      <a:ext uri="{FF2B5EF4-FFF2-40B4-BE49-F238E27FC236}">
                        <a16:creationId xmlns:a16="http://schemas.microsoft.com/office/drawing/2014/main" id="{3CF3F49C-27B9-3D10-1FCD-266779BED23A}"/>
                      </a:ext>
                    </a:extLst>
                  </p:cNvPr>
                  <p:cNvGrpSpPr/>
                  <p:nvPr/>
                </p:nvGrpSpPr>
                <p:grpSpPr>
                  <a:xfrm>
                    <a:off x="6512463" y="3525040"/>
                    <a:ext cx="393192" cy="393192"/>
                    <a:chOff x="6389147" y="3357021"/>
                    <a:chExt cx="393192" cy="393192"/>
                  </a:xfrm>
                </p:grpSpPr>
                <p:grpSp>
                  <p:nvGrpSpPr>
                    <p:cNvPr id="15992" name="Group 15991">
                      <a:extLst>
                        <a:ext uri="{FF2B5EF4-FFF2-40B4-BE49-F238E27FC236}">
                          <a16:creationId xmlns:a16="http://schemas.microsoft.com/office/drawing/2014/main" id="{A23821C6-69EF-D9FE-6ED8-62D3A25575FB}"/>
                        </a:ext>
                      </a:extLst>
                    </p:cNvPr>
                    <p:cNvGrpSpPr/>
                    <p:nvPr/>
                  </p:nvGrpSpPr>
                  <p:grpSpPr>
                    <a:xfrm rot="7200000" flipH="1">
                      <a:off x="6389147" y="3357021"/>
                      <a:ext cx="393192" cy="393192"/>
                      <a:chOff x="5354637" y="3446463"/>
                      <a:chExt cx="214313" cy="214313"/>
                    </a:xfrm>
                  </p:grpSpPr>
                  <p:sp>
                    <p:nvSpPr>
                      <p:cNvPr id="16001" name="Arc 16000">
                        <a:extLst>
                          <a:ext uri="{FF2B5EF4-FFF2-40B4-BE49-F238E27FC236}">
                            <a16:creationId xmlns:a16="http://schemas.microsoft.com/office/drawing/2014/main" id="{8BD90748-3D7B-FCC8-39EF-94A327DE0B0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002" name="Arc 16001">
                        <a:extLst>
                          <a:ext uri="{FF2B5EF4-FFF2-40B4-BE49-F238E27FC236}">
                            <a16:creationId xmlns:a16="http://schemas.microsoft.com/office/drawing/2014/main" id="{B2F9F266-174D-4E5E-CBE6-3C980EB391C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993" name="Group 15992">
                      <a:extLst>
                        <a:ext uri="{FF2B5EF4-FFF2-40B4-BE49-F238E27FC236}">
                          <a16:creationId xmlns:a16="http://schemas.microsoft.com/office/drawing/2014/main" id="{4FDF3C45-24D1-B89B-2621-3E6031CE2073}"/>
                        </a:ext>
                      </a:extLst>
                    </p:cNvPr>
                    <p:cNvGrpSpPr/>
                    <p:nvPr/>
                  </p:nvGrpSpPr>
                  <p:grpSpPr>
                    <a:xfrm>
                      <a:off x="6434137" y="3402011"/>
                      <a:ext cx="303213" cy="303213"/>
                      <a:chOff x="6434137" y="3402011"/>
                      <a:chExt cx="303213" cy="303213"/>
                    </a:xfrm>
                  </p:grpSpPr>
                  <p:grpSp>
                    <p:nvGrpSpPr>
                      <p:cNvPr id="15994" name="Group 15993">
                        <a:extLst>
                          <a:ext uri="{FF2B5EF4-FFF2-40B4-BE49-F238E27FC236}">
                            <a16:creationId xmlns:a16="http://schemas.microsoft.com/office/drawing/2014/main" id="{2C8B7031-08E5-A44E-FDAA-3FCE68AB54D1}"/>
                          </a:ext>
                        </a:extLst>
                      </p:cNvPr>
                      <p:cNvGrpSpPr/>
                      <p:nvPr/>
                    </p:nvGrpSpPr>
                    <p:grpSpPr>
                      <a:xfrm flipH="1">
                        <a:off x="6478587" y="3446461"/>
                        <a:ext cx="214313" cy="214313"/>
                        <a:chOff x="5354637" y="3446463"/>
                        <a:chExt cx="214313" cy="214313"/>
                      </a:xfrm>
                    </p:grpSpPr>
                    <p:sp>
                      <p:nvSpPr>
                        <p:cNvPr id="15999" name="Arc 15998">
                          <a:extLst>
                            <a:ext uri="{FF2B5EF4-FFF2-40B4-BE49-F238E27FC236}">
                              <a16:creationId xmlns:a16="http://schemas.microsoft.com/office/drawing/2014/main" id="{1D7E9F9C-FB98-86CA-AC6B-2F132BA61BF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000" name="Arc 15999">
                          <a:extLst>
                            <a:ext uri="{FF2B5EF4-FFF2-40B4-BE49-F238E27FC236}">
                              <a16:creationId xmlns:a16="http://schemas.microsoft.com/office/drawing/2014/main" id="{C94D9431-8128-FE00-EADD-2BD0059F135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995" name="Group 15994">
                        <a:extLst>
                          <a:ext uri="{FF2B5EF4-FFF2-40B4-BE49-F238E27FC236}">
                            <a16:creationId xmlns:a16="http://schemas.microsoft.com/office/drawing/2014/main" id="{6B8DF8C1-D53E-27AD-709B-BA12810E4920}"/>
                          </a:ext>
                        </a:extLst>
                      </p:cNvPr>
                      <p:cNvGrpSpPr/>
                      <p:nvPr/>
                    </p:nvGrpSpPr>
                    <p:grpSpPr>
                      <a:xfrm rot="14400000" flipH="1">
                        <a:off x="6434137" y="3402011"/>
                        <a:ext cx="303213" cy="303213"/>
                        <a:chOff x="5354637" y="3446463"/>
                        <a:chExt cx="214313" cy="214313"/>
                      </a:xfrm>
                    </p:grpSpPr>
                    <p:sp>
                      <p:nvSpPr>
                        <p:cNvPr id="15997" name="Arc 15996">
                          <a:extLst>
                            <a:ext uri="{FF2B5EF4-FFF2-40B4-BE49-F238E27FC236}">
                              <a16:creationId xmlns:a16="http://schemas.microsoft.com/office/drawing/2014/main" id="{2A13D700-8868-787F-C651-4CF3438580F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998" name="Arc 15997">
                          <a:extLst>
                            <a:ext uri="{FF2B5EF4-FFF2-40B4-BE49-F238E27FC236}">
                              <a16:creationId xmlns:a16="http://schemas.microsoft.com/office/drawing/2014/main" id="{FAD0D9B4-6A5B-8603-7EA1-32F7611E87D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996" name="TextBox 15995">
                        <a:extLst>
                          <a:ext uri="{FF2B5EF4-FFF2-40B4-BE49-F238E27FC236}">
                            <a16:creationId xmlns:a16="http://schemas.microsoft.com/office/drawing/2014/main" id="{998D393E-3DE2-A9DF-EB3A-EF7405DF6277}"/>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981" name="Group 15980">
                    <a:extLst>
                      <a:ext uri="{FF2B5EF4-FFF2-40B4-BE49-F238E27FC236}">
                        <a16:creationId xmlns:a16="http://schemas.microsoft.com/office/drawing/2014/main" id="{5F75F7A1-8730-09D8-D451-2B3B14CBBB65}"/>
                      </a:ext>
                    </a:extLst>
                  </p:cNvPr>
                  <p:cNvGrpSpPr/>
                  <p:nvPr/>
                </p:nvGrpSpPr>
                <p:grpSpPr>
                  <a:xfrm>
                    <a:off x="6197413" y="3225768"/>
                    <a:ext cx="393192" cy="393192"/>
                    <a:chOff x="6389147" y="3932622"/>
                    <a:chExt cx="393192" cy="393192"/>
                  </a:xfrm>
                </p:grpSpPr>
                <p:grpSp>
                  <p:nvGrpSpPr>
                    <p:cNvPr id="15982" name="Group 15981">
                      <a:extLst>
                        <a:ext uri="{FF2B5EF4-FFF2-40B4-BE49-F238E27FC236}">
                          <a16:creationId xmlns:a16="http://schemas.microsoft.com/office/drawing/2014/main" id="{279A1548-A3F8-E5C7-4468-A61302C3AD06}"/>
                        </a:ext>
                      </a:extLst>
                    </p:cNvPr>
                    <p:cNvGrpSpPr/>
                    <p:nvPr/>
                  </p:nvGrpSpPr>
                  <p:grpSpPr>
                    <a:xfrm flipH="1">
                      <a:off x="6478587" y="4022061"/>
                      <a:ext cx="214313" cy="214313"/>
                      <a:chOff x="5354637" y="3446463"/>
                      <a:chExt cx="214313" cy="214313"/>
                    </a:xfrm>
                  </p:grpSpPr>
                  <p:sp>
                    <p:nvSpPr>
                      <p:cNvPr id="15990" name="Arc 15989">
                        <a:extLst>
                          <a:ext uri="{FF2B5EF4-FFF2-40B4-BE49-F238E27FC236}">
                            <a16:creationId xmlns:a16="http://schemas.microsoft.com/office/drawing/2014/main" id="{60A9F879-10FD-EA3C-3B81-9EA8076A2B9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991" name="Arc 15990">
                        <a:extLst>
                          <a:ext uri="{FF2B5EF4-FFF2-40B4-BE49-F238E27FC236}">
                            <a16:creationId xmlns:a16="http://schemas.microsoft.com/office/drawing/2014/main" id="{5056E060-851B-E730-1873-860D300248C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983" name="Group 15982">
                      <a:extLst>
                        <a:ext uri="{FF2B5EF4-FFF2-40B4-BE49-F238E27FC236}">
                          <a16:creationId xmlns:a16="http://schemas.microsoft.com/office/drawing/2014/main" id="{EA5E6284-4644-CEBF-CB0C-126844843232}"/>
                        </a:ext>
                      </a:extLst>
                    </p:cNvPr>
                    <p:cNvGrpSpPr/>
                    <p:nvPr/>
                  </p:nvGrpSpPr>
                  <p:grpSpPr>
                    <a:xfrm rot="7200000" flipH="1">
                      <a:off x="6434137" y="3977611"/>
                      <a:ext cx="303213" cy="303213"/>
                      <a:chOff x="5354637" y="3446463"/>
                      <a:chExt cx="214313" cy="214313"/>
                    </a:xfrm>
                  </p:grpSpPr>
                  <p:sp>
                    <p:nvSpPr>
                      <p:cNvPr id="15988" name="Arc 15987">
                        <a:extLst>
                          <a:ext uri="{FF2B5EF4-FFF2-40B4-BE49-F238E27FC236}">
                            <a16:creationId xmlns:a16="http://schemas.microsoft.com/office/drawing/2014/main" id="{6537D64F-CAF2-3E53-3879-3A07DB384E7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989" name="Arc 15988">
                        <a:extLst>
                          <a:ext uri="{FF2B5EF4-FFF2-40B4-BE49-F238E27FC236}">
                            <a16:creationId xmlns:a16="http://schemas.microsoft.com/office/drawing/2014/main" id="{B2C1F35D-E0F5-F207-9C85-634902DDB12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984" name="Group 15983">
                      <a:extLst>
                        <a:ext uri="{FF2B5EF4-FFF2-40B4-BE49-F238E27FC236}">
                          <a16:creationId xmlns:a16="http://schemas.microsoft.com/office/drawing/2014/main" id="{3ED43F6C-4F3D-9427-E98A-8C85B940EA88}"/>
                        </a:ext>
                      </a:extLst>
                    </p:cNvPr>
                    <p:cNvGrpSpPr/>
                    <p:nvPr/>
                  </p:nvGrpSpPr>
                  <p:grpSpPr>
                    <a:xfrm rot="14400000" flipH="1">
                      <a:off x="6389147" y="3932622"/>
                      <a:ext cx="393192" cy="393192"/>
                      <a:chOff x="5354637" y="3446463"/>
                      <a:chExt cx="214313" cy="214313"/>
                    </a:xfrm>
                  </p:grpSpPr>
                  <p:sp>
                    <p:nvSpPr>
                      <p:cNvPr id="15986" name="Arc 15985">
                        <a:extLst>
                          <a:ext uri="{FF2B5EF4-FFF2-40B4-BE49-F238E27FC236}">
                            <a16:creationId xmlns:a16="http://schemas.microsoft.com/office/drawing/2014/main" id="{D4E07D41-78CB-60E5-C574-426591461ED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987" name="Arc 15986">
                        <a:extLst>
                          <a:ext uri="{FF2B5EF4-FFF2-40B4-BE49-F238E27FC236}">
                            <a16:creationId xmlns:a16="http://schemas.microsoft.com/office/drawing/2014/main" id="{84BA86B3-7560-86BD-6937-72AB1C219D3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985" name="TextBox 15984">
                      <a:extLst>
                        <a:ext uri="{FF2B5EF4-FFF2-40B4-BE49-F238E27FC236}">
                          <a16:creationId xmlns:a16="http://schemas.microsoft.com/office/drawing/2014/main" id="{96FC92D6-14ED-A356-6374-7793512A2481}"/>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5881" name="Group 15880">
                <a:extLst>
                  <a:ext uri="{FF2B5EF4-FFF2-40B4-BE49-F238E27FC236}">
                    <a16:creationId xmlns:a16="http://schemas.microsoft.com/office/drawing/2014/main" id="{D6260910-AC6B-DDA4-1427-2962008B6A4B}"/>
                  </a:ext>
                </a:extLst>
              </p:cNvPr>
              <p:cNvGrpSpPr/>
              <p:nvPr/>
            </p:nvGrpSpPr>
            <p:grpSpPr>
              <a:xfrm>
                <a:off x="6065340" y="2039507"/>
                <a:ext cx="1643204" cy="1593124"/>
                <a:chOff x="5445106" y="2644743"/>
                <a:chExt cx="1643204" cy="1593124"/>
              </a:xfrm>
            </p:grpSpPr>
            <p:grpSp>
              <p:nvGrpSpPr>
                <p:cNvPr id="15882" name="Group 15881">
                  <a:extLst>
                    <a:ext uri="{FF2B5EF4-FFF2-40B4-BE49-F238E27FC236}">
                      <a16:creationId xmlns:a16="http://schemas.microsoft.com/office/drawing/2014/main" id="{1F7F5F01-D8C6-5D06-3C21-3F8BD2BE64D0}"/>
                    </a:ext>
                  </a:extLst>
                </p:cNvPr>
                <p:cNvGrpSpPr/>
                <p:nvPr/>
              </p:nvGrpSpPr>
              <p:grpSpPr>
                <a:xfrm>
                  <a:off x="5445106" y="2644743"/>
                  <a:ext cx="1019224" cy="991639"/>
                  <a:chOff x="5886431" y="3225768"/>
                  <a:chExt cx="1019224" cy="991639"/>
                </a:xfrm>
              </p:grpSpPr>
              <p:grpSp>
                <p:nvGrpSpPr>
                  <p:cNvPr id="15930" name="Group 15929">
                    <a:extLst>
                      <a:ext uri="{FF2B5EF4-FFF2-40B4-BE49-F238E27FC236}">
                        <a16:creationId xmlns:a16="http://schemas.microsoft.com/office/drawing/2014/main" id="{3A763173-4C38-3597-C61A-C31A1046AA38}"/>
                      </a:ext>
                    </a:extLst>
                  </p:cNvPr>
                  <p:cNvGrpSpPr/>
                  <p:nvPr/>
                </p:nvGrpSpPr>
                <p:grpSpPr>
                  <a:xfrm>
                    <a:off x="6197413" y="3824215"/>
                    <a:ext cx="393192" cy="393192"/>
                    <a:chOff x="5265196" y="3357021"/>
                    <a:chExt cx="393192" cy="393192"/>
                  </a:xfrm>
                </p:grpSpPr>
                <p:grpSp>
                  <p:nvGrpSpPr>
                    <p:cNvPr id="15965" name="Group 15964">
                      <a:extLst>
                        <a:ext uri="{FF2B5EF4-FFF2-40B4-BE49-F238E27FC236}">
                          <a16:creationId xmlns:a16="http://schemas.microsoft.com/office/drawing/2014/main" id="{30E520DD-4DDB-2B4D-33E9-543EADB965F1}"/>
                        </a:ext>
                      </a:extLst>
                    </p:cNvPr>
                    <p:cNvGrpSpPr/>
                    <p:nvPr/>
                  </p:nvGrpSpPr>
                  <p:grpSpPr>
                    <a:xfrm rot="14400000">
                      <a:off x="5265196" y="3357021"/>
                      <a:ext cx="393192" cy="393192"/>
                      <a:chOff x="5354637" y="3446463"/>
                      <a:chExt cx="214313" cy="214313"/>
                    </a:xfrm>
                  </p:grpSpPr>
                  <p:sp>
                    <p:nvSpPr>
                      <p:cNvPr id="15974" name="Arc 15973">
                        <a:extLst>
                          <a:ext uri="{FF2B5EF4-FFF2-40B4-BE49-F238E27FC236}">
                            <a16:creationId xmlns:a16="http://schemas.microsoft.com/office/drawing/2014/main" id="{93A9A34A-ED75-C06A-FDA6-49B327A8968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975" name="Arc 15974">
                        <a:extLst>
                          <a:ext uri="{FF2B5EF4-FFF2-40B4-BE49-F238E27FC236}">
                            <a16:creationId xmlns:a16="http://schemas.microsoft.com/office/drawing/2014/main" id="{B150A766-7811-2337-A988-36BC304E10F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966" name="Group 15965">
                      <a:extLst>
                        <a:ext uri="{FF2B5EF4-FFF2-40B4-BE49-F238E27FC236}">
                          <a16:creationId xmlns:a16="http://schemas.microsoft.com/office/drawing/2014/main" id="{6B64314A-A807-7D7B-3516-4DE6DAB27152}"/>
                        </a:ext>
                      </a:extLst>
                    </p:cNvPr>
                    <p:cNvGrpSpPr/>
                    <p:nvPr/>
                  </p:nvGrpSpPr>
                  <p:grpSpPr>
                    <a:xfrm>
                      <a:off x="5310186" y="3402011"/>
                      <a:ext cx="303213" cy="303213"/>
                      <a:chOff x="5310186" y="3402011"/>
                      <a:chExt cx="303213" cy="303213"/>
                    </a:xfrm>
                  </p:grpSpPr>
                  <p:grpSp>
                    <p:nvGrpSpPr>
                      <p:cNvPr id="15967" name="Group 15966">
                        <a:extLst>
                          <a:ext uri="{FF2B5EF4-FFF2-40B4-BE49-F238E27FC236}">
                            <a16:creationId xmlns:a16="http://schemas.microsoft.com/office/drawing/2014/main" id="{38252BC7-F9B9-1D7F-EFCA-06C5933410C2}"/>
                          </a:ext>
                        </a:extLst>
                      </p:cNvPr>
                      <p:cNvGrpSpPr/>
                      <p:nvPr/>
                    </p:nvGrpSpPr>
                    <p:grpSpPr>
                      <a:xfrm>
                        <a:off x="5354636" y="3446461"/>
                        <a:ext cx="214313" cy="214313"/>
                        <a:chOff x="5354637" y="3446463"/>
                        <a:chExt cx="214313" cy="214313"/>
                      </a:xfrm>
                    </p:grpSpPr>
                    <p:sp>
                      <p:nvSpPr>
                        <p:cNvPr id="15972" name="Arc 15971">
                          <a:extLst>
                            <a:ext uri="{FF2B5EF4-FFF2-40B4-BE49-F238E27FC236}">
                              <a16:creationId xmlns:a16="http://schemas.microsoft.com/office/drawing/2014/main" id="{DB45DB07-A099-566F-062E-AD5EBE3AB78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973" name="Arc 15972">
                          <a:extLst>
                            <a:ext uri="{FF2B5EF4-FFF2-40B4-BE49-F238E27FC236}">
                              <a16:creationId xmlns:a16="http://schemas.microsoft.com/office/drawing/2014/main" id="{B7725309-CCC9-BCBD-20D5-0C121144DAF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968" name="Group 15967">
                        <a:extLst>
                          <a:ext uri="{FF2B5EF4-FFF2-40B4-BE49-F238E27FC236}">
                            <a16:creationId xmlns:a16="http://schemas.microsoft.com/office/drawing/2014/main" id="{275D6C6A-31FF-94DD-0A15-E319FB8BD545}"/>
                          </a:ext>
                        </a:extLst>
                      </p:cNvPr>
                      <p:cNvGrpSpPr/>
                      <p:nvPr/>
                    </p:nvGrpSpPr>
                    <p:grpSpPr>
                      <a:xfrm rot="7200000">
                        <a:off x="5310186" y="3402011"/>
                        <a:ext cx="303213" cy="303213"/>
                        <a:chOff x="5354637" y="3446463"/>
                        <a:chExt cx="214313" cy="214313"/>
                      </a:xfrm>
                    </p:grpSpPr>
                    <p:sp>
                      <p:nvSpPr>
                        <p:cNvPr id="15970" name="Arc 15969">
                          <a:extLst>
                            <a:ext uri="{FF2B5EF4-FFF2-40B4-BE49-F238E27FC236}">
                              <a16:creationId xmlns:a16="http://schemas.microsoft.com/office/drawing/2014/main" id="{808B5D98-30E0-5383-338D-3535B646236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971" name="Arc 15970">
                          <a:extLst>
                            <a:ext uri="{FF2B5EF4-FFF2-40B4-BE49-F238E27FC236}">
                              <a16:creationId xmlns:a16="http://schemas.microsoft.com/office/drawing/2014/main" id="{83BEE040-A8E8-4375-2F17-5C3FE28CDCE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969" name="TextBox 15968">
                        <a:extLst>
                          <a:ext uri="{FF2B5EF4-FFF2-40B4-BE49-F238E27FC236}">
                            <a16:creationId xmlns:a16="http://schemas.microsoft.com/office/drawing/2014/main" id="{E34F44DB-94EE-CE57-390E-B5E4D3D11895}"/>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931" name="Group 15930">
                    <a:extLst>
                      <a:ext uri="{FF2B5EF4-FFF2-40B4-BE49-F238E27FC236}">
                        <a16:creationId xmlns:a16="http://schemas.microsoft.com/office/drawing/2014/main" id="{BE7F3754-9000-407E-0258-7E00C6BFD430}"/>
                      </a:ext>
                    </a:extLst>
                  </p:cNvPr>
                  <p:cNvGrpSpPr/>
                  <p:nvPr/>
                </p:nvGrpSpPr>
                <p:grpSpPr>
                  <a:xfrm>
                    <a:off x="5886431" y="3525040"/>
                    <a:ext cx="393192" cy="393192"/>
                    <a:chOff x="5265196" y="3932619"/>
                    <a:chExt cx="393192" cy="393192"/>
                  </a:xfrm>
                </p:grpSpPr>
                <p:grpSp>
                  <p:nvGrpSpPr>
                    <p:cNvPr id="15955" name="Group 15954">
                      <a:extLst>
                        <a:ext uri="{FF2B5EF4-FFF2-40B4-BE49-F238E27FC236}">
                          <a16:creationId xmlns:a16="http://schemas.microsoft.com/office/drawing/2014/main" id="{A867BF27-D6C7-EE4E-C03E-704FE7B25A15}"/>
                        </a:ext>
                      </a:extLst>
                    </p:cNvPr>
                    <p:cNvGrpSpPr/>
                    <p:nvPr/>
                  </p:nvGrpSpPr>
                  <p:grpSpPr>
                    <a:xfrm>
                      <a:off x="5354636" y="4022061"/>
                      <a:ext cx="214313" cy="214313"/>
                      <a:chOff x="5354637" y="3446463"/>
                      <a:chExt cx="214313" cy="214313"/>
                    </a:xfrm>
                  </p:grpSpPr>
                  <p:sp>
                    <p:nvSpPr>
                      <p:cNvPr id="15963" name="Arc 15962">
                        <a:extLst>
                          <a:ext uri="{FF2B5EF4-FFF2-40B4-BE49-F238E27FC236}">
                            <a16:creationId xmlns:a16="http://schemas.microsoft.com/office/drawing/2014/main" id="{D55E386D-056F-F66B-A35F-E13A0CDB096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964" name="Arc 15963">
                        <a:extLst>
                          <a:ext uri="{FF2B5EF4-FFF2-40B4-BE49-F238E27FC236}">
                            <a16:creationId xmlns:a16="http://schemas.microsoft.com/office/drawing/2014/main" id="{0931622A-DBD1-8FB2-AA42-289F8B71A26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956" name="Group 15955">
                      <a:extLst>
                        <a:ext uri="{FF2B5EF4-FFF2-40B4-BE49-F238E27FC236}">
                          <a16:creationId xmlns:a16="http://schemas.microsoft.com/office/drawing/2014/main" id="{CF288B2C-A05D-D0D7-D619-6D5D247AF9CD}"/>
                        </a:ext>
                      </a:extLst>
                    </p:cNvPr>
                    <p:cNvGrpSpPr/>
                    <p:nvPr/>
                  </p:nvGrpSpPr>
                  <p:grpSpPr>
                    <a:xfrm rot="14400000">
                      <a:off x="5310186" y="3977611"/>
                      <a:ext cx="303213" cy="303213"/>
                      <a:chOff x="5354637" y="3446463"/>
                      <a:chExt cx="214313" cy="214313"/>
                    </a:xfrm>
                  </p:grpSpPr>
                  <p:sp>
                    <p:nvSpPr>
                      <p:cNvPr id="15961" name="Arc 15960">
                        <a:extLst>
                          <a:ext uri="{FF2B5EF4-FFF2-40B4-BE49-F238E27FC236}">
                            <a16:creationId xmlns:a16="http://schemas.microsoft.com/office/drawing/2014/main" id="{38C34E9C-1F2E-2392-75D5-57097BDE7ED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962" name="Arc 15961">
                        <a:extLst>
                          <a:ext uri="{FF2B5EF4-FFF2-40B4-BE49-F238E27FC236}">
                            <a16:creationId xmlns:a16="http://schemas.microsoft.com/office/drawing/2014/main" id="{2217053E-2011-F996-E5A6-DDD0E312534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957" name="Group 15956">
                      <a:extLst>
                        <a:ext uri="{FF2B5EF4-FFF2-40B4-BE49-F238E27FC236}">
                          <a16:creationId xmlns:a16="http://schemas.microsoft.com/office/drawing/2014/main" id="{D9ED95CE-300A-FA10-FA74-16C2899FE9BF}"/>
                        </a:ext>
                      </a:extLst>
                    </p:cNvPr>
                    <p:cNvGrpSpPr/>
                    <p:nvPr/>
                  </p:nvGrpSpPr>
                  <p:grpSpPr>
                    <a:xfrm rot="7200000">
                      <a:off x="5265196" y="3932619"/>
                      <a:ext cx="393192" cy="393192"/>
                      <a:chOff x="5354637" y="3446463"/>
                      <a:chExt cx="214313" cy="214313"/>
                    </a:xfrm>
                  </p:grpSpPr>
                  <p:sp>
                    <p:nvSpPr>
                      <p:cNvPr id="15959" name="Arc 15958">
                        <a:extLst>
                          <a:ext uri="{FF2B5EF4-FFF2-40B4-BE49-F238E27FC236}">
                            <a16:creationId xmlns:a16="http://schemas.microsoft.com/office/drawing/2014/main" id="{23524BB0-330C-5371-4160-E55BFBB2661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960" name="Arc 15959">
                        <a:extLst>
                          <a:ext uri="{FF2B5EF4-FFF2-40B4-BE49-F238E27FC236}">
                            <a16:creationId xmlns:a16="http://schemas.microsoft.com/office/drawing/2014/main" id="{F82F68B1-9CC7-BFD6-DC74-DCDA1CD7D6C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958" name="TextBox 15957">
                      <a:extLst>
                        <a:ext uri="{FF2B5EF4-FFF2-40B4-BE49-F238E27FC236}">
                          <a16:creationId xmlns:a16="http://schemas.microsoft.com/office/drawing/2014/main" id="{42A93CFD-F127-0193-4A07-4DAB4705BA84}"/>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5932" name="Group 15931">
                    <a:extLst>
                      <a:ext uri="{FF2B5EF4-FFF2-40B4-BE49-F238E27FC236}">
                        <a16:creationId xmlns:a16="http://schemas.microsoft.com/office/drawing/2014/main" id="{484EFF4E-B1F6-7065-024C-083ED3CDB4BD}"/>
                      </a:ext>
                    </a:extLst>
                  </p:cNvPr>
                  <p:cNvGrpSpPr/>
                  <p:nvPr/>
                </p:nvGrpSpPr>
                <p:grpSpPr>
                  <a:xfrm>
                    <a:off x="6512463" y="3525040"/>
                    <a:ext cx="393192" cy="393192"/>
                    <a:chOff x="6389147" y="3357021"/>
                    <a:chExt cx="393192" cy="393192"/>
                  </a:xfrm>
                </p:grpSpPr>
                <p:grpSp>
                  <p:nvGrpSpPr>
                    <p:cNvPr id="15944" name="Group 15943">
                      <a:extLst>
                        <a:ext uri="{FF2B5EF4-FFF2-40B4-BE49-F238E27FC236}">
                          <a16:creationId xmlns:a16="http://schemas.microsoft.com/office/drawing/2014/main" id="{60BB14DB-B7DF-3DA1-5D87-3C1BF94FB45F}"/>
                        </a:ext>
                      </a:extLst>
                    </p:cNvPr>
                    <p:cNvGrpSpPr/>
                    <p:nvPr/>
                  </p:nvGrpSpPr>
                  <p:grpSpPr>
                    <a:xfrm rot="7200000" flipH="1">
                      <a:off x="6389147" y="3357021"/>
                      <a:ext cx="393192" cy="393192"/>
                      <a:chOff x="5354637" y="3446463"/>
                      <a:chExt cx="214313" cy="214313"/>
                    </a:xfrm>
                  </p:grpSpPr>
                  <p:sp>
                    <p:nvSpPr>
                      <p:cNvPr id="15953" name="Arc 15952">
                        <a:extLst>
                          <a:ext uri="{FF2B5EF4-FFF2-40B4-BE49-F238E27FC236}">
                            <a16:creationId xmlns:a16="http://schemas.microsoft.com/office/drawing/2014/main" id="{C38657AF-DEED-3318-18F7-5D2B05F6AAD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954" name="Arc 15953">
                        <a:extLst>
                          <a:ext uri="{FF2B5EF4-FFF2-40B4-BE49-F238E27FC236}">
                            <a16:creationId xmlns:a16="http://schemas.microsoft.com/office/drawing/2014/main" id="{5BAF90AA-550D-D43E-2BB4-0C679FA337D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945" name="Group 15944">
                      <a:extLst>
                        <a:ext uri="{FF2B5EF4-FFF2-40B4-BE49-F238E27FC236}">
                          <a16:creationId xmlns:a16="http://schemas.microsoft.com/office/drawing/2014/main" id="{CAADE4C1-5621-73BD-FA40-F2EB60566601}"/>
                        </a:ext>
                      </a:extLst>
                    </p:cNvPr>
                    <p:cNvGrpSpPr/>
                    <p:nvPr/>
                  </p:nvGrpSpPr>
                  <p:grpSpPr>
                    <a:xfrm>
                      <a:off x="6434137" y="3402011"/>
                      <a:ext cx="303213" cy="303213"/>
                      <a:chOff x="6434137" y="3402011"/>
                      <a:chExt cx="303213" cy="303213"/>
                    </a:xfrm>
                  </p:grpSpPr>
                  <p:grpSp>
                    <p:nvGrpSpPr>
                      <p:cNvPr id="15946" name="Group 15945">
                        <a:extLst>
                          <a:ext uri="{FF2B5EF4-FFF2-40B4-BE49-F238E27FC236}">
                            <a16:creationId xmlns:a16="http://schemas.microsoft.com/office/drawing/2014/main" id="{028D2D39-1DAB-5F6A-DA2E-8464C08EB523}"/>
                          </a:ext>
                        </a:extLst>
                      </p:cNvPr>
                      <p:cNvGrpSpPr/>
                      <p:nvPr/>
                    </p:nvGrpSpPr>
                    <p:grpSpPr>
                      <a:xfrm flipH="1">
                        <a:off x="6478587" y="3446461"/>
                        <a:ext cx="214313" cy="214313"/>
                        <a:chOff x="5354637" y="3446463"/>
                        <a:chExt cx="214313" cy="214313"/>
                      </a:xfrm>
                    </p:grpSpPr>
                    <p:sp>
                      <p:nvSpPr>
                        <p:cNvPr id="15951" name="Arc 15950">
                          <a:extLst>
                            <a:ext uri="{FF2B5EF4-FFF2-40B4-BE49-F238E27FC236}">
                              <a16:creationId xmlns:a16="http://schemas.microsoft.com/office/drawing/2014/main" id="{4AA781A9-BFBD-6C38-CF01-24D7E35E75A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952" name="Arc 15951">
                          <a:extLst>
                            <a:ext uri="{FF2B5EF4-FFF2-40B4-BE49-F238E27FC236}">
                              <a16:creationId xmlns:a16="http://schemas.microsoft.com/office/drawing/2014/main" id="{4BDE4F61-80BD-98AC-A1F6-6E34EF0713E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947" name="Group 15946">
                        <a:extLst>
                          <a:ext uri="{FF2B5EF4-FFF2-40B4-BE49-F238E27FC236}">
                            <a16:creationId xmlns:a16="http://schemas.microsoft.com/office/drawing/2014/main" id="{704C9A3B-CF39-0BB6-CBC8-9809A0158CAA}"/>
                          </a:ext>
                        </a:extLst>
                      </p:cNvPr>
                      <p:cNvGrpSpPr/>
                      <p:nvPr/>
                    </p:nvGrpSpPr>
                    <p:grpSpPr>
                      <a:xfrm rot="14400000" flipH="1">
                        <a:off x="6434137" y="3402011"/>
                        <a:ext cx="303213" cy="303213"/>
                        <a:chOff x="5354637" y="3446463"/>
                        <a:chExt cx="214313" cy="214313"/>
                      </a:xfrm>
                    </p:grpSpPr>
                    <p:sp>
                      <p:nvSpPr>
                        <p:cNvPr id="15949" name="Arc 15948">
                          <a:extLst>
                            <a:ext uri="{FF2B5EF4-FFF2-40B4-BE49-F238E27FC236}">
                              <a16:creationId xmlns:a16="http://schemas.microsoft.com/office/drawing/2014/main" id="{05FDA174-8642-CB31-A7E3-375D284DA00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950" name="Arc 15949">
                          <a:extLst>
                            <a:ext uri="{FF2B5EF4-FFF2-40B4-BE49-F238E27FC236}">
                              <a16:creationId xmlns:a16="http://schemas.microsoft.com/office/drawing/2014/main" id="{A792CE18-4FBC-6992-404E-9ADBBD09022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948" name="TextBox 15947">
                        <a:extLst>
                          <a:ext uri="{FF2B5EF4-FFF2-40B4-BE49-F238E27FC236}">
                            <a16:creationId xmlns:a16="http://schemas.microsoft.com/office/drawing/2014/main" id="{24B2E67F-4EAD-9164-AED4-9DB9531EF8EE}"/>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933" name="Group 15932">
                    <a:extLst>
                      <a:ext uri="{FF2B5EF4-FFF2-40B4-BE49-F238E27FC236}">
                        <a16:creationId xmlns:a16="http://schemas.microsoft.com/office/drawing/2014/main" id="{C6CBD60C-DDB9-5990-6B64-693421A5E6E6}"/>
                      </a:ext>
                    </a:extLst>
                  </p:cNvPr>
                  <p:cNvGrpSpPr/>
                  <p:nvPr/>
                </p:nvGrpSpPr>
                <p:grpSpPr>
                  <a:xfrm>
                    <a:off x="6197413" y="3225768"/>
                    <a:ext cx="393192" cy="393192"/>
                    <a:chOff x="6389147" y="3932622"/>
                    <a:chExt cx="393192" cy="393192"/>
                  </a:xfrm>
                </p:grpSpPr>
                <p:grpSp>
                  <p:nvGrpSpPr>
                    <p:cNvPr id="15934" name="Group 15933">
                      <a:extLst>
                        <a:ext uri="{FF2B5EF4-FFF2-40B4-BE49-F238E27FC236}">
                          <a16:creationId xmlns:a16="http://schemas.microsoft.com/office/drawing/2014/main" id="{527F558C-2DEC-B7EC-D2C0-E19A831CE2F9}"/>
                        </a:ext>
                      </a:extLst>
                    </p:cNvPr>
                    <p:cNvGrpSpPr/>
                    <p:nvPr/>
                  </p:nvGrpSpPr>
                  <p:grpSpPr>
                    <a:xfrm flipH="1">
                      <a:off x="6478587" y="4022061"/>
                      <a:ext cx="214313" cy="214313"/>
                      <a:chOff x="5354637" y="3446463"/>
                      <a:chExt cx="214313" cy="214313"/>
                    </a:xfrm>
                  </p:grpSpPr>
                  <p:sp>
                    <p:nvSpPr>
                      <p:cNvPr id="15942" name="Arc 15941">
                        <a:extLst>
                          <a:ext uri="{FF2B5EF4-FFF2-40B4-BE49-F238E27FC236}">
                            <a16:creationId xmlns:a16="http://schemas.microsoft.com/office/drawing/2014/main" id="{213322AA-55D7-9C07-7729-5B550850E49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943" name="Arc 15942">
                        <a:extLst>
                          <a:ext uri="{FF2B5EF4-FFF2-40B4-BE49-F238E27FC236}">
                            <a16:creationId xmlns:a16="http://schemas.microsoft.com/office/drawing/2014/main" id="{319157B1-84B5-5FF2-1D2C-2396101F063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935" name="Group 15934">
                      <a:extLst>
                        <a:ext uri="{FF2B5EF4-FFF2-40B4-BE49-F238E27FC236}">
                          <a16:creationId xmlns:a16="http://schemas.microsoft.com/office/drawing/2014/main" id="{24445098-1FA4-D857-0B78-F437E2BE2FB8}"/>
                        </a:ext>
                      </a:extLst>
                    </p:cNvPr>
                    <p:cNvGrpSpPr/>
                    <p:nvPr/>
                  </p:nvGrpSpPr>
                  <p:grpSpPr>
                    <a:xfrm rot="7200000" flipH="1">
                      <a:off x="6434137" y="3977611"/>
                      <a:ext cx="303213" cy="303213"/>
                      <a:chOff x="5354637" y="3446463"/>
                      <a:chExt cx="214313" cy="214313"/>
                    </a:xfrm>
                  </p:grpSpPr>
                  <p:sp>
                    <p:nvSpPr>
                      <p:cNvPr id="15940" name="Arc 15939">
                        <a:extLst>
                          <a:ext uri="{FF2B5EF4-FFF2-40B4-BE49-F238E27FC236}">
                            <a16:creationId xmlns:a16="http://schemas.microsoft.com/office/drawing/2014/main" id="{EF5D7F25-D1AE-02AB-F782-65178DEF932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941" name="Arc 15940">
                        <a:extLst>
                          <a:ext uri="{FF2B5EF4-FFF2-40B4-BE49-F238E27FC236}">
                            <a16:creationId xmlns:a16="http://schemas.microsoft.com/office/drawing/2014/main" id="{4262B13D-CD59-21B9-BC64-08E5B345EF5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936" name="Group 15935">
                      <a:extLst>
                        <a:ext uri="{FF2B5EF4-FFF2-40B4-BE49-F238E27FC236}">
                          <a16:creationId xmlns:a16="http://schemas.microsoft.com/office/drawing/2014/main" id="{66B11681-EE44-34FF-F669-7C2B59820104}"/>
                        </a:ext>
                      </a:extLst>
                    </p:cNvPr>
                    <p:cNvGrpSpPr/>
                    <p:nvPr/>
                  </p:nvGrpSpPr>
                  <p:grpSpPr>
                    <a:xfrm rot="14400000" flipH="1">
                      <a:off x="6389147" y="3932622"/>
                      <a:ext cx="393192" cy="393192"/>
                      <a:chOff x="5354637" y="3446463"/>
                      <a:chExt cx="214313" cy="214313"/>
                    </a:xfrm>
                  </p:grpSpPr>
                  <p:sp>
                    <p:nvSpPr>
                      <p:cNvPr id="15938" name="Arc 15937">
                        <a:extLst>
                          <a:ext uri="{FF2B5EF4-FFF2-40B4-BE49-F238E27FC236}">
                            <a16:creationId xmlns:a16="http://schemas.microsoft.com/office/drawing/2014/main" id="{31FFDEAC-419E-80DD-DA4A-501E4AEEC75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939" name="Arc 15938">
                        <a:extLst>
                          <a:ext uri="{FF2B5EF4-FFF2-40B4-BE49-F238E27FC236}">
                            <a16:creationId xmlns:a16="http://schemas.microsoft.com/office/drawing/2014/main" id="{F8BF7CFD-2C63-3CE0-1A5F-E5078293432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937" name="TextBox 15936">
                      <a:extLst>
                        <a:ext uri="{FF2B5EF4-FFF2-40B4-BE49-F238E27FC236}">
                          <a16:creationId xmlns:a16="http://schemas.microsoft.com/office/drawing/2014/main" id="{2A0FE61A-CAA3-7D1B-C2D9-F0061FA5D314}"/>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883" name="Group 15882">
                  <a:extLst>
                    <a:ext uri="{FF2B5EF4-FFF2-40B4-BE49-F238E27FC236}">
                      <a16:creationId xmlns:a16="http://schemas.microsoft.com/office/drawing/2014/main" id="{70580CF3-2430-7023-2097-F00EDEDD4548}"/>
                    </a:ext>
                  </a:extLst>
                </p:cNvPr>
                <p:cNvGrpSpPr/>
                <p:nvPr/>
              </p:nvGrpSpPr>
              <p:grpSpPr>
                <a:xfrm>
                  <a:off x="6069086" y="3246228"/>
                  <a:ext cx="1019224" cy="991639"/>
                  <a:chOff x="5886431" y="3225768"/>
                  <a:chExt cx="1019224" cy="991639"/>
                </a:xfrm>
              </p:grpSpPr>
              <p:grpSp>
                <p:nvGrpSpPr>
                  <p:cNvPr id="15884" name="Group 15883">
                    <a:extLst>
                      <a:ext uri="{FF2B5EF4-FFF2-40B4-BE49-F238E27FC236}">
                        <a16:creationId xmlns:a16="http://schemas.microsoft.com/office/drawing/2014/main" id="{1AD8ED12-0C1B-D25E-90FF-34290CA204DF}"/>
                      </a:ext>
                    </a:extLst>
                  </p:cNvPr>
                  <p:cNvGrpSpPr/>
                  <p:nvPr/>
                </p:nvGrpSpPr>
                <p:grpSpPr>
                  <a:xfrm>
                    <a:off x="6197413" y="3824215"/>
                    <a:ext cx="393192" cy="393192"/>
                    <a:chOff x="5265196" y="3357021"/>
                    <a:chExt cx="393192" cy="393192"/>
                  </a:xfrm>
                </p:grpSpPr>
                <p:grpSp>
                  <p:nvGrpSpPr>
                    <p:cNvPr id="15919" name="Group 15918">
                      <a:extLst>
                        <a:ext uri="{FF2B5EF4-FFF2-40B4-BE49-F238E27FC236}">
                          <a16:creationId xmlns:a16="http://schemas.microsoft.com/office/drawing/2014/main" id="{C6116F99-43B4-79F7-C20A-8B5B100BFC16}"/>
                        </a:ext>
                      </a:extLst>
                    </p:cNvPr>
                    <p:cNvGrpSpPr/>
                    <p:nvPr/>
                  </p:nvGrpSpPr>
                  <p:grpSpPr>
                    <a:xfrm rot="14400000">
                      <a:off x="5265196" y="3357021"/>
                      <a:ext cx="393192" cy="393192"/>
                      <a:chOff x="5354637" y="3446463"/>
                      <a:chExt cx="214313" cy="214313"/>
                    </a:xfrm>
                  </p:grpSpPr>
                  <p:sp>
                    <p:nvSpPr>
                      <p:cNvPr id="15928" name="Arc 15927">
                        <a:extLst>
                          <a:ext uri="{FF2B5EF4-FFF2-40B4-BE49-F238E27FC236}">
                            <a16:creationId xmlns:a16="http://schemas.microsoft.com/office/drawing/2014/main" id="{AEEE5904-D543-337B-E3E8-4EB9E9DDD4D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929" name="Arc 15928">
                        <a:extLst>
                          <a:ext uri="{FF2B5EF4-FFF2-40B4-BE49-F238E27FC236}">
                            <a16:creationId xmlns:a16="http://schemas.microsoft.com/office/drawing/2014/main" id="{1C0EDDAB-CAE4-A6A5-B2FC-4195CA9FBD5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920" name="Group 15919">
                      <a:extLst>
                        <a:ext uri="{FF2B5EF4-FFF2-40B4-BE49-F238E27FC236}">
                          <a16:creationId xmlns:a16="http://schemas.microsoft.com/office/drawing/2014/main" id="{012C4339-872F-2700-0660-1E1E01E7AD47}"/>
                        </a:ext>
                      </a:extLst>
                    </p:cNvPr>
                    <p:cNvGrpSpPr/>
                    <p:nvPr/>
                  </p:nvGrpSpPr>
                  <p:grpSpPr>
                    <a:xfrm>
                      <a:off x="5310186" y="3402011"/>
                      <a:ext cx="303213" cy="303213"/>
                      <a:chOff x="5310186" y="3402011"/>
                      <a:chExt cx="303213" cy="303213"/>
                    </a:xfrm>
                  </p:grpSpPr>
                  <p:grpSp>
                    <p:nvGrpSpPr>
                      <p:cNvPr id="15921" name="Group 15920">
                        <a:extLst>
                          <a:ext uri="{FF2B5EF4-FFF2-40B4-BE49-F238E27FC236}">
                            <a16:creationId xmlns:a16="http://schemas.microsoft.com/office/drawing/2014/main" id="{6E1C1A2D-9F82-446B-890B-8645805EB75A}"/>
                          </a:ext>
                        </a:extLst>
                      </p:cNvPr>
                      <p:cNvGrpSpPr/>
                      <p:nvPr/>
                    </p:nvGrpSpPr>
                    <p:grpSpPr>
                      <a:xfrm>
                        <a:off x="5354636" y="3446461"/>
                        <a:ext cx="214313" cy="214313"/>
                        <a:chOff x="5354637" y="3446463"/>
                        <a:chExt cx="214313" cy="214313"/>
                      </a:xfrm>
                    </p:grpSpPr>
                    <p:sp>
                      <p:nvSpPr>
                        <p:cNvPr id="15926" name="Arc 15925">
                          <a:extLst>
                            <a:ext uri="{FF2B5EF4-FFF2-40B4-BE49-F238E27FC236}">
                              <a16:creationId xmlns:a16="http://schemas.microsoft.com/office/drawing/2014/main" id="{5B7B4DEC-6D03-A351-B673-6D3C682038B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927" name="Arc 15926">
                          <a:extLst>
                            <a:ext uri="{FF2B5EF4-FFF2-40B4-BE49-F238E27FC236}">
                              <a16:creationId xmlns:a16="http://schemas.microsoft.com/office/drawing/2014/main" id="{96511FEE-213C-B319-2839-F771310E709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922" name="Group 15921">
                        <a:extLst>
                          <a:ext uri="{FF2B5EF4-FFF2-40B4-BE49-F238E27FC236}">
                            <a16:creationId xmlns:a16="http://schemas.microsoft.com/office/drawing/2014/main" id="{206F981C-94B1-81E4-D7EE-1B16B5A8FA53}"/>
                          </a:ext>
                        </a:extLst>
                      </p:cNvPr>
                      <p:cNvGrpSpPr/>
                      <p:nvPr/>
                    </p:nvGrpSpPr>
                    <p:grpSpPr>
                      <a:xfrm rot="7200000">
                        <a:off x="5310186" y="3402011"/>
                        <a:ext cx="303213" cy="303213"/>
                        <a:chOff x="5354637" y="3446463"/>
                        <a:chExt cx="214313" cy="214313"/>
                      </a:xfrm>
                    </p:grpSpPr>
                    <p:sp>
                      <p:nvSpPr>
                        <p:cNvPr id="15924" name="Arc 15923">
                          <a:extLst>
                            <a:ext uri="{FF2B5EF4-FFF2-40B4-BE49-F238E27FC236}">
                              <a16:creationId xmlns:a16="http://schemas.microsoft.com/office/drawing/2014/main" id="{37D88B4C-9A07-6241-390B-EC1016C948E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925" name="Arc 15924">
                          <a:extLst>
                            <a:ext uri="{FF2B5EF4-FFF2-40B4-BE49-F238E27FC236}">
                              <a16:creationId xmlns:a16="http://schemas.microsoft.com/office/drawing/2014/main" id="{C1F29AC8-CBF8-DF1B-821D-49D32E479FA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923" name="TextBox 15922">
                        <a:extLst>
                          <a:ext uri="{FF2B5EF4-FFF2-40B4-BE49-F238E27FC236}">
                            <a16:creationId xmlns:a16="http://schemas.microsoft.com/office/drawing/2014/main" id="{FC9EEDFB-7B96-B192-14FC-AADC0679694A}"/>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885" name="Group 15884">
                    <a:extLst>
                      <a:ext uri="{FF2B5EF4-FFF2-40B4-BE49-F238E27FC236}">
                        <a16:creationId xmlns:a16="http://schemas.microsoft.com/office/drawing/2014/main" id="{E9F4B410-BF99-469E-9DAE-9BCEF205CE61}"/>
                      </a:ext>
                    </a:extLst>
                  </p:cNvPr>
                  <p:cNvGrpSpPr/>
                  <p:nvPr/>
                </p:nvGrpSpPr>
                <p:grpSpPr>
                  <a:xfrm>
                    <a:off x="5886431" y="3525040"/>
                    <a:ext cx="393192" cy="393192"/>
                    <a:chOff x="5265196" y="3932619"/>
                    <a:chExt cx="393192" cy="393192"/>
                  </a:xfrm>
                </p:grpSpPr>
                <p:grpSp>
                  <p:nvGrpSpPr>
                    <p:cNvPr id="15909" name="Group 15908">
                      <a:extLst>
                        <a:ext uri="{FF2B5EF4-FFF2-40B4-BE49-F238E27FC236}">
                          <a16:creationId xmlns:a16="http://schemas.microsoft.com/office/drawing/2014/main" id="{822DD8FD-2F13-775D-F2EF-ED8B48D388F7}"/>
                        </a:ext>
                      </a:extLst>
                    </p:cNvPr>
                    <p:cNvGrpSpPr/>
                    <p:nvPr/>
                  </p:nvGrpSpPr>
                  <p:grpSpPr>
                    <a:xfrm>
                      <a:off x="5354636" y="4022061"/>
                      <a:ext cx="214313" cy="214313"/>
                      <a:chOff x="5354637" y="3446463"/>
                      <a:chExt cx="214313" cy="214313"/>
                    </a:xfrm>
                  </p:grpSpPr>
                  <p:sp>
                    <p:nvSpPr>
                      <p:cNvPr id="15917" name="Arc 15916">
                        <a:extLst>
                          <a:ext uri="{FF2B5EF4-FFF2-40B4-BE49-F238E27FC236}">
                            <a16:creationId xmlns:a16="http://schemas.microsoft.com/office/drawing/2014/main" id="{A8BE951F-62B5-9C48-8445-A901CCFF434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918" name="Arc 15917">
                        <a:extLst>
                          <a:ext uri="{FF2B5EF4-FFF2-40B4-BE49-F238E27FC236}">
                            <a16:creationId xmlns:a16="http://schemas.microsoft.com/office/drawing/2014/main" id="{3F82778E-461E-D393-3255-86DDEA85F1F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910" name="Group 15909">
                      <a:extLst>
                        <a:ext uri="{FF2B5EF4-FFF2-40B4-BE49-F238E27FC236}">
                          <a16:creationId xmlns:a16="http://schemas.microsoft.com/office/drawing/2014/main" id="{3FAD79D8-8BB0-00AB-E2F3-927ADD3DEFE0}"/>
                        </a:ext>
                      </a:extLst>
                    </p:cNvPr>
                    <p:cNvGrpSpPr/>
                    <p:nvPr/>
                  </p:nvGrpSpPr>
                  <p:grpSpPr>
                    <a:xfrm rot="14400000">
                      <a:off x="5310186" y="3977611"/>
                      <a:ext cx="303213" cy="303213"/>
                      <a:chOff x="5354637" y="3446463"/>
                      <a:chExt cx="214313" cy="214313"/>
                    </a:xfrm>
                  </p:grpSpPr>
                  <p:sp>
                    <p:nvSpPr>
                      <p:cNvPr id="15915" name="Arc 15914">
                        <a:extLst>
                          <a:ext uri="{FF2B5EF4-FFF2-40B4-BE49-F238E27FC236}">
                            <a16:creationId xmlns:a16="http://schemas.microsoft.com/office/drawing/2014/main" id="{1E87F91F-B8FD-F942-93E7-3EAB750BBB3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916" name="Arc 15915">
                        <a:extLst>
                          <a:ext uri="{FF2B5EF4-FFF2-40B4-BE49-F238E27FC236}">
                            <a16:creationId xmlns:a16="http://schemas.microsoft.com/office/drawing/2014/main" id="{D9AB7B19-FA8F-3F3E-17FD-E8CB48630D4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911" name="Group 15910">
                      <a:extLst>
                        <a:ext uri="{FF2B5EF4-FFF2-40B4-BE49-F238E27FC236}">
                          <a16:creationId xmlns:a16="http://schemas.microsoft.com/office/drawing/2014/main" id="{8E9DCEF1-1586-0225-CB6A-EB2922889CFB}"/>
                        </a:ext>
                      </a:extLst>
                    </p:cNvPr>
                    <p:cNvGrpSpPr/>
                    <p:nvPr/>
                  </p:nvGrpSpPr>
                  <p:grpSpPr>
                    <a:xfrm rot="7200000">
                      <a:off x="5265196" y="3932619"/>
                      <a:ext cx="393192" cy="393192"/>
                      <a:chOff x="5354637" y="3446463"/>
                      <a:chExt cx="214313" cy="214313"/>
                    </a:xfrm>
                  </p:grpSpPr>
                  <p:sp>
                    <p:nvSpPr>
                      <p:cNvPr id="15913" name="Arc 15912">
                        <a:extLst>
                          <a:ext uri="{FF2B5EF4-FFF2-40B4-BE49-F238E27FC236}">
                            <a16:creationId xmlns:a16="http://schemas.microsoft.com/office/drawing/2014/main" id="{F3028CB8-9A0C-1A55-3AB2-B27BC216F85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914" name="Arc 15913">
                        <a:extLst>
                          <a:ext uri="{FF2B5EF4-FFF2-40B4-BE49-F238E27FC236}">
                            <a16:creationId xmlns:a16="http://schemas.microsoft.com/office/drawing/2014/main" id="{78188B1C-797C-8FBF-4399-9D4141F1446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912" name="TextBox 15911">
                      <a:extLst>
                        <a:ext uri="{FF2B5EF4-FFF2-40B4-BE49-F238E27FC236}">
                          <a16:creationId xmlns:a16="http://schemas.microsoft.com/office/drawing/2014/main" id="{4E82BA5B-D5DD-2E49-B705-CE7F22884E3A}"/>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5886" name="Group 15885">
                    <a:extLst>
                      <a:ext uri="{FF2B5EF4-FFF2-40B4-BE49-F238E27FC236}">
                        <a16:creationId xmlns:a16="http://schemas.microsoft.com/office/drawing/2014/main" id="{A91D8933-4A8B-A0E4-1EA9-70A3B7E00CD0}"/>
                      </a:ext>
                    </a:extLst>
                  </p:cNvPr>
                  <p:cNvGrpSpPr/>
                  <p:nvPr/>
                </p:nvGrpSpPr>
                <p:grpSpPr>
                  <a:xfrm>
                    <a:off x="6512463" y="3525040"/>
                    <a:ext cx="393192" cy="393192"/>
                    <a:chOff x="6389147" y="3357021"/>
                    <a:chExt cx="393192" cy="393192"/>
                  </a:xfrm>
                </p:grpSpPr>
                <p:grpSp>
                  <p:nvGrpSpPr>
                    <p:cNvPr id="15898" name="Group 15897">
                      <a:extLst>
                        <a:ext uri="{FF2B5EF4-FFF2-40B4-BE49-F238E27FC236}">
                          <a16:creationId xmlns:a16="http://schemas.microsoft.com/office/drawing/2014/main" id="{1C3B3BE6-7830-E537-7C9F-B4DBFD16597E}"/>
                        </a:ext>
                      </a:extLst>
                    </p:cNvPr>
                    <p:cNvGrpSpPr/>
                    <p:nvPr/>
                  </p:nvGrpSpPr>
                  <p:grpSpPr>
                    <a:xfrm rot="7200000" flipH="1">
                      <a:off x="6389147" y="3357021"/>
                      <a:ext cx="393192" cy="393192"/>
                      <a:chOff x="5354637" y="3446463"/>
                      <a:chExt cx="214313" cy="214313"/>
                    </a:xfrm>
                  </p:grpSpPr>
                  <p:sp>
                    <p:nvSpPr>
                      <p:cNvPr id="15907" name="Arc 15906">
                        <a:extLst>
                          <a:ext uri="{FF2B5EF4-FFF2-40B4-BE49-F238E27FC236}">
                            <a16:creationId xmlns:a16="http://schemas.microsoft.com/office/drawing/2014/main" id="{AE118F89-338E-3E1D-2975-EDE347041B6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908" name="Arc 15907">
                        <a:extLst>
                          <a:ext uri="{FF2B5EF4-FFF2-40B4-BE49-F238E27FC236}">
                            <a16:creationId xmlns:a16="http://schemas.microsoft.com/office/drawing/2014/main" id="{5E31B04E-37E9-85C7-E457-17FE753D53E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899" name="Group 15898">
                      <a:extLst>
                        <a:ext uri="{FF2B5EF4-FFF2-40B4-BE49-F238E27FC236}">
                          <a16:creationId xmlns:a16="http://schemas.microsoft.com/office/drawing/2014/main" id="{39404F5A-0B67-218D-3C7C-B170F7E504A6}"/>
                        </a:ext>
                      </a:extLst>
                    </p:cNvPr>
                    <p:cNvGrpSpPr/>
                    <p:nvPr/>
                  </p:nvGrpSpPr>
                  <p:grpSpPr>
                    <a:xfrm>
                      <a:off x="6434137" y="3402011"/>
                      <a:ext cx="303213" cy="303213"/>
                      <a:chOff x="6434137" y="3402011"/>
                      <a:chExt cx="303213" cy="303213"/>
                    </a:xfrm>
                  </p:grpSpPr>
                  <p:grpSp>
                    <p:nvGrpSpPr>
                      <p:cNvPr id="15900" name="Group 15899">
                        <a:extLst>
                          <a:ext uri="{FF2B5EF4-FFF2-40B4-BE49-F238E27FC236}">
                            <a16:creationId xmlns:a16="http://schemas.microsoft.com/office/drawing/2014/main" id="{7F5B6308-0A50-63E8-16DC-DD519FC9936C}"/>
                          </a:ext>
                        </a:extLst>
                      </p:cNvPr>
                      <p:cNvGrpSpPr/>
                      <p:nvPr/>
                    </p:nvGrpSpPr>
                    <p:grpSpPr>
                      <a:xfrm flipH="1">
                        <a:off x="6478587" y="3446461"/>
                        <a:ext cx="214313" cy="214313"/>
                        <a:chOff x="5354637" y="3446463"/>
                        <a:chExt cx="214313" cy="214313"/>
                      </a:xfrm>
                    </p:grpSpPr>
                    <p:sp>
                      <p:nvSpPr>
                        <p:cNvPr id="15905" name="Arc 15904">
                          <a:extLst>
                            <a:ext uri="{FF2B5EF4-FFF2-40B4-BE49-F238E27FC236}">
                              <a16:creationId xmlns:a16="http://schemas.microsoft.com/office/drawing/2014/main" id="{A147A3EF-B2AD-CF7D-3FCC-0DF52E985F3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906" name="Arc 15905">
                          <a:extLst>
                            <a:ext uri="{FF2B5EF4-FFF2-40B4-BE49-F238E27FC236}">
                              <a16:creationId xmlns:a16="http://schemas.microsoft.com/office/drawing/2014/main" id="{0B447C25-3834-6702-FC6E-E228270AB36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901" name="Group 15900">
                        <a:extLst>
                          <a:ext uri="{FF2B5EF4-FFF2-40B4-BE49-F238E27FC236}">
                            <a16:creationId xmlns:a16="http://schemas.microsoft.com/office/drawing/2014/main" id="{36830943-0BEA-1059-4503-6606A32259D3}"/>
                          </a:ext>
                        </a:extLst>
                      </p:cNvPr>
                      <p:cNvGrpSpPr/>
                      <p:nvPr/>
                    </p:nvGrpSpPr>
                    <p:grpSpPr>
                      <a:xfrm rot="14400000" flipH="1">
                        <a:off x="6434137" y="3402011"/>
                        <a:ext cx="303213" cy="303213"/>
                        <a:chOff x="5354637" y="3446463"/>
                        <a:chExt cx="214313" cy="214313"/>
                      </a:xfrm>
                    </p:grpSpPr>
                    <p:sp>
                      <p:nvSpPr>
                        <p:cNvPr id="15903" name="Arc 15902">
                          <a:extLst>
                            <a:ext uri="{FF2B5EF4-FFF2-40B4-BE49-F238E27FC236}">
                              <a16:creationId xmlns:a16="http://schemas.microsoft.com/office/drawing/2014/main" id="{BF12AB81-BBE2-8DBA-6917-06779E76305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904" name="Arc 15903">
                          <a:extLst>
                            <a:ext uri="{FF2B5EF4-FFF2-40B4-BE49-F238E27FC236}">
                              <a16:creationId xmlns:a16="http://schemas.microsoft.com/office/drawing/2014/main" id="{261536C7-D0BF-6408-1E87-09F428C7CC1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902" name="TextBox 15901">
                        <a:extLst>
                          <a:ext uri="{FF2B5EF4-FFF2-40B4-BE49-F238E27FC236}">
                            <a16:creationId xmlns:a16="http://schemas.microsoft.com/office/drawing/2014/main" id="{451D23D0-6339-8BCE-5738-959B25C2B64F}"/>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887" name="Group 15886">
                    <a:extLst>
                      <a:ext uri="{FF2B5EF4-FFF2-40B4-BE49-F238E27FC236}">
                        <a16:creationId xmlns:a16="http://schemas.microsoft.com/office/drawing/2014/main" id="{41CE38D7-C981-C53D-12C7-7E9B1BEC1E0A}"/>
                      </a:ext>
                    </a:extLst>
                  </p:cNvPr>
                  <p:cNvGrpSpPr/>
                  <p:nvPr/>
                </p:nvGrpSpPr>
                <p:grpSpPr>
                  <a:xfrm>
                    <a:off x="6197413" y="3225768"/>
                    <a:ext cx="393192" cy="393192"/>
                    <a:chOff x="6389147" y="3932622"/>
                    <a:chExt cx="393192" cy="393192"/>
                  </a:xfrm>
                </p:grpSpPr>
                <p:grpSp>
                  <p:nvGrpSpPr>
                    <p:cNvPr id="15888" name="Group 15887">
                      <a:extLst>
                        <a:ext uri="{FF2B5EF4-FFF2-40B4-BE49-F238E27FC236}">
                          <a16:creationId xmlns:a16="http://schemas.microsoft.com/office/drawing/2014/main" id="{0D15DAED-28C7-BA53-48A0-C6F26C5D2689}"/>
                        </a:ext>
                      </a:extLst>
                    </p:cNvPr>
                    <p:cNvGrpSpPr/>
                    <p:nvPr/>
                  </p:nvGrpSpPr>
                  <p:grpSpPr>
                    <a:xfrm flipH="1">
                      <a:off x="6478587" y="4022061"/>
                      <a:ext cx="214313" cy="214313"/>
                      <a:chOff x="5354637" y="3446463"/>
                      <a:chExt cx="214313" cy="214313"/>
                    </a:xfrm>
                  </p:grpSpPr>
                  <p:sp>
                    <p:nvSpPr>
                      <p:cNvPr id="15896" name="Arc 15895">
                        <a:extLst>
                          <a:ext uri="{FF2B5EF4-FFF2-40B4-BE49-F238E27FC236}">
                            <a16:creationId xmlns:a16="http://schemas.microsoft.com/office/drawing/2014/main" id="{0F5B3742-6BB6-D6FA-70AC-863CA5CE6C6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897" name="Arc 15896">
                        <a:extLst>
                          <a:ext uri="{FF2B5EF4-FFF2-40B4-BE49-F238E27FC236}">
                            <a16:creationId xmlns:a16="http://schemas.microsoft.com/office/drawing/2014/main" id="{49063BB8-8B89-4AD8-EDF5-E14B88099E7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889" name="Group 15888">
                      <a:extLst>
                        <a:ext uri="{FF2B5EF4-FFF2-40B4-BE49-F238E27FC236}">
                          <a16:creationId xmlns:a16="http://schemas.microsoft.com/office/drawing/2014/main" id="{4F0F3E35-327B-54CE-53A8-61C14ABE08CB}"/>
                        </a:ext>
                      </a:extLst>
                    </p:cNvPr>
                    <p:cNvGrpSpPr/>
                    <p:nvPr/>
                  </p:nvGrpSpPr>
                  <p:grpSpPr>
                    <a:xfrm rot="7200000" flipH="1">
                      <a:off x="6434137" y="3977611"/>
                      <a:ext cx="303213" cy="303213"/>
                      <a:chOff x="5354637" y="3446463"/>
                      <a:chExt cx="214313" cy="214313"/>
                    </a:xfrm>
                  </p:grpSpPr>
                  <p:sp>
                    <p:nvSpPr>
                      <p:cNvPr id="15894" name="Arc 15893">
                        <a:extLst>
                          <a:ext uri="{FF2B5EF4-FFF2-40B4-BE49-F238E27FC236}">
                            <a16:creationId xmlns:a16="http://schemas.microsoft.com/office/drawing/2014/main" id="{E34F8807-131B-410A-2B8C-2D629E75A98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895" name="Arc 15894">
                        <a:extLst>
                          <a:ext uri="{FF2B5EF4-FFF2-40B4-BE49-F238E27FC236}">
                            <a16:creationId xmlns:a16="http://schemas.microsoft.com/office/drawing/2014/main" id="{7BAA6097-DD35-70BA-114E-ABEF876A4E0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890" name="Group 15889">
                      <a:extLst>
                        <a:ext uri="{FF2B5EF4-FFF2-40B4-BE49-F238E27FC236}">
                          <a16:creationId xmlns:a16="http://schemas.microsoft.com/office/drawing/2014/main" id="{17633E82-73A1-03CA-2390-864B75E610B3}"/>
                        </a:ext>
                      </a:extLst>
                    </p:cNvPr>
                    <p:cNvGrpSpPr/>
                    <p:nvPr/>
                  </p:nvGrpSpPr>
                  <p:grpSpPr>
                    <a:xfrm rot="14400000" flipH="1">
                      <a:off x="6389147" y="3932622"/>
                      <a:ext cx="393192" cy="393192"/>
                      <a:chOff x="5354637" y="3446463"/>
                      <a:chExt cx="214313" cy="214313"/>
                    </a:xfrm>
                  </p:grpSpPr>
                  <p:sp>
                    <p:nvSpPr>
                      <p:cNvPr id="15892" name="Arc 15891">
                        <a:extLst>
                          <a:ext uri="{FF2B5EF4-FFF2-40B4-BE49-F238E27FC236}">
                            <a16:creationId xmlns:a16="http://schemas.microsoft.com/office/drawing/2014/main" id="{D01EA64F-FB68-A04F-393B-0AB3670897A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893" name="Arc 15892">
                        <a:extLst>
                          <a:ext uri="{FF2B5EF4-FFF2-40B4-BE49-F238E27FC236}">
                            <a16:creationId xmlns:a16="http://schemas.microsoft.com/office/drawing/2014/main" id="{93CF37ED-55E0-342C-2A8B-38139A7978A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891" name="TextBox 15890">
                      <a:extLst>
                        <a:ext uri="{FF2B5EF4-FFF2-40B4-BE49-F238E27FC236}">
                          <a16:creationId xmlns:a16="http://schemas.microsoft.com/office/drawing/2014/main" id="{A1FCAD44-51C6-5D9B-10BD-FCEDB1A953A6}"/>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5307" name="Group 15306">
              <a:extLst>
                <a:ext uri="{FF2B5EF4-FFF2-40B4-BE49-F238E27FC236}">
                  <a16:creationId xmlns:a16="http://schemas.microsoft.com/office/drawing/2014/main" id="{1CF23780-18DA-EEB9-3C8E-6C09A82FDFC3}"/>
                </a:ext>
              </a:extLst>
            </p:cNvPr>
            <p:cNvGrpSpPr/>
            <p:nvPr/>
          </p:nvGrpSpPr>
          <p:grpSpPr>
            <a:xfrm>
              <a:off x="-111183" y="663612"/>
              <a:ext cx="2263438" cy="2198360"/>
              <a:chOff x="5445106" y="2039507"/>
              <a:chExt cx="2263438" cy="2198360"/>
            </a:xfrm>
          </p:grpSpPr>
          <p:grpSp>
            <p:nvGrpSpPr>
              <p:cNvPr id="15690" name="Group 15689">
                <a:extLst>
                  <a:ext uri="{FF2B5EF4-FFF2-40B4-BE49-F238E27FC236}">
                    <a16:creationId xmlns:a16="http://schemas.microsoft.com/office/drawing/2014/main" id="{4CD2780B-73B0-7908-D32D-60E5113889D0}"/>
                  </a:ext>
                </a:extLst>
              </p:cNvPr>
              <p:cNvGrpSpPr/>
              <p:nvPr/>
            </p:nvGrpSpPr>
            <p:grpSpPr>
              <a:xfrm>
                <a:off x="5445106" y="2644743"/>
                <a:ext cx="1643204" cy="1593124"/>
                <a:chOff x="5445106" y="2644743"/>
                <a:chExt cx="1643204" cy="1593124"/>
              </a:xfrm>
            </p:grpSpPr>
            <p:grpSp>
              <p:nvGrpSpPr>
                <p:cNvPr id="15786" name="Group 15785">
                  <a:extLst>
                    <a:ext uri="{FF2B5EF4-FFF2-40B4-BE49-F238E27FC236}">
                      <a16:creationId xmlns:a16="http://schemas.microsoft.com/office/drawing/2014/main" id="{7341FFAE-CBC0-4120-3BDC-81CFF4162E87}"/>
                    </a:ext>
                  </a:extLst>
                </p:cNvPr>
                <p:cNvGrpSpPr/>
                <p:nvPr/>
              </p:nvGrpSpPr>
              <p:grpSpPr>
                <a:xfrm>
                  <a:off x="5445106" y="2644743"/>
                  <a:ext cx="1019224" cy="991639"/>
                  <a:chOff x="5886431" y="3225768"/>
                  <a:chExt cx="1019224" cy="991639"/>
                </a:xfrm>
              </p:grpSpPr>
              <p:grpSp>
                <p:nvGrpSpPr>
                  <p:cNvPr id="15834" name="Group 15833">
                    <a:extLst>
                      <a:ext uri="{FF2B5EF4-FFF2-40B4-BE49-F238E27FC236}">
                        <a16:creationId xmlns:a16="http://schemas.microsoft.com/office/drawing/2014/main" id="{DDCC607A-B246-AFC7-0D73-30563F2E8713}"/>
                      </a:ext>
                    </a:extLst>
                  </p:cNvPr>
                  <p:cNvGrpSpPr/>
                  <p:nvPr/>
                </p:nvGrpSpPr>
                <p:grpSpPr>
                  <a:xfrm>
                    <a:off x="6197413" y="3824215"/>
                    <a:ext cx="393192" cy="393192"/>
                    <a:chOff x="5265196" y="3357021"/>
                    <a:chExt cx="393192" cy="393192"/>
                  </a:xfrm>
                </p:grpSpPr>
                <p:grpSp>
                  <p:nvGrpSpPr>
                    <p:cNvPr id="15869" name="Group 15868">
                      <a:extLst>
                        <a:ext uri="{FF2B5EF4-FFF2-40B4-BE49-F238E27FC236}">
                          <a16:creationId xmlns:a16="http://schemas.microsoft.com/office/drawing/2014/main" id="{10AEEE72-5C44-472C-3CA7-F60E83C5AD48}"/>
                        </a:ext>
                      </a:extLst>
                    </p:cNvPr>
                    <p:cNvGrpSpPr/>
                    <p:nvPr/>
                  </p:nvGrpSpPr>
                  <p:grpSpPr>
                    <a:xfrm rot="14400000">
                      <a:off x="5265196" y="3357021"/>
                      <a:ext cx="393192" cy="393192"/>
                      <a:chOff x="5354637" y="3446463"/>
                      <a:chExt cx="214313" cy="214313"/>
                    </a:xfrm>
                  </p:grpSpPr>
                  <p:sp>
                    <p:nvSpPr>
                      <p:cNvPr id="15878" name="Arc 15877">
                        <a:extLst>
                          <a:ext uri="{FF2B5EF4-FFF2-40B4-BE49-F238E27FC236}">
                            <a16:creationId xmlns:a16="http://schemas.microsoft.com/office/drawing/2014/main" id="{A937300D-8D18-03C6-CC96-946D46A47AF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879" name="Arc 15878">
                        <a:extLst>
                          <a:ext uri="{FF2B5EF4-FFF2-40B4-BE49-F238E27FC236}">
                            <a16:creationId xmlns:a16="http://schemas.microsoft.com/office/drawing/2014/main" id="{BFCDC176-1515-3424-D40A-6CAD9937658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870" name="Group 15869">
                      <a:extLst>
                        <a:ext uri="{FF2B5EF4-FFF2-40B4-BE49-F238E27FC236}">
                          <a16:creationId xmlns:a16="http://schemas.microsoft.com/office/drawing/2014/main" id="{DD2E87BA-166A-CAA0-5AF1-BCFBD449C995}"/>
                        </a:ext>
                      </a:extLst>
                    </p:cNvPr>
                    <p:cNvGrpSpPr/>
                    <p:nvPr/>
                  </p:nvGrpSpPr>
                  <p:grpSpPr>
                    <a:xfrm>
                      <a:off x="5310186" y="3402011"/>
                      <a:ext cx="303213" cy="303213"/>
                      <a:chOff x="5310186" y="3402011"/>
                      <a:chExt cx="303213" cy="303213"/>
                    </a:xfrm>
                  </p:grpSpPr>
                  <p:grpSp>
                    <p:nvGrpSpPr>
                      <p:cNvPr id="15871" name="Group 15870">
                        <a:extLst>
                          <a:ext uri="{FF2B5EF4-FFF2-40B4-BE49-F238E27FC236}">
                            <a16:creationId xmlns:a16="http://schemas.microsoft.com/office/drawing/2014/main" id="{8F98CB16-7C81-073A-64E3-A7FAA7B5AEC9}"/>
                          </a:ext>
                        </a:extLst>
                      </p:cNvPr>
                      <p:cNvGrpSpPr/>
                      <p:nvPr/>
                    </p:nvGrpSpPr>
                    <p:grpSpPr>
                      <a:xfrm>
                        <a:off x="5354636" y="3446461"/>
                        <a:ext cx="214313" cy="214313"/>
                        <a:chOff x="5354637" y="3446463"/>
                        <a:chExt cx="214313" cy="214313"/>
                      </a:xfrm>
                    </p:grpSpPr>
                    <p:sp>
                      <p:nvSpPr>
                        <p:cNvPr id="15876" name="Arc 15875">
                          <a:extLst>
                            <a:ext uri="{FF2B5EF4-FFF2-40B4-BE49-F238E27FC236}">
                              <a16:creationId xmlns:a16="http://schemas.microsoft.com/office/drawing/2014/main" id="{92AE01BB-FE08-170B-3896-5E1EB44B4E9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877" name="Arc 15876">
                          <a:extLst>
                            <a:ext uri="{FF2B5EF4-FFF2-40B4-BE49-F238E27FC236}">
                              <a16:creationId xmlns:a16="http://schemas.microsoft.com/office/drawing/2014/main" id="{80AAE100-F99A-F186-6292-F58C259B12B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872" name="Group 15871">
                        <a:extLst>
                          <a:ext uri="{FF2B5EF4-FFF2-40B4-BE49-F238E27FC236}">
                            <a16:creationId xmlns:a16="http://schemas.microsoft.com/office/drawing/2014/main" id="{37E65AAE-A374-E9E9-26FE-DB6A130CF420}"/>
                          </a:ext>
                        </a:extLst>
                      </p:cNvPr>
                      <p:cNvGrpSpPr/>
                      <p:nvPr/>
                    </p:nvGrpSpPr>
                    <p:grpSpPr>
                      <a:xfrm rot="7200000">
                        <a:off x="5310186" y="3402011"/>
                        <a:ext cx="303213" cy="303213"/>
                        <a:chOff x="5354637" y="3446463"/>
                        <a:chExt cx="214313" cy="214313"/>
                      </a:xfrm>
                    </p:grpSpPr>
                    <p:sp>
                      <p:nvSpPr>
                        <p:cNvPr id="15874" name="Arc 15873">
                          <a:extLst>
                            <a:ext uri="{FF2B5EF4-FFF2-40B4-BE49-F238E27FC236}">
                              <a16:creationId xmlns:a16="http://schemas.microsoft.com/office/drawing/2014/main" id="{475DB647-76D0-6797-D964-B51EBF1FB74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875" name="Arc 15874">
                          <a:extLst>
                            <a:ext uri="{FF2B5EF4-FFF2-40B4-BE49-F238E27FC236}">
                              <a16:creationId xmlns:a16="http://schemas.microsoft.com/office/drawing/2014/main" id="{930D0AD5-B995-B015-F18A-99855FCB603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873" name="TextBox 15872">
                        <a:extLst>
                          <a:ext uri="{FF2B5EF4-FFF2-40B4-BE49-F238E27FC236}">
                            <a16:creationId xmlns:a16="http://schemas.microsoft.com/office/drawing/2014/main" id="{B40E539C-56DE-C251-2A26-873465C8397B}"/>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835" name="Group 15834">
                    <a:extLst>
                      <a:ext uri="{FF2B5EF4-FFF2-40B4-BE49-F238E27FC236}">
                        <a16:creationId xmlns:a16="http://schemas.microsoft.com/office/drawing/2014/main" id="{909C481F-5102-9F19-B790-18368450D77B}"/>
                      </a:ext>
                    </a:extLst>
                  </p:cNvPr>
                  <p:cNvGrpSpPr/>
                  <p:nvPr/>
                </p:nvGrpSpPr>
                <p:grpSpPr>
                  <a:xfrm>
                    <a:off x="5886431" y="3525040"/>
                    <a:ext cx="393192" cy="393192"/>
                    <a:chOff x="5265196" y="3932619"/>
                    <a:chExt cx="393192" cy="393192"/>
                  </a:xfrm>
                </p:grpSpPr>
                <p:grpSp>
                  <p:nvGrpSpPr>
                    <p:cNvPr id="15859" name="Group 15858">
                      <a:extLst>
                        <a:ext uri="{FF2B5EF4-FFF2-40B4-BE49-F238E27FC236}">
                          <a16:creationId xmlns:a16="http://schemas.microsoft.com/office/drawing/2014/main" id="{D72743E6-FE67-F780-B5E1-3D66AE6976AE}"/>
                        </a:ext>
                      </a:extLst>
                    </p:cNvPr>
                    <p:cNvGrpSpPr/>
                    <p:nvPr/>
                  </p:nvGrpSpPr>
                  <p:grpSpPr>
                    <a:xfrm>
                      <a:off x="5354636" y="4022061"/>
                      <a:ext cx="214313" cy="214313"/>
                      <a:chOff x="5354637" y="3446463"/>
                      <a:chExt cx="214313" cy="214313"/>
                    </a:xfrm>
                  </p:grpSpPr>
                  <p:sp>
                    <p:nvSpPr>
                      <p:cNvPr id="15867" name="Arc 15866">
                        <a:extLst>
                          <a:ext uri="{FF2B5EF4-FFF2-40B4-BE49-F238E27FC236}">
                            <a16:creationId xmlns:a16="http://schemas.microsoft.com/office/drawing/2014/main" id="{6657AE10-2D1A-EE73-666C-E895B522B28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868" name="Arc 15867">
                        <a:extLst>
                          <a:ext uri="{FF2B5EF4-FFF2-40B4-BE49-F238E27FC236}">
                            <a16:creationId xmlns:a16="http://schemas.microsoft.com/office/drawing/2014/main" id="{7D863343-B5D4-A064-8077-5B9A43FD363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860" name="Group 15859">
                      <a:extLst>
                        <a:ext uri="{FF2B5EF4-FFF2-40B4-BE49-F238E27FC236}">
                          <a16:creationId xmlns:a16="http://schemas.microsoft.com/office/drawing/2014/main" id="{2F4D24C1-D01B-E274-A48D-9596885D1156}"/>
                        </a:ext>
                      </a:extLst>
                    </p:cNvPr>
                    <p:cNvGrpSpPr/>
                    <p:nvPr/>
                  </p:nvGrpSpPr>
                  <p:grpSpPr>
                    <a:xfrm rot="14400000">
                      <a:off x="5310186" y="3977611"/>
                      <a:ext cx="303213" cy="303213"/>
                      <a:chOff x="5354637" y="3446463"/>
                      <a:chExt cx="214313" cy="214313"/>
                    </a:xfrm>
                  </p:grpSpPr>
                  <p:sp>
                    <p:nvSpPr>
                      <p:cNvPr id="15865" name="Arc 15864">
                        <a:extLst>
                          <a:ext uri="{FF2B5EF4-FFF2-40B4-BE49-F238E27FC236}">
                            <a16:creationId xmlns:a16="http://schemas.microsoft.com/office/drawing/2014/main" id="{AF980CCE-7C3D-F065-6FDE-067D54DE296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866" name="Arc 15865">
                        <a:extLst>
                          <a:ext uri="{FF2B5EF4-FFF2-40B4-BE49-F238E27FC236}">
                            <a16:creationId xmlns:a16="http://schemas.microsoft.com/office/drawing/2014/main" id="{3880FA77-142F-A1C1-655A-BDE4621C11A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861" name="Group 15860">
                      <a:extLst>
                        <a:ext uri="{FF2B5EF4-FFF2-40B4-BE49-F238E27FC236}">
                          <a16:creationId xmlns:a16="http://schemas.microsoft.com/office/drawing/2014/main" id="{B680E938-2BB6-CEDF-3963-C29922252665}"/>
                        </a:ext>
                      </a:extLst>
                    </p:cNvPr>
                    <p:cNvGrpSpPr/>
                    <p:nvPr/>
                  </p:nvGrpSpPr>
                  <p:grpSpPr>
                    <a:xfrm rot="7200000">
                      <a:off x="5265196" y="3932619"/>
                      <a:ext cx="393192" cy="393192"/>
                      <a:chOff x="5354637" y="3446463"/>
                      <a:chExt cx="214313" cy="214313"/>
                    </a:xfrm>
                  </p:grpSpPr>
                  <p:sp>
                    <p:nvSpPr>
                      <p:cNvPr id="15863" name="Arc 15862">
                        <a:extLst>
                          <a:ext uri="{FF2B5EF4-FFF2-40B4-BE49-F238E27FC236}">
                            <a16:creationId xmlns:a16="http://schemas.microsoft.com/office/drawing/2014/main" id="{23695CDA-FFA6-B9EA-44F8-F03E0C3F225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864" name="Arc 15863">
                        <a:extLst>
                          <a:ext uri="{FF2B5EF4-FFF2-40B4-BE49-F238E27FC236}">
                            <a16:creationId xmlns:a16="http://schemas.microsoft.com/office/drawing/2014/main" id="{D7ADBA60-FDE5-D620-1D26-17C682AA4EC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862" name="TextBox 15861">
                      <a:extLst>
                        <a:ext uri="{FF2B5EF4-FFF2-40B4-BE49-F238E27FC236}">
                          <a16:creationId xmlns:a16="http://schemas.microsoft.com/office/drawing/2014/main" id="{5080CFD1-CBD2-E381-ACD7-ACD7ADDF6CA4}"/>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5836" name="Group 15835">
                    <a:extLst>
                      <a:ext uri="{FF2B5EF4-FFF2-40B4-BE49-F238E27FC236}">
                        <a16:creationId xmlns:a16="http://schemas.microsoft.com/office/drawing/2014/main" id="{94FDFB8E-EE21-03AE-8881-3227E56B53FF}"/>
                      </a:ext>
                    </a:extLst>
                  </p:cNvPr>
                  <p:cNvGrpSpPr/>
                  <p:nvPr/>
                </p:nvGrpSpPr>
                <p:grpSpPr>
                  <a:xfrm>
                    <a:off x="6512463" y="3525040"/>
                    <a:ext cx="393192" cy="393192"/>
                    <a:chOff x="6389147" y="3357021"/>
                    <a:chExt cx="393192" cy="393192"/>
                  </a:xfrm>
                </p:grpSpPr>
                <p:grpSp>
                  <p:nvGrpSpPr>
                    <p:cNvPr id="15848" name="Group 15847">
                      <a:extLst>
                        <a:ext uri="{FF2B5EF4-FFF2-40B4-BE49-F238E27FC236}">
                          <a16:creationId xmlns:a16="http://schemas.microsoft.com/office/drawing/2014/main" id="{5F0F0D39-288F-A8BD-DEB3-2E54E514B749}"/>
                        </a:ext>
                      </a:extLst>
                    </p:cNvPr>
                    <p:cNvGrpSpPr/>
                    <p:nvPr/>
                  </p:nvGrpSpPr>
                  <p:grpSpPr>
                    <a:xfrm rot="7200000" flipH="1">
                      <a:off x="6389147" y="3357021"/>
                      <a:ext cx="393192" cy="393192"/>
                      <a:chOff x="5354637" y="3446463"/>
                      <a:chExt cx="214313" cy="214313"/>
                    </a:xfrm>
                  </p:grpSpPr>
                  <p:sp>
                    <p:nvSpPr>
                      <p:cNvPr id="15857" name="Arc 15856">
                        <a:extLst>
                          <a:ext uri="{FF2B5EF4-FFF2-40B4-BE49-F238E27FC236}">
                            <a16:creationId xmlns:a16="http://schemas.microsoft.com/office/drawing/2014/main" id="{5A2D247B-1482-2B0B-7969-6B4A8ED42FA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858" name="Arc 15857">
                        <a:extLst>
                          <a:ext uri="{FF2B5EF4-FFF2-40B4-BE49-F238E27FC236}">
                            <a16:creationId xmlns:a16="http://schemas.microsoft.com/office/drawing/2014/main" id="{7D9138E8-F957-8816-B90C-1C35738E8E6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849" name="Group 15848">
                      <a:extLst>
                        <a:ext uri="{FF2B5EF4-FFF2-40B4-BE49-F238E27FC236}">
                          <a16:creationId xmlns:a16="http://schemas.microsoft.com/office/drawing/2014/main" id="{2BE21C43-7B9B-3A99-CB22-293CA4B37237}"/>
                        </a:ext>
                      </a:extLst>
                    </p:cNvPr>
                    <p:cNvGrpSpPr/>
                    <p:nvPr/>
                  </p:nvGrpSpPr>
                  <p:grpSpPr>
                    <a:xfrm>
                      <a:off x="6434137" y="3402011"/>
                      <a:ext cx="303213" cy="303213"/>
                      <a:chOff x="6434137" y="3402011"/>
                      <a:chExt cx="303213" cy="303213"/>
                    </a:xfrm>
                  </p:grpSpPr>
                  <p:grpSp>
                    <p:nvGrpSpPr>
                      <p:cNvPr id="15850" name="Group 15849">
                        <a:extLst>
                          <a:ext uri="{FF2B5EF4-FFF2-40B4-BE49-F238E27FC236}">
                            <a16:creationId xmlns:a16="http://schemas.microsoft.com/office/drawing/2014/main" id="{46F3F281-2995-C741-238E-F4CBD3746DEE}"/>
                          </a:ext>
                        </a:extLst>
                      </p:cNvPr>
                      <p:cNvGrpSpPr/>
                      <p:nvPr/>
                    </p:nvGrpSpPr>
                    <p:grpSpPr>
                      <a:xfrm flipH="1">
                        <a:off x="6478587" y="3446461"/>
                        <a:ext cx="214313" cy="214313"/>
                        <a:chOff x="5354637" y="3446463"/>
                        <a:chExt cx="214313" cy="214313"/>
                      </a:xfrm>
                    </p:grpSpPr>
                    <p:sp>
                      <p:nvSpPr>
                        <p:cNvPr id="15855" name="Arc 15854">
                          <a:extLst>
                            <a:ext uri="{FF2B5EF4-FFF2-40B4-BE49-F238E27FC236}">
                              <a16:creationId xmlns:a16="http://schemas.microsoft.com/office/drawing/2014/main" id="{F8D47B54-5F44-CAC4-2998-F63B85BD5A0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856" name="Arc 15855">
                          <a:extLst>
                            <a:ext uri="{FF2B5EF4-FFF2-40B4-BE49-F238E27FC236}">
                              <a16:creationId xmlns:a16="http://schemas.microsoft.com/office/drawing/2014/main" id="{35AB881A-FD9C-1E3C-01F7-67A7ECF2C2A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851" name="Group 15850">
                        <a:extLst>
                          <a:ext uri="{FF2B5EF4-FFF2-40B4-BE49-F238E27FC236}">
                            <a16:creationId xmlns:a16="http://schemas.microsoft.com/office/drawing/2014/main" id="{1A147F74-B5FB-B52D-3C5C-5FB80132EE7E}"/>
                          </a:ext>
                        </a:extLst>
                      </p:cNvPr>
                      <p:cNvGrpSpPr/>
                      <p:nvPr/>
                    </p:nvGrpSpPr>
                    <p:grpSpPr>
                      <a:xfrm rot="14400000" flipH="1">
                        <a:off x="6434137" y="3402011"/>
                        <a:ext cx="303213" cy="303213"/>
                        <a:chOff x="5354637" y="3446463"/>
                        <a:chExt cx="214313" cy="214313"/>
                      </a:xfrm>
                    </p:grpSpPr>
                    <p:sp>
                      <p:nvSpPr>
                        <p:cNvPr id="15853" name="Arc 15852">
                          <a:extLst>
                            <a:ext uri="{FF2B5EF4-FFF2-40B4-BE49-F238E27FC236}">
                              <a16:creationId xmlns:a16="http://schemas.microsoft.com/office/drawing/2014/main" id="{7156D6A0-D2AC-29FA-00AA-A771E5AEACA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854" name="Arc 15853">
                          <a:extLst>
                            <a:ext uri="{FF2B5EF4-FFF2-40B4-BE49-F238E27FC236}">
                              <a16:creationId xmlns:a16="http://schemas.microsoft.com/office/drawing/2014/main" id="{98EFF4E6-4465-E6D8-DABA-1F0A9A48B44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852" name="TextBox 15851">
                        <a:extLst>
                          <a:ext uri="{FF2B5EF4-FFF2-40B4-BE49-F238E27FC236}">
                            <a16:creationId xmlns:a16="http://schemas.microsoft.com/office/drawing/2014/main" id="{9323A4FA-7918-8187-389E-FF921E26B44C}"/>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837" name="Group 15836">
                    <a:extLst>
                      <a:ext uri="{FF2B5EF4-FFF2-40B4-BE49-F238E27FC236}">
                        <a16:creationId xmlns:a16="http://schemas.microsoft.com/office/drawing/2014/main" id="{D82ED25B-DA30-C6A8-E861-1AF9E51274B8}"/>
                      </a:ext>
                    </a:extLst>
                  </p:cNvPr>
                  <p:cNvGrpSpPr/>
                  <p:nvPr/>
                </p:nvGrpSpPr>
                <p:grpSpPr>
                  <a:xfrm>
                    <a:off x="6197413" y="3225768"/>
                    <a:ext cx="393192" cy="393192"/>
                    <a:chOff x="6389147" y="3932622"/>
                    <a:chExt cx="393192" cy="393192"/>
                  </a:xfrm>
                </p:grpSpPr>
                <p:grpSp>
                  <p:nvGrpSpPr>
                    <p:cNvPr id="15838" name="Group 15837">
                      <a:extLst>
                        <a:ext uri="{FF2B5EF4-FFF2-40B4-BE49-F238E27FC236}">
                          <a16:creationId xmlns:a16="http://schemas.microsoft.com/office/drawing/2014/main" id="{30C36554-D4AD-8F2C-9E23-6ABA06D6C804}"/>
                        </a:ext>
                      </a:extLst>
                    </p:cNvPr>
                    <p:cNvGrpSpPr/>
                    <p:nvPr/>
                  </p:nvGrpSpPr>
                  <p:grpSpPr>
                    <a:xfrm flipH="1">
                      <a:off x="6478587" y="4022061"/>
                      <a:ext cx="214313" cy="214313"/>
                      <a:chOff x="5354637" y="3446463"/>
                      <a:chExt cx="214313" cy="214313"/>
                    </a:xfrm>
                  </p:grpSpPr>
                  <p:sp>
                    <p:nvSpPr>
                      <p:cNvPr id="15846" name="Arc 15845">
                        <a:extLst>
                          <a:ext uri="{FF2B5EF4-FFF2-40B4-BE49-F238E27FC236}">
                            <a16:creationId xmlns:a16="http://schemas.microsoft.com/office/drawing/2014/main" id="{6B56B501-1AE1-F026-E135-5D92EB61D7C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847" name="Arc 15846">
                        <a:extLst>
                          <a:ext uri="{FF2B5EF4-FFF2-40B4-BE49-F238E27FC236}">
                            <a16:creationId xmlns:a16="http://schemas.microsoft.com/office/drawing/2014/main" id="{1E7D43FF-92D0-922B-DB13-845F4E62DE7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839" name="Group 15838">
                      <a:extLst>
                        <a:ext uri="{FF2B5EF4-FFF2-40B4-BE49-F238E27FC236}">
                          <a16:creationId xmlns:a16="http://schemas.microsoft.com/office/drawing/2014/main" id="{8F880D06-0249-D9E0-8C81-D3FAB53189F6}"/>
                        </a:ext>
                      </a:extLst>
                    </p:cNvPr>
                    <p:cNvGrpSpPr/>
                    <p:nvPr/>
                  </p:nvGrpSpPr>
                  <p:grpSpPr>
                    <a:xfrm rot="7200000" flipH="1">
                      <a:off x="6434137" y="3977611"/>
                      <a:ext cx="303213" cy="303213"/>
                      <a:chOff x="5354637" y="3446463"/>
                      <a:chExt cx="214313" cy="214313"/>
                    </a:xfrm>
                  </p:grpSpPr>
                  <p:sp>
                    <p:nvSpPr>
                      <p:cNvPr id="15844" name="Arc 15843">
                        <a:extLst>
                          <a:ext uri="{FF2B5EF4-FFF2-40B4-BE49-F238E27FC236}">
                            <a16:creationId xmlns:a16="http://schemas.microsoft.com/office/drawing/2014/main" id="{5EDDAF54-50FA-9C53-ACF0-E07389B0235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845" name="Arc 15844">
                        <a:extLst>
                          <a:ext uri="{FF2B5EF4-FFF2-40B4-BE49-F238E27FC236}">
                            <a16:creationId xmlns:a16="http://schemas.microsoft.com/office/drawing/2014/main" id="{CE7E7FC9-99CE-9B9E-554E-CAF46329FE0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840" name="Group 15839">
                      <a:extLst>
                        <a:ext uri="{FF2B5EF4-FFF2-40B4-BE49-F238E27FC236}">
                          <a16:creationId xmlns:a16="http://schemas.microsoft.com/office/drawing/2014/main" id="{3ADFD3CA-2D09-7FC6-2A12-8AB8EA0CB16E}"/>
                        </a:ext>
                      </a:extLst>
                    </p:cNvPr>
                    <p:cNvGrpSpPr/>
                    <p:nvPr/>
                  </p:nvGrpSpPr>
                  <p:grpSpPr>
                    <a:xfrm rot="14400000" flipH="1">
                      <a:off x="6389147" y="3932622"/>
                      <a:ext cx="393192" cy="393192"/>
                      <a:chOff x="5354637" y="3446463"/>
                      <a:chExt cx="214313" cy="214313"/>
                    </a:xfrm>
                  </p:grpSpPr>
                  <p:sp>
                    <p:nvSpPr>
                      <p:cNvPr id="15842" name="Arc 15841">
                        <a:extLst>
                          <a:ext uri="{FF2B5EF4-FFF2-40B4-BE49-F238E27FC236}">
                            <a16:creationId xmlns:a16="http://schemas.microsoft.com/office/drawing/2014/main" id="{4EA5D91F-D3D3-C937-6D2D-B435CAC823C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843" name="Arc 15842">
                        <a:extLst>
                          <a:ext uri="{FF2B5EF4-FFF2-40B4-BE49-F238E27FC236}">
                            <a16:creationId xmlns:a16="http://schemas.microsoft.com/office/drawing/2014/main" id="{1E6B7B99-5EB0-18DD-A274-E46B38BCA84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841" name="TextBox 15840">
                      <a:extLst>
                        <a:ext uri="{FF2B5EF4-FFF2-40B4-BE49-F238E27FC236}">
                          <a16:creationId xmlns:a16="http://schemas.microsoft.com/office/drawing/2014/main" id="{27806BF6-4A47-AEAF-AEF5-939DE6F3ED47}"/>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787" name="Group 15786">
                  <a:extLst>
                    <a:ext uri="{FF2B5EF4-FFF2-40B4-BE49-F238E27FC236}">
                      <a16:creationId xmlns:a16="http://schemas.microsoft.com/office/drawing/2014/main" id="{9013F3AF-7037-A4A8-3047-078FC89C62B1}"/>
                    </a:ext>
                  </a:extLst>
                </p:cNvPr>
                <p:cNvGrpSpPr/>
                <p:nvPr/>
              </p:nvGrpSpPr>
              <p:grpSpPr>
                <a:xfrm>
                  <a:off x="6069086" y="3246228"/>
                  <a:ext cx="1019224" cy="991639"/>
                  <a:chOff x="5886431" y="3225768"/>
                  <a:chExt cx="1019224" cy="991639"/>
                </a:xfrm>
              </p:grpSpPr>
              <p:grpSp>
                <p:nvGrpSpPr>
                  <p:cNvPr id="15788" name="Group 15787">
                    <a:extLst>
                      <a:ext uri="{FF2B5EF4-FFF2-40B4-BE49-F238E27FC236}">
                        <a16:creationId xmlns:a16="http://schemas.microsoft.com/office/drawing/2014/main" id="{1DA6531C-C8D4-F020-A235-6B6C37871A38}"/>
                      </a:ext>
                    </a:extLst>
                  </p:cNvPr>
                  <p:cNvGrpSpPr/>
                  <p:nvPr/>
                </p:nvGrpSpPr>
                <p:grpSpPr>
                  <a:xfrm>
                    <a:off x="6197413" y="3824215"/>
                    <a:ext cx="393192" cy="393192"/>
                    <a:chOff x="5265196" y="3357021"/>
                    <a:chExt cx="393192" cy="393192"/>
                  </a:xfrm>
                </p:grpSpPr>
                <p:grpSp>
                  <p:nvGrpSpPr>
                    <p:cNvPr id="15823" name="Group 15822">
                      <a:extLst>
                        <a:ext uri="{FF2B5EF4-FFF2-40B4-BE49-F238E27FC236}">
                          <a16:creationId xmlns:a16="http://schemas.microsoft.com/office/drawing/2014/main" id="{01DF5915-13A3-5AD3-C0D2-F3CE9DFB8AA1}"/>
                        </a:ext>
                      </a:extLst>
                    </p:cNvPr>
                    <p:cNvGrpSpPr/>
                    <p:nvPr/>
                  </p:nvGrpSpPr>
                  <p:grpSpPr>
                    <a:xfrm rot="14400000">
                      <a:off x="5265196" y="3357021"/>
                      <a:ext cx="393192" cy="393192"/>
                      <a:chOff x="5354637" y="3446463"/>
                      <a:chExt cx="214313" cy="214313"/>
                    </a:xfrm>
                  </p:grpSpPr>
                  <p:sp>
                    <p:nvSpPr>
                      <p:cNvPr id="15832" name="Arc 15831">
                        <a:extLst>
                          <a:ext uri="{FF2B5EF4-FFF2-40B4-BE49-F238E27FC236}">
                            <a16:creationId xmlns:a16="http://schemas.microsoft.com/office/drawing/2014/main" id="{5A4CF5FB-5CF2-375C-9837-52F7E758D87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833" name="Arc 15832">
                        <a:extLst>
                          <a:ext uri="{FF2B5EF4-FFF2-40B4-BE49-F238E27FC236}">
                            <a16:creationId xmlns:a16="http://schemas.microsoft.com/office/drawing/2014/main" id="{72E2F78C-4401-4201-85CD-0C4DF2B8E6E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824" name="Group 15823">
                      <a:extLst>
                        <a:ext uri="{FF2B5EF4-FFF2-40B4-BE49-F238E27FC236}">
                          <a16:creationId xmlns:a16="http://schemas.microsoft.com/office/drawing/2014/main" id="{1F81C07C-99DE-D721-0A4B-6103BD696297}"/>
                        </a:ext>
                      </a:extLst>
                    </p:cNvPr>
                    <p:cNvGrpSpPr/>
                    <p:nvPr/>
                  </p:nvGrpSpPr>
                  <p:grpSpPr>
                    <a:xfrm>
                      <a:off x="5310186" y="3402011"/>
                      <a:ext cx="303213" cy="303213"/>
                      <a:chOff x="5310186" y="3402011"/>
                      <a:chExt cx="303213" cy="303213"/>
                    </a:xfrm>
                  </p:grpSpPr>
                  <p:grpSp>
                    <p:nvGrpSpPr>
                      <p:cNvPr id="15825" name="Group 15824">
                        <a:extLst>
                          <a:ext uri="{FF2B5EF4-FFF2-40B4-BE49-F238E27FC236}">
                            <a16:creationId xmlns:a16="http://schemas.microsoft.com/office/drawing/2014/main" id="{BE4BA42B-1CE9-CE0E-15C5-EE25E723120A}"/>
                          </a:ext>
                        </a:extLst>
                      </p:cNvPr>
                      <p:cNvGrpSpPr/>
                      <p:nvPr/>
                    </p:nvGrpSpPr>
                    <p:grpSpPr>
                      <a:xfrm>
                        <a:off x="5354636" y="3446461"/>
                        <a:ext cx="214313" cy="214313"/>
                        <a:chOff x="5354637" y="3446463"/>
                        <a:chExt cx="214313" cy="214313"/>
                      </a:xfrm>
                    </p:grpSpPr>
                    <p:sp>
                      <p:nvSpPr>
                        <p:cNvPr id="15830" name="Arc 15829">
                          <a:extLst>
                            <a:ext uri="{FF2B5EF4-FFF2-40B4-BE49-F238E27FC236}">
                              <a16:creationId xmlns:a16="http://schemas.microsoft.com/office/drawing/2014/main" id="{2945CB7E-9BAC-FF37-AD0E-B6D7D44285A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831" name="Arc 15830">
                          <a:extLst>
                            <a:ext uri="{FF2B5EF4-FFF2-40B4-BE49-F238E27FC236}">
                              <a16:creationId xmlns:a16="http://schemas.microsoft.com/office/drawing/2014/main" id="{49BAD890-BFAD-E583-784F-DE502A61A05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826" name="Group 15825">
                        <a:extLst>
                          <a:ext uri="{FF2B5EF4-FFF2-40B4-BE49-F238E27FC236}">
                            <a16:creationId xmlns:a16="http://schemas.microsoft.com/office/drawing/2014/main" id="{5CBB1D3B-6EFC-48EE-34E2-11FE7C89945D}"/>
                          </a:ext>
                        </a:extLst>
                      </p:cNvPr>
                      <p:cNvGrpSpPr/>
                      <p:nvPr/>
                    </p:nvGrpSpPr>
                    <p:grpSpPr>
                      <a:xfrm rot="7200000">
                        <a:off x="5310186" y="3402011"/>
                        <a:ext cx="303213" cy="303213"/>
                        <a:chOff x="5354637" y="3446463"/>
                        <a:chExt cx="214313" cy="214313"/>
                      </a:xfrm>
                    </p:grpSpPr>
                    <p:sp>
                      <p:nvSpPr>
                        <p:cNvPr id="15828" name="Arc 15827">
                          <a:extLst>
                            <a:ext uri="{FF2B5EF4-FFF2-40B4-BE49-F238E27FC236}">
                              <a16:creationId xmlns:a16="http://schemas.microsoft.com/office/drawing/2014/main" id="{08D33DFA-5B4C-EA5B-1497-515C6DC064A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829" name="Arc 15828">
                          <a:extLst>
                            <a:ext uri="{FF2B5EF4-FFF2-40B4-BE49-F238E27FC236}">
                              <a16:creationId xmlns:a16="http://schemas.microsoft.com/office/drawing/2014/main" id="{1EFB5C3D-8B2D-6D91-EA0D-AA98CA45AEE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827" name="TextBox 15826">
                        <a:extLst>
                          <a:ext uri="{FF2B5EF4-FFF2-40B4-BE49-F238E27FC236}">
                            <a16:creationId xmlns:a16="http://schemas.microsoft.com/office/drawing/2014/main" id="{11A7C19B-059A-8DCA-00F2-E94A304CF94A}"/>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789" name="Group 15788">
                    <a:extLst>
                      <a:ext uri="{FF2B5EF4-FFF2-40B4-BE49-F238E27FC236}">
                        <a16:creationId xmlns:a16="http://schemas.microsoft.com/office/drawing/2014/main" id="{5BA61514-19A4-5CA9-B192-344B63EC12D0}"/>
                      </a:ext>
                    </a:extLst>
                  </p:cNvPr>
                  <p:cNvGrpSpPr/>
                  <p:nvPr/>
                </p:nvGrpSpPr>
                <p:grpSpPr>
                  <a:xfrm>
                    <a:off x="5886431" y="3525040"/>
                    <a:ext cx="393192" cy="393192"/>
                    <a:chOff x="5265196" y="3932619"/>
                    <a:chExt cx="393192" cy="393192"/>
                  </a:xfrm>
                </p:grpSpPr>
                <p:grpSp>
                  <p:nvGrpSpPr>
                    <p:cNvPr id="15813" name="Group 15812">
                      <a:extLst>
                        <a:ext uri="{FF2B5EF4-FFF2-40B4-BE49-F238E27FC236}">
                          <a16:creationId xmlns:a16="http://schemas.microsoft.com/office/drawing/2014/main" id="{F2B7B93D-99B7-7BD0-D4AF-AF2AD4C648B7}"/>
                        </a:ext>
                      </a:extLst>
                    </p:cNvPr>
                    <p:cNvGrpSpPr/>
                    <p:nvPr/>
                  </p:nvGrpSpPr>
                  <p:grpSpPr>
                    <a:xfrm>
                      <a:off x="5354636" y="4022061"/>
                      <a:ext cx="214313" cy="214313"/>
                      <a:chOff x="5354637" y="3446463"/>
                      <a:chExt cx="214313" cy="214313"/>
                    </a:xfrm>
                  </p:grpSpPr>
                  <p:sp>
                    <p:nvSpPr>
                      <p:cNvPr id="15821" name="Arc 15820">
                        <a:extLst>
                          <a:ext uri="{FF2B5EF4-FFF2-40B4-BE49-F238E27FC236}">
                            <a16:creationId xmlns:a16="http://schemas.microsoft.com/office/drawing/2014/main" id="{E272F83E-8C18-E477-D51C-FA90DF0CA7B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822" name="Arc 15821">
                        <a:extLst>
                          <a:ext uri="{FF2B5EF4-FFF2-40B4-BE49-F238E27FC236}">
                            <a16:creationId xmlns:a16="http://schemas.microsoft.com/office/drawing/2014/main" id="{335DCEDA-943F-79B3-8AAB-DC06E7F3E3B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814" name="Group 15813">
                      <a:extLst>
                        <a:ext uri="{FF2B5EF4-FFF2-40B4-BE49-F238E27FC236}">
                          <a16:creationId xmlns:a16="http://schemas.microsoft.com/office/drawing/2014/main" id="{BC49A8A7-B88B-B5BA-7B21-C07F0B41C4BB}"/>
                        </a:ext>
                      </a:extLst>
                    </p:cNvPr>
                    <p:cNvGrpSpPr/>
                    <p:nvPr/>
                  </p:nvGrpSpPr>
                  <p:grpSpPr>
                    <a:xfrm rot="14400000">
                      <a:off x="5310186" y="3977611"/>
                      <a:ext cx="303213" cy="303213"/>
                      <a:chOff x="5354637" y="3446463"/>
                      <a:chExt cx="214313" cy="214313"/>
                    </a:xfrm>
                  </p:grpSpPr>
                  <p:sp>
                    <p:nvSpPr>
                      <p:cNvPr id="15819" name="Arc 15818">
                        <a:extLst>
                          <a:ext uri="{FF2B5EF4-FFF2-40B4-BE49-F238E27FC236}">
                            <a16:creationId xmlns:a16="http://schemas.microsoft.com/office/drawing/2014/main" id="{7E405059-1BE5-787A-45CE-EB1DBABAA96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820" name="Arc 15819">
                        <a:extLst>
                          <a:ext uri="{FF2B5EF4-FFF2-40B4-BE49-F238E27FC236}">
                            <a16:creationId xmlns:a16="http://schemas.microsoft.com/office/drawing/2014/main" id="{A1DA7609-8292-6E0C-2A0A-690BABAB00D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815" name="Group 15814">
                      <a:extLst>
                        <a:ext uri="{FF2B5EF4-FFF2-40B4-BE49-F238E27FC236}">
                          <a16:creationId xmlns:a16="http://schemas.microsoft.com/office/drawing/2014/main" id="{7932002D-03DB-44A1-8B62-7032B45E60C4}"/>
                        </a:ext>
                      </a:extLst>
                    </p:cNvPr>
                    <p:cNvGrpSpPr/>
                    <p:nvPr/>
                  </p:nvGrpSpPr>
                  <p:grpSpPr>
                    <a:xfrm rot="7200000">
                      <a:off x="5265196" y="3932619"/>
                      <a:ext cx="393192" cy="393192"/>
                      <a:chOff x="5354637" y="3446463"/>
                      <a:chExt cx="214313" cy="214313"/>
                    </a:xfrm>
                  </p:grpSpPr>
                  <p:sp>
                    <p:nvSpPr>
                      <p:cNvPr id="15817" name="Arc 15816">
                        <a:extLst>
                          <a:ext uri="{FF2B5EF4-FFF2-40B4-BE49-F238E27FC236}">
                            <a16:creationId xmlns:a16="http://schemas.microsoft.com/office/drawing/2014/main" id="{8223BF17-C50C-11FA-049C-1E5E432AEF2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818" name="Arc 15817">
                        <a:extLst>
                          <a:ext uri="{FF2B5EF4-FFF2-40B4-BE49-F238E27FC236}">
                            <a16:creationId xmlns:a16="http://schemas.microsoft.com/office/drawing/2014/main" id="{840C6746-DF94-B39E-1284-2D778378420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816" name="TextBox 15815">
                      <a:extLst>
                        <a:ext uri="{FF2B5EF4-FFF2-40B4-BE49-F238E27FC236}">
                          <a16:creationId xmlns:a16="http://schemas.microsoft.com/office/drawing/2014/main" id="{EC570FD1-7022-35E8-5400-C11E821854D1}"/>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5790" name="Group 15789">
                    <a:extLst>
                      <a:ext uri="{FF2B5EF4-FFF2-40B4-BE49-F238E27FC236}">
                        <a16:creationId xmlns:a16="http://schemas.microsoft.com/office/drawing/2014/main" id="{80026F24-B44E-8893-88DF-DE18D2257AA5}"/>
                      </a:ext>
                    </a:extLst>
                  </p:cNvPr>
                  <p:cNvGrpSpPr/>
                  <p:nvPr/>
                </p:nvGrpSpPr>
                <p:grpSpPr>
                  <a:xfrm>
                    <a:off x="6512463" y="3525040"/>
                    <a:ext cx="393192" cy="393192"/>
                    <a:chOff x="6389147" y="3357021"/>
                    <a:chExt cx="393192" cy="393192"/>
                  </a:xfrm>
                </p:grpSpPr>
                <p:grpSp>
                  <p:nvGrpSpPr>
                    <p:cNvPr id="15802" name="Group 15801">
                      <a:extLst>
                        <a:ext uri="{FF2B5EF4-FFF2-40B4-BE49-F238E27FC236}">
                          <a16:creationId xmlns:a16="http://schemas.microsoft.com/office/drawing/2014/main" id="{FE1B1E35-A27E-51C2-A7F4-D638658F2F5F}"/>
                        </a:ext>
                      </a:extLst>
                    </p:cNvPr>
                    <p:cNvGrpSpPr/>
                    <p:nvPr/>
                  </p:nvGrpSpPr>
                  <p:grpSpPr>
                    <a:xfrm rot="7200000" flipH="1">
                      <a:off x="6389147" y="3357021"/>
                      <a:ext cx="393192" cy="393192"/>
                      <a:chOff x="5354637" y="3446463"/>
                      <a:chExt cx="214313" cy="214313"/>
                    </a:xfrm>
                  </p:grpSpPr>
                  <p:sp>
                    <p:nvSpPr>
                      <p:cNvPr id="15811" name="Arc 15810">
                        <a:extLst>
                          <a:ext uri="{FF2B5EF4-FFF2-40B4-BE49-F238E27FC236}">
                            <a16:creationId xmlns:a16="http://schemas.microsoft.com/office/drawing/2014/main" id="{468C96C3-F2ED-6A97-3758-0E9E8186DDE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812" name="Arc 15811">
                        <a:extLst>
                          <a:ext uri="{FF2B5EF4-FFF2-40B4-BE49-F238E27FC236}">
                            <a16:creationId xmlns:a16="http://schemas.microsoft.com/office/drawing/2014/main" id="{76A6822D-0646-BE95-E211-1325D369B54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803" name="Group 15802">
                      <a:extLst>
                        <a:ext uri="{FF2B5EF4-FFF2-40B4-BE49-F238E27FC236}">
                          <a16:creationId xmlns:a16="http://schemas.microsoft.com/office/drawing/2014/main" id="{0B0FE467-57D3-390D-86AE-585FB556CCE4}"/>
                        </a:ext>
                      </a:extLst>
                    </p:cNvPr>
                    <p:cNvGrpSpPr/>
                    <p:nvPr/>
                  </p:nvGrpSpPr>
                  <p:grpSpPr>
                    <a:xfrm>
                      <a:off x="6434137" y="3402011"/>
                      <a:ext cx="303213" cy="303213"/>
                      <a:chOff x="6434137" y="3402011"/>
                      <a:chExt cx="303213" cy="303213"/>
                    </a:xfrm>
                  </p:grpSpPr>
                  <p:grpSp>
                    <p:nvGrpSpPr>
                      <p:cNvPr id="15804" name="Group 15803">
                        <a:extLst>
                          <a:ext uri="{FF2B5EF4-FFF2-40B4-BE49-F238E27FC236}">
                            <a16:creationId xmlns:a16="http://schemas.microsoft.com/office/drawing/2014/main" id="{EFB017C9-CB57-068A-0FC1-0A2A47AD48AC}"/>
                          </a:ext>
                        </a:extLst>
                      </p:cNvPr>
                      <p:cNvGrpSpPr/>
                      <p:nvPr/>
                    </p:nvGrpSpPr>
                    <p:grpSpPr>
                      <a:xfrm flipH="1">
                        <a:off x="6478587" y="3446461"/>
                        <a:ext cx="214313" cy="214313"/>
                        <a:chOff x="5354637" y="3446463"/>
                        <a:chExt cx="214313" cy="214313"/>
                      </a:xfrm>
                    </p:grpSpPr>
                    <p:sp>
                      <p:nvSpPr>
                        <p:cNvPr id="15809" name="Arc 15808">
                          <a:extLst>
                            <a:ext uri="{FF2B5EF4-FFF2-40B4-BE49-F238E27FC236}">
                              <a16:creationId xmlns:a16="http://schemas.microsoft.com/office/drawing/2014/main" id="{43450236-31FF-A19B-C2E1-31D4A85945B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810" name="Arc 15809">
                          <a:extLst>
                            <a:ext uri="{FF2B5EF4-FFF2-40B4-BE49-F238E27FC236}">
                              <a16:creationId xmlns:a16="http://schemas.microsoft.com/office/drawing/2014/main" id="{51D466E2-D9C5-9CFD-707C-869EF57245A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805" name="Group 15804">
                        <a:extLst>
                          <a:ext uri="{FF2B5EF4-FFF2-40B4-BE49-F238E27FC236}">
                            <a16:creationId xmlns:a16="http://schemas.microsoft.com/office/drawing/2014/main" id="{0B8BCF25-7F75-1FE6-B69C-543223C2D9B0}"/>
                          </a:ext>
                        </a:extLst>
                      </p:cNvPr>
                      <p:cNvGrpSpPr/>
                      <p:nvPr/>
                    </p:nvGrpSpPr>
                    <p:grpSpPr>
                      <a:xfrm rot="14400000" flipH="1">
                        <a:off x="6434137" y="3402011"/>
                        <a:ext cx="303213" cy="303213"/>
                        <a:chOff x="5354637" y="3446463"/>
                        <a:chExt cx="214313" cy="214313"/>
                      </a:xfrm>
                    </p:grpSpPr>
                    <p:sp>
                      <p:nvSpPr>
                        <p:cNvPr id="15807" name="Arc 15806">
                          <a:extLst>
                            <a:ext uri="{FF2B5EF4-FFF2-40B4-BE49-F238E27FC236}">
                              <a16:creationId xmlns:a16="http://schemas.microsoft.com/office/drawing/2014/main" id="{C36B4852-9D7E-D330-CCF7-6C5E3214094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808" name="Arc 15807">
                          <a:extLst>
                            <a:ext uri="{FF2B5EF4-FFF2-40B4-BE49-F238E27FC236}">
                              <a16:creationId xmlns:a16="http://schemas.microsoft.com/office/drawing/2014/main" id="{8DB9665D-90B4-D91C-966F-92C9E57D70A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806" name="TextBox 15805">
                        <a:extLst>
                          <a:ext uri="{FF2B5EF4-FFF2-40B4-BE49-F238E27FC236}">
                            <a16:creationId xmlns:a16="http://schemas.microsoft.com/office/drawing/2014/main" id="{165C8807-D7E4-2B56-5AD6-DFE720190B58}"/>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791" name="Group 15790">
                    <a:extLst>
                      <a:ext uri="{FF2B5EF4-FFF2-40B4-BE49-F238E27FC236}">
                        <a16:creationId xmlns:a16="http://schemas.microsoft.com/office/drawing/2014/main" id="{4AF8ECFF-7CE6-3625-7957-E3E1A1370578}"/>
                      </a:ext>
                    </a:extLst>
                  </p:cNvPr>
                  <p:cNvGrpSpPr/>
                  <p:nvPr/>
                </p:nvGrpSpPr>
                <p:grpSpPr>
                  <a:xfrm>
                    <a:off x="6197413" y="3225768"/>
                    <a:ext cx="393192" cy="393192"/>
                    <a:chOff x="6389147" y="3932622"/>
                    <a:chExt cx="393192" cy="393192"/>
                  </a:xfrm>
                </p:grpSpPr>
                <p:grpSp>
                  <p:nvGrpSpPr>
                    <p:cNvPr id="15792" name="Group 15791">
                      <a:extLst>
                        <a:ext uri="{FF2B5EF4-FFF2-40B4-BE49-F238E27FC236}">
                          <a16:creationId xmlns:a16="http://schemas.microsoft.com/office/drawing/2014/main" id="{BC36A4D3-C3A3-91B7-6C24-4C953E6E4D2F}"/>
                        </a:ext>
                      </a:extLst>
                    </p:cNvPr>
                    <p:cNvGrpSpPr/>
                    <p:nvPr/>
                  </p:nvGrpSpPr>
                  <p:grpSpPr>
                    <a:xfrm flipH="1">
                      <a:off x="6478587" y="4022061"/>
                      <a:ext cx="214313" cy="214313"/>
                      <a:chOff x="5354637" y="3446463"/>
                      <a:chExt cx="214313" cy="214313"/>
                    </a:xfrm>
                  </p:grpSpPr>
                  <p:sp>
                    <p:nvSpPr>
                      <p:cNvPr id="15800" name="Arc 15799">
                        <a:extLst>
                          <a:ext uri="{FF2B5EF4-FFF2-40B4-BE49-F238E27FC236}">
                            <a16:creationId xmlns:a16="http://schemas.microsoft.com/office/drawing/2014/main" id="{22AADDA0-311F-6929-471E-1006602BF90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801" name="Arc 15800">
                        <a:extLst>
                          <a:ext uri="{FF2B5EF4-FFF2-40B4-BE49-F238E27FC236}">
                            <a16:creationId xmlns:a16="http://schemas.microsoft.com/office/drawing/2014/main" id="{1C1F1F80-C4F0-B16D-F3F2-A00C1147D1D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793" name="Group 15792">
                      <a:extLst>
                        <a:ext uri="{FF2B5EF4-FFF2-40B4-BE49-F238E27FC236}">
                          <a16:creationId xmlns:a16="http://schemas.microsoft.com/office/drawing/2014/main" id="{5B6055B2-FCE6-0C66-0E10-D6C46E19E3AA}"/>
                        </a:ext>
                      </a:extLst>
                    </p:cNvPr>
                    <p:cNvGrpSpPr/>
                    <p:nvPr/>
                  </p:nvGrpSpPr>
                  <p:grpSpPr>
                    <a:xfrm rot="7200000" flipH="1">
                      <a:off x="6434137" y="3977611"/>
                      <a:ext cx="303213" cy="303213"/>
                      <a:chOff x="5354637" y="3446463"/>
                      <a:chExt cx="214313" cy="214313"/>
                    </a:xfrm>
                  </p:grpSpPr>
                  <p:sp>
                    <p:nvSpPr>
                      <p:cNvPr id="15798" name="Arc 15797">
                        <a:extLst>
                          <a:ext uri="{FF2B5EF4-FFF2-40B4-BE49-F238E27FC236}">
                            <a16:creationId xmlns:a16="http://schemas.microsoft.com/office/drawing/2014/main" id="{4782A396-1D9D-C329-0861-FBCC131F57D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799" name="Arc 15798">
                        <a:extLst>
                          <a:ext uri="{FF2B5EF4-FFF2-40B4-BE49-F238E27FC236}">
                            <a16:creationId xmlns:a16="http://schemas.microsoft.com/office/drawing/2014/main" id="{D92095E9-F48D-A25E-E947-0C4C5C6858C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794" name="Group 15793">
                      <a:extLst>
                        <a:ext uri="{FF2B5EF4-FFF2-40B4-BE49-F238E27FC236}">
                          <a16:creationId xmlns:a16="http://schemas.microsoft.com/office/drawing/2014/main" id="{AE00F642-CC17-A308-868A-EBB401F353D1}"/>
                        </a:ext>
                      </a:extLst>
                    </p:cNvPr>
                    <p:cNvGrpSpPr/>
                    <p:nvPr/>
                  </p:nvGrpSpPr>
                  <p:grpSpPr>
                    <a:xfrm rot="14400000" flipH="1">
                      <a:off x="6389147" y="3932622"/>
                      <a:ext cx="393192" cy="393192"/>
                      <a:chOff x="5354637" y="3446463"/>
                      <a:chExt cx="214313" cy="214313"/>
                    </a:xfrm>
                  </p:grpSpPr>
                  <p:sp>
                    <p:nvSpPr>
                      <p:cNvPr id="15796" name="Arc 15795">
                        <a:extLst>
                          <a:ext uri="{FF2B5EF4-FFF2-40B4-BE49-F238E27FC236}">
                            <a16:creationId xmlns:a16="http://schemas.microsoft.com/office/drawing/2014/main" id="{A4B16789-86C5-3BAD-2FAF-C53CBF10A5F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797" name="Arc 15796">
                        <a:extLst>
                          <a:ext uri="{FF2B5EF4-FFF2-40B4-BE49-F238E27FC236}">
                            <a16:creationId xmlns:a16="http://schemas.microsoft.com/office/drawing/2014/main" id="{4EF18B33-DD15-9548-45E7-361AEC29376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795" name="TextBox 15794">
                      <a:extLst>
                        <a:ext uri="{FF2B5EF4-FFF2-40B4-BE49-F238E27FC236}">
                          <a16:creationId xmlns:a16="http://schemas.microsoft.com/office/drawing/2014/main" id="{481C265E-427E-A527-CCA2-A6F5C6DEAC99}"/>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5691" name="Group 15690">
                <a:extLst>
                  <a:ext uri="{FF2B5EF4-FFF2-40B4-BE49-F238E27FC236}">
                    <a16:creationId xmlns:a16="http://schemas.microsoft.com/office/drawing/2014/main" id="{D5E63842-E026-D33E-6A6A-5CBBCA5C8496}"/>
                  </a:ext>
                </a:extLst>
              </p:cNvPr>
              <p:cNvGrpSpPr/>
              <p:nvPr/>
            </p:nvGrpSpPr>
            <p:grpSpPr>
              <a:xfrm>
                <a:off x="6065340" y="2039507"/>
                <a:ext cx="1643204" cy="1593124"/>
                <a:chOff x="5445106" y="2644743"/>
                <a:chExt cx="1643204" cy="1593124"/>
              </a:xfrm>
            </p:grpSpPr>
            <p:grpSp>
              <p:nvGrpSpPr>
                <p:cNvPr id="15692" name="Group 15691">
                  <a:extLst>
                    <a:ext uri="{FF2B5EF4-FFF2-40B4-BE49-F238E27FC236}">
                      <a16:creationId xmlns:a16="http://schemas.microsoft.com/office/drawing/2014/main" id="{BB57BC60-298A-593D-2F33-C2B5ABA0F2B0}"/>
                    </a:ext>
                  </a:extLst>
                </p:cNvPr>
                <p:cNvGrpSpPr/>
                <p:nvPr/>
              </p:nvGrpSpPr>
              <p:grpSpPr>
                <a:xfrm>
                  <a:off x="5445106" y="2644743"/>
                  <a:ext cx="1019224" cy="991639"/>
                  <a:chOff x="5886431" y="3225768"/>
                  <a:chExt cx="1019224" cy="991639"/>
                </a:xfrm>
              </p:grpSpPr>
              <p:grpSp>
                <p:nvGrpSpPr>
                  <p:cNvPr id="15740" name="Group 15739">
                    <a:extLst>
                      <a:ext uri="{FF2B5EF4-FFF2-40B4-BE49-F238E27FC236}">
                        <a16:creationId xmlns:a16="http://schemas.microsoft.com/office/drawing/2014/main" id="{583C3ED6-A4BB-E7CF-2B83-CB6F34CD6AA2}"/>
                      </a:ext>
                    </a:extLst>
                  </p:cNvPr>
                  <p:cNvGrpSpPr/>
                  <p:nvPr/>
                </p:nvGrpSpPr>
                <p:grpSpPr>
                  <a:xfrm>
                    <a:off x="6197413" y="3824215"/>
                    <a:ext cx="393192" cy="393192"/>
                    <a:chOff x="5265196" y="3357021"/>
                    <a:chExt cx="393192" cy="393192"/>
                  </a:xfrm>
                </p:grpSpPr>
                <p:grpSp>
                  <p:nvGrpSpPr>
                    <p:cNvPr id="15775" name="Group 15774">
                      <a:extLst>
                        <a:ext uri="{FF2B5EF4-FFF2-40B4-BE49-F238E27FC236}">
                          <a16:creationId xmlns:a16="http://schemas.microsoft.com/office/drawing/2014/main" id="{370C51C5-6C6D-D75D-CDAB-E13DC409B384}"/>
                        </a:ext>
                      </a:extLst>
                    </p:cNvPr>
                    <p:cNvGrpSpPr/>
                    <p:nvPr/>
                  </p:nvGrpSpPr>
                  <p:grpSpPr>
                    <a:xfrm rot="14400000">
                      <a:off x="5265196" y="3357021"/>
                      <a:ext cx="393192" cy="393192"/>
                      <a:chOff x="5354637" y="3446463"/>
                      <a:chExt cx="214313" cy="214313"/>
                    </a:xfrm>
                  </p:grpSpPr>
                  <p:sp>
                    <p:nvSpPr>
                      <p:cNvPr id="15784" name="Arc 15783">
                        <a:extLst>
                          <a:ext uri="{FF2B5EF4-FFF2-40B4-BE49-F238E27FC236}">
                            <a16:creationId xmlns:a16="http://schemas.microsoft.com/office/drawing/2014/main" id="{E2468164-922D-C3B8-CA0E-D185AE9346F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785" name="Arc 15784">
                        <a:extLst>
                          <a:ext uri="{FF2B5EF4-FFF2-40B4-BE49-F238E27FC236}">
                            <a16:creationId xmlns:a16="http://schemas.microsoft.com/office/drawing/2014/main" id="{22606C39-57BF-34F8-69A5-D6DD736FE75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776" name="Group 15775">
                      <a:extLst>
                        <a:ext uri="{FF2B5EF4-FFF2-40B4-BE49-F238E27FC236}">
                          <a16:creationId xmlns:a16="http://schemas.microsoft.com/office/drawing/2014/main" id="{757B16CB-A7C6-6A30-376A-96A95FF12C6A}"/>
                        </a:ext>
                      </a:extLst>
                    </p:cNvPr>
                    <p:cNvGrpSpPr/>
                    <p:nvPr/>
                  </p:nvGrpSpPr>
                  <p:grpSpPr>
                    <a:xfrm>
                      <a:off x="5310186" y="3402011"/>
                      <a:ext cx="303213" cy="303213"/>
                      <a:chOff x="5310186" y="3402011"/>
                      <a:chExt cx="303213" cy="303213"/>
                    </a:xfrm>
                  </p:grpSpPr>
                  <p:grpSp>
                    <p:nvGrpSpPr>
                      <p:cNvPr id="15777" name="Group 15776">
                        <a:extLst>
                          <a:ext uri="{FF2B5EF4-FFF2-40B4-BE49-F238E27FC236}">
                            <a16:creationId xmlns:a16="http://schemas.microsoft.com/office/drawing/2014/main" id="{53514F65-68B7-6F71-00B6-E9E89A24633D}"/>
                          </a:ext>
                        </a:extLst>
                      </p:cNvPr>
                      <p:cNvGrpSpPr/>
                      <p:nvPr/>
                    </p:nvGrpSpPr>
                    <p:grpSpPr>
                      <a:xfrm>
                        <a:off x="5354636" y="3446461"/>
                        <a:ext cx="214313" cy="214313"/>
                        <a:chOff x="5354637" y="3446463"/>
                        <a:chExt cx="214313" cy="214313"/>
                      </a:xfrm>
                    </p:grpSpPr>
                    <p:sp>
                      <p:nvSpPr>
                        <p:cNvPr id="15782" name="Arc 15781">
                          <a:extLst>
                            <a:ext uri="{FF2B5EF4-FFF2-40B4-BE49-F238E27FC236}">
                              <a16:creationId xmlns:a16="http://schemas.microsoft.com/office/drawing/2014/main" id="{3EB2F52F-A606-4C01-3B45-19872150694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783" name="Arc 15782">
                          <a:extLst>
                            <a:ext uri="{FF2B5EF4-FFF2-40B4-BE49-F238E27FC236}">
                              <a16:creationId xmlns:a16="http://schemas.microsoft.com/office/drawing/2014/main" id="{32DB3294-EDA3-3042-7742-E1B389DEDA5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778" name="Group 15777">
                        <a:extLst>
                          <a:ext uri="{FF2B5EF4-FFF2-40B4-BE49-F238E27FC236}">
                            <a16:creationId xmlns:a16="http://schemas.microsoft.com/office/drawing/2014/main" id="{3C4B0716-5D07-DBC7-84D4-19A3EE5EF6E3}"/>
                          </a:ext>
                        </a:extLst>
                      </p:cNvPr>
                      <p:cNvGrpSpPr/>
                      <p:nvPr/>
                    </p:nvGrpSpPr>
                    <p:grpSpPr>
                      <a:xfrm rot="7200000">
                        <a:off x="5310186" y="3402011"/>
                        <a:ext cx="303213" cy="303213"/>
                        <a:chOff x="5354637" y="3446463"/>
                        <a:chExt cx="214313" cy="214313"/>
                      </a:xfrm>
                    </p:grpSpPr>
                    <p:sp>
                      <p:nvSpPr>
                        <p:cNvPr id="15780" name="Arc 15779">
                          <a:extLst>
                            <a:ext uri="{FF2B5EF4-FFF2-40B4-BE49-F238E27FC236}">
                              <a16:creationId xmlns:a16="http://schemas.microsoft.com/office/drawing/2014/main" id="{364EACC5-6E1E-8B17-7D68-C0808D19376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781" name="Arc 15780">
                          <a:extLst>
                            <a:ext uri="{FF2B5EF4-FFF2-40B4-BE49-F238E27FC236}">
                              <a16:creationId xmlns:a16="http://schemas.microsoft.com/office/drawing/2014/main" id="{EA95D883-A712-F065-7B5C-0CE0ECF18B8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779" name="TextBox 15778">
                        <a:extLst>
                          <a:ext uri="{FF2B5EF4-FFF2-40B4-BE49-F238E27FC236}">
                            <a16:creationId xmlns:a16="http://schemas.microsoft.com/office/drawing/2014/main" id="{BD969190-C6BD-0E7C-64B9-D69ECAC7A061}"/>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741" name="Group 15740">
                    <a:extLst>
                      <a:ext uri="{FF2B5EF4-FFF2-40B4-BE49-F238E27FC236}">
                        <a16:creationId xmlns:a16="http://schemas.microsoft.com/office/drawing/2014/main" id="{B84B0B4B-F719-CB56-2B14-DF3DFCB39BB2}"/>
                      </a:ext>
                    </a:extLst>
                  </p:cNvPr>
                  <p:cNvGrpSpPr/>
                  <p:nvPr/>
                </p:nvGrpSpPr>
                <p:grpSpPr>
                  <a:xfrm>
                    <a:off x="5886431" y="3525040"/>
                    <a:ext cx="393192" cy="393192"/>
                    <a:chOff x="5265196" y="3932619"/>
                    <a:chExt cx="393192" cy="393192"/>
                  </a:xfrm>
                </p:grpSpPr>
                <p:grpSp>
                  <p:nvGrpSpPr>
                    <p:cNvPr id="15765" name="Group 15764">
                      <a:extLst>
                        <a:ext uri="{FF2B5EF4-FFF2-40B4-BE49-F238E27FC236}">
                          <a16:creationId xmlns:a16="http://schemas.microsoft.com/office/drawing/2014/main" id="{52954152-FDA6-A615-3B9F-98AC1AA392CA}"/>
                        </a:ext>
                      </a:extLst>
                    </p:cNvPr>
                    <p:cNvGrpSpPr/>
                    <p:nvPr/>
                  </p:nvGrpSpPr>
                  <p:grpSpPr>
                    <a:xfrm>
                      <a:off x="5354636" y="4022061"/>
                      <a:ext cx="214313" cy="214313"/>
                      <a:chOff x="5354637" y="3446463"/>
                      <a:chExt cx="214313" cy="214313"/>
                    </a:xfrm>
                  </p:grpSpPr>
                  <p:sp>
                    <p:nvSpPr>
                      <p:cNvPr id="15773" name="Arc 15772">
                        <a:extLst>
                          <a:ext uri="{FF2B5EF4-FFF2-40B4-BE49-F238E27FC236}">
                            <a16:creationId xmlns:a16="http://schemas.microsoft.com/office/drawing/2014/main" id="{4EF0DC84-9835-CB76-B42A-AC4426BF45D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774" name="Arc 15773">
                        <a:extLst>
                          <a:ext uri="{FF2B5EF4-FFF2-40B4-BE49-F238E27FC236}">
                            <a16:creationId xmlns:a16="http://schemas.microsoft.com/office/drawing/2014/main" id="{6BDB9CE9-FB21-122B-048D-0252B89A077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766" name="Group 15765">
                      <a:extLst>
                        <a:ext uri="{FF2B5EF4-FFF2-40B4-BE49-F238E27FC236}">
                          <a16:creationId xmlns:a16="http://schemas.microsoft.com/office/drawing/2014/main" id="{4EE88BB8-18E4-B45B-CF55-768282B3485B}"/>
                        </a:ext>
                      </a:extLst>
                    </p:cNvPr>
                    <p:cNvGrpSpPr/>
                    <p:nvPr/>
                  </p:nvGrpSpPr>
                  <p:grpSpPr>
                    <a:xfrm rot="14400000">
                      <a:off x="5310186" y="3977611"/>
                      <a:ext cx="303213" cy="303213"/>
                      <a:chOff x="5354637" y="3446463"/>
                      <a:chExt cx="214313" cy="214313"/>
                    </a:xfrm>
                  </p:grpSpPr>
                  <p:sp>
                    <p:nvSpPr>
                      <p:cNvPr id="15771" name="Arc 15770">
                        <a:extLst>
                          <a:ext uri="{FF2B5EF4-FFF2-40B4-BE49-F238E27FC236}">
                            <a16:creationId xmlns:a16="http://schemas.microsoft.com/office/drawing/2014/main" id="{E5BB5836-0756-58AA-5BBF-28EE9BF3719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772" name="Arc 15771">
                        <a:extLst>
                          <a:ext uri="{FF2B5EF4-FFF2-40B4-BE49-F238E27FC236}">
                            <a16:creationId xmlns:a16="http://schemas.microsoft.com/office/drawing/2014/main" id="{8FDA2710-9D81-B4DE-52DB-72BE992F907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767" name="Group 15766">
                      <a:extLst>
                        <a:ext uri="{FF2B5EF4-FFF2-40B4-BE49-F238E27FC236}">
                          <a16:creationId xmlns:a16="http://schemas.microsoft.com/office/drawing/2014/main" id="{E5F3CAD1-2284-E963-3614-D1AD081A4725}"/>
                        </a:ext>
                      </a:extLst>
                    </p:cNvPr>
                    <p:cNvGrpSpPr/>
                    <p:nvPr/>
                  </p:nvGrpSpPr>
                  <p:grpSpPr>
                    <a:xfrm rot="7200000">
                      <a:off x="5265196" y="3932619"/>
                      <a:ext cx="393192" cy="393192"/>
                      <a:chOff x="5354637" y="3446463"/>
                      <a:chExt cx="214313" cy="214313"/>
                    </a:xfrm>
                  </p:grpSpPr>
                  <p:sp>
                    <p:nvSpPr>
                      <p:cNvPr id="15769" name="Arc 15768">
                        <a:extLst>
                          <a:ext uri="{FF2B5EF4-FFF2-40B4-BE49-F238E27FC236}">
                            <a16:creationId xmlns:a16="http://schemas.microsoft.com/office/drawing/2014/main" id="{FF781448-00D6-C1CE-6BCF-710CEFDF95B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770" name="Arc 15769">
                        <a:extLst>
                          <a:ext uri="{FF2B5EF4-FFF2-40B4-BE49-F238E27FC236}">
                            <a16:creationId xmlns:a16="http://schemas.microsoft.com/office/drawing/2014/main" id="{C77E4B4F-4272-CAA2-1507-94921DA55F3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768" name="TextBox 15767">
                      <a:extLst>
                        <a:ext uri="{FF2B5EF4-FFF2-40B4-BE49-F238E27FC236}">
                          <a16:creationId xmlns:a16="http://schemas.microsoft.com/office/drawing/2014/main" id="{E5CA8060-55A5-51D1-F5A1-3D615C8C3A9A}"/>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5742" name="Group 15741">
                    <a:extLst>
                      <a:ext uri="{FF2B5EF4-FFF2-40B4-BE49-F238E27FC236}">
                        <a16:creationId xmlns:a16="http://schemas.microsoft.com/office/drawing/2014/main" id="{85E94ADD-9C5E-02E8-040A-47506703FAD7}"/>
                      </a:ext>
                    </a:extLst>
                  </p:cNvPr>
                  <p:cNvGrpSpPr/>
                  <p:nvPr/>
                </p:nvGrpSpPr>
                <p:grpSpPr>
                  <a:xfrm>
                    <a:off x="6512463" y="3525040"/>
                    <a:ext cx="393192" cy="393192"/>
                    <a:chOff x="6389147" y="3357021"/>
                    <a:chExt cx="393192" cy="393192"/>
                  </a:xfrm>
                </p:grpSpPr>
                <p:grpSp>
                  <p:nvGrpSpPr>
                    <p:cNvPr id="15754" name="Group 15753">
                      <a:extLst>
                        <a:ext uri="{FF2B5EF4-FFF2-40B4-BE49-F238E27FC236}">
                          <a16:creationId xmlns:a16="http://schemas.microsoft.com/office/drawing/2014/main" id="{E9B31B0E-AED1-264B-954E-015885935A80}"/>
                        </a:ext>
                      </a:extLst>
                    </p:cNvPr>
                    <p:cNvGrpSpPr/>
                    <p:nvPr/>
                  </p:nvGrpSpPr>
                  <p:grpSpPr>
                    <a:xfrm rot="7200000" flipH="1">
                      <a:off x="6389147" y="3357021"/>
                      <a:ext cx="393192" cy="393192"/>
                      <a:chOff x="5354637" y="3446463"/>
                      <a:chExt cx="214313" cy="214313"/>
                    </a:xfrm>
                  </p:grpSpPr>
                  <p:sp>
                    <p:nvSpPr>
                      <p:cNvPr id="15763" name="Arc 15762">
                        <a:extLst>
                          <a:ext uri="{FF2B5EF4-FFF2-40B4-BE49-F238E27FC236}">
                            <a16:creationId xmlns:a16="http://schemas.microsoft.com/office/drawing/2014/main" id="{D94A086D-3FE9-63F6-742C-2A5CAF04823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764" name="Arc 15763">
                        <a:extLst>
                          <a:ext uri="{FF2B5EF4-FFF2-40B4-BE49-F238E27FC236}">
                            <a16:creationId xmlns:a16="http://schemas.microsoft.com/office/drawing/2014/main" id="{FC83D3BD-7BCD-4C3A-1117-2A670D19795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755" name="Group 15754">
                      <a:extLst>
                        <a:ext uri="{FF2B5EF4-FFF2-40B4-BE49-F238E27FC236}">
                          <a16:creationId xmlns:a16="http://schemas.microsoft.com/office/drawing/2014/main" id="{6A51159B-DC57-24B1-B9A6-AD2527104DE4}"/>
                        </a:ext>
                      </a:extLst>
                    </p:cNvPr>
                    <p:cNvGrpSpPr/>
                    <p:nvPr/>
                  </p:nvGrpSpPr>
                  <p:grpSpPr>
                    <a:xfrm>
                      <a:off x="6434137" y="3402011"/>
                      <a:ext cx="303213" cy="303213"/>
                      <a:chOff x="6434137" y="3402011"/>
                      <a:chExt cx="303213" cy="303213"/>
                    </a:xfrm>
                  </p:grpSpPr>
                  <p:grpSp>
                    <p:nvGrpSpPr>
                      <p:cNvPr id="15756" name="Group 15755">
                        <a:extLst>
                          <a:ext uri="{FF2B5EF4-FFF2-40B4-BE49-F238E27FC236}">
                            <a16:creationId xmlns:a16="http://schemas.microsoft.com/office/drawing/2014/main" id="{F8E5D827-1A84-5BC9-1DD4-EFA1C68F501D}"/>
                          </a:ext>
                        </a:extLst>
                      </p:cNvPr>
                      <p:cNvGrpSpPr/>
                      <p:nvPr/>
                    </p:nvGrpSpPr>
                    <p:grpSpPr>
                      <a:xfrm flipH="1">
                        <a:off x="6478587" y="3446461"/>
                        <a:ext cx="214313" cy="214313"/>
                        <a:chOff x="5354637" y="3446463"/>
                        <a:chExt cx="214313" cy="214313"/>
                      </a:xfrm>
                    </p:grpSpPr>
                    <p:sp>
                      <p:nvSpPr>
                        <p:cNvPr id="15761" name="Arc 15760">
                          <a:extLst>
                            <a:ext uri="{FF2B5EF4-FFF2-40B4-BE49-F238E27FC236}">
                              <a16:creationId xmlns:a16="http://schemas.microsoft.com/office/drawing/2014/main" id="{0DF8F98B-5FEB-6E50-D04A-0684E238002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762" name="Arc 15761">
                          <a:extLst>
                            <a:ext uri="{FF2B5EF4-FFF2-40B4-BE49-F238E27FC236}">
                              <a16:creationId xmlns:a16="http://schemas.microsoft.com/office/drawing/2014/main" id="{25153532-A27B-E238-1B6E-9AE12961FB5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757" name="Group 15756">
                        <a:extLst>
                          <a:ext uri="{FF2B5EF4-FFF2-40B4-BE49-F238E27FC236}">
                            <a16:creationId xmlns:a16="http://schemas.microsoft.com/office/drawing/2014/main" id="{E8100C20-F39E-88BE-6E42-2F9C6C472F17}"/>
                          </a:ext>
                        </a:extLst>
                      </p:cNvPr>
                      <p:cNvGrpSpPr/>
                      <p:nvPr/>
                    </p:nvGrpSpPr>
                    <p:grpSpPr>
                      <a:xfrm rot="14400000" flipH="1">
                        <a:off x="6434137" y="3402011"/>
                        <a:ext cx="303213" cy="303213"/>
                        <a:chOff x="5354637" y="3446463"/>
                        <a:chExt cx="214313" cy="214313"/>
                      </a:xfrm>
                    </p:grpSpPr>
                    <p:sp>
                      <p:nvSpPr>
                        <p:cNvPr id="15759" name="Arc 15758">
                          <a:extLst>
                            <a:ext uri="{FF2B5EF4-FFF2-40B4-BE49-F238E27FC236}">
                              <a16:creationId xmlns:a16="http://schemas.microsoft.com/office/drawing/2014/main" id="{ADF394CE-A065-C098-E82C-CD428F8FA84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760" name="Arc 15759">
                          <a:extLst>
                            <a:ext uri="{FF2B5EF4-FFF2-40B4-BE49-F238E27FC236}">
                              <a16:creationId xmlns:a16="http://schemas.microsoft.com/office/drawing/2014/main" id="{61C44EEA-C123-AED3-B141-359701257CA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758" name="TextBox 15757">
                        <a:extLst>
                          <a:ext uri="{FF2B5EF4-FFF2-40B4-BE49-F238E27FC236}">
                            <a16:creationId xmlns:a16="http://schemas.microsoft.com/office/drawing/2014/main" id="{C3DD69A8-D90B-766B-4D06-F9CBA12E645A}"/>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743" name="Group 15742">
                    <a:extLst>
                      <a:ext uri="{FF2B5EF4-FFF2-40B4-BE49-F238E27FC236}">
                        <a16:creationId xmlns:a16="http://schemas.microsoft.com/office/drawing/2014/main" id="{743E23C9-01B5-0F4A-69B0-1AC933AD71C9}"/>
                      </a:ext>
                    </a:extLst>
                  </p:cNvPr>
                  <p:cNvGrpSpPr/>
                  <p:nvPr/>
                </p:nvGrpSpPr>
                <p:grpSpPr>
                  <a:xfrm>
                    <a:off x="6197413" y="3225768"/>
                    <a:ext cx="393192" cy="393192"/>
                    <a:chOff x="6389147" y="3932622"/>
                    <a:chExt cx="393192" cy="393192"/>
                  </a:xfrm>
                </p:grpSpPr>
                <p:grpSp>
                  <p:nvGrpSpPr>
                    <p:cNvPr id="15744" name="Group 15743">
                      <a:extLst>
                        <a:ext uri="{FF2B5EF4-FFF2-40B4-BE49-F238E27FC236}">
                          <a16:creationId xmlns:a16="http://schemas.microsoft.com/office/drawing/2014/main" id="{0DB8B643-70AC-1B9E-0E66-7E12FE2BB579}"/>
                        </a:ext>
                      </a:extLst>
                    </p:cNvPr>
                    <p:cNvGrpSpPr/>
                    <p:nvPr/>
                  </p:nvGrpSpPr>
                  <p:grpSpPr>
                    <a:xfrm flipH="1">
                      <a:off x="6478587" y="4022061"/>
                      <a:ext cx="214313" cy="214313"/>
                      <a:chOff x="5354637" y="3446463"/>
                      <a:chExt cx="214313" cy="214313"/>
                    </a:xfrm>
                  </p:grpSpPr>
                  <p:sp>
                    <p:nvSpPr>
                      <p:cNvPr id="15752" name="Arc 15751">
                        <a:extLst>
                          <a:ext uri="{FF2B5EF4-FFF2-40B4-BE49-F238E27FC236}">
                            <a16:creationId xmlns:a16="http://schemas.microsoft.com/office/drawing/2014/main" id="{5CCDD457-917F-81EE-DA43-85798F6FCD9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753" name="Arc 15752">
                        <a:extLst>
                          <a:ext uri="{FF2B5EF4-FFF2-40B4-BE49-F238E27FC236}">
                            <a16:creationId xmlns:a16="http://schemas.microsoft.com/office/drawing/2014/main" id="{873B53B8-7E61-9C43-0404-BED5F0BA738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745" name="Group 15744">
                      <a:extLst>
                        <a:ext uri="{FF2B5EF4-FFF2-40B4-BE49-F238E27FC236}">
                          <a16:creationId xmlns:a16="http://schemas.microsoft.com/office/drawing/2014/main" id="{0E021297-98FA-6EF5-F31B-9A6CAC3C773D}"/>
                        </a:ext>
                      </a:extLst>
                    </p:cNvPr>
                    <p:cNvGrpSpPr/>
                    <p:nvPr/>
                  </p:nvGrpSpPr>
                  <p:grpSpPr>
                    <a:xfrm rot="7200000" flipH="1">
                      <a:off x="6434137" y="3977611"/>
                      <a:ext cx="303213" cy="303213"/>
                      <a:chOff x="5354637" y="3446463"/>
                      <a:chExt cx="214313" cy="214313"/>
                    </a:xfrm>
                  </p:grpSpPr>
                  <p:sp>
                    <p:nvSpPr>
                      <p:cNvPr id="15750" name="Arc 15749">
                        <a:extLst>
                          <a:ext uri="{FF2B5EF4-FFF2-40B4-BE49-F238E27FC236}">
                            <a16:creationId xmlns:a16="http://schemas.microsoft.com/office/drawing/2014/main" id="{0914C036-99DF-363F-03CF-5CA7F5AE9FC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751" name="Arc 15750">
                        <a:extLst>
                          <a:ext uri="{FF2B5EF4-FFF2-40B4-BE49-F238E27FC236}">
                            <a16:creationId xmlns:a16="http://schemas.microsoft.com/office/drawing/2014/main" id="{15B6B51E-819A-4167-8852-E73F68A217C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746" name="Group 15745">
                      <a:extLst>
                        <a:ext uri="{FF2B5EF4-FFF2-40B4-BE49-F238E27FC236}">
                          <a16:creationId xmlns:a16="http://schemas.microsoft.com/office/drawing/2014/main" id="{0DEB042F-B697-38C1-96A2-B1F975C1FB2C}"/>
                        </a:ext>
                      </a:extLst>
                    </p:cNvPr>
                    <p:cNvGrpSpPr/>
                    <p:nvPr/>
                  </p:nvGrpSpPr>
                  <p:grpSpPr>
                    <a:xfrm rot="14400000" flipH="1">
                      <a:off x="6389147" y="3932622"/>
                      <a:ext cx="393192" cy="393192"/>
                      <a:chOff x="5354637" y="3446463"/>
                      <a:chExt cx="214313" cy="214313"/>
                    </a:xfrm>
                  </p:grpSpPr>
                  <p:sp>
                    <p:nvSpPr>
                      <p:cNvPr id="15748" name="Arc 15747">
                        <a:extLst>
                          <a:ext uri="{FF2B5EF4-FFF2-40B4-BE49-F238E27FC236}">
                            <a16:creationId xmlns:a16="http://schemas.microsoft.com/office/drawing/2014/main" id="{0D48BE01-360D-9E1A-A08A-3093310E312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749" name="Arc 15748">
                        <a:extLst>
                          <a:ext uri="{FF2B5EF4-FFF2-40B4-BE49-F238E27FC236}">
                            <a16:creationId xmlns:a16="http://schemas.microsoft.com/office/drawing/2014/main" id="{1B13527D-5D74-E6B4-29BA-435F27F0874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747" name="TextBox 15746">
                      <a:extLst>
                        <a:ext uri="{FF2B5EF4-FFF2-40B4-BE49-F238E27FC236}">
                          <a16:creationId xmlns:a16="http://schemas.microsoft.com/office/drawing/2014/main" id="{973305EB-DF42-9F0A-CD2A-213A4C11F40B}"/>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693" name="Group 15692">
                  <a:extLst>
                    <a:ext uri="{FF2B5EF4-FFF2-40B4-BE49-F238E27FC236}">
                      <a16:creationId xmlns:a16="http://schemas.microsoft.com/office/drawing/2014/main" id="{E837325D-E01C-4BC5-C384-886258BB3DCD}"/>
                    </a:ext>
                  </a:extLst>
                </p:cNvPr>
                <p:cNvGrpSpPr/>
                <p:nvPr/>
              </p:nvGrpSpPr>
              <p:grpSpPr>
                <a:xfrm>
                  <a:off x="6069086" y="3246228"/>
                  <a:ext cx="1019224" cy="991639"/>
                  <a:chOff x="5886431" y="3225768"/>
                  <a:chExt cx="1019224" cy="991639"/>
                </a:xfrm>
              </p:grpSpPr>
              <p:grpSp>
                <p:nvGrpSpPr>
                  <p:cNvPr id="15694" name="Group 15693">
                    <a:extLst>
                      <a:ext uri="{FF2B5EF4-FFF2-40B4-BE49-F238E27FC236}">
                        <a16:creationId xmlns:a16="http://schemas.microsoft.com/office/drawing/2014/main" id="{9DEDAB17-B9B4-47E3-6686-FACEB7FCF2B8}"/>
                      </a:ext>
                    </a:extLst>
                  </p:cNvPr>
                  <p:cNvGrpSpPr/>
                  <p:nvPr/>
                </p:nvGrpSpPr>
                <p:grpSpPr>
                  <a:xfrm>
                    <a:off x="6197413" y="3824215"/>
                    <a:ext cx="393192" cy="393192"/>
                    <a:chOff x="5265196" y="3357021"/>
                    <a:chExt cx="393192" cy="393192"/>
                  </a:xfrm>
                </p:grpSpPr>
                <p:grpSp>
                  <p:nvGrpSpPr>
                    <p:cNvPr id="15729" name="Group 15728">
                      <a:extLst>
                        <a:ext uri="{FF2B5EF4-FFF2-40B4-BE49-F238E27FC236}">
                          <a16:creationId xmlns:a16="http://schemas.microsoft.com/office/drawing/2014/main" id="{5D8BA878-DFA1-88E2-03FF-06A0DE501780}"/>
                        </a:ext>
                      </a:extLst>
                    </p:cNvPr>
                    <p:cNvGrpSpPr/>
                    <p:nvPr/>
                  </p:nvGrpSpPr>
                  <p:grpSpPr>
                    <a:xfrm rot="14400000">
                      <a:off x="5265196" y="3357021"/>
                      <a:ext cx="393192" cy="393192"/>
                      <a:chOff x="5354637" y="3446463"/>
                      <a:chExt cx="214313" cy="214313"/>
                    </a:xfrm>
                  </p:grpSpPr>
                  <p:sp>
                    <p:nvSpPr>
                      <p:cNvPr id="15738" name="Arc 15737">
                        <a:extLst>
                          <a:ext uri="{FF2B5EF4-FFF2-40B4-BE49-F238E27FC236}">
                            <a16:creationId xmlns:a16="http://schemas.microsoft.com/office/drawing/2014/main" id="{5E1702C9-C1E7-6DF9-B0FE-4E4B69B3856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739" name="Arc 15738">
                        <a:extLst>
                          <a:ext uri="{FF2B5EF4-FFF2-40B4-BE49-F238E27FC236}">
                            <a16:creationId xmlns:a16="http://schemas.microsoft.com/office/drawing/2014/main" id="{F2F84112-D276-3A2A-CAF7-48BE5E95907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730" name="Group 15729">
                      <a:extLst>
                        <a:ext uri="{FF2B5EF4-FFF2-40B4-BE49-F238E27FC236}">
                          <a16:creationId xmlns:a16="http://schemas.microsoft.com/office/drawing/2014/main" id="{81D9FD1E-3291-10F3-7696-6FD03AE85D2A}"/>
                        </a:ext>
                      </a:extLst>
                    </p:cNvPr>
                    <p:cNvGrpSpPr/>
                    <p:nvPr/>
                  </p:nvGrpSpPr>
                  <p:grpSpPr>
                    <a:xfrm>
                      <a:off x="5310186" y="3402011"/>
                      <a:ext cx="303213" cy="303213"/>
                      <a:chOff x="5310186" y="3402011"/>
                      <a:chExt cx="303213" cy="303213"/>
                    </a:xfrm>
                  </p:grpSpPr>
                  <p:grpSp>
                    <p:nvGrpSpPr>
                      <p:cNvPr id="15731" name="Group 15730">
                        <a:extLst>
                          <a:ext uri="{FF2B5EF4-FFF2-40B4-BE49-F238E27FC236}">
                            <a16:creationId xmlns:a16="http://schemas.microsoft.com/office/drawing/2014/main" id="{CCFEF8EB-05B3-7840-1D25-B003E52D5CB6}"/>
                          </a:ext>
                        </a:extLst>
                      </p:cNvPr>
                      <p:cNvGrpSpPr/>
                      <p:nvPr/>
                    </p:nvGrpSpPr>
                    <p:grpSpPr>
                      <a:xfrm>
                        <a:off x="5354636" y="3446461"/>
                        <a:ext cx="214313" cy="214313"/>
                        <a:chOff x="5354637" y="3446463"/>
                        <a:chExt cx="214313" cy="214313"/>
                      </a:xfrm>
                    </p:grpSpPr>
                    <p:sp>
                      <p:nvSpPr>
                        <p:cNvPr id="15736" name="Arc 15735">
                          <a:extLst>
                            <a:ext uri="{FF2B5EF4-FFF2-40B4-BE49-F238E27FC236}">
                              <a16:creationId xmlns:a16="http://schemas.microsoft.com/office/drawing/2014/main" id="{AEAFEB5A-F59D-6D8D-2EAF-07E72A1873B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737" name="Arc 15736">
                          <a:extLst>
                            <a:ext uri="{FF2B5EF4-FFF2-40B4-BE49-F238E27FC236}">
                              <a16:creationId xmlns:a16="http://schemas.microsoft.com/office/drawing/2014/main" id="{7A43E4F6-3D7B-920C-FC22-0FB935424CC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732" name="Group 15731">
                        <a:extLst>
                          <a:ext uri="{FF2B5EF4-FFF2-40B4-BE49-F238E27FC236}">
                            <a16:creationId xmlns:a16="http://schemas.microsoft.com/office/drawing/2014/main" id="{06E37309-1ECA-C71B-8BE0-51BA89B83001}"/>
                          </a:ext>
                        </a:extLst>
                      </p:cNvPr>
                      <p:cNvGrpSpPr/>
                      <p:nvPr/>
                    </p:nvGrpSpPr>
                    <p:grpSpPr>
                      <a:xfrm rot="7200000">
                        <a:off x="5310186" y="3402011"/>
                        <a:ext cx="303213" cy="303213"/>
                        <a:chOff x="5354637" y="3446463"/>
                        <a:chExt cx="214313" cy="214313"/>
                      </a:xfrm>
                    </p:grpSpPr>
                    <p:sp>
                      <p:nvSpPr>
                        <p:cNvPr id="15734" name="Arc 15733">
                          <a:extLst>
                            <a:ext uri="{FF2B5EF4-FFF2-40B4-BE49-F238E27FC236}">
                              <a16:creationId xmlns:a16="http://schemas.microsoft.com/office/drawing/2014/main" id="{131785F9-80FA-8DB5-AAA1-EE6C843500F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735" name="Arc 15734">
                          <a:extLst>
                            <a:ext uri="{FF2B5EF4-FFF2-40B4-BE49-F238E27FC236}">
                              <a16:creationId xmlns:a16="http://schemas.microsoft.com/office/drawing/2014/main" id="{DB058D13-36D3-EED1-B6BD-D4CBCD6833A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733" name="TextBox 15732">
                        <a:extLst>
                          <a:ext uri="{FF2B5EF4-FFF2-40B4-BE49-F238E27FC236}">
                            <a16:creationId xmlns:a16="http://schemas.microsoft.com/office/drawing/2014/main" id="{30B00123-6BA9-4873-FFE2-5E5B479A45D9}"/>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695" name="Group 15694">
                    <a:extLst>
                      <a:ext uri="{FF2B5EF4-FFF2-40B4-BE49-F238E27FC236}">
                        <a16:creationId xmlns:a16="http://schemas.microsoft.com/office/drawing/2014/main" id="{1F95BED6-72FC-9860-FE80-F7825C854A98}"/>
                      </a:ext>
                    </a:extLst>
                  </p:cNvPr>
                  <p:cNvGrpSpPr/>
                  <p:nvPr/>
                </p:nvGrpSpPr>
                <p:grpSpPr>
                  <a:xfrm>
                    <a:off x="5886431" y="3525040"/>
                    <a:ext cx="393192" cy="393192"/>
                    <a:chOff x="5265196" y="3932619"/>
                    <a:chExt cx="393192" cy="393192"/>
                  </a:xfrm>
                </p:grpSpPr>
                <p:grpSp>
                  <p:nvGrpSpPr>
                    <p:cNvPr id="15719" name="Group 15718">
                      <a:extLst>
                        <a:ext uri="{FF2B5EF4-FFF2-40B4-BE49-F238E27FC236}">
                          <a16:creationId xmlns:a16="http://schemas.microsoft.com/office/drawing/2014/main" id="{BB9ADF8B-0461-517C-0A6B-027F74EFDAD6}"/>
                        </a:ext>
                      </a:extLst>
                    </p:cNvPr>
                    <p:cNvGrpSpPr/>
                    <p:nvPr/>
                  </p:nvGrpSpPr>
                  <p:grpSpPr>
                    <a:xfrm>
                      <a:off x="5354636" y="4022061"/>
                      <a:ext cx="214313" cy="214313"/>
                      <a:chOff x="5354637" y="3446463"/>
                      <a:chExt cx="214313" cy="214313"/>
                    </a:xfrm>
                  </p:grpSpPr>
                  <p:sp>
                    <p:nvSpPr>
                      <p:cNvPr id="15727" name="Arc 15726">
                        <a:extLst>
                          <a:ext uri="{FF2B5EF4-FFF2-40B4-BE49-F238E27FC236}">
                            <a16:creationId xmlns:a16="http://schemas.microsoft.com/office/drawing/2014/main" id="{DBCDE395-0E96-6FDA-9686-80DD38508A0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728" name="Arc 15727">
                        <a:extLst>
                          <a:ext uri="{FF2B5EF4-FFF2-40B4-BE49-F238E27FC236}">
                            <a16:creationId xmlns:a16="http://schemas.microsoft.com/office/drawing/2014/main" id="{3D69C455-010F-AD1C-D55B-A00D1967AD4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720" name="Group 15719">
                      <a:extLst>
                        <a:ext uri="{FF2B5EF4-FFF2-40B4-BE49-F238E27FC236}">
                          <a16:creationId xmlns:a16="http://schemas.microsoft.com/office/drawing/2014/main" id="{6B1F5187-8393-9E74-CA6C-F3F890D67529}"/>
                        </a:ext>
                      </a:extLst>
                    </p:cNvPr>
                    <p:cNvGrpSpPr/>
                    <p:nvPr/>
                  </p:nvGrpSpPr>
                  <p:grpSpPr>
                    <a:xfrm rot="14400000">
                      <a:off x="5310186" y="3977611"/>
                      <a:ext cx="303213" cy="303213"/>
                      <a:chOff x="5354637" y="3446463"/>
                      <a:chExt cx="214313" cy="214313"/>
                    </a:xfrm>
                  </p:grpSpPr>
                  <p:sp>
                    <p:nvSpPr>
                      <p:cNvPr id="15725" name="Arc 15724">
                        <a:extLst>
                          <a:ext uri="{FF2B5EF4-FFF2-40B4-BE49-F238E27FC236}">
                            <a16:creationId xmlns:a16="http://schemas.microsoft.com/office/drawing/2014/main" id="{419CB5DD-72ED-7653-429F-C3CFBEF922F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726" name="Arc 15725">
                        <a:extLst>
                          <a:ext uri="{FF2B5EF4-FFF2-40B4-BE49-F238E27FC236}">
                            <a16:creationId xmlns:a16="http://schemas.microsoft.com/office/drawing/2014/main" id="{B30F31DF-F78C-1604-70D3-583ED924B4C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721" name="Group 15720">
                      <a:extLst>
                        <a:ext uri="{FF2B5EF4-FFF2-40B4-BE49-F238E27FC236}">
                          <a16:creationId xmlns:a16="http://schemas.microsoft.com/office/drawing/2014/main" id="{2781A231-70E1-2ABF-3C92-8AD326462E19}"/>
                        </a:ext>
                      </a:extLst>
                    </p:cNvPr>
                    <p:cNvGrpSpPr/>
                    <p:nvPr/>
                  </p:nvGrpSpPr>
                  <p:grpSpPr>
                    <a:xfrm rot="7200000">
                      <a:off x="5265196" y="3932619"/>
                      <a:ext cx="393192" cy="393192"/>
                      <a:chOff x="5354637" y="3446463"/>
                      <a:chExt cx="214313" cy="214313"/>
                    </a:xfrm>
                  </p:grpSpPr>
                  <p:sp>
                    <p:nvSpPr>
                      <p:cNvPr id="15723" name="Arc 15722">
                        <a:extLst>
                          <a:ext uri="{FF2B5EF4-FFF2-40B4-BE49-F238E27FC236}">
                            <a16:creationId xmlns:a16="http://schemas.microsoft.com/office/drawing/2014/main" id="{AB9C635A-C8E6-7EE7-3FFD-CB12DBD8C58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724" name="Arc 15723">
                        <a:extLst>
                          <a:ext uri="{FF2B5EF4-FFF2-40B4-BE49-F238E27FC236}">
                            <a16:creationId xmlns:a16="http://schemas.microsoft.com/office/drawing/2014/main" id="{A339EA2E-CF70-68B0-9560-C0AC2CA3682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722" name="TextBox 15721">
                      <a:extLst>
                        <a:ext uri="{FF2B5EF4-FFF2-40B4-BE49-F238E27FC236}">
                          <a16:creationId xmlns:a16="http://schemas.microsoft.com/office/drawing/2014/main" id="{6BE3975A-C805-69A1-382F-5D055E0349C5}"/>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5696" name="Group 15695">
                    <a:extLst>
                      <a:ext uri="{FF2B5EF4-FFF2-40B4-BE49-F238E27FC236}">
                        <a16:creationId xmlns:a16="http://schemas.microsoft.com/office/drawing/2014/main" id="{88C249E2-1346-A719-6952-0A100278924E}"/>
                      </a:ext>
                    </a:extLst>
                  </p:cNvPr>
                  <p:cNvGrpSpPr/>
                  <p:nvPr/>
                </p:nvGrpSpPr>
                <p:grpSpPr>
                  <a:xfrm>
                    <a:off x="6512463" y="3525040"/>
                    <a:ext cx="393192" cy="393192"/>
                    <a:chOff x="6389147" y="3357021"/>
                    <a:chExt cx="393192" cy="393192"/>
                  </a:xfrm>
                </p:grpSpPr>
                <p:grpSp>
                  <p:nvGrpSpPr>
                    <p:cNvPr id="15708" name="Group 15707">
                      <a:extLst>
                        <a:ext uri="{FF2B5EF4-FFF2-40B4-BE49-F238E27FC236}">
                          <a16:creationId xmlns:a16="http://schemas.microsoft.com/office/drawing/2014/main" id="{B12F1CD7-356D-DE46-02C5-4A00D480E3ED}"/>
                        </a:ext>
                      </a:extLst>
                    </p:cNvPr>
                    <p:cNvGrpSpPr/>
                    <p:nvPr/>
                  </p:nvGrpSpPr>
                  <p:grpSpPr>
                    <a:xfrm rot="7200000" flipH="1">
                      <a:off x="6389147" y="3357021"/>
                      <a:ext cx="393192" cy="393192"/>
                      <a:chOff x="5354637" y="3446463"/>
                      <a:chExt cx="214313" cy="214313"/>
                    </a:xfrm>
                  </p:grpSpPr>
                  <p:sp>
                    <p:nvSpPr>
                      <p:cNvPr id="15717" name="Arc 15716">
                        <a:extLst>
                          <a:ext uri="{FF2B5EF4-FFF2-40B4-BE49-F238E27FC236}">
                            <a16:creationId xmlns:a16="http://schemas.microsoft.com/office/drawing/2014/main" id="{11E3D09F-8406-43F4-02CE-842108B137A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718" name="Arc 15717">
                        <a:extLst>
                          <a:ext uri="{FF2B5EF4-FFF2-40B4-BE49-F238E27FC236}">
                            <a16:creationId xmlns:a16="http://schemas.microsoft.com/office/drawing/2014/main" id="{13EBB078-05D5-3FF6-A23E-085F9233E1B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709" name="Group 15708">
                      <a:extLst>
                        <a:ext uri="{FF2B5EF4-FFF2-40B4-BE49-F238E27FC236}">
                          <a16:creationId xmlns:a16="http://schemas.microsoft.com/office/drawing/2014/main" id="{1DC92F3B-7850-E5B5-7EA7-BB6800BC7B1B}"/>
                        </a:ext>
                      </a:extLst>
                    </p:cNvPr>
                    <p:cNvGrpSpPr/>
                    <p:nvPr/>
                  </p:nvGrpSpPr>
                  <p:grpSpPr>
                    <a:xfrm>
                      <a:off x="6434137" y="3402011"/>
                      <a:ext cx="303213" cy="303213"/>
                      <a:chOff x="6434137" y="3402011"/>
                      <a:chExt cx="303213" cy="303213"/>
                    </a:xfrm>
                  </p:grpSpPr>
                  <p:grpSp>
                    <p:nvGrpSpPr>
                      <p:cNvPr id="15710" name="Group 15709">
                        <a:extLst>
                          <a:ext uri="{FF2B5EF4-FFF2-40B4-BE49-F238E27FC236}">
                            <a16:creationId xmlns:a16="http://schemas.microsoft.com/office/drawing/2014/main" id="{22F9520E-C712-C267-90CA-1691E6652CA7}"/>
                          </a:ext>
                        </a:extLst>
                      </p:cNvPr>
                      <p:cNvGrpSpPr/>
                      <p:nvPr/>
                    </p:nvGrpSpPr>
                    <p:grpSpPr>
                      <a:xfrm flipH="1">
                        <a:off x="6478587" y="3446461"/>
                        <a:ext cx="214313" cy="214313"/>
                        <a:chOff x="5354637" y="3446463"/>
                        <a:chExt cx="214313" cy="214313"/>
                      </a:xfrm>
                    </p:grpSpPr>
                    <p:sp>
                      <p:nvSpPr>
                        <p:cNvPr id="15715" name="Arc 15714">
                          <a:extLst>
                            <a:ext uri="{FF2B5EF4-FFF2-40B4-BE49-F238E27FC236}">
                              <a16:creationId xmlns:a16="http://schemas.microsoft.com/office/drawing/2014/main" id="{632377F6-FE9F-DEAE-7EB4-6652DB297CF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716" name="Arc 15715">
                          <a:extLst>
                            <a:ext uri="{FF2B5EF4-FFF2-40B4-BE49-F238E27FC236}">
                              <a16:creationId xmlns:a16="http://schemas.microsoft.com/office/drawing/2014/main" id="{56A32B30-5880-3B0A-A4A0-E39B2DB5237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711" name="Group 15710">
                        <a:extLst>
                          <a:ext uri="{FF2B5EF4-FFF2-40B4-BE49-F238E27FC236}">
                            <a16:creationId xmlns:a16="http://schemas.microsoft.com/office/drawing/2014/main" id="{CCCC71DA-0276-D8D4-E2A6-9304937A8EEC}"/>
                          </a:ext>
                        </a:extLst>
                      </p:cNvPr>
                      <p:cNvGrpSpPr/>
                      <p:nvPr/>
                    </p:nvGrpSpPr>
                    <p:grpSpPr>
                      <a:xfrm rot="14400000" flipH="1">
                        <a:off x="6434137" y="3402011"/>
                        <a:ext cx="303213" cy="303213"/>
                        <a:chOff x="5354637" y="3446463"/>
                        <a:chExt cx="214313" cy="214313"/>
                      </a:xfrm>
                    </p:grpSpPr>
                    <p:sp>
                      <p:nvSpPr>
                        <p:cNvPr id="15713" name="Arc 15712">
                          <a:extLst>
                            <a:ext uri="{FF2B5EF4-FFF2-40B4-BE49-F238E27FC236}">
                              <a16:creationId xmlns:a16="http://schemas.microsoft.com/office/drawing/2014/main" id="{DAAC7835-C0B7-1F0C-36E1-516772A75A2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714" name="Arc 15713">
                          <a:extLst>
                            <a:ext uri="{FF2B5EF4-FFF2-40B4-BE49-F238E27FC236}">
                              <a16:creationId xmlns:a16="http://schemas.microsoft.com/office/drawing/2014/main" id="{A7F78656-EC8E-0E42-B0B6-9C6307C4332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712" name="TextBox 15711">
                        <a:extLst>
                          <a:ext uri="{FF2B5EF4-FFF2-40B4-BE49-F238E27FC236}">
                            <a16:creationId xmlns:a16="http://schemas.microsoft.com/office/drawing/2014/main" id="{939FB962-BBB8-B138-7DEC-8A34DA6A49E1}"/>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697" name="Group 15696">
                    <a:extLst>
                      <a:ext uri="{FF2B5EF4-FFF2-40B4-BE49-F238E27FC236}">
                        <a16:creationId xmlns:a16="http://schemas.microsoft.com/office/drawing/2014/main" id="{3D610BDD-D036-2E3C-1EA8-5CB51F92D05D}"/>
                      </a:ext>
                    </a:extLst>
                  </p:cNvPr>
                  <p:cNvGrpSpPr/>
                  <p:nvPr/>
                </p:nvGrpSpPr>
                <p:grpSpPr>
                  <a:xfrm>
                    <a:off x="6197413" y="3225768"/>
                    <a:ext cx="393192" cy="393192"/>
                    <a:chOff x="6389147" y="3932622"/>
                    <a:chExt cx="393192" cy="393192"/>
                  </a:xfrm>
                </p:grpSpPr>
                <p:grpSp>
                  <p:nvGrpSpPr>
                    <p:cNvPr id="15698" name="Group 15697">
                      <a:extLst>
                        <a:ext uri="{FF2B5EF4-FFF2-40B4-BE49-F238E27FC236}">
                          <a16:creationId xmlns:a16="http://schemas.microsoft.com/office/drawing/2014/main" id="{BC986D2E-5CA2-CE46-12ED-23AA7E68D2E6}"/>
                        </a:ext>
                      </a:extLst>
                    </p:cNvPr>
                    <p:cNvGrpSpPr/>
                    <p:nvPr/>
                  </p:nvGrpSpPr>
                  <p:grpSpPr>
                    <a:xfrm flipH="1">
                      <a:off x="6478587" y="4022061"/>
                      <a:ext cx="214313" cy="214313"/>
                      <a:chOff x="5354637" y="3446463"/>
                      <a:chExt cx="214313" cy="214313"/>
                    </a:xfrm>
                  </p:grpSpPr>
                  <p:sp>
                    <p:nvSpPr>
                      <p:cNvPr id="15706" name="Arc 15705">
                        <a:extLst>
                          <a:ext uri="{FF2B5EF4-FFF2-40B4-BE49-F238E27FC236}">
                            <a16:creationId xmlns:a16="http://schemas.microsoft.com/office/drawing/2014/main" id="{57ACCDC4-DBB3-0953-BA2C-6A636CEE57C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707" name="Arc 15706">
                        <a:extLst>
                          <a:ext uri="{FF2B5EF4-FFF2-40B4-BE49-F238E27FC236}">
                            <a16:creationId xmlns:a16="http://schemas.microsoft.com/office/drawing/2014/main" id="{49B3FA87-3EF5-4200-2070-13A92AE2B1B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699" name="Group 15698">
                      <a:extLst>
                        <a:ext uri="{FF2B5EF4-FFF2-40B4-BE49-F238E27FC236}">
                          <a16:creationId xmlns:a16="http://schemas.microsoft.com/office/drawing/2014/main" id="{0AA9A806-FA24-FC1B-F08F-45F4E459B9A1}"/>
                        </a:ext>
                      </a:extLst>
                    </p:cNvPr>
                    <p:cNvGrpSpPr/>
                    <p:nvPr/>
                  </p:nvGrpSpPr>
                  <p:grpSpPr>
                    <a:xfrm rot="7200000" flipH="1">
                      <a:off x="6434137" y="3977611"/>
                      <a:ext cx="303213" cy="303213"/>
                      <a:chOff x="5354637" y="3446463"/>
                      <a:chExt cx="214313" cy="214313"/>
                    </a:xfrm>
                  </p:grpSpPr>
                  <p:sp>
                    <p:nvSpPr>
                      <p:cNvPr id="15704" name="Arc 15703">
                        <a:extLst>
                          <a:ext uri="{FF2B5EF4-FFF2-40B4-BE49-F238E27FC236}">
                            <a16:creationId xmlns:a16="http://schemas.microsoft.com/office/drawing/2014/main" id="{09353974-8EA6-57E4-5273-034EB129719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705" name="Arc 15704">
                        <a:extLst>
                          <a:ext uri="{FF2B5EF4-FFF2-40B4-BE49-F238E27FC236}">
                            <a16:creationId xmlns:a16="http://schemas.microsoft.com/office/drawing/2014/main" id="{098C5CB8-22AA-A1E1-1C47-A0140592D20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700" name="Group 15699">
                      <a:extLst>
                        <a:ext uri="{FF2B5EF4-FFF2-40B4-BE49-F238E27FC236}">
                          <a16:creationId xmlns:a16="http://schemas.microsoft.com/office/drawing/2014/main" id="{2C719762-D3AA-105C-936B-83F09E9CECD9}"/>
                        </a:ext>
                      </a:extLst>
                    </p:cNvPr>
                    <p:cNvGrpSpPr/>
                    <p:nvPr/>
                  </p:nvGrpSpPr>
                  <p:grpSpPr>
                    <a:xfrm rot="14400000" flipH="1">
                      <a:off x="6389147" y="3932622"/>
                      <a:ext cx="393192" cy="393192"/>
                      <a:chOff x="5354637" y="3446463"/>
                      <a:chExt cx="214313" cy="214313"/>
                    </a:xfrm>
                  </p:grpSpPr>
                  <p:sp>
                    <p:nvSpPr>
                      <p:cNvPr id="15702" name="Arc 15701">
                        <a:extLst>
                          <a:ext uri="{FF2B5EF4-FFF2-40B4-BE49-F238E27FC236}">
                            <a16:creationId xmlns:a16="http://schemas.microsoft.com/office/drawing/2014/main" id="{3AE3F043-2D61-4889-A27A-94F0C1309CC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703" name="Arc 15702">
                        <a:extLst>
                          <a:ext uri="{FF2B5EF4-FFF2-40B4-BE49-F238E27FC236}">
                            <a16:creationId xmlns:a16="http://schemas.microsoft.com/office/drawing/2014/main" id="{FE3E8982-EA00-C463-93CD-8A83AD7985B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701" name="TextBox 15700">
                      <a:extLst>
                        <a:ext uri="{FF2B5EF4-FFF2-40B4-BE49-F238E27FC236}">
                          <a16:creationId xmlns:a16="http://schemas.microsoft.com/office/drawing/2014/main" id="{DD765117-FB8F-3463-8506-5A9026D856AB}"/>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5308" name="Group 15307">
              <a:extLst>
                <a:ext uri="{FF2B5EF4-FFF2-40B4-BE49-F238E27FC236}">
                  <a16:creationId xmlns:a16="http://schemas.microsoft.com/office/drawing/2014/main" id="{012ABEF5-EAFF-CF9C-1D1F-569F1F2C044F}"/>
                </a:ext>
              </a:extLst>
            </p:cNvPr>
            <p:cNvGrpSpPr/>
            <p:nvPr/>
          </p:nvGrpSpPr>
          <p:grpSpPr>
            <a:xfrm>
              <a:off x="1677244" y="638235"/>
              <a:ext cx="2263438" cy="2198360"/>
              <a:chOff x="5445106" y="2039507"/>
              <a:chExt cx="2263438" cy="2198360"/>
            </a:xfrm>
          </p:grpSpPr>
          <p:grpSp>
            <p:nvGrpSpPr>
              <p:cNvPr id="15500" name="Group 15499">
                <a:extLst>
                  <a:ext uri="{FF2B5EF4-FFF2-40B4-BE49-F238E27FC236}">
                    <a16:creationId xmlns:a16="http://schemas.microsoft.com/office/drawing/2014/main" id="{E5B5EDB8-5E63-FC19-CFDF-5CB2822D5349}"/>
                  </a:ext>
                </a:extLst>
              </p:cNvPr>
              <p:cNvGrpSpPr/>
              <p:nvPr/>
            </p:nvGrpSpPr>
            <p:grpSpPr>
              <a:xfrm>
                <a:off x="5445106" y="2644743"/>
                <a:ext cx="1643204" cy="1593124"/>
                <a:chOff x="5445106" y="2644743"/>
                <a:chExt cx="1643204" cy="1593124"/>
              </a:xfrm>
            </p:grpSpPr>
            <p:grpSp>
              <p:nvGrpSpPr>
                <p:cNvPr id="15596" name="Group 15595">
                  <a:extLst>
                    <a:ext uri="{FF2B5EF4-FFF2-40B4-BE49-F238E27FC236}">
                      <a16:creationId xmlns:a16="http://schemas.microsoft.com/office/drawing/2014/main" id="{2543B62C-E7A7-2A3D-DC86-19585ADC0036}"/>
                    </a:ext>
                  </a:extLst>
                </p:cNvPr>
                <p:cNvGrpSpPr/>
                <p:nvPr/>
              </p:nvGrpSpPr>
              <p:grpSpPr>
                <a:xfrm>
                  <a:off x="5445106" y="2644743"/>
                  <a:ext cx="1019224" cy="991639"/>
                  <a:chOff x="5886431" y="3225768"/>
                  <a:chExt cx="1019224" cy="991639"/>
                </a:xfrm>
              </p:grpSpPr>
              <p:grpSp>
                <p:nvGrpSpPr>
                  <p:cNvPr id="15644" name="Group 15643">
                    <a:extLst>
                      <a:ext uri="{FF2B5EF4-FFF2-40B4-BE49-F238E27FC236}">
                        <a16:creationId xmlns:a16="http://schemas.microsoft.com/office/drawing/2014/main" id="{9DEE3CAE-92E2-976A-D149-AA3D3E544D03}"/>
                      </a:ext>
                    </a:extLst>
                  </p:cNvPr>
                  <p:cNvGrpSpPr/>
                  <p:nvPr/>
                </p:nvGrpSpPr>
                <p:grpSpPr>
                  <a:xfrm>
                    <a:off x="6197413" y="3824215"/>
                    <a:ext cx="393192" cy="393192"/>
                    <a:chOff x="5265196" y="3357021"/>
                    <a:chExt cx="393192" cy="393192"/>
                  </a:xfrm>
                </p:grpSpPr>
                <p:grpSp>
                  <p:nvGrpSpPr>
                    <p:cNvPr id="15679" name="Group 15678">
                      <a:extLst>
                        <a:ext uri="{FF2B5EF4-FFF2-40B4-BE49-F238E27FC236}">
                          <a16:creationId xmlns:a16="http://schemas.microsoft.com/office/drawing/2014/main" id="{EC236177-44D4-3001-6AA2-24E7481A185C}"/>
                        </a:ext>
                      </a:extLst>
                    </p:cNvPr>
                    <p:cNvGrpSpPr/>
                    <p:nvPr/>
                  </p:nvGrpSpPr>
                  <p:grpSpPr>
                    <a:xfrm rot="14400000">
                      <a:off x="5265196" y="3357021"/>
                      <a:ext cx="393192" cy="393192"/>
                      <a:chOff x="5354637" y="3446463"/>
                      <a:chExt cx="214313" cy="214313"/>
                    </a:xfrm>
                  </p:grpSpPr>
                  <p:sp>
                    <p:nvSpPr>
                      <p:cNvPr id="15688" name="Arc 15687">
                        <a:extLst>
                          <a:ext uri="{FF2B5EF4-FFF2-40B4-BE49-F238E27FC236}">
                            <a16:creationId xmlns:a16="http://schemas.microsoft.com/office/drawing/2014/main" id="{25F0DE3B-CB51-3823-3758-F403E59F56A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689" name="Arc 15688">
                        <a:extLst>
                          <a:ext uri="{FF2B5EF4-FFF2-40B4-BE49-F238E27FC236}">
                            <a16:creationId xmlns:a16="http://schemas.microsoft.com/office/drawing/2014/main" id="{05BB01D7-2E6E-3BF8-62A8-1EA5AFEAA00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680" name="Group 15679">
                      <a:extLst>
                        <a:ext uri="{FF2B5EF4-FFF2-40B4-BE49-F238E27FC236}">
                          <a16:creationId xmlns:a16="http://schemas.microsoft.com/office/drawing/2014/main" id="{C52194EF-6EC2-C101-1F60-D051FE10D055}"/>
                        </a:ext>
                      </a:extLst>
                    </p:cNvPr>
                    <p:cNvGrpSpPr/>
                    <p:nvPr/>
                  </p:nvGrpSpPr>
                  <p:grpSpPr>
                    <a:xfrm>
                      <a:off x="5310186" y="3402011"/>
                      <a:ext cx="303213" cy="303213"/>
                      <a:chOff x="5310186" y="3402011"/>
                      <a:chExt cx="303213" cy="303213"/>
                    </a:xfrm>
                  </p:grpSpPr>
                  <p:grpSp>
                    <p:nvGrpSpPr>
                      <p:cNvPr id="15681" name="Group 15680">
                        <a:extLst>
                          <a:ext uri="{FF2B5EF4-FFF2-40B4-BE49-F238E27FC236}">
                            <a16:creationId xmlns:a16="http://schemas.microsoft.com/office/drawing/2014/main" id="{DF42990A-5867-7001-6316-5C918C21E718}"/>
                          </a:ext>
                        </a:extLst>
                      </p:cNvPr>
                      <p:cNvGrpSpPr/>
                      <p:nvPr/>
                    </p:nvGrpSpPr>
                    <p:grpSpPr>
                      <a:xfrm>
                        <a:off x="5354636" y="3446461"/>
                        <a:ext cx="214313" cy="214313"/>
                        <a:chOff x="5354637" y="3446463"/>
                        <a:chExt cx="214313" cy="214313"/>
                      </a:xfrm>
                    </p:grpSpPr>
                    <p:sp>
                      <p:nvSpPr>
                        <p:cNvPr id="15686" name="Arc 15685">
                          <a:extLst>
                            <a:ext uri="{FF2B5EF4-FFF2-40B4-BE49-F238E27FC236}">
                              <a16:creationId xmlns:a16="http://schemas.microsoft.com/office/drawing/2014/main" id="{356EAAE4-3DD4-94DC-1E33-44D7B461F5D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687" name="Arc 15686">
                          <a:extLst>
                            <a:ext uri="{FF2B5EF4-FFF2-40B4-BE49-F238E27FC236}">
                              <a16:creationId xmlns:a16="http://schemas.microsoft.com/office/drawing/2014/main" id="{8CC93151-AA09-ED80-967F-189D111C4C4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682" name="Group 15681">
                        <a:extLst>
                          <a:ext uri="{FF2B5EF4-FFF2-40B4-BE49-F238E27FC236}">
                            <a16:creationId xmlns:a16="http://schemas.microsoft.com/office/drawing/2014/main" id="{21956803-7959-00A1-EB2A-0C782C255CFF}"/>
                          </a:ext>
                        </a:extLst>
                      </p:cNvPr>
                      <p:cNvGrpSpPr/>
                      <p:nvPr/>
                    </p:nvGrpSpPr>
                    <p:grpSpPr>
                      <a:xfrm rot="7200000">
                        <a:off x="5310186" y="3402011"/>
                        <a:ext cx="303213" cy="303213"/>
                        <a:chOff x="5354637" y="3446463"/>
                        <a:chExt cx="214313" cy="214313"/>
                      </a:xfrm>
                    </p:grpSpPr>
                    <p:sp>
                      <p:nvSpPr>
                        <p:cNvPr id="15684" name="Arc 15683">
                          <a:extLst>
                            <a:ext uri="{FF2B5EF4-FFF2-40B4-BE49-F238E27FC236}">
                              <a16:creationId xmlns:a16="http://schemas.microsoft.com/office/drawing/2014/main" id="{162A5638-6727-E3F8-8560-A5B07AD0C6E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685" name="Arc 15684">
                          <a:extLst>
                            <a:ext uri="{FF2B5EF4-FFF2-40B4-BE49-F238E27FC236}">
                              <a16:creationId xmlns:a16="http://schemas.microsoft.com/office/drawing/2014/main" id="{922A7E66-E729-3716-6A6F-9BA623A9520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683" name="TextBox 15682">
                        <a:extLst>
                          <a:ext uri="{FF2B5EF4-FFF2-40B4-BE49-F238E27FC236}">
                            <a16:creationId xmlns:a16="http://schemas.microsoft.com/office/drawing/2014/main" id="{0300DEDF-105C-F535-9CDA-17DD046D47F0}"/>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645" name="Group 15644">
                    <a:extLst>
                      <a:ext uri="{FF2B5EF4-FFF2-40B4-BE49-F238E27FC236}">
                        <a16:creationId xmlns:a16="http://schemas.microsoft.com/office/drawing/2014/main" id="{62649286-6671-5451-D0D6-718E8EFDB9DB}"/>
                      </a:ext>
                    </a:extLst>
                  </p:cNvPr>
                  <p:cNvGrpSpPr/>
                  <p:nvPr/>
                </p:nvGrpSpPr>
                <p:grpSpPr>
                  <a:xfrm>
                    <a:off x="5886431" y="3525040"/>
                    <a:ext cx="393192" cy="393192"/>
                    <a:chOff x="5265196" y="3932619"/>
                    <a:chExt cx="393192" cy="393192"/>
                  </a:xfrm>
                </p:grpSpPr>
                <p:grpSp>
                  <p:nvGrpSpPr>
                    <p:cNvPr id="15669" name="Group 15668">
                      <a:extLst>
                        <a:ext uri="{FF2B5EF4-FFF2-40B4-BE49-F238E27FC236}">
                          <a16:creationId xmlns:a16="http://schemas.microsoft.com/office/drawing/2014/main" id="{CAE76714-8EEA-D16F-ECCA-BD460F07F4A1}"/>
                        </a:ext>
                      </a:extLst>
                    </p:cNvPr>
                    <p:cNvGrpSpPr/>
                    <p:nvPr/>
                  </p:nvGrpSpPr>
                  <p:grpSpPr>
                    <a:xfrm>
                      <a:off x="5354636" y="4022061"/>
                      <a:ext cx="214313" cy="214313"/>
                      <a:chOff x="5354637" y="3446463"/>
                      <a:chExt cx="214313" cy="214313"/>
                    </a:xfrm>
                  </p:grpSpPr>
                  <p:sp>
                    <p:nvSpPr>
                      <p:cNvPr id="15677" name="Arc 15676">
                        <a:extLst>
                          <a:ext uri="{FF2B5EF4-FFF2-40B4-BE49-F238E27FC236}">
                            <a16:creationId xmlns:a16="http://schemas.microsoft.com/office/drawing/2014/main" id="{B281A2CA-D030-33E6-C6BE-4C2860BCC23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678" name="Arc 15677">
                        <a:extLst>
                          <a:ext uri="{FF2B5EF4-FFF2-40B4-BE49-F238E27FC236}">
                            <a16:creationId xmlns:a16="http://schemas.microsoft.com/office/drawing/2014/main" id="{6C699616-B0E4-60AC-83C3-CE9A8C839F0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670" name="Group 15669">
                      <a:extLst>
                        <a:ext uri="{FF2B5EF4-FFF2-40B4-BE49-F238E27FC236}">
                          <a16:creationId xmlns:a16="http://schemas.microsoft.com/office/drawing/2014/main" id="{90E70BC7-1186-5AB0-9BEB-B172AF1243E5}"/>
                        </a:ext>
                      </a:extLst>
                    </p:cNvPr>
                    <p:cNvGrpSpPr/>
                    <p:nvPr/>
                  </p:nvGrpSpPr>
                  <p:grpSpPr>
                    <a:xfrm rot="14400000">
                      <a:off x="5310186" y="3977611"/>
                      <a:ext cx="303213" cy="303213"/>
                      <a:chOff x="5354637" y="3446463"/>
                      <a:chExt cx="214313" cy="214313"/>
                    </a:xfrm>
                  </p:grpSpPr>
                  <p:sp>
                    <p:nvSpPr>
                      <p:cNvPr id="15675" name="Arc 15674">
                        <a:extLst>
                          <a:ext uri="{FF2B5EF4-FFF2-40B4-BE49-F238E27FC236}">
                            <a16:creationId xmlns:a16="http://schemas.microsoft.com/office/drawing/2014/main" id="{CA8A293A-6FDB-E577-36E2-7A0375400F1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676" name="Arc 15675">
                        <a:extLst>
                          <a:ext uri="{FF2B5EF4-FFF2-40B4-BE49-F238E27FC236}">
                            <a16:creationId xmlns:a16="http://schemas.microsoft.com/office/drawing/2014/main" id="{04BBDE0C-F07D-FC30-0A7A-96DA3A3A535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671" name="Group 15670">
                      <a:extLst>
                        <a:ext uri="{FF2B5EF4-FFF2-40B4-BE49-F238E27FC236}">
                          <a16:creationId xmlns:a16="http://schemas.microsoft.com/office/drawing/2014/main" id="{1324192C-4EB0-E246-0ACD-FC4A6C3572DD}"/>
                        </a:ext>
                      </a:extLst>
                    </p:cNvPr>
                    <p:cNvGrpSpPr/>
                    <p:nvPr/>
                  </p:nvGrpSpPr>
                  <p:grpSpPr>
                    <a:xfrm rot="7200000">
                      <a:off x="5265196" y="3932619"/>
                      <a:ext cx="393192" cy="393192"/>
                      <a:chOff x="5354637" y="3446463"/>
                      <a:chExt cx="214313" cy="214313"/>
                    </a:xfrm>
                  </p:grpSpPr>
                  <p:sp>
                    <p:nvSpPr>
                      <p:cNvPr id="15673" name="Arc 15672">
                        <a:extLst>
                          <a:ext uri="{FF2B5EF4-FFF2-40B4-BE49-F238E27FC236}">
                            <a16:creationId xmlns:a16="http://schemas.microsoft.com/office/drawing/2014/main" id="{22B4F4D4-C457-D563-304C-67B8E70204E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674" name="Arc 15673">
                        <a:extLst>
                          <a:ext uri="{FF2B5EF4-FFF2-40B4-BE49-F238E27FC236}">
                            <a16:creationId xmlns:a16="http://schemas.microsoft.com/office/drawing/2014/main" id="{5357C3D0-5328-2847-E971-63F551DF310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672" name="TextBox 15671">
                      <a:extLst>
                        <a:ext uri="{FF2B5EF4-FFF2-40B4-BE49-F238E27FC236}">
                          <a16:creationId xmlns:a16="http://schemas.microsoft.com/office/drawing/2014/main" id="{7C9D9045-37FA-1433-3C60-57D6E2F3E953}"/>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5646" name="Group 15645">
                    <a:extLst>
                      <a:ext uri="{FF2B5EF4-FFF2-40B4-BE49-F238E27FC236}">
                        <a16:creationId xmlns:a16="http://schemas.microsoft.com/office/drawing/2014/main" id="{4023AB97-81AE-1CA9-512A-030AB2E130D8}"/>
                      </a:ext>
                    </a:extLst>
                  </p:cNvPr>
                  <p:cNvGrpSpPr/>
                  <p:nvPr/>
                </p:nvGrpSpPr>
                <p:grpSpPr>
                  <a:xfrm>
                    <a:off x="6512463" y="3525040"/>
                    <a:ext cx="393192" cy="393192"/>
                    <a:chOff x="6389147" y="3357021"/>
                    <a:chExt cx="393192" cy="393192"/>
                  </a:xfrm>
                </p:grpSpPr>
                <p:grpSp>
                  <p:nvGrpSpPr>
                    <p:cNvPr id="15658" name="Group 15657">
                      <a:extLst>
                        <a:ext uri="{FF2B5EF4-FFF2-40B4-BE49-F238E27FC236}">
                          <a16:creationId xmlns:a16="http://schemas.microsoft.com/office/drawing/2014/main" id="{CF04B86D-8C53-49FB-C413-0BA14A85C2CB}"/>
                        </a:ext>
                      </a:extLst>
                    </p:cNvPr>
                    <p:cNvGrpSpPr/>
                    <p:nvPr/>
                  </p:nvGrpSpPr>
                  <p:grpSpPr>
                    <a:xfrm rot="7200000" flipH="1">
                      <a:off x="6389147" y="3357021"/>
                      <a:ext cx="393192" cy="393192"/>
                      <a:chOff x="5354637" y="3446463"/>
                      <a:chExt cx="214313" cy="214313"/>
                    </a:xfrm>
                  </p:grpSpPr>
                  <p:sp>
                    <p:nvSpPr>
                      <p:cNvPr id="15667" name="Arc 15666">
                        <a:extLst>
                          <a:ext uri="{FF2B5EF4-FFF2-40B4-BE49-F238E27FC236}">
                            <a16:creationId xmlns:a16="http://schemas.microsoft.com/office/drawing/2014/main" id="{79FF9155-D3CA-32C6-18C4-AEDE5D1B452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668" name="Arc 15667">
                        <a:extLst>
                          <a:ext uri="{FF2B5EF4-FFF2-40B4-BE49-F238E27FC236}">
                            <a16:creationId xmlns:a16="http://schemas.microsoft.com/office/drawing/2014/main" id="{09BEBC3E-A251-B75A-6F17-D11777BD35E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659" name="Group 15658">
                      <a:extLst>
                        <a:ext uri="{FF2B5EF4-FFF2-40B4-BE49-F238E27FC236}">
                          <a16:creationId xmlns:a16="http://schemas.microsoft.com/office/drawing/2014/main" id="{2DAF57D7-720E-2B22-9B7B-B539054E3697}"/>
                        </a:ext>
                      </a:extLst>
                    </p:cNvPr>
                    <p:cNvGrpSpPr/>
                    <p:nvPr/>
                  </p:nvGrpSpPr>
                  <p:grpSpPr>
                    <a:xfrm>
                      <a:off x="6434137" y="3402011"/>
                      <a:ext cx="303213" cy="303213"/>
                      <a:chOff x="6434137" y="3402011"/>
                      <a:chExt cx="303213" cy="303213"/>
                    </a:xfrm>
                  </p:grpSpPr>
                  <p:grpSp>
                    <p:nvGrpSpPr>
                      <p:cNvPr id="15660" name="Group 15659">
                        <a:extLst>
                          <a:ext uri="{FF2B5EF4-FFF2-40B4-BE49-F238E27FC236}">
                            <a16:creationId xmlns:a16="http://schemas.microsoft.com/office/drawing/2014/main" id="{F682FA9F-7CA4-A965-4A56-3CE93A8FF135}"/>
                          </a:ext>
                        </a:extLst>
                      </p:cNvPr>
                      <p:cNvGrpSpPr/>
                      <p:nvPr/>
                    </p:nvGrpSpPr>
                    <p:grpSpPr>
                      <a:xfrm flipH="1">
                        <a:off x="6478587" y="3446461"/>
                        <a:ext cx="214313" cy="214313"/>
                        <a:chOff x="5354637" y="3446463"/>
                        <a:chExt cx="214313" cy="214313"/>
                      </a:xfrm>
                    </p:grpSpPr>
                    <p:sp>
                      <p:nvSpPr>
                        <p:cNvPr id="15665" name="Arc 15664">
                          <a:extLst>
                            <a:ext uri="{FF2B5EF4-FFF2-40B4-BE49-F238E27FC236}">
                              <a16:creationId xmlns:a16="http://schemas.microsoft.com/office/drawing/2014/main" id="{7A508006-64CA-273D-D689-D1BC09D95C2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666" name="Arc 15665">
                          <a:extLst>
                            <a:ext uri="{FF2B5EF4-FFF2-40B4-BE49-F238E27FC236}">
                              <a16:creationId xmlns:a16="http://schemas.microsoft.com/office/drawing/2014/main" id="{A30D63A5-D1A0-BF19-4D1F-1205D9245D5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661" name="Group 15660">
                        <a:extLst>
                          <a:ext uri="{FF2B5EF4-FFF2-40B4-BE49-F238E27FC236}">
                            <a16:creationId xmlns:a16="http://schemas.microsoft.com/office/drawing/2014/main" id="{442A78BB-41C0-D7E1-C240-B2CB98275C09}"/>
                          </a:ext>
                        </a:extLst>
                      </p:cNvPr>
                      <p:cNvGrpSpPr/>
                      <p:nvPr/>
                    </p:nvGrpSpPr>
                    <p:grpSpPr>
                      <a:xfrm rot="14400000" flipH="1">
                        <a:off x="6434137" y="3402011"/>
                        <a:ext cx="303213" cy="303213"/>
                        <a:chOff x="5354637" y="3446463"/>
                        <a:chExt cx="214313" cy="214313"/>
                      </a:xfrm>
                    </p:grpSpPr>
                    <p:sp>
                      <p:nvSpPr>
                        <p:cNvPr id="15663" name="Arc 15662">
                          <a:extLst>
                            <a:ext uri="{FF2B5EF4-FFF2-40B4-BE49-F238E27FC236}">
                              <a16:creationId xmlns:a16="http://schemas.microsoft.com/office/drawing/2014/main" id="{76942D44-E4A2-BF54-9939-08B6128CB58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664" name="Arc 15663">
                          <a:extLst>
                            <a:ext uri="{FF2B5EF4-FFF2-40B4-BE49-F238E27FC236}">
                              <a16:creationId xmlns:a16="http://schemas.microsoft.com/office/drawing/2014/main" id="{EBD86816-4305-E32C-6BA0-61FDCA19B61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662" name="TextBox 15661">
                        <a:extLst>
                          <a:ext uri="{FF2B5EF4-FFF2-40B4-BE49-F238E27FC236}">
                            <a16:creationId xmlns:a16="http://schemas.microsoft.com/office/drawing/2014/main" id="{50D5DE2B-65E0-2B93-8C67-2DD6406DB20F}"/>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647" name="Group 15646">
                    <a:extLst>
                      <a:ext uri="{FF2B5EF4-FFF2-40B4-BE49-F238E27FC236}">
                        <a16:creationId xmlns:a16="http://schemas.microsoft.com/office/drawing/2014/main" id="{B40F9D34-DC4D-54B4-84B3-260755886DCD}"/>
                      </a:ext>
                    </a:extLst>
                  </p:cNvPr>
                  <p:cNvGrpSpPr/>
                  <p:nvPr/>
                </p:nvGrpSpPr>
                <p:grpSpPr>
                  <a:xfrm>
                    <a:off x="6197413" y="3225768"/>
                    <a:ext cx="393192" cy="393192"/>
                    <a:chOff x="6389147" y="3932622"/>
                    <a:chExt cx="393192" cy="393192"/>
                  </a:xfrm>
                </p:grpSpPr>
                <p:grpSp>
                  <p:nvGrpSpPr>
                    <p:cNvPr id="15648" name="Group 15647">
                      <a:extLst>
                        <a:ext uri="{FF2B5EF4-FFF2-40B4-BE49-F238E27FC236}">
                          <a16:creationId xmlns:a16="http://schemas.microsoft.com/office/drawing/2014/main" id="{C32D824F-8A70-1D20-9356-93A9A5BEF469}"/>
                        </a:ext>
                      </a:extLst>
                    </p:cNvPr>
                    <p:cNvGrpSpPr/>
                    <p:nvPr/>
                  </p:nvGrpSpPr>
                  <p:grpSpPr>
                    <a:xfrm flipH="1">
                      <a:off x="6478587" y="4022061"/>
                      <a:ext cx="214313" cy="214313"/>
                      <a:chOff x="5354637" y="3446463"/>
                      <a:chExt cx="214313" cy="214313"/>
                    </a:xfrm>
                  </p:grpSpPr>
                  <p:sp>
                    <p:nvSpPr>
                      <p:cNvPr id="15656" name="Arc 15655">
                        <a:extLst>
                          <a:ext uri="{FF2B5EF4-FFF2-40B4-BE49-F238E27FC236}">
                            <a16:creationId xmlns:a16="http://schemas.microsoft.com/office/drawing/2014/main" id="{390BA242-075D-4AF0-D739-A7C318D6D66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657" name="Arc 15656">
                        <a:extLst>
                          <a:ext uri="{FF2B5EF4-FFF2-40B4-BE49-F238E27FC236}">
                            <a16:creationId xmlns:a16="http://schemas.microsoft.com/office/drawing/2014/main" id="{07F60468-801C-6E16-04F4-865C500197E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649" name="Group 15648">
                      <a:extLst>
                        <a:ext uri="{FF2B5EF4-FFF2-40B4-BE49-F238E27FC236}">
                          <a16:creationId xmlns:a16="http://schemas.microsoft.com/office/drawing/2014/main" id="{D9EC5165-0A02-43D9-CE8B-6D7DD07F4028}"/>
                        </a:ext>
                      </a:extLst>
                    </p:cNvPr>
                    <p:cNvGrpSpPr/>
                    <p:nvPr/>
                  </p:nvGrpSpPr>
                  <p:grpSpPr>
                    <a:xfrm rot="7200000" flipH="1">
                      <a:off x="6434137" y="3977611"/>
                      <a:ext cx="303213" cy="303213"/>
                      <a:chOff x="5354637" y="3446463"/>
                      <a:chExt cx="214313" cy="214313"/>
                    </a:xfrm>
                  </p:grpSpPr>
                  <p:sp>
                    <p:nvSpPr>
                      <p:cNvPr id="15654" name="Arc 15653">
                        <a:extLst>
                          <a:ext uri="{FF2B5EF4-FFF2-40B4-BE49-F238E27FC236}">
                            <a16:creationId xmlns:a16="http://schemas.microsoft.com/office/drawing/2014/main" id="{5D84D2BF-A0FC-1DE7-D49A-F450403B035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655" name="Arc 15654">
                        <a:extLst>
                          <a:ext uri="{FF2B5EF4-FFF2-40B4-BE49-F238E27FC236}">
                            <a16:creationId xmlns:a16="http://schemas.microsoft.com/office/drawing/2014/main" id="{002B86D5-3F97-0D44-46AA-B08BB9970F0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650" name="Group 15649">
                      <a:extLst>
                        <a:ext uri="{FF2B5EF4-FFF2-40B4-BE49-F238E27FC236}">
                          <a16:creationId xmlns:a16="http://schemas.microsoft.com/office/drawing/2014/main" id="{2D075DAE-BA61-7489-D591-25B17AADFCA1}"/>
                        </a:ext>
                      </a:extLst>
                    </p:cNvPr>
                    <p:cNvGrpSpPr/>
                    <p:nvPr/>
                  </p:nvGrpSpPr>
                  <p:grpSpPr>
                    <a:xfrm rot="14400000" flipH="1">
                      <a:off x="6389147" y="3932622"/>
                      <a:ext cx="393192" cy="393192"/>
                      <a:chOff x="5354637" y="3446463"/>
                      <a:chExt cx="214313" cy="214313"/>
                    </a:xfrm>
                  </p:grpSpPr>
                  <p:sp>
                    <p:nvSpPr>
                      <p:cNvPr id="15652" name="Arc 15651">
                        <a:extLst>
                          <a:ext uri="{FF2B5EF4-FFF2-40B4-BE49-F238E27FC236}">
                            <a16:creationId xmlns:a16="http://schemas.microsoft.com/office/drawing/2014/main" id="{2257A404-0A7F-0E78-9DD3-BD5A9D2C5D0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653" name="Arc 15652">
                        <a:extLst>
                          <a:ext uri="{FF2B5EF4-FFF2-40B4-BE49-F238E27FC236}">
                            <a16:creationId xmlns:a16="http://schemas.microsoft.com/office/drawing/2014/main" id="{E2E0BF67-F390-25F2-EDC7-4953A61037A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651" name="TextBox 15650">
                      <a:extLst>
                        <a:ext uri="{FF2B5EF4-FFF2-40B4-BE49-F238E27FC236}">
                          <a16:creationId xmlns:a16="http://schemas.microsoft.com/office/drawing/2014/main" id="{C0C9B71B-0773-92AE-1866-077E3FB7DB28}"/>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597" name="Group 15596">
                  <a:extLst>
                    <a:ext uri="{FF2B5EF4-FFF2-40B4-BE49-F238E27FC236}">
                      <a16:creationId xmlns:a16="http://schemas.microsoft.com/office/drawing/2014/main" id="{74119DCB-9B00-DDEF-CFC2-B4FF448FF029}"/>
                    </a:ext>
                  </a:extLst>
                </p:cNvPr>
                <p:cNvGrpSpPr/>
                <p:nvPr/>
              </p:nvGrpSpPr>
              <p:grpSpPr>
                <a:xfrm>
                  <a:off x="6069086" y="3246228"/>
                  <a:ext cx="1019224" cy="991639"/>
                  <a:chOff x="5886431" y="3225768"/>
                  <a:chExt cx="1019224" cy="991639"/>
                </a:xfrm>
              </p:grpSpPr>
              <p:grpSp>
                <p:nvGrpSpPr>
                  <p:cNvPr id="15598" name="Group 15597">
                    <a:extLst>
                      <a:ext uri="{FF2B5EF4-FFF2-40B4-BE49-F238E27FC236}">
                        <a16:creationId xmlns:a16="http://schemas.microsoft.com/office/drawing/2014/main" id="{5BF75D5D-2B46-090A-46EF-A78839A69285}"/>
                      </a:ext>
                    </a:extLst>
                  </p:cNvPr>
                  <p:cNvGrpSpPr/>
                  <p:nvPr/>
                </p:nvGrpSpPr>
                <p:grpSpPr>
                  <a:xfrm>
                    <a:off x="6197413" y="3824215"/>
                    <a:ext cx="393192" cy="393192"/>
                    <a:chOff x="5265196" y="3357021"/>
                    <a:chExt cx="393192" cy="393192"/>
                  </a:xfrm>
                </p:grpSpPr>
                <p:grpSp>
                  <p:nvGrpSpPr>
                    <p:cNvPr id="15633" name="Group 15632">
                      <a:extLst>
                        <a:ext uri="{FF2B5EF4-FFF2-40B4-BE49-F238E27FC236}">
                          <a16:creationId xmlns:a16="http://schemas.microsoft.com/office/drawing/2014/main" id="{3CB29A29-D321-9015-B1B2-B2DEF8DF7568}"/>
                        </a:ext>
                      </a:extLst>
                    </p:cNvPr>
                    <p:cNvGrpSpPr/>
                    <p:nvPr/>
                  </p:nvGrpSpPr>
                  <p:grpSpPr>
                    <a:xfrm rot="14400000">
                      <a:off x="5265196" y="3357021"/>
                      <a:ext cx="393192" cy="393192"/>
                      <a:chOff x="5354637" y="3446463"/>
                      <a:chExt cx="214313" cy="214313"/>
                    </a:xfrm>
                  </p:grpSpPr>
                  <p:sp>
                    <p:nvSpPr>
                      <p:cNvPr id="15642" name="Arc 15641">
                        <a:extLst>
                          <a:ext uri="{FF2B5EF4-FFF2-40B4-BE49-F238E27FC236}">
                            <a16:creationId xmlns:a16="http://schemas.microsoft.com/office/drawing/2014/main" id="{9F806438-D7D5-F0B8-62C9-8F3A6D801F7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643" name="Arc 15642">
                        <a:extLst>
                          <a:ext uri="{FF2B5EF4-FFF2-40B4-BE49-F238E27FC236}">
                            <a16:creationId xmlns:a16="http://schemas.microsoft.com/office/drawing/2014/main" id="{56E4239E-FE19-14CE-6864-224B3757574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634" name="Group 15633">
                      <a:extLst>
                        <a:ext uri="{FF2B5EF4-FFF2-40B4-BE49-F238E27FC236}">
                          <a16:creationId xmlns:a16="http://schemas.microsoft.com/office/drawing/2014/main" id="{74C80C5D-50B0-FEA9-3487-F5D6DE71CD40}"/>
                        </a:ext>
                      </a:extLst>
                    </p:cNvPr>
                    <p:cNvGrpSpPr/>
                    <p:nvPr/>
                  </p:nvGrpSpPr>
                  <p:grpSpPr>
                    <a:xfrm>
                      <a:off x="5310186" y="3402011"/>
                      <a:ext cx="303213" cy="303213"/>
                      <a:chOff x="5310186" y="3402011"/>
                      <a:chExt cx="303213" cy="303213"/>
                    </a:xfrm>
                  </p:grpSpPr>
                  <p:grpSp>
                    <p:nvGrpSpPr>
                      <p:cNvPr id="15635" name="Group 15634">
                        <a:extLst>
                          <a:ext uri="{FF2B5EF4-FFF2-40B4-BE49-F238E27FC236}">
                            <a16:creationId xmlns:a16="http://schemas.microsoft.com/office/drawing/2014/main" id="{8EC7839E-4828-B0B9-80F6-3B91B4795705}"/>
                          </a:ext>
                        </a:extLst>
                      </p:cNvPr>
                      <p:cNvGrpSpPr/>
                      <p:nvPr/>
                    </p:nvGrpSpPr>
                    <p:grpSpPr>
                      <a:xfrm>
                        <a:off x="5354636" y="3446461"/>
                        <a:ext cx="214313" cy="214313"/>
                        <a:chOff x="5354637" y="3446463"/>
                        <a:chExt cx="214313" cy="214313"/>
                      </a:xfrm>
                    </p:grpSpPr>
                    <p:sp>
                      <p:nvSpPr>
                        <p:cNvPr id="15640" name="Arc 15639">
                          <a:extLst>
                            <a:ext uri="{FF2B5EF4-FFF2-40B4-BE49-F238E27FC236}">
                              <a16:creationId xmlns:a16="http://schemas.microsoft.com/office/drawing/2014/main" id="{CFD0ED60-2E95-BC75-B731-E8FDF7CFC42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641" name="Arc 15640">
                          <a:extLst>
                            <a:ext uri="{FF2B5EF4-FFF2-40B4-BE49-F238E27FC236}">
                              <a16:creationId xmlns:a16="http://schemas.microsoft.com/office/drawing/2014/main" id="{E3D14542-234D-805B-2D69-A2AEE6EFF03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636" name="Group 15635">
                        <a:extLst>
                          <a:ext uri="{FF2B5EF4-FFF2-40B4-BE49-F238E27FC236}">
                            <a16:creationId xmlns:a16="http://schemas.microsoft.com/office/drawing/2014/main" id="{770BE1FC-22F6-44DB-2F7C-E4E52CC743B6}"/>
                          </a:ext>
                        </a:extLst>
                      </p:cNvPr>
                      <p:cNvGrpSpPr/>
                      <p:nvPr/>
                    </p:nvGrpSpPr>
                    <p:grpSpPr>
                      <a:xfrm rot="7200000">
                        <a:off x="5310186" y="3402011"/>
                        <a:ext cx="303213" cy="303213"/>
                        <a:chOff x="5354637" y="3446463"/>
                        <a:chExt cx="214313" cy="214313"/>
                      </a:xfrm>
                    </p:grpSpPr>
                    <p:sp>
                      <p:nvSpPr>
                        <p:cNvPr id="15638" name="Arc 15637">
                          <a:extLst>
                            <a:ext uri="{FF2B5EF4-FFF2-40B4-BE49-F238E27FC236}">
                              <a16:creationId xmlns:a16="http://schemas.microsoft.com/office/drawing/2014/main" id="{4160FD92-B124-CABF-9386-AF9B8F74A14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639" name="Arc 15638">
                          <a:extLst>
                            <a:ext uri="{FF2B5EF4-FFF2-40B4-BE49-F238E27FC236}">
                              <a16:creationId xmlns:a16="http://schemas.microsoft.com/office/drawing/2014/main" id="{A1108B9F-87A0-9AF9-B260-FB42E2178AD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637" name="TextBox 15636">
                        <a:extLst>
                          <a:ext uri="{FF2B5EF4-FFF2-40B4-BE49-F238E27FC236}">
                            <a16:creationId xmlns:a16="http://schemas.microsoft.com/office/drawing/2014/main" id="{5F9C6DE0-1B9D-6A1B-C254-E8565F06CE2A}"/>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599" name="Group 15598">
                    <a:extLst>
                      <a:ext uri="{FF2B5EF4-FFF2-40B4-BE49-F238E27FC236}">
                        <a16:creationId xmlns:a16="http://schemas.microsoft.com/office/drawing/2014/main" id="{B2BD7A1B-5F17-2AC4-9D09-D0E16CF79935}"/>
                      </a:ext>
                    </a:extLst>
                  </p:cNvPr>
                  <p:cNvGrpSpPr/>
                  <p:nvPr/>
                </p:nvGrpSpPr>
                <p:grpSpPr>
                  <a:xfrm>
                    <a:off x="5886431" y="3525040"/>
                    <a:ext cx="393192" cy="393192"/>
                    <a:chOff x="5265196" y="3932619"/>
                    <a:chExt cx="393192" cy="393192"/>
                  </a:xfrm>
                </p:grpSpPr>
                <p:grpSp>
                  <p:nvGrpSpPr>
                    <p:cNvPr id="15623" name="Group 15622">
                      <a:extLst>
                        <a:ext uri="{FF2B5EF4-FFF2-40B4-BE49-F238E27FC236}">
                          <a16:creationId xmlns:a16="http://schemas.microsoft.com/office/drawing/2014/main" id="{8EDC1995-7F8B-ED44-C4AB-4217A16232E0}"/>
                        </a:ext>
                      </a:extLst>
                    </p:cNvPr>
                    <p:cNvGrpSpPr/>
                    <p:nvPr/>
                  </p:nvGrpSpPr>
                  <p:grpSpPr>
                    <a:xfrm>
                      <a:off x="5354636" y="4022061"/>
                      <a:ext cx="214313" cy="214313"/>
                      <a:chOff x="5354637" y="3446463"/>
                      <a:chExt cx="214313" cy="214313"/>
                    </a:xfrm>
                  </p:grpSpPr>
                  <p:sp>
                    <p:nvSpPr>
                      <p:cNvPr id="15631" name="Arc 15630">
                        <a:extLst>
                          <a:ext uri="{FF2B5EF4-FFF2-40B4-BE49-F238E27FC236}">
                            <a16:creationId xmlns:a16="http://schemas.microsoft.com/office/drawing/2014/main" id="{5321C13B-8BF3-EC3D-3414-088760C7FB2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632" name="Arc 15631">
                        <a:extLst>
                          <a:ext uri="{FF2B5EF4-FFF2-40B4-BE49-F238E27FC236}">
                            <a16:creationId xmlns:a16="http://schemas.microsoft.com/office/drawing/2014/main" id="{33249B9D-FF9D-05ED-2455-C7E748987AA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624" name="Group 15623">
                      <a:extLst>
                        <a:ext uri="{FF2B5EF4-FFF2-40B4-BE49-F238E27FC236}">
                          <a16:creationId xmlns:a16="http://schemas.microsoft.com/office/drawing/2014/main" id="{E7ADBBB7-B2AA-D43A-495E-B3216A4BA417}"/>
                        </a:ext>
                      </a:extLst>
                    </p:cNvPr>
                    <p:cNvGrpSpPr/>
                    <p:nvPr/>
                  </p:nvGrpSpPr>
                  <p:grpSpPr>
                    <a:xfrm rot="14400000">
                      <a:off x="5310186" y="3977611"/>
                      <a:ext cx="303213" cy="303213"/>
                      <a:chOff x="5354637" y="3446463"/>
                      <a:chExt cx="214313" cy="214313"/>
                    </a:xfrm>
                  </p:grpSpPr>
                  <p:sp>
                    <p:nvSpPr>
                      <p:cNvPr id="15629" name="Arc 15628">
                        <a:extLst>
                          <a:ext uri="{FF2B5EF4-FFF2-40B4-BE49-F238E27FC236}">
                            <a16:creationId xmlns:a16="http://schemas.microsoft.com/office/drawing/2014/main" id="{81082913-E65C-9368-B928-5558BAC8973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630" name="Arc 15629">
                        <a:extLst>
                          <a:ext uri="{FF2B5EF4-FFF2-40B4-BE49-F238E27FC236}">
                            <a16:creationId xmlns:a16="http://schemas.microsoft.com/office/drawing/2014/main" id="{8311EC45-7520-016C-001B-183A0AE0BAB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625" name="Group 15624">
                      <a:extLst>
                        <a:ext uri="{FF2B5EF4-FFF2-40B4-BE49-F238E27FC236}">
                          <a16:creationId xmlns:a16="http://schemas.microsoft.com/office/drawing/2014/main" id="{12AB7DC5-47B8-4B75-BD17-3E0250CDED2A}"/>
                        </a:ext>
                      </a:extLst>
                    </p:cNvPr>
                    <p:cNvGrpSpPr/>
                    <p:nvPr/>
                  </p:nvGrpSpPr>
                  <p:grpSpPr>
                    <a:xfrm rot="7200000">
                      <a:off x="5265196" y="3932619"/>
                      <a:ext cx="393192" cy="393192"/>
                      <a:chOff x="5354637" y="3446463"/>
                      <a:chExt cx="214313" cy="214313"/>
                    </a:xfrm>
                  </p:grpSpPr>
                  <p:sp>
                    <p:nvSpPr>
                      <p:cNvPr id="15627" name="Arc 15626">
                        <a:extLst>
                          <a:ext uri="{FF2B5EF4-FFF2-40B4-BE49-F238E27FC236}">
                            <a16:creationId xmlns:a16="http://schemas.microsoft.com/office/drawing/2014/main" id="{6DB6405C-B97F-0A31-FD8C-21FDBDEDEBA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628" name="Arc 15627">
                        <a:extLst>
                          <a:ext uri="{FF2B5EF4-FFF2-40B4-BE49-F238E27FC236}">
                            <a16:creationId xmlns:a16="http://schemas.microsoft.com/office/drawing/2014/main" id="{AE64E852-E1EA-24CB-A84F-446074A98E0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626" name="TextBox 15625">
                      <a:extLst>
                        <a:ext uri="{FF2B5EF4-FFF2-40B4-BE49-F238E27FC236}">
                          <a16:creationId xmlns:a16="http://schemas.microsoft.com/office/drawing/2014/main" id="{F7696E02-5921-9635-CDF6-9C84635D8F1F}"/>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5600" name="Group 15599">
                    <a:extLst>
                      <a:ext uri="{FF2B5EF4-FFF2-40B4-BE49-F238E27FC236}">
                        <a16:creationId xmlns:a16="http://schemas.microsoft.com/office/drawing/2014/main" id="{3D73C90B-BBEC-8F85-831F-6D5D401A8870}"/>
                      </a:ext>
                    </a:extLst>
                  </p:cNvPr>
                  <p:cNvGrpSpPr/>
                  <p:nvPr/>
                </p:nvGrpSpPr>
                <p:grpSpPr>
                  <a:xfrm>
                    <a:off x="6512463" y="3525040"/>
                    <a:ext cx="393192" cy="393192"/>
                    <a:chOff x="6389147" y="3357021"/>
                    <a:chExt cx="393192" cy="393192"/>
                  </a:xfrm>
                </p:grpSpPr>
                <p:grpSp>
                  <p:nvGrpSpPr>
                    <p:cNvPr id="15612" name="Group 15611">
                      <a:extLst>
                        <a:ext uri="{FF2B5EF4-FFF2-40B4-BE49-F238E27FC236}">
                          <a16:creationId xmlns:a16="http://schemas.microsoft.com/office/drawing/2014/main" id="{E9407976-58D7-A344-8FF0-4E21D54BBB86}"/>
                        </a:ext>
                      </a:extLst>
                    </p:cNvPr>
                    <p:cNvGrpSpPr/>
                    <p:nvPr/>
                  </p:nvGrpSpPr>
                  <p:grpSpPr>
                    <a:xfrm rot="7200000" flipH="1">
                      <a:off x="6389147" y="3357021"/>
                      <a:ext cx="393192" cy="393192"/>
                      <a:chOff x="5354637" y="3446463"/>
                      <a:chExt cx="214313" cy="214313"/>
                    </a:xfrm>
                  </p:grpSpPr>
                  <p:sp>
                    <p:nvSpPr>
                      <p:cNvPr id="15621" name="Arc 15620">
                        <a:extLst>
                          <a:ext uri="{FF2B5EF4-FFF2-40B4-BE49-F238E27FC236}">
                            <a16:creationId xmlns:a16="http://schemas.microsoft.com/office/drawing/2014/main" id="{A9095105-40C4-7059-24E6-CC2AF848BD8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622" name="Arc 15621">
                        <a:extLst>
                          <a:ext uri="{FF2B5EF4-FFF2-40B4-BE49-F238E27FC236}">
                            <a16:creationId xmlns:a16="http://schemas.microsoft.com/office/drawing/2014/main" id="{46B7D50C-FE1A-9901-F4ED-62218AE09F4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613" name="Group 15612">
                      <a:extLst>
                        <a:ext uri="{FF2B5EF4-FFF2-40B4-BE49-F238E27FC236}">
                          <a16:creationId xmlns:a16="http://schemas.microsoft.com/office/drawing/2014/main" id="{7D90F204-9B9F-4BDD-7A0A-1E19B327347D}"/>
                        </a:ext>
                      </a:extLst>
                    </p:cNvPr>
                    <p:cNvGrpSpPr/>
                    <p:nvPr/>
                  </p:nvGrpSpPr>
                  <p:grpSpPr>
                    <a:xfrm>
                      <a:off x="6434137" y="3402011"/>
                      <a:ext cx="303213" cy="303213"/>
                      <a:chOff x="6434137" y="3402011"/>
                      <a:chExt cx="303213" cy="303213"/>
                    </a:xfrm>
                  </p:grpSpPr>
                  <p:grpSp>
                    <p:nvGrpSpPr>
                      <p:cNvPr id="15614" name="Group 15613">
                        <a:extLst>
                          <a:ext uri="{FF2B5EF4-FFF2-40B4-BE49-F238E27FC236}">
                            <a16:creationId xmlns:a16="http://schemas.microsoft.com/office/drawing/2014/main" id="{3B97C089-E935-14AC-B55B-65FA113DFB78}"/>
                          </a:ext>
                        </a:extLst>
                      </p:cNvPr>
                      <p:cNvGrpSpPr/>
                      <p:nvPr/>
                    </p:nvGrpSpPr>
                    <p:grpSpPr>
                      <a:xfrm flipH="1">
                        <a:off x="6478587" y="3446461"/>
                        <a:ext cx="214313" cy="214313"/>
                        <a:chOff x="5354637" y="3446463"/>
                        <a:chExt cx="214313" cy="214313"/>
                      </a:xfrm>
                    </p:grpSpPr>
                    <p:sp>
                      <p:nvSpPr>
                        <p:cNvPr id="15619" name="Arc 15618">
                          <a:extLst>
                            <a:ext uri="{FF2B5EF4-FFF2-40B4-BE49-F238E27FC236}">
                              <a16:creationId xmlns:a16="http://schemas.microsoft.com/office/drawing/2014/main" id="{91C9D163-29D0-742E-C78C-EC91F5959BB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620" name="Arc 15619">
                          <a:extLst>
                            <a:ext uri="{FF2B5EF4-FFF2-40B4-BE49-F238E27FC236}">
                              <a16:creationId xmlns:a16="http://schemas.microsoft.com/office/drawing/2014/main" id="{762A315F-007D-CBBA-FFE9-CBCA4281F39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615" name="Group 15614">
                        <a:extLst>
                          <a:ext uri="{FF2B5EF4-FFF2-40B4-BE49-F238E27FC236}">
                            <a16:creationId xmlns:a16="http://schemas.microsoft.com/office/drawing/2014/main" id="{C9512D5B-0902-72BF-C21D-488FFD8BDD32}"/>
                          </a:ext>
                        </a:extLst>
                      </p:cNvPr>
                      <p:cNvGrpSpPr/>
                      <p:nvPr/>
                    </p:nvGrpSpPr>
                    <p:grpSpPr>
                      <a:xfrm rot="14400000" flipH="1">
                        <a:off x="6434137" y="3402011"/>
                        <a:ext cx="303213" cy="303213"/>
                        <a:chOff x="5354637" y="3446463"/>
                        <a:chExt cx="214313" cy="214313"/>
                      </a:xfrm>
                    </p:grpSpPr>
                    <p:sp>
                      <p:nvSpPr>
                        <p:cNvPr id="15617" name="Arc 15616">
                          <a:extLst>
                            <a:ext uri="{FF2B5EF4-FFF2-40B4-BE49-F238E27FC236}">
                              <a16:creationId xmlns:a16="http://schemas.microsoft.com/office/drawing/2014/main" id="{23830AED-70BE-B685-5FB1-B2D640AD719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618" name="Arc 15617">
                          <a:extLst>
                            <a:ext uri="{FF2B5EF4-FFF2-40B4-BE49-F238E27FC236}">
                              <a16:creationId xmlns:a16="http://schemas.microsoft.com/office/drawing/2014/main" id="{2E94A14E-10DB-C7BD-A316-14B06225BBE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616" name="TextBox 15615">
                        <a:extLst>
                          <a:ext uri="{FF2B5EF4-FFF2-40B4-BE49-F238E27FC236}">
                            <a16:creationId xmlns:a16="http://schemas.microsoft.com/office/drawing/2014/main" id="{BB948CA7-4A9D-8BDE-CC68-496D068FC802}"/>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601" name="Group 15600">
                    <a:extLst>
                      <a:ext uri="{FF2B5EF4-FFF2-40B4-BE49-F238E27FC236}">
                        <a16:creationId xmlns:a16="http://schemas.microsoft.com/office/drawing/2014/main" id="{F4CE5B20-B803-DAE5-1DEF-EB3ED64F39A7}"/>
                      </a:ext>
                    </a:extLst>
                  </p:cNvPr>
                  <p:cNvGrpSpPr/>
                  <p:nvPr/>
                </p:nvGrpSpPr>
                <p:grpSpPr>
                  <a:xfrm>
                    <a:off x="6197413" y="3225768"/>
                    <a:ext cx="393192" cy="393192"/>
                    <a:chOff x="6389147" y="3932622"/>
                    <a:chExt cx="393192" cy="393192"/>
                  </a:xfrm>
                </p:grpSpPr>
                <p:grpSp>
                  <p:nvGrpSpPr>
                    <p:cNvPr id="15602" name="Group 15601">
                      <a:extLst>
                        <a:ext uri="{FF2B5EF4-FFF2-40B4-BE49-F238E27FC236}">
                          <a16:creationId xmlns:a16="http://schemas.microsoft.com/office/drawing/2014/main" id="{7FEAE5C7-3AF1-7881-1CFB-6DA3021DB201}"/>
                        </a:ext>
                      </a:extLst>
                    </p:cNvPr>
                    <p:cNvGrpSpPr/>
                    <p:nvPr/>
                  </p:nvGrpSpPr>
                  <p:grpSpPr>
                    <a:xfrm flipH="1">
                      <a:off x="6478587" y="4022061"/>
                      <a:ext cx="214313" cy="214313"/>
                      <a:chOff x="5354637" y="3446463"/>
                      <a:chExt cx="214313" cy="214313"/>
                    </a:xfrm>
                  </p:grpSpPr>
                  <p:sp>
                    <p:nvSpPr>
                      <p:cNvPr id="15610" name="Arc 15609">
                        <a:extLst>
                          <a:ext uri="{FF2B5EF4-FFF2-40B4-BE49-F238E27FC236}">
                            <a16:creationId xmlns:a16="http://schemas.microsoft.com/office/drawing/2014/main" id="{EBD573B5-8D78-735C-DE23-FC120476276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611" name="Arc 15610">
                        <a:extLst>
                          <a:ext uri="{FF2B5EF4-FFF2-40B4-BE49-F238E27FC236}">
                            <a16:creationId xmlns:a16="http://schemas.microsoft.com/office/drawing/2014/main" id="{E9BB1116-728C-B028-2718-160F18F911F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603" name="Group 15602">
                      <a:extLst>
                        <a:ext uri="{FF2B5EF4-FFF2-40B4-BE49-F238E27FC236}">
                          <a16:creationId xmlns:a16="http://schemas.microsoft.com/office/drawing/2014/main" id="{ABC4AC06-00F2-70F3-0E1E-070BAAC44F8B}"/>
                        </a:ext>
                      </a:extLst>
                    </p:cNvPr>
                    <p:cNvGrpSpPr/>
                    <p:nvPr/>
                  </p:nvGrpSpPr>
                  <p:grpSpPr>
                    <a:xfrm rot="7200000" flipH="1">
                      <a:off x="6434137" y="3977611"/>
                      <a:ext cx="303213" cy="303213"/>
                      <a:chOff x="5354637" y="3446463"/>
                      <a:chExt cx="214313" cy="214313"/>
                    </a:xfrm>
                  </p:grpSpPr>
                  <p:sp>
                    <p:nvSpPr>
                      <p:cNvPr id="15608" name="Arc 15607">
                        <a:extLst>
                          <a:ext uri="{FF2B5EF4-FFF2-40B4-BE49-F238E27FC236}">
                            <a16:creationId xmlns:a16="http://schemas.microsoft.com/office/drawing/2014/main" id="{68B47C7E-D64E-1431-F86F-CC87BE8E7D3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609" name="Arc 15608">
                        <a:extLst>
                          <a:ext uri="{FF2B5EF4-FFF2-40B4-BE49-F238E27FC236}">
                            <a16:creationId xmlns:a16="http://schemas.microsoft.com/office/drawing/2014/main" id="{3BE21C84-F50C-57AB-ADEC-0C95FDB4E08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604" name="Group 15603">
                      <a:extLst>
                        <a:ext uri="{FF2B5EF4-FFF2-40B4-BE49-F238E27FC236}">
                          <a16:creationId xmlns:a16="http://schemas.microsoft.com/office/drawing/2014/main" id="{C3211D55-5B86-68F4-9A01-576186C57D4D}"/>
                        </a:ext>
                      </a:extLst>
                    </p:cNvPr>
                    <p:cNvGrpSpPr/>
                    <p:nvPr/>
                  </p:nvGrpSpPr>
                  <p:grpSpPr>
                    <a:xfrm rot="14400000" flipH="1">
                      <a:off x="6389147" y="3932622"/>
                      <a:ext cx="393192" cy="393192"/>
                      <a:chOff x="5354637" y="3446463"/>
                      <a:chExt cx="214313" cy="214313"/>
                    </a:xfrm>
                  </p:grpSpPr>
                  <p:sp>
                    <p:nvSpPr>
                      <p:cNvPr id="15606" name="Arc 15605">
                        <a:extLst>
                          <a:ext uri="{FF2B5EF4-FFF2-40B4-BE49-F238E27FC236}">
                            <a16:creationId xmlns:a16="http://schemas.microsoft.com/office/drawing/2014/main" id="{946FB039-2FEE-4619-A4D6-07CE698B8F1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607" name="Arc 15606">
                        <a:extLst>
                          <a:ext uri="{FF2B5EF4-FFF2-40B4-BE49-F238E27FC236}">
                            <a16:creationId xmlns:a16="http://schemas.microsoft.com/office/drawing/2014/main" id="{6214106E-33B1-E76C-B6DF-C7DE98FF349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605" name="TextBox 15604">
                      <a:extLst>
                        <a:ext uri="{FF2B5EF4-FFF2-40B4-BE49-F238E27FC236}">
                          <a16:creationId xmlns:a16="http://schemas.microsoft.com/office/drawing/2014/main" id="{BFB976BC-6734-DC03-598F-FE33518361C6}"/>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5501" name="Group 15500">
                <a:extLst>
                  <a:ext uri="{FF2B5EF4-FFF2-40B4-BE49-F238E27FC236}">
                    <a16:creationId xmlns:a16="http://schemas.microsoft.com/office/drawing/2014/main" id="{9916A82A-658A-1214-6B13-A78AF264E614}"/>
                  </a:ext>
                </a:extLst>
              </p:cNvPr>
              <p:cNvGrpSpPr/>
              <p:nvPr/>
            </p:nvGrpSpPr>
            <p:grpSpPr>
              <a:xfrm>
                <a:off x="6065340" y="2039507"/>
                <a:ext cx="1643204" cy="1593124"/>
                <a:chOff x="5445106" y="2644743"/>
                <a:chExt cx="1643204" cy="1593124"/>
              </a:xfrm>
            </p:grpSpPr>
            <p:grpSp>
              <p:nvGrpSpPr>
                <p:cNvPr id="15502" name="Group 15501">
                  <a:extLst>
                    <a:ext uri="{FF2B5EF4-FFF2-40B4-BE49-F238E27FC236}">
                      <a16:creationId xmlns:a16="http://schemas.microsoft.com/office/drawing/2014/main" id="{AFAC4823-B517-CF7D-576F-6A1A711B071C}"/>
                    </a:ext>
                  </a:extLst>
                </p:cNvPr>
                <p:cNvGrpSpPr/>
                <p:nvPr/>
              </p:nvGrpSpPr>
              <p:grpSpPr>
                <a:xfrm>
                  <a:off x="5445106" y="2644743"/>
                  <a:ext cx="1019224" cy="991639"/>
                  <a:chOff x="5886431" y="3225768"/>
                  <a:chExt cx="1019224" cy="991639"/>
                </a:xfrm>
              </p:grpSpPr>
              <p:grpSp>
                <p:nvGrpSpPr>
                  <p:cNvPr id="15550" name="Group 15549">
                    <a:extLst>
                      <a:ext uri="{FF2B5EF4-FFF2-40B4-BE49-F238E27FC236}">
                        <a16:creationId xmlns:a16="http://schemas.microsoft.com/office/drawing/2014/main" id="{228D6ED9-4003-B03A-0179-1423318EEDC1}"/>
                      </a:ext>
                    </a:extLst>
                  </p:cNvPr>
                  <p:cNvGrpSpPr/>
                  <p:nvPr/>
                </p:nvGrpSpPr>
                <p:grpSpPr>
                  <a:xfrm>
                    <a:off x="6197413" y="3824215"/>
                    <a:ext cx="393192" cy="393192"/>
                    <a:chOff x="5265196" y="3357021"/>
                    <a:chExt cx="393192" cy="393192"/>
                  </a:xfrm>
                </p:grpSpPr>
                <p:grpSp>
                  <p:nvGrpSpPr>
                    <p:cNvPr id="15585" name="Group 15584">
                      <a:extLst>
                        <a:ext uri="{FF2B5EF4-FFF2-40B4-BE49-F238E27FC236}">
                          <a16:creationId xmlns:a16="http://schemas.microsoft.com/office/drawing/2014/main" id="{E66C49EB-D0B9-082E-5873-C6671D064A30}"/>
                        </a:ext>
                      </a:extLst>
                    </p:cNvPr>
                    <p:cNvGrpSpPr/>
                    <p:nvPr/>
                  </p:nvGrpSpPr>
                  <p:grpSpPr>
                    <a:xfrm rot="14400000">
                      <a:off x="5265196" y="3357021"/>
                      <a:ext cx="393192" cy="393192"/>
                      <a:chOff x="5354637" y="3446463"/>
                      <a:chExt cx="214313" cy="214313"/>
                    </a:xfrm>
                  </p:grpSpPr>
                  <p:sp>
                    <p:nvSpPr>
                      <p:cNvPr id="15594" name="Arc 15593">
                        <a:extLst>
                          <a:ext uri="{FF2B5EF4-FFF2-40B4-BE49-F238E27FC236}">
                            <a16:creationId xmlns:a16="http://schemas.microsoft.com/office/drawing/2014/main" id="{7BFE8486-89DE-76C7-D9AE-0B103CDA0E6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595" name="Arc 15594">
                        <a:extLst>
                          <a:ext uri="{FF2B5EF4-FFF2-40B4-BE49-F238E27FC236}">
                            <a16:creationId xmlns:a16="http://schemas.microsoft.com/office/drawing/2014/main" id="{31057D5B-BD61-3DA4-C8DE-3789C1A2D3F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586" name="Group 15585">
                      <a:extLst>
                        <a:ext uri="{FF2B5EF4-FFF2-40B4-BE49-F238E27FC236}">
                          <a16:creationId xmlns:a16="http://schemas.microsoft.com/office/drawing/2014/main" id="{2DF0030A-C2AD-F07C-153A-83A4D6A7A9A4}"/>
                        </a:ext>
                      </a:extLst>
                    </p:cNvPr>
                    <p:cNvGrpSpPr/>
                    <p:nvPr/>
                  </p:nvGrpSpPr>
                  <p:grpSpPr>
                    <a:xfrm>
                      <a:off x="5310186" y="3402011"/>
                      <a:ext cx="303213" cy="303213"/>
                      <a:chOff x="5310186" y="3402011"/>
                      <a:chExt cx="303213" cy="303213"/>
                    </a:xfrm>
                  </p:grpSpPr>
                  <p:grpSp>
                    <p:nvGrpSpPr>
                      <p:cNvPr id="15587" name="Group 15586">
                        <a:extLst>
                          <a:ext uri="{FF2B5EF4-FFF2-40B4-BE49-F238E27FC236}">
                            <a16:creationId xmlns:a16="http://schemas.microsoft.com/office/drawing/2014/main" id="{E767E447-12A0-9CAE-2077-E9AFFFABB004}"/>
                          </a:ext>
                        </a:extLst>
                      </p:cNvPr>
                      <p:cNvGrpSpPr/>
                      <p:nvPr/>
                    </p:nvGrpSpPr>
                    <p:grpSpPr>
                      <a:xfrm>
                        <a:off x="5354636" y="3446461"/>
                        <a:ext cx="214313" cy="214313"/>
                        <a:chOff x="5354637" y="3446463"/>
                        <a:chExt cx="214313" cy="214313"/>
                      </a:xfrm>
                    </p:grpSpPr>
                    <p:sp>
                      <p:nvSpPr>
                        <p:cNvPr id="15592" name="Arc 15591">
                          <a:extLst>
                            <a:ext uri="{FF2B5EF4-FFF2-40B4-BE49-F238E27FC236}">
                              <a16:creationId xmlns:a16="http://schemas.microsoft.com/office/drawing/2014/main" id="{E92FBA39-936D-4F13-D6D7-1235894ECF1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593" name="Arc 15592">
                          <a:extLst>
                            <a:ext uri="{FF2B5EF4-FFF2-40B4-BE49-F238E27FC236}">
                              <a16:creationId xmlns:a16="http://schemas.microsoft.com/office/drawing/2014/main" id="{06A69F13-170F-459A-2C26-60E427E29FC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588" name="Group 15587">
                        <a:extLst>
                          <a:ext uri="{FF2B5EF4-FFF2-40B4-BE49-F238E27FC236}">
                            <a16:creationId xmlns:a16="http://schemas.microsoft.com/office/drawing/2014/main" id="{C1BB7EAB-A398-530E-4E04-E4D5C331295F}"/>
                          </a:ext>
                        </a:extLst>
                      </p:cNvPr>
                      <p:cNvGrpSpPr/>
                      <p:nvPr/>
                    </p:nvGrpSpPr>
                    <p:grpSpPr>
                      <a:xfrm rot="7200000">
                        <a:off x="5310186" y="3402011"/>
                        <a:ext cx="303213" cy="303213"/>
                        <a:chOff x="5354637" y="3446463"/>
                        <a:chExt cx="214313" cy="214313"/>
                      </a:xfrm>
                    </p:grpSpPr>
                    <p:sp>
                      <p:nvSpPr>
                        <p:cNvPr id="15590" name="Arc 15589">
                          <a:extLst>
                            <a:ext uri="{FF2B5EF4-FFF2-40B4-BE49-F238E27FC236}">
                              <a16:creationId xmlns:a16="http://schemas.microsoft.com/office/drawing/2014/main" id="{32B4BC89-4319-BC1E-93C4-87CCEB00FFB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591" name="Arc 15590">
                          <a:extLst>
                            <a:ext uri="{FF2B5EF4-FFF2-40B4-BE49-F238E27FC236}">
                              <a16:creationId xmlns:a16="http://schemas.microsoft.com/office/drawing/2014/main" id="{87B5AF1A-5DB8-A747-1488-E1B21E6504C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589" name="TextBox 15588">
                        <a:extLst>
                          <a:ext uri="{FF2B5EF4-FFF2-40B4-BE49-F238E27FC236}">
                            <a16:creationId xmlns:a16="http://schemas.microsoft.com/office/drawing/2014/main" id="{98FE79E9-7878-B934-0592-54006FC8F701}"/>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551" name="Group 15550">
                    <a:extLst>
                      <a:ext uri="{FF2B5EF4-FFF2-40B4-BE49-F238E27FC236}">
                        <a16:creationId xmlns:a16="http://schemas.microsoft.com/office/drawing/2014/main" id="{CC7A2FA3-F627-F427-402B-0B2C63748C06}"/>
                      </a:ext>
                    </a:extLst>
                  </p:cNvPr>
                  <p:cNvGrpSpPr/>
                  <p:nvPr/>
                </p:nvGrpSpPr>
                <p:grpSpPr>
                  <a:xfrm>
                    <a:off x="5886431" y="3525040"/>
                    <a:ext cx="393192" cy="393192"/>
                    <a:chOff x="5265196" y="3932619"/>
                    <a:chExt cx="393192" cy="393192"/>
                  </a:xfrm>
                </p:grpSpPr>
                <p:grpSp>
                  <p:nvGrpSpPr>
                    <p:cNvPr id="15575" name="Group 15574">
                      <a:extLst>
                        <a:ext uri="{FF2B5EF4-FFF2-40B4-BE49-F238E27FC236}">
                          <a16:creationId xmlns:a16="http://schemas.microsoft.com/office/drawing/2014/main" id="{D886BFC4-72C5-97BE-6002-52F4DBB5D8E3}"/>
                        </a:ext>
                      </a:extLst>
                    </p:cNvPr>
                    <p:cNvGrpSpPr/>
                    <p:nvPr/>
                  </p:nvGrpSpPr>
                  <p:grpSpPr>
                    <a:xfrm>
                      <a:off x="5354636" y="4022061"/>
                      <a:ext cx="214313" cy="214313"/>
                      <a:chOff x="5354637" y="3446463"/>
                      <a:chExt cx="214313" cy="214313"/>
                    </a:xfrm>
                  </p:grpSpPr>
                  <p:sp>
                    <p:nvSpPr>
                      <p:cNvPr id="15583" name="Arc 15582">
                        <a:extLst>
                          <a:ext uri="{FF2B5EF4-FFF2-40B4-BE49-F238E27FC236}">
                            <a16:creationId xmlns:a16="http://schemas.microsoft.com/office/drawing/2014/main" id="{6EFB8D5A-DD99-C007-F25E-946C1970152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584" name="Arc 15583">
                        <a:extLst>
                          <a:ext uri="{FF2B5EF4-FFF2-40B4-BE49-F238E27FC236}">
                            <a16:creationId xmlns:a16="http://schemas.microsoft.com/office/drawing/2014/main" id="{71C020FA-BF53-0832-6F5C-1EA57C88367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576" name="Group 15575">
                      <a:extLst>
                        <a:ext uri="{FF2B5EF4-FFF2-40B4-BE49-F238E27FC236}">
                          <a16:creationId xmlns:a16="http://schemas.microsoft.com/office/drawing/2014/main" id="{2AF82586-F9AC-DE1B-6CC4-2C52DA382E16}"/>
                        </a:ext>
                      </a:extLst>
                    </p:cNvPr>
                    <p:cNvGrpSpPr/>
                    <p:nvPr/>
                  </p:nvGrpSpPr>
                  <p:grpSpPr>
                    <a:xfrm rot="14400000">
                      <a:off x="5310186" y="3977611"/>
                      <a:ext cx="303213" cy="303213"/>
                      <a:chOff x="5354637" y="3446463"/>
                      <a:chExt cx="214313" cy="214313"/>
                    </a:xfrm>
                  </p:grpSpPr>
                  <p:sp>
                    <p:nvSpPr>
                      <p:cNvPr id="15581" name="Arc 15580">
                        <a:extLst>
                          <a:ext uri="{FF2B5EF4-FFF2-40B4-BE49-F238E27FC236}">
                            <a16:creationId xmlns:a16="http://schemas.microsoft.com/office/drawing/2014/main" id="{D151FCD4-A788-2CD5-3223-5BAA186B761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582" name="Arc 15581">
                        <a:extLst>
                          <a:ext uri="{FF2B5EF4-FFF2-40B4-BE49-F238E27FC236}">
                            <a16:creationId xmlns:a16="http://schemas.microsoft.com/office/drawing/2014/main" id="{92C39533-C63A-F1BC-A64E-8CD68B6B398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577" name="Group 15576">
                      <a:extLst>
                        <a:ext uri="{FF2B5EF4-FFF2-40B4-BE49-F238E27FC236}">
                          <a16:creationId xmlns:a16="http://schemas.microsoft.com/office/drawing/2014/main" id="{3C7A0597-F117-BD5D-553B-39953BB5B19F}"/>
                        </a:ext>
                      </a:extLst>
                    </p:cNvPr>
                    <p:cNvGrpSpPr/>
                    <p:nvPr/>
                  </p:nvGrpSpPr>
                  <p:grpSpPr>
                    <a:xfrm rot="7200000">
                      <a:off x="5265196" y="3932619"/>
                      <a:ext cx="393192" cy="393192"/>
                      <a:chOff x="5354637" y="3446463"/>
                      <a:chExt cx="214313" cy="214313"/>
                    </a:xfrm>
                  </p:grpSpPr>
                  <p:sp>
                    <p:nvSpPr>
                      <p:cNvPr id="15579" name="Arc 15578">
                        <a:extLst>
                          <a:ext uri="{FF2B5EF4-FFF2-40B4-BE49-F238E27FC236}">
                            <a16:creationId xmlns:a16="http://schemas.microsoft.com/office/drawing/2014/main" id="{C913C08E-5079-3FA3-D728-FA9D5B6F061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580" name="Arc 15579">
                        <a:extLst>
                          <a:ext uri="{FF2B5EF4-FFF2-40B4-BE49-F238E27FC236}">
                            <a16:creationId xmlns:a16="http://schemas.microsoft.com/office/drawing/2014/main" id="{DA0A59ED-3065-EE86-39AA-675C9A6C2E5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578" name="TextBox 15577">
                      <a:extLst>
                        <a:ext uri="{FF2B5EF4-FFF2-40B4-BE49-F238E27FC236}">
                          <a16:creationId xmlns:a16="http://schemas.microsoft.com/office/drawing/2014/main" id="{04E877DE-63D8-3C31-392A-B8B418F6DBB1}"/>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5552" name="Group 15551">
                    <a:extLst>
                      <a:ext uri="{FF2B5EF4-FFF2-40B4-BE49-F238E27FC236}">
                        <a16:creationId xmlns:a16="http://schemas.microsoft.com/office/drawing/2014/main" id="{B6663D75-2C13-8A68-C2E5-EDCE66C34F6E}"/>
                      </a:ext>
                    </a:extLst>
                  </p:cNvPr>
                  <p:cNvGrpSpPr/>
                  <p:nvPr/>
                </p:nvGrpSpPr>
                <p:grpSpPr>
                  <a:xfrm>
                    <a:off x="6512463" y="3525040"/>
                    <a:ext cx="393192" cy="393192"/>
                    <a:chOff x="6389147" y="3357021"/>
                    <a:chExt cx="393192" cy="393192"/>
                  </a:xfrm>
                </p:grpSpPr>
                <p:grpSp>
                  <p:nvGrpSpPr>
                    <p:cNvPr id="15564" name="Group 15563">
                      <a:extLst>
                        <a:ext uri="{FF2B5EF4-FFF2-40B4-BE49-F238E27FC236}">
                          <a16:creationId xmlns:a16="http://schemas.microsoft.com/office/drawing/2014/main" id="{1A60C462-AD15-AF50-9AE5-11464193BB36}"/>
                        </a:ext>
                      </a:extLst>
                    </p:cNvPr>
                    <p:cNvGrpSpPr/>
                    <p:nvPr/>
                  </p:nvGrpSpPr>
                  <p:grpSpPr>
                    <a:xfrm rot="7200000" flipH="1">
                      <a:off x="6389147" y="3357021"/>
                      <a:ext cx="393192" cy="393192"/>
                      <a:chOff x="5354637" y="3446463"/>
                      <a:chExt cx="214313" cy="214313"/>
                    </a:xfrm>
                  </p:grpSpPr>
                  <p:sp>
                    <p:nvSpPr>
                      <p:cNvPr id="15573" name="Arc 15572">
                        <a:extLst>
                          <a:ext uri="{FF2B5EF4-FFF2-40B4-BE49-F238E27FC236}">
                            <a16:creationId xmlns:a16="http://schemas.microsoft.com/office/drawing/2014/main" id="{6BC33FE8-737E-C493-F685-8A954BDB80F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574" name="Arc 15573">
                        <a:extLst>
                          <a:ext uri="{FF2B5EF4-FFF2-40B4-BE49-F238E27FC236}">
                            <a16:creationId xmlns:a16="http://schemas.microsoft.com/office/drawing/2014/main" id="{DB3F1C60-5A2A-592E-AA93-DF926D867A6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565" name="Group 15564">
                      <a:extLst>
                        <a:ext uri="{FF2B5EF4-FFF2-40B4-BE49-F238E27FC236}">
                          <a16:creationId xmlns:a16="http://schemas.microsoft.com/office/drawing/2014/main" id="{9E697A52-2BDE-17AC-7987-1BB1701E18F7}"/>
                        </a:ext>
                      </a:extLst>
                    </p:cNvPr>
                    <p:cNvGrpSpPr/>
                    <p:nvPr/>
                  </p:nvGrpSpPr>
                  <p:grpSpPr>
                    <a:xfrm>
                      <a:off x="6434137" y="3402011"/>
                      <a:ext cx="303213" cy="303213"/>
                      <a:chOff x="6434137" y="3402011"/>
                      <a:chExt cx="303213" cy="303213"/>
                    </a:xfrm>
                  </p:grpSpPr>
                  <p:grpSp>
                    <p:nvGrpSpPr>
                      <p:cNvPr id="15566" name="Group 15565">
                        <a:extLst>
                          <a:ext uri="{FF2B5EF4-FFF2-40B4-BE49-F238E27FC236}">
                            <a16:creationId xmlns:a16="http://schemas.microsoft.com/office/drawing/2014/main" id="{2027749D-A628-07A9-8179-CA35169A0019}"/>
                          </a:ext>
                        </a:extLst>
                      </p:cNvPr>
                      <p:cNvGrpSpPr/>
                      <p:nvPr/>
                    </p:nvGrpSpPr>
                    <p:grpSpPr>
                      <a:xfrm flipH="1">
                        <a:off x="6478587" y="3446461"/>
                        <a:ext cx="214313" cy="214313"/>
                        <a:chOff x="5354637" y="3446463"/>
                        <a:chExt cx="214313" cy="214313"/>
                      </a:xfrm>
                    </p:grpSpPr>
                    <p:sp>
                      <p:nvSpPr>
                        <p:cNvPr id="15571" name="Arc 15570">
                          <a:extLst>
                            <a:ext uri="{FF2B5EF4-FFF2-40B4-BE49-F238E27FC236}">
                              <a16:creationId xmlns:a16="http://schemas.microsoft.com/office/drawing/2014/main" id="{9B91B20F-2F7C-CF10-38D1-2081E264C60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572" name="Arc 15571">
                          <a:extLst>
                            <a:ext uri="{FF2B5EF4-FFF2-40B4-BE49-F238E27FC236}">
                              <a16:creationId xmlns:a16="http://schemas.microsoft.com/office/drawing/2014/main" id="{F5EA8ECF-BDFE-AA2C-921F-5D67FE955DB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567" name="Group 15566">
                        <a:extLst>
                          <a:ext uri="{FF2B5EF4-FFF2-40B4-BE49-F238E27FC236}">
                            <a16:creationId xmlns:a16="http://schemas.microsoft.com/office/drawing/2014/main" id="{2AE6E1BF-D07D-50A0-A08A-45FEE7F58D90}"/>
                          </a:ext>
                        </a:extLst>
                      </p:cNvPr>
                      <p:cNvGrpSpPr/>
                      <p:nvPr/>
                    </p:nvGrpSpPr>
                    <p:grpSpPr>
                      <a:xfrm rot="14400000" flipH="1">
                        <a:off x="6434137" y="3402011"/>
                        <a:ext cx="303213" cy="303213"/>
                        <a:chOff x="5354637" y="3446463"/>
                        <a:chExt cx="214313" cy="214313"/>
                      </a:xfrm>
                    </p:grpSpPr>
                    <p:sp>
                      <p:nvSpPr>
                        <p:cNvPr id="15569" name="Arc 15568">
                          <a:extLst>
                            <a:ext uri="{FF2B5EF4-FFF2-40B4-BE49-F238E27FC236}">
                              <a16:creationId xmlns:a16="http://schemas.microsoft.com/office/drawing/2014/main" id="{488DA1D5-5D6E-3992-6A17-720B3C27B0B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570" name="Arc 15569">
                          <a:extLst>
                            <a:ext uri="{FF2B5EF4-FFF2-40B4-BE49-F238E27FC236}">
                              <a16:creationId xmlns:a16="http://schemas.microsoft.com/office/drawing/2014/main" id="{6DA4C83C-E166-956F-9505-341607CD55A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568" name="TextBox 15567">
                        <a:extLst>
                          <a:ext uri="{FF2B5EF4-FFF2-40B4-BE49-F238E27FC236}">
                            <a16:creationId xmlns:a16="http://schemas.microsoft.com/office/drawing/2014/main" id="{E7C34AA2-AEDA-CA52-3333-FBD2412BA5EA}"/>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553" name="Group 15552">
                    <a:extLst>
                      <a:ext uri="{FF2B5EF4-FFF2-40B4-BE49-F238E27FC236}">
                        <a16:creationId xmlns:a16="http://schemas.microsoft.com/office/drawing/2014/main" id="{2045BC4C-E9BD-AA46-5D81-928B03B96D2B}"/>
                      </a:ext>
                    </a:extLst>
                  </p:cNvPr>
                  <p:cNvGrpSpPr/>
                  <p:nvPr/>
                </p:nvGrpSpPr>
                <p:grpSpPr>
                  <a:xfrm>
                    <a:off x="6197413" y="3225768"/>
                    <a:ext cx="393192" cy="393192"/>
                    <a:chOff x="6389147" y="3932622"/>
                    <a:chExt cx="393192" cy="393192"/>
                  </a:xfrm>
                </p:grpSpPr>
                <p:grpSp>
                  <p:nvGrpSpPr>
                    <p:cNvPr id="15554" name="Group 15553">
                      <a:extLst>
                        <a:ext uri="{FF2B5EF4-FFF2-40B4-BE49-F238E27FC236}">
                          <a16:creationId xmlns:a16="http://schemas.microsoft.com/office/drawing/2014/main" id="{D7379F3E-9352-5760-9AD1-DD6F3950845B}"/>
                        </a:ext>
                      </a:extLst>
                    </p:cNvPr>
                    <p:cNvGrpSpPr/>
                    <p:nvPr/>
                  </p:nvGrpSpPr>
                  <p:grpSpPr>
                    <a:xfrm flipH="1">
                      <a:off x="6478587" y="4022061"/>
                      <a:ext cx="214313" cy="214313"/>
                      <a:chOff x="5354637" y="3446463"/>
                      <a:chExt cx="214313" cy="214313"/>
                    </a:xfrm>
                  </p:grpSpPr>
                  <p:sp>
                    <p:nvSpPr>
                      <p:cNvPr id="15562" name="Arc 15561">
                        <a:extLst>
                          <a:ext uri="{FF2B5EF4-FFF2-40B4-BE49-F238E27FC236}">
                            <a16:creationId xmlns:a16="http://schemas.microsoft.com/office/drawing/2014/main" id="{14CACE6A-9D04-7706-7296-F7E7C9E23A2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563" name="Arc 15562">
                        <a:extLst>
                          <a:ext uri="{FF2B5EF4-FFF2-40B4-BE49-F238E27FC236}">
                            <a16:creationId xmlns:a16="http://schemas.microsoft.com/office/drawing/2014/main" id="{3ED03580-5F41-C859-9D55-A97ADFD2ECD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555" name="Group 15554">
                      <a:extLst>
                        <a:ext uri="{FF2B5EF4-FFF2-40B4-BE49-F238E27FC236}">
                          <a16:creationId xmlns:a16="http://schemas.microsoft.com/office/drawing/2014/main" id="{44CA2DCC-AB74-BA3D-6EF6-AD42139B6A5B}"/>
                        </a:ext>
                      </a:extLst>
                    </p:cNvPr>
                    <p:cNvGrpSpPr/>
                    <p:nvPr/>
                  </p:nvGrpSpPr>
                  <p:grpSpPr>
                    <a:xfrm rot="7200000" flipH="1">
                      <a:off x="6434137" y="3977611"/>
                      <a:ext cx="303213" cy="303213"/>
                      <a:chOff x="5354637" y="3446463"/>
                      <a:chExt cx="214313" cy="214313"/>
                    </a:xfrm>
                  </p:grpSpPr>
                  <p:sp>
                    <p:nvSpPr>
                      <p:cNvPr id="15560" name="Arc 15559">
                        <a:extLst>
                          <a:ext uri="{FF2B5EF4-FFF2-40B4-BE49-F238E27FC236}">
                            <a16:creationId xmlns:a16="http://schemas.microsoft.com/office/drawing/2014/main" id="{179E2C96-078F-85A4-8ED2-6C5B203F895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561" name="Arc 15560">
                        <a:extLst>
                          <a:ext uri="{FF2B5EF4-FFF2-40B4-BE49-F238E27FC236}">
                            <a16:creationId xmlns:a16="http://schemas.microsoft.com/office/drawing/2014/main" id="{B7B3CF56-9758-9F5D-1479-4EB65E9B3C2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556" name="Group 15555">
                      <a:extLst>
                        <a:ext uri="{FF2B5EF4-FFF2-40B4-BE49-F238E27FC236}">
                          <a16:creationId xmlns:a16="http://schemas.microsoft.com/office/drawing/2014/main" id="{7A87B568-ABFA-B0EE-5B6D-A4760764CBE0}"/>
                        </a:ext>
                      </a:extLst>
                    </p:cNvPr>
                    <p:cNvGrpSpPr/>
                    <p:nvPr/>
                  </p:nvGrpSpPr>
                  <p:grpSpPr>
                    <a:xfrm rot="14400000" flipH="1">
                      <a:off x="6389147" y="3932622"/>
                      <a:ext cx="393192" cy="393192"/>
                      <a:chOff x="5354637" y="3446463"/>
                      <a:chExt cx="214313" cy="214313"/>
                    </a:xfrm>
                  </p:grpSpPr>
                  <p:sp>
                    <p:nvSpPr>
                      <p:cNvPr id="15558" name="Arc 15557">
                        <a:extLst>
                          <a:ext uri="{FF2B5EF4-FFF2-40B4-BE49-F238E27FC236}">
                            <a16:creationId xmlns:a16="http://schemas.microsoft.com/office/drawing/2014/main" id="{B332FCA0-283F-1F53-3C80-74CD0D0D9E2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559" name="Arc 15558">
                        <a:extLst>
                          <a:ext uri="{FF2B5EF4-FFF2-40B4-BE49-F238E27FC236}">
                            <a16:creationId xmlns:a16="http://schemas.microsoft.com/office/drawing/2014/main" id="{E5E09C0D-AE57-154F-545F-1F29A2E0322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557" name="TextBox 15556">
                      <a:extLst>
                        <a:ext uri="{FF2B5EF4-FFF2-40B4-BE49-F238E27FC236}">
                          <a16:creationId xmlns:a16="http://schemas.microsoft.com/office/drawing/2014/main" id="{71E16D2A-DCB5-B635-D085-CFEAE172EB33}"/>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503" name="Group 15502">
                  <a:extLst>
                    <a:ext uri="{FF2B5EF4-FFF2-40B4-BE49-F238E27FC236}">
                      <a16:creationId xmlns:a16="http://schemas.microsoft.com/office/drawing/2014/main" id="{09E8C73F-F1E4-C6F2-4F2A-4CCF27387313}"/>
                    </a:ext>
                  </a:extLst>
                </p:cNvPr>
                <p:cNvGrpSpPr/>
                <p:nvPr/>
              </p:nvGrpSpPr>
              <p:grpSpPr>
                <a:xfrm>
                  <a:off x="6069086" y="3246228"/>
                  <a:ext cx="1019224" cy="991639"/>
                  <a:chOff x="5886431" y="3225768"/>
                  <a:chExt cx="1019224" cy="991639"/>
                </a:xfrm>
              </p:grpSpPr>
              <p:grpSp>
                <p:nvGrpSpPr>
                  <p:cNvPr id="15504" name="Group 15503">
                    <a:extLst>
                      <a:ext uri="{FF2B5EF4-FFF2-40B4-BE49-F238E27FC236}">
                        <a16:creationId xmlns:a16="http://schemas.microsoft.com/office/drawing/2014/main" id="{C175F9E2-4900-C38A-4001-739064A1BC46}"/>
                      </a:ext>
                    </a:extLst>
                  </p:cNvPr>
                  <p:cNvGrpSpPr/>
                  <p:nvPr/>
                </p:nvGrpSpPr>
                <p:grpSpPr>
                  <a:xfrm>
                    <a:off x="6197413" y="3824215"/>
                    <a:ext cx="393192" cy="393192"/>
                    <a:chOff x="5265196" y="3357021"/>
                    <a:chExt cx="393192" cy="393192"/>
                  </a:xfrm>
                </p:grpSpPr>
                <p:grpSp>
                  <p:nvGrpSpPr>
                    <p:cNvPr id="15539" name="Group 15538">
                      <a:extLst>
                        <a:ext uri="{FF2B5EF4-FFF2-40B4-BE49-F238E27FC236}">
                          <a16:creationId xmlns:a16="http://schemas.microsoft.com/office/drawing/2014/main" id="{6B4C236F-5858-E46D-7DDB-BFDAFF3D997B}"/>
                        </a:ext>
                      </a:extLst>
                    </p:cNvPr>
                    <p:cNvGrpSpPr/>
                    <p:nvPr/>
                  </p:nvGrpSpPr>
                  <p:grpSpPr>
                    <a:xfrm rot="14400000">
                      <a:off x="5265196" y="3357021"/>
                      <a:ext cx="393192" cy="393192"/>
                      <a:chOff x="5354637" y="3446463"/>
                      <a:chExt cx="214313" cy="214313"/>
                    </a:xfrm>
                  </p:grpSpPr>
                  <p:sp>
                    <p:nvSpPr>
                      <p:cNvPr id="15548" name="Arc 15547">
                        <a:extLst>
                          <a:ext uri="{FF2B5EF4-FFF2-40B4-BE49-F238E27FC236}">
                            <a16:creationId xmlns:a16="http://schemas.microsoft.com/office/drawing/2014/main" id="{8B1D0D91-83E7-8A48-B5CA-A479FBD1BA2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549" name="Arc 15548">
                        <a:extLst>
                          <a:ext uri="{FF2B5EF4-FFF2-40B4-BE49-F238E27FC236}">
                            <a16:creationId xmlns:a16="http://schemas.microsoft.com/office/drawing/2014/main" id="{A4E24E43-BB69-685C-2109-20D89B577D3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540" name="Group 15539">
                      <a:extLst>
                        <a:ext uri="{FF2B5EF4-FFF2-40B4-BE49-F238E27FC236}">
                          <a16:creationId xmlns:a16="http://schemas.microsoft.com/office/drawing/2014/main" id="{90153510-5A54-8B76-8C71-99EA7F431482}"/>
                        </a:ext>
                      </a:extLst>
                    </p:cNvPr>
                    <p:cNvGrpSpPr/>
                    <p:nvPr/>
                  </p:nvGrpSpPr>
                  <p:grpSpPr>
                    <a:xfrm>
                      <a:off x="5310186" y="3402011"/>
                      <a:ext cx="303213" cy="303213"/>
                      <a:chOff x="5310186" y="3402011"/>
                      <a:chExt cx="303213" cy="303213"/>
                    </a:xfrm>
                  </p:grpSpPr>
                  <p:grpSp>
                    <p:nvGrpSpPr>
                      <p:cNvPr id="15541" name="Group 15540">
                        <a:extLst>
                          <a:ext uri="{FF2B5EF4-FFF2-40B4-BE49-F238E27FC236}">
                            <a16:creationId xmlns:a16="http://schemas.microsoft.com/office/drawing/2014/main" id="{95187C09-CF0D-E9B5-0405-1A242BA164F4}"/>
                          </a:ext>
                        </a:extLst>
                      </p:cNvPr>
                      <p:cNvGrpSpPr/>
                      <p:nvPr/>
                    </p:nvGrpSpPr>
                    <p:grpSpPr>
                      <a:xfrm>
                        <a:off x="5354636" y="3446461"/>
                        <a:ext cx="214313" cy="214313"/>
                        <a:chOff x="5354637" y="3446463"/>
                        <a:chExt cx="214313" cy="214313"/>
                      </a:xfrm>
                    </p:grpSpPr>
                    <p:sp>
                      <p:nvSpPr>
                        <p:cNvPr id="15546" name="Arc 15545">
                          <a:extLst>
                            <a:ext uri="{FF2B5EF4-FFF2-40B4-BE49-F238E27FC236}">
                              <a16:creationId xmlns:a16="http://schemas.microsoft.com/office/drawing/2014/main" id="{B1461843-D224-490E-A99C-EF58D4C091A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547" name="Arc 15546">
                          <a:extLst>
                            <a:ext uri="{FF2B5EF4-FFF2-40B4-BE49-F238E27FC236}">
                              <a16:creationId xmlns:a16="http://schemas.microsoft.com/office/drawing/2014/main" id="{A897D574-E505-DC6D-5C82-A3E9F117A10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542" name="Group 15541">
                        <a:extLst>
                          <a:ext uri="{FF2B5EF4-FFF2-40B4-BE49-F238E27FC236}">
                            <a16:creationId xmlns:a16="http://schemas.microsoft.com/office/drawing/2014/main" id="{88946BC9-CD53-DBA0-B4E4-54AF3F4A82ED}"/>
                          </a:ext>
                        </a:extLst>
                      </p:cNvPr>
                      <p:cNvGrpSpPr/>
                      <p:nvPr/>
                    </p:nvGrpSpPr>
                    <p:grpSpPr>
                      <a:xfrm rot="7200000">
                        <a:off x="5310186" y="3402011"/>
                        <a:ext cx="303213" cy="303213"/>
                        <a:chOff x="5354637" y="3446463"/>
                        <a:chExt cx="214313" cy="214313"/>
                      </a:xfrm>
                    </p:grpSpPr>
                    <p:sp>
                      <p:nvSpPr>
                        <p:cNvPr id="15544" name="Arc 15543">
                          <a:extLst>
                            <a:ext uri="{FF2B5EF4-FFF2-40B4-BE49-F238E27FC236}">
                              <a16:creationId xmlns:a16="http://schemas.microsoft.com/office/drawing/2014/main" id="{E8809113-891F-D230-7AA3-70C8533C066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545" name="Arc 15544">
                          <a:extLst>
                            <a:ext uri="{FF2B5EF4-FFF2-40B4-BE49-F238E27FC236}">
                              <a16:creationId xmlns:a16="http://schemas.microsoft.com/office/drawing/2014/main" id="{15E83154-F020-A3C0-EE16-A08F127BF0D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543" name="TextBox 15542">
                        <a:extLst>
                          <a:ext uri="{FF2B5EF4-FFF2-40B4-BE49-F238E27FC236}">
                            <a16:creationId xmlns:a16="http://schemas.microsoft.com/office/drawing/2014/main" id="{F7EF9637-78EE-4953-1221-4CA530DF397B}"/>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505" name="Group 15504">
                    <a:extLst>
                      <a:ext uri="{FF2B5EF4-FFF2-40B4-BE49-F238E27FC236}">
                        <a16:creationId xmlns:a16="http://schemas.microsoft.com/office/drawing/2014/main" id="{2AF8C303-F94E-1A4D-7BC0-1F2B656DECC1}"/>
                      </a:ext>
                    </a:extLst>
                  </p:cNvPr>
                  <p:cNvGrpSpPr/>
                  <p:nvPr/>
                </p:nvGrpSpPr>
                <p:grpSpPr>
                  <a:xfrm>
                    <a:off x="5886431" y="3525040"/>
                    <a:ext cx="393192" cy="393192"/>
                    <a:chOff x="5265196" y="3932619"/>
                    <a:chExt cx="393192" cy="393192"/>
                  </a:xfrm>
                </p:grpSpPr>
                <p:grpSp>
                  <p:nvGrpSpPr>
                    <p:cNvPr id="15529" name="Group 15528">
                      <a:extLst>
                        <a:ext uri="{FF2B5EF4-FFF2-40B4-BE49-F238E27FC236}">
                          <a16:creationId xmlns:a16="http://schemas.microsoft.com/office/drawing/2014/main" id="{58CD6E74-9E5E-9BA7-D19D-F4E51C595063}"/>
                        </a:ext>
                      </a:extLst>
                    </p:cNvPr>
                    <p:cNvGrpSpPr/>
                    <p:nvPr/>
                  </p:nvGrpSpPr>
                  <p:grpSpPr>
                    <a:xfrm>
                      <a:off x="5354636" y="4022061"/>
                      <a:ext cx="214313" cy="214313"/>
                      <a:chOff x="5354637" y="3446463"/>
                      <a:chExt cx="214313" cy="214313"/>
                    </a:xfrm>
                  </p:grpSpPr>
                  <p:sp>
                    <p:nvSpPr>
                      <p:cNvPr id="15537" name="Arc 15536">
                        <a:extLst>
                          <a:ext uri="{FF2B5EF4-FFF2-40B4-BE49-F238E27FC236}">
                            <a16:creationId xmlns:a16="http://schemas.microsoft.com/office/drawing/2014/main" id="{F4CDB5A9-62D7-B511-6BAF-DB9090CF4E2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538" name="Arc 15537">
                        <a:extLst>
                          <a:ext uri="{FF2B5EF4-FFF2-40B4-BE49-F238E27FC236}">
                            <a16:creationId xmlns:a16="http://schemas.microsoft.com/office/drawing/2014/main" id="{80203A13-C5A3-982C-E9F8-A97701F412D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530" name="Group 15529">
                      <a:extLst>
                        <a:ext uri="{FF2B5EF4-FFF2-40B4-BE49-F238E27FC236}">
                          <a16:creationId xmlns:a16="http://schemas.microsoft.com/office/drawing/2014/main" id="{D0F33EC8-951A-474D-484E-ACDA287C4D00}"/>
                        </a:ext>
                      </a:extLst>
                    </p:cNvPr>
                    <p:cNvGrpSpPr/>
                    <p:nvPr/>
                  </p:nvGrpSpPr>
                  <p:grpSpPr>
                    <a:xfrm rot="14400000">
                      <a:off x="5310186" y="3977611"/>
                      <a:ext cx="303213" cy="303213"/>
                      <a:chOff x="5354637" y="3446463"/>
                      <a:chExt cx="214313" cy="214313"/>
                    </a:xfrm>
                  </p:grpSpPr>
                  <p:sp>
                    <p:nvSpPr>
                      <p:cNvPr id="15535" name="Arc 15534">
                        <a:extLst>
                          <a:ext uri="{FF2B5EF4-FFF2-40B4-BE49-F238E27FC236}">
                            <a16:creationId xmlns:a16="http://schemas.microsoft.com/office/drawing/2014/main" id="{82E77AB9-0F1F-3738-19D3-C8CB9FA4FA8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536" name="Arc 15535">
                        <a:extLst>
                          <a:ext uri="{FF2B5EF4-FFF2-40B4-BE49-F238E27FC236}">
                            <a16:creationId xmlns:a16="http://schemas.microsoft.com/office/drawing/2014/main" id="{62EEBAFD-E70C-9FF1-24A2-5287A9FEB22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531" name="Group 15530">
                      <a:extLst>
                        <a:ext uri="{FF2B5EF4-FFF2-40B4-BE49-F238E27FC236}">
                          <a16:creationId xmlns:a16="http://schemas.microsoft.com/office/drawing/2014/main" id="{95D92B42-73DB-32F7-47B8-DD274B594001}"/>
                        </a:ext>
                      </a:extLst>
                    </p:cNvPr>
                    <p:cNvGrpSpPr/>
                    <p:nvPr/>
                  </p:nvGrpSpPr>
                  <p:grpSpPr>
                    <a:xfrm rot="7200000">
                      <a:off x="5265196" y="3932619"/>
                      <a:ext cx="393192" cy="393192"/>
                      <a:chOff x="5354637" y="3446463"/>
                      <a:chExt cx="214313" cy="214313"/>
                    </a:xfrm>
                  </p:grpSpPr>
                  <p:sp>
                    <p:nvSpPr>
                      <p:cNvPr id="15533" name="Arc 15532">
                        <a:extLst>
                          <a:ext uri="{FF2B5EF4-FFF2-40B4-BE49-F238E27FC236}">
                            <a16:creationId xmlns:a16="http://schemas.microsoft.com/office/drawing/2014/main" id="{3A40BF7F-7FCD-A5E9-A165-81FEA71D115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534" name="Arc 15533">
                        <a:extLst>
                          <a:ext uri="{FF2B5EF4-FFF2-40B4-BE49-F238E27FC236}">
                            <a16:creationId xmlns:a16="http://schemas.microsoft.com/office/drawing/2014/main" id="{8EA446D5-4AD1-6C11-5C9C-2C70CA66269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532" name="TextBox 15531">
                      <a:extLst>
                        <a:ext uri="{FF2B5EF4-FFF2-40B4-BE49-F238E27FC236}">
                          <a16:creationId xmlns:a16="http://schemas.microsoft.com/office/drawing/2014/main" id="{28329A95-C1BA-6F36-C16C-868ECBB7AC0A}"/>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5506" name="Group 15505">
                    <a:extLst>
                      <a:ext uri="{FF2B5EF4-FFF2-40B4-BE49-F238E27FC236}">
                        <a16:creationId xmlns:a16="http://schemas.microsoft.com/office/drawing/2014/main" id="{40AB5D85-A914-F9B7-4522-6816F2429D54}"/>
                      </a:ext>
                    </a:extLst>
                  </p:cNvPr>
                  <p:cNvGrpSpPr/>
                  <p:nvPr/>
                </p:nvGrpSpPr>
                <p:grpSpPr>
                  <a:xfrm>
                    <a:off x="6512463" y="3525040"/>
                    <a:ext cx="393192" cy="393192"/>
                    <a:chOff x="6389147" y="3357021"/>
                    <a:chExt cx="393192" cy="393192"/>
                  </a:xfrm>
                </p:grpSpPr>
                <p:grpSp>
                  <p:nvGrpSpPr>
                    <p:cNvPr id="15518" name="Group 15517">
                      <a:extLst>
                        <a:ext uri="{FF2B5EF4-FFF2-40B4-BE49-F238E27FC236}">
                          <a16:creationId xmlns:a16="http://schemas.microsoft.com/office/drawing/2014/main" id="{923FFD8A-E2A7-B5BB-8FF2-84946D466EA7}"/>
                        </a:ext>
                      </a:extLst>
                    </p:cNvPr>
                    <p:cNvGrpSpPr/>
                    <p:nvPr/>
                  </p:nvGrpSpPr>
                  <p:grpSpPr>
                    <a:xfrm rot="7200000" flipH="1">
                      <a:off x="6389147" y="3357021"/>
                      <a:ext cx="393192" cy="393192"/>
                      <a:chOff x="5354637" y="3446463"/>
                      <a:chExt cx="214313" cy="214313"/>
                    </a:xfrm>
                  </p:grpSpPr>
                  <p:sp>
                    <p:nvSpPr>
                      <p:cNvPr id="15527" name="Arc 15526">
                        <a:extLst>
                          <a:ext uri="{FF2B5EF4-FFF2-40B4-BE49-F238E27FC236}">
                            <a16:creationId xmlns:a16="http://schemas.microsoft.com/office/drawing/2014/main" id="{6F77AF9A-F81D-91C8-FCBA-2A9FBFB0280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528" name="Arc 15527">
                        <a:extLst>
                          <a:ext uri="{FF2B5EF4-FFF2-40B4-BE49-F238E27FC236}">
                            <a16:creationId xmlns:a16="http://schemas.microsoft.com/office/drawing/2014/main" id="{522B4FD0-FB07-21DF-2B50-F4D279B2FFD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519" name="Group 15518">
                      <a:extLst>
                        <a:ext uri="{FF2B5EF4-FFF2-40B4-BE49-F238E27FC236}">
                          <a16:creationId xmlns:a16="http://schemas.microsoft.com/office/drawing/2014/main" id="{237A212D-9DB9-42CB-9220-17DE4C8345E8}"/>
                        </a:ext>
                      </a:extLst>
                    </p:cNvPr>
                    <p:cNvGrpSpPr/>
                    <p:nvPr/>
                  </p:nvGrpSpPr>
                  <p:grpSpPr>
                    <a:xfrm>
                      <a:off x="6434137" y="3402011"/>
                      <a:ext cx="303213" cy="303213"/>
                      <a:chOff x="6434137" y="3402011"/>
                      <a:chExt cx="303213" cy="303213"/>
                    </a:xfrm>
                  </p:grpSpPr>
                  <p:grpSp>
                    <p:nvGrpSpPr>
                      <p:cNvPr id="15520" name="Group 15519">
                        <a:extLst>
                          <a:ext uri="{FF2B5EF4-FFF2-40B4-BE49-F238E27FC236}">
                            <a16:creationId xmlns:a16="http://schemas.microsoft.com/office/drawing/2014/main" id="{562A85DE-1C3D-D52F-F224-D25D6CC4A134}"/>
                          </a:ext>
                        </a:extLst>
                      </p:cNvPr>
                      <p:cNvGrpSpPr/>
                      <p:nvPr/>
                    </p:nvGrpSpPr>
                    <p:grpSpPr>
                      <a:xfrm flipH="1">
                        <a:off x="6478587" y="3446461"/>
                        <a:ext cx="214313" cy="214313"/>
                        <a:chOff x="5354637" y="3446463"/>
                        <a:chExt cx="214313" cy="214313"/>
                      </a:xfrm>
                    </p:grpSpPr>
                    <p:sp>
                      <p:nvSpPr>
                        <p:cNvPr id="15525" name="Arc 15524">
                          <a:extLst>
                            <a:ext uri="{FF2B5EF4-FFF2-40B4-BE49-F238E27FC236}">
                              <a16:creationId xmlns:a16="http://schemas.microsoft.com/office/drawing/2014/main" id="{78FE9D4E-CDBB-C4B2-3038-2971DC508D0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526" name="Arc 15525">
                          <a:extLst>
                            <a:ext uri="{FF2B5EF4-FFF2-40B4-BE49-F238E27FC236}">
                              <a16:creationId xmlns:a16="http://schemas.microsoft.com/office/drawing/2014/main" id="{757D8937-4275-6BC6-5100-6E2CFC9B418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521" name="Group 15520">
                        <a:extLst>
                          <a:ext uri="{FF2B5EF4-FFF2-40B4-BE49-F238E27FC236}">
                            <a16:creationId xmlns:a16="http://schemas.microsoft.com/office/drawing/2014/main" id="{7E624BBB-5C09-E8CD-BDE8-EFF8C70BFBCF}"/>
                          </a:ext>
                        </a:extLst>
                      </p:cNvPr>
                      <p:cNvGrpSpPr/>
                      <p:nvPr/>
                    </p:nvGrpSpPr>
                    <p:grpSpPr>
                      <a:xfrm rot="14400000" flipH="1">
                        <a:off x="6434137" y="3402011"/>
                        <a:ext cx="303213" cy="303213"/>
                        <a:chOff x="5354637" y="3446463"/>
                        <a:chExt cx="214313" cy="214313"/>
                      </a:xfrm>
                    </p:grpSpPr>
                    <p:sp>
                      <p:nvSpPr>
                        <p:cNvPr id="15523" name="Arc 15522">
                          <a:extLst>
                            <a:ext uri="{FF2B5EF4-FFF2-40B4-BE49-F238E27FC236}">
                              <a16:creationId xmlns:a16="http://schemas.microsoft.com/office/drawing/2014/main" id="{A53A19EE-D6E6-8E96-FCF3-A020CF1D226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524" name="Arc 15523">
                          <a:extLst>
                            <a:ext uri="{FF2B5EF4-FFF2-40B4-BE49-F238E27FC236}">
                              <a16:creationId xmlns:a16="http://schemas.microsoft.com/office/drawing/2014/main" id="{A51970CA-E964-12CE-DEF7-B496E842DA2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522" name="TextBox 15521">
                        <a:extLst>
                          <a:ext uri="{FF2B5EF4-FFF2-40B4-BE49-F238E27FC236}">
                            <a16:creationId xmlns:a16="http://schemas.microsoft.com/office/drawing/2014/main" id="{CD22F8DC-323B-88C4-0C78-B5354B08F84F}"/>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507" name="Group 15506">
                    <a:extLst>
                      <a:ext uri="{FF2B5EF4-FFF2-40B4-BE49-F238E27FC236}">
                        <a16:creationId xmlns:a16="http://schemas.microsoft.com/office/drawing/2014/main" id="{D843414B-E24C-E6CD-9736-759106E28FB4}"/>
                      </a:ext>
                    </a:extLst>
                  </p:cNvPr>
                  <p:cNvGrpSpPr/>
                  <p:nvPr/>
                </p:nvGrpSpPr>
                <p:grpSpPr>
                  <a:xfrm>
                    <a:off x="6197413" y="3225768"/>
                    <a:ext cx="393192" cy="393192"/>
                    <a:chOff x="6389147" y="3932622"/>
                    <a:chExt cx="393192" cy="393192"/>
                  </a:xfrm>
                </p:grpSpPr>
                <p:grpSp>
                  <p:nvGrpSpPr>
                    <p:cNvPr id="15508" name="Group 15507">
                      <a:extLst>
                        <a:ext uri="{FF2B5EF4-FFF2-40B4-BE49-F238E27FC236}">
                          <a16:creationId xmlns:a16="http://schemas.microsoft.com/office/drawing/2014/main" id="{8D896036-C2A2-912F-08E9-7086D44C7E35}"/>
                        </a:ext>
                      </a:extLst>
                    </p:cNvPr>
                    <p:cNvGrpSpPr/>
                    <p:nvPr/>
                  </p:nvGrpSpPr>
                  <p:grpSpPr>
                    <a:xfrm flipH="1">
                      <a:off x="6478587" y="4022061"/>
                      <a:ext cx="214313" cy="214313"/>
                      <a:chOff x="5354637" y="3446463"/>
                      <a:chExt cx="214313" cy="214313"/>
                    </a:xfrm>
                  </p:grpSpPr>
                  <p:sp>
                    <p:nvSpPr>
                      <p:cNvPr id="15516" name="Arc 15515">
                        <a:extLst>
                          <a:ext uri="{FF2B5EF4-FFF2-40B4-BE49-F238E27FC236}">
                            <a16:creationId xmlns:a16="http://schemas.microsoft.com/office/drawing/2014/main" id="{45D85841-DAF0-30BF-C2FC-D0172F9B7F9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517" name="Arc 15516">
                        <a:extLst>
                          <a:ext uri="{FF2B5EF4-FFF2-40B4-BE49-F238E27FC236}">
                            <a16:creationId xmlns:a16="http://schemas.microsoft.com/office/drawing/2014/main" id="{711B092F-4082-F952-A21E-024426B8500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509" name="Group 15508">
                      <a:extLst>
                        <a:ext uri="{FF2B5EF4-FFF2-40B4-BE49-F238E27FC236}">
                          <a16:creationId xmlns:a16="http://schemas.microsoft.com/office/drawing/2014/main" id="{E4020467-E494-A38B-D1A9-DC7B90D79243}"/>
                        </a:ext>
                      </a:extLst>
                    </p:cNvPr>
                    <p:cNvGrpSpPr/>
                    <p:nvPr/>
                  </p:nvGrpSpPr>
                  <p:grpSpPr>
                    <a:xfrm rot="7200000" flipH="1">
                      <a:off x="6434137" y="3977611"/>
                      <a:ext cx="303213" cy="303213"/>
                      <a:chOff x="5354637" y="3446463"/>
                      <a:chExt cx="214313" cy="214313"/>
                    </a:xfrm>
                  </p:grpSpPr>
                  <p:sp>
                    <p:nvSpPr>
                      <p:cNvPr id="15514" name="Arc 15513">
                        <a:extLst>
                          <a:ext uri="{FF2B5EF4-FFF2-40B4-BE49-F238E27FC236}">
                            <a16:creationId xmlns:a16="http://schemas.microsoft.com/office/drawing/2014/main" id="{98DA5278-54CC-F486-CE82-EEEBD37E2DC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515" name="Arc 15514">
                        <a:extLst>
                          <a:ext uri="{FF2B5EF4-FFF2-40B4-BE49-F238E27FC236}">
                            <a16:creationId xmlns:a16="http://schemas.microsoft.com/office/drawing/2014/main" id="{FFCC292F-7183-7AD6-5EE8-4F6A88465D8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510" name="Group 15509">
                      <a:extLst>
                        <a:ext uri="{FF2B5EF4-FFF2-40B4-BE49-F238E27FC236}">
                          <a16:creationId xmlns:a16="http://schemas.microsoft.com/office/drawing/2014/main" id="{733748EE-E935-2981-578E-E1E88B5E82E2}"/>
                        </a:ext>
                      </a:extLst>
                    </p:cNvPr>
                    <p:cNvGrpSpPr/>
                    <p:nvPr/>
                  </p:nvGrpSpPr>
                  <p:grpSpPr>
                    <a:xfrm rot="14400000" flipH="1">
                      <a:off x="6389147" y="3932622"/>
                      <a:ext cx="393192" cy="393192"/>
                      <a:chOff x="5354637" y="3446463"/>
                      <a:chExt cx="214313" cy="214313"/>
                    </a:xfrm>
                  </p:grpSpPr>
                  <p:sp>
                    <p:nvSpPr>
                      <p:cNvPr id="15512" name="Arc 15511">
                        <a:extLst>
                          <a:ext uri="{FF2B5EF4-FFF2-40B4-BE49-F238E27FC236}">
                            <a16:creationId xmlns:a16="http://schemas.microsoft.com/office/drawing/2014/main" id="{80C988B2-8520-CA0A-675C-EB8D995A724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513" name="Arc 15512">
                        <a:extLst>
                          <a:ext uri="{FF2B5EF4-FFF2-40B4-BE49-F238E27FC236}">
                            <a16:creationId xmlns:a16="http://schemas.microsoft.com/office/drawing/2014/main" id="{A6B9A48B-1810-01E3-8762-767DD37854A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511" name="TextBox 15510">
                      <a:extLst>
                        <a:ext uri="{FF2B5EF4-FFF2-40B4-BE49-F238E27FC236}">
                          <a16:creationId xmlns:a16="http://schemas.microsoft.com/office/drawing/2014/main" id="{08B07E63-4C58-5BF9-C3A5-48864498D60A}"/>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5309" name="Group 15308">
              <a:extLst>
                <a:ext uri="{FF2B5EF4-FFF2-40B4-BE49-F238E27FC236}">
                  <a16:creationId xmlns:a16="http://schemas.microsoft.com/office/drawing/2014/main" id="{8934E0A8-F7E4-7AA3-CFF4-1A3369DC2CC4}"/>
                </a:ext>
              </a:extLst>
            </p:cNvPr>
            <p:cNvGrpSpPr/>
            <p:nvPr/>
          </p:nvGrpSpPr>
          <p:grpSpPr>
            <a:xfrm>
              <a:off x="10942563" y="432400"/>
              <a:ext cx="2263438" cy="2198360"/>
              <a:chOff x="5445106" y="2039507"/>
              <a:chExt cx="2263438" cy="2198360"/>
            </a:xfrm>
          </p:grpSpPr>
          <p:grpSp>
            <p:nvGrpSpPr>
              <p:cNvPr id="15310" name="Group 15309">
                <a:extLst>
                  <a:ext uri="{FF2B5EF4-FFF2-40B4-BE49-F238E27FC236}">
                    <a16:creationId xmlns:a16="http://schemas.microsoft.com/office/drawing/2014/main" id="{AC38AD05-7848-AFC1-1B53-57359457D200}"/>
                  </a:ext>
                </a:extLst>
              </p:cNvPr>
              <p:cNvGrpSpPr/>
              <p:nvPr/>
            </p:nvGrpSpPr>
            <p:grpSpPr>
              <a:xfrm>
                <a:off x="5445106" y="2644743"/>
                <a:ext cx="1643204" cy="1593124"/>
                <a:chOff x="5445106" y="2644743"/>
                <a:chExt cx="1643204" cy="1593124"/>
              </a:xfrm>
            </p:grpSpPr>
            <p:grpSp>
              <p:nvGrpSpPr>
                <p:cNvPr id="15406" name="Group 15405">
                  <a:extLst>
                    <a:ext uri="{FF2B5EF4-FFF2-40B4-BE49-F238E27FC236}">
                      <a16:creationId xmlns:a16="http://schemas.microsoft.com/office/drawing/2014/main" id="{09C3CB04-544F-95B3-4282-56AD1FEB3DC0}"/>
                    </a:ext>
                  </a:extLst>
                </p:cNvPr>
                <p:cNvGrpSpPr/>
                <p:nvPr/>
              </p:nvGrpSpPr>
              <p:grpSpPr>
                <a:xfrm>
                  <a:off x="5445106" y="2644743"/>
                  <a:ext cx="1019224" cy="991639"/>
                  <a:chOff x="5886431" y="3225768"/>
                  <a:chExt cx="1019224" cy="991639"/>
                </a:xfrm>
              </p:grpSpPr>
              <p:grpSp>
                <p:nvGrpSpPr>
                  <p:cNvPr id="15454" name="Group 15453">
                    <a:extLst>
                      <a:ext uri="{FF2B5EF4-FFF2-40B4-BE49-F238E27FC236}">
                        <a16:creationId xmlns:a16="http://schemas.microsoft.com/office/drawing/2014/main" id="{A6822803-C981-BBE2-6454-3F7D228FB9BD}"/>
                      </a:ext>
                    </a:extLst>
                  </p:cNvPr>
                  <p:cNvGrpSpPr/>
                  <p:nvPr/>
                </p:nvGrpSpPr>
                <p:grpSpPr>
                  <a:xfrm>
                    <a:off x="6197413" y="3824215"/>
                    <a:ext cx="393192" cy="393192"/>
                    <a:chOff x="5265196" y="3357021"/>
                    <a:chExt cx="393192" cy="393192"/>
                  </a:xfrm>
                </p:grpSpPr>
                <p:grpSp>
                  <p:nvGrpSpPr>
                    <p:cNvPr id="15489" name="Group 15488">
                      <a:extLst>
                        <a:ext uri="{FF2B5EF4-FFF2-40B4-BE49-F238E27FC236}">
                          <a16:creationId xmlns:a16="http://schemas.microsoft.com/office/drawing/2014/main" id="{5150E4A9-1EE7-ECA9-5422-C302B0B3B86E}"/>
                        </a:ext>
                      </a:extLst>
                    </p:cNvPr>
                    <p:cNvGrpSpPr/>
                    <p:nvPr/>
                  </p:nvGrpSpPr>
                  <p:grpSpPr>
                    <a:xfrm rot="14400000">
                      <a:off x="5265196" y="3357021"/>
                      <a:ext cx="393192" cy="393192"/>
                      <a:chOff x="5354637" y="3446463"/>
                      <a:chExt cx="214313" cy="214313"/>
                    </a:xfrm>
                  </p:grpSpPr>
                  <p:sp>
                    <p:nvSpPr>
                      <p:cNvPr id="15498" name="Arc 15497">
                        <a:extLst>
                          <a:ext uri="{FF2B5EF4-FFF2-40B4-BE49-F238E27FC236}">
                            <a16:creationId xmlns:a16="http://schemas.microsoft.com/office/drawing/2014/main" id="{3CE5AFB7-C4AA-A799-13B9-63D6F74ABBA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499" name="Arc 15498">
                        <a:extLst>
                          <a:ext uri="{FF2B5EF4-FFF2-40B4-BE49-F238E27FC236}">
                            <a16:creationId xmlns:a16="http://schemas.microsoft.com/office/drawing/2014/main" id="{52A96B46-371B-707E-CAFD-775938DB8C3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490" name="Group 15489">
                      <a:extLst>
                        <a:ext uri="{FF2B5EF4-FFF2-40B4-BE49-F238E27FC236}">
                          <a16:creationId xmlns:a16="http://schemas.microsoft.com/office/drawing/2014/main" id="{FC60104A-B734-C0B7-AD5A-42EA96E1F21F}"/>
                        </a:ext>
                      </a:extLst>
                    </p:cNvPr>
                    <p:cNvGrpSpPr/>
                    <p:nvPr/>
                  </p:nvGrpSpPr>
                  <p:grpSpPr>
                    <a:xfrm>
                      <a:off x="5310186" y="3402011"/>
                      <a:ext cx="303213" cy="303213"/>
                      <a:chOff x="5310186" y="3402011"/>
                      <a:chExt cx="303213" cy="303213"/>
                    </a:xfrm>
                  </p:grpSpPr>
                  <p:grpSp>
                    <p:nvGrpSpPr>
                      <p:cNvPr id="15491" name="Group 15490">
                        <a:extLst>
                          <a:ext uri="{FF2B5EF4-FFF2-40B4-BE49-F238E27FC236}">
                            <a16:creationId xmlns:a16="http://schemas.microsoft.com/office/drawing/2014/main" id="{EF2F78A7-81BF-B491-D167-DCD2214621C8}"/>
                          </a:ext>
                        </a:extLst>
                      </p:cNvPr>
                      <p:cNvGrpSpPr/>
                      <p:nvPr/>
                    </p:nvGrpSpPr>
                    <p:grpSpPr>
                      <a:xfrm>
                        <a:off x="5354636" y="3446461"/>
                        <a:ext cx="214313" cy="214313"/>
                        <a:chOff x="5354637" y="3446463"/>
                        <a:chExt cx="214313" cy="214313"/>
                      </a:xfrm>
                    </p:grpSpPr>
                    <p:sp>
                      <p:nvSpPr>
                        <p:cNvPr id="15496" name="Arc 15495">
                          <a:extLst>
                            <a:ext uri="{FF2B5EF4-FFF2-40B4-BE49-F238E27FC236}">
                              <a16:creationId xmlns:a16="http://schemas.microsoft.com/office/drawing/2014/main" id="{4FBE9B87-ACF1-A1F1-4504-ECDFD5FF3DF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497" name="Arc 15496">
                          <a:extLst>
                            <a:ext uri="{FF2B5EF4-FFF2-40B4-BE49-F238E27FC236}">
                              <a16:creationId xmlns:a16="http://schemas.microsoft.com/office/drawing/2014/main" id="{616B06BC-E5AC-9DD3-5645-8F3FE56BDFC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492" name="Group 15491">
                        <a:extLst>
                          <a:ext uri="{FF2B5EF4-FFF2-40B4-BE49-F238E27FC236}">
                            <a16:creationId xmlns:a16="http://schemas.microsoft.com/office/drawing/2014/main" id="{F0361236-2A54-A8DD-8548-5654CE2E34A3}"/>
                          </a:ext>
                        </a:extLst>
                      </p:cNvPr>
                      <p:cNvGrpSpPr/>
                      <p:nvPr/>
                    </p:nvGrpSpPr>
                    <p:grpSpPr>
                      <a:xfrm rot="7200000">
                        <a:off x="5310186" y="3402011"/>
                        <a:ext cx="303213" cy="303213"/>
                        <a:chOff x="5354637" y="3446463"/>
                        <a:chExt cx="214313" cy="214313"/>
                      </a:xfrm>
                    </p:grpSpPr>
                    <p:sp>
                      <p:nvSpPr>
                        <p:cNvPr id="15494" name="Arc 15493">
                          <a:extLst>
                            <a:ext uri="{FF2B5EF4-FFF2-40B4-BE49-F238E27FC236}">
                              <a16:creationId xmlns:a16="http://schemas.microsoft.com/office/drawing/2014/main" id="{3161B8CC-CF51-5194-99DF-6B2420DBEED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495" name="Arc 15494">
                          <a:extLst>
                            <a:ext uri="{FF2B5EF4-FFF2-40B4-BE49-F238E27FC236}">
                              <a16:creationId xmlns:a16="http://schemas.microsoft.com/office/drawing/2014/main" id="{0004BC90-F5C7-0D03-0323-B6476CC9557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493" name="TextBox 15492">
                        <a:extLst>
                          <a:ext uri="{FF2B5EF4-FFF2-40B4-BE49-F238E27FC236}">
                            <a16:creationId xmlns:a16="http://schemas.microsoft.com/office/drawing/2014/main" id="{BD03FA9D-6661-C750-39E0-7AD28442EE1A}"/>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455" name="Group 15454">
                    <a:extLst>
                      <a:ext uri="{FF2B5EF4-FFF2-40B4-BE49-F238E27FC236}">
                        <a16:creationId xmlns:a16="http://schemas.microsoft.com/office/drawing/2014/main" id="{C668B3C8-C440-0E80-CFB5-DCBEDB37C8E8}"/>
                      </a:ext>
                    </a:extLst>
                  </p:cNvPr>
                  <p:cNvGrpSpPr/>
                  <p:nvPr/>
                </p:nvGrpSpPr>
                <p:grpSpPr>
                  <a:xfrm>
                    <a:off x="5886431" y="3525040"/>
                    <a:ext cx="393192" cy="393192"/>
                    <a:chOff x="5265196" y="3932619"/>
                    <a:chExt cx="393192" cy="393192"/>
                  </a:xfrm>
                </p:grpSpPr>
                <p:grpSp>
                  <p:nvGrpSpPr>
                    <p:cNvPr id="15479" name="Group 15478">
                      <a:extLst>
                        <a:ext uri="{FF2B5EF4-FFF2-40B4-BE49-F238E27FC236}">
                          <a16:creationId xmlns:a16="http://schemas.microsoft.com/office/drawing/2014/main" id="{29D26EAA-B9BA-B7AC-11D0-C17FDF089F01}"/>
                        </a:ext>
                      </a:extLst>
                    </p:cNvPr>
                    <p:cNvGrpSpPr/>
                    <p:nvPr/>
                  </p:nvGrpSpPr>
                  <p:grpSpPr>
                    <a:xfrm>
                      <a:off x="5354636" y="4022061"/>
                      <a:ext cx="214313" cy="214313"/>
                      <a:chOff x="5354637" y="3446463"/>
                      <a:chExt cx="214313" cy="214313"/>
                    </a:xfrm>
                  </p:grpSpPr>
                  <p:sp>
                    <p:nvSpPr>
                      <p:cNvPr id="15487" name="Arc 15486">
                        <a:extLst>
                          <a:ext uri="{FF2B5EF4-FFF2-40B4-BE49-F238E27FC236}">
                            <a16:creationId xmlns:a16="http://schemas.microsoft.com/office/drawing/2014/main" id="{309E6346-9116-B7AB-BCB1-F669D4484D6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488" name="Arc 15487">
                        <a:extLst>
                          <a:ext uri="{FF2B5EF4-FFF2-40B4-BE49-F238E27FC236}">
                            <a16:creationId xmlns:a16="http://schemas.microsoft.com/office/drawing/2014/main" id="{697B5716-8959-EEC8-D836-48C488FEACB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480" name="Group 15479">
                      <a:extLst>
                        <a:ext uri="{FF2B5EF4-FFF2-40B4-BE49-F238E27FC236}">
                          <a16:creationId xmlns:a16="http://schemas.microsoft.com/office/drawing/2014/main" id="{F33F8D78-8C6F-3F33-27AB-A992254EBCF7}"/>
                        </a:ext>
                      </a:extLst>
                    </p:cNvPr>
                    <p:cNvGrpSpPr/>
                    <p:nvPr/>
                  </p:nvGrpSpPr>
                  <p:grpSpPr>
                    <a:xfrm rot="14400000">
                      <a:off x="5310186" y="3977611"/>
                      <a:ext cx="303213" cy="303213"/>
                      <a:chOff x="5354637" y="3446463"/>
                      <a:chExt cx="214313" cy="214313"/>
                    </a:xfrm>
                  </p:grpSpPr>
                  <p:sp>
                    <p:nvSpPr>
                      <p:cNvPr id="15485" name="Arc 15484">
                        <a:extLst>
                          <a:ext uri="{FF2B5EF4-FFF2-40B4-BE49-F238E27FC236}">
                            <a16:creationId xmlns:a16="http://schemas.microsoft.com/office/drawing/2014/main" id="{D8C25F1D-F260-0E2F-A45C-97CC54530EA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486" name="Arc 15485">
                        <a:extLst>
                          <a:ext uri="{FF2B5EF4-FFF2-40B4-BE49-F238E27FC236}">
                            <a16:creationId xmlns:a16="http://schemas.microsoft.com/office/drawing/2014/main" id="{6E3C1249-C42C-A80F-D0C1-D1F4C01461D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481" name="Group 15480">
                      <a:extLst>
                        <a:ext uri="{FF2B5EF4-FFF2-40B4-BE49-F238E27FC236}">
                          <a16:creationId xmlns:a16="http://schemas.microsoft.com/office/drawing/2014/main" id="{619F06D8-CB49-33A2-2941-2F43D8605731}"/>
                        </a:ext>
                      </a:extLst>
                    </p:cNvPr>
                    <p:cNvGrpSpPr/>
                    <p:nvPr/>
                  </p:nvGrpSpPr>
                  <p:grpSpPr>
                    <a:xfrm rot="7200000">
                      <a:off x="5265196" y="3932619"/>
                      <a:ext cx="393192" cy="393192"/>
                      <a:chOff x="5354637" y="3446463"/>
                      <a:chExt cx="214313" cy="214313"/>
                    </a:xfrm>
                  </p:grpSpPr>
                  <p:sp>
                    <p:nvSpPr>
                      <p:cNvPr id="15483" name="Arc 15482">
                        <a:extLst>
                          <a:ext uri="{FF2B5EF4-FFF2-40B4-BE49-F238E27FC236}">
                            <a16:creationId xmlns:a16="http://schemas.microsoft.com/office/drawing/2014/main" id="{79519647-12C4-E3FC-9BD0-97148CA7003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484" name="Arc 15483">
                        <a:extLst>
                          <a:ext uri="{FF2B5EF4-FFF2-40B4-BE49-F238E27FC236}">
                            <a16:creationId xmlns:a16="http://schemas.microsoft.com/office/drawing/2014/main" id="{157F9E49-3053-CC93-40B6-B1E026683F1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482" name="TextBox 15481">
                      <a:extLst>
                        <a:ext uri="{FF2B5EF4-FFF2-40B4-BE49-F238E27FC236}">
                          <a16:creationId xmlns:a16="http://schemas.microsoft.com/office/drawing/2014/main" id="{E32792AA-2716-CA1B-C565-B761A9D60EF9}"/>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5456" name="Group 15455">
                    <a:extLst>
                      <a:ext uri="{FF2B5EF4-FFF2-40B4-BE49-F238E27FC236}">
                        <a16:creationId xmlns:a16="http://schemas.microsoft.com/office/drawing/2014/main" id="{A54C15B5-D85A-F545-2AF6-56BC1147DBB9}"/>
                      </a:ext>
                    </a:extLst>
                  </p:cNvPr>
                  <p:cNvGrpSpPr/>
                  <p:nvPr/>
                </p:nvGrpSpPr>
                <p:grpSpPr>
                  <a:xfrm>
                    <a:off x="6512463" y="3525040"/>
                    <a:ext cx="393192" cy="393192"/>
                    <a:chOff x="6389147" y="3357021"/>
                    <a:chExt cx="393192" cy="393192"/>
                  </a:xfrm>
                </p:grpSpPr>
                <p:grpSp>
                  <p:nvGrpSpPr>
                    <p:cNvPr id="15468" name="Group 15467">
                      <a:extLst>
                        <a:ext uri="{FF2B5EF4-FFF2-40B4-BE49-F238E27FC236}">
                          <a16:creationId xmlns:a16="http://schemas.microsoft.com/office/drawing/2014/main" id="{CD511F3B-120B-ECF2-E32C-EBD94FF26EA6}"/>
                        </a:ext>
                      </a:extLst>
                    </p:cNvPr>
                    <p:cNvGrpSpPr/>
                    <p:nvPr/>
                  </p:nvGrpSpPr>
                  <p:grpSpPr>
                    <a:xfrm rot="7200000" flipH="1">
                      <a:off x="6389147" y="3357021"/>
                      <a:ext cx="393192" cy="393192"/>
                      <a:chOff x="5354637" y="3446463"/>
                      <a:chExt cx="214313" cy="214313"/>
                    </a:xfrm>
                  </p:grpSpPr>
                  <p:sp>
                    <p:nvSpPr>
                      <p:cNvPr id="15477" name="Arc 15476">
                        <a:extLst>
                          <a:ext uri="{FF2B5EF4-FFF2-40B4-BE49-F238E27FC236}">
                            <a16:creationId xmlns:a16="http://schemas.microsoft.com/office/drawing/2014/main" id="{A73FE2CE-2E6B-AAB2-7534-E788D490DA1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478" name="Arc 15477">
                        <a:extLst>
                          <a:ext uri="{FF2B5EF4-FFF2-40B4-BE49-F238E27FC236}">
                            <a16:creationId xmlns:a16="http://schemas.microsoft.com/office/drawing/2014/main" id="{82484AC9-C4BE-2B90-0C2C-37916F5D9F1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469" name="Group 15468">
                      <a:extLst>
                        <a:ext uri="{FF2B5EF4-FFF2-40B4-BE49-F238E27FC236}">
                          <a16:creationId xmlns:a16="http://schemas.microsoft.com/office/drawing/2014/main" id="{6E21094C-B25B-0A2B-95AC-5F892BD8E5C9}"/>
                        </a:ext>
                      </a:extLst>
                    </p:cNvPr>
                    <p:cNvGrpSpPr/>
                    <p:nvPr/>
                  </p:nvGrpSpPr>
                  <p:grpSpPr>
                    <a:xfrm>
                      <a:off x="6434137" y="3402011"/>
                      <a:ext cx="303213" cy="303213"/>
                      <a:chOff x="6434137" y="3402011"/>
                      <a:chExt cx="303213" cy="303213"/>
                    </a:xfrm>
                  </p:grpSpPr>
                  <p:grpSp>
                    <p:nvGrpSpPr>
                      <p:cNvPr id="15470" name="Group 15469">
                        <a:extLst>
                          <a:ext uri="{FF2B5EF4-FFF2-40B4-BE49-F238E27FC236}">
                            <a16:creationId xmlns:a16="http://schemas.microsoft.com/office/drawing/2014/main" id="{5830D4D4-5235-5E72-2925-CBD16BB47D8E}"/>
                          </a:ext>
                        </a:extLst>
                      </p:cNvPr>
                      <p:cNvGrpSpPr/>
                      <p:nvPr/>
                    </p:nvGrpSpPr>
                    <p:grpSpPr>
                      <a:xfrm flipH="1">
                        <a:off x="6478587" y="3446461"/>
                        <a:ext cx="214313" cy="214313"/>
                        <a:chOff x="5354637" y="3446463"/>
                        <a:chExt cx="214313" cy="214313"/>
                      </a:xfrm>
                    </p:grpSpPr>
                    <p:sp>
                      <p:nvSpPr>
                        <p:cNvPr id="15475" name="Arc 15474">
                          <a:extLst>
                            <a:ext uri="{FF2B5EF4-FFF2-40B4-BE49-F238E27FC236}">
                              <a16:creationId xmlns:a16="http://schemas.microsoft.com/office/drawing/2014/main" id="{46B9236F-4A9B-C923-EF7C-346886163AF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476" name="Arc 15475">
                          <a:extLst>
                            <a:ext uri="{FF2B5EF4-FFF2-40B4-BE49-F238E27FC236}">
                              <a16:creationId xmlns:a16="http://schemas.microsoft.com/office/drawing/2014/main" id="{E25C1785-AA5D-9DE4-5764-33C5CFAD793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471" name="Group 15470">
                        <a:extLst>
                          <a:ext uri="{FF2B5EF4-FFF2-40B4-BE49-F238E27FC236}">
                            <a16:creationId xmlns:a16="http://schemas.microsoft.com/office/drawing/2014/main" id="{29275257-65BC-3B8C-F3B2-C0F27F016C53}"/>
                          </a:ext>
                        </a:extLst>
                      </p:cNvPr>
                      <p:cNvGrpSpPr/>
                      <p:nvPr/>
                    </p:nvGrpSpPr>
                    <p:grpSpPr>
                      <a:xfrm rot="14400000" flipH="1">
                        <a:off x="6434137" y="3402011"/>
                        <a:ext cx="303213" cy="303213"/>
                        <a:chOff x="5354637" y="3446463"/>
                        <a:chExt cx="214313" cy="214313"/>
                      </a:xfrm>
                    </p:grpSpPr>
                    <p:sp>
                      <p:nvSpPr>
                        <p:cNvPr id="15473" name="Arc 15472">
                          <a:extLst>
                            <a:ext uri="{FF2B5EF4-FFF2-40B4-BE49-F238E27FC236}">
                              <a16:creationId xmlns:a16="http://schemas.microsoft.com/office/drawing/2014/main" id="{26C00411-C8F7-0388-929F-951CC3541AA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474" name="Arc 15473">
                          <a:extLst>
                            <a:ext uri="{FF2B5EF4-FFF2-40B4-BE49-F238E27FC236}">
                              <a16:creationId xmlns:a16="http://schemas.microsoft.com/office/drawing/2014/main" id="{CDA4BB50-6888-68E6-BC3D-0D3CCB3756C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472" name="TextBox 15471">
                        <a:extLst>
                          <a:ext uri="{FF2B5EF4-FFF2-40B4-BE49-F238E27FC236}">
                            <a16:creationId xmlns:a16="http://schemas.microsoft.com/office/drawing/2014/main" id="{3B617DB8-3D43-B2B0-8E69-EDFE7ECBCE34}"/>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457" name="Group 15456">
                    <a:extLst>
                      <a:ext uri="{FF2B5EF4-FFF2-40B4-BE49-F238E27FC236}">
                        <a16:creationId xmlns:a16="http://schemas.microsoft.com/office/drawing/2014/main" id="{8E102DEE-011A-B92A-77E7-E999A7F9BEFC}"/>
                      </a:ext>
                    </a:extLst>
                  </p:cNvPr>
                  <p:cNvGrpSpPr/>
                  <p:nvPr/>
                </p:nvGrpSpPr>
                <p:grpSpPr>
                  <a:xfrm>
                    <a:off x="6197413" y="3225768"/>
                    <a:ext cx="393192" cy="393192"/>
                    <a:chOff x="6389147" y="3932622"/>
                    <a:chExt cx="393192" cy="393192"/>
                  </a:xfrm>
                </p:grpSpPr>
                <p:grpSp>
                  <p:nvGrpSpPr>
                    <p:cNvPr id="15458" name="Group 15457">
                      <a:extLst>
                        <a:ext uri="{FF2B5EF4-FFF2-40B4-BE49-F238E27FC236}">
                          <a16:creationId xmlns:a16="http://schemas.microsoft.com/office/drawing/2014/main" id="{1A633006-190C-6DD5-1E8A-6D9BE9EEBF5D}"/>
                        </a:ext>
                      </a:extLst>
                    </p:cNvPr>
                    <p:cNvGrpSpPr/>
                    <p:nvPr/>
                  </p:nvGrpSpPr>
                  <p:grpSpPr>
                    <a:xfrm flipH="1">
                      <a:off x="6478587" y="4022061"/>
                      <a:ext cx="214313" cy="214313"/>
                      <a:chOff x="5354637" y="3446463"/>
                      <a:chExt cx="214313" cy="214313"/>
                    </a:xfrm>
                  </p:grpSpPr>
                  <p:sp>
                    <p:nvSpPr>
                      <p:cNvPr id="15466" name="Arc 15465">
                        <a:extLst>
                          <a:ext uri="{FF2B5EF4-FFF2-40B4-BE49-F238E27FC236}">
                            <a16:creationId xmlns:a16="http://schemas.microsoft.com/office/drawing/2014/main" id="{066DA618-93D3-A1FB-31A5-B0850BA593B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467" name="Arc 15466">
                        <a:extLst>
                          <a:ext uri="{FF2B5EF4-FFF2-40B4-BE49-F238E27FC236}">
                            <a16:creationId xmlns:a16="http://schemas.microsoft.com/office/drawing/2014/main" id="{DF48A2EB-11B6-71A1-3CA5-35B8905CC78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459" name="Group 15458">
                      <a:extLst>
                        <a:ext uri="{FF2B5EF4-FFF2-40B4-BE49-F238E27FC236}">
                          <a16:creationId xmlns:a16="http://schemas.microsoft.com/office/drawing/2014/main" id="{4C77B124-A71F-62B9-F9F1-6D8E7334920C}"/>
                        </a:ext>
                      </a:extLst>
                    </p:cNvPr>
                    <p:cNvGrpSpPr/>
                    <p:nvPr/>
                  </p:nvGrpSpPr>
                  <p:grpSpPr>
                    <a:xfrm rot="7200000" flipH="1">
                      <a:off x="6434137" y="3977611"/>
                      <a:ext cx="303213" cy="303213"/>
                      <a:chOff x="5354637" y="3446463"/>
                      <a:chExt cx="214313" cy="214313"/>
                    </a:xfrm>
                  </p:grpSpPr>
                  <p:sp>
                    <p:nvSpPr>
                      <p:cNvPr id="15464" name="Arc 15463">
                        <a:extLst>
                          <a:ext uri="{FF2B5EF4-FFF2-40B4-BE49-F238E27FC236}">
                            <a16:creationId xmlns:a16="http://schemas.microsoft.com/office/drawing/2014/main" id="{CE2D2920-CF95-219C-09E3-D4081AA37FD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465" name="Arc 15464">
                        <a:extLst>
                          <a:ext uri="{FF2B5EF4-FFF2-40B4-BE49-F238E27FC236}">
                            <a16:creationId xmlns:a16="http://schemas.microsoft.com/office/drawing/2014/main" id="{8FBD929B-C58B-9C9C-43B4-80AB2B2BAF2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460" name="Group 15459">
                      <a:extLst>
                        <a:ext uri="{FF2B5EF4-FFF2-40B4-BE49-F238E27FC236}">
                          <a16:creationId xmlns:a16="http://schemas.microsoft.com/office/drawing/2014/main" id="{359394F8-126B-A9EC-4627-D607563C7195}"/>
                        </a:ext>
                      </a:extLst>
                    </p:cNvPr>
                    <p:cNvGrpSpPr/>
                    <p:nvPr/>
                  </p:nvGrpSpPr>
                  <p:grpSpPr>
                    <a:xfrm rot="14400000" flipH="1">
                      <a:off x="6389147" y="3932622"/>
                      <a:ext cx="393192" cy="393192"/>
                      <a:chOff x="5354637" y="3446463"/>
                      <a:chExt cx="214313" cy="214313"/>
                    </a:xfrm>
                  </p:grpSpPr>
                  <p:sp>
                    <p:nvSpPr>
                      <p:cNvPr id="15462" name="Arc 15461">
                        <a:extLst>
                          <a:ext uri="{FF2B5EF4-FFF2-40B4-BE49-F238E27FC236}">
                            <a16:creationId xmlns:a16="http://schemas.microsoft.com/office/drawing/2014/main" id="{A8927D50-EDC7-BA83-8A9E-7D3456B58E6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463" name="Arc 15462">
                        <a:extLst>
                          <a:ext uri="{FF2B5EF4-FFF2-40B4-BE49-F238E27FC236}">
                            <a16:creationId xmlns:a16="http://schemas.microsoft.com/office/drawing/2014/main" id="{6CDF0E86-340A-BE3C-4829-AD60145ACF5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461" name="TextBox 15460">
                      <a:extLst>
                        <a:ext uri="{FF2B5EF4-FFF2-40B4-BE49-F238E27FC236}">
                          <a16:creationId xmlns:a16="http://schemas.microsoft.com/office/drawing/2014/main" id="{201FAA7A-6284-C11C-1089-787A38E570F7}"/>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407" name="Group 15406">
                  <a:extLst>
                    <a:ext uri="{FF2B5EF4-FFF2-40B4-BE49-F238E27FC236}">
                      <a16:creationId xmlns:a16="http://schemas.microsoft.com/office/drawing/2014/main" id="{3D36A7B2-0761-ED0F-03A7-0E432AF61E2F}"/>
                    </a:ext>
                  </a:extLst>
                </p:cNvPr>
                <p:cNvGrpSpPr/>
                <p:nvPr/>
              </p:nvGrpSpPr>
              <p:grpSpPr>
                <a:xfrm>
                  <a:off x="6069086" y="3246228"/>
                  <a:ext cx="1019224" cy="991639"/>
                  <a:chOff x="5886431" y="3225768"/>
                  <a:chExt cx="1019224" cy="991639"/>
                </a:xfrm>
              </p:grpSpPr>
              <p:grpSp>
                <p:nvGrpSpPr>
                  <p:cNvPr id="15408" name="Group 15407">
                    <a:extLst>
                      <a:ext uri="{FF2B5EF4-FFF2-40B4-BE49-F238E27FC236}">
                        <a16:creationId xmlns:a16="http://schemas.microsoft.com/office/drawing/2014/main" id="{7E72B0B5-18CC-4F6C-0F9C-4743E200BB3A}"/>
                      </a:ext>
                    </a:extLst>
                  </p:cNvPr>
                  <p:cNvGrpSpPr/>
                  <p:nvPr/>
                </p:nvGrpSpPr>
                <p:grpSpPr>
                  <a:xfrm>
                    <a:off x="6197413" y="3824215"/>
                    <a:ext cx="393192" cy="393192"/>
                    <a:chOff x="5265196" y="3357021"/>
                    <a:chExt cx="393192" cy="393192"/>
                  </a:xfrm>
                </p:grpSpPr>
                <p:grpSp>
                  <p:nvGrpSpPr>
                    <p:cNvPr id="15443" name="Group 15442">
                      <a:extLst>
                        <a:ext uri="{FF2B5EF4-FFF2-40B4-BE49-F238E27FC236}">
                          <a16:creationId xmlns:a16="http://schemas.microsoft.com/office/drawing/2014/main" id="{32FCF9C8-EB9E-830D-FD8D-F4D3522BBE12}"/>
                        </a:ext>
                      </a:extLst>
                    </p:cNvPr>
                    <p:cNvGrpSpPr/>
                    <p:nvPr/>
                  </p:nvGrpSpPr>
                  <p:grpSpPr>
                    <a:xfrm rot="14400000">
                      <a:off x="5265196" y="3357021"/>
                      <a:ext cx="393192" cy="393192"/>
                      <a:chOff x="5354637" y="3446463"/>
                      <a:chExt cx="214313" cy="214313"/>
                    </a:xfrm>
                  </p:grpSpPr>
                  <p:sp>
                    <p:nvSpPr>
                      <p:cNvPr id="15452" name="Arc 15451">
                        <a:extLst>
                          <a:ext uri="{FF2B5EF4-FFF2-40B4-BE49-F238E27FC236}">
                            <a16:creationId xmlns:a16="http://schemas.microsoft.com/office/drawing/2014/main" id="{8173E10C-8EE3-346B-EDEE-1030A50D60E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453" name="Arc 15452">
                        <a:extLst>
                          <a:ext uri="{FF2B5EF4-FFF2-40B4-BE49-F238E27FC236}">
                            <a16:creationId xmlns:a16="http://schemas.microsoft.com/office/drawing/2014/main" id="{388120B5-EA64-4610-4C70-A6BAB632F4F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444" name="Group 15443">
                      <a:extLst>
                        <a:ext uri="{FF2B5EF4-FFF2-40B4-BE49-F238E27FC236}">
                          <a16:creationId xmlns:a16="http://schemas.microsoft.com/office/drawing/2014/main" id="{505B4253-4C49-6698-006A-401D2E3C9E40}"/>
                        </a:ext>
                      </a:extLst>
                    </p:cNvPr>
                    <p:cNvGrpSpPr/>
                    <p:nvPr/>
                  </p:nvGrpSpPr>
                  <p:grpSpPr>
                    <a:xfrm>
                      <a:off x="5310186" y="3402011"/>
                      <a:ext cx="303213" cy="303213"/>
                      <a:chOff x="5310186" y="3402011"/>
                      <a:chExt cx="303213" cy="303213"/>
                    </a:xfrm>
                  </p:grpSpPr>
                  <p:grpSp>
                    <p:nvGrpSpPr>
                      <p:cNvPr id="15445" name="Group 15444">
                        <a:extLst>
                          <a:ext uri="{FF2B5EF4-FFF2-40B4-BE49-F238E27FC236}">
                            <a16:creationId xmlns:a16="http://schemas.microsoft.com/office/drawing/2014/main" id="{EEC125E0-06C8-7B6E-E004-A8BBCF6D2950}"/>
                          </a:ext>
                        </a:extLst>
                      </p:cNvPr>
                      <p:cNvGrpSpPr/>
                      <p:nvPr/>
                    </p:nvGrpSpPr>
                    <p:grpSpPr>
                      <a:xfrm>
                        <a:off x="5354636" y="3446461"/>
                        <a:ext cx="214313" cy="214313"/>
                        <a:chOff x="5354637" y="3446463"/>
                        <a:chExt cx="214313" cy="214313"/>
                      </a:xfrm>
                    </p:grpSpPr>
                    <p:sp>
                      <p:nvSpPr>
                        <p:cNvPr id="15450" name="Arc 15449">
                          <a:extLst>
                            <a:ext uri="{FF2B5EF4-FFF2-40B4-BE49-F238E27FC236}">
                              <a16:creationId xmlns:a16="http://schemas.microsoft.com/office/drawing/2014/main" id="{BDF6853E-3027-AC2F-3C5B-F510373EA57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451" name="Arc 15450">
                          <a:extLst>
                            <a:ext uri="{FF2B5EF4-FFF2-40B4-BE49-F238E27FC236}">
                              <a16:creationId xmlns:a16="http://schemas.microsoft.com/office/drawing/2014/main" id="{79E9C6A7-DF16-1359-505F-FF85CD9D885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446" name="Group 15445">
                        <a:extLst>
                          <a:ext uri="{FF2B5EF4-FFF2-40B4-BE49-F238E27FC236}">
                            <a16:creationId xmlns:a16="http://schemas.microsoft.com/office/drawing/2014/main" id="{0F6CEB5E-6D64-39EE-4F74-F3BCAF51EB1C}"/>
                          </a:ext>
                        </a:extLst>
                      </p:cNvPr>
                      <p:cNvGrpSpPr/>
                      <p:nvPr/>
                    </p:nvGrpSpPr>
                    <p:grpSpPr>
                      <a:xfrm rot="7200000">
                        <a:off x="5310186" y="3402011"/>
                        <a:ext cx="303213" cy="303213"/>
                        <a:chOff x="5354637" y="3446463"/>
                        <a:chExt cx="214313" cy="214313"/>
                      </a:xfrm>
                    </p:grpSpPr>
                    <p:sp>
                      <p:nvSpPr>
                        <p:cNvPr id="15448" name="Arc 15447">
                          <a:extLst>
                            <a:ext uri="{FF2B5EF4-FFF2-40B4-BE49-F238E27FC236}">
                              <a16:creationId xmlns:a16="http://schemas.microsoft.com/office/drawing/2014/main" id="{1FDE2BDA-821C-68B1-4146-EC37E99C2B1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449" name="Arc 15448">
                          <a:extLst>
                            <a:ext uri="{FF2B5EF4-FFF2-40B4-BE49-F238E27FC236}">
                              <a16:creationId xmlns:a16="http://schemas.microsoft.com/office/drawing/2014/main" id="{213D8245-1531-409D-BD4D-5A7740DA737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447" name="TextBox 15446">
                        <a:extLst>
                          <a:ext uri="{FF2B5EF4-FFF2-40B4-BE49-F238E27FC236}">
                            <a16:creationId xmlns:a16="http://schemas.microsoft.com/office/drawing/2014/main" id="{FCF9D9CD-0877-5A00-2CA9-07D8AC94B656}"/>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409" name="Group 15408">
                    <a:extLst>
                      <a:ext uri="{FF2B5EF4-FFF2-40B4-BE49-F238E27FC236}">
                        <a16:creationId xmlns:a16="http://schemas.microsoft.com/office/drawing/2014/main" id="{BEBFCC3E-03AE-6A1E-F234-7EB220E60ABC}"/>
                      </a:ext>
                    </a:extLst>
                  </p:cNvPr>
                  <p:cNvGrpSpPr/>
                  <p:nvPr/>
                </p:nvGrpSpPr>
                <p:grpSpPr>
                  <a:xfrm>
                    <a:off x="5886431" y="3525040"/>
                    <a:ext cx="393192" cy="393192"/>
                    <a:chOff x="5265196" y="3932619"/>
                    <a:chExt cx="393192" cy="393192"/>
                  </a:xfrm>
                </p:grpSpPr>
                <p:grpSp>
                  <p:nvGrpSpPr>
                    <p:cNvPr id="15433" name="Group 15432">
                      <a:extLst>
                        <a:ext uri="{FF2B5EF4-FFF2-40B4-BE49-F238E27FC236}">
                          <a16:creationId xmlns:a16="http://schemas.microsoft.com/office/drawing/2014/main" id="{157A2630-D1DD-8ED5-8FE0-299A53214F94}"/>
                        </a:ext>
                      </a:extLst>
                    </p:cNvPr>
                    <p:cNvGrpSpPr/>
                    <p:nvPr/>
                  </p:nvGrpSpPr>
                  <p:grpSpPr>
                    <a:xfrm>
                      <a:off x="5354636" y="4022061"/>
                      <a:ext cx="214313" cy="214313"/>
                      <a:chOff x="5354637" y="3446463"/>
                      <a:chExt cx="214313" cy="214313"/>
                    </a:xfrm>
                  </p:grpSpPr>
                  <p:sp>
                    <p:nvSpPr>
                      <p:cNvPr id="15441" name="Arc 15440">
                        <a:extLst>
                          <a:ext uri="{FF2B5EF4-FFF2-40B4-BE49-F238E27FC236}">
                            <a16:creationId xmlns:a16="http://schemas.microsoft.com/office/drawing/2014/main" id="{07B48422-C420-4842-D934-B5625ED7D1C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442" name="Arc 15441">
                        <a:extLst>
                          <a:ext uri="{FF2B5EF4-FFF2-40B4-BE49-F238E27FC236}">
                            <a16:creationId xmlns:a16="http://schemas.microsoft.com/office/drawing/2014/main" id="{F1A45C53-138E-D2B2-6528-CABCCF4F6B6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434" name="Group 15433">
                      <a:extLst>
                        <a:ext uri="{FF2B5EF4-FFF2-40B4-BE49-F238E27FC236}">
                          <a16:creationId xmlns:a16="http://schemas.microsoft.com/office/drawing/2014/main" id="{A2779A5E-5F99-FFFF-4A1A-6489D877DF3D}"/>
                        </a:ext>
                      </a:extLst>
                    </p:cNvPr>
                    <p:cNvGrpSpPr/>
                    <p:nvPr/>
                  </p:nvGrpSpPr>
                  <p:grpSpPr>
                    <a:xfrm rot="14400000">
                      <a:off x="5310186" y="3977611"/>
                      <a:ext cx="303213" cy="303213"/>
                      <a:chOff x="5354637" y="3446463"/>
                      <a:chExt cx="214313" cy="214313"/>
                    </a:xfrm>
                  </p:grpSpPr>
                  <p:sp>
                    <p:nvSpPr>
                      <p:cNvPr id="15439" name="Arc 15438">
                        <a:extLst>
                          <a:ext uri="{FF2B5EF4-FFF2-40B4-BE49-F238E27FC236}">
                            <a16:creationId xmlns:a16="http://schemas.microsoft.com/office/drawing/2014/main" id="{C919C728-B1E3-8642-D9AA-D1BA73A0581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440" name="Arc 15439">
                        <a:extLst>
                          <a:ext uri="{FF2B5EF4-FFF2-40B4-BE49-F238E27FC236}">
                            <a16:creationId xmlns:a16="http://schemas.microsoft.com/office/drawing/2014/main" id="{C068B208-E7C0-A13E-92F7-3B4C24808F0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435" name="Group 15434">
                      <a:extLst>
                        <a:ext uri="{FF2B5EF4-FFF2-40B4-BE49-F238E27FC236}">
                          <a16:creationId xmlns:a16="http://schemas.microsoft.com/office/drawing/2014/main" id="{6331126D-01B8-C712-8EFD-EE4330306970}"/>
                        </a:ext>
                      </a:extLst>
                    </p:cNvPr>
                    <p:cNvGrpSpPr/>
                    <p:nvPr/>
                  </p:nvGrpSpPr>
                  <p:grpSpPr>
                    <a:xfrm rot="7200000">
                      <a:off x="5265196" y="3932619"/>
                      <a:ext cx="393192" cy="393192"/>
                      <a:chOff x="5354637" y="3446463"/>
                      <a:chExt cx="214313" cy="214313"/>
                    </a:xfrm>
                  </p:grpSpPr>
                  <p:sp>
                    <p:nvSpPr>
                      <p:cNvPr id="15437" name="Arc 15436">
                        <a:extLst>
                          <a:ext uri="{FF2B5EF4-FFF2-40B4-BE49-F238E27FC236}">
                            <a16:creationId xmlns:a16="http://schemas.microsoft.com/office/drawing/2014/main" id="{9AA2835E-2908-1439-EE2B-E4A9998DB39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438" name="Arc 15437">
                        <a:extLst>
                          <a:ext uri="{FF2B5EF4-FFF2-40B4-BE49-F238E27FC236}">
                            <a16:creationId xmlns:a16="http://schemas.microsoft.com/office/drawing/2014/main" id="{93FC628B-8982-F8BD-F6CA-5439D0AC15A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436" name="TextBox 15435">
                      <a:extLst>
                        <a:ext uri="{FF2B5EF4-FFF2-40B4-BE49-F238E27FC236}">
                          <a16:creationId xmlns:a16="http://schemas.microsoft.com/office/drawing/2014/main" id="{70B06654-DE09-45E5-6D62-21AE9D83D90E}"/>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5410" name="Group 15409">
                    <a:extLst>
                      <a:ext uri="{FF2B5EF4-FFF2-40B4-BE49-F238E27FC236}">
                        <a16:creationId xmlns:a16="http://schemas.microsoft.com/office/drawing/2014/main" id="{3B8953BB-C107-6FF0-AC05-F56A9B9827DF}"/>
                      </a:ext>
                    </a:extLst>
                  </p:cNvPr>
                  <p:cNvGrpSpPr/>
                  <p:nvPr/>
                </p:nvGrpSpPr>
                <p:grpSpPr>
                  <a:xfrm>
                    <a:off x="6512463" y="3525040"/>
                    <a:ext cx="393192" cy="393192"/>
                    <a:chOff x="6389147" y="3357021"/>
                    <a:chExt cx="393192" cy="393192"/>
                  </a:xfrm>
                </p:grpSpPr>
                <p:grpSp>
                  <p:nvGrpSpPr>
                    <p:cNvPr id="15422" name="Group 15421">
                      <a:extLst>
                        <a:ext uri="{FF2B5EF4-FFF2-40B4-BE49-F238E27FC236}">
                          <a16:creationId xmlns:a16="http://schemas.microsoft.com/office/drawing/2014/main" id="{D9DE9669-CC7A-AE15-FF19-3D6D65BB488F}"/>
                        </a:ext>
                      </a:extLst>
                    </p:cNvPr>
                    <p:cNvGrpSpPr/>
                    <p:nvPr/>
                  </p:nvGrpSpPr>
                  <p:grpSpPr>
                    <a:xfrm rot="7200000" flipH="1">
                      <a:off x="6389147" y="3357021"/>
                      <a:ext cx="393192" cy="393192"/>
                      <a:chOff x="5354637" y="3446463"/>
                      <a:chExt cx="214313" cy="214313"/>
                    </a:xfrm>
                  </p:grpSpPr>
                  <p:sp>
                    <p:nvSpPr>
                      <p:cNvPr id="15431" name="Arc 15430">
                        <a:extLst>
                          <a:ext uri="{FF2B5EF4-FFF2-40B4-BE49-F238E27FC236}">
                            <a16:creationId xmlns:a16="http://schemas.microsoft.com/office/drawing/2014/main" id="{BA8729E5-78DB-F302-0E87-6CDF0837A17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432" name="Arc 15431">
                        <a:extLst>
                          <a:ext uri="{FF2B5EF4-FFF2-40B4-BE49-F238E27FC236}">
                            <a16:creationId xmlns:a16="http://schemas.microsoft.com/office/drawing/2014/main" id="{5CB191C3-F95B-AF39-B377-AA629270E1A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423" name="Group 15422">
                      <a:extLst>
                        <a:ext uri="{FF2B5EF4-FFF2-40B4-BE49-F238E27FC236}">
                          <a16:creationId xmlns:a16="http://schemas.microsoft.com/office/drawing/2014/main" id="{05F70406-F9DE-1756-30A2-72524DFE9716}"/>
                        </a:ext>
                      </a:extLst>
                    </p:cNvPr>
                    <p:cNvGrpSpPr/>
                    <p:nvPr/>
                  </p:nvGrpSpPr>
                  <p:grpSpPr>
                    <a:xfrm>
                      <a:off x="6434137" y="3402011"/>
                      <a:ext cx="303213" cy="303213"/>
                      <a:chOff x="6434137" y="3402011"/>
                      <a:chExt cx="303213" cy="303213"/>
                    </a:xfrm>
                  </p:grpSpPr>
                  <p:grpSp>
                    <p:nvGrpSpPr>
                      <p:cNvPr id="15424" name="Group 15423">
                        <a:extLst>
                          <a:ext uri="{FF2B5EF4-FFF2-40B4-BE49-F238E27FC236}">
                            <a16:creationId xmlns:a16="http://schemas.microsoft.com/office/drawing/2014/main" id="{D8AEF372-0FFE-8C83-E7A3-8B7C9982F775}"/>
                          </a:ext>
                        </a:extLst>
                      </p:cNvPr>
                      <p:cNvGrpSpPr/>
                      <p:nvPr/>
                    </p:nvGrpSpPr>
                    <p:grpSpPr>
                      <a:xfrm flipH="1">
                        <a:off x="6478587" y="3446461"/>
                        <a:ext cx="214313" cy="214313"/>
                        <a:chOff x="5354637" y="3446463"/>
                        <a:chExt cx="214313" cy="214313"/>
                      </a:xfrm>
                    </p:grpSpPr>
                    <p:sp>
                      <p:nvSpPr>
                        <p:cNvPr id="15429" name="Arc 15428">
                          <a:extLst>
                            <a:ext uri="{FF2B5EF4-FFF2-40B4-BE49-F238E27FC236}">
                              <a16:creationId xmlns:a16="http://schemas.microsoft.com/office/drawing/2014/main" id="{FD2228ED-ECA5-CA7D-066C-521CF51510B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430" name="Arc 15429">
                          <a:extLst>
                            <a:ext uri="{FF2B5EF4-FFF2-40B4-BE49-F238E27FC236}">
                              <a16:creationId xmlns:a16="http://schemas.microsoft.com/office/drawing/2014/main" id="{1E94A5B1-BF1B-2C8E-1F29-F44DD49412F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425" name="Group 15424">
                        <a:extLst>
                          <a:ext uri="{FF2B5EF4-FFF2-40B4-BE49-F238E27FC236}">
                            <a16:creationId xmlns:a16="http://schemas.microsoft.com/office/drawing/2014/main" id="{58402304-7420-D3E2-F04D-19DD648AA58C}"/>
                          </a:ext>
                        </a:extLst>
                      </p:cNvPr>
                      <p:cNvGrpSpPr/>
                      <p:nvPr/>
                    </p:nvGrpSpPr>
                    <p:grpSpPr>
                      <a:xfrm rot="14400000" flipH="1">
                        <a:off x="6434137" y="3402011"/>
                        <a:ext cx="303213" cy="303213"/>
                        <a:chOff x="5354637" y="3446463"/>
                        <a:chExt cx="214313" cy="214313"/>
                      </a:xfrm>
                    </p:grpSpPr>
                    <p:sp>
                      <p:nvSpPr>
                        <p:cNvPr id="15427" name="Arc 15426">
                          <a:extLst>
                            <a:ext uri="{FF2B5EF4-FFF2-40B4-BE49-F238E27FC236}">
                              <a16:creationId xmlns:a16="http://schemas.microsoft.com/office/drawing/2014/main" id="{B70E5F08-E1A0-3F4F-66B8-56994D84678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428" name="Arc 15427">
                          <a:extLst>
                            <a:ext uri="{FF2B5EF4-FFF2-40B4-BE49-F238E27FC236}">
                              <a16:creationId xmlns:a16="http://schemas.microsoft.com/office/drawing/2014/main" id="{0F1B91C8-4DFD-2AB9-86CD-9FD9DB58C1D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426" name="TextBox 15425">
                        <a:extLst>
                          <a:ext uri="{FF2B5EF4-FFF2-40B4-BE49-F238E27FC236}">
                            <a16:creationId xmlns:a16="http://schemas.microsoft.com/office/drawing/2014/main" id="{4C109253-446A-CD38-0A63-217470653C5B}"/>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411" name="Group 15410">
                    <a:extLst>
                      <a:ext uri="{FF2B5EF4-FFF2-40B4-BE49-F238E27FC236}">
                        <a16:creationId xmlns:a16="http://schemas.microsoft.com/office/drawing/2014/main" id="{305AD018-DB21-78E4-17D6-3CED43182A6D}"/>
                      </a:ext>
                    </a:extLst>
                  </p:cNvPr>
                  <p:cNvGrpSpPr/>
                  <p:nvPr/>
                </p:nvGrpSpPr>
                <p:grpSpPr>
                  <a:xfrm>
                    <a:off x="6197413" y="3225768"/>
                    <a:ext cx="393192" cy="393192"/>
                    <a:chOff x="6389147" y="3932622"/>
                    <a:chExt cx="393192" cy="393192"/>
                  </a:xfrm>
                </p:grpSpPr>
                <p:grpSp>
                  <p:nvGrpSpPr>
                    <p:cNvPr id="15412" name="Group 15411">
                      <a:extLst>
                        <a:ext uri="{FF2B5EF4-FFF2-40B4-BE49-F238E27FC236}">
                          <a16:creationId xmlns:a16="http://schemas.microsoft.com/office/drawing/2014/main" id="{B2EC1183-B9F4-1011-59C4-60998A1CB7A5}"/>
                        </a:ext>
                      </a:extLst>
                    </p:cNvPr>
                    <p:cNvGrpSpPr/>
                    <p:nvPr/>
                  </p:nvGrpSpPr>
                  <p:grpSpPr>
                    <a:xfrm flipH="1">
                      <a:off x="6478587" y="4022061"/>
                      <a:ext cx="214313" cy="214313"/>
                      <a:chOff x="5354637" y="3446463"/>
                      <a:chExt cx="214313" cy="214313"/>
                    </a:xfrm>
                  </p:grpSpPr>
                  <p:sp>
                    <p:nvSpPr>
                      <p:cNvPr id="15420" name="Arc 15419">
                        <a:extLst>
                          <a:ext uri="{FF2B5EF4-FFF2-40B4-BE49-F238E27FC236}">
                            <a16:creationId xmlns:a16="http://schemas.microsoft.com/office/drawing/2014/main" id="{D43917B2-0A5D-73B2-A1A5-D94DAF001D9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421" name="Arc 15420">
                        <a:extLst>
                          <a:ext uri="{FF2B5EF4-FFF2-40B4-BE49-F238E27FC236}">
                            <a16:creationId xmlns:a16="http://schemas.microsoft.com/office/drawing/2014/main" id="{284C6115-0BFF-6690-A44C-80EE5A543D9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413" name="Group 15412">
                      <a:extLst>
                        <a:ext uri="{FF2B5EF4-FFF2-40B4-BE49-F238E27FC236}">
                          <a16:creationId xmlns:a16="http://schemas.microsoft.com/office/drawing/2014/main" id="{7FDE5CC4-ECB4-F3A8-9845-90472E3E03DF}"/>
                        </a:ext>
                      </a:extLst>
                    </p:cNvPr>
                    <p:cNvGrpSpPr/>
                    <p:nvPr/>
                  </p:nvGrpSpPr>
                  <p:grpSpPr>
                    <a:xfrm rot="7200000" flipH="1">
                      <a:off x="6434137" y="3977611"/>
                      <a:ext cx="303213" cy="303213"/>
                      <a:chOff x="5354637" y="3446463"/>
                      <a:chExt cx="214313" cy="214313"/>
                    </a:xfrm>
                  </p:grpSpPr>
                  <p:sp>
                    <p:nvSpPr>
                      <p:cNvPr id="15418" name="Arc 15417">
                        <a:extLst>
                          <a:ext uri="{FF2B5EF4-FFF2-40B4-BE49-F238E27FC236}">
                            <a16:creationId xmlns:a16="http://schemas.microsoft.com/office/drawing/2014/main" id="{58F4DA49-7655-27F8-6D25-22DA8EEFFE7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419" name="Arc 15418">
                        <a:extLst>
                          <a:ext uri="{FF2B5EF4-FFF2-40B4-BE49-F238E27FC236}">
                            <a16:creationId xmlns:a16="http://schemas.microsoft.com/office/drawing/2014/main" id="{D9CEB41F-E24F-F032-018F-EBCD25C19D5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414" name="Group 15413">
                      <a:extLst>
                        <a:ext uri="{FF2B5EF4-FFF2-40B4-BE49-F238E27FC236}">
                          <a16:creationId xmlns:a16="http://schemas.microsoft.com/office/drawing/2014/main" id="{ADC4FDF3-8962-05E8-7FF5-FA11E2FC812F}"/>
                        </a:ext>
                      </a:extLst>
                    </p:cNvPr>
                    <p:cNvGrpSpPr/>
                    <p:nvPr/>
                  </p:nvGrpSpPr>
                  <p:grpSpPr>
                    <a:xfrm rot="14400000" flipH="1">
                      <a:off x="6389147" y="3932622"/>
                      <a:ext cx="393192" cy="393192"/>
                      <a:chOff x="5354637" y="3446463"/>
                      <a:chExt cx="214313" cy="214313"/>
                    </a:xfrm>
                  </p:grpSpPr>
                  <p:sp>
                    <p:nvSpPr>
                      <p:cNvPr id="15416" name="Arc 15415">
                        <a:extLst>
                          <a:ext uri="{FF2B5EF4-FFF2-40B4-BE49-F238E27FC236}">
                            <a16:creationId xmlns:a16="http://schemas.microsoft.com/office/drawing/2014/main" id="{D3F22E60-6C9A-2E0E-D5A7-F2E787E456C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417" name="Arc 15416">
                        <a:extLst>
                          <a:ext uri="{FF2B5EF4-FFF2-40B4-BE49-F238E27FC236}">
                            <a16:creationId xmlns:a16="http://schemas.microsoft.com/office/drawing/2014/main" id="{269EDC6A-3186-81C4-8445-3D08250431A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415" name="TextBox 15414">
                      <a:extLst>
                        <a:ext uri="{FF2B5EF4-FFF2-40B4-BE49-F238E27FC236}">
                          <a16:creationId xmlns:a16="http://schemas.microsoft.com/office/drawing/2014/main" id="{4996D4D2-269A-7B7B-9865-49AB91F2A4A6}"/>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5311" name="Group 15310">
                <a:extLst>
                  <a:ext uri="{FF2B5EF4-FFF2-40B4-BE49-F238E27FC236}">
                    <a16:creationId xmlns:a16="http://schemas.microsoft.com/office/drawing/2014/main" id="{633123C1-6729-FA6C-10FF-84F90D27C48D}"/>
                  </a:ext>
                </a:extLst>
              </p:cNvPr>
              <p:cNvGrpSpPr/>
              <p:nvPr/>
            </p:nvGrpSpPr>
            <p:grpSpPr>
              <a:xfrm>
                <a:off x="6065340" y="2039507"/>
                <a:ext cx="1643204" cy="1593124"/>
                <a:chOff x="5445106" y="2644743"/>
                <a:chExt cx="1643204" cy="1593124"/>
              </a:xfrm>
            </p:grpSpPr>
            <p:grpSp>
              <p:nvGrpSpPr>
                <p:cNvPr id="15312" name="Group 15311">
                  <a:extLst>
                    <a:ext uri="{FF2B5EF4-FFF2-40B4-BE49-F238E27FC236}">
                      <a16:creationId xmlns:a16="http://schemas.microsoft.com/office/drawing/2014/main" id="{F6A4AF91-3B4F-3A51-C3EE-D739A86A52FA}"/>
                    </a:ext>
                  </a:extLst>
                </p:cNvPr>
                <p:cNvGrpSpPr/>
                <p:nvPr/>
              </p:nvGrpSpPr>
              <p:grpSpPr>
                <a:xfrm>
                  <a:off x="5445106" y="2644743"/>
                  <a:ext cx="1019224" cy="991639"/>
                  <a:chOff x="5886431" y="3225768"/>
                  <a:chExt cx="1019224" cy="991639"/>
                </a:xfrm>
              </p:grpSpPr>
              <p:grpSp>
                <p:nvGrpSpPr>
                  <p:cNvPr id="15360" name="Group 15359">
                    <a:extLst>
                      <a:ext uri="{FF2B5EF4-FFF2-40B4-BE49-F238E27FC236}">
                        <a16:creationId xmlns:a16="http://schemas.microsoft.com/office/drawing/2014/main" id="{4B88C3AA-845F-1470-AE09-67660A6B9D8C}"/>
                      </a:ext>
                    </a:extLst>
                  </p:cNvPr>
                  <p:cNvGrpSpPr/>
                  <p:nvPr/>
                </p:nvGrpSpPr>
                <p:grpSpPr>
                  <a:xfrm>
                    <a:off x="6197413" y="3824215"/>
                    <a:ext cx="393192" cy="393192"/>
                    <a:chOff x="5265196" y="3357021"/>
                    <a:chExt cx="393192" cy="393192"/>
                  </a:xfrm>
                </p:grpSpPr>
                <p:grpSp>
                  <p:nvGrpSpPr>
                    <p:cNvPr id="15395" name="Group 15394">
                      <a:extLst>
                        <a:ext uri="{FF2B5EF4-FFF2-40B4-BE49-F238E27FC236}">
                          <a16:creationId xmlns:a16="http://schemas.microsoft.com/office/drawing/2014/main" id="{F8E32401-82FE-E077-E1A4-8CAF492D1A42}"/>
                        </a:ext>
                      </a:extLst>
                    </p:cNvPr>
                    <p:cNvGrpSpPr/>
                    <p:nvPr/>
                  </p:nvGrpSpPr>
                  <p:grpSpPr>
                    <a:xfrm rot="14400000">
                      <a:off x="5265196" y="3357021"/>
                      <a:ext cx="393192" cy="393192"/>
                      <a:chOff x="5354637" y="3446463"/>
                      <a:chExt cx="214313" cy="214313"/>
                    </a:xfrm>
                  </p:grpSpPr>
                  <p:sp>
                    <p:nvSpPr>
                      <p:cNvPr id="15404" name="Arc 15403">
                        <a:extLst>
                          <a:ext uri="{FF2B5EF4-FFF2-40B4-BE49-F238E27FC236}">
                            <a16:creationId xmlns:a16="http://schemas.microsoft.com/office/drawing/2014/main" id="{31D8ACD9-7053-8CC5-C398-1C7B0F79E57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405" name="Arc 15404">
                        <a:extLst>
                          <a:ext uri="{FF2B5EF4-FFF2-40B4-BE49-F238E27FC236}">
                            <a16:creationId xmlns:a16="http://schemas.microsoft.com/office/drawing/2014/main" id="{BDCF5ACF-1CC4-2FAA-81E0-E67D6B88454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396" name="Group 15395">
                      <a:extLst>
                        <a:ext uri="{FF2B5EF4-FFF2-40B4-BE49-F238E27FC236}">
                          <a16:creationId xmlns:a16="http://schemas.microsoft.com/office/drawing/2014/main" id="{24E44C44-DCBD-0542-0133-BD86D037DD97}"/>
                        </a:ext>
                      </a:extLst>
                    </p:cNvPr>
                    <p:cNvGrpSpPr/>
                    <p:nvPr/>
                  </p:nvGrpSpPr>
                  <p:grpSpPr>
                    <a:xfrm>
                      <a:off x="5310186" y="3402011"/>
                      <a:ext cx="303213" cy="303213"/>
                      <a:chOff x="5310186" y="3402011"/>
                      <a:chExt cx="303213" cy="303213"/>
                    </a:xfrm>
                  </p:grpSpPr>
                  <p:grpSp>
                    <p:nvGrpSpPr>
                      <p:cNvPr id="15397" name="Group 15396">
                        <a:extLst>
                          <a:ext uri="{FF2B5EF4-FFF2-40B4-BE49-F238E27FC236}">
                            <a16:creationId xmlns:a16="http://schemas.microsoft.com/office/drawing/2014/main" id="{422CB087-E7CD-0F46-5E0A-492FF9297A51}"/>
                          </a:ext>
                        </a:extLst>
                      </p:cNvPr>
                      <p:cNvGrpSpPr/>
                      <p:nvPr/>
                    </p:nvGrpSpPr>
                    <p:grpSpPr>
                      <a:xfrm>
                        <a:off x="5354636" y="3446461"/>
                        <a:ext cx="214313" cy="214313"/>
                        <a:chOff x="5354637" y="3446463"/>
                        <a:chExt cx="214313" cy="214313"/>
                      </a:xfrm>
                    </p:grpSpPr>
                    <p:sp>
                      <p:nvSpPr>
                        <p:cNvPr id="15402" name="Arc 15401">
                          <a:extLst>
                            <a:ext uri="{FF2B5EF4-FFF2-40B4-BE49-F238E27FC236}">
                              <a16:creationId xmlns:a16="http://schemas.microsoft.com/office/drawing/2014/main" id="{D0FFDB11-A115-861F-CA07-52BED7504E5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403" name="Arc 15402">
                          <a:extLst>
                            <a:ext uri="{FF2B5EF4-FFF2-40B4-BE49-F238E27FC236}">
                              <a16:creationId xmlns:a16="http://schemas.microsoft.com/office/drawing/2014/main" id="{2792A9A2-5D4D-E970-0DAB-C2D73EBEB47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398" name="Group 15397">
                        <a:extLst>
                          <a:ext uri="{FF2B5EF4-FFF2-40B4-BE49-F238E27FC236}">
                            <a16:creationId xmlns:a16="http://schemas.microsoft.com/office/drawing/2014/main" id="{ACEF4D78-343E-DCA7-A4D0-6558843CD665}"/>
                          </a:ext>
                        </a:extLst>
                      </p:cNvPr>
                      <p:cNvGrpSpPr/>
                      <p:nvPr/>
                    </p:nvGrpSpPr>
                    <p:grpSpPr>
                      <a:xfrm rot="7200000">
                        <a:off x="5310186" y="3402011"/>
                        <a:ext cx="303213" cy="303213"/>
                        <a:chOff x="5354637" y="3446463"/>
                        <a:chExt cx="214313" cy="214313"/>
                      </a:xfrm>
                    </p:grpSpPr>
                    <p:sp>
                      <p:nvSpPr>
                        <p:cNvPr id="15400" name="Arc 15399">
                          <a:extLst>
                            <a:ext uri="{FF2B5EF4-FFF2-40B4-BE49-F238E27FC236}">
                              <a16:creationId xmlns:a16="http://schemas.microsoft.com/office/drawing/2014/main" id="{C9CCD69D-D095-53EF-063B-84755134FB4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401" name="Arc 15400">
                          <a:extLst>
                            <a:ext uri="{FF2B5EF4-FFF2-40B4-BE49-F238E27FC236}">
                              <a16:creationId xmlns:a16="http://schemas.microsoft.com/office/drawing/2014/main" id="{F9657B80-3D5B-95A9-B28D-8EB07C66920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399" name="TextBox 15398">
                        <a:extLst>
                          <a:ext uri="{FF2B5EF4-FFF2-40B4-BE49-F238E27FC236}">
                            <a16:creationId xmlns:a16="http://schemas.microsoft.com/office/drawing/2014/main" id="{846556B1-1A02-9460-B439-D0BE2146FD54}"/>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361" name="Group 15360">
                    <a:extLst>
                      <a:ext uri="{FF2B5EF4-FFF2-40B4-BE49-F238E27FC236}">
                        <a16:creationId xmlns:a16="http://schemas.microsoft.com/office/drawing/2014/main" id="{0DBA40DB-E357-1A0B-FE85-F1AAB8520AC6}"/>
                      </a:ext>
                    </a:extLst>
                  </p:cNvPr>
                  <p:cNvGrpSpPr/>
                  <p:nvPr/>
                </p:nvGrpSpPr>
                <p:grpSpPr>
                  <a:xfrm>
                    <a:off x="5886431" y="3525040"/>
                    <a:ext cx="393192" cy="393192"/>
                    <a:chOff x="5265196" y="3932619"/>
                    <a:chExt cx="393192" cy="393192"/>
                  </a:xfrm>
                </p:grpSpPr>
                <p:grpSp>
                  <p:nvGrpSpPr>
                    <p:cNvPr id="15385" name="Group 15384">
                      <a:extLst>
                        <a:ext uri="{FF2B5EF4-FFF2-40B4-BE49-F238E27FC236}">
                          <a16:creationId xmlns:a16="http://schemas.microsoft.com/office/drawing/2014/main" id="{FBE759FB-A753-B733-EADC-5CE0771E0228}"/>
                        </a:ext>
                      </a:extLst>
                    </p:cNvPr>
                    <p:cNvGrpSpPr/>
                    <p:nvPr/>
                  </p:nvGrpSpPr>
                  <p:grpSpPr>
                    <a:xfrm>
                      <a:off x="5354636" y="4022061"/>
                      <a:ext cx="214313" cy="214313"/>
                      <a:chOff x="5354637" y="3446463"/>
                      <a:chExt cx="214313" cy="214313"/>
                    </a:xfrm>
                  </p:grpSpPr>
                  <p:sp>
                    <p:nvSpPr>
                      <p:cNvPr id="15393" name="Arc 15392">
                        <a:extLst>
                          <a:ext uri="{FF2B5EF4-FFF2-40B4-BE49-F238E27FC236}">
                            <a16:creationId xmlns:a16="http://schemas.microsoft.com/office/drawing/2014/main" id="{AE717926-587E-F91B-870D-39CAFC26D24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394" name="Arc 15393">
                        <a:extLst>
                          <a:ext uri="{FF2B5EF4-FFF2-40B4-BE49-F238E27FC236}">
                            <a16:creationId xmlns:a16="http://schemas.microsoft.com/office/drawing/2014/main" id="{4658B5F3-678C-CFCE-47D7-3A289ADCCCE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386" name="Group 15385">
                      <a:extLst>
                        <a:ext uri="{FF2B5EF4-FFF2-40B4-BE49-F238E27FC236}">
                          <a16:creationId xmlns:a16="http://schemas.microsoft.com/office/drawing/2014/main" id="{17FE4338-F589-5519-2324-7C687F739739}"/>
                        </a:ext>
                      </a:extLst>
                    </p:cNvPr>
                    <p:cNvGrpSpPr/>
                    <p:nvPr/>
                  </p:nvGrpSpPr>
                  <p:grpSpPr>
                    <a:xfrm rot="14400000">
                      <a:off x="5310186" y="3977611"/>
                      <a:ext cx="303213" cy="303213"/>
                      <a:chOff x="5354637" y="3446463"/>
                      <a:chExt cx="214313" cy="214313"/>
                    </a:xfrm>
                  </p:grpSpPr>
                  <p:sp>
                    <p:nvSpPr>
                      <p:cNvPr id="15391" name="Arc 15390">
                        <a:extLst>
                          <a:ext uri="{FF2B5EF4-FFF2-40B4-BE49-F238E27FC236}">
                            <a16:creationId xmlns:a16="http://schemas.microsoft.com/office/drawing/2014/main" id="{8F09163B-FF1F-0757-B5ED-19DC3BD8A28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392" name="Arc 15391">
                        <a:extLst>
                          <a:ext uri="{FF2B5EF4-FFF2-40B4-BE49-F238E27FC236}">
                            <a16:creationId xmlns:a16="http://schemas.microsoft.com/office/drawing/2014/main" id="{12D6E628-5B91-B2D6-7F2C-E54D8383C5F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387" name="Group 15386">
                      <a:extLst>
                        <a:ext uri="{FF2B5EF4-FFF2-40B4-BE49-F238E27FC236}">
                          <a16:creationId xmlns:a16="http://schemas.microsoft.com/office/drawing/2014/main" id="{216232CB-C351-D04C-DC79-DB427C067C6C}"/>
                        </a:ext>
                      </a:extLst>
                    </p:cNvPr>
                    <p:cNvGrpSpPr/>
                    <p:nvPr/>
                  </p:nvGrpSpPr>
                  <p:grpSpPr>
                    <a:xfrm rot="7200000">
                      <a:off x="5265196" y="3932619"/>
                      <a:ext cx="393192" cy="393192"/>
                      <a:chOff x="5354637" y="3446463"/>
                      <a:chExt cx="214313" cy="214313"/>
                    </a:xfrm>
                  </p:grpSpPr>
                  <p:sp>
                    <p:nvSpPr>
                      <p:cNvPr id="15389" name="Arc 15388">
                        <a:extLst>
                          <a:ext uri="{FF2B5EF4-FFF2-40B4-BE49-F238E27FC236}">
                            <a16:creationId xmlns:a16="http://schemas.microsoft.com/office/drawing/2014/main" id="{E9C8D80E-E291-0325-EB51-15E8EE8F77B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390" name="Arc 15389">
                        <a:extLst>
                          <a:ext uri="{FF2B5EF4-FFF2-40B4-BE49-F238E27FC236}">
                            <a16:creationId xmlns:a16="http://schemas.microsoft.com/office/drawing/2014/main" id="{BA02D378-E396-9669-B900-4C7BE42F3CD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388" name="TextBox 15387">
                      <a:extLst>
                        <a:ext uri="{FF2B5EF4-FFF2-40B4-BE49-F238E27FC236}">
                          <a16:creationId xmlns:a16="http://schemas.microsoft.com/office/drawing/2014/main" id="{C660F006-30DB-504B-CCC4-1F2D3CE9B94B}"/>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5362" name="Group 15361">
                    <a:extLst>
                      <a:ext uri="{FF2B5EF4-FFF2-40B4-BE49-F238E27FC236}">
                        <a16:creationId xmlns:a16="http://schemas.microsoft.com/office/drawing/2014/main" id="{060B8343-0B39-E441-AF2C-913A075BB95B}"/>
                      </a:ext>
                    </a:extLst>
                  </p:cNvPr>
                  <p:cNvGrpSpPr/>
                  <p:nvPr/>
                </p:nvGrpSpPr>
                <p:grpSpPr>
                  <a:xfrm>
                    <a:off x="6512463" y="3525040"/>
                    <a:ext cx="393192" cy="393192"/>
                    <a:chOff x="6389147" y="3357021"/>
                    <a:chExt cx="393192" cy="393192"/>
                  </a:xfrm>
                </p:grpSpPr>
                <p:grpSp>
                  <p:nvGrpSpPr>
                    <p:cNvPr id="15374" name="Group 15373">
                      <a:extLst>
                        <a:ext uri="{FF2B5EF4-FFF2-40B4-BE49-F238E27FC236}">
                          <a16:creationId xmlns:a16="http://schemas.microsoft.com/office/drawing/2014/main" id="{DC757529-9F26-0834-7EC9-FD97DF01309C}"/>
                        </a:ext>
                      </a:extLst>
                    </p:cNvPr>
                    <p:cNvGrpSpPr/>
                    <p:nvPr/>
                  </p:nvGrpSpPr>
                  <p:grpSpPr>
                    <a:xfrm rot="7200000" flipH="1">
                      <a:off x="6389147" y="3357021"/>
                      <a:ext cx="393192" cy="393192"/>
                      <a:chOff x="5354637" y="3446463"/>
                      <a:chExt cx="214313" cy="214313"/>
                    </a:xfrm>
                  </p:grpSpPr>
                  <p:sp>
                    <p:nvSpPr>
                      <p:cNvPr id="15383" name="Arc 15382">
                        <a:extLst>
                          <a:ext uri="{FF2B5EF4-FFF2-40B4-BE49-F238E27FC236}">
                            <a16:creationId xmlns:a16="http://schemas.microsoft.com/office/drawing/2014/main" id="{010E3EC9-5B1A-48B6-60A4-8B47D6B5D04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384" name="Arc 15383">
                        <a:extLst>
                          <a:ext uri="{FF2B5EF4-FFF2-40B4-BE49-F238E27FC236}">
                            <a16:creationId xmlns:a16="http://schemas.microsoft.com/office/drawing/2014/main" id="{11FA8EB0-3460-737B-8F8A-9C1FFCB0D9F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375" name="Group 15374">
                      <a:extLst>
                        <a:ext uri="{FF2B5EF4-FFF2-40B4-BE49-F238E27FC236}">
                          <a16:creationId xmlns:a16="http://schemas.microsoft.com/office/drawing/2014/main" id="{8856F0A0-8ADC-1F9B-E332-79427F5B78B6}"/>
                        </a:ext>
                      </a:extLst>
                    </p:cNvPr>
                    <p:cNvGrpSpPr/>
                    <p:nvPr/>
                  </p:nvGrpSpPr>
                  <p:grpSpPr>
                    <a:xfrm>
                      <a:off x="6434137" y="3402011"/>
                      <a:ext cx="303213" cy="303213"/>
                      <a:chOff x="6434137" y="3402011"/>
                      <a:chExt cx="303213" cy="303213"/>
                    </a:xfrm>
                  </p:grpSpPr>
                  <p:grpSp>
                    <p:nvGrpSpPr>
                      <p:cNvPr id="15376" name="Group 15375">
                        <a:extLst>
                          <a:ext uri="{FF2B5EF4-FFF2-40B4-BE49-F238E27FC236}">
                            <a16:creationId xmlns:a16="http://schemas.microsoft.com/office/drawing/2014/main" id="{BC19B23A-EE40-51DC-7938-6301029336D0}"/>
                          </a:ext>
                        </a:extLst>
                      </p:cNvPr>
                      <p:cNvGrpSpPr/>
                      <p:nvPr/>
                    </p:nvGrpSpPr>
                    <p:grpSpPr>
                      <a:xfrm flipH="1">
                        <a:off x="6478587" y="3446461"/>
                        <a:ext cx="214313" cy="214313"/>
                        <a:chOff x="5354637" y="3446463"/>
                        <a:chExt cx="214313" cy="214313"/>
                      </a:xfrm>
                    </p:grpSpPr>
                    <p:sp>
                      <p:nvSpPr>
                        <p:cNvPr id="15381" name="Arc 15380">
                          <a:extLst>
                            <a:ext uri="{FF2B5EF4-FFF2-40B4-BE49-F238E27FC236}">
                              <a16:creationId xmlns:a16="http://schemas.microsoft.com/office/drawing/2014/main" id="{9DFC4128-96D6-90C0-8690-AE7B3F7B921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382" name="Arc 15381">
                          <a:extLst>
                            <a:ext uri="{FF2B5EF4-FFF2-40B4-BE49-F238E27FC236}">
                              <a16:creationId xmlns:a16="http://schemas.microsoft.com/office/drawing/2014/main" id="{5BAA5868-EB00-A290-5A6B-31601FBB030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377" name="Group 15376">
                        <a:extLst>
                          <a:ext uri="{FF2B5EF4-FFF2-40B4-BE49-F238E27FC236}">
                            <a16:creationId xmlns:a16="http://schemas.microsoft.com/office/drawing/2014/main" id="{7D048746-1D22-2C43-7FAE-456E04E15949}"/>
                          </a:ext>
                        </a:extLst>
                      </p:cNvPr>
                      <p:cNvGrpSpPr/>
                      <p:nvPr/>
                    </p:nvGrpSpPr>
                    <p:grpSpPr>
                      <a:xfrm rot="14400000" flipH="1">
                        <a:off x="6434137" y="3402011"/>
                        <a:ext cx="303213" cy="303213"/>
                        <a:chOff x="5354637" y="3446463"/>
                        <a:chExt cx="214313" cy="214313"/>
                      </a:xfrm>
                    </p:grpSpPr>
                    <p:sp>
                      <p:nvSpPr>
                        <p:cNvPr id="15379" name="Arc 15378">
                          <a:extLst>
                            <a:ext uri="{FF2B5EF4-FFF2-40B4-BE49-F238E27FC236}">
                              <a16:creationId xmlns:a16="http://schemas.microsoft.com/office/drawing/2014/main" id="{D4CCA9B2-79D6-01FB-3239-2F971C5C286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380" name="Arc 15379">
                          <a:extLst>
                            <a:ext uri="{FF2B5EF4-FFF2-40B4-BE49-F238E27FC236}">
                              <a16:creationId xmlns:a16="http://schemas.microsoft.com/office/drawing/2014/main" id="{137FA052-EB94-5B80-F293-F2EF4F2433D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378" name="TextBox 15377">
                        <a:extLst>
                          <a:ext uri="{FF2B5EF4-FFF2-40B4-BE49-F238E27FC236}">
                            <a16:creationId xmlns:a16="http://schemas.microsoft.com/office/drawing/2014/main" id="{BE67C2DB-9A3F-B3F2-FB4A-C3576AF577CD}"/>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363" name="Group 15362">
                    <a:extLst>
                      <a:ext uri="{FF2B5EF4-FFF2-40B4-BE49-F238E27FC236}">
                        <a16:creationId xmlns:a16="http://schemas.microsoft.com/office/drawing/2014/main" id="{8C85A50D-6C66-B5EE-9413-E3934E17B9DB}"/>
                      </a:ext>
                    </a:extLst>
                  </p:cNvPr>
                  <p:cNvGrpSpPr/>
                  <p:nvPr/>
                </p:nvGrpSpPr>
                <p:grpSpPr>
                  <a:xfrm>
                    <a:off x="6197413" y="3225768"/>
                    <a:ext cx="393192" cy="393192"/>
                    <a:chOff x="6389147" y="3932622"/>
                    <a:chExt cx="393192" cy="393192"/>
                  </a:xfrm>
                </p:grpSpPr>
                <p:grpSp>
                  <p:nvGrpSpPr>
                    <p:cNvPr id="15364" name="Group 15363">
                      <a:extLst>
                        <a:ext uri="{FF2B5EF4-FFF2-40B4-BE49-F238E27FC236}">
                          <a16:creationId xmlns:a16="http://schemas.microsoft.com/office/drawing/2014/main" id="{1D461857-A05F-8CAF-3C67-F15CD9C25926}"/>
                        </a:ext>
                      </a:extLst>
                    </p:cNvPr>
                    <p:cNvGrpSpPr/>
                    <p:nvPr/>
                  </p:nvGrpSpPr>
                  <p:grpSpPr>
                    <a:xfrm flipH="1">
                      <a:off x="6478587" y="4022061"/>
                      <a:ext cx="214313" cy="214313"/>
                      <a:chOff x="5354637" y="3446463"/>
                      <a:chExt cx="214313" cy="214313"/>
                    </a:xfrm>
                  </p:grpSpPr>
                  <p:sp>
                    <p:nvSpPr>
                      <p:cNvPr id="15372" name="Arc 15371">
                        <a:extLst>
                          <a:ext uri="{FF2B5EF4-FFF2-40B4-BE49-F238E27FC236}">
                            <a16:creationId xmlns:a16="http://schemas.microsoft.com/office/drawing/2014/main" id="{CF716CDB-A88E-9C8D-7273-E36EF72ECFF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373" name="Arc 15372">
                        <a:extLst>
                          <a:ext uri="{FF2B5EF4-FFF2-40B4-BE49-F238E27FC236}">
                            <a16:creationId xmlns:a16="http://schemas.microsoft.com/office/drawing/2014/main" id="{B9782680-E350-3547-153F-483D242A573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365" name="Group 15364">
                      <a:extLst>
                        <a:ext uri="{FF2B5EF4-FFF2-40B4-BE49-F238E27FC236}">
                          <a16:creationId xmlns:a16="http://schemas.microsoft.com/office/drawing/2014/main" id="{B837CEF4-9AB7-48F3-190F-351F7F07DD60}"/>
                        </a:ext>
                      </a:extLst>
                    </p:cNvPr>
                    <p:cNvGrpSpPr/>
                    <p:nvPr/>
                  </p:nvGrpSpPr>
                  <p:grpSpPr>
                    <a:xfrm rot="7200000" flipH="1">
                      <a:off x="6434137" y="3977611"/>
                      <a:ext cx="303213" cy="303213"/>
                      <a:chOff x="5354637" y="3446463"/>
                      <a:chExt cx="214313" cy="214313"/>
                    </a:xfrm>
                  </p:grpSpPr>
                  <p:sp>
                    <p:nvSpPr>
                      <p:cNvPr id="15370" name="Arc 15369">
                        <a:extLst>
                          <a:ext uri="{FF2B5EF4-FFF2-40B4-BE49-F238E27FC236}">
                            <a16:creationId xmlns:a16="http://schemas.microsoft.com/office/drawing/2014/main" id="{D8B34A8D-6E5F-A9CA-0977-18A78E54F68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371" name="Arc 15370">
                        <a:extLst>
                          <a:ext uri="{FF2B5EF4-FFF2-40B4-BE49-F238E27FC236}">
                            <a16:creationId xmlns:a16="http://schemas.microsoft.com/office/drawing/2014/main" id="{03166BA7-09D3-2171-CE9B-5BD1E475CDB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366" name="Group 15365">
                      <a:extLst>
                        <a:ext uri="{FF2B5EF4-FFF2-40B4-BE49-F238E27FC236}">
                          <a16:creationId xmlns:a16="http://schemas.microsoft.com/office/drawing/2014/main" id="{902A38A2-3AD9-38EC-B486-9AC86DC16271}"/>
                        </a:ext>
                      </a:extLst>
                    </p:cNvPr>
                    <p:cNvGrpSpPr/>
                    <p:nvPr/>
                  </p:nvGrpSpPr>
                  <p:grpSpPr>
                    <a:xfrm rot="14400000" flipH="1">
                      <a:off x="6389147" y="3932622"/>
                      <a:ext cx="393192" cy="393192"/>
                      <a:chOff x="5354637" y="3446463"/>
                      <a:chExt cx="214313" cy="214313"/>
                    </a:xfrm>
                  </p:grpSpPr>
                  <p:sp>
                    <p:nvSpPr>
                      <p:cNvPr id="15368" name="Arc 15367">
                        <a:extLst>
                          <a:ext uri="{FF2B5EF4-FFF2-40B4-BE49-F238E27FC236}">
                            <a16:creationId xmlns:a16="http://schemas.microsoft.com/office/drawing/2014/main" id="{3DABA738-0F2C-BEF8-9A7D-CC524C01E2A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369" name="Arc 15368">
                        <a:extLst>
                          <a:ext uri="{FF2B5EF4-FFF2-40B4-BE49-F238E27FC236}">
                            <a16:creationId xmlns:a16="http://schemas.microsoft.com/office/drawing/2014/main" id="{F9AF5239-F603-829D-C0F9-1AB099C7A9E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367" name="TextBox 15366">
                      <a:extLst>
                        <a:ext uri="{FF2B5EF4-FFF2-40B4-BE49-F238E27FC236}">
                          <a16:creationId xmlns:a16="http://schemas.microsoft.com/office/drawing/2014/main" id="{EBAFB716-3EC8-728D-1C9B-33DAB9A9D822}"/>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313" name="Group 15312">
                  <a:extLst>
                    <a:ext uri="{FF2B5EF4-FFF2-40B4-BE49-F238E27FC236}">
                      <a16:creationId xmlns:a16="http://schemas.microsoft.com/office/drawing/2014/main" id="{144C68CB-4D51-BDEA-E5DA-27D4FD9D27EF}"/>
                    </a:ext>
                  </a:extLst>
                </p:cNvPr>
                <p:cNvGrpSpPr/>
                <p:nvPr/>
              </p:nvGrpSpPr>
              <p:grpSpPr>
                <a:xfrm>
                  <a:off x="6069086" y="3246228"/>
                  <a:ext cx="1019224" cy="991639"/>
                  <a:chOff x="5886431" y="3225768"/>
                  <a:chExt cx="1019224" cy="991639"/>
                </a:xfrm>
              </p:grpSpPr>
              <p:grpSp>
                <p:nvGrpSpPr>
                  <p:cNvPr id="15314" name="Group 15313">
                    <a:extLst>
                      <a:ext uri="{FF2B5EF4-FFF2-40B4-BE49-F238E27FC236}">
                        <a16:creationId xmlns:a16="http://schemas.microsoft.com/office/drawing/2014/main" id="{4C6DA2F3-60A0-5EB0-3DEE-60D2601FB916}"/>
                      </a:ext>
                    </a:extLst>
                  </p:cNvPr>
                  <p:cNvGrpSpPr/>
                  <p:nvPr/>
                </p:nvGrpSpPr>
                <p:grpSpPr>
                  <a:xfrm>
                    <a:off x="6197413" y="3824215"/>
                    <a:ext cx="393192" cy="393192"/>
                    <a:chOff x="5265196" y="3357021"/>
                    <a:chExt cx="393192" cy="393192"/>
                  </a:xfrm>
                </p:grpSpPr>
                <p:grpSp>
                  <p:nvGrpSpPr>
                    <p:cNvPr id="15349" name="Group 15348">
                      <a:extLst>
                        <a:ext uri="{FF2B5EF4-FFF2-40B4-BE49-F238E27FC236}">
                          <a16:creationId xmlns:a16="http://schemas.microsoft.com/office/drawing/2014/main" id="{756C0E9E-3AC4-1CCE-4194-6DAE650C616D}"/>
                        </a:ext>
                      </a:extLst>
                    </p:cNvPr>
                    <p:cNvGrpSpPr/>
                    <p:nvPr/>
                  </p:nvGrpSpPr>
                  <p:grpSpPr>
                    <a:xfrm rot="14400000">
                      <a:off x="5265196" y="3357021"/>
                      <a:ext cx="393192" cy="393192"/>
                      <a:chOff x="5354637" y="3446463"/>
                      <a:chExt cx="214313" cy="214313"/>
                    </a:xfrm>
                  </p:grpSpPr>
                  <p:sp>
                    <p:nvSpPr>
                      <p:cNvPr id="15358" name="Arc 15357">
                        <a:extLst>
                          <a:ext uri="{FF2B5EF4-FFF2-40B4-BE49-F238E27FC236}">
                            <a16:creationId xmlns:a16="http://schemas.microsoft.com/office/drawing/2014/main" id="{CDBBBFA1-5892-16F1-3D07-386C4083D56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359" name="Arc 15358">
                        <a:extLst>
                          <a:ext uri="{FF2B5EF4-FFF2-40B4-BE49-F238E27FC236}">
                            <a16:creationId xmlns:a16="http://schemas.microsoft.com/office/drawing/2014/main" id="{44233046-D2EF-8F1D-E572-99128F9126A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350" name="Group 15349">
                      <a:extLst>
                        <a:ext uri="{FF2B5EF4-FFF2-40B4-BE49-F238E27FC236}">
                          <a16:creationId xmlns:a16="http://schemas.microsoft.com/office/drawing/2014/main" id="{5933F5C6-85C2-2196-B86F-45F985F12A10}"/>
                        </a:ext>
                      </a:extLst>
                    </p:cNvPr>
                    <p:cNvGrpSpPr/>
                    <p:nvPr/>
                  </p:nvGrpSpPr>
                  <p:grpSpPr>
                    <a:xfrm>
                      <a:off x="5310186" y="3402011"/>
                      <a:ext cx="303213" cy="303213"/>
                      <a:chOff x="5310186" y="3402011"/>
                      <a:chExt cx="303213" cy="303213"/>
                    </a:xfrm>
                  </p:grpSpPr>
                  <p:grpSp>
                    <p:nvGrpSpPr>
                      <p:cNvPr id="15351" name="Group 15350">
                        <a:extLst>
                          <a:ext uri="{FF2B5EF4-FFF2-40B4-BE49-F238E27FC236}">
                            <a16:creationId xmlns:a16="http://schemas.microsoft.com/office/drawing/2014/main" id="{07187FC5-C50F-DC3D-B38C-B46394647811}"/>
                          </a:ext>
                        </a:extLst>
                      </p:cNvPr>
                      <p:cNvGrpSpPr/>
                      <p:nvPr/>
                    </p:nvGrpSpPr>
                    <p:grpSpPr>
                      <a:xfrm>
                        <a:off x="5354636" y="3446461"/>
                        <a:ext cx="214313" cy="214313"/>
                        <a:chOff x="5354637" y="3446463"/>
                        <a:chExt cx="214313" cy="214313"/>
                      </a:xfrm>
                    </p:grpSpPr>
                    <p:sp>
                      <p:nvSpPr>
                        <p:cNvPr id="15356" name="Arc 15355">
                          <a:extLst>
                            <a:ext uri="{FF2B5EF4-FFF2-40B4-BE49-F238E27FC236}">
                              <a16:creationId xmlns:a16="http://schemas.microsoft.com/office/drawing/2014/main" id="{1ED7850E-B41E-A5B1-DBD8-82AEBC97314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357" name="Arc 15356">
                          <a:extLst>
                            <a:ext uri="{FF2B5EF4-FFF2-40B4-BE49-F238E27FC236}">
                              <a16:creationId xmlns:a16="http://schemas.microsoft.com/office/drawing/2014/main" id="{3562D3AE-84F2-C653-22A9-D50715EF391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352" name="Group 15351">
                        <a:extLst>
                          <a:ext uri="{FF2B5EF4-FFF2-40B4-BE49-F238E27FC236}">
                            <a16:creationId xmlns:a16="http://schemas.microsoft.com/office/drawing/2014/main" id="{B4CAE776-12CB-6216-8535-77BC49B52941}"/>
                          </a:ext>
                        </a:extLst>
                      </p:cNvPr>
                      <p:cNvGrpSpPr/>
                      <p:nvPr/>
                    </p:nvGrpSpPr>
                    <p:grpSpPr>
                      <a:xfrm rot="7200000">
                        <a:off x="5310186" y="3402011"/>
                        <a:ext cx="303213" cy="303213"/>
                        <a:chOff x="5354637" y="3446463"/>
                        <a:chExt cx="214313" cy="214313"/>
                      </a:xfrm>
                    </p:grpSpPr>
                    <p:sp>
                      <p:nvSpPr>
                        <p:cNvPr id="15354" name="Arc 15353">
                          <a:extLst>
                            <a:ext uri="{FF2B5EF4-FFF2-40B4-BE49-F238E27FC236}">
                              <a16:creationId xmlns:a16="http://schemas.microsoft.com/office/drawing/2014/main" id="{E8F7545D-799F-1AFD-8424-3F8799B188F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355" name="Arc 15354">
                          <a:extLst>
                            <a:ext uri="{FF2B5EF4-FFF2-40B4-BE49-F238E27FC236}">
                              <a16:creationId xmlns:a16="http://schemas.microsoft.com/office/drawing/2014/main" id="{90A23818-9DEF-48D6-4276-8B9037C9B2B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353" name="TextBox 15352">
                        <a:extLst>
                          <a:ext uri="{FF2B5EF4-FFF2-40B4-BE49-F238E27FC236}">
                            <a16:creationId xmlns:a16="http://schemas.microsoft.com/office/drawing/2014/main" id="{031CDAC1-3440-6625-EFCA-0C1D05AD4871}"/>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315" name="Group 15314">
                    <a:extLst>
                      <a:ext uri="{FF2B5EF4-FFF2-40B4-BE49-F238E27FC236}">
                        <a16:creationId xmlns:a16="http://schemas.microsoft.com/office/drawing/2014/main" id="{6C7D2AC6-8695-FBB6-FF85-D534733EAD0A}"/>
                      </a:ext>
                    </a:extLst>
                  </p:cNvPr>
                  <p:cNvGrpSpPr/>
                  <p:nvPr/>
                </p:nvGrpSpPr>
                <p:grpSpPr>
                  <a:xfrm>
                    <a:off x="5886431" y="3525040"/>
                    <a:ext cx="393192" cy="393192"/>
                    <a:chOff x="5265196" y="3932619"/>
                    <a:chExt cx="393192" cy="393192"/>
                  </a:xfrm>
                </p:grpSpPr>
                <p:grpSp>
                  <p:nvGrpSpPr>
                    <p:cNvPr id="15339" name="Group 15338">
                      <a:extLst>
                        <a:ext uri="{FF2B5EF4-FFF2-40B4-BE49-F238E27FC236}">
                          <a16:creationId xmlns:a16="http://schemas.microsoft.com/office/drawing/2014/main" id="{FE4F6F1E-69D3-2D61-62DC-278349A61C7D}"/>
                        </a:ext>
                      </a:extLst>
                    </p:cNvPr>
                    <p:cNvGrpSpPr/>
                    <p:nvPr/>
                  </p:nvGrpSpPr>
                  <p:grpSpPr>
                    <a:xfrm>
                      <a:off x="5354636" y="4022061"/>
                      <a:ext cx="214313" cy="214313"/>
                      <a:chOff x="5354637" y="3446463"/>
                      <a:chExt cx="214313" cy="214313"/>
                    </a:xfrm>
                  </p:grpSpPr>
                  <p:sp>
                    <p:nvSpPr>
                      <p:cNvPr id="15347" name="Arc 15346">
                        <a:extLst>
                          <a:ext uri="{FF2B5EF4-FFF2-40B4-BE49-F238E27FC236}">
                            <a16:creationId xmlns:a16="http://schemas.microsoft.com/office/drawing/2014/main" id="{B68C2804-ACBF-98DE-1343-534EE7E81C6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348" name="Arc 15347">
                        <a:extLst>
                          <a:ext uri="{FF2B5EF4-FFF2-40B4-BE49-F238E27FC236}">
                            <a16:creationId xmlns:a16="http://schemas.microsoft.com/office/drawing/2014/main" id="{E3DA49CF-25DC-0904-A405-095F18B185C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340" name="Group 15339">
                      <a:extLst>
                        <a:ext uri="{FF2B5EF4-FFF2-40B4-BE49-F238E27FC236}">
                          <a16:creationId xmlns:a16="http://schemas.microsoft.com/office/drawing/2014/main" id="{C0EC433F-4450-5155-9B5A-7A42066F35D4}"/>
                        </a:ext>
                      </a:extLst>
                    </p:cNvPr>
                    <p:cNvGrpSpPr/>
                    <p:nvPr/>
                  </p:nvGrpSpPr>
                  <p:grpSpPr>
                    <a:xfrm rot="14400000">
                      <a:off x="5310186" y="3977611"/>
                      <a:ext cx="303213" cy="303213"/>
                      <a:chOff x="5354637" y="3446463"/>
                      <a:chExt cx="214313" cy="214313"/>
                    </a:xfrm>
                  </p:grpSpPr>
                  <p:sp>
                    <p:nvSpPr>
                      <p:cNvPr id="15345" name="Arc 15344">
                        <a:extLst>
                          <a:ext uri="{FF2B5EF4-FFF2-40B4-BE49-F238E27FC236}">
                            <a16:creationId xmlns:a16="http://schemas.microsoft.com/office/drawing/2014/main" id="{284030CD-21C1-5A3E-D8B8-9C5AD6A9F64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346" name="Arc 15345">
                        <a:extLst>
                          <a:ext uri="{FF2B5EF4-FFF2-40B4-BE49-F238E27FC236}">
                            <a16:creationId xmlns:a16="http://schemas.microsoft.com/office/drawing/2014/main" id="{0803B743-927D-60BB-A0BB-BBDEB597133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341" name="Group 15340">
                      <a:extLst>
                        <a:ext uri="{FF2B5EF4-FFF2-40B4-BE49-F238E27FC236}">
                          <a16:creationId xmlns:a16="http://schemas.microsoft.com/office/drawing/2014/main" id="{66D7A81C-29A8-B4D8-3564-6A38B5D3D8C8}"/>
                        </a:ext>
                      </a:extLst>
                    </p:cNvPr>
                    <p:cNvGrpSpPr/>
                    <p:nvPr/>
                  </p:nvGrpSpPr>
                  <p:grpSpPr>
                    <a:xfrm rot="7200000">
                      <a:off x="5265196" y="3932619"/>
                      <a:ext cx="393192" cy="393192"/>
                      <a:chOff x="5354637" y="3446463"/>
                      <a:chExt cx="214313" cy="214313"/>
                    </a:xfrm>
                  </p:grpSpPr>
                  <p:sp>
                    <p:nvSpPr>
                      <p:cNvPr id="15343" name="Arc 15342">
                        <a:extLst>
                          <a:ext uri="{FF2B5EF4-FFF2-40B4-BE49-F238E27FC236}">
                            <a16:creationId xmlns:a16="http://schemas.microsoft.com/office/drawing/2014/main" id="{06846357-907E-0008-E575-EDDC7873D21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344" name="Arc 15343">
                        <a:extLst>
                          <a:ext uri="{FF2B5EF4-FFF2-40B4-BE49-F238E27FC236}">
                            <a16:creationId xmlns:a16="http://schemas.microsoft.com/office/drawing/2014/main" id="{FA94BA7E-4EA2-2FBA-5F1E-845018114E5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342" name="TextBox 15341">
                      <a:extLst>
                        <a:ext uri="{FF2B5EF4-FFF2-40B4-BE49-F238E27FC236}">
                          <a16:creationId xmlns:a16="http://schemas.microsoft.com/office/drawing/2014/main" id="{2376909F-F99C-2D84-0F32-600414EB4B36}"/>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5316" name="Group 15315">
                    <a:extLst>
                      <a:ext uri="{FF2B5EF4-FFF2-40B4-BE49-F238E27FC236}">
                        <a16:creationId xmlns:a16="http://schemas.microsoft.com/office/drawing/2014/main" id="{4BAC8426-5E97-79BF-EADE-E82F17D942EA}"/>
                      </a:ext>
                    </a:extLst>
                  </p:cNvPr>
                  <p:cNvGrpSpPr/>
                  <p:nvPr/>
                </p:nvGrpSpPr>
                <p:grpSpPr>
                  <a:xfrm>
                    <a:off x="6512463" y="3525040"/>
                    <a:ext cx="393192" cy="393192"/>
                    <a:chOff x="6389147" y="3357021"/>
                    <a:chExt cx="393192" cy="393192"/>
                  </a:xfrm>
                </p:grpSpPr>
                <p:grpSp>
                  <p:nvGrpSpPr>
                    <p:cNvPr id="15328" name="Group 15327">
                      <a:extLst>
                        <a:ext uri="{FF2B5EF4-FFF2-40B4-BE49-F238E27FC236}">
                          <a16:creationId xmlns:a16="http://schemas.microsoft.com/office/drawing/2014/main" id="{D9622B5B-02D9-99A3-6CF8-661A892DBD6B}"/>
                        </a:ext>
                      </a:extLst>
                    </p:cNvPr>
                    <p:cNvGrpSpPr/>
                    <p:nvPr/>
                  </p:nvGrpSpPr>
                  <p:grpSpPr>
                    <a:xfrm rot="7200000" flipH="1">
                      <a:off x="6389147" y="3357021"/>
                      <a:ext cx="393192" cy="393192"/>
                      <a:chOff x="5354637" y="3446463"/>
                      <a:chExt cx="214313" cy="214313"/>
                    </a:xfrm>
                  </p:grpSpPr>
                  <p:sp>
                    <p:nvSpPr>
                      <p:cNvPr id="15337" name="Arc 15336">
                        <a:extLst>
                          <a:ext uri="{FF2B5EF4-FFF2-40B4-BE49-F238E27FC236}">
                            <a16:creationId xmlns:a16="http://schemas.microsoft.com/office/drawing/2014/main" id="{D643B7EF-CE84-81C7-0D91-961A3EA6160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338" name="Arc 15337">
                        <a:extLst>
                          <a:ext uri="{FF2B5EF4-FFF2-40B4-BE49-F238E27FC236}">
                            <a16:creationId xmlns:a16="http://schemas.microsoft.com/office/drawing/2014/main" id="{3523C36E-268C-D087-5810-F83E1E2549E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329" name="Group 15328">
                      <a:extLst>
                        <a:ext uri="{FF2B5EF4-FFF2-40B4-BE49-F238E27FC236}">
                          <a16:creationId xmlns:a16="http://schemas.microsoft.com/office/drawing/2014/main" id="{ADAF68F0-9B2E-4545-9D75-F22F5D6FAD59}"/>
                        </a:ext>
                      </a:extLst>
                    </p:cNvPr>
                    <p:cNvGrpSpPr/>
                    <p:nvPr/>
                  </p:nvGrpSpPr>
                  <p:grpSpPr>
                    <a:xfrm>
                      <a:off x="6434137" y="3402011"/>
                      <a:ext cx="303213" cy="303213"/>
                      <a:chOff x="6434137" y="3402011"/>
                      <a:chExt cx="303213" cy="303213"/>
                    </a:xfrm>
                  </p:grpSpPr>
                  <p:grpSp>
                    <p:nvGrpSpPr>
                      <p:cNvPr id="15330" name="Group 15329">
                        <a:extLst>
                          <a:ext uri="{FF2B5EF4-FFF2-40B4-BE49-F238E27FC236}">
                            <a16:creationId xmlns:a16="http://schemas.microsoft.com/office/drawing/2014/main" id="{E880FE0C-D7E5-C992-39AB-C6182E9E7999}"/>
                          </a:ext>
                        </a:extLst>
                      </p:cNvPr>
                      <p:cNvGrpSpPr/>
                      <p:nvPr/>
                    </p:nvGrpSpPr>
                    <p:grpSpPr>
                      <a:xfrm flipH="1">
                        <a:off x="6478587" y="3446461"/>
                        <a:ext cx="214313" cy="214313"/>
                        <a:chOff x="5354637" y="3446463"/>
                        <a:chExt cx="214313" cy="214313"/>
                      </a:xfrm>
                    </p:grpSpPr>
                    <p:sp>
                      <p:nvSpPr>
                        <p:cNvPr id="15335" name="Arc 15334">
                          <a:extLst>
                            <a:ext uri="{FF2B5EF4-FFF2-40B4-BE49-F238E27FC236}">
                              <a16:creationId xmlns:a16="http://schemas.microsoft.com/office/drawing/2014/main" id="{B3F35C20-0063-191B-792F-2712921AD83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336" name="Arc 15335">
                          <a:extLst>
                            <a:ext uri="{FF2B5EF4-FFF2-40B4-BE49-F238E27FC236}">
                              <a16:creationId xmlns:a16="http://schemas.microsoft.com/office/drawing/2014/main" id="{CBC2C4EA-5A27-6A7E-8D1F-FC1F9674FCF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331" name="Group 15330">
                        <a:extLst>
                          <a:ext uri="{FF2B5EF4-FFF2-40B4-BE49-F238E27FC236}">
                            <a16:creationId xmlns:a16="http://schemas.microsoft.com/office/drawing/2014/main" id="{00BE069E-8879-2297-EA95-5E76B03308B8}"/>
                          </a:ext>
                        </a:extLst>
                      </p:cNvPr>
                      <p:cNvGrpSpPr/>
                      <p:nvPr/>
                    </p:nvGrpSpPr>
                    <p:grpSpPr>
                      <a:xfrm rot="14400000" flipH="1">
                        <a:off x="6434137" y="3402011"/>
                        <a:ext cx="303213" cy="303213"/>
                        <a:chOff x="5354637" y="3446463"/>
                        <a:chExt cx="214313" cy="214313"/>
                      </a:xfrm>
                    </p:grpSpPr>
                    <p:sp>
                      <p:nvSpPr>
                        <p:cNvPr id="15333" name="Arc 15332">
                          <a:extLst>
                            <a:ext uri="{FF2B5EF4-FFF2-40B4-BE49-F238E27FC236}">
                              <a16:creationId xmlns:a16="http://schemas.microsoft.com/office/drawing/2014/main" id="{018BF72F-C979-2604-939E-FC49DC3CDC4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334" name="Arc 15333">
                          <a:extLst>
                            <a:ext uri="{FF2B5EF4-FFF2-40B4-BE49-F238E27FC236}">
                              <a16:creationId xmlns:a16="http://schemas.microsoft.com/office/drawing/2014/main" id="{E6A4D0C1-4EA7-3B99-43EB-F2D8BA367D1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332" name="TextBox 15331">
                        <a:extLst>
                          <a:ext uri="{FF2B5EF4-FFF2-40B4-BE49-F238E27FC236}">
                            <a16:creationId xmlns:a16="http://schemas.microsoft.com/office/drawing/2014/main" id="{E7275749-7B30-47CB-F5B7-8C524DF67708}"/>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5317" name="Group 15316">
                    <a:extLst>
                      <a:ext uri="{FF2B5EF4-FFF2-40B4-BE49-F238E27FC236}">
                        <a16:creationId xmlns:a16="http://schemas.microsoft.com/office/drawing/2014/main" id="{743CA593-8285-5ED5-1AEB-F2ABEB6AA6EB}"/>
                      </a:ext>
                    </a:extLst>
                  </p:cNvPr>
                  <p:cNvGrpSpPr/>
                  <p:nvPr/>
                </p:nvGrpSpPr>
                <p:grpSpPr>
                  <a:xfrm>
                    <a:off x="6197413" y="3225768"/>
                    <a:ext cx="393192" cy="393192"/>
                    <a:chOff x="6389147" y="3932622"/>
                    <a:chExt cx="393192" cy="393192"/>
                  </a:xfrm>
                </p:grpSpPr>
                <p:grpSp>
                  <p:nvGrpSpPr>
                    <p:cNvPr id="15318" name="Group 15317">
                      <a:extLst>
                        <a:ext uri="{FF2B5EF4-FFF2-40B4-BE49-F238E27FC236}">
                          <a16:creationId xmlns:a16="http://schemas.microsoft.com/office/drawing/2014/main" id="{C1110921-B913-73BB-E27C-6743CF439AAD}"/>
                        </a:ext>
                      </a:extLst>
                    </p:cNvPr>
                    <p:cNvGrpSpPr/>
                    <p:nvPr/>
                  </p:nvGrpSpPr>
                  <p:grpSpPr>
                    <a:xfrm flipH="1">
                      <a:off x="6478587" y="4022061"/>
                      <a:ext cx="214313" cy="214313"/>
                      <a:chOff x="5354637" y="3446463"/>
                      <a:chExt cx="214313" cy="214313"/>
                    </a:xfrm>
                  </p:grpSpPr>
                  <p:sp>
                    <p:nvSpPr>
                      <p:cNvPr id="15326" name="Arc 15325">
                        <a:extLst>
                          <a:ext uri="{FF2B5EF4-FFF2-40B4-BE49-F238E27FC236}">
                            <a16:creationId xmlns:a16="http://schemas.microsoft.com/office/drawing/2014/main" id="{FC0DAAA7-FD5E-A713-92D2-2C414837239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327" name="Arc 15326">
                        <a:extLst>
                          <a:ext uri="{FF2B5EF4-FFF2-40B4-BE49-F238E27FC236}">
                            <a16:creationId xmlns:a16="http://schemas.microsoft.com/office/drawing/2014/main" id="{1BF1C3AC-9332-8563-B786-DCE9680DA92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319" name="Group 15318">
                      <a:extLst>
                        <a:ext uri="{FF2B5EF4-FFF2-40B4-BE49-F238E27FC236}">
                          <a16:creationId xmlns:a16="http://schemas.microsoft.com/office/drawing/2014/main" id="{CA6CCE9A-CA20-2C5A-DC57-8DEA1C2A6952}"/>
                        </a:ext>
                      </a:extLst>
                    </p:cNvPr>
                    <p:cNvGrpSpPr/>
                    <p:nvPr/>
                  </p:nvGrpSpPr>
                  <p:grpSpPr>
                    <a:xfrm rot="7200000" flipH="1">
                      <a:off x="6434137" y="3977611"/>
                      <a:ext cx="303213" cy="303213"/>
                      <a:chOff x="5354637" y="3446463"/>
                      <a:chExt cx="214313" cy="214313"/>
                    </a:xfrm>
                  </p:grpSpPr>
                  <p:sp>
                    <p:nvSpPr>
                      <p:cNvPr id="15324" name="Arc 15323">
                        <a:extLst>
                          <a:ext uri="{FF2B5EF4-FFF2-40B4-BE49-F238E27FC236}">
                            <a16:creationId xmlns:a16="http://schemas.microsoft.com/office/drawing/2014/main" id="{EE4749B5-EADF-7A30-0B61-D8FC4A3F88C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325" name="Arc 15324">
                        <a:extLst>
                          <a:ext uri="{FF2B5EF4-FFF2-40B4-BE49-F238E27FC236}">
                            <a16:creationId xmlns:a16="http://schemas.microsoft.com/office/drawing/2014/main" id="{F0C11795-54C0-E141-07C0-8721D227380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5320" name="Group 15319">
                      <a:extLst>
                        <a:ext uri="{FF2B5EF4-FFF2-40B4-BE49-F238E27FC236}">
                          <a16:creationId xmlns:a16="http://schemas.microsoft.com/office/drawing/2014/main" id="{B21E0228-0002-52B7-3375-25F34BF2A8B8}"/>
                        </a:ext>
                      </a:extLst>
                    </p:cNvPr>
                    <p:cNvGrpSpPr/>
                    <p:nvPr/>
                  </p:nvGrpSpPr>
                  <p:grpSpPr>
                    <a:xfrm rot="14400000" flipH="1">
                      <a:off x="6389147" y="3932622"/>
                      <a:ext cx="393192" cy="393192"/>
                      <a:chOff x="5354637" y="3446463"/>
                      <a:chExt cx="214313" cy="214313"/>
                    </a:xfrm>
                  </p:grpSpPr>
                  <p:sp>
                    <p:nvSpPr>
                      <p:cNvPr id="15322" name="Arc 15321">
                        <a:extLst>
                          <a:ext uri="{FF2B5EF4-FFF2-40B4-BE49-F238E27FC236}">
                            <a16:creationId xmlns:a16="http://schemas.microsoft.com/office/drawing/2014/main" id="{66D2AB05-7451-C433-E55D-3D77951B649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323" name="Arc 15322">
                        <a:extLst>
                          <a:ext uri="{FF2B5EF4-FFF2-40B4-BE49-F238E27FC236}">
                            <a16:creationId xmlns:a16="http://schemas.microsoft.com/office/drawing/2014/main" id="{8A8521BF-9FE8-0CD6-6D1B-E0B8F0FD278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5321" name="TextBox 15320">
                      <a:extLst>
                        <a:ext uri="{FF2B5EF4-FFF2-40B4-BE49-F238E27FC236}">
                          <a16:creationId xmlns:a16="http://schemas.microsoft.com/office/drawing/2014/main" id="{307A511F-FEFF-26D8-91B7-1A8608A7F0EC}"/>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grpSp>
        <p:nvGrpSpPr>
          <p:cNvPr id="18350" name="Group 18349">
            <a:extLst>
              <a:ext uri="{FF2B5EF4-FFF2-40B4-BE49-F238E27FC236}">
                <a16:creationId xmlns:a16="http://schemas.microsoft.com/office/drawing/2014/main" id="{2A77909A-6B92-D7D7-F3E7-AEC27B62251B}"/>
              </a:ext>
            </a:extLst>
          </p:cNvPr>
          <p:cNvGrpSpPr/>
          <p:nvPr/>
        </p:nvGrpSpPr>
        <p:grpSpPr>
          <a:xfrm flipV="1">
            <a:off x="-3123816" y="4738355"/>
            <a:ext cx="8726965" cy="2416401"/>
            <a:chOff x="-599392" y="-878204"/>
            <a:chExt cx="13805393" cy="3822563"/>
          </a:xfrm>
        </p:grpSpPr>
        <p:grpSp>
          <p:nvGrpSpPr>
            <p:cNvPr id="18351" name="Group 18350">
              <a:extLst>
                <a:ext uri="{FF2B5EF4-FFF2-40B4-BE49-F238E27FC236}">
                  <a16:creationId xmlns:a16="http://schemas.microsoft.com/office/drawing/2014/main" id="{BCF64980-2B53-E681-E804-AA75E5CA6510}"/>
                </a:ext>
              </a:extLst>
            </p:cNvPr>
            <p:cNvGrpSpPr/>
            <p:nvPr/>
          </p:nvGrpSpPr>
          <p:grpSpPr>
            <a:xfrm>
              <a:off x="6811099" y="-681609"/>
              <a:ext cx="2263438" cy="2198360"/>
              <a:chOff x="5445106" y="2039507"/>
              <a:chExt cx="2263438" cy="2198360"/>
            </a:xfrm>
          </p:grpSpPr>
          <p:grpSp>
            <p:nvGrpSpPr>
              <p:cNvPr id="21217" name="Group 21216">
                <a:extLst>
                  <a:ext uri="{FF2B5EF4-FFF2-40B4-BE49-F238E27FC236}">
                    <a16:creationId xmlns:a16="http://schemas.microsoft.com/office/drawing/2014/main" id="{90682389-EB18-701A-A5EF-2892A94D3578}"/>
                  </a:ext>
                </a:extLst>
              </p:cNvPr>
              <p:cNvGrpSpPr/>
              <p:nvPr/>
            </p:nvGrpSpPr>
            <p:grpSpPr>
              <a:xfrm>
                <a:off x="5445106" y="2644743"/>
                <a:ext cx="1643204" cy="1593124"/>
                <a:chOff x="5445106" y="2644743"/>
                <a:chExt cx="1643204" cy="1593124"/>
              </a:xfrm>
            </p:grpSpPr>
            <p:grpSp>
              <p:nvGrpSpPr>
                <p:cNvPr id="21313" name="Group 21312">
                  <a:extLst>
                    <a:ext uri="{FF2B5EF4-FFF2-40B4-BE49-F238E27FC236}">
                      <a16:creationId xmlns:a16="http://schemas.microsoft.com/office/drawing/2014/main" id="{6418A9D6-423B-242C-0D5C-F2BBBBC247DD}"/>
                    </a:ext>
                  </a:extLst>
                </p:cNvPr>
                <p:cNvGrpSpPr/>
                <p:nvPr/>
              </p:nvGrpSpPr>
              <p:grpSpPr>
                <a:xfrm>
                  <a:off x="5445106" y="2644743"/>
                  <a:ext cx="1019224" cy="991639"/>
                  <a:chOff x="5886431" y="3225768"/>
                  <a:chExt cx="1019224" cy="991639"/>
                </a:xfrm>
              </p:grpSpPr>
              <p:grpSp>
                <p:nvGrpSpPr>
                  <p:cNvPr id="21361" name="Group 21360">
                    <a:extLst>
                      <a:ext uri="{FF2B5EF4-FFF2-40B4-BE49-F238E27FC236}">
                        <a16:creationId xmlns:a16="http://schemas.microsoft.com/office/drawing/2014/main" id="{AFC2A071-31F1-DA3B-4115-3BDEA4554379}"/>
                      </a:ext>
                    </a:extLst>
                  </p:cNvPr>
                  <p:cNvGrpSpPr/>
                  <p:nvPr/>
                </p:nvGrpSpPr>
                <p:grpSpPr>
                  <a:xfrm>
                    <a:off x="6197413" y="3824215"/>
                    <a:ext cx="393192" cy="393192"/>
                    <a:chOff x="5265196" y="3357021"/>
                    <a:chExt cx="393192" cy="393192"/>
                  </a:xfrm>
                </p:grpSpPr>
                <p:grpSp>
                  <p:nvGrpSpPr>
                    <p:cNvPr id="21396" name="Group 21395">
                      <a:extLst>
                        <a:ext uri="{FF2B5EF4-FFF2-40B4-BE49-F238E27FC236}">
                          <a16:creationId xmlns:a16="http://schemas.microsoft.com/office/drawing/2014/main" id="{1AF793F5-46AF-E887-F728-8D39A2B3C0F7}"/>
                        </a:ext>
                      </a:extLst>
                    </p:cNvPr>
                    <p:cNvGrpSpPr/>
                    <p:nvPr/>
                  </p:nvGrpSpPr>
                  <p:grpSpPr>
                    <a:xfrm rot="14400000">
                      <a:off x="5265196" y="3357021"/>
                      <a:ext cx="393192" cy="393192"/>
                      <a:chOff x="5354637" y="3446463"/>
                      <a:chExt cx="214313" cy="214313"/>
                    </a:xfrm>
                  </p:grpSpPr>
                  <p:sp>
                    <p:nvSpPr>
                      <p:cNvPr id="21405" name="Arc 21404">
                        <a:extLst>
                          <a:ext uri="{FF2B5EF4-FFF2-40B4-BE49-F238E27FC236}">
                            <a16:creationId xmlns:a16="http://schemas.microsoft.com/office/drawing/2014/main" id="{5BAC0D98-217C-BB63-62DE-560E609AFCA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406" name="Arc 21405">
                        <a:extLst>
                          <a:ext uri="{FF2B5EF4-FFF2-40B4-BE49-F238E27FC236}">
                            <a16:creationId xmlns:a16="http://schemas.microsoft.com/office/drawing/2014/main" id="{C60D3DE3-2217-5AEA-E858-407C0B46F39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397" name="Group 21396">
                      <a:extLst>
                        <a:ext uri="{FF2B5EF4-FFF2-40B4-BE49-F238E27FC236}">
                          <a16:creationId xmlns:a16="http://schemas.microsoft.com/office/drawing/2014/main" id="{615F5579-CDB5-B743-91E1-0C7008A78AED}"/>
                        </a:ext>
                      </a:extLst>
                    </p:cNvPr>
                    <p:cNvGrpSpPr/>
                    <p:nvPr/>
                  </p:nvGrpSpPr>
                  <p:grpSpPr>
                    <a:xfrm>
                      <a:off x="5310186" y="3402011"/>
                      <a:ext cx="303213" cy="303213"/>
                      <a:chOff x="5310186" y="3402011"/>
                      <a:chExt cx="303213" cy="303213"/>
                    </a:xfrm>
                  </p:grpSpPr>
                  <p:grpSp>
                    <p:nvGrpSpPr>
                      <p:cNvPr id="21398" name="Group 21397">
                        <a:extLst>
                          <a:ext uri="{FF2B5EF4-FFF2-40B4-BE49-F238E27FC236}">
                            <a16:creationId xmlns:a16="http://schemas.microsoft.com/office/drawing/2014/main" id="{3A062FE6-7E77-F218-3FB6-5741E5055193}"/>
                          </a:ext>
                        </a:extLst>
                      </p:cNvPr>
                      <p:cNvGrpSpPr/>
                      <p:nvPr/>
                    </p:nvGrpSpPr>
                    <p:grpSpPr>
                      <a:xfrm>
                        <a:off x="5354636" y="3446461"/>
                        <a:ext cx="214313" cy="214313"/>
                        <a:chOff x="5354637" y="3446463"/>
                        <a:chExt cx="214313" cy="214313"/>
                      </a:xfrm>
                    </p:grpSpPr>
                    <p:sp>
                      <p:nvSpPr>
                        <p:cNvPr id="21403" name="Arc 21402">
                          <a:extLst>
                            <a:ext uri="{FF2B5EF4-FFF2-40B4-BE49-F238E27FC236}">
                              <a16:creationId xmlns:a16="http://schemas.microsoft.com/office/drawing/2014/main" id="{E0B21CC6-BC97-7679-4084-61D54379926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404" name="Arc 21403">
                          <a:extLst>
                            <a:ext uri="{FF2B5EF4-FFF2-40B4-BE49-F238E27FC236}">
                              <a16:creationId xmlns:a16="http://schemas.microsoft.com/office/drawing/2014/main" id="{10AAA974-8C56-D7B3-03AC-933148B50B1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399" name="Group 21398">
                        <a:extLst>
                          <a:ext uri="{FF2B5EF4-FFF2-40B4-BE49-F238E27FC236}">
                            <a16:creationId xmlns:a16="http://schemas.microsoft.com/office/drawing/2014/main" id="{871441C3-01F8-00C4-D8DF-132121325110}"/>
                          </a:ext>
                        </a:extLst>
                      </p:cNvPr>
                      <p:cNvGrpSpPr/>
                      <p:nvPr/>
                    </p:nvGrpSpPr>
                    <p:grpSpPr>
                      <a:xfrm rot="7200000">
                        <a:off x="5310186" y="3402011"/>
                        <a:ext cx="303213" cy="303213"/>
                        <a:chOff x="5354637" y="3446463"/>
                        <a:chExt cx="214313" cy="214313"/>
                      </a:xfrm>
                    </p:grpSpPr>
                    <p:sp>
                      <p:nvSpPr>
                        <p:cNvPr id="21401" name="Arc 21400">
                          <a:extLst>
                            <a:ext uri="{FF2B5EF4-FFF2-40B4-BE49-F238E27FC236}">
                              <a16:creationId xmlns:a16="http://schemas.microsoft.com/office/drawing/2014/main" id="{9DC101A3-EF28-99E8-F6AE-8400D1E09C5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402" name="Arc 21401">
                          <a:extLst>
                            <a:ext uri="{FF2B5EF4-FFF2-40B4-BE49-F238E27FC236}">
                              <a16:creationId xmlns:a16="http://schemas.microsoft.com/office/drawing/2014/main" id="{5494EB1C-6B6D-9B68-FFBD-97719249DD1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400" name="TextBox 21399">
                        <a:extLst>
                          <a:ext uri="{FF2B5EF4-FFF2-40B4-BE49-F238E27FC236}">
                            <a16:creationId xmlns:a16="http://schemas.microsoft.com/office/drawing/2014/main" id="{AA06D51A-AA8B-2C19-B5EB-EB260CD4FF55}"/>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362" name="Group 21361">
                    <a:extLst>
                      <a:ext uri="{FF2B5EF4-FFF2-40B4-BE49-F238E27FC236}">
                        <a16:creationId xmlns:a16="http://schemas.microsoft.com/office/drawing/2014/main" id="{DC42A718-365B-F78D-AE0C-14A7CA5BAED6}"/>
                      </a:ext>
                    </a:extLst>
                  </p:cNvPr>
                  <p:cNvGrpSpPr/>
                  <p:nvPr/>
                </p:nvGrpSpPr>
                <p:grpSpPr>
                  <a:xfrm>
                    <a:off x="5886431" y="3525040"/>
                    <a:ext cx="393192" cy="393192"/>
                    <a:chOff x="5265196" y="3932619"/>
                    <a:chExt cx="393192" cy="393192"/>
                  </a:xfrm>
                </p:grpSpPr>
                <p:grpSp>
                  <p:nvGrpSpPr>
                    <p:cNvPr id="21386" name="Group 21385">
                      <a:extLst>
                        <a:ext uri="{FF2B5EF4-FFF2-40B4-BE49-F238E27FC236}">
                          <a16:creationId xmlns:a16="http://schemas.microsoft.com/office/drawing/2014/main" id="{55A8B59E-AFD0-5007-3263-65929798C988}"/>
                        </a:ext>
                      </a:extLst>
                    </p:cNvPr>
                    <p:cNvGrpSpPr/>
                    <p:nvPr/>
                  </p:nvGrpSpPr>
                  <p:grpSpPr>
                    <a:xfrm>
                      <a:off x="5354636" y="4022061"/>
                      <a:ext cx="214313" cy="214313"/>
                      <a:chOff x="5354637" y="3446463"/>
                      <a:chExt cx="214313" cy="214313"/>
                    </a:xfrm>
                  </p:grpSpPr>
                  <p:sp>
                    <p:nvSpPr>
                      <p:cNvPr id="21394" name="Arc 21393">
                        <a:extLst>
                          <a:ext uri="{FF2B5EF4-FFF2-40B4-BE49-F238E27FC236}">
                            <a16:creationId xmlns:a16="http://schemas.microsoft.com/office/drawing/2014/main" id="{F2BE95C5-DB68-D28C-F05B-8358C131810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395" name="Arc 21394">
                        <a:extLst>
                          <a:ext uri="{FF2B5EF4-FFF2-40B4-BE49-F238E27FC236}">
                            <a16:creationId xmlns:a16="http://schemas.microsoft.com/office/drawing/2014/main" id="{E3585434-78A7-E456-ACBF-679587300FF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387" name="Group 21386">
                      <a:extLst>
                        <a:ext uri="{FF2B5EF4-FFF2-40B4-BE49-F238E27FC236}">
                          <a16:creationId xmlns:a16="http://schemas.microsoft.com/office/drawing/2014/main" id="{28B527B1-BA34-E850-CDCD-D4A555E98600}"/>
                        </a:ext>
                      </a:extLst>
                    </p:cNvPr>
                    <p:cNvGrpSpPr/>
                    <p:nvPr/>
                  </p:nvGrpSpPr>
                  <p:grpSpPr>
                    <a:xfrm rot="14400000">
                      <a:off x="5310186" y="3977611"/>
                      <a:ext cx="303213" cy="303213"/>
                      <a:chOff x="5354637" y="3446463"/>
                      <a:chExt cx="214313" cy="214313"/>
                    </a:xfrm>
                  </p:grpSpPr>
                  <p:sp>
                    <p:nvSpPr>
                      <p:cNvPr id="21392" name="Arc 21391">
                        <a:extLst>
                          <a:ext uri="{FF2B5EF4-FFF2-40B4-BE49-F238E27FC236}">
                            <a16:creationId xmlns:a16="http://schemas.microsoft.com/office/drawing/2014/main" id="{62295E14-07B7-DC0E-F2C2-7B89D04CCBE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393" name="Arc 21392">
                        <a:extLst>
                          <a:ext uri="{FF2B5EF4-FFF2-40B4-BE49-F238E27FC236}">
                            <a16:creationId xmlns:a16="http://schemas.microsoft.com/office/drawing/2014/main" id="{04C1D340-FE09-2D17-62B5-FA7A9A9FA24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388" name="Group 21387">
                      <a:extLst>
                        <a:ext uri="{FF2B5EF4-FFF2-40B4-BE49-F238E27FC236}">
                          <a16:creationId xmlns:a16="http://schemas.microsoft.com/office/drawing/2014/main" id="{D948A3F3-6260-F47F-BF6B-EF0D34183E33}"/>
                        </a:ext>
                      </a:extLst>
                    </p:cNvPr>
                    <p:cNvGrpSpPr/>
                    <p:nvPr/>
                  </p:nvGrpSpPr>
                  <p:grpSpPr>
                    <a:xfrm rot="7200000">
                      <a:off x="5265196" y="3932619"/>
                      <a:ext cx="393192" cy="393192"/>
                      <a:chOff x="5354637" y="3446463"/>
                      <a:chExt cx="214313" cy="214313"/>
                    </a:xfrm>
                  </p:grpSpPr>
                  <p:sp>
                    <p:nvSpPr>
                      <p:cNvPr id="21390" name="Arc 21389">
                        <a:extLst>
                          <a:ext uri="{FF2B5EF4-FFF2-40B4-BE49-F238E27FC236}">
                            <a16:creationId xmlns:a16="http://schemas.microsoft.com/office/drawing/2014/main" id="{8026B504-BF56-4068-FB1C-8FF41620315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391" name="Arc 21390">
                        <a:extLst>
                          <a:ext uri="{FF2B5EF4-FFF2-40B4-BE49-F238E27FC236}">
                            <a16:creationId xmlns:a16="http://schemas.microsoft.com/office/drawing/2014/main" id="{E6AAFB1F-AC75-2703-9D97-5EA7222BFBF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389" name="TextBox 21388">
                      <a:extLst>
                        <a:ext uri="{FF2B5EF4-FFF2-40B4-BE49-F238E27FC236}">
                          <a16:creationId xmlns:a16="http://schemas.microsoft.com/office/drawing/2014/main" id="{5FD82FAA-E604-71F8-534B-3816CC51B7FC}"/>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1363" name="Group 21362">
                    <a:extLst>
                      <a:ext uri="{FF2B5EF4-FFF2-40B4-BE49-F238E27FC236}">
                        <a16:creationId xmlns:a16="http://schemas.microsoft.com/office/drawing/2014/main" id="{26D22135-5C02-C443-C77C-79BD9BA10F14}"/>
                      </a:ext>
                    </a:extLst>
                  </p:cNvPr>
                  <p:cNvGrpSpPr/>
                  <p:nvPr/>
                </p:nvGrpSpPr>
                <p:grpSpPr>
                  <a:xfrm>
                    <a:off x="6512463" y="3525040"/>
                    <a:ext cx="393192" cy="393192"/>
                    <a:chOff x="6389147" y="3357021"/>
                    <a:chExt cx="393192" cy="393192"/>
                  </a:xfrm>
                </p:grpSpPr>
                <p:grpSp>
                  <p:nvGrpSpPr>
                    <p:cNvPr id="21375" name="Group 21374">
                      <a:extLst>
                        <a:ext uri="{FF2B5EF4-FFF2-40B4-BE49-F238E27FC236}">
                          <a16:creationId xmlns:a16="http://schemas.microsoft.com/office/drawing/2014/main" id="{FD3099A4-5B36-5715-E401-DFD00D8E189F}"/>
                        </a:ext>
                      </a:extLst>
                    </p:cNvPr>
                    <p:cNvGrpSpPr/>
                    <p:nvPr/>
                  </p:nvGrpSpPr>
                  <p:grpSpPr>
                    <a:xfrm rot="7200000" flipH="1">
                      <a:off x="6389147" y="3357021"/>
                      <a:ext cx="393192" cy="393192"/>
                      <a:chOff x="5354637" y="3446463"/>
                      <a:chExt cx="214313" cy="214313"/>
                    </a:xfrm>
                  </p:grpSpPr>
                  <p:sp>
                    <p:nvSpPr>
                      <p:cNvPr id="21384" name="Arc 21383">
                        <a:extLst>
                          <a:ext uri="{FF2B5EF4-FFF2-40B4-BE49-F238E27FC236}">
                            <a16:creationId xmlns:a16="http://schemas.microsoft.com/office/drawing/2014/main" id="{9920B244-D09A-EBA4-75D9-5CD4EF87704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385" name="Arc 21384">
                        <a:extLst>
                          <a:ext uri="{FF2B5EF4-FFF2-40B4-BE49-F238E27FC236}">
                            <a16:creationId xmlns:a16="http://schemas.microsoft.com/office/drawing/2014/main" id="{BFC3C67D-AFDE-526A-6680-59CF17B3F4A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376" name="Group 21375">
                      <a:extLst>
                        <a:ext uri="{FF2B5EF4-FFF2-40B4-BE49-F238E27FC236}">
                          <a16:creationId xmlns:a16="http://schemas.microsoft.com/office/drawing/2014/main" id="{E1B83ED5-AB4F-33CD-44AA-FBA19B2EACE1}"/>
                        </a:ext>
                      </a:extLst>
                    </p:cNvPr>
                    <p:cNvGrpSpPr/>
                    <p:nvPr/>
                  </p:nvGrpSpPr>
                  <p:grpSpPr>
                    <a:xfrm>
                      <a:off x="6434137" y="3402011"/>
                      <a:ext cx="303213" cy="303213"/>
                      <a:chOff x="6434137" y="3402011"/>
                      <a:chExt cx="303213" cy="303213"/>
                    </a:xfrm>
                  </p:grpSpPr>
                  <p:grpSp>
                    <p:nvGrpSpPr>
                      <p:cNvPr id="21377" name="Group 21376">
                        <a:extLst>
                          <a:ext uri="{FF2B5EF4-FFF2-40B4-BE49-F238E27FC236}">
                            <a16:creationId xmlns:a16="http://schemas.microsoft.com/office/drawing/2014/main" id="{AFF4654C-0595-663E-FDCB-683396A509B5}"/>
                          </a:ext>
                        </a:extLst>
                      </p:cNvPr>
                      <p:cNvGrpSpPr/>
                      <p:nvPr/>
                    </p:nvGrpSpPr>
                    <p:grpSpPr>
                      <a:xfrm flipH="1">
                        <a:off x="6478587" y="3446461"/>
                        <a:ext cx="214313" cy="214313"/>
                        <a:chOff x="5354637" y="3446463"/>
                        <a:chExt cx="214313" cy="214313"/>
                      </a:xfrm>
                    </p:grpSpPr>
                    <p:sp>
                      <p:nvSpPr>
                        <p:cNvPr id="21382" name="Arc 21381">
                          <a:extLst>
                            <a:ext uri="{FF2B5EF4-FFF2-40B4-BE49-F238E27FC236}">
                              <a16:creationId xmlns:a16="http://schemas.microsoft.com/office/drawing/2014/main" id="{99029865-2DA2-5790-A62E-CA74F1664CB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383" name="Arc 21382">
                          <a:extLst>
                            <a:ext uri="{FF2B5EF4-FFF2-40B4-BE49-F238E27FC236}">
                              <a16:creationId xmlns:a16="http://schemas.microsoft.com/office/drawing/2014/main" id="{181DE505-2E7B-134D-3945-E573DDF305E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378" name="Group 21377">
                        <a:extLst>
                          <a:ext uri="{FF2B5EF4-FFF2-40B4-BE49-F238E27FC236}">
                            <a16:creationId xmlns:a16="http://schemas.microsoft.com/office/drawing/2014/main" id="{66044811-8E6F-910A-D74C-53278E079DA9}"/>
                          </a:ext>
                        </a:extLst>
                      </p:cNvPr>
                      <p:cNvGrpSpPr/>
                      <p:nvPr/>
                    </p:nvGrpSpPr>
                    <p:grpSpPr>
                      <a:xfrm rot="14400000" flipH="1">
                        <a:off x="6434137" y="3402011"/>
                        <a:ext cx="303213" cy="303213"/>
                        <a:chOff x="5354637" y="3446463"/>
                        <a:chExt cx="214313" cy="214313"/>
                      </a:xfrm>
                    </p:grpSpPr>
                    <p:sp>
                      <p:nvSpPr>
                        <p:cNvPr id="21380" name="Arc 21379">
                          <a:extLst>
                            <a:ext uri="{FF2B5EF4-FFF2-40B4-BE49-F238E27FC236}">
                              <a16:creationId xmlns:a16="http://schemas.microsoft.com/office/drawing/2014/main" id="{9C4BB0B7-6940-1F5B-7249-5ACDA67B599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381" name="Arc 21380">
                          <a:extLst>
                            <a:ext uri="{FF2B5EF4-FFF2-40B4-BE49-F238E27FC236}">
                              <a16:creationId xmlns:a16="http://schemas.microsoft.com/office/drawing/2014/main" id="{D248BD09-4649-E137-AEA2-04BFF4709BA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379" name="TextBox 21378">
                        <a:extLst>
                          <a:ext uri="{FF2B5EF4-FFF2-40B4-BE49-F238E27FC236}">
                            <a16:creationId xmlns:a16="http://schemas.microsoft.com/office/drawing/2014/main" id="{6436B83B-68C5-2AF6-1B85-951260AC8090}"/>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364" name="Group 21363">
                    <a:extLst>
                      <a:ext uri="{FF2B5EF4-FFF2-40B4-BE49-F238E27FC236}">
                        <a16:creationId xmlns:a16="http://schemas.microsoft.com/office/drawing/2014/main" id="{9F3E72F1-5492-014E-FBBF-A5D6327CBEB0}"/>
                      </a:ext>
                    </a:extLst>
                  </p:cNvPr>
                  <p:cNvGrpSpPr/>
                  <p:nvPr/>
                </p:nvGrpSpPr>
                <p:grpSpPr>
                  <a:xfrm>
                    <a:off x="6197413" y="3225768"/>
                    <a:ext cx="393192" cy="393192"/>
                    <a:chOff x="6389147" y="3932622"/>
                    <a:chExt cx="393192" cy="393192"/>
                  </a:xfrm>
                </p:grpSpPr>
                <p:grpSp>
                  <p:nvGrpSpPr>
                    <p:cNvPr id="21365" name="Group 21364">
                      <a:extLst>
                        <a:ext uri="{FF2B5EF4-FFF2-40B4-BE49-F238E27FC236}">
                          <a16:creationId xmlns:a16="http://schemas.microsoft.com/office/drawing/2014/main" id="{C935A2CA-0868-0665-AC14-5B1A92F74A17}"/>
                        </a:ext>
                      </a:extLst>
                    </p:cNvPr>
                    <p:cNvGrpSpPr/>
                    <p:nvPr/>
                  </p:nvGrpSpPr>
                  <p:grpSpPr>
                    <a:xfrm flipH="1">
                      <a:off x="6478587" y="4022061"/>
                      <a:ext cx="214313" cy="214313"/>
                      <a:chOff x="5354637" y="3446463"/>
                      <a:chExt cx="214313" cy="214313"/>
                    </a:xfrm>
                  </p:grpSpPr>
                  <p:sp>
                    <p:nvSpPr>
                      <p:cNvPr id="21373" name="Arc 21372">
                        <a:extLst>
                          <a:ext uri="{FF2B5EF4-FFF2-40B4-BE49-F238E27FC236}">
                            <a16:creationId xmlns:a16="http://schemas.microsoft.com/office/drawing/2014/main" id="{51950A2E-82A1-E52E-7655-91E1E66F185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374" name="Arc 21373">
                        <a:extLst>
                          <a:ext uri="{FF2B5EF4-FFF2-40B4-BE49-F238E27FC236}">
                            <a16:creationId xmlns:a16="http://schemas.microsoft.com/office/drawing/2014/main" id="{8C8CE73F-3C79-E9BA-2604-C328C7EA051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366" name="Group 21365">
                      <a:extLst>
                        <a:ext uri="{FF2B5EF4-FFF2-40B4-BE49-F238E27FC236}">
                          <a16:creationId xmlns:a16="http://schemas.microsoft.com/office/drawing/2014/main" id="{C6201538-C192-C89E-6A34-8A794A18F150}"/>
                        </a:ext>
                      </a:extLst>
                    </p:cNvPr>
                    <p:cNvGrpSpPr/>
                    <p:nvPr/>
                  </p:nvGrpSpPr>
                  <p:grpSpPr>
                    <a:xfrm rot="7200000" flipH="1">
                      <a:off x="6434137" y="3977611"/>
                      <a:ext cx="303213" cy="303213"/>
                      <a:chOff x="5354637" y="3446463"/>
                      <a:chExt cx="214313" cy="214313"/>
                    </a:xfrm>
                  </p:grpSpPr>
                  <p:sp>
                    <p:nvSpPr>
                      <p:cNvPr id="21371" name="Arc 21370">
                        <a:extLst>
                          <a:ext uri="{FF2B5EF4-FFF2-40B4-BE49-F238E27FC236}">
                            <a16:creationId xmlns:a16="http://schemas.microsoft.com/office/drawing/2014/main" id="{14F6CBFD-4BF5-2C5C-03B2-31D709CDCE8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372" name="Arc 21371">
                        <a:extLst>
                          <a:ext uri="{FF2B5EF4-FFF2-40B4-BE49-F238E27FC236}">
                            <a16:creationId xmlns:a16="http://schemas.microsoft.com/office/drawing/2014/main" id="{1CA4EB78-4D27-7C94-172B-6F959F253DB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367" name="Group 21366">
                      <a:extLst>
                        <a:ext uri="{FF2B5EF4-FFF2-40B4-BE49-F238E27FC236}">
                          <a16:creationId xmlns:a16="http://schemas.microsoft.com/office/drawing/2014/main" id="{96751618-84A0-1AE4-261D-EBBD1725462C}"/>
                        </a:ext>
                      </a:extLst>
                    </p:cNvPr>
                    <p:cNvGrpSpPr/>
                    <p:nvPr/>
                  </p:nvGrpSpPr>
                  <p:grpSpPr>
                    <a:xfrm rot="14400000" flipH="1">
                      <a:off x="6389147" y="3932622"/>
                      <a:ext cx="393192" cy="393192"/>
                      <a:chOff x="5354637" y="3446463"/>
                      <a:chExt cx="214313" cy="214313"/>
                    </a:xfrm>
                  </p:grpSpPr>
                  <p:sp>
                    <p:nvSpPr>
                      <p:cNvPr id="21369" name="Arc 21368">
                        <a:extLst>
                          <a:ext uri="{FF2B5EF4-FFF2-40B4-BE49-F238E27FC236}">
                            <a16:creationId xmlns:a16="http://schemas.microsoft.com/office/drawing/2014/main" id="{5362BBC7-B41D-1884-E69D-CCDFFEEE18C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370" name="Arc 21369">
                        <a:extLst>
                          <a:ext uri="{FF2B5EF4-FFF2-40B4-BE49-F238E27FC236}">
                            <a16:creationId xmlns:a16="http://schemas.microsoft.com/office/drawing/2014/main" id="{8DA4EC6B-EEF7-1CDB-2548-4DA721EF3DB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368" name="TextBox 21367">
                      <a:extLst>
                        <a:ext uri="{FF2B5EF4-FFF2-40B4-BE49-F238E27FC236}">
                          <a16:creationId xmlns:a16="http://schemas.microsoft.com/office/drawing/2014/main" id="{3917CBE9-D2E4-839A-0FC4-0E3BBC450186}"/>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314" name="Group 21313">
                  <a:extLst>
                    <a:ext uri="{FF2B5EF4-FFF2-40B4-BE49-F238E27FC236}">
                      <a16:creationId xmlns:a16="http://schemas.microsoft.com/office/drawing/2014/main" id="{3F446F29-DDD3-E643-2B87-99E6C4312883}"/>
                    </a:ext>
                  </a:extLst>
                </p:cNvPr>
                <p:cNvGrpSpPr/>
                <p:nvPr/>
              </p:nvGrpSpPr>
              <p:grpSpPr>
                <a:xfrm>
                  <a:off x="6069086" y="3246228"/>
                  <a:ext cx="1019224" cy="991639"/>
                  <a:chOff x="5886431" y="3225768"/>
                  <a:chExt cx="1019224" cy="991639"/>
                </a:xfrm>
              </p:grpSpPr>
              <p:grpSp>
                <p:nvGrpSpPr>
                  <p:cNvPr id="21315" name="Group 21314">
                    <a:extLst>
                      <a:ext uri="{FF2B5EF4-FFF2-40B4-BE49-F238E27FC236}">
                        <a16:creationId xmlns:a16="http://schemas.microsoft.com/office/drawing/2014/main" id="{1879CDAF-021E-02DD-4730-24F646F6BB0B}"/>
                      </a:ext>
                    </a:extLst>
                  </p:cNvPr>
                  <p:cNvGrpSpPr/>
                  <p:nvPr/>
                </p:nvGrpSpPr>
                <p:grpSpPr>
                  <a:xfrm>
                    <a:off x="6197413" y="3824215"/>
                    <a:ext cx="393192" cy="393192"/>
                    <a:chOff x="5265196" y="3357021"/>
                    <a:chExt cx="393192" cy="393192"/>
                  </a:xfrm>
                </p:grpSpPr>
                <p:grpSp>
                  <p:nvGrpSpPr>
                    <p:cNvPr id="21350" name="Group 21349">
                      <a:extLst>
                        <a:ext uri="{FF2B5EF4-FFF2-40B4-BE49-F238E27FC236}">
                          <a16:creationId xmlns:a16="http://schemas.microsoft.com/office/drawing/2014/main" id="{01E216F7-061B-D2C2-AD27-A19E8E5BD5D6}"/>
                        </a:ext>
                      </a:extLst>
                    </p:cNvPr>
                    <p:cNvGrpSpPr/>
                    <p:nvPr/>
                  </p:nvGrpSpPr>
                  <p:grpSpPr>
                    <a:xfrm rot="14400000">
                      <a:off x="5265196" y="3357021"/>
                      <a:ext cx="393192" cy="393192"/>
                      <a:chOff x="5354637" y="3446463"/>
                      <a:chExt cx="214313" cy="214313"/>
                    </a:xfrm>
                  </p:grpSpPr>
                  <p:sp>
                    <p:nvSpPr>
                      <p:cNvPr id="21359" name="Arc 21358">
                        <a:extLst>
                          <a:ext uri="{FF2B5EF4-FFF2-40B4-BE49-F238E27FC236}">
                            <a16:creationId xmlns:a16="http://schemas.microsoft.com/office/drawing/2014/main" id="{04FAECA9-0584-81D7-5D5C-823FCA97F40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360" name="Arc 21359">
                        <a:extLst>
                          <a:ext uri="{FF2B5EF4-FFF2-40B4-BE49-F238E27FC236}">
                            <a16:creationId xmlns:a16="http://schemas.microsoft.com/office/drawing/2014/main" id="{40741220-D671-055E-6682-18C56DC2F31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351" name="Group 21350">
                      <a:extLst>
                        <a:ext uri="{FF2B5EF4-FFF2-40B4-BE49-F238E27FC236}">
                          <a16:creationId xmlns:a16="http://schemas.microsoft.com/office/drawing/2014/main" id="{C89A5939-8712-C2E5-11E9-4FB12D2AEF6D}"/>
                        </a:ext>
                      </a:extLst>
                    </p:cNvPr>
                    <p:cNvGrpSpPr/>
                    <p:nvPr/>
                  </p:nvGrpSpPr>
                  <p:grpSpPr>
                    <a:xfrm>
                      <a:off x="5310186" y="3402011"/>
                      <a:ext cx="303213" cy="303213"/>
                      <a:chOff x="5310186" y="3402011"/>
                      <a:chExt cx="303213" cy="303213"/>
                    </a:xfrm>
                  </p:grpSpPr>
                  <p:grpSp>
                    <p:nvGrpSpPr>
                      <p:cNvPr id="21352" name="Group 21351">
                        <a:extLst>
                          <a:ext uri="{FF2B5EF4-FFF2-40B4-BE49-F238E27FC236}">
                            <a16:creationId xmlns:a16="http://schemas.microsoft.com/office/drawing/2014/main" id="{43B57358-0AE4-A3E5-E8DC-76832C97E573}"/>
                          </a:ext>
                        </a:extLst>
                      </p:cNvPr>
                      <p:cNvGrpSpPr/>
                      <p:nvPr/>
                    </p:nvGrpSpPr>
                    <p:grpSpPr>
                      <a:xfrm>
                        <a:off x="5354636" y="3446461"/>
                        <a:ext cx="214313" cy="214313"/>
                        <a:chOff x="5354637" y="3446463"/>
                        <a:chExt cx="214313" cy="214313"/>
                      </a:xfrm>
                    </p:grpSpPr>
                    <p:sp>
                      <p:nvSpPr>
                        <p:cNvPr id="21357" name="Arc 21356">
                          <a:extLst>
                            <a:ext uri="{FF2B5EF4-FFF2-40B4-BE49-F238E27FC236}">
                              <a16:creationId xmlns:a16="http://schemas.microsoft.com/office/drawing/2014/main" id="{A9DF3D7C-BCF2-2967-F73A-DF96E3C0E2F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358" name="Arc 21357">
                          <a:extLst>
                            <a:ext uri="{FF2B5EF4-FFF2-40B4-BE49-F238E27FC236}">
                              <a16:creationId xmlns:a16="http://schemas.microsoft.com/office/drawing/2014/main" id="{3261BBA6-23BE-4426-10E6-4E4A8202D13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353" name="Group 21352">
                        <a:extLst>
                          <a:ext uri="{FF2B5EF4-FFF2-40B4-BE49-F238E27FC236}">
                            <a16:creationId xmlns:a16="http://schemas.microsoft.com/office/drawing/2014/main" id="{BA99BE46-F591-96DA-F4DE-42B27D18AD00}"/>
                          </a:ext>
                        </a:extLst>
                      </p:cNvPr>
                      <p:cNvGrpSpPr/>
                      <p:nvPr/>
                    </p:nvGrpSpPr>
                    <p:grpSpPr>
                      <a:xfrm rot="7200000">
                        <a:off x="5310186" y="3402011"/>
                        <a:ext cx="303213" cy="303213"/>
                        <a:chOff x="5354637" y="3446463"/>
                        <a:chExt cx="214313" cy="214313"/>
                      </a:xfrm>
                    </p:grpSpPr>
                    <p:sp>
                      <p:nvSpPr>
                        <p:cNvPr id="21355" name="Arc 21354">
                          <a:extLst>
                            <a:ext uri="{FF2B5EF4-FFF2-40B4-BE49-F238E27FC236}">
                              <a16:creationId xmlns:a16="http://schemas.microsoft.com/office/drawing/2014/main" id="{8CFE2974-6D52-570D-6379-CEBEB67866B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356" name="Arc 21355">
                          <a:extLst>
                            <a:ext uri="{FF2B5EF4-FFF2-40B4-BE49-F238E27FC236}">
                              <a16:creationId xmlns:a16="http://schemas.microsoft.com/office/drawing/2014/main" id="{88DC5C6A-1A33-691A-B72F-7716F722FB8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354" name="TextBox 21353">
                        <a:extLst>
                          <a:ext uri="{FF2B5EF4-FFF2-40B4-BE49-F238E27FC236}">
                            <a16:creationId xmlns:a16="http://schemas.microsoft.com/office/drawing/2014/main" id="{BBDACE9C-C355-C39F-D7AD-1A3DF4786B59}"/>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316" name="Group 21315">
                    <a:extLst>
                      <a:ext uri="{FF2B5EF4-FFF2-40B4-BE49-F238E27FC236}">
                        <a16:creationId xmlns:a16="http://schemas.microsoft.com/office/drawing/2014/main" id="{B477E992-0285-1443-BFF4-7B86820FEA57}"/>
                      </a:ext>
                    </a:extLst>
                  </p:cNvPr>
                  <p:cNvGrpSpPr/>
                  <p:nvPr/>
                </p:nvGrpSpPr>
                <p:grpSpPr>
                  <a:xfrm>
                    <a:off x="5886431" y="3525040"/>
                    <a:ext cx="393192" cy="393192"/>
                    <a:chOff x="5265196" y="3932619"/>
                    <a:chExt cx="393192" cy="393192"/>
                  </a:xfrm>
                </p:grpSpPr>
                <p:grpSp>
                  <p:nvGrpSpPr>
                    <p:cNvPr id="21340" name="Group 21339">
                      <a:extLst>
                        <a:ext uri="{FF2B5EF4-FFF2-40B4-BE49-F238E27FC236}">
                          <a16:creationId xmlns:a16="http://schemas.microsoft.com/office/drawing/2014/main" id="{34CDCAA3-9C95-05DE-34D4-D34A2AFDFF14}"/>
                        </a:ext>
                      </a:extLst>
                    </p:cNvPr>
                    <p:cNvGrpSpPr/>
                    <p:nvPr/>
                  </p:nvGrpSpPr>
                  <p:grpSpPr>
                    <a:xfrm>
                      <a:off x="5354636" y="4022061"/>
                      <a:ext cx="214313" cy="214313"/>
                      <a:chOff x="5354637" y="3446463"/>
                      <a:chExt cx="214313" cy="214313"/>
                    </a:xfrm>
                  </p:grpSpPr>
                  <p:sp>
                    <p:nvSpPr>
                      <p:cNvPr id="21348" name="Arc 21347">
                        <a:extLst>
                          <a:ext uri="{FF2B5EF4-FFF2-40B4-BE49-F238E27FC236}">
                            <a16:creationId xmlns:a16="http://schemas.microsoft.com/office/drawing/2014/main" id="{8EF7A957-BDBA-20A8-6F3E-73423FD1686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349" name="Arc 21348">
                        <a:extLst>
                          <a:ext uri="{FF2B5EF4-FFF2-40B4-BE49-F238E27FC236}">
                            <a16:creationId xmlns:a16="http://schemas.microsoft.com/office/drawing/2014/main" id="{24B473B3-ADC7-0BE6-8CB8-5A6A9BB223E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341" name="Group 21340">
                      <a:extLst>
                        <a:ext uri="{FF2B5EF4-FFF2-40B4-BE49-F238E27FC236}">
                          <a16:creationId xmlns:a16="http://schemas.microsoft.com/office/drawing/2014/main" id="{046DEB39-133B-29FC-C465-FD954A9F893A}"/>
                        </a:ext>
                      </a:extLst>
                    </p:cNvPr>
                    <p:cNvGrpSpPr/>
                    <p:nvPr/>
                  </p:nvGrpSpPr>
                  <p:grpSpPr>
                    <a:xfrm rot="14400000">
                      <a:off x="5310186" y="3977611"/>
                      <a:ext cx="303213" cy="303213"/>
                      <a:chOff x="5354637" y="3446463"/>
                      <a:chExt cx="214313" cy="214313"/>
                    </a:xfrm>
                  </p:grpSpPr>
                  <p:sp>
                    <p:nvSpPr>
                      <p:cNvPr id="21346" name="Arc 21345">
                        <a:extLst>
                          <a:ext uri="{FF2B5EF4-FFF2-40B4-BE49-F238E27FC236}">
                            <a16:creationId xmlns:a16="http://schemas.microsoft.com/office/drawing/2014/main" id="{384EC607-2F26-FFFA-A64E-863104079D6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347" name="Arc 21346">
                        <a:extLst>
                          <a:ext uri="{FF2B5EF4-FFF2-40B4-BE49-F238E27FC236}">
                            <a16:creationId xmlns:a16="http://schemas.microsoft.com/office/drawing/2014/main" id="{30616A8E-ABD3-7B26-11B6-522D639D2AF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342" name="Group 21341">
                      <a:extLst>
                        <a:ext uri="{FF2B5EF4-FFF2-40B4-BE49-F238E27FC236}">
                          <a16:creationId xmlns:a16="http://schemas.microsoft.com/office/drawing/2014/main" id="{B6203E7F-E7CC-DD50-33B9-B5E60B652C69}"/>
                        </a:ext>
                      </a:extLst>
                    </p:cNvPr>
                    <p:cNvGrpSpPr/>
                    <p:nvPr/>
                  </p:nvGrpSpPr>
                  <p:grpSpPr>
                    <a:xfrm rot="7200000">
                      <a:off x="5265196" y="3932619"/>
                      <a:ext cx="393192" cy="393192"/>
                      <a:chOff x="5354637" y="3446463"/>
                      <a:chExt cx="214313" cy="214313"/>
                    </a:xfrm>
                  </p:grpSpPr>
                  <p:sp>
                    <p:nvSpPr>
                      <p:cNvPr id="21344" name="Arc 21343">
                        <a:extLst>
                          <a:ext uri="{FF2B5EF4-FFF2-40B4-BE49-F238E27FC236}">
                            <a16:creationId xmlns:a16="http://schemas.microsoft.com/office/drawing/2014/main" id="{EB018EB8-0C0B-90D4-B7C9-89C46E839DE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345" name="Arc 21344">
                        <a:extLst>
                          <a:ext uri="{FF2B5EF4-FFF2-40B4-BE49-F238E27FC236}">
                            <a16:creationId xmlns:a16="http://schemas.microsoft.com/office/drawing/2014/main" id="{650FA5E7-A431-FC1B-EF53-1D79A63B385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343" name="TextBox 21342">
                      <a:extLst>
                        <a:ext uri="{FF2B5EF4-FFF2-40B4-BE49-F238E27FC236}">
                          <a16:creationId xmlns:a16="http://schemas.microsoft.com/office/drawing/2014/main" id="{DF5E1689-BD3C-4AFB-ACB5-F5A873740B2B}"/>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1317" name="Group 21316">
                    <a:extLst>
                      <a:ext uri="{FF2B5EF4-FFF2-40B4-BE49-F238E27FC236}">
                        <a16:creationId xmlns:a16="http://schemas.microsoft.com/office/drawing/2014/main" id="{C9DEB75D-24C4-110A-76EC-8B11BF21A28C}"/>
                      </a:ext>
                    </a:extLst>
                  </p:cNvPr>
                  <p:cNvGrpSpPr/>
                  <p:nvPr/>
                </p:nvGrpSpPr>
                <p:grpSpPr>
                  <a:xfrm>
                    <a:off x="6512463" y="3525040"/>
                    <a:ext cx="393192" cy="393192"/>
                    <a:chOff x="6389147" y="3357021"/>
                    <a:chExt cx="393192" cy="393192"/>
                  </a:xfrm>
                </p:grpSpPr>
                <p:grpSp>
                  <p:nvGrpSpPr>
                    <p:cNvPr id="21329" name="Group 21328">
                      <a:extLst>
                        <a:ext uri="{FF2B5EF4-FFF2-40B4-BE49-F238E27FC236}">
                          <a16:creationId xmlns:a16="http://schemas.microsoft.com/office/drawing/2014/main" id="{F3567B0C-EC22-61C5-E942-29055E7EA17B}"/>
                        </a:ext>
                      </a:extLst>
                    </p:cNvPr>
                    <p:cNvGrpSpPr/>
                    <p:nvPr/>
                  </p:nvGrpSpPr>
                  <p:grpSpPr>
                    <a:xfrm rot="7200000" flipH="1">
                      <a:off x="6389147" y="3357021"/>
                      <a:ext cx="393192" cy="393192"/>
                      <a:chOff x="5354637" y="3446463"/>
                      <a:chExt cx="214313" cy="214313"/>
                    </a:xfrm>
                  </p:grpSpPr>
                  <p:sp>
                    <p:nvSpPr>
                      <p:cNvPr id="21338" name="Arc 21337">
                        <a:extLst>
                          <a:ext uri="{FF2B5EF4-FFF2-40B4-BE49-F238E27FC236}">
                            <a16:creationId xmlns:a16="http://schemas.microsoft.com/office/drawing/2014/main" id="{F35BFCAF-E1B9-A7BB-9041-8AE08B0BE1A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339" name="Arc 21338">
                        <a:extLst>
                          <a:ext uri="{FF2B5EF4-FFF2-40B4-BE49-F238E27FC236}">
                            <a16:creationId xmlns:a16="http://schemas.microsoft.com/office/drawing/2014/main" id="{AABBCBE2-960F-5BE5-1562-14D4B4CB47F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330" name="Group 21329">
                      <a:extLst>
                        <a:ext uri="{FF2B5EF4-FFF2-40B4-BE49-F238E27FC236}">
                          <a16:creationId xmlns:a16="http://schemas.microsoft.com/office/drawing/2014/main" id="{85E3ECB0-A223-EECB-71B7-6D110A00A3BB}"/>
                        </a:ext>
                      </a:extLst>
                    </p:cNvPr>
                    <p:cNvGrpSpPr/>
                    <p:nvPr/>
                  </p:nvGrpSpPr>
                  <p:grpSpPr>
                    <a:xfrm>
                      <a:off x="6434137" y="3402011"/>
                      <a:ext cx="303213" cy="303213"/>
                      <a:chOff x="6434137" y="3402011"/>
                      <a:chExt cx="303213" cy="303213"/>
                    </a:xfrm>
                  </p:grpSpPr>
                  <p:grpSp>
                    <p:nvGrpSpPr>
                      <p:cNvPr id="21331" name="Group 21330">
                        <a:extLst>
                          <a:ext uri="{FF2B5EF4-FFF2-40B4-BE49-F238E27FC236}">
                            <a16:creationId xmlns:a16="http://schemas.microsoft.com/office/drawing/2014/main" id="{A8DA0B39-E7B8-855C-387B-166FD1CECCCD}"/>
                          </a:ext>
                        </a:extLst>
                      </p:cNvPr>
                      <p:cNvGrpSpPr/>
                      <p:nvPr/>
                    </p:nvGrpSpPr>
                    <p:grpSpPr>
                      <a:xfrm flipH="1">
                        <a:off x="6478587" y="3446461"/>
                        <a:ext cx="214313" cy="214313"/>
                        <a:chOff x="5354637" y="3446463"/>
                        <a:chExt cx="214313" cy="214313"/>
                      </a:xfrm>
                    </p:grpSpPr>
                    <p:sp>
                      <p:nvSpPr>
                        <p:cNvPr id="21336" name="Arc 21335">
                          <a:extLst>
                            <a:ext uri="{FF2B5EF4-FFF2-40B4-BE49-F238E27FC236}">
                              <a16:creationId xmlns:a16="http://schemas.microsoft.com/office/drawing/2014/main" id="{53F94A7F-0907-6412-2C2E-1A23AA0B224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337" name="Arc 21336">
                          <a:extLst>
                            <a:ext uri="{FF2B5EF4-FFF2-40B4-BE49-F238E27FC236}">
                              <a16:creationId xmlns:a16="http://schemas.microsoft.com/office/drawing/2014/main" id="{14E7F057-3F67-7D3A-FC07-99794F54860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332" name="Group 21331">
                        <a:extLst>
                          <a:ext uri="{FF2B5EF4-FFF2-40B4-BE49-F238E27FC236}">
                            <a16:creationId xmlns:a16="http://schemas.microsoft.com/office/drawing/2014/main" id="{3798953F-F5AF-A5D9-C499-D915D31A621F}"/>
                          </a:ext>
                        </a:extLst>
                      </p:cNvPr>
                      <p:cNvGrpSpPr/>
                      <p:nvPr/>
                    </p:nvGrpSpPr>
                    <p:grpSpPr>
                      <a:xfrm rot="14400000" flipH="1">
                        <a:off x="6434137" y="3402011"/>
                        <a:ext cx="303213" cy="303213"/>
                        <a:chOff x="5354637" y="3446463"/>
                        <a:chExt cx="214313" cy="214313"/>
                      </a:xfrm>
                    </p:grpSpPr>
                    <p:sp>
                      <p:nvSpPr>
                        <p:cNvPr id="21334" name="Arc 21333">
                          <a:extLst>
                            <a:ext uri="{FF2B5EF4-FFF2-40B4-BE49-F238E27FC236}">
                              <a16:creationId xmlns:a16="http://schemas.microsoft.com/office/drawing/2014/main" id="{D2A32526-085A-02F8-A5F8-5DDDAC6EA9A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335" name="Arc 21334">
                          <a:extLst>
                            <a:ext uri="{FF2B5EF4-FFF2-40B4-BE49-F238E27FC236}">
                              <a16:creationId xmlns:a16="http://schemas.microsoft.com/office/drawing/2014/main" id="{4329D259-5B23-0370-5EF1-D3F2FF4219B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333" name="TextBox 21332">
                        <a:extLst>
                          <a:ext uri="{FF2B5EF4-FFF2-40B4-BE49-F238E27FC236}">
                            <a16:creationId xmlns:a16="http://schemas.microsoft.com/office/drawing/2014/main" id="{905F6217-DE0E-F512-2F21-586235928702}"/>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318" name="Group 21317">
                    <a:extLst>
                      <a:ext uri="{FF2B5EF4-FFF2-40B4-BE49-F238E27FC236}">
                        <a16:creationId xmlns:a16="http://schemas.microsoft.com/office/drawing/2014/main" id="{3215DD81-3174-7B69-70B7-8CF06DD07843}"/>
                      </a:ext>
                    </a:extLst>
                  </p:cNvPr>
                  <p:cNvGrpSpPr/>
                  <p:nvPr/>
                </p:nvGrpSpPr>
                <p:grpSpPr>
                  <a:xfrm>
                    <a:off x="6197413" y="3225768"/>
                    <a:ext cx="393192" cy="393192"/>
                    <a:chOff x="6389147" y="3932622"/>
                    <a:chExt cx="393192" cy="393192"/>
                  </a:xfrm>
                </p:grpSpPr>
                <p:grpSp>
                  <p:nvGrpSpPr>
                    <p:cNvPr id="21319" name="Group 21318">
                      <a:extLst>
                        <a:ext uri="{FF2B5EF4-FFF2-40B4-BE49-F238E27FC236}">
                          <a16:creationId xmlns:a16="http://schemas.microsoft.com/office/drawing/2014/main" id="{DD0E0EEA-66A2-A599-9177-EFDF0AD58B27}"/>
                        </a:ext>
                      </a:extLst>
                    </p:cNvPr>
                    <p:cNvGrpSpPr/>
                    <p:nvPr/>
                  </p:nvGrpSpPr>
                  <p:grpSpPr>
                    <a:xfrm flipH="1">
                      <a:off x="6478587" y="4022061"/>
                      <a:ext cx="214313" cy="214313"/>
                      <a:chOff x="5354637" y="3446463"/>
                      <a:chExt cx="214313" cy="214313"/>
                    </a:xfrm>
                  </p:grpSpPr>
                  <p:sp>
                    <p:nvSpPr>
                      <p:cNvPr id="21327" name="Arc 21326">
                        <a:extLst>
                          <a:ext uri="{FF2B5EF4-FFF2-40B4-BE49-F238E27FC236}">
                            <a16:creationId xmlns:a16="http://schemas.microsoft.com/office/drawing/2014/main" id="{448AB1B6-88E5-C006-A23E-8C512F4CEC7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328" name="Arc 21327">
                        <a:extLst>
                          <a:ext uri="{FF2B5EF4-FFF2-40B4-BE49-F238E27FC236}">
                            <a16:creationId xmlns:a16="http://schemas.microsoft.com/office/drawing/2014/main" id="{F51BCEE1-EA4B-61F3-E62B-EEE5EDF1C66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320" name="Group 21319">
                      <a:extLst>
                        <a:ext uri="{FF2B5EF4-FFF2-40B4-BE49-F238E27FC236}">
                          <a16:creationId xmlns:a16="http://schemas.microsoft.com/office/drawing/2014/main" id="{E4D6ECC1-0D4C-EB1C-FC70-65D78A43F452}"/>
                        </a:ext>
                      </a:extLst>
                    </p:cNvPr>
                    <p:cNvGrpSpPr/>
                    <p:nvPr/>
                  </p:nvGrpSpPr>
                  <p:grpSpPr>
                    <a:xfrm rot="7200000" flipH="1">
                      <a:off x="6434137" y="3977611"/>
                      <a:ext cx="303213" cy="303213"/>
                      <a:chOff x="5354637" y="3446463"/>
                      <a:chExt cx="214313" cy="214313"/>
                    </a:xfrm>
                  </p:grpSpPr>
                  <p:sp>
                    <p:nvSpPr>
                      <p:cNvPr id="21325" name="Arc 21324">
                        <a:extLst>
                          <a:ext uri="{FF2B5EF4-FFF2-40B4-BE49-F238E27FC236}">
                            <a16:creationId xmlns:a16="http://schemas.microsoft.com/office/drawing/2014/main" id="{C0C85306-7396-7D02-5377-15AC4B22A1A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326" name="Arc 21325">
                        <a:extLst>
                          <a:ext uri="{FF2B5EF4-FFF2-40B4-BE49-F238E27FC236}">
                            <a16:creationId xmlns:a16="http://schemas.microsoft.com/office/drawing/2014/main" id="{B5BC3F51-896E-47F7-59E4-7FF4BC1F165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321" name="Group 21320">
                      <a:extLst>
                        <a:ext uri="{FF2B5EF4-FFF2-40B4-BE49-F238E27FC236}">
                          <a16:creationId xmlns:a16="http://schemas.microsoft.com/office/drawing/2014/main" id="{A402B5E7-587D-E949-5812-C87AA2A5D7A0}"/>
                        </a:ext>
                      </a:extLst>
                    </p:cNvPr>
                    <p:cNvGrpSpPr/>
                    <p:nvPr/>
                  </p:nvGrpSpPr>
                  <p:grpSpPr>
                    <a:xfrm rot="14400000" flipH="1">
                      <a:off x="6389147" y="3932622"/>
                      <a:ext cx="393192" cy="393192"/>
                      <a:chOff x="5354637" y="3446463"/>
                      <a:chExt cx="214313" cy="214313"/>
                    </a:xfrm>
                  </p:grpSpPr>
                  <p:sp>
                    <p:nvSpPr>
                      <p:cNvPr id="21323" name="Arc 21322">
                        <a:extLst>
                          <a:ext uri="{FF2B5EF4-FFF2-40B4-BE49-F238E27FC236}">
                            <a16:creationId xmlns:a16="http://schemas.microsoft.com/office/drawing/2014/main" id="{C868A0A0-21EA-DA4B-7839-1BEF2093885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324" name="Arc 21323">
                        <a:extLst>
                          <a:ext uri="{FF2B5EF4-FFF2-40B4-BE49-F238E27FC236}">
                            <a16:creationId xmlns:a16="http://schemas.microsoft.com/office/drawing/2014/main" id="{4CF2235B-069C-2355-D8E3-5FD71D7D105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322" name="TextBox 21321">
                      <a:extLst>
                        <a:ext uri="{FF2B5EF4-FFF2-40B4-BE49-F238E27FC236}">
                          <a16:creationId xmlns:a16="http://schemas.microsoft.com/office/drawing/2014/main" id="{28E4D180-C226-FA30-EBBD-BDECAA947B94}"/>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21218" name="Group 21217">
                <a:extLst>
                  <a:ext uri="{FF2B5EF4-FFF2-40B4-BE49-F238E27FC236}">
                    <a16:creationId xmlns:a16="http://schemas.microsoft.com/office/drawing/2014/main" id="{D5303EAF-53DC-D33E-FB55-8041462733D0}"/>
                  </a:ext>
                </a:extLst>
              </p:cNvPr>
              <p:cNvGrpSpPr/>
              <p:nvPr/>
            </p:nvGrpSpPr>
            <p:grpSpPr>
              <a:xfrm>
                <a:off x="6065340" y="2039507"/>
                <a:ext cx="1643204" cy="1593124"/>
                <a:chOff x="5445106" y="2644743"/>
                <a:chExt cx="1643204" cy="1593124"/>
              </a:xfrm>
            </p:grpSpPr>
            <p:grpSp>
              <p:nvGrpSpPr>
                <p:cNvPr id="21219" name="Group 21218">
                  <a:extLst>
                    <a:ext uri="{FF2B5EF4-FFF2-40B4-BE49-F238E27FC236}">
                      <a16:creationId xmlns:a16="http://schemas.microsoft.com/office/drawing/2014/main" id="{B5E0A277-A640-1D3B-FB86-4F8E7DE2F986}"/>
                    </a:ext>
                  </a:extLst>
                </p:cNvPr>
                <p:cNvGrpSpPr/>
                <p:nvPr/>
              </p:nvGrpSpPr>
              <p:grpSpPr>
                <a:xfrm>
                  <a:off x="5445106" y="2644743"/>
                  <a:ext cx="1019224" cy="991639"/>
                  <a:chOff x="5886431" y="3225768"/>
                  <a:chExt cx="1019224" cy="991639"/>
                </a:xfrm>
              </p:grpSpPr>
              <p:grpSp>
                <p:nvGrpSpPr>
                  <p:cNvPr id="21267" name="Group 21266">
                    <a:extLst>
                      <a:ext uri="{FF2B5EF4-FFF2-40B4-BE49-F238E27FC236}">
                        <a16:creationId xmlns:a16="http://schemas.microsoft.com/office/drawing/2014/main" id="{2C3A6C3B-6158-17D3-BD86-17C4C7B42C2D}"/>
                      </a:ext>
                    </a:extLst>
                  </p:cNvPr>
                  <p:cNvGrpSpPr/>
                  <p:nvPr/>
                </p:nvGrpSpPr>
                <p:grpSpPr>
                  <a:xfrm>
                    <a:off x="6197413" y="3824215"/>
                    <a:ext cx="393192" cy="393192"/>
                    <a:chOff x="5265196" y="3357021"/>
                    <a:chExt cx="393192" cy="393192"/>
                  </a:xfrm>
                </p:grpSpPr>
                <p:grpSp>
                  <p:nvGrpSpPr>
                    <p:cNvPr id="21302" name="Group 21301">
                      <a:extLst>
                        <a:ext uri="{FF2B5EF4-FFF2-40B4-BE49-F238E27FC236}">
                          <a16:creationId xmlns:a16="http://schemas.microsoft.com/office/drawing/2014/main" id="{8DD9416B-EF7C-78E5-B7DA-451A3EA08F49}"/>
                        </a:ext>
                      </a:extLst>
                    </p:cNvPr>
                    <p:cNvGrpSpPr/>
                    <p:nvPr/>
                  </p:nvGrpSpPr>
                  <p:grpSpPr>
                    <a:xfrm rot="14400000">
                      <a:off x="5265196" y="3357021"/>
                      <a:ext cx="393192" cy="393192"/>
                      <a:chOff x="5354637" y="3446463"/>
                      <a:chExt cx="214313" cy="214313"/>
                    </a:xfrm>
                  </p:grpSpPr>
                  <p:sp>
                    <p:nvSpPr>
                      <p:cNvPr id="21311" name="Arc 21310">
                        <a:extLst>
                          <a:ext uri="{FF2B5EF4-FFF2-40B4-BE49-F238E27FC236}">
                            <a16:creationId xmlns:a16="http://schemas.microsoft.com/office/drawing/2014/main" id="{042844A4-2CFA-960C-B978-7C5C0D6136F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312" name="Arc 21311">
                        <a:extLst>
                          <a:ext uri="{FF2B5EF4-FFF2-40B4-BE49-F238E27FC236}">
                            <a16:creationId xmlns:a16="http://schemas.microsoft.com/office/drawing/2014/main" id="{F99BBB70-D912-F8A4-F42F-24F87F98533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303" name="Group 21302">
                      <a:extLst>
                        <a:ext uri="{FF2B5EF4-FFF2-40B4-BE49-F238E27FC236}">
                          <a16:creationId xmlns:a16="http://schemas.microsoft.com/office/drawing/2014/main" id="{DD072029-E5C0-CF32-FBD5-D69790B8F6E9}"/>
                        </a:ext>
                      </a:extLst>
                    </p:cNvPr>
                    <p:cNvGrpSpPr/>
                    <p:nvPr/>
                  </p:nvGrpSpPr>
                  <p:grpSpPr>
                    <a:xfrm>
                      <a:off x="5310186" y="3402011"/>
                      <a:ext cx="303213" cy="303213"/>
                      <a:chOff x="5310186" y="3402011"/>
                      <a:chExt cx="303213" cy="303213"/>
                    </a:xfrm>
                  </p:grpSpPr>
                  <p:grpSp>
                    <p:nvGrpSpPr>
                      <p:cNvPr id="21304" name="Group 21303">
                        <a:extLst>
                          <a:ext uri="{FF2B5EF4-FFF2-40B4-BE49-F238E27FC236}">
                            <a16:creationId xmlns:a16="http://schemas.microsoft.com/office/drawing/2014/main" id="{514E310C-3A78-5531-0AF1-C92FDC765EA7}"/>
                          </a:ext>
                        </a:extLst>
                      </p:cNvPr>
                      <p:cNvGrpSpPr/>
                      <p:nvPr/>
                    </p:nvGrpSpPr>
                    <p:grpSpPr>
                      <a:xfrm>
                        <a:off x="5354636" y="3446461"/>
                        <a:ext cx="214313" cy="214313"/>
                        <a:chOff x="5354637" y="3446463"/>
                        <a:chExt cx="214313" cy="214313"/>
                      </a:xfrm>
                    </p:grpSpPr>
                    <p:sp>
                      <p:nvSpPr>
                        <p:cNvPr id="21309" name="Arc 21308">
                          <a:extLst>
                            <a:ext uri="{FF2B5EF4-FFF2-40B4-BE49-F238E27FC236}">
                              <a16:creationId xmlns:a16="http://schemas.microsoft.com/office/drawing/2014/main" id="{0542493D-AF5D-D1AD-65E0-8ED3B6F2358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310" name="Arc 21309">
                          <a:extLst>
                            <a:ext uri="{FF2B5EF4-FFF2-40B4-BE49-F238E27FC236}">
                              <a16:creationId xmlns:a16="http://schemas.microsoft.com/office/drawing/2014/main" id="{5B506773-2856-8E2D-3092-11B37B47F62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305" name="Group 21304">
                        <a:extLst>
                          <a:ext uri="{FF2B5EF4-FFF2-40B4-BE49-F238E27FC236}">
                            <a16:creationId xmlns:a16="http://schemas.microsoft.com/office/drawing/2014/main" id="{BA92C433-DBE9-9733-6F54-C96CBEF533C7}"/>
                          </a:ext>
                        </a:extLst>
                      </p:cNvPr>
                      <p:cNvGrpSpPr/>
                      <p:nvPr/>
                    </p:nvGrpSpPr>
                    <p:grpSpPr>
                      <a:xfrm rot="7200000">
                        <a:off x="5310186" y="3402011"/>
                        <a:ext cx="303213" cy="303213"/>
                        <a:chOff x="5354637" y="3446463"/>
                        <a:chExt cx="214313" cy="214313"/>
                      </a:xfrm>
                    </p:grpSpPr>
                    <p:sp>
                      <p:nvSpPr>
                        <p:cNvPr id="21307" name="Arc 21306">
                          <a:extLst>
                            <a:ext uri="{FF2B5EF4-FFF2-40B4-BE49-F238E27FC236}">
                              <a16:creationId xmlns:a16="http://schemas.microsoft.com/office/drawing/2014/main" id="{08088623-B8C6-BBA6-D79A-F65E0162D5A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308" name="Arc 21307">
                          <a:extLst>
                            <a:ext uri="{FF2B5EF4-FFF2-40B4-BE49-F238E27FC236}">
                              <a16:creationId xmlns:a16="http://schemas.microsoft.com/office/drawing/2014/main" id="{B1E2C3F7-6688-4C95-C88A-0A2348E9365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306" name="TextBox 21305">
                        <a:extLst>
                          <a:ext uri="{FF2B5EF4-FFF2-40B4-BE49-F238E27FC236}">
                            <a16:creationId xmlns:a16="http://schemas.microsoft.com/office/drawing/2014/main" id="{53071480-5D2E-3918-A635-12CA62F7C803}"/>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268" name="Group 21267">
                    <a:extLst>
                      <a:ext uri="{FF2B5EF4-FFF2-40B4-BE49-F238E27FC236}">
                        <a16:creationId xmlns:a16="http://schemas.microsoft.com/office/drawing/2014/main" id="{EC17DFD0-E0E4-9DFE-F78D-4F305D8481C6}"/>
                      </a:ext>
                    </a:extLst>
                  </p:cNvPr>
                  <p:cNvGrpSpPr/>
                  <p:nvPr/>
                </p:nvGrpSpPr>
                <p:grpSpPr>
                  <a:xfrm>
                    <a:off x="5886431" y="3525040"/>
                    <a:ext cx="393192" cy="393192"/>
                    <a:chOff x="5265196" y="3932619"/>
                    <a:chExt cx="393192" cy="393192"/>
                  </a:xfrm>
                </p:grpSpPr>
                <p:grpSp>
                  <p:nvGrpSpPr>
                    <p:cNvPr id="21292" name="Group 21291">
                      <a:extLst>
                        <a:ext uri="{FF2B5EF4-FFF2-40B4-BE49-F238E27FC236}">
                          <a16:creationId xmlns:a16="http://schemas.microsoft.com/office/drawing/2014/main" id="{6D772642-9C82-4603-99A1-BB53FBB83761}"/>
                        </a:ext>
                      </a:extLst>
                    </p:cNvPr>
                    <p:cNvGrpSpPr/>
                    <p:nvPr/>
                  </p:nvGrpSpPr>
                  <p:grpSpPr>
                    <a:xfrm>
                      <a:off x="5354636" y="4022061"/>
                      <a:ext cx="214313" cy="214313"/>
                      <a:chOff x="5354637" y="3446463"/>
                      <a:chExt cx="214313" cy="214313"/>
                    </a:xfrm>
                  </p:grpSpPr>
                  <p:sp>
                    <p:nvSpPr>
                      <p:cNvPr id="21300" name="Arc 21299">
                        <a:extLst>
                          <a:ext uri="{FF2B5EF4-FFF2-40B4-BE49-F238E27FC236}">
                            <a16:creationId xmlns:a16="http://schemas.microsoft.com/office/drawing/2014/main" id="{05A95836-FED3-DF84-AF4B-FC88B83C245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301" name="Arc 21300">
                        <a:extLst>
                          <a:ext uri="{FF2B5EF4-FFF2-40B4-BE49-F238E27FC236}">
                            <a16:creationId xmlns:a16="http://schemas.microsoft.com/office/drawing/2014/main" id="{4D49B819-5AFD-8F6E-C2D5-9468C6AD7C6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293" name="Group 21292">
                      <a:extLst>
                        <a:ext uri="{FF2B5EF4-FFF2-40B4-BE49-F238E27FC236}">
                          <a16:creationId xmlns:a16="http://schemas.microsoft.com/office/drawing/2014/main" id="{E3356C21-FC19-8880-84E6-E727240ED1ED}"/>
                        </a:ext>
                      </a:extLst>
                    </p:cNvPr>
                    <p:cNvGrpSpPr/>
                    <p:nvPr/>
                  </p:nvGrpSpPr>
                  <p:grpSpPr>
                    <a:xfrm rot="14400000">
                      <a:off x="5310186" y="3977611"/>
                      <a:ext cx="303213" cy="303213"/>
                      <a:chOff x="5354637" y="3446463"/>
                      <a:chExt cx="214313" cy="214313"/>
                    </a:xfrm>
                  </p:grpSpPr>
                  <p:sp>
                    <p:nvSpPr>
                      <p:cNvPr id="21298" name="Arc 21297">
                        <a:extLst>
                          <a:ext uri="{FF2B5EF4-FFF2-40B4-BE49-F238E27FC236}">
                            <a16:creationId xmlns:a16="http://schemas.microsoft.com/office/drawing/2014/main" id="{07615DC4-A886-1F23-701E-9B60CA394D5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299" name="Arc 21298">
                        <a:extLst>
                          <a:ext uri="{FF2B5EF4-FFF2-40B4-BE49-F238E27FC236}">
                            <a16:creationId xmlns:a16="http://schemas.microsoft.com/office/drawing/2014/main" id="{F3681DCE-D306-01AD-B801-C185EC7AFE9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294" name="Group 21293">
                      <a:extLst>
                        <a:ext uri="{FF2B5EF4-FFF2-40B4-BE49-F238E27FC236}">
                          <a16:creationId xmlns:a16="http://schemas.microsoft.com/office/drawing/2014/main" id="{2F3F1CF0-D64C-86AB-0815-B06414CF60B4}"/>
                        </a:ext>
                      </a:extLst>
                    </p:cNvPr>
                    <p:cNvGrpSpPr/>
                    <p:nvPr/>
                  </p:nvGrpSpPr>
                  <p:grpSpPr>
                    <a:xfrm rot="7200000">
                      <a:off x="5265196" y="3932619"/>
                      <a:ext cx="393192" cy="393192"/>
                      <a:chOff x="5354637" y="3446463"/>
                      <a:chExt cx="214313" cy="214313"/>
                    </a:xfrm>
                  </p:grpSpPr>
                  <p:sp>
                    <p:nvSpPr>
                      <p:cNvPr id="21296" name="Arc 21295">
                        <a:extLst>
                          <a:ext uri="{FF2B5EF4-FFF2-40B4-BE49-F238E27FC236}">
                            <a16:creationId xmlns:a16="http://schemas.microsoft.com/office/drawing/2014/main" id="{48618CCB-882F-5FD0-6B2A-2474B23CE7B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297" name="Arc 21296">
                        <a:extLst>
                          <a:ext uri="{FF2B5EF4-FFF2-40B4-BE49-F238E27FC236}">
                            <a16:creationId xmlns:a16="http://schemas.microsoft.com/office/drawing/2014/main" id="{F440CC0A-F5D5-5350-9117-49C5A6953B6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295" name="TextBox 21294">
                      <a:extLst>
                        <a:ext uri="{FF2B5EF4-FFF2-40B4-BE49-F238E27FC236}">
                          <a16:creationId xmlns:a16="http://schemas.microsoft.com/office/drawing/2014/main" id="{0DC59D0F-537F-07F6-2B9A-D0EA70C8810C}"/>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1269" name="Group 21268">
                    <a:extLst>
                      <a:ext uri="{FF2B5EF4-FFF2-40B4-BE49-F238E27FC236}">
                        <a16:creationId xmlns:a16="http://schemas.microsoft.com/office/drawing/2014/main" id="{CB7DBD03-81F6-874F-D70D-8FA50D5D6BFC}"/>
                      </a:ext>
                    </a:extLst>
                  </p:cNvPr>
                  <p:cNvGrpSpPr/>
                  <p:nvPr/>
                </p:nvGrpSpPr>
                <p:grpSpPr>
                  <a:xfrm>
                    <a:off x="6512463" y="3525040"/>
                    <a:ext cx="393192" cy="393192"/>
                    <a:chOff x="6389147" y="3357021"/>
                    <a:chExt cx="393192" cy="393192"/>
                  </a:xfrm>
                </p:grpSpPr>
                <p:grpSp>
                  <p:nvGrpSpPr>
                    <p:cNvPr id="21281" name="Group 21280">
                      <a:extLst>
                        <a:ext uri="{FF2B5EF4-FFF2-40B4-BE49-F238E27FC236}">
                          <a16:creationId xmlns:a16="http://schemas.microsoft.com/office/drawing/2014/main" id="{137F9501-E83F-C91C-E75A-DC59271730A6}"/>
                        </a:ext>
                      </a:extLst>
                    </p:cNvPr>
                    <p:cNvGrpSpPr/>
                    <p:nvPr/>
                  </p:nvGrpSpPr>
                  <p:grpSpPr>
                    <a:xfrm rot="7200000" flipH="1">
                      <a:off x="6389147" y="3357021"/>
                      <a:ext cx="393192" cy="393192"/>
                      <a:chOff x="5354637" y="3446463"/>
                      <a:chExt cx="214313" cy="214313"/>
                    </a:xfrm>
                  </p:grpSpPr>
                  <p:sp>
                    <p:nvSpPr>
                      <p:cNvPr id="21290" name="Arc 21289">
                        <a:extLst>
                          <a:ext uri="{FF2B5EF4-FFF2-40B4-BE49-F238E27FC236}">
                            <a16:creationId xmlns:a16="http://schemas.microsoft.com/office/drawing/2014/main" id="{4ADF16D1-726D-E3F5-6F66-19A69A4CF76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291" name="Arc 21290">
                        <a:extLst>
                          <a:ext uri="{FF2B5EF4-FFF2-40B4-BE49-F238E27FC236}">
                            <a16:creationId xmlns:a16="http://schemas.microsoft.com/office/drawing/2014/main" id="{63FD5501-5C60-AD25-4F3C-4876E53C41E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282" name="Group 21281">
                      <a:extLst>
                        <a:ext uri="{FF2B5EF4-FFF2-40B4-BE49-F238E27FC236}">
                          <a16:creationId xmlns:a16="http://schemas.microsoft.com/office/drawing/2014/main" id="{92B6D1D9-6A62-D450-80A0-9A1612701802}"/>
                        </a:ext>
                      </a:extLst>
                    </p:cNvPr>
                    <p:cNvGrpSpPr/>
                    <p:nvPr/>
                  </p:nvGrpSpPr>
                  <p:grpSpPr>
                    <a:xfrm>
                      <a:off x="6434137" y="3402011"/>
                      <a:ext cx="303213" cy="303213"/>
                      <a:chOff x="6434137" y="3402011"/>
                      <a:chExt cx="303213" cy="303213"/>
                    </a:xfrm>
                  </p:grpSpPr>
                  <p:grpSp>
                    <p:nvGrpSpPr>
                      <p:cNvPr id="21283" name="Group 21282">
                        <a:extLst>
                          <a:ext uri="{FF2B5EF4-FFF2-40B4-BE49-F238E27FC236}">
                            <a16:creationId xmlns:a16="http://schemas.microsoft.com/office/drawing/2014/main" id="{6005A74D-2612-C688-4E8E-A30D57BA13B4}"/>
                          </a:ext>
                        </a:extLst>
                      </p:cNvPr>
                      <p:cNvGrpSpPr/>
                      <p:nvPr/>
                    </p:nvGrpSpPr>
                    <p:grpSpPr>
                      <a:xfrm flipH="1">
                        <a:off x="6478587" y="3446461"/>
                        <a:ext cx="214313" cy="214313"/>
                        <a:chOff x="5354637" y="3446463"/>
                        <a:chExt cx="214313" cy="214313"/>
                      </a:xfrm>
                    </p:grpSpPr>
                    <p:sp>
                      <p:nvSpPr>
                        <p:cNvPr id="21288" name="Arc 21287">
                          <a:extLst>
                            <a:ext uri="{FF2B5EF4-FFF2-40B4-BE49-F238E27FC236}">
                              <a16:creationId xmlns:a16="http://schemas.microsoft.com/office/drawing/2014/main" id="{569AB3AE-CB4A-9852-D46D-989C1519FED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289" name="Arc 21288">
                          <a:extLst>
                            <a:ext uri="{FF2B5EF4-FFF2-40B4-BE49-F238E27FC236}">
                              <a16:creationId xmlns:a16="http://schemas.microsoft.com/office/drawing/2014/main" id="{282B017C-0DBB-9964-F959-416E4022E8F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284" name="Group 21283">
                        <a:extLst>
                          <a:ext uri="{FF2B5EF4-FFF2-40B4-BE49-F238E27FC236}">
                            <a16:creationId xmlns:a16="http://schemas.microsoft.com/office/drawing/2014/main" id="{0063D959-017A-43F8-64D3-05E2E42552ED}"/>
                          </a:ext>
                        </a:extLst>
                      </p:cNvPr>
                      <p:cNvGrpSpPr/>
                      <p:nvPr/>
                    </p:nvGrpSpPr>
                    <p:grpSpPr>
                      <a:xfrm rot="14400000" flipH="1">
                        <a:off x="6434137" y="3402011"/>
                        <a:ext cx="303213" cy="303213"/>
                        <a:chOff x="5354637" y="3446463"/>
                        <a:chExt cx="214313" cy="214313"/>
                      </a:xfrm>
                    </p:grpSpPr>
                    <p:sp>
                      <p:nvSpPr>
                        <p:cNvPr id="21286" name="Arc 21285">
                          <a:extLst>
                            <a:ext uri="{FF2B5EF4-FFF2-40B4-BE49-F238E27FC236}">
                              <a16:creationId xmlns:a16="http://schemas.microsoft.com/office/drawing/2014/main" id="{92F8477A-CBC7-A67D-578F-AF811FD7A0C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287" name="Arc 21286">
                          <a:extLst>
                            <a:ext uri="{FF2B5EF4-FFF2-40B4-BE49-F238E27FC236}">
                              <a16:creationId xmlns:a16="http://schemas.microsoft.com/office/drawing/2014/main" id="{42545186-29DA-3A65-EB0B-DCE63147C08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285" name="TextBox 21284">
                        <a:extLst>
                          <a:ext uri="{FF2B5EF4-FFF2-40B4-BE49-F238E27FC236}">
                            <a16:creationId xmlns:a16="http://schemas.microsoft.com/office/drawing/2014/main" id="{2AB0F4F0-8EDD-0FFD-11FF-7F947D07FF0A}"/>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270" name="Group 21269">
                    <a:extLst>
                      <a:ext uri="{FF2B5EF4-FFF2-40B4-BE49-F238E27FC236}">
                        <a16:creationId xmlns:a16="http://schemas.microsoft.com/office/drawing/2014/main" id="{A10A73C0-D8C5-CAD0-B5FC-B4AFE2F756CA}"/>
                      </a:ext>
                    </a:extLst>
                  </p:cNvPr>
                  <p:cNvGrpSpPr/>
                  <p:nvPr/>
                </p:nvGrpSpPr>
                <p:grpSpPr>
                  <a:xfrm>
                    <a:off x="6197413" y="3225768"/>
                    <a:ext cx="393192" cy="393192"/>
                    <a:chOff x="6389147" y="3932622"/>
                    <a:chExt cx="393192" cy="393192"/>
                  </a:xfrm>
                </p:grpSpPr>
                <p:grpSp>
                  <p:nvGrpSpPr>
                    <p:cNvPr id="21271" name="Group 21270">
                      <a:extLst>
                        <a:ext uri="{FF2B5EF4-FFF2-40B4-BE49-F238E27FC236}">
                          <a16:creationId xmlns:a16="http://schemas.microsoft.com/office/drawing/2014/main" id="{D8892C5F-39F8-5204-107E-479219695DAB}"/>
                        </a:ext>
                      </a:extLst>
                    </p:cNvPr>
                    <p:cNvGrpSpPr/>
                    <p:nvPr/>
                  </p:nvGrpSpPr>
                  <p:grpSpPr>
                    <a:xfrm flipH="1">
                      <a:off x="6478587" y="4022061"/>
                      <a:ext cx="214313" cy="214313"/>
                      <a:chOff x="5354637" y="3446463"/>
                      <a:chExt cx="214313" cy="214313"/>
                    </a:xfrm>
                  </p:grpSpPr>
                  <p:sp>
                    <p:nvSpPr>
                      <p:cNvPr id="21279" name="Arc 21278">
                        <a:extLst>
                          <a:ext uri="{FF2B5EF4-FFF2-40B4-BE49-F238E27FC236}">
                            <a16:creationId xmlns:a16="http://schemas.microsoft.com/office/drawing/2014/main" id="{CDFB2D33-A455-7717-BF79-E2C191289DA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280" name="Arc 21279">
                        <a:extLst>
                          <a:ext uri="{FF2B5EF4-FFF2-40B4-BE49-F238E27FC236}">
                            <a16:creationId xmlns:a16="http://schemas.microsoft.com/office/drawing/2014/main" id="{56A99633-9027-8665-D3CD-A8730485239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272" name="Group 21271">
                      <a:extLst>
                        <a:ext uri="{FF2B5EF4-FFF2-40B4-BE49-F238E27FC236}">
                          <a16:creationId xmlns:a16="http://schemas.microsoft.com/office/drawing/2014/main" id="{68BFE027-5F66-804E-0328-C6E89772E947}"/>
                        </a:ext>
                      </a:extLst>
                    </p:cNvPr>
                    <p:cNvGrpSpPr/>
                    <p:nvPr/>
                  </p:nvGrpSpPr>
                  <p:grpSpPr>
                    <a:xfrm rot="7200000" flipH="1">
                      <a:off x="6434137" y="3977611"/>
                      <a:ext cx="303213" cy="303213"/>
                      <a:chOff x="5354637" y="3446463"/>
                      <a:chExt cx="214313" cy="214313"/>
                    </a:xfrm>
                  </p:grpSpPr>
                  <p:sp>
                    <p:nvSpPr>
                      <p:cNvPr id="21277" name="Arc 21276">
                        <a:extLst>
                          <a:ext uri="{FF2B5EF4-FFF2-40B4-BE49-F238E27FC236}">
                            <a16:creationId xmlns:a16="http://schemas.microsoft.com/office/drawing/2014/main" id="{2974433D-8900-BFB4-658A-5D8785AA9B0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278" name="Arc 21277">
                        <a:extLst>
                          <a:ext uri="{FF2B5EF4-FFF2-40B4-BE49-F238E27FC236}">
                            <a16:creationId xmlns:a16="http://schemas.microsoft.com/office/drawing/2014/main" id="{6D3E135D-611E-B72E-B318-72A25E5B8E1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273" name="Group 21272">
                      <a:extLst>
                        <a:ext uri="{FF2B5EF4-FFF2-40B4-BE49-F238E27FC236}">
                          <a16:creationId xmlns:a16="http://schemas.microsoft.com/office/drawing/2014/main" id="{A8138FB5-F5CB-B5C2-AAF8-DD9AB987EAD0}"/>
                        </a:ext>
                      </a:extLst>
                    </p:cNvPr>
                    <p:cNvGrpSpPr/>
                    <p:nvPr/>
                  </p:nvGrpSpPr>
                  <p:grpSpPr>
                    <a:xfrm rot="14400000" flipH="1">
                      <a:off x="6389147" y="3932622"/>
                      <a:ext cx="393192" cy="393192"/>
                      <a:chOff x="5354637" y="3446463"/>
                      <a:chExt cx="214313" cy="214313"/>
                    </a:xfrm>
                  </p:grpSpPr>
                  <p:sp>
                    <p:nvSpPr>
                      <p:cNvPr id="21275" name="Arc 21274">
                        <a:extLst>
                          <a:ext uri="{FF2B5EF4-FFF2-40B4-BE49-F238E27FC236}">
                            <a16:creationId xmlns:a16="http://schemas.microsoft.com/office/drawing/2014/main" id="{63CC2C29-1C7B-1105-751B-01225AB3258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276" name="Arc 21275">
                        <a:extLst>
                          <a:ext uri="{FF2B5EF4-FFF2-40B4-BE49-F238E27FC236}">
                            <a16:creationId xmlns:a16="http://schemas.microsoft.com/office/drawing/2014/main" id="{A7174A07-459A-3C0B-9E76-131437989E1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274" name="TextBox 21273">
                      <a:extLst>
                        <a:ext uri="{FF2B5EF4-FFF2-40B4-BE49-F238E27FC236}">
                          <a16:creationId xmlns:a16="http://schemas.microsoft.com/office/drawing/2014/main" id="{A21F23E0-265C-AA61-347A-25576AB1329B}"/>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220" name="Group 21219">
                  <a:extLst>
                    <a:ext uri="{FF2B5EF4-FFF2-40B4-BE49-F238E27FC236}">
                      <a16:creationId xmlns:a16="http://schemas.microsoft.com/office/drawing/2014/main" id="{73D7203A-C26D-38F1-EF0C-112047C3D7AD}"/>
                    </a:ext>
                  </a:extLst>
                </p:cNvPr>
                <p:cNvGrpSpPr/>
                <p:nvPr/>
              </p:nvGrpSpPr>
              <p:grpSpPr>
                <a:xfrm>
                  <a:off x="6069086" y="3246228"/>
                  <a:ext cx="1019224" cy="991639"/>
                  <a:chOff x="5886431" y="3225768"/>
                  <a:chExt cx="1019224" cy="991639"/>
                </a:xfrm>
              </p:grpSpPr>
              <p:grpSp>
                <p:nvGrpSpPr>
                  <p:cNvPr id="21221" name="Group 21220">
                    <a:extLst>
                      <a:ext uri="{FF2B5EF4-FFF2-40B4-BE49-F238E27FC236}">
                        <a16:creationId xmlns:a16="http://schemas.microsoft.com/office/drawing/2014/main" id="{58A9B11E-4F1E-A0DD-4752-068F2BD4799E}"/>
                      </a:ext>
                    </a:extLst>
                  </p:cNvPr>
                  <p:cNvGrpSpPr/>
                  <p:nvPr/>
                </p:nvGrpSpPr>
                <p:grpSpPr>
                  <a:xfrm>
                    <a:off x="6197413" y="3824215"/>
                    <a:ext cx="393192" cy="393192"/>
                    <a:chOff x="5265196" y="3357021"/>
                    <a:chExt cx="393192" cy="393192"/>
                  </a:xfrm>
                </p:grpSpPr>
                <p:grpSp>
                  <p:nvGrpSpPr>
                    <p:cNvPr id="21256" name="Group 21255">
                      <a:extLst>
                        <a:ext uri="{FF2B5EF4-FFF2-40B4-BE49-F238E27FC236}">
                          <a16:creationId xmlns:a16="http://schemas.microsoft.com/office/drawing/2014/main" id="{DE0EE0B0-5BE1-DC02-D1D2-AE12006C57C1}"/>
                        </a:ext>
                      </a:extLst>
                    </p:cNvPr>
                    <p:cNvGrpSpPr/>
                    <p:nvPr/>
                  </p:nvGrpSpPr>
                  <p:grpSpPr>
                    <a:xfrm rot="14400000">
                      <a:off x="5265196" y="3357021"/>
                      <a:ext cx="393192" cy="393192"/>
                      <a:chOff x="5354637" y="3446463"/>
                      <a:chExt cx="214313" cy="214313"/>
                    </a:xfrm>
                  </p:grpSpPr>
                  <p:sp>
                    <p:nvSpPr>
                      <p:cNvPr id="21265" name="Arc 21264">
                        <a:extLst>
                          <a:ext uri="{FF2B5EF4-FFF2-40B4-BE49-F238E27FC236}">
                            <a16:creationId xmlns:a16="http://schemas.microsoft.com/office/drawing/2014/main" id="{FA1F46E5-A0C6-29B6-2F33-BE86EC93A00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266" name="Arc 21265">
                        <a:extLst>
                          <a:ext uri="{FF2B5EF4-FFF2-40B4-BE49-F238E27FC236}">
                            <a16:creationId xmlns:a16="http://schemas.microsoft.com/office/drawing/2014/main" id="{0390B9B7-A41A-8B6C-543D-301C83100CA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257" name="Group 21256">
                      <a:extLst>
                        <a:ext uri="{FF2B5EF4-FFF2-40B4-BE49-F238E27FC236}">
                          <a16:creationId xmlns:a16="http://schemas.microsoft.com/office/drawing/2014/main" id="{FE0DF238-BE26-35CF-A726-4D250F4364B8}"/>
                        </a:ext>
                      </a:extLst>
                    </p:cNvPr>
                    <p:cNvGrpSpPr/>
                    <p:nvPr/>
                  </p:nvGrpSpPr>
                  <p:grpSpPr>
                    <a:xfrm>
                      <a:off x="5310186" y="3402011"/>
                      <a:ext cx="303213" cy="303213"/>
                      <a:chOff x="5310186" y="3402011"/>
                      <a:chExt cx="303213" cy="303213"/>
                    </a:xfrm>
                  </p:grpSpPr>
                  <p:grpSp>
                    <p:nvGrpSpPr>
                      <p:cNvPr id="21258" name="Group 21257">
                        <a:extLst>
                          <a:ext uri="{FF2B5EF4-FFF2-40B4-BE49-F238E27FC236}">
                            <a16:creationId xmlns:a16="http://schemas.microsoft.com/office/drawing/2014/main" id="{5D458AEF-16BA-D3A0-104F-C2C819EA172D}"/>
                          </a:ext>
                        </a:extLst>
                      </p:cNvPr>
                      <p:cNvGrpSpPr/>
                      <p:nvPr/>
                    </p:nvGrpSpPr>
                    <p:grpSpPr>
                      <a:xfrm>
                        <a:off x="5354636" y="3446461"/>
                        <a:ext cx="214313" cy="214313"/>
                        <a:chOff x="5354637" y="3446463"/>
                        <a:chExt cx="214313" cy="214313"/>
                      </a:xfrm>
                    </p:grpSpPr>
                    <p:sp>
                      <p:nvSpPr>
                        <p:cNvPr id="21263" name="Arc 21262">
                          <a:extLst>
                            <a:ext uri="{FF2B5EF4-FFF2-40B4-BE49-F238E27FC236}">
                              <a16:creationId xmlns:a16="http://schemas.microsoft.com/office/drawing/2014/main" id="{D0E4B831-A811-23F5-97F7-0BD77DA3DE8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264" name="Arc 21263">
                          <a:extLst>
                            <a:ext uri="{FF2B5EF4-FFF2-40B4-BE49-F238E27FC236}">
                              <a16:creationId xmlns:a16="http://schemas.microsoft.com/office/drawing/2014/main" id="{542C8952-4C2B-082E-5909-2FEDDA3F657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259" name="Group 21258">
                        <a:extLst>
                          <a:ext uri="{FF2B5EF4-FFF2-40B4-BE49-F238E27FC236}">
                            <a16:creationId xmlns:a16="http://schemas.microsoft.com/office/drawing/2014/main" id="{446311E1-6F59-BCA1-ED60-4BEB6D9B9EA1}"/>
                          </a:ext>
                        </a:extLst>
                      </p:cNvPr>
                      <p:cNvGrpSpPr/>
                      <p:nvPr/>
                    </p:nvGrpSpPr>
                    <p:grpSpPr>
                      <a:xfrm rot="7200000">
                        <a:off x="5310186" y="3402011"/>
                        <a:ext cx="303213" cy="303213"/>
                        <a:chOff x="5354637" y="3446463"/>
                        <a:chExt cx="214313" cy="214313"/>
                      </a:xfrm>
                    </p:grpSpPr>
                    <p:sp>
                      <p:nvSpPr>
                        <p:cNvPr id="21261" name="Arc 21260">
                          <a:extLst>
                            <a:ext uri="{FF2B5EF4-FFF2-40B4-BE49-F238E27FC236}">
                              <a16:creationId xmlns:a16="http://schemas.microsoft.com/office/drawing/2014/main" id="{F3CC9915-8501-AFDF-7F12-372E7BF4FF0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262" name="Arc 21261">
                          <a:extLst>
                            <a:ext uri="{FF2B5EF4-FFF2-40B4-BE49-F238E27FC236}">
                              <a16:creationId xmlns:a16="http://schemas.microsoft.com/office/drawing/2014/main" id="{1B35CF8D-AC54-DFCA-6098-3C02DC90AA3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260" name="TextBox 21259">
                        <a:extLst>
                          <a:ext uri="{FF2B5EF4-FFF2-40B4-BE49-F238E27FC236}">
                            <a16:creationId xmlns:a16="http://schemas.microsoft.com/office/drawing/2014/main" id="{81C4661B-DC77-7F9B-B673-CC499F0393A4}"/>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222" name="Group 21221">
                    <a:extLst>
                      <a:ext uri="{FF2B5EF4-FFF2-40B4-BE49-F238E27FC236}">
                        <a16:creationId xmlns:a16="http://schemas.microsoft.com/office/drawing/2014/main" id="{99AF8A81-86D1-0379-B082-BE9FB79AB617}"/>
                      </a:ext>
                    </a:extLst>
                  </p:cNvPr>
                  <p:cNvGrpSpPr/>
                  <p:nvPr/>
                </p:nvGrpSpPr>
                <p:grpSpPr>
                  <a:xfrm>
                    <a:off x="5886431" y="3525040"/>
                    <a:ext cx="393192" cy="393192"/>
                    <a:chOff x="5265196" y="3932619"/>
                    <a:chExt cx="393192" cy="393192"/>
                  </a:xfrm>
                </p:grpSpPr>
                <p:grpSp>
                  <p:nvGrpSpPr>
                    <p:cNvPr id="21246" name="Group 21245">
                      <a:extLst>
                        <a:ext uri="{FF2B5EF4-FFF2-40B4-BE49-F238E27FC236}">
                          <a16:creationId xmlns:a16="http://schemas.microsoft.com/office/drawing/2014/main" id="{4F8FA355-7D26-033F-6041-9D02D576D13D}"/>
                        </a:ext>
                      </a:extLst>
                    </p:cNvPr>
                    <p:cNvGrpSpPr/>
                    <p:nvPr/>
                  </p:nvGrpSpPr>
                  <p:grpSpPr>
                    <a:xfrm>
                      <a:off x="5354636" y="4022061"/>
                      <a:ext cx="214313" cy="214313"/>
                      <a:chOff x="5354637" y="3446463"/>
                      <a:chExt cx="214313" cy="214313"/>
                    </a:xfrm>
                  </p:grpSpPr>
                  <p:sp>
                    <p:nvSpPr>
                      <p:cNvPr id="21254" name="Arc 21253">
                        <a:extLst>
                          <a:ext uri="{FF2B5EF4-FFF2-40B4-BE49-F238E27FC236}">
                            <a16:creationId xmlns:a16="http://schemas.microsoft.com/office/drawing/2014/main" id="{6E768170-C2D9-19DB-B3B9-AE546E189B0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255" name="Arc 21254">
                        <a:extLst>
                          <a:ext uri="{FF2B5EF4-FFF2-40B4-BE49-F238E27FC236}">
                            <a16:creationId xmlns:a16="http://schemas.microsoft.com/office/drawing/2014/main" id="{7AB8C77B-88CF-47B4-F9FF-426CDE71104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247" name="Group 21246">
                      <a:extLst>
                        <a:ext uri="{FF2B5EF4-FFF2-40B4-BE49-F238E27FC236}">
                          <a16:creationId xmlns:a16="http://schemas.microsoft.com/office/drawing/2014/main" id="{BCC2E23F-1752-FB7B-5A7C-50260BC03CCA}"/>
                        </a:ext>
                      </a:extLst>
                    </p:cNvPr>
                    <p:cNvGrpSpPr/>
                    <p:nvPr/>
                  </p:nvGrpSpPr>
                  <p:grpSpPr>
                    <a:xfrm rot="14400000">
                      <a:off x="5310186" y="3977611"/>
                      <a:ext cx="303213" cy="303213"/>
                      <a:chOff x="5354637" y="3446463"/>
                      <a:chExt cx="214313" cy="214313"/>
                    </a:xfrm>
                  </p:grpSpPr>
                  <p:sp>
                    <p:nvSpPr>
                      <p:cNvPr id="21252" name="Arc 21251">
                        <a:extLst>
                          <a:ext uri="{FF2B5EF4-FFF2-40B4-BE49-F238E27FC236}">
                            <a16:creationId xmlns:a16="http://schemas.microsoft.com/office/drawing/2014/main" id="{9FBFBD74-9B27-9123-6D37-A908F6FAE7F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253" name="Arc 21252">
                        <a:extLst>
                          <a:ext uri="{FF2B5EF4-FFF2-40B4-BE49-F238E27FC236}">
                            <a16:creationId xmlns:a16="http://schemas.microsoft.com/office/drawing/2014/main" id="{FEDF2FF0-CEB9-64F7-8176-9E7CC3A5A81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248" name="Group 21247">
                      <a:extLst>
                        <a:ext uri="{FF2B5EF4-FFF2-40B4-BE49-F238E27FC236}">
                          <a16:creationId xmlns:a16="http://schemas.microsoft.com/office/drawing/2014/main" id="{3E2EBAE8-5FF5-8A7B-5185-21D31C780B96}"/>
                        </a:ext>
                      </a:extLst>
                    </p:cNvPr>
                    <p:cNvGrpSpPr/>
                    <p:nvPr/>
                  </p:nvGrpSpPr>
                  <p:grpSpPr>
                    <a:xfrm rot="7200000">
                      <a:off x="5265196" y="3932619"/>
                      <a:ext cx="393192" cy="393192"/>
                      <a:chOff x="5354637" y="3446463"/>
                      <a:chExt cx="214313" cy="214313"/>
                    </a:xfrm>
                  </p:grpSpPr>
                  <p:sp>
                    <p:nvSpPr>
                      <p:cNvPr id="21250" name="Arc 21249">
                        <a:extLst>
                          <a:ext uri="{FF2B5EF4-FFF2-40B4-BE49-F238E27FC236}">
                            <a16:creationId xmlns:a16="http://schemas.microsoft.com/office/drawing/2014/main" id="{3D858B96-5541-14B3-A178-2B488D38654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251" name="Arc 21250">
                        <a:extLst>
                          <a:ext uri="{FF2B5EF4-FFF2-40B4-BE49-F238E27FC236}">
                            <a16:creationId xmlns:a16="http://schemas.microsoft.com/office/drawing/2014/main" id="{119F36FD-AFAB-E82B-F5D3-4DEF9FF0C75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249" name="TextBox 21248">
                      <a:extLst>
                        <a:ext uri="{FF2B5EF4-FFF2-40B4-BE49-F238E27FC236}">
                          <a16:creationId xmlns:a16="http://schemas.microsoft.com/office/drawing/2014/main" id="{5057F4BF-96BD-74F1-B105-D4538ED02BDE}"/>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1223" name="Group 21222">
                    <a:extLst>
                      <a:ext uri="{FF2B5EF4-FFF2-40B4-BE49-F238E27FC236}">
                        <a16:creationId xmlns:a16="http://schemas.microsoft.com/office/drawing/2014/main" id="{1A86AE55-82A8-5A9C-922C-FA71B8557178}"/>
                      </a:ext>
                    </a:extLst>
                  </p:cNvPr>
                  <p:cNvGrpSpPr/>
                  <p:nvPr/>
                </p:nvGrpSpPr>
                <p:grpSpPr>
                  <a:xfrm>
                    <a:off x="6512463" y="3525040"/>
                    <a:ext cx="393192" cy="393192"/>
                    <a:chOff x="6389147" y="3357021"/>
                    <a:chExt cx="393192" cy="393192"/>
                  </a:xfrm>
                </p:grpSpPr>
                <p:grpSp>
                  <p:nvGrpSpPr>
                    <p:cNvPr id="21235" name="Group 21234">
                      <a:extLst>
                        <a:ext uri="{FF2B5EF4-FFF2-40B4-BE49-F238E27FC236}">
                          <a16:creationId xmlns:a16="http://schemas.microsoft.com/office/drawing/2014/main" id="{EDC2BBFB-0962-92EE-DB07-AB235AF930DD}"/>
                        </a:ext>
                      </a:extLst>
                    </p:cNvPr>
                    <p:cNvGrpSpPr/>
                    <p:nvPr/>
                  </p:nvGrpSpPr>
                  <p:grpSpPr>
                    <a:xfrm rot="7200000" flipH="1">
                      <a:off x="6389147" y="3357021"/>
                      <a:ext cx="393192" cy="393192"/>
                      <a:chOff x="5354637" y="3446463"/>
                      <a:chExt cx="214313" cy="214313"/>
                    </a:xfrm>
                  </p:grpSpPr>
                  <p:sp>
                    <p:nvSpPr>
                      <p:cNvPr id="21244" name="Arc 21243">
                        <a:extLst>
                          <a:ext uri="{FF2B5EF4-FFF2-40B4-BE49-F238E27FC236}">
                            <a16:creationId xmlns:a16="http://schemas.microsoft.com/office/drawing/2014/main" id="{6D5395D8-3577-3EF5-047E-48CCD531F7D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245" name="Arc 21244">
                        <a:extLst>
                          <a:ext uri="{FF2B5EF4-FFF2-40B4-BE49-F238E27FC236}">
                            <a16:creationId xmlns:a16="http://schemas.microsoft.com/office/drawing/2014/main" id="{B9A8475C-6A34-C359-C2FE-01DC764F08E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236" name="Group 21235">
                      <a:extLst>
                        <a:ext uri="{FF2B5EF4-FFF2-40B4-BE49-F238E27FC236}">
                          <a16:creationId xmlns:a16="http://schemas.microsoft.com/office/drawing/2014/main" id="{C0038200-54D3-567C-B5B4-92FC63809CB5}"/>
                        </a:ext>
                      </a:extLst>
                    </p:cNvPr>
                    <p:cNvGrpSpPr/>
                    <p:nvPr/>
                  </p:nvGrpSpPr>
                  <p:grpSpPr>
                    <a:xfrm>
                      <a:off x="6434137" y="3402011"/>
                      <a:ext cx="303213" cy="303213"/>
                      <a:chOff x="6434137" y="3402011"/>
                      <a:chExt cx="303213" cy="303213"/>
                    </a:xfrm>
                  </p:grpSpPr>
                  <p:grpSp>
                    <p:nvGrpSpPr>
                      <p:cNvPr id="21237" name="Group 21236">
                        <a:extLst>
                          <a:ext uri="{FF2B5EF4-FFF2-40B4-BE49-F238E27FC236}">
                            <a16:creationId xmlns:a16="http://schemas.microsoft.com/office/drawing/2014/main" id="{914CC13E-8A47-E269-4AB0-9ABB4C10E9C8}"/>
                          </a:ext>
                        </a:extLst>
                      </p:cNvPr>
                      <p:cNvGrpSpPr/>
                      <p:nvPr/>
                    </p:nvGrpSpPr>
                    <p:grpSpPr>
                      <a:xfrm flipH="1">
                        <a:off x="6478587" y="3446461"/>
                        <a:ext cx="214313" cy="214313"/>
                        <a:chOff x="5354637" y="3446463"/>
                        <a:chExt cx="214313" cy="214313"/>
                      </a:xfrm>
                    </p:grpSpPr>
                    <p:sp>
                      <p:nvSpPr>
                        <p:cNvPr id="21242" name="Arc 21241">
                          <a:extLst>
                            <a:ext uri="{FF2B5EF4-FFF2-40B4-BE49-F238E27FC236}">
                              <a16:creationId xmlns:a16="http://schemas.microsoft.com/office/drawing/2014/main" id="{35D7F5B4-2DDA-69AE-6750-F8550DCB0C8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243" name="Arc 21242">
                          <a:extLst>
                            <a:ext uri="{FF2B5EF4-FFF2-40B4-BE49-F238E27FC236}">
                              <a16:creationId xmlns:a16="http://schemas.microsoft.com/office/drawing/2014/main" id="{4BD6C998-5DD9-0740-9815-19D5E0A0AAD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238" name="Group 21237">
                        <a:extLst>
                          <a:ext uri="{FF2B5EF4-FFF2-40B4-BE49-F238E27FC236}">
                            <a16:creationId xmlns:a16="http://schemas.microsoft.com/office/drawing/2014/main" id="{A458CE31-9CD9-1499-02A8-C547CC41C145}"/>
                          </a:ext>
                        </a:extLst>
                      </p:cNvPr>
                      <p:cNvGrpSpPr/>
                      <p:nvPr/>
                    </p:nvGrpSpPr>
                    <p:grpSpPr>
                      <a:xfrm rot="14400000" flipH="1">
                        <a:off x="6434137" y="3402011"/>
                        <a:ext cx="303213" cy="303213"/>
                        <a:chOff x="5354637" y="3446463"/>
                        <a:chExt cx="214313" cy="214313"/>
                      </a:xfrm>
                    </p:grpSpPr>
                    <p:sp>
                      <p:nvSpPr>
                        <p:cNvPr id="21240" name="Arc 21239">
                          <a:extLst>
                            <a:ext uri="{FF2B5EF4-FFF2-40B4-BE49-F238E27FC236}">
                              <a16:creationId xmlns:a16="http://schemas.microsoft.com/office/drawing/2014/main" id="{412821A9-661E-681A-0579-748D88B9822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241" name="Arc 21240">
                          <a:extLst>
                            <a:ext uri="{FF2B5EF4-FFF2-40B4-BE49-F238E27FC236}">
                              <a16:creationId xmlns:a16="http://schemas.microsoft.com/office/drawing/2014/main" id="{56FAFD3A-0386-84C7-FD1A-20781769A22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239" name="TextBox 21238">
                        <a:extLst>
                          <a:ext uri="{FF2B5EF4-FFF2-40B4-BE49-F238E27FC236}">
                            <a16:creationId xmlns:a16="http://schemas.microsoft.com/office/drawing/2014/main" id="{7B5A341F-7F77-C496-2423-F35F46B9D32C}"/>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224" name="Group 21223">
                    <a:extLst>
                      <a:ext uri="{FF2B5EF4-FFF2-40B4-BE49-F238E27FC236}">
                        <a16:creationId xmlns:a16="http://schemas.microsoft.com/office/drawing/2014/main" id="{0724EA94-CE27-06B5-BEA4-5B56AEFB5AC3}"/>
                      </a:ext>
                    </a:extLst>
                  </p:cNvPr>
                  <p:cNvGrpSpPr/>
                  <p:nvPr/>
                </p:nvGrpSpPr>
                <p:grpSpPr>
                  <a:xfrm>
                    <a:off x="6197413" y="3225768"/>
                    <a:ext cx="393192" cy="393192"/>
                    <a:chOff x="6389147" y="3932622"/>
                    <a:chExt cx="393192" cy="393192"/>
                  </a:xfrm>
                </p:grpSpPr>
                <p:grpSp>
                  <p:nvGrpSpPr>
                    <p:cNvPr id="21225" name="Group 21224">
                      <a:extLst>
                        <a:ext uri="{FF2B5EF4-FFF2-40B4-BE49-F238E27FC236}">
                          <a16:creationId xmlns:a16="http://schemas.microsoft.com/office/drawing/2014/main" id="{470DBB21-D515-8EFA-67CC-C04B3A93FB50}"/>
                        </a:ext>
                      </a:extLst>
                    </p:cNvPr>
                    <p:cNvGrpSpPr/>
                    <p:nvPr/>
                  </p:nvGrpSpPr>
                  <p:grpSpPr>
                    <a:xfrm flipH="1">
                      <a:off x="6478587" y="4022061"/>
                      <a:ext cx="214313" cy="214313"/>
                      <a:chOff x="5354637" y="3446463"/>
                      <a:chExt cx="214313" cy="214313"/>
                    </a:xfrm>
                  </p:grpSpPr>
                  <p:sp>
                    <p:nvSpPr>
                      <p:cNvPr id="21233" name="Arc 21232">
                        <a:extLst>
                          <a:ext uri="{FF2B5EF4-FFF2-40B4-BE49-F238E27FC236}">
                            <a16:creationId xmlns:a16="http://schemas.microsoft.com/office/drawing/2014/main" id="{B6DC73E2-9ED1-F072-BAC7-293C3C433ED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234" name="Arc 21233">
                        <a:extLst>
                          <a:ext uri="{FF2B5EF4-FFF2-40B4-BE49-F238E27FC236}">
                            <a16:creationId xmlns:a16="http://schemas.microsoft.com/office/drawing/2014/main" id="{B1318849-D743-7CF2-74DD-30F74050A28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226" name="Group 21225">
                      <a:extLst>
                        <a:ext uri="{FF2B5EF4-FFF2-40B4-BE49-F238E27FC236}">
                          <a16:creationId xmlns:a16="http://schemas.microsoft.com/office/drawing/2014/main" id="{44FC9C2B-F3E4-51CE-B4F4-9A9E8B24797C}"/>
                        </a:ext>
                      </a:extLst>
                    </p:cNvPr>
                    <p:cNvGrpSpPr/>
                    <p:nvPr/>
                  </p:nvGrpSpPr>
                  <p:grpSpPr>
                    <a:xfrm rot="7200000" flipH="1">
                      <a:off x="6434137" y="3977611"/>
                      <a:ext cx="303213" cy="303213"/>
                      <a:chOff x="5354637" y="3446463"/>
                      <a:chExt cx="214313" cy="214313"/>
                    </a:xfrm>
                  </p:grpSpPr>
                  <p:sp>
                    <p:nvSpPr>
                      <p:cNvPr id="21231" name="Arc 21230">
                        <a:extLst>
                          <a:ext uri="{FF2B5EF4-FFF2-40B4-BE49-F238E27FC236}">
                            <a16:creationId xmlns:a16="http://schemas.microsoft.com/office/drawing/2014/main" id="{70E07096-9916-ACB5-8D88-589F335D3C7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232" name="Arc 21231">
                        <a:extLst>
                          <a:ext uri="{FF2B5EF4-FFF2-40B4-BE49-F238E27FC236}">
                            <a16:creationId xmlns:a16="http://schemas.microsoft.com/office/drawing/2014/main" id="{160818C2-7550-61B0-2F3A-4634C5EAB20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227" name="Group 21226">
                      <a:extLst>
                        <a:ext uri="{FF2B5EF4-FFF2-40B4-BE49-F238E27FC236}">
                          <a16:creationId xmlns:a16="http://schemas.microsoft.com/office/drawing/2014/main" id="{C4B53FF8-3F14-5595-1678-9C1E98AAC704}"/>
                        </a:ext>
                      </a:extLst>
                    </p:cNvPr>
                    <p:cNvGrpSpPr/>
                    <p:nvPr/>
                  </p:nvGrpSpPr>
                  <p:grpSpPr>
                    <a:xfrm rot="14400000" flipH="1">
                      <a:off x="6389147" y="3932622"/>
                      <a:ext cx="393192" cy="393192"/>
                      <a:chOff x="5354637" y="3446463"/>
                      <a:chExt cx="214313" cy="214313"/>
                    </a:xfrm>
                  </p:grpSpPr>
                  <p:sp>
                    <p:nvSpPr>
                      <p:cNvPr id="21229" name="Arc 21228">
                        <a:extLst>
                          <a:ext uri="{FF2B5EF4-FFF2-40B4-BE49-F238E27FC236}">
                            <a16:creationId xmlns:a16="http://schemas.microsoft.com/office/drawing/2014/main" id="{0C357BF8-4ECE-5DB9-FDF3-C37CE44B6C2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230" name="Arc 21229">
                        <a:extLst>
                          <a:ext uri="{FF2B5EF4-FFF2-40B4-BE49-F238E27FC236}">
                            <a16:creationId xmlns:a16="http://schemas.microsoft.com/office/drawing/2014/main" id="{708BDA86-9A13-6C65-46A1-01968ACF36B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228" name="TextBox 21227">
                      <a:extLst>
                        <a:ext uri="{FF2B5EF4-FFF2-40B4-BE49-F238E27FC236}">
                          <a16:creationId xmlns:a16="http://schemas.microsoft.com/office/drawing/2014/main" id="{27A22976-3B4C-579D-DD16-B72AEA43898A}"/>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8352" name="Group 18351">
              <a:extLst>
                <a:ext uri="{FF2B5EF4-FFF2-40B4-BE49-F238E27FC236}">
                  <a16:creationId xmlns:a16="http://schemas.microsoft.com/office/drawing/2014/main" id="{750C6AD4-F8A9-5F53-5D01-5BAF85182790}"/>
                </a:ext>
              </a:extLst>
            </p:cNvPr>
            <p:cNvGrpSpPr/>
            <p:nvPr/>
          </p:nvGrpSpPr>
          <p:grpSpPr>
            <a:xfrm>
              <a:off x="9197560" y="501825"/>
              <a:ext cx="2263438" cy="2198360"/>
              <a:chOff x="5445106" y="2039507"/>
              <a:chExt cx="2263438" cy="2198360"/>
            </a:xfrm>
          </p:grpSpPr>
          <p:grpSp>
            <p:nvGrpSpPr>
              <p:cNvPr id="21027" name="Group 21026">
                <a:extLst>
                  <a:ext uri="{FF2B5EF4-FFF2-40B4-BE49-F238E27FC236}">
                    <a16:creationId xmlns:a16="http://schemas.microsoft.com/office/drawing/2014/main" id="{1E3EF663-F2D8-B7FA-C3CF-85F91AD4FF30}"/>
                  </a:ext>
                </a:extLst>
              </p:cNvPr>
              <p:cNvGrpSpPr/>
              <p:nvPr/>
            </p:nvGrpSpPr>
            <p:grpSpPr>
              <a:xfrm>
                <a:off x="5445106" y="2644743"/>
                <a:ext cx="1643204" cy="1593124"/>
                <a:chOff x="5445106" y="2644743"/>
                <a:chExt cx="1643204" cy="1593124"/>
              </a:xfrm>
            </p:grpSpPr>
            <p:grpSp>
              <p:nvGrpSpPr>
                <p:cNvPr id="21123" name="Group 21122">
                  <a:extLst>
                    <a:ext uri="{FF2B5EF4-FFF2-40B4-BE49-F238E27FC236}">
                      <a16:creationId xmlns:a16="http://schemas.microsoft.com/office/drawing/2014/main" id="{50978014-BEAB-29F6-7C3D-25C16F2FC59C}"/>
                    </a:ext>
                  </a:extLst>
                </p:cNvPr>
                <p:cNvGrpSpPr/>
                <p:nvPr/>
              </p:nvGrpSpPr>
              <p:grpSpPr>
                <a:xfrm>
                  <a:off x="5445106" y="2644743"/>
                  <a:ext cx="1019224" cy="991639"/>
                  <a:chOff x="5886431" y="3225768"/>
                  <a:chExt cx="1019224" cy="991639"/>
                </a:xfrm>
              </p:grpSpPr>
              <p:grpSp>
                <p:nvGrpSpPr>
                  <p:cNvPr id="21171" name="Group 21170">
                    <a:extLst>
                      <a:ext uri="{FF2B5EF4-FFF2-40B4-BE49-F238E27FC236}">
                        <a16:creationId xmlns:a16="http://schemas.microsoft.com/office/drawing/2014/main" id="{B501F819-7EA1-2854-6829-C0D5DD5DCA3E}"/>
                      </a:ext>
                    </a:extLst>
                  </p:cNvPr>
                  <p:cNvGrpSpPr/>
                  <p:nvPr/>
                </p:nvGrpSpPr>
                <p:grpSpPr>
                  <a:xfrm>
                    <a:off x="6197413" y="3824215"/>
                    <a:ext cx="393192" cy="393192"/>
                    <a:chOff x="5265196" y="3357021"/>
                    <a:chExt cx="393192" cy="393192"/>
                  </a:xfrm>
                </p:grpSpPr>
                <p:grpSp>
                  <p:nvGrpSpPr>
                    <p:cNvPr id="21206" name="Group 21205">
                      <a:extLst>
                        <a:ext uri="{FF2B5EF4-FFF2-40B4-BE49-F238E27FC236}">
                          <a16:creationId xmlns:a16="http://schemas.microsoft.com/office/drawing/2014/main" id="{2E9D01A0-BAFC-A8E6-0414-C610657EAAE5}"/>
                        </a:ext>
                      </a:extLst>
                    </p:cNvPr>
                    <p:cNvGrpSpPr/>
                    <p:nvPr/>
                  </p:nvGrpSpPr>
                  <p:grpSpPr>
                    <a:xfrm rot="14400000">
                      <a:off x="5265196" y="3357021"/>
                      <a:ext cx="393192" cy="393192"/>
                      <a:chOff x="5354637" y="3446463"/>
                      <a:chExt cx="214313" cy="214313"/>
                    </a:xfrm>
                  </p:grpSpPr>
                  <p:sp>
                    <p:nvSpPr>
                      <p:cNvPr id="21215" name="Arc 21214">
                        <a:extLst>
                          <a:ext uri="{FF2B5EF4-FFF2-40B4-BE49-F238E27FC236}">
                            <a16:creationId xmlns:a16="http://schemas.microsoft.com/office/drawing/2014/main" id="{55DA7E02-FE65-9340-14AA-8BB81D49FE5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216" name="Arc 21215">
                        <a:extLst>
                          <a:ext uri="{FF2B5EF4-FFF2-40B4-BE49-F238E27FC236}">
                            <a16:creationId xmlns:a16="http://schemas.microsoft.com/office/drawing/2014/main" id="{B98A394A-6D92-2BE3-A7C4-C61F8CDB8F9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207" name="Group 21206">
                      <a:extLst>
                        <a:ext uri="{FF2B5EF4-FFF2-40B4-BE49-F238E27FC236}">
                          <a16:creationId xmlns:a16="http://schemas.microsoft.com/office/drawing/2014/main" id="{5290A4F4-7482-7951-4172-D7A7C0DA3E53}"/>
                        </a:ext>
                      </a:extLst>
                    </p:cNvPr>
                    <p:cNvGrpSpPr/>
                    <p:nvPr/>
                  </p:nvGrpSpPr>
                  <p:grpSpPr>
                    <a:xfrm>
                      <a:off x="5310186" y="3402011"/>
                      <a:ext cx="303213" cy="303213"/>
                      <a:chOff x="5310186" y="3402011"/>
                      <a:chExt cx="303213" cy="303213"/>
                    </a:xfrm>
                  </p:grpSpPr>
                  <p:grpSp>
                    <p:nvGrpSpPr>
                      <p:cNvPr id="21208" name="Group 21207">
                        <a:extLst>
                          <a:ext uri="{FF2B5EF4-FFF2-40B4-BE49-F238E27FC236}">
                            <a16:creationId xmlns:a16="http://schemas.microsoft.com/office/drawing/2014/main" id="{3F9A734F-EA16-F087-53C6-A3A910D8F820}"/>
                          </a:ext>
                        </a:extLst>
                      </p:cNvPr>
                      <p:cNvGrpSpPr/>
                      <p:nvPr/>
                    </p:nvGrpSpPr>
                    <p:grpSpPr>
                      <a:xfrm>
                        <a:off x="5354636" y="3446461"/>
                        <a:ext cx="214313" cy="214313"/>
                        <a:chOff x="5354637" y="3446463"/>
                        <a:chExt cx="214313" cy="214313"/>
                      </a:xfrm>
                    </p:grpSpPr>
                    <p:sp>
                      <p:nvSpPr>
                        <p:cNvPr id="21213" name="Arc 21212">
                          <a:extLst>
                            <a:ext uri="{FF2B5EF4-FFF2-40B4-BE49-F238E27FC236}">
                              <a16:creationId xmlns:a16="http://schemas.microsoft.com/office/drawing/2014/main" id="{C8BFAACA-F2B1-FC9A-1010-FAF62E5D767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214" name="Arc 21213">
                          <a:extLst>
                            <a:ext uri="{FF2B5EF4-FFF2-40B4-BE49-F238E27FC236}">
                              <a16:creationId xmlns:a16="http://schemas.microsoft.com/office/drawing/2014/main" id="{E7EC041D-6598-708D-E041-FE8755F63B1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209" name="Group 21208">
                        <a:extLst>
                          <a:ext uri="{FF2B5EF4-FFF2-40B4-BE49-F238E27FC236}">
                            <a16:creationId xmlns:a16="http://schemas.microsoft.com/office/drawing/2014/main" id="{5E57E276-94B2-2C37-1B99-06DA78133280}"/>
                          </a:ext>
                        </a:extLst>
                      </p:cNvPr>
                      <p:cNvGrpSpPr/>
                      <p:nvPr/>
                    </p:nvGrpSpPr>
                    <p:grpSpPr>
                      <a:xfrm rot="7200000">
                        <a:off x="5310186" y="3402011"/>
                        <a:ext cx="303213" cy="303213"/>
                        <a:chOff x="5354637" y="3446463"/>
                        <a:chExt cx="214313" cy="214313"/>
                      </a:xfrm>
                    </p:grpSpPr>
                    <p:sp>
                      <p:nvSpPr>
                        <p:cNvPr id="21211" name="Arc 21210">
                          <a:extLst>
                            <a:ext uri="{FF2B5EF4-FFF2-40B4-BE49-F238E27FC236}">
                              <a16:creationId xmlns:a16="http://schemas.microsoft.com/office/drawing/2014/main" id="{7FCDD7C3-C499-8162-9CF3-B83E1FEDB51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212" name="Arc 21211">
                          <a:extLst>
                            <a:ext uri="{FF2B5EF4-FFF2-40B4-BE49-F238E27FC236}">
                              <a16:creationId xmlns:a16="http://schemas.microsoft.com/office/drawing/2014/main" id="{53B1583B-A9FE-70F8-12AF-A1432C8DE62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210" name="TextBox 21209">
                        <a:extLst>
                          <a:ext uri="{FF2B5EF4-FFF2-40B4-BE49-F238E27FC236}">
                            <a16:creationId xmlns:a16="http://schemas.microsoft.com/office/drawing/2014/main" id="{F0B976C1-BF62-81F2-1573-130041284526}"/>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172" name="Group 21171">
                    <a:extLst>
                      <a:ext uri="{FF2B5EF4-FFF2-40B4-BE49-F238E27FC236}">
                        <a16:creationId xmlns:a16="http://schemas.microsoft.com/office/drawing/2014/main" id="{20855742-3EE2-5DF1-AD0D-364E37D5CC29}"/>
                      </a:ext>
                    </a:extLst>
                  </p:cNvPr>
                  <p:cNvGrpSpPr/>
                  <p:nvPr/>
                </p:nvGrpSpPr>
                <p:grpSpPr>
                  <a:xfrm>
                    <a:off x="5886431" y="3525040"/>
                    <a:ext cx="393192" cy="393192"/>
                    <a:chOff x="5265196" y="3932619"/>
                    <a:chExt cx="393192" cy="393192"/>
                  </a:xfrm>
                </p:grpSpPr>
                <p:grpSp>
                  <p:nvGrpSpPr>
                    <p:cNvPr id="21196" name="Group 21195">
                      <a:extLst>
                        <a:ext uri="{FF2B5EF4-FFF2-40B4-BE49-F238E27FC236}">
                          <a16:creationId xmlns:a16="http://schemas.microsoft.com/office/drawing/2014/main" id="{A08FE828-A43B-1092-4CA9-69A3CA1F7982}"/>
                        </a:ext>
                      </a:extLst>
                    </p:cNvPr>
                    <p:cNvGrpSpPr/>
                    <p:nvPr/>
                  </p:nvGrpSpPr>
                  <p:grpSpPr>
                    <a:xfrm>
                      <a:off x="5354636" y="4022061"/>
                      <a:ext cx="214313" cy="214313"/>
                      <a:chOff x="5354637" y="3446463"/>
                      <a:chExt cx="214313" cy="214313"/>
                    </a:xfrm>
                  </p:grpSpPr>
                  <p:sp>
                    <p:nvSpPr>
                      <p:cNvPr id="21204" name="Arc 21203">
                        <a:extLst>
                          <a:ext uri="{FF2B5EF4-FFF2-40B4-BE49-F238E27FC236}">
                            <a16:creationId xmlns:a16="http://schemas.microsoft.com/office/drawing/2014/main" id="{5B06A33F-9CF3-D6C1-7C38-FC862DBDE5A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205" name="Arc 21204">
                        <a:extLst>
                          <a:ext uri="{FF2B5EF4-FFF2-40B4-BE49-F238E27FC236}">
                            <a16:creationId xmlns:a16="http://schemas.microsoft.com/office/drawing/2014/main" id="{C641637F-9EBE-CB22-D87A-D87A974043A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197" name="Group 21196">
                      <a:extLst>
                        <a:ext uri="{FF2B5EF4-FFF2-40B4-BE49-F238E27FC236}">
                          <a16:creationId xmlns:a16="http://schemas.microsoft.com/office/drawing/2014/main" id="{4F4862FD-2B1C-25FB-EB64-3DEE96F23A8C}"/>
                        </a:ext>
                      </a:extLst>
                    </p:cNvPr>
                    <p:cNvGrpSpPr/>
                    <p:nvPr/>
                  </p:nvGrpSpPr>
                  <p:grpSpPr>
                    <a:xfrm rot="14400000">
                      <a:off x="5310186" y="3977611"/>
                      <a:ext cx="303213" cy="303213"/>
                      <a:chOff x="5354637" y="3446463"/>
                      <a:chExt cx="214313" cy="214313"/>
                    </a:xfrm>
                  </p:grpSpPr>
                  <p:sp>
                    <p:nvSpPr>
                      <p:cNvPr id="21202" name="Arc 21201">
                        <a:extLst>
                          <a:ext uri="{FF2B5EF4-FFF2-40B4-BE49-F238E27FC236}">
                            <a16:creationId xmlns:a16="http://schemas.microsoft.com/office/drawing/2014/main" id="{9BADF435-96A2-5EEC-D757-B1F711AAC61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203" name="Arc 21202">
                        <a:extLst>
                          <a:ext uri="{FF2B5EF4-FFF2-40B4-BE49-F238E27FC236}">
                            <a16:creationId xmlns:a16="http://schemas.microsoft.com/office/drawing/2014/main" id="{AD53D609-85E0-D237-CF17-B7D598FEF60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198" name="Group 21197">
                      <a:extLst>
                        <a:ext uri="{FF2B5EF4-FFF2-40B4-BE49-F238E27FC236}">
                          <a16:creationId xmlns:a16="http://schemas.microsoft.com/office/drawing/2014/main" id="{1587BF80-B9FA-3C7B-2344-FA835FA18922}"/>
                        </a:ext>
                      </a:extLst>
                    </p:cNvPr>
                    <p:cNvGrpSpPr/>
                    <p:nvPr/>
                  </p:nvGrpSpPr>
                  <p:grpSpPr>
                    <a:xfrm rot="7200000">
                      <a:off x="5265196" y="3932619"/>
                      <a:ext cx="393192" cy="393192"/>
                      <a:chOff x="5354637" y="3446463"/>
                      <a:chExt cx="214313" cy="214313"/>
                    </a:xfrm>
                  </p:grpSpPr>
                  <p:sp>
                    <p:nvSpPr>
                      <p:cNvPr id="21200" name="Arc 21199">
                        <a:extLst>
                          <a:ext uri="{FF2B5EF4-FFF2-40B4-BE49-F238E27FC236}">
                            <a16:creationId xmlns:a16="http://schemas.microsoft.com/office/drawing/2014/main" id="{E48A2128-FB80-9562-15FE-A0BB7C1EC18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201" name="Arc 21200">
                        <a:extLst>
                          <a:ext uri="{FF2B5EF4-FFF2-40B4-BE49-F238E27FC236}">
                            <a16:creationId xmlns:a16="http://schemas.microsoft.com/office/drawing/2014/main" id="{36616336-7E25-D3E8-DFDC-02DA055E230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199" name="TextBox 21198">
                      <a:extLst>
                        <a:ext uri="{FF2B5EF4-FFF2-40B4-BE49-F238E27FC236}">
                          <a16:creationId xmlns:a16="http://schemas.microsoft.com/office/drawing/2014/main" id="{2AA133CE-B32C-2E29-F652-941217645B85}"/>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1173" name="Group 21172">
                    <a:extLst>
                      <a:ext uri="{FF2B5EF4-FFF2-40B4-BE49-F238E27FC236}">
                        <a16:creationId xmlns:a16="http://schemas.microsoft.com/office/drawing/2014/main" id="{85E60AB4-7845-52B7-7505-BF1FE6AA82BB}"/>
                      </a:ext>
                    </a:extLst>
                  </p:cNvPr>
                  <p:cNvGrpSpPr/>
                  <p:nvPr/>
                </p:nvGrpSpPr>
                <p:grpSpPr>
                  <a:xfrm>
                    <a:off x="6512463" y="3525040"/>
                    <a:ext cx="393192" cy="393192"/>
                    <a:chOff x="6389147" y="3357021"/>
                    <a:chExt cx="393192" cy="393192"/>
                  </a:xfrm>
                </p:grpSpPr>
                <p:grpSp>
                  <p:nvGrpSpPr>
                    <p:cNvPr id="21185" name="Group 21184">
                      <a:extLst>
                        <a:ext uri="{FF2B5EF4-FFF2-40B4-BE49-F238E27FC236}">
                          <a16:creationId xmlns:a16="http://schemas.microsoft.com/office/drawing/2014/main" id="{CE5A4C1F-DF4C-51E1-63D7-1E82089B0153}"/>
                        </a:ext>
                      </a:extLst>
                    </p:cNvPr>
                    <p:cNvGrpSpPr/>
                    <p:nvPr/>
                  </p:nvGrpSpPr>
                  <p:grpSpPr>
                    <a:xfrm rot="7200000" flipH="1">
                      <a:off x="6389147" y="3357021"/>
                      <a:ext cx="393192" cy="393192"/>
                      <a:chOff x="5354637" y="3446463"/>
                      <a:chExt cx="214313" cy="214313"/>
                    </a:xfrm>
                  </p:grpSpPr>
                  <p:sp>
                    <p:nvSpPr>
                      <p:cNvPr id="21194" name="Arc 21193">
                        <a:extLst>
                          <a:ext uri="{FF2B5EF4-FFF2-40B4-BE49-F238E27FC236}">
                            <a16:creationId xmlns:a16="http://schemas.microsoft.com/office/drawing/2014/main" id="{C8F81DC6-F9EF-E030-E83A-1D17FB85B86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195" name="Arc 21194">
                        <a:extLst>
                          <a:ext uri="{FF2B5EF4-FFF2-40B4-BE49-F238E27FC236}">
                            <a16:creationId xmlns:a16="http://schemas.microsoft.com/office/drawing/2014/main" id="{E5055D01-9D7D-DA65-42B2-0E00312FEC5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186" name="Group 21185">
                      <a:extLst>
                        <a:ext uri="{FF2B5EF4-FFF2-40B4-BE49-F238E27FC236}">
                          <a16:creationId xmlns:a16="http://schemas.microsoft.com/office/drawing/2014/main" id="{6141CD6B-B8FD-A118-B7E9-ABCC778AD067}"/>
                        </a:ext>
                      </a:extLst>
                    </p:cNvPr>
                    <p:cNvGrpSpPr/>
                    <p:nvPr/>
                  </p:nvGrpSpPr>
                  <p:grpSpPr>
                    <a:xfrm>
                      <a:off x="6434137" y="3402011"/>
                      <a:ext cx="303213" cy="303213"/>
                      <a:chOff x="6434137" y="3402011"/>
                      <a:chExt cx="303213" cy="303213"/>
                    </a:xfrm>
                  </p:grpSpPr>
                  <p:grpSp>
                    <p:nvGrpSpPr>
                      <p:cNvPr id="21187" name="Group 21186">
                        <a:extLst>
                          <a:ext uri="{FF2B5EF4-FFF2-40B4-BE49-F238E27FC236}">
                            <a16:creationId xmlns:a16="http://schemas.microsoft.com/office/drawing/2014/main" id="{D49790A2-BEA0-C22B-1794-8EEDB2DBFFDC}"/>
                          </a:ext>
                        </a:extLst>
                      </p:cNvPr>
                      <p:cNvGrpSpPr/>
                      <p:nvPr/>
                    </p:nvGrpSpPr>
                    <p:grpSpPr>
                      <a:xfrm flipH="1">
                        <a:off x="6478587" y="3446461"/>
                        <a:ext cx="214313" cy="214313"/>
                        <a:chOff x="5354637" y="3446463"/>
                        <a:chExt cx="214313" cy="214313"/>
                      </a:xfrm>
                    </p:grpSpPr>
                    <p:sp>
                      <p:nvSpPr>
                        <p:cNvPr id="21192" name="Arc 21191">
                          <a:extLst>
                            <a:ext uri="{FF2B5EF4-FFF2-40B4-BE49-F238E27FC236}">
                              <a16:creationId xmlns:a16="http://schemas.microsoft.com/office/drawing/2014/main" id="{DF23114D-1142-79C2-4656-0CA9980BB1D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193" name="Arc 21192">
                          <a:extLst>
                            <a:ext uri="{FF2B5EF4-FFF2-40B4-BE49-F238E27FC236}">
                              <a16:creationId xmlns:a16="http://schemas.microsoft.com/office/drawing/2014/main" id="{2D2B540A-81A9-C5D1-5BB9-B9E7255F80B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188" name="Group 21187">
                        <a:extLst>
                          <a:ext uri="{FF2B5EF4-FFF2-40B4-BE49-F238E27FC236}">
                            <a16:creationId xmlns:a16="http://schemas.microsoft.com/office/drawing/2014/main" id="{33F3F5C0-E19F-3337-DEE9-49D530C449AD}"/>
                          </a:ext>
                        </a:extLst>
                      </p:cNvPr>
                      <p:cNvGrpSpPr/>
                      <p:nvPr/>
                    </p:nvGrpSpPr>
                    <p:grpSpPr>
                      <a:xfrm rot="14400000" flipH="1">
                        <a:off x="6434137" y="3402011"/>
                        <a:ext cx="303213" cy="303213"/>
                        <a:chOff x="5354637" y="3446463"/>
                        <a:chExt cx="214313" cy="214313"/>
                      </a:xfrm>
                    </p:grpSpPr>
                    <p:sp>
                      <p:nvSpPr>
                        <p:cNvPr id="21190" name="Arc 21189">
                          <a:extLst>
                            <a:ext uri="{FF2B5EF4-FFF2-40B4-BE49-F238E27FC236}">
                              <a16:creationId xmlns:a16="http://schemas.microsoft.com/office/drawing/2014/main" id="{AADC0416-721A-A418-7543-B49D5DCC7BE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191" name="Arc 21190">
                          <a:extLst>
                            <a:ext uri="{FF2B5EF4-FFF2-40B4-BE49-F238E27FC236}">
                              <a16:creationId xmlns:a16="http://schemas.microsoft.com/office/drawing/2014/main" id="{6B4D02FD-348E-8DA6-7686-3BE522373C5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189" name="TextBox 21188">
                        <a:extLst>
                          <a:ext uri="{FF2B5EF4-FFF2-40B4-BE49-F238E27FC236}">
                            <a16:creationId xmlns:a16="http://schemas.microsoft.com/office/drawing/2014/main" id="{4CB00DC5-78CE-1266-CCE4-9DF8FEF87C2E}"/>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174" name="Group 21173">
                    <a:extLst>
                      <a:ext uri="{FF2B5EF4-FFF2-40B4-BE49-F238E27FC236}">
                        <a16:creationId xmlns:a16="http://schemas.microsoft.com/office/drawing/2014/main" id="{5DE9D17C-D656-8013-33FA-460465F3404F}"/>
                      </a:ext>
                    </a:extLst>
                  </p:cNvPr>
                  <p:cNvGrpSpPr/>
                  <p:nvPr/>
                </p:nvGrpSpPr>
                <p:grpSpPr>
                  <a:xfrm>
                    <a:off x="6197413" y="3225768"/>
                    <a:ext cx="393192" cy="393192"/>
                    <a:chOff x="6389147" y="3932622"/>
                    <a:chExt cx="393192" cy="393192"/>
                  </a:xfrm>
                </p:grpSpPr>
                <p:grpSp>
                  <p:nvGrpSpPr>
                    <p:cNvPr id="21175" name="Group 21174">
                      <a:extLst>
                        <a:ext uri="{FF2B5EF4-FFF2-40B4-BE49-F238E27FC236}">
                          <a16:creationId xmlns:a16="http://schemas.microsoft.com/office/drawing/2014/main" id="{DACCD4F6-7F88-E5B0-E2E5-7CCA650D48F2}"/>
                        </a:ext>
                      </a:extLst>
                    </p:cNvPr>
                    <p:cNvGrpSpPr/>
                    <p:nvPr/>
                  </p:nvGrpSpPr>
                  <p:grpSpPr>
                    <a:xfrm flipH="1">
                      <a:off x="6478587" y="4022061"/>
                      <a:ext cx="214313" cy="214313"/>
                      <a:chOff x="5354637" y="3446463"/>
                      <a:chExt cx="214313" cy="214313"/>
                    </a:xfrm>
                  </p:grpSpPr>
                  <p:sp>
                    <p:nvSpPr>
                      <p:cNvPr id="21183" name="Arc 21182">
                        <a:extLst>
                          <a:ext uri="{FF2B5EF4-FFF2-40B4-BE49-F238E27FC236}">
                            <a16:creationId xmlns:a16="http://schemas.microsoft.com/office/drawing/2014/main" id="{27629A41-44C6-A2D6-1FBF-08B3329BC73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184" name="Arc 21183">
                        <a:extLst>
                          <a:ext uri="{FF2B5EF4-FFF2-40B4-BE49-F238E27FC236}">
                            <a16:creationId xmlns:a16="http://schemas.microsoft.com/office/drawing/2014/main" id="{CD5583CC-4FE2-0CE4-C1AC-971602F865A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176" name="Group 21175">
                      <a:extLst>
                        <a:ext uri="{FF2B5EF4-FFF2-40B4-BE49-F238E27FC236}">
                          <a16:creationId xmlns:a16="http://schemas.microsoft.com/office/drawing/2014/main" id="{4D68582D-B992-89D1-E4EA-894A65B9D5B1}"/>
                        </a:ext>
                      </a:extLst>
                    </p:cNvPr>
                    <p:cNvGrpSpPr/>
                    <p:nvPr/>
                  </p:nvGrpSpPr>
                  <p:grpSpPr>
                    <a:xfrm rot="7200000" flipH="1">
                      <a:off x="6434137" y="3977611"/>
                      <a:ext cx="303213" cy="303213"/>
                      <a:chOff x="5354637" y="3446463"/>
                      <a:chExt cx="214313" cy="214313"/>
                    </a:xfrm>
                  </p:grpSpPr>
                  <p:sp>
                    <p:nvSpPr>
                      <p:cNvPr id="21181" name="Arc 21180">
                        <a:extLst>
                          <a:ext uri="{FF2B5EF4-FFF2-40B4-BE49-F238E27FC236}">
                            <a16:creationId xmlns:a16="http://schemas.microsoft.com/office/drawing/2014/main" id="{A199DD4F-A46C-3078-48B4-E1BD046AE26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182" name="Arc 21181">
                        <a:extLst>
                          <a:ext uri="{FF2B5EF4-FFF2-40B4-BE49-F238E27FC236}">
                            <a16:creationId xmlns:a16="http://schemas.microsoft.com/office/drawing/2014/main" id="{3DB95AB7-A54C-3DDD-E255-199F3396EB1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177" name="Group 21176">
                      <a:extLst>
                        <a:ext uri="{FF2B5EF4-FFF2-40B4-BE49-F238E27FC236}">
                          <a16:creationId xmlns:a16="http://schemas.microsoft.com/office/drawing/2014/main" id="{44B1CBD5-83E1-CD85-0BF9-861ED37F4746}"/>
                        </a:ext>
                      </a:extLst>
                    </p:cNvPr>
                    <p:cNvGrpSpPr/>
                    <p:nvPr/>
                  </p:nvGrpSpPr>
                  <p:grpSpPr>
                    <a:xfrm rot="14400000" flipH="1">
                      <a:off x="6389147" y="3932622"/>
                      <a:ext cx="393192" cy="393192"/>
                      <a:chOff x="5354637" y="3446463"/>
                      <a:chExt cx="214313" cy="214313"/>
                    </a:xfrm>
                  </p:grpSpPr>
                  <p:sp>
                    <p:nvSpPr>
                      <p:cNvPr id="21179" name="Arc 21178">
                        <a:extLst>
                          <a:ext uri="{FF2B5EF4-FFF2-40B4-BE49-F238E27FC236}">
                            <a16:creationId xmlns:a16="http://schemas.microsoft.com/office/drawing/2014/main" id="{0A6208A2-7650-F306-C1F1-D660CD1D43F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180" name="Arc 21179">
                        <a:extLst>
                          <a:ext uri="{FF2B5EF4-FFF2-40B4-BE49-F238E27FC236}">
                            <a16:creationId xmlns:a16="http://schemas.microsoft.com/office/drawing/2014/main" id="{EDC631DD-80A4-1E5C-6F92-EA300EF18F0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178" name="TextBox 21177">
                      <a:extLst>
                        <a:ext uri="{FF2B5EF4-FFF2-40B4-BE49-F238E27FC236}">
                          <a16:creationId xmlns:a16="http://schemas.microsoft.com/office/drawing/2014/main" id="{718537EE-CAD3-4EAE-49FC-6D9C2C517186}"/>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124" name="Group 21123">
                  <a:extLst>
                    <a:ext uri="{FF2B5EF4-FFF2-40B4-BE49-F238E27FC236}">
                      <a16:creationId xmlns:a16="http://schemas.microsoft.com/office/drawing/2014/main" id="{470D3D9B-C65F-F885-77A8-9E32A8D79945}"/>
                    </a:ext>
                  </a:extLst>
                </p:cNvPr>
                <p:cNvGrpSpPr/>
                <p:nvPr/>
              </p:nvGrpSpPr>
              <p:grpSpPr>
                <a:xfrm>
                  <a:off x="6069086" y="3246228"/>
                  <a:ext cx="1019224" cy="991639"/>
                  <a:chOff x="5886431" y="3225768"/>
                  <a:chExt cx="1019224" cy="991639"/>
                </a:xfrm>
              </p:grpSpPr>
              <p:grpSp>
                <p:nvGrpSpPr>
                  <p:cNvPr id="21125" name="Group 21124">
                    <a:extLst>
                      <a:ext uri="{FF2B5EF4-FFF2-40B4-BE49-F238E27FC236}">
                        <a16:creationId xmlns:a16="http://schemas.microsoft.com/office/drawing/2014/main" id="{612858E7-49A6-8444-77AA-93FA6D45EFEE}"/>
                      </a:ext>
                    </a:extLst>
                  </p:cNvPr>
                  <p:cNvGrpSpPr/>
                  <p:nvPr/>
                </p:nvGrpSpPr>
                <p:grpSpPr>
                  <a:xfrm>
                    <a:off x="6197413" y="3824215"/>
                    <a:ext cx="393192" cy="393192"/>
                    <a:chOff x="5265196" y="3357021"/>
                    <a:chExt cx="393192" cy="393192"/>
                  </a:xfrm>
                </p:grpSpPr>
                <p:grpSp>
                  <p:nvGrpSpPr>
                    <p:cNvPr id="21160" name="Group 21159">
                      <a:extLst>
                        <a:ext uri="{FF2B5EF4-FFF2-40B4-BE49-F238E27FC236}">
                          <a16:creationId xmlns:a16="http://schemas.microsoft.com/office/drawing/2014/main" id="{AE46C5F4-2AC2-9D1C-4302-F9EDB4F47AF4}"/>
                        </a:ext>
                      </a:extLst>
                    </p:cNvPr>
                    <p:cNvGrpSpPr/>
                    <p:nvPr/>
                  </p:nvGrpSpPr>
                  <p:grpSpPr>
                    <a:xfrm rot="14400000">
                      <a:off x="5265196" y="3357021"/>
                      <a:ext cx="393192" cy="393192"/>
                      <a:chOff x="5354637" y="3446463"/>
                      <a:chExt cx="214313" cy="214313"/>
                    </a:xfrm>
                  </p:grpSpPr>
                  <p:sp>
                    <p:nvSpPr>
                      <p:cNvPr id="21169" name="Arc 21168">
                        <a:extLst>
                          <a:ext uri="{FF2B5EF4-FFF2-40B4-BE49-F238E27FC236}">
                            <a16:creationId xmlns:a16="http://schemas.microsoft.com/office/drawing/2014/main" id="{FDF92ABB-56DD-BC86-6C43-88C39F57FF8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170" name="Arc 21169">
                        <a:extLst>
                          <a:ext uri="{FF2B5EF4-FFF2-40B4-BE49-F238E27FC236}">
                            <a16:creationId xmlns:a16="http://schemas.microsoft.com/office/drawing/2014/main" id="{AA7920DD-873F-174F-C518-72A54735718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161" name="Group 21160">
                      <a:extLst>
                        <a:ext uri="{FF2B5EF4-FFF2-40B4-BE49-F238E27FC236}">
                          <a16:creationId xmlns:a16="http://schemas.microsoft.com/office/drawing/2014/main" id="{67315C45-0843-31F3-A52D-47F646728CA2}"/>
                        </a:ext>
                      </a:extLst>
                    </p:cNvPr>
                    <p:cNvGrpSpPr/>
                    <p:nvPr/>
                  </p:nvGrpSpPr>
                  <p:grpSpPr>
                    <a:xfrm>
                      <a:off x="5310186" y="3402011"/>
                      <a:ext cx="303213" cy="303213"/>
                      <a:chOff x="5310186" y="3402011"/>
                      <a:chExt cx="303213" cy="303213"/>
                    </a:xfrm>
                  </p:grpSpPr>
                  <p:grpSp>
                    <p:nvGrpSpPr>
                      <p:cNvPr id="21162" name="Group 21161">
                        <a:extLst>
                          <a:ext uri="{FF2B5EF4-FFF2-40B4-BE49-F238E27FC236}">
                            <a16:creationId xmlns:a16="http://schemas.microsoft.com/office/drawing/2014/main" id="{E2A31B85-7062-CFF3-453E-A2FA5F8891D7}"/>
                          </a:ext>
                        </a:extLst>
                      </p:cNvPr>
                      <p:cNvGrpSpPr/>
                      <p:nvPr/>
                    </p:nvGrpSpPr>
                    <p:grpSpPr>
                      <a:xfrm>
                        <a:off x="5354636" y="3446461"/>
                        <a:ext cx="214313" cy="214313"/>
                        <a:chOff x="5354637" y="3446463"/>
                        <a:chExt cx="214313" cy="214313"/>
                      </a:xfrm>
                    </p:grpSpPr>
                    <p:sp>
                      <p:nvSpPr>
                        <p:cNvPr id="21167" name="Arc 21166">
                          <a:extLst>
                            <a:ext uri="{FF2B5EF4-FFF2-40B4-BE49-F238E27FC236}">
                              <a16:creationId xmlns:a16="http://schemas.microsoft.com/office/drawing/2014/main" id="{0D1AF096-A417-6E61-C1C7-675EFFF8B9E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168" name="Arc 21167">
                          <a:extLst>
                            <a:ext uri="{FF2B5EF4-FFF2-40B4-BE49-F238E27FC236}">
                              <a16:creationId xmlns:a16="http://schemas.microsoft.com/office/drawing/2014/main" id="{8BE04275-377F-7A55-8AB3-470CB5C1174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163" name="Group 21162">
                        <a:extLst>
                          <a:ext uri="{FF2B5EF4-FFF2-40B4-BE49-F238E27FC236}">
                            <a16:creationId xmlns:a16="http://schemas.microsoft.com/office/drawing/2014/main" id="{3F3E67DC-E01E-1291-592D-87011281EED0}"/>
                          </a:ext>
                        </a:extLst>
                      </p:cNvPr>
                      <p:cNvGrpSpPr/>
                      <p:nvPr/>
                    </p:nvGrpSpPr>
                    <p:grpSpPr>
                      <a:xfrm rot="7200000">
                        <a:off x="5310186" y="3402011"/>
                        <a:ext cx="303213" cy="303213"/>
                        <a:chOff x="5354637" y="3446463"/>
                        <a:chExt cx="214313" cy="214313"/>
                      </a:xfrm>
                    </p:grpSpPr>
                    <p:sp>
                      <p:nvSpPr>
                        <p:cNvPr id="21165" name="Arc 21164">
                          <a:extLst>
                            <a:ext uri="{FF2B5EF4-FFF2-40B4-BE49-F238E27FC236}">
                              <a16:creationId xmlns:a16="http://schemas.microsoft.com/office/drawing/2014/main" id="{1700EEED-1811-BAE0-7587-B015275440C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166" name="Arc 21165">
                          <a:extLst>
                            <a:ext uri="{FF2B5EF4-FFF2-40B4-BE49-F238E27FC236}">
                              <a16:creationId xmlns:a16="http://schemas.microsoft.com/office/drawing/2014/main" id="{2335CECA-405D-DE0C-F5E4-919CCF2E55C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164" name="TextBox 21163">
                        <a:extLst>
                          <a:ext uri="{FF2B5EF4-FFF2-40B4-BE49-F238E27FC236}">
                            <a16:creationId xmlns:a16="http://schemas.microsoft.com/office/drawing/2014/main" id="{20221C5F-FF8C-FC66-DA6C-E96E749A6CD4}"/>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126" name="Group 21125">
                    <a:extLst>
                      <a:ext uri="{FF2B5EF4-FFF2-40B4-BE49-F238E27FC236}">
                        <a16:creationId xmlns:a16="http://schemas.microsoft.com/office/drawing/2014/main" id="{7AA2056A-092A-0060-0EDF-D9ACD087DE69}"/>
                      </a:ext>
                    </a:extLst>
                  </p:cNvPr>
                  <p:cNvGrpSpPr/>
                  <p:nvPr/>
                </p:nvGrpSpPr>
                <p:grpSpPr>
                  <a:xfrm>
                    <a:off x="5886431" y="3525040"/>
                    <a:ext cx="393192" cy="393192"/>
                    <a:chOff x="5265196" y="3932619"/>
                    <a:chExt cx="393192" cy="393192"/>
                  </a:xfrm>
                </p:grpSpPr>
                <p:grpSp>
                  <p:nvGrpSpPr>
                    <p:cNvPr id="21150" name="Group 21149">
                      <a:extLst>
                        <a:ext uri="{FF2B5EF4-FFF2-40B4-BE49-F238E27FC236}">
                          <a16:creationId xmlns:a16="http://schemas.microsoft.com/office/drawing/2014/main" id="{073D8BBD-6363-13D4-A849-3E2FE3FDB3D2}"/>
                        </a:ext>
                      </a:extLst>
                    </p:cNvPr>
                    <p:cNvGrpSpPr/>
                    <p:nvPr/>
                  </p:nvGrpSpPr>
                  <p:grpSpPr>
                    <a:xfrm>
                      <a:off x="5354636" y="4022061"/>
                      <a:ext cx="214313" cy="214313"/>
                      <a:chOff x="5354637" y="3446463"/>
                      <a:chExt cx="214313" cy="214313"/>
                    </a:xfrm>
                  </p:grpSpPr>
                  <p:sp>
                    <p:nvSpPr>
                      <p:cNvPr id="21158" name="Arc 21157">
                        <a:extLst>
                          <a:ext uri="{FF2B5EF4-FFF2-40B4-BE49-F238E27FC236}">
                            <a16:creationId xmlns:a16="http://schemas.microsoft.com/office/drawing/2014/main" id="{AA55946B-AC86-33A1-5774-19F16C3CF1F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159" name="Arc 21158">
                        <a:extLst>
                          <a:ext uri="{FF2B5EF4-FFF2-40B4-BE49-F238E27FC236}">
                            <a16:creationId xmlns:a16="http://schemas.microsoft.com/office/drawing/2014/main" id="{E45BE92F-D450-FAF4-6058-5F893F8AB72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151" name="Group 21150">
                      <a:extLst>
                        <a:ext uri="{FF2B5EF4-FFF2-40B4-BE49-F238E27FC236}">
                          <a16:creationId xmlns:a16="http://schemas.microsoft.com/office/drawing/2014/main" id="{2ACD91C5-EBAC-2E07-D629-0E462A4161C5}"/>
                        </a:ext>
                      </a:extLst>
                    </p:cNvPr>
                    <p:cNvGrpSpPr/>
                    <p:nvPr/>
                  </p:nvGrpSpPr>
                  <p:grpSpPr>
                    <a:xfrm rot="14400000">
                      <a:off x="5310186" y="3977611"/>
                      <a:ext cx="303213" cy="303213"/>
                      <a:chOff x="5354637" y="3446463"/>
                      <a:chExt cx="214313" cy="214313"/>
                    </a:xfrm>
                  </p:grpSpPr>
                  <p:sp>
                    <p:nvSpPr>
                      <p:cNvPr id="21156" name="Arc 21155">
                        <a:extLst>
                          <a:ext uri="{FF2B5EF4-FFF2-40B4-BE49-F238E27FC236}">
                            <a16:creationId xmlns:a16="http://schemas.microsoft.com/office/drawing/2014/main" id="{D59A8CB1-93FA-2789-4AE0-AD5EBCD9A1A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157" name="Arc 21156">
                        <a:extLst>
                          <a:ext uri="{FF2B5EF4-FFF2-40B4-BE49-F238E27FC236}">
                            <a16:creationId xmlns:a16="http://schemas.microsoft.com/office/drawing/2014/main" id="{06D91BDD-64FE-CD22-D4AE-AD52B707D5E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152" name="Group 21151">
                      <a:extLst>
                        <a:ext uri="{FF2B5EF4-FFF2-40B4-BE49-F238E27FC236}">
                          <a16:creationId xmlns:a16="http://schemas.microsoft.com/office/drawing/2014/main" id="{CD4DFC39-6517-CC6C-85AB-05F1B91766C1}"/>
                        </a:ext>
                      </a:extLst>
                    </p:cNvPr>
                    <p:cNvGrpSpPr/>
                    <p:nvPr/>
                  </p:nvGrpSpPr>
                  <p:grpSpPr>
                    <a:xfrm rot="7200000">
                      <a:off x="5265196" y="3932619"/>
                      <a:ext cx="393192" cy="393192"/>
                      <a:chOff x="5354637" y="3446463"/>
                      <a:chExt cx="214313" cy="214313"/>
                    </a:xfrm>
                  </p:grpSpPr>
                  <p:sp>
                    <p:nvSpPr>
                      <p:cNvPr id="21154" name="Arc 21153">
                        <a:extLst>
                          <a:ext uri="{FF2B5EF4-FFF2-40B4-BE49-F238E27FC236}">
                            <a16:creationId xmlns:a16="http://schemas.microsoft.com/office/drawing/2014/main" id="{9460EEB7-EAD2-4255-F383-49C46390EEA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155" name="Arc 21154">
                        <a:extLst>
                          <a:ext uri="{FF2B5EF4-FFF2-40B4-BE49-F238E27FC236}">
                            <a16:creationId xmlns:a16="http://schemas.microsoft.com/office/drawing/2014/main" id="{413FAE6D-D965-D8BF-344B-9C93EF8D599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153" name="TextBox 21152">
                      <a:extLst>
                        <a:ext uri="{FF2B5EF4-FFF2-40B4-BE49-F238E27FC236}">
                          <a16:creationId xmlns:a16="http://schemas.microsoft.com/office/drawing/2014/main" id="{D56F5C75-EBF1-8FB2-35D6-49F4F876BBB9}"/>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1127" name="Group 21126">
                    <a:extLst>
                      <a:ext uri="{FF2B5EF4-FFF2-40B4-BE49-F238E27FC236}">
                        <a16:creationId xmlns:a16="http://schemas.microsoft.com/office/drawing/2014/main" id="{B5A0A14B-EC5E-287B-3D5F-F5A86D8DE173}"/>
                      </a:ext>
                    </a:extLst>
                  </p:cNvPr>
                  <p:cNvGrpSpPr/>
                  <p:nvPr/>
                </p:nvGrpSpPr>
                <p:grpSpPr>
                  <a:xfrm>
                    <a:off x="6512463" y="3525040"/>
                    <a:ext cx="393192" cy="393192"/>
                    <a:chOff x="6389147" y="3357021"/>
                    <a:chExt cx="393192" cy="393192"/>
                  </a:xfrm>
                </p:grpSpPr>
                <p:grpSp>
                  <p:nvGrpSpPr>
                    <p:cNvPr id="21139" name="Group 21138">
                      <a:extLst>
                        <a:ext uri="{FF2B5EF4-FFF2-40B4-BE49-F238E27FC236}">
                          <a16:creationId xmlns:a16="http://schemas.microsoft.com/office/drawing/2014/main" id="{7B9C818B-A1FD-1E7F-7DD1-2B86CC0736B6}"/>
                        </a:ext>
                      </a:extLst>
                    </p:cNvPr>
                    <p:cNvGrpSpPr/>
                    <p:nvPr/>
                  </p:nvGrpSpPr>
                  <p:grpSpPr>
                    <a:xfrm rot="7200000" flipH="1">
                      <a:off x="6389147" y="3357021"/>
                      <a:ext cx="393192" cy="393192"/>
                      <a:chOff x="5354637" y="3446463"/>
                      <a:chExt cx="214313" cy="214313"/>
                    </a:xfrm>
                  </p:grpSpPr>
                  <p:sp>
                    <p:nvSpPr>
                      <p:cNvPr id="21148" name="Arc 21147">
                        <a:extLst>
                          <a:ext uri="{FF2B5EF4-FFF2-40B4-BE49-F238E27FC236}">
                            <a16:creationId xmlns:a16="http://schemas.microsoft.com/office/drawing/2014/main" id="{AA28270B-3B8F-37E6-10E7-156C9758673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149" name="Arc 21148">
                        <a:extLst>
                          <a:ext uri="{FF2B5EF4-FFF2-40B4-BE49-F238E27FC236}">
                            <a16:creationId xmlns:a16="http://schemas.microsoft.com/office/drawing/2014/main" id="{5DD2660A-3847-B045-4A08-76A243B2457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140" name="Group 21139">
                      <a:extLst>
                        <a:ext uri="{FF2B5EF4-FFF2-40B4-BE49-F238E27FC236}">
                          <a16:creationId xmlns:a16="http://schemas.microsoft.com/office/drawing/2014/main" id="{45CDA334-A32E-955D-69FF-6AD2493D0E4B}"/>
                        </a:ext>
                      </a:extLst>
                    </p:cNvPr>
                    <p:cNvGrpSpPr/>
                    <p:nvPr/>
                  </p:nvGrpSpPr>
                  <p:grpSpPr>
                    <a:xfrm>
                      <a:off x="6434137" y="3402011"/>
                      <a:ext cx="303213" cy="303213"/>
                      <a:chOff x="6434137" y="3402011"/>
                      <a:chExt cx="303213" cy="303213"/>
                    </a:xfrm>
                  </p:grpSpPr>
                  <p:grpSp>
                    <p:nvGrpSpPr>
                      <p:cNvPr id="21141" name="Group 21140">
                        <a:extLst>
                          <a:ext uri="{FF2B5EF4-FFF2-40B4-BE49-F238E27FC236}">
                            <a16:creationId xmlns:a16="http://schemas.microsoft.com/office/drawing/2014/main" id="{E13CA13E-F92C-83FA-02D7-C1B842D8CC03}"/>
                          </a:ext>
                        </a:extLst>
                      </p:cNvPr>
                      <p:cNvGrpSpPr/>
                      <p:nvPr/>
                    </p:nvGrpSpPr>
                    <p:grpSpPr>
                      <a:xfrm flipH="1">
                        <a:off x="6478587" y="3446461"/>
                        <a:ext cx="214313" cy="214313"/>
                        <a:chOff x="5354637" y="3446463"/>
                        <a:chExt cx="214313" cy="214313"/>
                      </a:xfrm>
                    </p:grpSpPr>
                    <p:sp>
                      <p:nvSpPr>
                        <p:cNvPr id="21146" name="Arc 21145">
                          <a:extLst>
                            <a:ext uri="{FF2B5EF4-FFF2-40B4-BE49-F238E27FC236}">
                              <a16:creationId xmlns:a16="http://schemas.microsoft.com/office/drawing/2014/main" id="{DE863169-4B13-A337-50A4-DDD35C400D0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147" name="Arc 21146">
                          <a:extLst>
                            <a:ext uri="{FF2B5EF4-FFF2-40B4-BE49-F238E27FC236}">
                              <a16:creationId xmlns:a16="http://schemas.microsoft.com/office/drawing/2014/main" id="{AEFBC6BD-E39A-E01A-E04B-7F2A447C7E1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142" name="Group 21141">
                        <a:extLst>
                          <a:ext uri="{FF2B5EF4-FFF2-40B4-BE49-F238E27FC236}">
                            <a16:creationId xmlns:a16="http://schemas.microsoft.com/office/drawing/2014/main" id="{345528A1-8E5F-2820-F998-6D38D71EA2C5}"/>
                          </a:ext>
                        </a:extLst>
                      </p:cNvPr>
                      <p:cNvGrpSpPr/>
                      <p:nvPr/>
                    </p:nvGrpSpPr>
                    <p:grpSpPr>
                      <a:xfrm rot="14400000" flipH="1">
                        <a:off x="6434137" y="3402011"/>
                        <a:ext cx="303213" cy="303213"/>
                        <a:chOff x="5354637" y="3446463"/>
                        <a:chExt cx="214313" cy="214313"/>
                      </a:xfrm>
                    </p:grpSpPr>
                    <p:sp>
                      <p:nvSpPr>
                        <p:cNvPr id="21144" name="Arc 21143">
                          <a:extLst>
                            <a:ext uri="{FF2B5EF4-FFF2-40B4-BE49-F238E27FC236}">
                              <a16:creationId xmlns:a16="http://schemas.microsoft.com/office/drawing/2014/main" id="{164FE24C-A9ED-5021-7EF3-3AC97B60540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145" name="Arc 21144">
                          <a:extLst>
                            <a:ext uri="{FF2B5EF4-FFF2-40B4-BE49-F238E27FC236}">
                              <a16:creationId xmlns:a16="http://schemas.microsoft.com/office/drawing/2014/main" id="{3B2CDD9D-2E5E-11A5-1F2B-B8E4D781565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143" name="TextBox 21142">
                        <a:extLst>
                          <a:ext uri="{FF2B5EF4-FFF2-40B4-BE49-F238E27FC236}">
                            <a16:creationId xmlns:a16="http://schemas.microsoft.com/office/drawing/2014/main" id="{D31D6205-5EBD-6A7D-4DB9-774E6C6AEAB5}"/>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128" name="Group 21127">
                    <a:extLst>
                      <a:ext uri="{FF2B5EF4-FFF2-40B4-BE49-F238E27FC236}">
                        <a16:creationId xmlns:a16="http://schemas.microsoft.com/office/drawing/2014/main" id="{038C61BE-55B0-B099-FA2A-7055B5896D48}"/>
                      </a:ext>
                    </a:extLst>
                  </p:cNvPr>
                  <p:cNvGrpSpPr/>
                  <p:nvPr/>
                </p:nvGrpSpPr>
                <p:grpSpPr>
                  <a:xfrm>
                    <a:off x="6197413" y="3225768"/>
                    <a:ext cx="393192" cy="393192"/>
                    <a:chOff x="6389147" y="3932622"/>
                    <a:chExt cx="393192" cy="393192"/>
                  </a:xfrm>
                </p:grpSpPr>
                <p:grpSp>
                  <p:nvGrpSpPr>
                    <p:cNvPr id="21129" name="Group 21128">
                      <a:extLst>
                        <a:ext uri="{FF2B5EF4-FFF2-40B4-BE49-F238E27FC236}">
                          <a16:creationId xmlns:a16="http://schemas.microsoft.com/office/drawing/2014/main" id="{1371361E-8D78-18C9-FB51-5E9AD899DF7F}"/>
                        </a:ext>
                      </a:extLst>
                    </p:cNvPr>
                    <p:cNvGrpSpPr/>
                    <p:nvPr/>
                  </p:nvGrpSpPr>
                  <p:grpSpPr>
                    <a:xfrm flipH="1">
                      <a:off x="6478587" y="4022061"/>
                      <a:ext cx="214313" cy="214313"/>
                      <a:chOff x="5354637" y="3446463"/>
                      <a:chExt cx="214313" cy="214313"/>
                    </a:xfrm>
                  </p:grpSpPr>
                  <p:sp>
                    <p:nvSpPr>
                      <p:cNvPr id="21137" name="Arc 21136">
                        <a:extLst>
                          <a:ext uri="{FF2B5EF4-FFF2-40B4-BE49-F238E27FC236}">
                            <a16:creationId xmlns:a16="http://schemas.microsoft.com/office/drawing/2014/main" id="{BCE4F072-21C5-C11D-DD00-C3BAB85DD76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138" name="Arc 21137">
                        <a:extLst>
                          <a:ext uri="{FF2B5EF4-FFF2-40B4-BE49-F238E27FC236}">
                            <a16:creationId xmlns:a16="http://schemas.microsoft.com/office/drawing/2014/main" id="{7F94C4DB-B7DD-E413-CBDF-6A032E3F040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130" name="Group 21129">
                      <a:extLst>
                        <a:ext uri="{FF2B5EF4-FFF2-40B4-BE49-F238E27FC236}">
                          <a16:creationId xmlns:a16="http://schemas.microsoft.com/office/drawing/2014/main" id="{D8521DA5-B28A-9A84-3731-6F48EDDFDB2C}"/>
                        </a:ext>
                      </a:extLst>
                    </p:cNvPr>
                    <p:cNvGrpSpPr/>
                    <p:nvPr/>
                  </p:nvGrpSpPr>
                  <p:grpSpPr>
                    <a:xfrm rot="7200000" flipH="1">
                      <a:off x="6434137" y="3977611"/>
                      <a:ext cx="303213" cy="303213"/>
                      <a:chOff x="5354637" y="3446463"/>
                      <a:chExt cx="214313" cy="214313"/>
                    </a:xfrm>
                  </p:grpSpPr>
                  <p:sp>
                    <p:nvSpPr>
                      <p:cNvPr id="21135" name="Arc 21134">
                        <a:extLst>
                          <a:ext uri="{FF2B5EF4-FFF2-40B4-BE49-F238E27FC236}">
                            <a16:creationId xmlns:a16="http://schemas.microsoft.com/office/drawing/2014/main" id="{B53D17AD-A01C-713F-3B4C-2495B924C0E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136" name="Arc 21135">
                        <a:extLst>
                          <a:ext uri="{FF2B5EF4-FFF2-40B4-BE49-F238E27FC236}">
                            <a16:creationId xmlns:a16="http://schemas.microsoft.com/office/drawing/2014/main" id="{B50ED3ED-F537-1221-49DA-1FD86A33A5D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131" name="Group 21130">
                      <a:extLst>
                        <a:ext uri="{FF2B5EF4-FFF2-40B4-BE49-F238E27FC236}">
                          <a16:creationId xmlns:a16="http://schemas.microsoft.com/office/drawing/2014/main" id="{F61F016E-7584-A5B9-190D-649E8E29B107}"/>
                        </a:ext>
                      </a:extLst>
                    </p:cNvPr>
                    <p:cNvGrpSpPr/>
                    <p:nvPr/>
                  </p:nvGrpSpPr>
                  <p:grpSpPr>
                    <a:xfrm rot="14400000" flipH="1">
                      <a:off x="6389147" y="3932622"/>
                      <a:ext cx="393192" cy="393192"/>
                      <a:chOff x="5354637" y="3446463"/>
                      <a:chExt cx="214313" cy="214313"/>
                    </a:xfrm>
                  </p:grpSpPr>
                  <p:sp>
                    <p:nvSpPr>
                      <p:cNvPr id="21133" name="Arc 21132">
                        <a:extLst>
                          <a:ext uri="{FF2B5EF4-FFF2-40B4-BE49-F238E27FC236}">
                            <a16:creationId xmlns:a16="http://schemas.microsoft.com/office/drawing/2014/main" id="{FDE46D98-1018-214A-58F5-EB8E2483123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134" name="Arc 21133">
                        <a:extLst>
                          <a:ext uri="{FF2B5EF4-FFF2-40B4-BE49-F238E27FC236}">
                            <a16:creationId xmlns:a16="http://schemas.microsoft.com/office/drawing/2014/main" id="{4AD06981-C083-8A5B-011B-596D3AB9891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132" name="TextBox 21131">
                      <a:extLst>
                        <a:ext uri="{FF2B5EF4-FFF2-40B4-BE49-F238E27FC236}">
                          <a16:creationId xmlns:a16="http://schemas.microsoft.com/office/drawing/2014/main" id="{96C4874A-56A5-FB13-3719-DA31CB79DF24}"/>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21028" name="Group 21027">
                <a:extLst>
                  <a:ext uri="{FF2B5EF4-FFF2-40B4-BE49-F238E27FC236}">
                    <a16:creationId xmlns:a16="http://schemas.microsoft.com/office/drawing/2014/main" id="{6DEA542B-66CE-B98D-2542-F6568D1088B3}"/>
                  </a:ext>
                </a:extLst>
              </p:cNvPr>
              <p:cNvGrpSpPr/>
              <p:nvPr/>
            </p:nvGrpSpPr>
            <p:grpSpPr>
              <a:xfrm>
                <a:off x="6065340" y="2039507"/>
                <a:ext cx="1643204" cy="1593124"/>
                <a:chOff x="5445106" y="2644743"/>
                <a:chExt cx="1643204" cy="1593124"/>
              </a:xfrm>
            </p:grpSpPr>
            <p:grpSp>
              <p:nvGrpSpPr>
                <p:cNvPr id="21029" name="Group 21028">
                  <a:extLst>
                    <a:ext uri="{FF2B5EF4-FFF2-40B4-BE49-F238E27FC236}">
                      <a16:creationId xmlns:a16="http://schemas.microsoft.com/office/drawing/2014/main" id="{DF6456C4-4C36-BCC8-1637-099E44747BD5}"/>
                    </a:ext>
                  </a:extLst>
                </p:cNvPr>
                <p:cNvGrpSpPr/>
                <p:nvPr/>
              </p:nvGrpSpPr>
              <p:grpSpPr>
                <a:xfrm>
                  <a:off x="5445106" y="2644743"/>
                  <a:ext cx="1019224" cy="991639"/>
                  <a:chOff x="5886431" y="3225768"/>
                  <a:chExt cx="1019224" cy="991639"/>
                </a:xfrm>
              </p:grpSpPr>
              <p:grpSp>
                <p:nvGrpSpPr>
                  <p:cNvPr id="21077" name="Group 21076">
                    <a:extLst>
                      <a:ext uri="{FF2B5EF4-FFF2-40B4-BE49-F238E27FC236}">
                        <a16:creationId xmlns:a16="http://schemas.microsoft.com/office/drawing/2014/main" id="{407DF203-5BD2-A1DC-D85F-BC0F0E90FAE9}"/>
                      </a:ext>
                    </a:extLst>
                  </p:cNvPr>
                  <p:cNvGrpSpPr/>
                  <p:nvPr/>
                </p:nvGrpSpPr>
                <p:grpSpPr>
                  <a:xfrm>
                    <a:off x="6197413" y="3824215"/>
                    <a:ext cx="393192" cy="393192"/>
                    <a:chOff x="5265196" y="3357021"/>
                    <a:chExt cx="393192" cy="393192"/>
                  </a:xfrm>
                </p:grpSpPr>
                <p:grpSp>
                  <p:nvGrpSpPr>
                    <p:cNvPr id="21112" name="Group 21111">
                      <a:extLst>
                        <a:ext uri="{FF2B5EF4-FFF2-40B4-BE49-F238E27FC236}">
                          <a16:creationId xmlns:a16="http://schemas.microsoft.com/office/drawing/2014/main" id="{DC2A5F32-7BDF-E349-3E6C-D8DBE3B81A33}"/>
                        </a:ext>
                      </a:extLst>
                    </p:cNvPr>
                    <p:cNvGrpSpPr/>
                    <p:nvPr/>
                  </p:nvGrpSpPr>
                  <p:grpSpPr>
                    <a:xfrm rot="14400000">
                      <a:off x="5265196" y="3357021"/>
                      <a:ext cx="393192" cy="393192"/>
                      <a:chOff x="5354637" y="3446463"/>
                      <a:chExt cx="214313" cy="214313"/>
                    </a:xfrm>
                  </p:grpSpPr>
                  <p:sp>
                    <p:nvSpPr>
                      <p:cNvPr id="21121" name="Arc 21120">
                        <a:extLst>
                          <a:ext uri="{FF2B5EF4-FFF2-40B4-BE49-F238E27FC236}">
                            <a16:creationId xmlns:a16="http://schemas.microsoft.com/office/drawing/2014/main" id="{E8B592DB-D4F0-CAB7-A470-9A23435211A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122" name="Arc 21121">
                        <a:extLst>
                          <a:ext uri="{FF2B5EF4-FFF2-40B4-BE49-F238E27FC236}">
                            <a16:creationId xmlns:a16="http://schemas.microsoft.com/office/drawing/2014/main" id="{8505EE78-3C7E-FDC9-F534-754E6C247B7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113" name="Group 21112">
                      <a:extLst>
                        <a:ext uri="{FF2B5EF4-FFF2-40B4-BE49-F238E27FC236}">
                          <a16:creationId xmlns:a16="http://schemas.microsoft.com/office/drawing/2014/main" id="{BF993E93-544D-F4B6-DB39-ED1E5D9CEAD7}"/>
                        </a:ext>
                      </a:extLst>
                    </p:cNvPr>
                    <p:cNvGrpSpPr/>
                    <p:nvPr/>
                  </p:nvGrpSpPr>
                  <p:grpSpPr>
                    <a:xfrm>
                      <a:off x="5310186" y="3402011"/>
                      <a:ext cx="303213" cy="303213"/>
                      <a:chOff x="5310186" y="3402011"/>
                      <a:chExt cx="303213" cy="303213"/>
                    </a:xfrm>
                  </p:grpSpPr>
                  <p:grpSp>
                    <p:nvGrpSpPr>
                      <p:cNvPr id="21114" name="Group 21113">
                        <a:extLst>
                          <a:ext uri="{FF2B5EF4-FFF2-40B4-BE49-F238E27FC236}">
                            <a16:creationId xmlns:a16="http://schemas.microsoft.com/office/drawing/2014/main" id="{DD858C86-D6AA-0F47-F561-425EE99A73F7}"/>
                          </a:ext>
                        </a:extLst>
                      </p:cNvPr>
                      <p:cNvGrpSpPr/>
                      <p:nvPr/>
                    </p:nvGrpSpPr>
                    <p:grpSpPr>
                      <a:xfrm>
                        <a:off x="5354636" y="3446461"/>
                        <a:ext cx="214313" cy="214313"/>
                        <a:chOff x="5354637" y="3446463"/>
                        <a:chExt cx="214313" cy="214313"/>
                      </a:xfrm>
                    </p:grpSpPr>
                    <p:sp>
                      <p:nvSpPr>
                        <p:cNvPr id="21119" name="Arc 21118">
                          <a:extLst>
                            <a:ext uri="{FF2B5EF4-FFF2-40B4-BE49-F238E27FC236}">
                              <a16:creationId xmlns:a16="http://schemas.microsoft.com/office/drawing/2014/main" id="{99CD45F9-F3FA-A61F-FF95-CF6838AD5FB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120" name="Arc 21119">
                          <a:extLst>
                            <a:ext uri="{FF2B5EF4-FFF2-40B4-BE49-F238E27FC236}">
                              <a16:creationId xmlns:a16="http://schemas.microsoft.com/office/drawing/2014/main" id="{461B362B-9710-2A92-A577-D7068E246E4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115" name="Group 21114">
                        <a:extLst>
                          <a:ext uri="{FF2B5EF4-FFF2-40B4-BE49-F238E27FC236}">
                            <a16:creationId xmlns:a16="http://schemas.microsoft.com/office/drawing/2014/main" id="{CDF4B824-F363-04C9-EAB3-C46BE6AE1C4F}"/>
                          </a:ext>
                        </a:extLst>
                      </p:cNvPr>
                      <p:cNvGrpSpPr/>
                      <p:nvPr/>
                    </p:nvGrpSpPr>
                    <p:grpSpPr>
                      <a:xfrm rot="7200000">
                        <a:off x="5310186" y="3402011"/>
                        <a:ext cx="303213" cy="303213"/>
                        <a:chOff x="5354637" y="3446463"/>
                        <a:chExt cx="214313" cy="214313"/>
                      </a:xfrm>
                    </p:grpSpPr>
                    <p:sp>
                      <p:nvSpPr>
                        <p:cNvPr id="21117" name="Arc 21116">
                          <a:extLst>
                            <a:ext uri="{FF2B5EF4-FFF2-40B4-BE49-F238E27FC236}">
                              <a16:creationId xmlns:a16="http://schemas.microsoft.com/office/drawing/2014/main" id="{697F6268-ED73-3E8A-B5A4-774094918D5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118" name="Arc 21117">
                          <a:extLst>
                            <a:ext uri="{FF2B5EF4-FFF2-40B4-BE49-F238E27FC236}">
                              <a16:creationId xmlns:a16="http://schemas.microsoft.com/office/drawing/2014/main" id="{55845B09-751D-DB24-822B-5CBD9E4C98D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116" name="TextBox 21115">
                        <a:extLst>
                          <a:ext uri="{FF2B5EF4-FFF2-40B4-BE49-F238E27FC236}">
                            <a16:creationId xmlns:a16="http://schemas.microsoft.com/office/drawing/2014/main" id="{3044B523-580F-F0AF-1D46-C74820CAE7A1}"/>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078" name="Group 21077">
                    <a:extLst>
                      <a:ext uri="{FF2B5EF4-FFF2-40B4-BE49-F238E27FC236}">
                        <a16:creationId xmlns:a16="http://schemas.microsoft.com/office/drawing/2014/main" id="{23D9A047-421A-B141-7773-AE61F71D4BE8}"/>
                      </a:ext>
                    </a:extLst>
                  </p:cNvPr>
                  <p:cNvGrpSpPr/>
                  <p:nvPr/>
                </p:nvGrpSpPr>
                <p:grpSpPr>
                  <a:xfrm>
                    <a:off x="5886431" y="3525040"/>
                    <a:ext cx="393192" cy="393192"/>
                    <a:chOff x="5265196" y="3932619"/>
                    <a:chExt cx="393192" cy="393192"/>
                  </a:xfrm>
                </p:grpSpPr>
                <p:grpSp>
                  <p:nvGrpSpPr>
                    <p:cNvPr id="21102" name="Group 21101">
                      <a:extLst>
                        <a:ext uri="{FF2B5EF4-FFF2-40B4-BE49-F238E27FC236}">
                          <a16:creationId xmlns:a16="http://schemas.microsoft.com/office/drawing/2014/main" id="{94D2478C-7B00-DC14-DC33-419CD3E31168}"/>
                        </a:ext>
                      </a:extLst>
                    </p:cNvPr>
                    <p:cNvGrpSpPr/>
                    <p:nvPr/>
                  </p:nvGrpSpPr>
                  <p:grpSpPr>
                    <a:xfrm>
                      <a:off x="5354636" y="4022061"/>
                      <a:ext cx="214313" cy="214313"/>
                      <a:chOff x="5354637" y="3446463"/>
                      <a:chExt cx="214313" cy="214313"/>
                    </a:xfrm>
                  </p:grpSpPr>
                  <p:sp>
                    <p:nvSpPr>
                      <p:cNvPr id="21110" name="Arc 21109">
                        <a:extLst>
                          <a:ext uri="{FF2B5EF4-FFF2-40B4-BE49-F238E27FC236}">
                            <a16:creationId xmlns:a16="http://schemas.microsoft.com/office/drawing/2014/main" id="{18603C0A-51B9-D383-254F-8D12574AEE4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111" name="Arc 21110">
                        <a:extLst>
                          <a:ext uri="{FF2B5EF4-FFF2-40B4-BE49-F238E27FC236}">
                            <a16:creationId xmlns:a16="http://schemas.microsoft.com/office/drawing/2014/main" id="{5C427BCD-A694-999A-8220-769320795AF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103" name="Group 21102">
                      <a:extLst>
                        <a:ext uri="{FF2B5EF4-FFF2-40B4-BE49-F238E27FC236}">
                          <a16:creationId xmlns:a16="http://schemas.microsoft.com/office/drawing/2014/main" id="{59F9888C-3D10-190A-3B7A-72A6FDAB9FC8}"/>
                        </a:ext>
                      </a:extLst>
                    </p:cNvPr>
                    <p:cNvGrpSpPr/>
                    <p:nvPr/>
                  </p:nvGrpSpPr>
                  <p:grpSpPr>
                    <a:xfrm rot="14400000">
                      <a:off x="5310186" y="3977611"/>
                      <a:ext cx="303213" cy="303213"/>
                      <a:chOff x="5354637" y="3446463"/>
                      <a:chExt cx="214313" cy="214313"/>
                    </a:xfrm>
                  </p:grpSpPr>
                  <p:sp>
                    <p:nvSpPr>
                      <p:cNvPr id="21108" name="Arc 21107">
                        <a:extLst>
                          <a:ext uri="{FF2B5EF4-FFF2-40B4-BE49-F238E27FC236}">
                            <a16:creationId xmlns:a16="http://schemas.microsoft.com/office/drawing/2014/main" id="{4C0AC4FA-FF51-7988-16FC-1E502FFCE3F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109" name="Arc 21108">
                        <a:extLst>
                          <a:ext uri="{FF2B5EF4-FFF2-40B4-BE49-F238E27FC236}">
                            <a16:creationId xmlns:a16="http://schemas.microsoft.com/office/drawing/2014/main" id="{86C255E2-175E-F513-3C62-EB67D695872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104" name="Group 21103">
                      <a:extLst>
                        <a:ext uri="{FF2B5EF4-FFF2-40B4-BE49-F238E27FC236}">
                          <a16:creationId xmlns:a16="http://schemas.microsoft.com/office/drawing/2014/main" id="{43341B32-8605-17C1-C0B4-5C5D714D040B}"/>
                        </a:ext>
                      </a:extLst>
                    </p:cNvPr>
                    <p:cNvGrpSpPr/>
                    <p:nvPr/>
                  </p:nvGrpSpPr>
                  <p:grpSpPr>
                    <a:xfrm rot="7200000">
                      <a:off x="5265196" y="3932619"/>
                      <a:ext cx="393192" cy="393192"/>
                      <a:chOff x="5354637" y="3446463"/>
                      <a:chExt cx="214313" cy="214313"/>
                    </a:xfrm>
                  </p:grpSpPr>
                  <p:sp>
                    <p:nvSpPr>
                      <p:cNvPr id="21106" name="Arc 21105">
                        <a:extLst>
                          <a:ext uri="{FF2B5EF4-FFF2-40B4-BE49-F238E27FC236}">
                            <a16:creationId xmlns:a16="http://schemas.microsoft.com/office/drawing/2014/main" id="{57D1A823-9B8F-E7EC-F261-F3FF226FF4C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107" name="Arc 21106">
                        <a:extLst>
                          <a:ext uri="{FF2B5EF4-FFF2-40B4-BE49-F238E27FC236}">
                            <a16:creationId xmlns:a16="http://schemas.microsoft.com/office/drawing/2014/main" id="{3F3F2C36-4ABB-660E-72B9-F34DA9652B7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105" name="TextBox 21104">
                      <a:extLst>
                        <a:ext uri="{FF2B5EF4-FFF2-40B4-BE49-F238E27FC236}">
                          <a16:creationId xmlns:a16="http://schemas.microsoft.com/office/drawing/2014/main" id="{49A886E1-8182-AD03-385B-CC6F88D5724A}"/>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1079" name="Group 21078">
                    <a:extLst>
                      <a:ext uri="{FF2B5EF4-FFF2-40B4-BE49-F238E27FC236}">
                        <a16:creationId xmlns:a16="http://schemas.microsoft.com/office/drawing/2014/main" id="{0A691B01-003D-16D0-D213-32F0E8CEC2C4}"/>
                      </a:ext>
                    </a:extLst>
                  </p:cNvPr>
                  <p:cNvGrpSpPr/>
                  <p:nvPr/>
                </p:nvGrpSpPr>
                <p:grpSpPr>
                  <a:xfrm>
                    <a:off x="6512463" y="3525040"/>
                    <a:ext cx="393192" cy="393192"/>
                    <a:chOff x="6389147" y="3357021"/>
                    <a:chExt cx="393192" cy="393192"/>
                  </a:xfrm>
                </p:grpSpPr>
                <p:grpSp>
                  <p:nvGrpSpPr>
                    <p:cNvPr id="21091" name="Group 21090">
                      <a:extLst>
                        <a:ext uri="{FF2B5EF4-FFF2-40B4-BE49-F238E27FC236}">
                          <a16:creationId xmlns:a16="http://schemas.microsoft.com/office/drawing/2014/main" id="{6E1316E7-5838-9A97-7B26-B87362C1EE46}"/>
                        </a:ext>
                      </a:extLst>
                    </p:cNvPr>
                    <p:cNvGrpSpPr/>
                    <p:nvPr/>
                  </p:nvGrpSpPr>
                  <p:grpSpPr>
                    <a:xfrm rot="7200000" flipH="1">
                      <a:off x="6389147" y="3357021"/>
                      <a:ext cx="393192" cy="393192"/>
                      <a:chOff x="5354637" y="3446463"/>
                      <a:chExt cx="214313" cy="214313"/>
                    </a:xfrm>
                  </p:grpSpPr>
                  <p:sp>
                    <p:nvSpPr>
                      <p:cNvPr id="21100" name="Arc 21099">
                        <a:extLst>
                          <a:ext uri="{FF2B5EF4-FFF2-40B4-BE49-F238E27FC236}">
                            <a16:creationId xmlns:a16="http://schemas.microsoft.com/office/drawing/2014/main" id="{0456EBFC-CDAC-02CC-0520-E69B67C06A6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101" name="Arc 21100">
                        <a:extLst>
                          <a:ext uri="{FF2B5EF4-FFF2-40B4-BE49-F238E27FC236}">
                            <a16:creationId xmlns:a16="http://schemas.microsoft.com/office/drawing/2014/main" id="{AB22C9D5-1D27-5C94-986F-45840D0BF3A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092" name="Group 21091">
                      <a:extLst>
                        <a:ext uri="{FF2B5EF4-FFF2-40B4-BE49-F238E27FC236}">
                          <a16:creationId xmlns:a16="http://schemas.microsoft.com/office/drawing/2014/main" id="{7242A4AA-1024-2F5E-CD0E-7E7DFB697B79}"/>
                        </a:ext>
                      </a:extLst>
                    </p:cNvPr>
                    <p:cNvGrpSpPr/>
                    <p:nvPr/>
                  </p:nvGrpSpPr>
                  <p:grpSpPr>
                    <a:xfrm>
                      <a:off x="6434137" y="3402011"/>
                      <a:ext cx="303213" cy="303213"/>
                      <a:chOff x="6434137" y="3402011"/>
                      <a:chExt cx="303213" cy="303213"/>
                    </a:xfrm>
                  </p:grpSpPr>
                  <p:grpSp>
                    <p:nvGrpSpPr>
                      <p:cNvPr id="21093" name="Group 21092">
                        <a:extLst>
                          <a:ext uri="{FF2B5EF4-FFF2-40B4-BE49-F238E27FC236}">
                            <a16:creationId xmlns:a16="http://schemas.microsoft.com/office/drawing/2014/main" id="{F02F8CBD-5463-4339-BA63-5B53EA71CB67}"/>
                          </a:ext>
                        </a:extLst>
                      </p:cNvPr>
                      <p:cNvGrpSpPr/>
                      <p:nvPr/>
                    </p:nvGrpSpPr>
                    <p:grpSpPr>
                      <a:xfrm flipH="1">
                        <a:off x="6478587" y="3446461"/>
                        <a:ext cx="214313" cy="214313"/>
                        <a:chOff x="5354637" y="3446463"/>
                        <a:chExt cx="214313" cy="214313"/>
                      </a:xfrm>
                    </p:grpSpPr>
                    <p:sp>
                      <p:nvSpPr>
                        <p:cNvPr id="21098" name="Arc 21097">
                          <a:extLst>
                            <a:ext uri="{FF2B5EF4-FFF2-40B4-BE49-F238E27FC236}">
                              <a16:creationId xmlns:a16="http://schemas.microsoft.com/office/drawing/2014/main" id="{7CE86422-762F-ABD3-0A0A-F8E7515F04A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099" name="Arc 21098">
                          <a:extLst>
                            <a:ext uri="{FF2B5EF4-FFF2-40B4-BE49-F238E27FC236}">
                              <a16:creationId xmlns:a16="http://schemas.microsoft.com/office/drawing/2014/main" id="{2F5D8AB6-397A-2ABC-367B-4561418AA90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094" name="Group 21093">
                        <a:extLst>
                          <a:ext uri="{FF2B5EF4-FFF2-40B4-BE49-F238E27FC236}">
                            <a16:creationId xmlns:a16="http://schemas.microsoft.com/office/drawing/2014/main" id="{F1180067-1612-3BCF-A301-D0A4832E3A52}"/>
                          </a:ext>
                        </a:extLst>
                      </p:cNvPr>
                      <p:cNvGrpSpPr/>
                      <p:nvPr/>
                    </p:nvGrpSpPr>
                    <p:grpSpPr>
                      <a:xfrm rot="14400000" flipH="1">
                        <a:off x="6434137" y="3402011"/>
                        <a:ext cx="303213" cy="303213"/>
                        <a:chOff x="5354637" y="3446463"/>
                        <a:chExt cx="214313" cy="214313"/>
                      </a:xfrm>
                    </p:grpSpPr>
                    <p:sp>
                      <p:nvSpPr>
                        <p:cNvPr id="21096" name="Arc 21095">
                          <a:extLst>
                            <a:ext uri="{FF2B5EF4-FFF2-40B4-BE49-F238E27FC236}">
                              <a16:creationId xmlns:a16="http://schemas.microsoft.com/office/drawing/2014/main" id="{40D8759F-1017-E75B-4E35-889B958789E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097" name="Arc 21096">
                          <a:extLst>
                            <a:ext uri="{FF2B5EF4-FFF2-40B4-BE49-F238E27FC236}">
                              <a16:creationId xmlns:a16="http://schemas.microsoft.com/office/drawing/2014/main" id="{02ABC650-A954-3E01-9957-AA47C9D774C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095" name="TextBox 21094">
                        <a:extLst>
                          <a:ext uri="{FF2B5EF4-FFF2-40B4-BE49-F238E27FC236}">
                            <a16:creationId xmlns:a16="http://schemas.microsoft.com/office/drawing/2014/main" id="{C912FE8A-D6D0-05FC-04D5-5351AB8471EE}"/>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080" name="Group 21079">
                    <a:extLst>
                      <a:ext uri="{FF2B5EF4-FFF2-40B4-BE49-F238E27FC236}">
                        <a16:creationId xmlns:a16="http://schemas.microsoft.com/office/drawing/2014/main" id="{2BA4BDFF-3F5A-C415-9624-6194EE0E84C9}"/>
                      </a:ext>
                    </a:extLst>
                  </p:cNvPr>
                  <p:cNvGrpSpPr/>
                  <p:nvPr/>
                </p:nvGrpSpPr>
                <p:grpSpPr>
                  <a:xfrm>
                    <a:off x="6197413" y="3225768"/>
                    <a:ext cx="393192" cy="393192"/>
                    <a:chOff x="6389147" y="3932622"/>
                    <a:chExt cx="393192" cy="393192"/>
                  </a:xfrm>
                </p:grpSpPr>
                <p:grpSp>
                  <p:nvGrpSpPr>
                    <p:cNvPr id="21081" name="Group 21080">
                      <a:extLst>
                        <a:ext uri="{FF2B5EF4-FFF2-40B4-BE49-F238E27FC236}">
                          <a16:creationId xmlns:a16="http://schemas.microsoft.com/office/drawing/2014/main" id="{4A156AAF-C163-9191-B7B8-008AFB07CDA0}"/>
                        </a:ext>
                      </a:extLst>
                    </p:cNvPr>
                    <p:cNvGrpSpPr/>
                    <p:nvPr/>
                  </p:nvGrpSpPr>
                  <p:grpSpPr>
                    <a:xfrm flipH="1">
                      <a:off x="6478587" y="4022061"/>
                      <a:ext cx="214313" cy="214313"/>
                      <a:chOff x="5354637" y="3446463"/>
                      <a:chExt cx="214313" cy="214313"/>
                    </a:xfrm>
                  </p:grpSpPr>
                  <p:sp>
                    <p:nvSpPr>
                      <p:cNvPr id="21089" name="Arc 21088">
                        <a:extLst>
                          <a:ext uri="{FF2B5EF4-FFF2-40B4-BE49-F238E27FC236}">
                            <a16:creationId xmlns:a16="http://schemas.microsoft.com/office/drawing/2014/main" id="{D439DA56-0BF8-9F5C-3D30-0427B45AAED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090" name="Arc 21089">
                        <a:extLst>
                          <a:ext uri="{FF2B5EF4-FFF2-40B4-BE49-F238E27FC236}">
                            <a16:creationId xmlns:a16="http://schemas.microsoft.com/office/drawing/2014/main" id="{AE1DE552-0584-092F-8061-987E9E5EEB5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082" name="Group 21081">
                      <a:extLst>
                        <a:ext uri="{FF2B5EF4-FFF2-40B4-BE49-F238E27FC236}">
                          <a16:creationId xmlns:a16="http://schemas.microsoft.com/office/drawing/2014/main" id="{965CA0EB-95DE-361D-94FD-AAC85EDA9C93}"/>
                        </a:ext>
                      </a:extLst>
                    </p:cNvPr>
                    <p:cNvGrpSpPr/>
                    <p:nvPr/>
                  </p:nvGrpSpPr>
                  <p:grpSpPr>
                    <a:xfrm rot="7200000" flipH="1">
                      <a:off x="6434137" y="3977611"/>
                      <a:ext cx="303213" cy="303213"/>
                      <a:chOff x="5354637" y="3446463"/>
                      <a:chExt cx="214313" cy="214313"/>
                    </a:xfrm>
                  </p:grpSpPr>
                  <p:sp>
                    <p:nvSpPr>
                      <p:cNvPr id="21087" name="Arc 21086">
                        <a:extLst>
                          <a:ext uri="{FF2B5EF4-FFF2-40B4-BE49-F238E27FC236}">
                            <a16:creationId xmlns:a16="http://schemas.microsoft.com/office/drawing/2014/main" id="{528FE0F6-9095-9946-E13A-88EEBEBD5B4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088" name="Arc 21087">
                        <a:extLst>
                          <a:ext uri="{FF2B5EF4-FFF2-40B4-BE49-F238E27FC236}">
                            <a16:creationId xmlns:a16="http://schemas.microsoft.com/office/drawing/2014/main" id="{95C75EE7-1D33-4A8D-02EE-255DF48583E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083" name="Group 21082">
                      <a:extLst>
                        <a:ext uri="{FF2B5EF4-FFF2-40B4-BE49-F238E27FC236}">
                          <a16:creationId xmlns:a16="http://schemas.microsoft.com/office/drawing/2014/main" id="{2BFFFB2E-6E9F-90AD-A1A5-47D76E684113}"/>
                        </a:ext>
                      </a:extLst>
                    </p:cNvPr>
                    <p:cNvGrpSpPr/>
                    <p:nvPr/>
                  </p:nvGrpSpPr>
                  <p:grpSpPr>
                    <a:xfrm rot="14400000" flipH="1">
                      <a:off x="6389147" y="3932622"/>
                      <a:ext cx="393192" cy="393192"/>
                      <a:chOff x="5354637" y="3446463"/>
                      <a:chExt cx="214313" cy="214313"/>
                    </a:xfrm>
                  </p:grpSpPr>
                  <p:sp>
                    <p:nvSpPr>
                      <p:cNvPr id="21085" name="Arc 21084">
                        <a:extLst>
                          <a:ext uri="{FF2B5EF4-FFF2-40B4-BE49-F238E27FC236}">
                            <a16:creationId xmlns:a16="http://schemas.microsoft.com/office/drawing/2014/main" id="{A21E2D59-F924-9734-3B74-7177556DDC3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086" name="Arc 21085">
                        <a:extLst>
                          <a:ext uri="{FF2B5EF4-FFF2-40B4-BE49-F238E27FC236}">
                            <a16:creationId xmlns:a16="http://schemas.microsoft.com/office/drawing/2014/main" id="{60227B87-5ABC-C0C5-8284-D27339A4B0D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084" name="TextBox 21083">
                      <a:extLst>
                        <a:ext uri="{FF2B5EF4-FFF2-40B4-BE49-F238E27FC236}">
                          <a16:creationId xmlns:a16="http://schemas.microsoft.com/office/drawing/2014/main" id="{0D1D2D1C-B7BF-C4CB-E763-3FEF322CEAF9}"/>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030" name="Group 21029">
                  <a:extLst>
                    <a:ext uri="{FF2B5EF4-FFF2-40B4-BE49-F238E27FC236}">
                      <a16:creationId xmlns:a16="http://schemas.microsoft.com/office/drawing/2014/main" id="{BB72BB74-FAD2-DD1E-1741-C9A307F30F9A}"/>
                    </a:ext>
                  </a:extLst>
                </p:cNvPr>
                <p:cNvGrpSpPr/>
                <p:nvPr/>
              </p:nvGrpSpPr>
              <p:grpSpPr>
                <a:xfrm>
                  <a:off x="6069086" y="3246228"/>
                  <a:ext cx="1019224" cy="991639"/>
                  <a:chOff x="5886431" y="3225768"/>
                  <a:chExt cx="1019224" cy="991639"/>
                </a:xfrm>
              </p:grpSpPr>
              <p:grpSp>
                <p:nvGrpSpPr>
                  <p:cNvPr id="21031" name="Group 21030">
                    <a:extLst>
                      <a:ext uri="{FF2B5EF4-FFF2-40B4-BE49-F238E27FC236}">
                        <a16:creationId xmlns:a16="http://schemas.microsoft.com/office/drawing/2014/main" id="{F7ABB4B8-B001-8E42-437A-680289FD6820}"/>
                      </a:ext>
                    </a:extLst>
                  </p:cNvPr>
                  <p:cNvGrpSpPr/>
                  <p:nvPr/>
                </p:nvGrpSpPr>
                <p:grpSpPr>
                  <a:xfrm>
                    <a:off x="6197413" y="3824215"/>
                    <a:ext cx="393192" cy="393192"/>
                    <a:chOff x="5265196" y="3357021"/>
                    <a:chExt cx="393192" cy="393192"/>
                  </a:xfrm>
                </p:grpSpPr>
                <p:grpSp>
                  <p:nvGrpSpPr>
                    <p:cNvPr id="21066" name="Group 21065">
                      <a:extLst>
                        <a:ext uri="{FF2B5EF4-FFF2-40B4-BE49-F238E27FC236}">
                          <a16:creationId xmlns:a16="http://schemas.microsoft.com/office/drawing/2014/main" id="{3BF54A7F-26C5-6811-115D-3FB3D818AE5D}"/>
                        </a:ext>
                      </a:extLst>
                    </p:cNvPr>
                    <p:cNvGrpSpPr/>
                    <p:nvPr/>
                  </p:nvGrpSpPr>
                  <p:grpSpPr>
                    <a:xfrm rot="14400000">
                      <a:off x="5265196" y="3357021"/>
                      <a:ext cx="393192" cy="393192"/>
                      <a:chOff x="5354637" y="3446463"/>
                      <a:chExt cx="214313" cy="214313"/>
                    </a:xfrm>
                  </p:grpSpPr>
                  <p:sp>
                    <p:nvSpPr>
                      <p:cNvPr id="21075" name="Arc 21074">
                        <a:extLst>
                          <a:ext uri="{FF2B5EF4-FFF2-40B4-BE49-F238E27FC236}">
                            <a16:creationId xmlns:a16="http://schemas.microsoft.com/office/drawing/2014/main" id="{3F1B1ACE-B47C-8C2A-671E-1D7B9BC8090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076" name="Arc 21075">
                        <a:extLst>
                          <a:ext uri="{FF2B5EF4-FFF2-40B4-BE49-F238E27FC236}">
                            <a16:creationId xmlns:a16="http://schemas.microsoft.com/office/drawing/2014/main" id="{681F0476-FCCC-0C09-B14E-5E7ECFFFAF9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067" name="Group 21066">
                      <a:extLst>
                        <a:ext uri="{FF2B5EF4-FFF2-40B4-BE49-F238E27FC236}">
                          <a16:creationId xmlns:a16="http://schemas.microsoft.com/office/drawing/2014/main" id="{0A523923-A3C9-D8C3-0E90-DAA1E5867C36}"/>
                        </a:ext>
                      </a:extLst>
                    </p:cNvPr>
                    <p:cNvGrpSpPr/>
                    <p:nvPr/>
                  </p:nvGrpSpPr>
                  <p:grpSpPr>
                    <a:xfrm>
                      <a:off x="5310186" y="3402011"/>
                      <a:ext cx="303213" cy="303213"/>
                      <a:chOff x="5310186" y="3402011"/>
                      <a:chExt cx="303213" cy="303213"/>
                    </a:xfrm>
                  </p:grpSpPr>
                  <p:grpSp>
                    <p:nvGrpSpPr>
                      <p:cNvPr id="21068" name="Group 21067">
                        <a:extLst>
                          <a:ext uri="{FF2B5EF4-FFF2-40B4-BE49-F238E27FC236}">
                            <a16:creationId xmlns:a16="http://schemas.microsoft.com/office/drawing/2014/main" id="{744F37AF-6900-32B5-5443-B7960B6E6E86}"/>
                          </a:ext>
                        </a:extLst>
                      </p:cNvPr>
                      <p:cNvGrpSpPr/>
                      <p:nvPr/>
                    </p:nvGrpSpPr>
                    <p:grpSpPr>
                      <a:xfrm>
                        <a:off x="5354636" y="3446461"/>
                        <a:ext cx="214313" cy="214313"/>
                        <a:chOff x="5354637" y="3446463"/>
                        <a:chExt cx="214313" cy="214313"/>
                      </a:xfrm>
                    </p:grpSpPr>
                    <p:sp>
                      <p:nvSpPr>
                        <p:cNvPr id="21073" name="Arc 21072">
                          <a:extLst>
                            <a:ext uri="{FF2B5EF4-FFF2-40B4-BE49-F238E27FC236}">
                              <a16:creationId xmlns:a16="http://schemas.microsoft.com/office/drawing/2014/main" id="{864E4CF8-F36D-509C-AA51-2D23402D7A7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074" name="Arc 21073">
                          <a:extLst>
                            <a:ext uri="{FF2B5EF4-FFF2-40B4-BE49-F238E27FC236}">
                              <a16:creationId xmlns:a16="http://schemas.microsoft.com/office/drawing/2014/main" id="{CF7F948C-9C63-34BA-7E74-35EB3022218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069" name="Group 21068">
                        <a:extLst>
                          <a:ext uri="{FF2B5EF4-FFF2-40B4-BE49-F238E27FC236}">
                            <a16:creationId xmlns:a16="http://schemas.microsoft.com/office/drawing/2014/main" id="{353FDA51-C65D-5FD0-B694-FAC6AB138EDE}"/>
                          </a:ext>
                        </a:extLst>
                      </p:cNvPr>
                      <p:cNvGrpSpPr/>
                      <p:nvPr/>
                    </p:nvGrpSpPr>
                    <p:grpSpPr>
                      <a:xfrm rot="7200000">
                        <a:off x="5310186" y="3402011"/>
                        <a:ext cx="303213" cy="303213"/>
                        <a:chOff x="5354637" y="3446463"/>
                        <a:chExt cx="214313" cy="214313"/>
                      </a:xfrm>
                    </p:grpSpPr>
                    <p:sp>
                      <p:nvSpPr>
                        <p:cNvPr id="21071" name="Arc 21070">
                          <a:extLst>
                            <a:ext uri="{FF2B5EF4-FFF2-40B4-BE49-F238E27FC236}">
                              <a16:creationId xmlns:a16="http://schemas.microsoft.com/office/drawing/2014/main" id="{4C411CC6-B364-287E-A3E4-DDCF032B167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072" name="Arc 21071">
                          <a:extLst>
                            <a:ext uri="{FF2B5EF4-FFF2-40B4-BE49-F238E27FC236}">
                              <a16:creationId xmlns:a16="http://schemas.microsoft.com/office/drawing/2014/main" id="{18E3B786-92B7-9224-00DC-179B218566E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070" name="TextBox 21069">
                        <a:extLst>
                          <a:ext uri="{FF2B5EF4-FFF2-40B4-BE49-F238E27FC236}">
                            <a16:creationId xmlns:a16="http://schemas.microsoft.com/office/drawing/2014/main" id="{50313953-534F-4723-B2AB-1DDE1507569C}"/>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032" name="Group 21031">
                    <a:extLst>
                      <a:ext uri="{FF2B5EF4-FFF2-40B4-BE49-F238E27FC236}">
                        <a16:creationId xmlns:a16="http://schemas.microsoft.com/office/drawing/2014/main" id="{0F2A7130-17B5-2F27-89F3-3AB834F8E5FF}"/>
                      </a:ext>
                    </a:extLst>
                  </p:cNvPr>
                  <p:cNvGrpSpPr/>
                  <p:nvPr/>
                </p:nvGrpSpPr>
                <p:grpSpPr>
                  <a:xfrm>
                    <a:off x="5886431" y="3525040"/>
                    <a:ext cx="393192" cy="393192"/>
                    <a:chOff x="5265196" y="3932619"/>
                    <a:chExt cx="393192" cy="393192"/>
                  </a:xfrm>
                </p:grpSpPr>
                <p:grpSp>
                  <p:nvGrpSpPr>
                    <p:cNvPr id="21056" name="Group 21055">
                      <a:extLst>
                        <a:ext uri="{FF2B5EF4-FFF2-40B4-BE49-F238E27FC236}">
                          <a16:creationId xmlns:a16="http://schemas.microsoft.com/office/drawing/2014/main" id="{92981960-7FE6-34E3-92BE-5EA3682D96D3}"/>
                        </a:ext>
                      </a:extLst>
                    </p:cNvPr>
                    <p:cNvGrpSpPr/>
                    <p:nvPr/>
                  </p:nvGrpSpPr>
                  <p:grpSpPr>
                    <a:xfrm>
                      <a:off x="5354636" y="4022061"/>
                      <a:ext cx="214313" cy="214313"/>
                      <a:chOff x="5354637" y="3446463"/>
                      <a:chExt cx="214313" cy="214313"/>
                    </a:xfrm>
                  </p:grpSpPr>
                  <p:sp>
                    <p:nvSpPr>
                      <p:cNvPr id="21064" name="Arc 21063">
                        <a:extLst>
                          <a:ext uri="{FF2B5EF4-FFF2-40B4-BE49-F238E27FC236}">
                            <a16:creationId xmlns:a16="http://schemas.microsoft.com/office/drawing/2014/main" id="{963F3157-2604-0114-8DB5-3331B35E62A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065" name="Arc 21064">
                        <a:extLst>
                          <a:ext uri="{FF2B5EF4-FFF2-40B4-BE49-F238E27FC236}">
                            <a16:creationId xmlns:a16="http://schemas.microsoft.com/office/drawing/2014/main" id="{791E28A1-BC5F-EFB3-199A-0A84DD592D9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057" name="Group 21056">
                      <a:extLst>
                        <a:ext uri="{FF2B5EF4-FFF2-40B4-BE49-F238E27FC236}">
                          <a16:creationId xmlns:a16="http://schemas.microsoft.com/office/drawing/2014/main" id="{036C5D29-BADD-68AB-4579-ACB62919D861}"/>
                        </a:ext>
                      </a:extLst>
                    </p:cNvPr>
                    <p:cNvGrpSpPr/>
                    <p:nvPr/>
                  </p:nvGrpSpPr>
                  <p:grpSpPr>
                    <a:xfrm rot="14400000">
                      <a:off x="5310186" y="3977611"/>
                      <a:ext cx="303213" cy="303213"/>
                      <a:chOff x="5354637" y="3446463"/>
                      <a:chExt cx="214313" cy="214313"/>
                    </a:xfrm>
                  </p:grpSpPr>
                  <p:sp>
                    <p:nvSpPr>
                      <p:cNvPr id="21062" name="Arc 21061">
                        <a:extLst>
                          <a:ext uri="{FF2B5EF4-FFF2-40B4-BE49-F238E27FC236}">
                            <a16:creationId xmlns:a16="http://schemas.microsoft.com/office/drawing/2014/main" id="{6F9181C5-270B-8507-7DB1-C0FEB22622F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063" name="Arc 21062">
                        <a:extLst>
                          <a:ext uri="{FF2B5EF4-FFF2-40B4-BE49-F238E27FC236}">
                            <a16:creationId xmlns:a16="http://schemas.microsoft.com/office/drawing/2014/main" id="{10DE32BE-1BBA-D423-9B5F-D612FA121A1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058" name="Group 21057">
                      <a:extLst>
                        <a:ext uri="{FF2B5EF4-FFF2-40B4-BE49-F238E27FC236}">
                          <a16:creationId xmlns:a16="http://schemas.microsoft.com/office/drawing/2014/main" id="{A4127AED-BE90-6EC1-6890-F4DCBD2603AB}"/>
                        </a:ext>
                      </a:extLst>
                    </p:cNvPr>
                    <p:cNvGrpSpPr/>
                    <p:nvPr/>
                  </p:nvGrpSpPr>
                  <p:grpSpPr>
                    <a:xfrm rot="7200000">
                      <a:off x="5265196" y="3932619"/>
                      <a:ext cx="393192" cy="393192"/>
                      <a:chOff x="5354637" y="3446463"/>
                      <a:chExt cx="214313" cy="214313"/>
                    </a:xfrm>
                  </p:grpSpPr>
                  <p:sp>
                    <p:nvSpPr>
                      <p:cNvPr id="21060" name="Arc 21059">
                        <a:extLst>
                          <a:ext uri="{FF2B5EF4-FFF2-40B4-BE49-F238E27FC236}">
                            <a16:creationId xmlns:a16="http://schemas.microsoft.com/office/drawing/2014/main" id="{778E69DE-A6F2-277D-73C0-3AA88319F65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061" name="Arc 21060">
                        <a:extLst>
                          <a:ext uri="{FF2B5EF4-FFF2-40B4-BE49-F238E27FC236}">
                            <a16:creationId xmlns:a16="http://schemas.microsoft.com/office/drawing/2014/main" id="{7D14827C-FB5E-EC55-1571-9C34826C04F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059" name="TextBox 21058">
                      <a:extLst>
                        <a:ext uri="{FF2B5EF4-FFF2-40B4-BE49-F238E27FC236}">
                          <a16:creationId xmlns:a16="http://schemas.microsoft.com/office/drawing/2014/main" id="{D9A347EA-4A45-B222-C598-A718E1F4B49F}"/>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1033" name="Group 21032">
                    <a:extLst>
                      <a:ext uri="{FF2B5EF4-FFF2-40B4-BE49-F238E27FC236}">
                        <a16:creationId xmlns:a16="http://schemas.microsoft.com/office/drawing/2014/main" id="{1CE47B17-6E3C-359B-58D2-6C364357A716}"/>
                      </a:ext>
                    </a:extLst>
                  </p:cNvPr>
                  <p:cNvGrpSpPr/>
                  <p:nvPr/>
                </p:nvGrpSpPr>
                <p:grpSpPr>
                  <a:xfrm>
                    <a:off x="6512463" y="3525040"/>
                    <a:ext cx="393192" cy="393192"/>
                    <a:chOff x="6389147" y="3357021"/>
                    <a:chExt cx="393192" cy="393192"/>
                  </a:xfrm>
                </p:grpSpPr>
                <p:grpSp>
                  <p:nvGrpSpPr>
                    <p:cNvPr id="21045" name="Group 21044">
                      <a:extLst>
                        <a:ext uri="{FF2B5EF4-FFF2-40B4-BE49-F238E27FC236}">
                          <a16:creationId xmlns:a16="http://schemas.microsoft.com/office/drawing/2014/main" id="{0F70C74B-4812-C79C-A182-0A8673FB3D4F}"/>
                        </a:ext>
                      </a:extLst>
                    </p:cNvPr>
                    <p:cNvGrpSpPr/>
                    <p:nvPr/>
                  </p:nvGrpSpPr>
                  <p:grpSpPr>
                    <a:xfrm rot="7200000" flipH="1">
                      <a:off x="6389147" y="3357021"/>
                      <a:ext cx="393192" cy="393192"/>
                      <a:chOff x="5354637" y="3446463"/>
                      <a:chExt cx="214313" cy="214313"/>
                    </a:xfrm>
                  </p:grpSpPr>
                  <p:sp>
                    <p:nvSpPr>
                      <p:cNvPr id="21054" name="Arc 21053">
                        <a:extLst>
                          <a:ext uri="{FF2B5EF4-FFF2-40B4-BE49-F238E27FC236}">
                            <a16:creationId xmlns:a16="http://schemas.microsoft.com/office/drawing/2014/main" id="{D591FD30-A924-B088-EEB1-9DD2819BD55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055" name="Arc 21054">
                        <a:extLst>
                          <a:ext uri="{FF2B5EF4-FFF2-40B4-BE49-F238E27FC236}">
                            <a16:creationId xmlns:a16="http://schemas.microsoft.com/office/drawing/2014/main" id="{1F256571-827E-70BA-C3A8-C7D740C82E3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046" name="Group 21045">
                      <a:extLst>
                        <a:ext uri="{FF2B5EF4-FFF2-40B4-BE49-F238E27FC236}">
                          <a16:creationId xmlns:a16="http://schemas.microsoft.com/office/drawing/2014/main" id="{27C8EC76-8B9A-ED1E-5666-1A033B2D502A}"/>
                        </a:ext>
                      </a:extLst>
                    </p:cNvPr>
                    <p:cNvGrpSpPr/>
                    <p:nvPr/>
                  </p:nvGrpSpPr>
                  <p:grpSpPr>
                    <a:xfrm>
                      <a:off x="6434137" y="3402011"/>
                      <a:ext cx="303213" cy="303213"/>
                      <a:chOff x="6434137" y="3402011"/>
                      <a:chExt cx="303213" cy="303213"/>
                    </a:xfrm>
                  </p:grpSpPr>
                  <p:grpSp>
                    <p:nvGrpSpPr>
                      <p:cNvPr id="21047" name="Group 21046">
                        <a:extLst>
                          <a:ext uri="{FF2B5EF4-FFF2-40B4-BE49-F238E27FC236}">
                            <a16:creationId xmlns:a16="http://schemas.microsoft.com/office/drawing/2014/main" id="{A6B37287-A884-B0DA-71D1-A9B2873707BD}"/>
                          </a:ext>
                        </a:extLst>
                      </p:cNvPr>
                      <p:cNvGrpSpPr/>
                      <p:nvPr/>
                    </p:nvGrpSpPr>
                    <p:grpSpPr>
                      <a:xfrm flipH="1">
                        <a:off x="6478587" y="3446461"/>
                        <a:ext cx="214313" cy="214313"/>
                        <a:chOff x="5354637" y="3446463"/>
                        <a:chExt cx="214313" cy="214313"/>
                      </a:xfrm>
                    </p:grpSpPr>
                    <p:sp>
                      <p:nvSpPr>
                        <p:cNvPr id="21052" name="Arc 21051">
                          <a:extLst>
                            <a:ext uri="{FF2B5EF4-FFF2-40B4-BE49-F238E27FC236}">
                              <a16:creationId xmlns:a16="http://schemas.microsoft.com/office/drawing/2014/main" id="{E6BF323D-354B-7894-CCC7-95D087B03F5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053" name="Arc 21052">
                          <a:extLst>
                            <a:ext uri="{FF2B5EF4-FFF2-40B4-BE49-F238E27FC236}">
                              <a16:creationId xmlns:a16="http://schemas.microsoft.com/office/drawing/2014/main" id="{42D5E4BF-121B-8808-1192-7C50AE8080C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048" name="Group 21047">
                        <a:extLst>
                          <a:ext uri="{FF2B5EF4-FFF2-40B4-BE49-F238E27FC236}">
                            <a16:creationId xmlns:a16="http://schemas.microsoft.com/office/drawing/2014/main" id="{657AA529-8CD2-8E4A-62AD-54E47F5BF7E7}"/>
                          </a:ext>
                        </a:extLst>
                      </p:cNvPr>
                      <p:cNvGrpSpPr/>
                      <p:nvPr/>
                    </p:nvGrpSpPr>
                    <p:grpSpPr>
                      <a:xfrm rot="14400000" flipH="1">
                        <a:off x="6434137" y="3402011"/>
                        <a:ext cx="303213" cy="303213"/>
                        <a:chOff x="5354637" y="3446463"/>
                        <a:chExt cx="214313" cy="214313"/>
                      </a:xfrm>
                    </p:grpSpPr>
                    <p:sp>
                      <p:nvSpPr>
                        <p:cNvPr id="21050" name="Arc 21049">
                          <a:extLst>
                            <a:ext uri="{FF2B5EF4-FFF2-40B4-BE49-F238E27FC236}">
                              <a16:creationId xmlns:a16="http://schemas.microsoft.com/office/drawing/2014/main" id="{AB924F3B-EDFF-0288-2440-B11DFD5BE58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051" name="Arc 21050">
                          <a:extLst>
                            <a:ext uri="{FF2B5EF4-FFF2-40B4-BE49-F238E27FC236}">
                              <a16:creationId xmlns:a16="http://schemas.microsoft.com/office/drawing/2014/main" id="{F90880E0-FD96-F3A8-5ECB-538E250B4B0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049" name="TextBox 21048">
                        <a:extLst>
                          <a:ext uri="{FF2B5EF4-FFF2-40B4-BE49-F238E27FC236}">
                            <a16:creationId xmlns:a16="http://schemas.microsoft.com/office/drawing/2014/main" id="{F92E1B52-C879-C7C5-705D-77DE0F0D210A}"/>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034" name="Group 21033">
                    <a:extLst>
                      <a:ext uri="{FF2B5EF4-FFF2-40B4-BE49-F238E27FC236}">
                        <a16:creationId xmlns:a16="http://schemas.microsoft.com/office/drawing/2014/main" id="{7DD08F3A-9546-D9D0-9B5D-9B5AEAB3C9A2}"/>
                      </a:ext>
                    </a:extLst>
                  </p:cNvPr>
                  <p:cNvGrpSpPr/>
                  <p:nvPr/>
                </p:nvGrpSpPr>
                <p:grpSpPr>
                  <a:xfrm>
                    <a:off x="6197413" y="3225768"/>
                    <a:ext cx="393192" cy="393192"/>
                    <a:chOff x="6389147" y="3932622"/>
                    <a:chExt cx="393192" cy="393192"/>
                  </a:xfrm>
                </p:grpSpPr>
                <p:grpSp>
                  <p:nvGrpSpPr>
                    <p:cNvPr id="21035" name="Group 21034">
                      <a:extLst>
                        <a:ext uri="{FF2B5EF4-FFF2-40B4-BE49-F238E27FC236}">
                          <a16:creationId xmlns:a16="http://schemas.microsoft.com/office/drawing/2014/main" id="{81C90F02-0BBE-8681-5A64-9C4BE8125D87}"/>
                        </a:ext>
                      </a:extLst>
                    </p:cNvPr>
                    <p:cNvGrpSpPr/>
                    <p:nvPr/>
                  </p:nvGrpSpPr>
                  <p:grpSpPr>
                    <a:xfrm flipH="1">
                      <a:off x="6478587" y="4022061"/>
                      <a:ext cx="214313" cy="214313"/>
                      <a:chOff x="5354637" y="3446463"/>
                      <a:chExt cx="214313" cy="214313"/>
                    </a:xfrm>
                  </p:grpSpPr>
                  <p:sp>
                    <p:nvSpPr>
                      <p:cNvPr id="21043" name="Arc 21042">
                        <a:extLst>
                          <a:ext uri="{FF2B5EF4-FFF2-40B4-BE49-F238E27FC236}">
                            <a16:creationId xmlns:a16="http://schemas.microsoft.com/office/drawing/2014/main" id="{8B757A87-8CBE-3081-2F6B-E2055E3EC38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044" name="Arc 21043">
                        <a:extLst>
                          <a:ext uri="{FF2B5EF4-FFF2-40B4-BE49-F238E27FC236}">
                            <a16:creationId xmlns:a16="http://schemas.microsoft.com/office/drawing/2014/main" id="{DE46A6BD-0430-747C-062F-698312FB76A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036" name="Group 21035">
                      <a:extLst>
                        <a:ext uri="{FF2B5EF4-FFF2-40B4-BE49-F238E27FC236}">
                          <a16:creationId xmlns:a16="http://schemas.microsoft.com/office/drawing/2014/main" id="{635CD500-1BFA-40D8-B359-52D482463AA2}"/>
                        </a:ext>
                      </a:extLst>
                    </p:cNvPr>
                    <p:cNvGrpSpPr/>
                    <p:nvPr/>
                  </p:nvGrpSpPr>
                  <p:grpSpPr>
                    <a:xfrm rot="7200000" flipH="1">
                      <a:off x="6434137" y="3977611"/>
                      <a:ext cx="303213" cy="303213"/>
                      <a:chOff x="5354637" y="3446463"/>
                      <a:chExt cx="214313" cy="214313"/>
                    </a:xfrm>
                  </p:grpSpPr>
                  <p:sp>
                    <p:nvSpPr>
                      <p:cNvPr id="21041" name="Arc 21040">
                        <a:extLst>
                          <a:ext uri="{FF2B5EF4-FFF2-40B4-BE49-F238E27FC236}">
                            <a16:creationId xmlns:a16="http://schemas.microsoft.com/office/drawing/2014/main" id="{B7F56B3B-6142-59EA-3086-69F169C5B1F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042" name="Arc 21041">
                        <a:extLst>
                          <a:ext uri="{FF2B5EF4-FFF2-40B4-BE49-F238E27FC236}">
                            <a16:creationId xmlns:a16="http://schemas.microsoft.com/office/drawing/2014/main" id="{6858A750-DEBE-126A-F844-B2EAF9B9D61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037" name="Group 21036">
                      <a:extLst>
                        <a:ext uri="{FF2B5EF4-FFF2-40B4-BE49-F238E27FC236}">
                          <a16:creationId xmlns:a16="http://schemas.microsoft.com/office/drawing/2014/main" id="{9C149946-198B-E453-FB05-4828B790E6A1}"/>
                        </a:ext>
                      </a:extLst>
                    </p:cNvPr>
                    <p:cNvGrpSpPr/>
                    <p:nvPr/>
                  </p:nvGrpSpPr>
                  <p:grpSpPr>
                    <a:xfrm rot="14400000" flipH="1">
                      <a:off x="6389147" y="3932622"/>
                      <a:ext cx="393192" cy="393192"/>
                      <a:chOff x="5354637" y="3446463"/>
                      <a:chExt cx="214313" cy="214313"/>
                    </a:xfrm>
                  </p:grpSpPr>
                  <p:sp>
                    <p:nvSpPr>
                      <p:cNvPr id="21039" name="Arc 21038">
                        <a:extLst>
                          <a:ext uri="{FF2B5EF4-FFF2-40B4-BE49-F238E27FC236}">
                            <a16:creationId xmlns:a16="http://schemas.microsoft.com/office/drawing/2014/main" id="{CFBA526C-34A2-580E-90D7-26C052F487B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040" name="Arc 21039">
                        <a:extLst>
                          <a:ext uri="{FF2B5EF4-FFF2-40B4-BE49-F238E27FC236}">
                            <a16:creationId xmlns:a16="http://schemas.microsoft.com/office/drawing/2014/main" id="{BA8B211D-C36E-A017-04F3-7DCEA080F79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038" name="TextBox 21037">
                      <a:extLst>
                        <a:ext uri="{FF2B5EF4-FFF2-40B4-BE49-F238E27FC236}">
                          <a16:creationId xmlns:a16="http://schemas.microsoft.com/office/drawing/2014/main" id="{0B77CC06-9343-9FA0-BEC6-6D6C0992593F}"/>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8353" name="Group 18352">
              <a:extLst>
                <a:ext uri="{FF2B5EF4-FFF2-40B4-BE49-F238E27FC236}">
                  <a16:creationId xmlns:a16="http://schemas.microsoft.com/office/drawing/2014/main" id="{5F220A5B-BEC1-7A45-6006-981151D9688A}"/>
                </a:ext>
              </a:extLst>
            </p:cNvPr>
            <p:cNvGrpSpPr/>
            <p:nvPr/>
          </p:nvGrpSpPr>
          <p:grpSpPr>
            <a:xfrm>
              <a:off x="8413769" y="-762992"/>
              <a:ext cx="2263438" cy="2198360"/>
              <a:chOff x="5445106" y="2039507"/>
              <a:chExt cx="2263438" cy="2198360"/>
            </a:xfrm>
          </p:grpSpPr>
          <p:grpSp>
            <p:nvGrpSpPr>
              <p:cNvPr id="20837" name="Group 20836">
                <a:extLst>
                  <a:ext uri="{FF2B5EF4-FFF2-40B4-BE49-F238E27FC236}">
                    <a16:creationId xmlns:a16="http://schemas.microsoft.com/office/drawing/2014/main" id="{F2D4EF73-842E-1646-DABD-961286566607}"/>
                  </a:ext>
                </a:extLst>
              </p:cNvPr>
              <p:cNvGrpSpPr/>
              <p:nvPr/>
            </p:nvGrpSpPr>
            <p:grpSpPr>
              <a:xfrm>
                <a:off x="5445106" y="2644743"/>
                <a:ext cx="1643204" cy="1593124"/>
                <a:chOff x="5445106" y="2644743"/>
                <a:chExt cx="1643204" cy="1593124"/>
              </a:xfrm>
            </p:grpSpPr>
            <p:grpSp>
              <p:nvGrpSpPr>
                <p:cNvPr id="20933" name="Group 20932">
                  <a:extLst>
                    <a:ext uri="{FF2B5EF4-FFF2-40B4-BE49-F238E27FC236}">
                      <a16:creationId xmlns:a16="http://schemas.microsoft.com/office/drawing/2014/main" id="{BB1EFEBA-BCB1-04E6-A94A-9A05637CD5A6}"/>
                    </a:ext>
                  </a:extLst>
                </p:cNvPr>
                <p:cNvGrpSpPr/>
                <p:nvPr/>
              </p:nvGrpSpPr>
              <p:grpSpPr>
                <a:xfrm>
                  <a:off x="5445106" y="2644743"/>
                  <a:ext cx="1019224" cy="991639"/>
                  <a:chOff x="5886431" y="3225768"/>
                  <a:chExt cx="1019224" cy="991639"/>
                </a:xfrm>
              </p:grpSpPr>
              <p:grpSp>
                <p:nvGrpSpPr>
                  <p:cNvPr id="20981" name="Group 20980">
                    <a:extLst>
                      <a:ext uri="{FF2B5EF4-FFF2-40B4-BE49-F238E27FC236}">
                        <a16:creationId xmlns:a16="http://schemas.microsoft.com/office/drawing/2014/main" id="{EFF65542-38CE-839F-C9FA-F83E8B5950CD}"/>
                      </a:ext>
                    </a:extLst>
                  </p:cNvPr>
                  <p:cNvGrpSpPr/>
                  <p:nvPr/>
                </p:nvGrpSpPr>
                <p:grpSpPr>
                  <a:xfrm>
                    <a:off x="6197413" y="3824215"/>
                    <a:ext cx="393192" cy="393192"/>
                    <a:chOff x="5265196" y="3357021"/>
                    <a:chExt cx="393192" cy="393192"/>
                  </a:xfrm>
                </p:grpSpPr>
                <p:grpSp>
                  <p:nvGrpSpPr>
                    <p:cNvPr id="21016" name="Group 21015">
                      <a:extLst>
                        <a:ext uri="{FF2B5EF4-FFF2-40B4-BE49-F238E27FC236}">
                          <a16:creationId xmlns:a16="http://schemas.microsoft.com/office/drawing/2014/main" id="{9363C8B0-C8C2-7317-4248-7336166E798A}"/>
                        </a:ext>
                      </a:extLst>
                    </p:cNvPr>
                    <p:cNvGrpSpPr/>
                    <p:nvPr/>
                  </p:nvGrpSpPr>
                  <p:grpSpPr>
                    <a:xfrm rot="14400000">
                      <a:off x="5265196" y="3357021"/>
                      <a:ext cx="393192" cy="393192"/>
                      <a:chOff x="5354637" y="3446463"/>
                      <a:chExt cx="214313" cy="214313"/>
                    </a:xfrm>
                  </p:grpSpPr>
                  <p:sp>
                    <p:nvSpPr>
                      <p:cNvPr id="21025" name="Arc 21024">
                        <a:extLst>
                          <a:ext uri="{FF2B5EF4-FFF2-40B4-BE49-F238E27FC236}">
                            <a16:creationId xmlns:a16="http://schemas.microsoft.com/office/drawing/2014/main" id="{EACFA33C-FE9A-8DC6-1C7D-D5D1BF6BAE8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026" name="Arc 21025">
                        <a:extLst>
                          <a:ext uri="{FF2B5EF4-FFF2-40B4-BE49-F238E27FC236}">
                            <a16:creationId xmlns:a16="http://schemas.microsoft.com/office/drawing/2014/main" id="{9DCBF17C-E901-1607-41FF-25B92534859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017" name="Group 21016">
                      <a:extLst>
                        <a:ext uri="{FF2B5EF4-FFF2-40B4-BE49-F238E27FC236}">
                          <a16:creationId xmlns:a16="http://schemas.microsoft.com/office/drawing/2014/main" id="{B9FACA4A-2577-D4AE-3B73-46989BCF4355}"/>
                        </a:ext>
                      </a:extLst>
                    </p:cNvPr>
                    <p:cNvGrpSpPr/>
                    <p:nvPr/>
                  </p:nvGrpSpPr>
                  <p:grpSpPr>
                    <a:xfrm>
                      <a:off x="5310186" y="3402011"/>
                      <a:ext cx="303213" cy="303213"/>
                      <a:chOff x="5310186" y="3402011"/>
                      <a:chExt cx="303213" cy="303213"/>
                    </a:xfrm>
                  </p:grpSpPr>
                  <p:grpSp>
                    <p:nvGrpSpPr>
                      <p:cNvPr id="21018" name="Group 21017">
                        <a:extLst>
                          <a:ext uri="{FF2B5EF4-FFF2-40B4-BE49-F238E27FC236}">
                            <a16:creationId xmlns:a16="http://schemas.microsoft.com/office/drawing/2014/main" id="{06E8CCD9-EA24-4131-2CB4-B29FC8EAE56D}"/>
                          </a:ext>
                        </a:extLst>
                      </p:cNvPr>
                      <p:cNvGrpSpPr/>
                      <p:nvPr/>
                    </p:nvGrpSpPr>
                    <p:grpSpPr>
                      <a:xfrm>
                        <a:off x="5354636" y="3446461"/>
                        <a:ext cx="214313" cy="214313"/>
                        <a:chOff x="5354637" y="3446463"/>
                        <a:chExt cx="214313" cy="214313"/>
                      </a:xfrm>
                    </p:grpSpPr>
                    <p:sp>
                      <p:nvSpPr>
                        <p:cNvPr id="21023" name="Arc 21022">
                          <a:extLst>
                            <a:ext uri="{FF2B5EF4-FFF2-40B4-BE49-F238E27FC236}">
                              <a16:creationId xmlns:a16="http://schemas.microsoft.com/office/drawing/2014/main" id="{7D23EA56-189E-C4F1-7EDA-E13D5CA6F8B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024" name="Arc 21023">
                          <a:extLst>
                            <a:ext uri="{FF2B5EF4-FFF2-40B4-BE49-F238E27FC236}">
                              <a16:creationId xmlns:a16="http://schemas.microsoft.com/office/drawing/2014/main" id="{40F6C3EA-8F9C-1D16-9F73-5E0E7C0DBF9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019" name="Group 21018">
                        <a:extLst>
                          <a:ext uri="{FF2B5EF4-FFF2-40B4-BE49-F238E27FC236}">
                            <a16:creationId xmlns:a16="http://schemas.microsoft.com/office/drawing/2014/main" id="{70543878-F4FF-4017-B3FE-21340CDAB98D}"/>
                          </a:ext>
                        </a:extLst>
                      </p:cNvPr>
                      <p:cNvGrpSpPr/>
                      <p:nvPr/>
                    </p:nvGrpSpPr>
                    <p:grpSpPr>
                      <a:xfrm rot="7200000">
                        <a:off x="5310186" y="3402011"/>
                        <a:ext cx="303213" cy="303213"/>
                        <a:chOff x="5354637" y="3446463"/>
                        <a:chExt cx="214313" cy="214313"/>
                      </a:xfrm>
                    </p:grpSpPr>
                    <p:sp>
                      <p:nvSpPr>
                        <p:cNvPr id="21021" name="Arc 21020">
                          <a:extLst>
                            <a:ext uri="{FF2B5EF4-FFF2-40B4-BE49-F238E27FC236}">
                              <a16:creationId xmlns:a16="http://schemas.microsoft.com/office/drawing/2014/main" id="{68879BF9-C0A2-8B66-6502-9865BDD95C5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022" name="Arc 21021">
                          <a:extLst>
                            <a:ext uri="{FF2B5EF4-FFF2-40B4-BE49-F238E27FC236}">
                              <a16:creationId xmlns:a16="http://schemas.microsoft.com/office/drawing/2014/main" id="{68C260AB-4494-60D0-6336-AB57F2C0258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020" name="TextBox 21019">
                        <a:extLst>
                          <a:ext uri="{FF2B5EF4-FFF2-40B4-BE49-F238E27FC236}">
                            <a16:creationId xmlns:a16="http://schemas.microsoft.com/office/drawing/2014/main" id="{002CCB6B-92B1-81E2-7253-8C9797D76AC5}"/>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982" name="Group 20981">
                    <a:extLst>
                      <a:ext uri="{FF2B5EF4-FFF2-40B4-BE49-F238E27FC236}">
                        <a16:creationId xmlns:a16="http://schemas.microsoft.com/office/drawing/2014/main" id="{08D09C93-03A7-5AD3-3937-4B44B35E2844}"/>
                      </a:ext>
                    </a:extLst>
                  </p:cNvPr>
                  <p:cNvGrpSpPr/>
                  <p:nvPr/>
                </p:nvGrpSpPr>
                <p:grpSpPr>
                  <a:xfrm>
                    <a:off x="5886431" y="3525040"/>
                    <a:ext cx="393192" cy="393192"/>
                    <a:chOff x="5265196" y="3932619"/>
                    <a:chExt cx="393192" cy="393192"/>
                  </a:xfrm>
                </p:grpSpPr>
                <p:grpSp>
                  <p:nvGrpSpPr>
                    <p:cNvPr id="21006" name="Group 21005">
                      <a:extLst>
                        <a:ext uri="{FF2B5EF4-FFF2-40B4-BE49-F238E27FC236}">
                          <a16:creationId xmlns:a16="http://schemas.microsoft.com/office/drawing/2014/main" id="{6F00C67D-BB69-BAFF-1F5B-A48A56EE8BEE}"/>
                        </a:ext>
                      </a:extLst>
                    </p:cNvPr>
                    <p:cNvGrpSpPr/>
                    <p:nvPr/>
                  </p:nvGrpSpPr>
                  <p:grpSpPr>
                    <a:xfrm>
                      <a:off x="5354636" y="4022061"/>
                      <a:ext cx="214313" cy="214313"/>
                      <a:chOff x="5354637" y="3446463"/>
                      <a:chExt cx="214313" cy="214313"/>
                    </a:xfrm>
                  </p:grpSpPr>
                  <p:sp>
                    <p:nvSpPr>
                      <p:cNvPr id="21014" name="Arc 21013">
                        <a:extLst>
                          <a:ext uri="{FF2B5EF4-FFF2-40B4-BE49-F238E27FC236}">
                            <a16:creationId xmlns:a16="http://schemas.microsoft.com/office/drawing/2014/main" id="{15C5DBA5-3353-59D3-CE56-74CCE3FA270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015" name="Arc 21014">
                        <a:extLst>
                          <a:ext uri="{FF2B5EF4-FFF2-40B4-BE49-F238E27FC236}">
                            <a16:creationId xmlns:a16="http://schemas.microsoft.com/office/drawing/2014/main" id="{3FC62A33-C42B-E06D-A5CA-068F1A634CA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007" name="Group 21006">
                      <a:extLst>
                        <a:ext uri="{FF2B5EF4-FFF2-40B4-BE49-F238E27FC236}">
                          <a16:creationId xmlns:a16="http://schemas.microsoft.com/office/drawing/2014/main" id="{E0FE0D5C-C90A-C973-C46C-8835DCF50599}"/>
                        </a:ext>
                      </a:extLst>
                    </p:cNvPr>
                    <p:cNvGrpSpPr/>
                    <p:nvPr/>
                  </p:nvGrpSpPr>
                  <p:grpSpPr>
                    <a:xfrm rot="14400000">
                      <a:off x="5310186" y="3977611"/>
                      <a:ext cx="303213" cy="303213"/>
                      <a:chOff x="5354637" y="3446463"/>
                      <a:chExt cx="214313" cy="214313"/>
                    </a:xfrm>
                  </p:grpSpPr>
                  <p:sp>
                    <p:nvSpPr>
                      <p:cNvPr id="21012" name="Arc 21011">
                        <a:extLst>
                          <a:ext uri="{FF2B5EF4-FFF2-40B4-BE49-F238E27FC236}">
                            <a16:creationId xmlns:a16="http://schemas.microsoft.com/office/drawing/2014/main" id="{D31F4972-FCC2-C96C-B447-38B57504729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013" name="Arc 21012">
                        <a:extLst>
                          <a:ext uri="{FF2B5EF4-FFF2-40B4-BE49-F238E27FC236}">
                            <a16:creationId xmlns:a16="http://schemas.microsoft.com/office/drawing/2014/main" id="{D6EF32AD-6BA9-0C6E-7473-46343AB7053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008" name="Group 21007">
                      <a:extLst>
                        <a:ext uri="{FF2B5EF4-FFF2-40B4-BE49-F238E27FC236}">
                          <a16:creationId xmlns:a16="http://schemas.microsoft.com/office/drawing/2014/main" id="{266E2F8C-EEA6-4870-7F8C-72B9946336C5}"/>
                        </a:ext>
                      </a:extLst>
                    </p:cNvPr>
                    <p:cNvGrpSpPr/>
                    <p:nvPr/>
                  </p:nvGrpSpPr>
                  <p:grpSpPr>
                    <a:xfrm rot="7200000">
                      <a:off x="5265196" y="3932619"/>
                      <a:ext cx="393192" cy="393192"/>
                      <a:chOff x="5354637" y="3446463"/>
                      <a:chExt cx="214313" cy="214313"/>
                    </a:xfrm>
                  </p:grpSpPr>
                  <p:sp>
                    <p:nvSpPr>
                      <p:cNvPr id="21010" name="Arc 21009">
                        <a:extLst>
                          <a:ext uri="{FF2B5EF4-FFF2-40B4-BE49-F238E27FC236}">
                            <a16:creationId xmlns:a16="http://schemas.microsoft.com/office/drawing/2014/main" id="{42D11E74-72BF-C913-7980-53DB247601E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011" name="Arc 21010">
                        <a:extLst>
                          <a:ext uri="{FF2B5EF4-FFF2-40B4-BE49-F238E27FC236}">
                            <a16:creationId xmlns:a16="http://schemas.microsoft.com/office/drawing/2014/main" id="{ACCEC6F6-274C-1B22-4F3A-A0B49B0AEBE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009" name="TextBox 21008">
                      <a:extLst>
                        <a:ext uri="{FF2B5EF4-FFF2-40B4-BE49-F238E27FC236}">
                          <a16:creationId xmlns:a16="http://schemas.microsoft.com/office/drawing/2014/main" id="{A6C5073A-981D-6819-B203-3350B9E60A76}"/>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0983" name="Group 20982">
                    <a:extLst>
                      <a:ext uri="{FF2B5EF4-FFF2-40B4-BE49-F238E27FC236}">
                        <a16:creationId xmlns:a16="http://schemas.microsoft.com/office/drawing/2014/main" id="{7ED8CB54-2705-43CB-3F34-2AD90312D5F2}"/>
                      </a:ext>
                    </a:extLst>
                  </p:cNvPr>
                  <p:cNvGrpSpPr/>
                  <p:nvPr/>
                </p:nvGrpSpPr>
                <p:grpSpPr>
                  <a:xfrm>
                    <a:off x="6512463" y="3525040"/>
                    <a:ext cx="393192" cy="393192"/>
                    <a:chOff x="6389147" y="3357021"/>
                    <a:chExt cx="393192" cy="393192"/>
                  </a:xfrm>
                </p:grpSpPr>
                <p:grpSp>
                  <p:nvGrpSpPr>
                    <p:cNvPr id="20995" name="Group 20994">
                      <a:extLst>
                        <a:ext uri="{FF2B5EF4-FFF2-40B4-BE49-F238E27FC236}">
                          <a16:creationId xmlns:a16="http://schemas.microsoft.com/office/drawing/2014/main" id="{055C572B-3D06-10A2-37DC-F06633F3E7C3}"/>
                        </a:ext>
                      </a:extLst>
                    </p:cNvPr>
                    <p:cNvGrpSpPr/>
                    <p:nvPr/>
                  </p:nvGrpSpPr>
                  <p:grpSpPr>
                    <a:xfrm rot="7200000" flipH="1">
                      <a:off x="6389147" y="3357021"/>
                      <a:ext cx="393192" cy="393192"/>
                      <a:chOff x="5354637" y="3446463"/>
                      <a:chExt cx="214313" cy="214313"/>
                    </a:xfrm>
                  </p:grpSpPr>
                  <p:sp>
                    <p:nvSpPr>
                      <p:cNvPr id="21004" name="Arc 21003">
                        <a:extLst>
                          <a:ext uri="{FF2B5EF4-FFF2-40B4-BE49-F238E27FC236}">
                            <a16:creationId xmlns:a16="http://schemas.microsoft.com/office/drawing/2014/main" id="{145D9246-2E12-4BFB-2D4E-7FFE8687896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005" name="Arc 21004">
                        <a:extLst>
                          <a:ext uri="{FF2B5EF4-FFF2-40B4-BE49-F238E27FC236}">
                            <a16:creationId xmlns:a16="http://schemas.microsoft.com/office/drawing/2014/main" id="{58D6284D-E2F6-7721-F623-04E82B5C405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996" name="Group 20995">
                      <a:extLst>
                        <a:ext uri="{FF2B5EF4-FFF2-40B4-BE49-F238E27FC236}">
                          <a16:creationId xmlns:a16="http://schemas.microsoft.com/office/drawing/2014/main" id="{F9FE6393-5CC0-435B-0F59-F37AF165A250}"/>
                        </a:ext>
                      </a:extLst>
                    </p:cNvPr>
                    <p:cNvGrpSpPr/>
                    <p:nvPr/>
                  </p:nvGrpSpPr>
                  <p:grpSpPr>
                    <a:xfrm>
                      <a:off x="6434137" y="3402011"/>
                      <a:ext cx="303213" cy="303213"/>
                      <a:chOff x="6434137" y="3402011"/>
                      <a:chExt cx="303213" cy="303213"/>
                    </a:xfrm>
                  </p:grpSpPr>
                  <p:grpSp>
                    <p:nvGrpSpPr>
                      <p:cNvPr id="20997" name="Group 20996">
                        <a:extLst>
                          <a:ext uri="{FF2B5EF4-FFF2-40B4-BE49-F238E27FC236}">
                            <a16:creationId xmlns:a16="http://schemas.microsoft.com/office/drawing/2014/main" id="{1D347D08-ADFE-1E63-65D5-ABBCBBF89143}"/>
                          </a:ext>
                        </a:extLst>
                      </p:cNvPr>
                      <p:cNvGrpSpPr/>
                      <p:nvPr/>
                    </p:nvGrpSpPr>
                    <p:grpSpPr>
                      <a:xfrm flipH="1">
                        <a:off x="6478587" y="3446461"/>
                        <a:ext cx="214313" cy="214313"/>
                        <a:chOff x="5354637" y="3446463"/>
                        <a:chExt cx="214313" cy="214313"/>
                      </a:xfrm>
                    </p:grpSpPr>
                    <p:sp>
                      <p:nvSpPr>
                        <p:cNvPr id="21002" name="Arc 21001">
                          <a:extLst>
                            <a:ext uri="{FF2B5EF4-FFF2-40B4-BE49-F238E27FC236}">
                              <a16:creationId xmlns:a16="http://schemas.microsoft.com/office/drawing/2014/main" id="{918842AA-9394-D6A3-A3B5-19BF1C3CE1E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003" name="Arc 21002">
                          <a:extLst>
                            <a:ext uri="{FF2B5EF4-FFF2-40B4-BE49-F238E27FC236}">
                              <a16:creationId xmlns:a16="http://schemas.microsoft.com/office/drawing/2014/main" id="{E4D578F0-9170-13E0-D3D9-7F06500A546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998" name="Group 20997">
                        <a:extLst>
                          <a:ext uri="{FF2B5EF4-FFF2-40B4-BE49-F238E27FC236}">
                            <a16:creationId xmlns:a16="http://schemas.microsoft.com/office/drawing/2014/main" id="{62D2C083-1BB8-C20C-1DD8-153EC1504D8F}"/>
                          </a:ext>
                        </a:extLst>
                      </p:cNvPr>
                      <p:cNvGrpSpPr/>
                      <p:nvPr/>
                    </p:nvGrpSpPr>
                    <p:grpSpPr>
                      <a:xfrm rot="14400000" flipH="1">
                        <a:off x="6434137" y="3402011"/>
                        <a:ext cx="303213" cy="303213"/>
                        <a:chOff x="5354637" y="3446463"/>
                        <a:chExt cx="214313" cy="214313"/>
                      </a:xfrm>
                    </p:grpSpPr>
                    <p:sp>
                      <p:nvSpPr>
                        <p:cNvPr id="21000" name="Arc 20999">
                          <a:extLst>
                            <a:ext uri="{FF2B5EF4-FFF2-40B4-BE49-F238E27FC236}">
                              <a16:creationId xmlns:a16="http://schemas.microsoft.com/office/drawing/2014/main" id="{F4F096D6-EDD7-39A8-8124-E7A71F15A34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001" name="Arc 21000">
                          <a:extLst>
                            <a:ext uri="{FF2B5EF4-FFF2-40B4-BE49-F238E27FC236}">
                              <a16:creationId xmlns:a16="http://schemas.microsoft.com/office/drawing/2014/main" id="{02B49B6B-CD70-5942-187D-A5F1AF30144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999" name="TextBox 20998">
                        <a:extLst>
                          <a:ext uri="{FF2B5EF4-FFF2-40B4-BE49-F238E27FC236}">
                            <a16:creationId xmlns:a16="http://schemas.microsoft.com/office/drawing/2014/main" id="{8C45D3EF-7B18-25BA-AC79-301F44B691C6}"/>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984" name="Group 20983">
                    <a:extLst>
                      <a:ext uri="{FF2B5EF4-FFF2-40B4-BE49-F238E27FC236}">
                        <a16:creationId xmlns:a16="http://schemas.microsoft.com/office/drawing/2014/main" id="{01342AE1-124E-55B6-BC18-5DA9A431B7B3}"/>
                      </a:ext>
                    </a:extLst>
                  </p:cNvPr>
                  <p:cNvGrpSpPr/>
                  <p:nvPr/>
                </p:nvGrpSpPr>
                <p:grpSpPr>
                  <a:xfrm>
                    <a:off x="6197413" y="3225768"/>
                    <a:ext cx="393192" cy="393192"/>
                    <a:chOff x="6389147" y="3932622"/>
                    <a:chExt cx="393192" cy="393192"/>
                  </a:xfrm>
                </p:grpSpPr>
                <p:grpSp>
                  <p:nvGrpSpPr>
                    <p:cNvPr id="20985" name="Group 20984">
                      <a:extLst>
                        <a:ext uri="{FF2B5EF4-FFF2-40B4-BE49-F238E27FC236}">
                          <a16:creationId xmlns:a16="http://schemas.microsoft.com/office/drawing/2014/main" id="{815DEA43-FDF8-7460-D01A-E32FC59F5346}"/>
                        </a:ext>
                      </a:extLst>
                    </p:cNvPr>
                    <p:cNvGrpSpPr/>
                    <p:nvPr/>
                  </p:nvGrpSpPr>
                  <p:grpSpPr>
                    <a:xfrm flipH="1">
                      <a:off x="6478587" y="4022061"/>
                      <a:ext cx="214313" cy="214313"/>
                      <a:chOff x="5354637" y="3446463"/>
                      <a:chExt cx="214313" cy="214313"/>
                    </a:xfrm>
                  </p:grpSpPr>
                  <p:sp>
                    <p:nvSpPr>
                      <p:cNvPr id="20993" name="Arc 20992">
                        <a:extLst>
                          <a:ext uri="{FF2B5EF4-FFF2-40B4-BE49-F238E27FC236}">
                            <a16:creationId xmlns:a16="http://schemas.microsoft.com/office/drawing/2014/main" id="{3F7365BF-4585-FE15-4BA8-DE24103DD34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994" name="Arc 20993">
                        <a:extLst>
                          <a:ext uri="{FF2B5EF4-FFF2-40B4-BE49-F238E27FC236}">
                            <a16:creationId xmlns:a16="http://schemas.microsoft.com/office/drawing/2014/main" id="{DC5769D8-B27B-9E8F-A2B8-F88BAD3EF4A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986" name="Group 20985">
                      <a:extLst>
                        <a:ext uri="{FF2B5EF4-FFF2-40B4-BE49-F238E27FC236}">
                          <a16:creationId xmlns:a16="http://schemas.microsoft.com/office/drawing/2014/main" id="{143DAC5F-D6FF-8F3B-BF6C-83544B321A91}"/>
                        </a:ext>
                      </a:extLst>
                    </p:cNvPr>
                    <p:cNvGrpSpPr/>
                    <p:nvPr/>
                  </p:nvGrpSpPr>
                  <p:grpSpPr>
                    <a:xfrm rot="7200000" flipH="1">
                      <a:off x="6434137" y="3977611"/>
                      <a:ext cx="303213" cy="303213"/>
                      <a:chOff x="5354637" y="3446463"/>
                      <a:chExt cx="214313" cy="214313"/>
                    </a:xfrm>
                  </p:grpSpPr>
                  <p:sp>
                    <p:nvSpPr>
                      <p:cNvPr id="20991" name="Arc 20990">
                        <a:extLst>
                          <a:ext uri="{FF2B5EF4-FFF2-40B4-BE49-F238E27FC236}">
                            <a16:creationId xmlns:a16="http://schemas.microsoft.com/office/drawing/2014/main" id="{D21B84CE-3927-0734-5F98-030E6510424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992" name="Arc 20991">
                        <a:extLst>
                          <a:ext uri="{FF2B5EF4-FFF2-40B4-BE49-F238E27FC236}">
                            <a16:creationId xmlns:a16="http://schemas.microsoft.com/office/drawing/2014/main" id="{1193640D-C4C0-734F-F50B-7B343B64512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987" name="Group 20986">
                      <a:extLst>
                        <a:ext uri="{FF2B5EF4-FFF2-40B4-BE49-F238E27FC236}">
                          <a16:creationId xmlns:a16="http://schemas.microsoft.com/office/drawing/2014/main" id="{C9478B17-BFE6-51B3-8087-D1E1E3ED91D8}"/>
                        </a:ext>
                      </a:extLst>
                    </p:cNvPr>
                    <p:cNvGrpSpPr/>
                    <p:nvPr/>
                  </p:nvGrpSpPr>
                  <p:grpSpPr>
                    <a:xfrm rot="14400000" flipH="1">
                      <a:off x="6389147" y="3932622"/>
                      <a:ext cx="393192" cy="393192"/>
                      <a:chOff x="5354637" y="3446463"/>
                      <a:chExt cx="214313" cy="214313"/>
                    </a:xfrm>
                  </p:grpSpPr>
                  <p:sp>
                    <p:nvSpPr>
                      <p:cNvPr id="20989" name="Arc 20988">
                        <a:extLst>
                          <a:ext uri="{FF2B5EF4-FFF2-40B4-BE49-F238E27FC236}">
                            <a16:creationId xmlns:a16="http://schemas.microsoft.com/office/drawing/2014/main" id="{A40676EF-A478-CD52-377B-4E5626F8543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990" name="Arc 20989">
                        <a:extLst>
                          <a:ext uri="{FF2B5EF4-FFF2-40B4-BE49-F238E27FC236}">
                            <a16:creationId xmlns:a16="http://schemas.microsoft.com/office/drawing/2014/main" id="{5450B13F-E2CD-5D9C-6CF1-0DE831D55D3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988" name="TextBox 20987">
                      <a:extLst>
                        <a:ext uri="{FF2B5EF4-FFF2-40B4-BE49-F238E27FC236}">
                          <a16:creationId xmlns:a16="http://schemas.microsoft.com/office/drawing/2014/main" id="{24687550-0FDB-193C-BD5F-53F6225CEB0D}"/>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934" name="Group 20933">
                  <a:extLst>
                    <a:ext uri="{FF2B5EF4-FFF2-40B4-BE49-F238E27FC236}">
                      <a16:creationId xmlns:a16="http://schemas.microsoft.com/office/drawing/2014/main" id="{B9D44774-6790-B2B4-6D00-FE48A4BBE343}"/>
                    </a:ext>
                  </a:extLst>
                </p:cNvPr>
                <p:cNvGrpSpPr/>
                <p:nvPr/>
              </p:nvGrpSpPr>
              <p:grpSpPr>
                <a:xfrm>
                  <a:off x="6069086" y="3246228"/>
                  <a:ext cx="1019224" cy="991639"/>
                  <a:chOff x="5886431" y="3225768"/>
                  <a:chExt cx="1019224" cy="991639"/>
                </a:xfrm>
              </p:grpSpPr>
              <p:grpSp>
                <p:nvGrpSpPr>
                  <p:cNvPr id="20935" name="Group 20934">
                    <a:extLst>
                      <a:ext uri="{FF2B5EF4-FFF2-40B4-BE49-F238E27FC236}">
                        <a16:creationId xmlns:a16="http://schemas.microsoft.com/office/drawing/2014/main" id="{D012FB4F-C0EB-9B16-A4B5-D0CA77145DEB}"/>
                      </a:ext>
                    </a:extLst>
                  </p:cNvPr>
                  <p:cNvGrpSpPr/>
                  <p:nvPr/>
                </p:nvGrpSpPr>
                <p:grpSpPr>
                  <a:xfrm>
                    <a:off x="6197413" y="3824215"/>
                    <a:ext cx="393192" cy="393192"/>
                    <a:chOff x="5265196" y="3357021"/>
                    <a:chExt cx="393192" cy="393192"/>
                  </a:xfrm>
                </p:grpSpPr>
                <p:grpSp>
                  <p:nvGrpSpPr>
                    <p:cNvPr id="20970" name="Group 20969">
                      <a:extLst>
                        <a:ext uri="{FF2B5EF4-FFF2-40B4-BE49-F238E27FC236}">
                          <a16:creationId xmlns:a16="http://schemas.microsoft.com/office/drawing/2014/main" id="{298A44CB-22FC-E599-EC25-8B97EE8D1B46}"/>
                        </a:ext>
                      </a:extLst>
                    </p:cNvPr>
                    <p:cNvGrpSpPr/>
                    <p:nvPr/>
                  </p:nvGrpSpPr>
                  <p:grpSpPr>
                    <a:xfrm rot="14400000">
                      <a:off x="5265196" y="3357021"/>
                      <a:ext cx="393192" cy="393192"/>
                      <a:chOff x="5354637" y="3446463"/>
                      <a:chExt cx="214313" cy="214313"/>
                    </a:xfrm>
                  </p:grpSpPr>
                  <p:sp>
                    <p:nvSpPr>
                      <p:cNvPr id="20979" name="Arc 20978">
                        <a:extLst>
                          <a:ext uri="{FF2B5EF4-FFF2-40B4-BE49-F238E27FC236}">
                            <a16:creationId xmlns:a16="http://schemas.microsoft.com/office/drawing/2014/main" id="{57F81C13-9102-7257-3C4B-FB52329881F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980" name="Arc 20979">
                        <a:extLst>
                          <a:ext uri="{FF2B5EF4-FFF2-40B4-BE49-F238E27FC236}">
                            <a16:creationId xmlns:a16="http://schemas.microsoft.com/office/drawing/2014/main" id="{17F0C920-1187-2718-61B7-2CECC6D68FE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971" name="Group 20970">
                      <a:extLst>
                        <a:ext uri="{FF2B5EF4-FFF2-40B4-BE49-F238E27FC236}">
                          <a16:creationId xmlns:a16="http://schemas.microsoft.com/office/drawing/2014/main" id="{B5CD469F-1589-6220-FB06-93DE524BCAC4}"/>
                        </a:ext>
                      </a:extLst>
                    </p:cNvPr>
                    <p:cNvGrpSpPr/>
                    <p:nvPr/>
                  </p:nvGrpSpPr>
                  <p:grpSpPr>
                    <a:xfrm>
                      <a:off x="5310186" y="3402011"/>
                      <a:ext cx="303213" cy="303213"/>
                      <a:chOff x="5310186" y="3402011"/>
                      <a:chExt cx="303213" cy="303213"/>
                    </a:xfrm>
                  </p:grpSpPr>
                  <p:grpSp>
                    <p:nvGrpSpPr>
                      <p:cNvPr id="20972" name="Group 20971">
                        <a:extLst>
                          <a:ext uri="{FF2B5EF4-FFF2-40B4-BE49-F238E27FC236}">
                            <a16:creationId xmlns:a16="http://schemas.microsoft.com/office/drawing/2014/main" id="{A71905F6-7638-03AA-821B-6CA55CC15F59}"/>
                          </a:ext>
                        </a:extLst>
                      </p:cNvPr>
                      <p:cNvGrpSpPr/>
                      <p:nvPr/>
                    </p:nvGrpSpPr>
                    <p:grpSpPr>
                      <a:xfrm>
                        <a:off x="5354636" y="3446461"/>
                        <a:ext cx="214313" cy="214313"/>
                        <a:chOff x="5354637" y="3446463"/>
                        <a:chExt cx="214313" cy="214313"/>
                      </a:xfrm>
                    </p:grpSpPr>
                    <p:sp>
                      <p:nvSpPr>
                        <p:cNvPr id="20977" name="Arc 20976">
                          <a:extLst>
                            <a:ext uri="{FF2B5EF4-FFF2-40B4-BE49-F238E27FC236}">
                              <a16:creationId xmlns:a16="http://schemas.microsoft.com/office/drawing/2014/main" id="{17E8EB38-3818-3A28-EE03-252D0A8E2F8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978" name="Arc 20977">
                          <a:extLst>
                            <a:ext uri="{FF2B5EF4-FFF2-40B4-BE49-F238E27FC236}">
                              <a16:creationId xmlns:a16="http://schemas.microsoft.com/office/drawing/2014/main" id="{1700233E-C3CD-9EAE-E766-B6CAC3CB89C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973" name="Group 20972">
                        <a:extLst>
                          <a:ext uri="{FF2B5EF4-FFF2-40B4-BE49-F238E27FC236}">
                            <a16:creationId xmlns:a16="http://schemas.microsoft.com/office/drawing/2014/main" id="{74E38285-1B24-AEF8-3C2C-055848DC16CF}"/>
                          </a:ext>
                        </a:extLst>
                      </p:cNvPr>
                      <p:cNvGrpSpPr/>
                      <p:nvPr/>
                    </p:nvGrpSpPr>
                    <p:grpSpPr>
                      <a:xfrm rot="7200000">
                        <a:off x="5310186" y="3402011"/>
                        <a:ext cx="303213" cy="303213"/>
                        <a:chOff x="5354637" y="3446463"/>
                        <a:chExt cx="214313" cy="214313"/>
                      </a:xfrm>
                    </p:grpSpPr>
                    <p:sp>
                      <p:nvSpPr>
                        <p:cNvPr id="20975" name="Arc 20974">
                          <a:extLst>
                            <a:ext uri="{FF2B5EF4-FFF2-40B4-BE49-F238E27FC236}">
                              <a16:creationId xmlns:a16="http://schemas.microsoft.com/office/drawing/2014/main" id="{FEA1B73F-DB4C-507E-BCE0-4580BDDBB9B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976" name="Arc 20975">
                          <a:extLst>
                            <a:ext uri="{FF2B5EF4-FFF2-40B4-BE49-F238E27FC236}">
                              <a16:creationId xmlns:a16="http://schemas.microsoft.com/office/drawing/2014/main" id="{B5A898CF-4836-0048-F460-81810F289BE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974" name="TextBox 20973">
                        <a:extLst>
                          <a:ext uri="{FF2B5EF4-FFF2-40B4-BE49-F238E27FC236}">
                            <a16:creationId xmlns:a16="http://schemas.microsoft.com/office/drawing/2014/main" id="{894C88FB-63FC-78C3-45F4-9F9848FA0770}"/>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936" name="Group 20935">
                    <a:extLst>
                      <a:ext uri="{FF2B5EF4-FFF2-40B4-BE49-F238E27FC236}">
                        <a16:creationId xmlns:a16="http://schemas.microsoft.com/office/drawing/2014/main" id="{ABEB5969-CF30-3DD9-3D09-513795AA644A}"/>
                      </a:ext>
                    </a:extLst>
                  </p:cNvPr>
                  <p:cNvGrpSpPr/>
                  <p:nvPr/>
                </p:nvGrpSpPr>
                <p:grpSpPr>
                  <a:xfrm>
                    <a:off x="5886431" y="3525040"/>
                    <a:ext cx="393192" cy="393192"/>
                    <a:chOff x="5265196" y="3932619"/>
                    <a:chExt cx="393192" cy="393192"/>
                  </a:xfrm>
                </p:grpSpPr>
                <p:grpSp>
                  <p:nvGrpSpPr>
                    <p:cNvPr id="20960" name="Group 20959">
                      <a:extLst>
                        <a:ext uri="{FF2B5EF4-FFF2-40B4-BE49-F238E27FC236}">
                          <a16:creationId xmlns:a16="http://schemas.microsoft.com/office/drawing/2014/main" id="{C9DA164A-1BA5-FB74-042E-0779FBC75C9B}"/>
                        </a:ext>
                      </a:extLst>
                    </p:cNvPr>
                    <p:cNvGrpSpPr/>
                    <p:nvPr/>
                  </p:nvGrpSpPr>
                  <p:grpSpPr>
                    <a:xfrm>
                      <a:off x="5354636" y="4022061"/>
                      <a:ext cx="214313" cy="214313"/>
                      <a:chOff x="5354637" y="3446463"/>
                      <a:chExt cx="214313" cy="214313"/>
                    </a:xfrm>
                  </p:grpSpPr>
                  <p:sp>
                    <p:nvSpPr>
                      <p:cNvPr id="20968" name="Arc 20967">
                        <a:extLst>
                          <a:ext uri="{FF2B5EF4-FFF2-40B4-BE49-F238E27FC236}">
                            <a16:creationId xmlns:a16="http://schemas.microsoft.com/office/drawing/2014/main" id="{0E896B07-8081-6A22-F0B6-0F0209E38B7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969" name="Arc 20968">
                        <a:extLst>
                          <a:ext uri="{FF2B5EF4-FFF2-40B4-BE49-F238E27FC236}">
                            <a16:creationId xmlns:a16="http://schemas.microsoft.com/office/drawing/2014/main" id="{F258F459-C623-4826-9915-F6C12BE49CB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961" name="Group 20960">
                      <a:extLst>
                        <a:ext uri="{FF2B5EF4-FFF2-40B4-BE49-F238E27FC236}">
                          <a16:creationId xmlns:a16="http://schemas.microsoft.com/office/drawing/2014/main" id="{6E4591F7-A949-AB34-124A-16025147EDD8}"/>
                        </a:ext>
                      </a:extLst>
                    </p:cNvPr>
                    <p:cNvGrpSpPr/>
                    <p:nvPr/>
                  </p:nvGrpSpPr>
                  <p:grpSpPr>
                    <a:xfrm rot="14400000">
                      <a:off x="5310186" y="3977611"/>
                      <a:ext cx="303213" cy="303213"/>
                      <a:chOff x="5354637" y="3446463"/>
                      <a:chExt cx="214313" cy="214313"/>
                    </a:xfrm>
                  </p:grpSpPr>
                  <p:sp>
                    <p:nvSpPr>
                      <p:cNvPr id="20966" name="Arc 20965">
                        <a:extLst>
                          <a:ext uri="{FF2B5EF4-FFF2-40B4-BE49-F238E27FC236}">
                            <a16:creationId xmlns:a16="http://schemas.microsoft.com/office/drawing/2014/main" id="{29FECFB7-E2F4-978A-D5B5-53703CD476D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967" name="Arc 20966">
                        <a:extLst>
                          <a:ext uri="{FF2B5EF4-FFF2-40B4-BE49-F238E27FC236}">
                            <a16:creationId xmlns:a16="http://schemas.microsoft.com/office/drawing/2014/main" id="{0C2DD138-4FAC-C200-274B-6FB5F75EF45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962" name="Group 20961">
                      <a:extLst>
                        <a:ext uri="{FF2B5EF4-FFF2-40B4-BE49-F238E27FC236}">
                          <a16:creationId xmlns:a16="http://schemas.microsoft.com/office/drawing/2014/main" id="{FCB20B47-9410-BAAA-E566-A29913D599AA}"/>
                        </a:ext>
                      </a:extLst>
                    </p:cNvPr>
                    <p:cNvGrpSpPr/>
                    <p:nvPr/>
                  </p:nvGrpSpPr>
                  <p:grpSpPr>
                    <a:xfrm rot="7200000">
                      <a:off x="5265196" y="3932619"/>
                      <a:ext cx="393192" cy="393192"/>
                      <a:chOff x="5354637" y="3446463"/>
                      <a:chExt cx="214313" cy="214313"/>
                    </a:xfrm>
                  </p:grpSpPr>
                  <p:sp>
                    <p:nvSpPr>
                      <p:cNvPr id="20964" name="Arc 20963">
                        <a:extLst>
                          <a:ext uri="{FF2B5EF4-FFF2-40B4-BE49-F238E27FC236}">
                            <a16:creationId xmlns:a16="http://schemas.microsoft.com/office/drawing/2014/main" id="{DB6685D4-503F-82FC-F30C-CCFA80C7C5E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965" name="Arc 20964">
                        <a:extLst>
                          <a:ext uri="{FF2B5EF4-FFF2-40B4-BE49-F238E27FC236}">
                            <a16:creationId xmlns:a16="http://schemas.microsoft.com/office/drawing/2014/main" id="{22920F3D-2076-25A7-51C7-E97B36DF9EA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963" name="TextBox 20962">
                      <a:extLst>
                        <a:ext uri="{FF2B5EF4-FFF2-40B4-BE49-F238E27FC236}">
                          <a16:creationId xmlns:a16="http://schemas.microsoft.com/office/drawing/2014/main" id="{E8C36416-BEF3-27B6-F2BD-7C68331D4DB8}"/>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0937" name="Group 20936">
                    <a:extLst>
                      <a:ext uri="{FF2B5EF4-FFF2-40B4-BE49-F238E27FC236}">
                        <a16:creationId xmlns:a16="http://schemas.microsoft.com/office/drawing/2014/main" id="{B602B979-B1DE-FD80-36C4-A55EE861F332}"/>
                      </a:ext>
                    </a:extLst>
                  </p:cNvPr>
                  <p:cNvGrpSpPr/>
                  <p:nvPr/>
                </p:nvGrpSpPr>
                <p:grpSpPr>
                  <a:xfrm>
                    <a:off x="6512463" y="3525040"/>
                    <a:ext cx="393192" cy="393192"/>
                    <a:chOff x="6389147" y="3357021"/>
                    <a:chExt cx="393192" cy="393192"/>
                  </a:xfrm>
                </p:grpSpPr>
                <p:grpSp>
                  <p:nvGrpSpPr>
                    <p:cNvPr id="20949" name="Group 20948">
                      <a:extLst>
                        <a:ext uri="{FF2B5EF4-FFF2-40B4-BE49-F238E27FC236}">
                          <a16:creationId xmlns:a16="http://schemas.microsoft.com/office/drawing/2014/main" id="{E4C93A91-E7AD-21A6-7FBC-CAF051408573}"/>
                        </a:ext>
                      </a:extLst>
                    </p:cNvPr>
                    <p:cNvGrpSpPr/>
                    <p:nvPr/>
                  </p:nvGrpSpPr>
                  <p:grpSpPr>
                    <a:xfrm rot="7200000" flipH="1">
                      <a:off x="6389147" y="3357021"/>
                      <a:ext cx="393192" cy="393192"/>
                      <a:chOff x="5354637" y="3446463"/>
                      <a:chExt cx="214313" cy="214313"/>
                    </a:xfrm>
                  </p:grpSpPr>
                  <p:sp>
                    <p:nvSpPr>
                      <p:cNvPr id="20958" name="Arc 20957">
                        <a:extLst>
                          <a:ext uri="{FF2B5EF4-FFF2-40B4-BE49-F238E27FC236}">
                            <a16:creationId xmlns:a16="http://schemas.microsoft.com/office/drawing/2014/main" id="{E0A6D4FB-C10B-B249-6608-529A4ED92B2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959" name="Arc 20958">
                        <a:extLst>
                          <a:ext uri="{FF2B5EF4-FFF2-40B4-BE49-F238E27FC236}">
                            <a16:creationId xmlns:a16="http://schemas.microsoft.com/office/drawing/2014/main" id="{EC70FF45-C366-84FE-AF34-1A8863ACACB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950" name="Group 20949">
                      <a:extLst>
                        <a:ext uri="{FF2B5EF4-FFF2-40B4-BE49-F238E27FC236}">
                          <a16:creationId xmlns:a16="http://schemas.microsoft.com/office/drawing/2014/main" id="{EC289D95-28F4-2257-657F-63FE667B8521}"/>
                        </a:ext>
                      </a:extLst>
                    </p:cNvPr>
                    <p:cNvGrpSpPr/>
                    <p:nvPr/>
                  </p:nvGrpSpPr>
                  <p:grpSpPr>
                    <a:xfrm>
                      <a:off x="6434137" y="3402011"/>
                      <a:ext cx="303213" cy="303213"/>
                      <a:chOff x="6434137" y="3402011"/>
                      <a:chExt cx="303213" cy="303213"/>
                    </a:xfrm>
                  </p:grpSpPr>
                  <p:grpSp>
                    <p:nvGrpSpPr>
                      <p:cNvPr id="20951" name="Group 20950">
                        <a:extLst>
                          <a:ext uri="{FF2B5EF4-FFF2-40B4-BE49-F238E27FC236}">
                            <a16:creationId xmlns:a16="http://schemas.microsoft.com/office/drawing/2014/main" id="{4210F08F-88D2-AAA6-45E9-BF3F36470996}"/>
                          </a:ext>
                        </a:extLst>
                      </p:cNvPr>
                      <p:cNvGrpSpPr/>
                      <p:nvPr/>
                    </p:nvGrpSpPr>
                    <p:grpSpPr>
                      <a:xfrm flipH="1">
                        <a:off x="6478587" y="3446461"/>
                        <a:ext cx="214313" cy="214313"/>
                        <a:chOff x="5354637" y="3446463"/>
                        <a:chExt cx="214313" cy="214313"/>
                      </a:xfrm>
                    </p:grpSpPr>
                    <p:sp>
                      <p:nvSpPr>
                        <p:cNvPr id="20956" name="Arc 20955">
                          <a:extLst>
                            <a:ext uri="{FF2B5EF4-FFF2-40B4-BE49-F238E27FC236}">
                              <a16:creationId xmlns:a16="http://schemas.microsoft.com/office/drawing/2014/main" id="{EF436144-0CAC-DF7E-E6B6-571DF772AE9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957" name="Arc 20956">
                          <a:extLst>
                            <a:ext uri="{FF2B5EF4-FFF2-40B4-BE49-F238E27FC236}">
                              <a16:creationId xmlns:a16="http://schemas.microsoft.com/office/drawing/2014/main" id="{CBA1B6A8-6AF2-B905-67E6-10EE493F268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952" name="Group 20951">
                        <a:extLst>
                          <a:ext uri="{FF2B5EF4-FFF2-40B4-BE49-F238E27FC236}">
                            <a16:creationId xmlns:a16="http://schemas.microsoft.com/office/drawing/2014/main" id="{45A5773B-E7B2-77AD-ACD1-841FDF1A67F6}"/>
                          </a:ext>
                        </a:extLst>
                      </p:cNvPr>
                      <p:cNvGrpSpPr/>
                      <p:nvPr/>
                    </p:nvGrpSpPr>
                    <p:grpSpPr>
                      <a:xfrm rot="14400000" flipH="1">
                        <a:off x="6434137" y="3402011"/>
                        <a:ext cx="303213" cy="303213"/>
                        <a:chOff x="5354637" y="3446463"/>
                        <a:chExt cx="214313" cy="214313"/>
                      </a:xfrm>
                    </p:grpSpPr>
                    <p:sp>
                      <p:nvSpPr>
                        <p:cNvPr id="20954" name="Arc 20953">
                          <a:extLst>
                            <a:ext uri="{FF2B5EF4-FFF2-40B4-BE49-F238E27FC236}">
                              <a16:creationId xmlns:a16="http://schemas.microsoft.com/office/drawing/2014/main" id="{77825B96-F007-EEB8-A9A7-E3B23E8896B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955" name="Arc 20954">
                          <a:extLst>
                            <a:ext uri="{FF2B5EF4-FFF2-40B4-BE49-F238E27FC236}">
                              <a16:creationId xmlns:a16="http://schemas.microsoft.com/office/drawing/2014/main" id="{0E2ED2F1-1775-3622-274B-BD4E7DCC4C8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953" name="TextBox 20952">
                        <a:extLst>
                          <a:ext uri="{FF2B5EF4-FFF2-40B4-BE49-F238E27FC236}">
                            <a16:creationId xmlns:a16="http://schemas.microsoft.com/office/drawing/2014/main" id="{15B18C14-564A-E3F5-3012-6F37C611B071}"/>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938" name="Group 20937">
                    <a:extLst>
                      <a:ext uri="{FF2B5EF4-FFF2-40B4-BE49-F238E27FC236}">
                        <a16:creationId xmlns:a16="http://schemas.microsoft.com/office/drawing/2014/main" id="{55B80897-2658-6414-1371-76B3BE5DD8B7}"/>
                      </a:ext>
                    </a:extLst>
                  </p:cNvPr>
                  <p:cNvGrpSpPr/>
                  <p:nvPr/>
                </p:nvGrpSpPr>
                <p:grpSpPr>
                  <a:xfrm>
                    <a:off x="6197413" y="3225768"/>
                    <a:ext cx="393192" cy="393192"/>
                    <a:chOff x="6389147" y="3932622"/>
                    <a:chExt cx="393192" cy="393192"/>
                  </a:xfrm>
                </p:grpSpPr>
                <p:grpSp>
                  <p:nvGrpSpPr>
                    <p:cNvPr id="20939" name="Group 20938">
                      <a:extLst>
                        <a:ext uri="{FF2B5EF4-FFF2-40B4-BE49-F238E27FC236}">
                          <a16:creationId xmlns:a16="http://schemas.microsoft.com/office/drawing/2014/main" id="{3E15E068-F69E-EB49-BD70-52B1D4BE57BA}"/>
                        </a:ext>
                      </a:extLst>
                    </p:cNvPr>
                    <p:cNvGrpSpPr/>
                    <p:nvPr/>
                  </p:nvGrpSpPr>
                  <p:grpSpPr>
                    <a:xfrm flipH="1">
                      <a:off x="6478587" y="4022061"/>
                      <a:ext cx="214313" cy="214313"/>
                      <a:chOff x="5354637" y="3446463"/>
                      <a:chExt cx="214313" cy="214313"/>
                    </a:xfrm>
                  </p:grpSpPr>
                  <p:sp>
                    <p:nvSpPr>
                      <p:cNvPr id="20947" name="Arc 20946">
                        <a:extLst>
                          <a:ext uri="{FF2B5EF4-FFF2-40B4-BE49-F238E27FC236}">
                            <a16:creationId xmlns:a16="http://schemas.microsoft.com/office/drawing/2014/main" id="{03F3E183-7975-164E-4AAE-B353E9B6B92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948" name="Arc 20947">
                        <a:extLst>
                          <a:ext uri="{FF2B5EF4-FFF2-40B4-BE49-F238E27FC236}">
                            <a16:creationId xmlns:a16="http://schemas.microsoft.com/office/drawing/2014/main" id="{E64442FB-5428-2994-6A80-827E3783FA9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940" name="Group 20939">
                      <a:extLst>
                        <a:ext uri="{FF2B5EF4-FFF2-40B4-BE49-F238E27FC236}">
                          <a16:creationId xmlns:a16="http://schemas.microsoft.com/office/drawing/2014/main" id="{749A11A4-B915-DFF5-0A9F-72F2B002F8A3}"/>
                        </a:ext>
                      </a:extLst>
                    </p:cNvPr>
                    <p:cNvGrpSpPr/>
                    <p:nvPr/>
                  </p:nvGrpSpPr>
                  <p:grpSpPr>
                    <a:xfrm rot="7200000" flipH="1">
                      <a:off x="6434137" y="3977611"/>
                      <a:ext cx="303213" cy="303213"/>
                      <a:chOff x="5354637" y="3446463"/>
                      <a:chExt cx="214313" cy="214313"/>
                    </a:xfrm>
                  </p:grpSpPr>
                  <p:sp>
                    <p:nvSpPr>
                      <p:cNvPr id="20945" name="Arc 20944">
                        <a:extLst>
                          <a:ext uri="{FF2B5EF4-FFF2-40B4-BE49-F238E27FC236}">
                            <a16:creationId xmlns:a16="http://schemas.microsoft.com/office/drawing/2014/main" id="{B4E9A7E8-03FC-390F-4870-60CC84079A7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946" name="Arc 20945">
                        <a:extLst>
                          <a:ext uri="{FF2B5EF4-FFF2-40B4-BE49-F238E27FC236}">
                            <a16:creationId xmlns:a16="http://schemas.microsoft.com/office/drawing/2014/main" id="{167B8CC8-C932-1155-D6D4-A7270CCA305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941" name="Group 20940">
                      <a:extLst>
                        <a:ext uri="{FF2B5EF4-FFF2-40B4-BE49-F238E27FC236}">
                          <a16:creationId xmlns:a16="http://schemas.microsoft.com/office/drawing/2014/main" id="{3515C0C6-5D6F-29BC-926C-81AE6406388D}"/>
                        </a:ext>
                      </a:extLst>
                    </p:cNvPr>
                    <p:cNvGrpSpPr/>
                    <p:nvPr/>
                  </p:nvGrpSpPr>
                  <p:grpSpPr>
                    <a:xfrm rot="14400000" flipH="1">
                      <a:off x="6389147" y="3932622"/>
                      <a:ext cx="393192" cy="393192"/>
                      <a:chOff x="5354637" y="3446463"/>
                      <a:chExt cx="214313" cy="214313"/>
                    </a:xfrm>
                  </p:grpSpPr>
                  <p:sp>
                    <p:nvSpPr>
                      <p:cNvPr id="20943" name="Arc 20942">
                        <a:extLst>
                          <a:ext uri="{FF2B5EF4-FFF2-40B4-BE49-F238E27FC236}">
                            <a16:creationId xmlns:a16="http://schemas.microsoft.com/office/drawing/2014/main" id="{00213394-CBED-393B-1EFC-2C53F636CAF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944" name="Arc 20943">
                        <a:extLst>
                          <a:ext uri="{FF2B5EF4-FFF2-40B4-BE49-F238E27FC236}">
                            <a16:creationId xmlns:a16="http://schemas.microsoft.com/office/drawing/2014/main" id="{66E58B30-DEB5-A7E8-8891-B0FA359B7AB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942" name="TextBox 20941">
                      <a:extLst>
                        <a:ext uri="{FF2B5EF4-FFF2-40B4-BE49-F238E27FC236}">
                          <a16:creationId xmlns:a16="http://schemas.microsoft.com/office/drawing/2014/main" id="{C53BA0B0-D044-D62E-220F-FE30392C2DE5}"/>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20838" name="Group 20837">
                <a:extLst>
                  <a:ext uri="{FF2B5EF4-FFF2-40B4-BE49-F238E27FC236}">
                    <a16:creationId xmlns:a16="http://schemas.microsoft.com/office/drawing/2014/main" id="{9BA24594-307A-F164-5C36-EC273EE57E4B}"/>
                  </a:ext>
                </a:extLst>
              </p:cNvPr>
              <p:cNvGrpSpPr/>
              <p:nvPr/>
            </p:nvGrpSpPr>
            <p:grpSpPr>
              <a:xfrm>
                <a:off x="6065340" y="2039507"/>
                <a:ext cx="1643204" cy="1593124"/>
                <a:chOff x="5445106" y="2644743"/>
                <a:chExt cx="1643204" cy="1593124"/>
              </a:xfrm>
            </p:grpSpPr>
            <p:grpSp>
              <p:nvGrpSpPr>
                <p:cNvPr id="20839" name="Group 20838">
                  <a:extLst>
                    <a:ext uri="{FF2B5EF4-FFF2-40B4-BE49-F238E27FC236}">
                      <a16:creationId xmlns:a16="http://schemas.microsoft.com/office/drawing/2014/main" id="{B8DC460E-6D47-D310-23BD-2D1667FC8034}"/>
                    </a:ext>
                  </a:extLst>
                </p:cNvPr>
                <p:cNvGrpSpPr/>
                <p:nvPr/>
              </p:nvGrpSpPr>
              <p:grpSpPr>
                <a:xfrm>
                  <a:off x="5445106" y="2644743"/>
                  <a:ext cx="1019224" cy="991639"/>
                  <a:chOff x="5886431" y="3225768"/>
                  <a:chExt cx="1019224" cy="991639"/>
                </a:xfrm>
              </p:grpSpPr>
              <p:grpSp>
                <p:nvGrpSpPr>
                  <p:cNvPr id="20887" name="Group 20886">
                    <a:extLst>
                      <a:ext uri="{FF2B5EF4-FFF2-40B4-BE49-F238E27FC236}">
                        <a16:creationId xmlns:a16="http://schemas.microsoft.com/office/drawing/2014/main" id="{1C74FAB5-1401-847A-8A70-DFF52AF8100B}"/>
                      </a:ext>
                    </a:extLst>
                  </p:cNvPr>
                  <p:cNvGrpSpPr/>
                  <p:nvPr/>
                </p:nvGrpSpPr>
                <p:grpSpPr>
                  <a:xfrm>
                    <a:off x="6197413" y="3824215"/>
                    <a:ext cx="393192" cy="393192"/>
                    <a:chOff x="5265196" y="3357021"/>
                    <a:chExt cx="393192" cy="393192"/>
                  </a:xfrm>
                </p:grpSpPr>
                <p:grpSp>
                  <p:nvGrpSpPr>
                    <p:cNvPr id="20922" name="Group 20921">
                      <a:extLst>
                        <a:ext uri="{FF2B5EF4-FFF2-40B4-BE49-F238E27FC236}">
                          <a16:creationId xmlns:a16="http://schemas.microsoft.com/office/drawing/2014/main" id="{D26E6F07-0A0E-EE53-4E4C-C833010D5E5C}"/>
                        </a:ext>
                      </a:extLst>
                    </p:cNvPr>
                    <p:cNvGrpSpPr/>
                    <p:nvPr/>
                  </p:nvGrpSpPr>
                  <p:grpSpPr>
                    <a:xfrm rot="14400000">
                      <a:off x="5265196" y="3357021"/>
                      <a:ext cx="393192" cy="393192"/>
                      <a:chOff x="5354637" y="3446463"/>
                      <a:chExt cx="214313" cy="214313"/>
                    </a:xfrm>
                  </p:grpSpPr>
                  <p:sp>
                    <p:nvSpPr>
                      <p:cNvPr id="20931" name="Arc 20930">
                        <a:extLst>
                          <a:ext uri="{FF2B5EF4-FFF2-40B4-BE49-F238E27FC236}">
                            <a16:creationId xmlns:a16="http://schemas.microsoft.com/office/drawing/2014/main" id="{2133F0B6-DE32-EB68-0D15-26C57CA60D3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932" name="Arc 20931">
                        <a:extLst>
                          <a:ext uri="{FF2B5EF4-FFF2-40B4-BE49-F238E27FC236}">
                            <a16:creationId xmlns:a16="http://schemas.microsoft.com/office/drawing/2014/main" id="{FD57534B-C3C3-6C36-9023-751E017FF2C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923" name="Group 20922">
                      <a:extLst>
                        <a:ext uri="{FF2B5EF4-FFF2-40B4-BE49-F238E27FC236}">
                          <a16:creationId xmlns:a16="http://schemas.microsoft.com/office/drawing/2014/main" id="{CA219898-E5D4-2FA6-DD65-52F227EFF2A8}"/>
                        </a:ext>
                      </a:extLst>
                    </p:cNvPr>
                    <p:cNvGrpSpPr/>
                    <p:nvPr/>
                  </p:nvGrpSpPr>
                  <p:grpSpPr>
                    <a:xfrm>
                      <a:off x="5310186" y="3402011"/>
                      <a:ext cx="303213" cy="303213"/>
                      <a:chOff x="5310186" y="3402011"/>
                      <a:chExt cx="303213" cy="303213"/>
                    </a:xfrm>
                  </p:grpSpPr>
                  <p:grpSp>
                    <p:nvGrpSpPr>
                      <p:cNvPr id="20924" name="Group 20923">
                        <a:extLst>
                          <a:ext uri="{FF2B5EF4-FFF2-40B4-BE49-F238E27FC236}">
                            <a16:creationId xmlns:a16="http://schemas.microsoft.com/office/drawing/2014/main" id="{DD558C9F-3344-A665-42EF-997049ABD8A1}"/>
                          </a:ext>
                        </a:extLst>
                      </p:cNvPr>
                      <p:cNvGrpSpPr/>
                      <p:nvPr/>
                    </p:nvGrpSpPr>
                    <p:grpSpPr>
                      <a:xfrm>
                        <a:off x="5354636" y="3446461"/>
                        <a:ext cx="214313" cy="214313"/>
                        <a:chOff x="5354637" y="3446463"/>
                        <a:chExt cx="214313" cy="214313"/>
                      </a:xfrm>
                    </p:grpSpPr>
                    <p:sp>
                      <p:nvSpPr>
                        <p:cNvPr id="20929" name="Arc 20928">
                          <a:extLst>
                            <a:ext uri="{FF2B5EF4-FFF2-40B4-BE49-F238E27FC236}">
                              <a16:creationId xmlns:a16="http://schemas.microsoft.com/office/drawing/2014/main" id="{D71F317A-3E31-003D-B2AA-737BCFBA0CA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930" name="Arc 20929">
                          <a:extLst>
                            <a:ext uri="{FF2B5EF4-FFF2-40B4-BE49-F238E27FC236}">
                              <a16:creationId xmlns:a16="http://schemas.microsoft.com/office/drawing/2014/main" id="{FE186FCA-861D-E9E4-F9CF-B6F3AE81043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925" name="Group 20924">
                        <a:extLst>
                          <a:ext uri="{FF2B5EF4-FFF2-40B4-BE49-F238E27FC236}">
                            <a16:creationId xmlns:a16="http://schemas.microsoft.com/office/drawing/2014/main" id="{3208ABAF-20D0-DC77-A739-4C535DAB6EE1}"/>
                          </a:ext>
                        </a:extLst>
                      </p:cNvPr>
                      <p:cNvGrpSpPr/>
                      <p:nvPr/>
                    </p:nvGrpSpPr>
                    <p:grpSpPr>
                      <a:xfrm rot="7200000">
                        <a:off x="5310186" y="3402011"/>
                        <a:ext cx="303213" cy="303213"/>
                        <a:chOff x="5354637" y="3446463"/>
                        <a:chExt cx="214313" cy="214313"/>
                      </a:xfrm>
                    </p:grpSpPr>
                    <p:sp>
                      <p:nvSpPr>
                        <p:cNvPr id="20927" name="Arc 20926">
                          <a:extLst>
                            <a:ext uri="{FF2B5EF4-FFF2-40B4-BE49-F238E27FC236}">
                              <a16:creationId xmlns:a16="http://schemas.microsoft.com/office/drawing/2014/main" id="{B76A6AEF-2623-0A9D-7BD4-302388BB8B2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928" name="Arc 20927">
                          <a:extLst>
                            <a:ext uri="{FF2B5EF4-FFF2-40B4-BE49-F238E27FC236}">
                              <a16:creationId xmlns:a16="http://schemas.microsoft.com/office/drawing/2014/main" id="{F6CACD09-9E68-876B-4044-8FAF99F412D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926" name="TextBox 20925">
                        <a:extLst>
                          <a:ext uri="{FF2B5EF4-FFF2-40B4-BE49-F238E27FC236}">
                            <a16:creationId xmlns:a16="http://schemas.microsoft.com/office/drawing/2014/main" id="{FB2D524B-9A1A-AADF-B865-677D24D68E06}"/>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888" name="Group 20887">
                    <a:extLst>
                      <a:ext uri="{FF2B5EF4-FFF2-40B4-BE49-F238E27FC236}">
                        <a16:creationId xmlns:a16="http://schemas.microsoft.com/office/drawing/2014/main" id="{3C8CD06D-76B8-F9C0-96DE-96FEA7E322FE}"/>
                      </a:ext>
                    </a:extLst>
                  </p:cNvPr>
                  <p:cNvGrpSpPr/>
                  <p:nvPr/>
                </p:nvGrpSpPr>
                <p:grpSpPr>
                  <a:xfrm>
                    <a:off x="5886431" y="3525040"/>
                    <a:ext cx="393192" cy="393192"/>
                    <a:chOff x="5265196" y="3932619"/>
                    <a:chExt cx="393192" cy="393192"/>
                  </a:xfrm>
                </p:grpSpPr>
                <p:grpSp>
                  <p:nvGrpSpPr>
                    <p:cNvPr id="20912" name="Group 20911">
                      <a:extLst>
                        <a:ext uri="{FF2B5EF4-FFF2-40B4-BE49-F238E27FC236}">
                          <a16:creationId xmlns:a16="http://schemas.microsoft.com/office/drawing/2014/main" id="{5A65E578-1070-AB09-44EE-C4164F0FBA17}"/>
                        </a:ext>
                      </a:extLst>
                    </p:cNvPr>
                    <p:cNvGrpSpPr/>
                    <p:nvPr/>
                  </p:nvGrpSpPr>
                  <p:grpSpPr>
                    <a:xfrm>
                      <a:off x="5354636" y="4022061"/>
                      <a:ext cx="214313" cy="214313"/>
                      <a:chOff x="5354637" y="3446463"/>
                      <a:chExt cx="214313" cy="214313"/>
                    </a:xfrm>
                  </p:grpSpPr>
                  <p:sp>
                    <p:nvSpPr>
                      <p:cNvPr id="20920" name="Arc 20919">
                        <a:extLst>
                          <a:ext uri="{FF2B5EF4-FFF2-40B4-BE49-F238E27FC236}">
                            <a16:creationId xmlns:a16="http://schemas.microsoft.com/office/drawing/2014/main" id="{63C2131D-81ED-0739-387B-817FEFB17AC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921" name="Arc 20920">
                        <a:extLst>
                          <a:ext uri="{FF2B5EF4-FFF2-40B4-BE49-F238E27FC236}">
                            <a16:creationId xmlns:a16="http://schemas.microsoft.com/office/drawing/2014/main" id="{4B1436BC-2ED5-9B84-1DF9-C9CC4BB208E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913" name="Group 20912">
                      <a:extLst>
                        <a:ext uri="{FF2B5EF4-FFF2-40B4-BE49-F238E27FC236}">
                          <a16:creationId xmlns:a16="http://schemas.microsoft.com/office/drawing/2014/main" id="{05C05D8B-DF36-756E-B992-502565FA564B}"/>
                        </a:ext>
                      </a:extLst>
                    </p:cNvPr>
                    <p:cNvGrpSpPr/>
                    <p:nvPr/>
                  </p:nvGrpSpPr>
                  <p:grpSpPr>
                    <a:xfrm rot="14400000">
                      <a:off x="5310186" y="3977611"/>
                      <a:ext cx="303213" cy="303213"/>
                      <a:chOff x="5354637" y="3446463"/>
                      <a:chExt cx="214313" cy="214313"/>
                    </a:xfrm>
                  </p:grpSpPr>
                  <p:sp>
                    <p:nvSpPr>
                      <p:cNvPr id="20918" name="Arc 20917">
                        <a:extLst>
                          <a:ext uri="{FF2B5EF4-FFF2-40B4-BE49-F238E27FC236}">
                            <a16:creationId xmlns:a16="http://schemas.microsoft.com/office/drawing/2014/main" id="{AD62C6AA-52D4-0B6B-8E89-B57648AF611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919" name="Arc 20918">
                        <a:extLst>
                          <a:ext uri="{FF2B5EF4-FFF2-40B4-BE49-F238E27FC236}">
                            <a16:creationId xmlns:a16="http://schemas.microsoft.com/office/drawing/2014/main" id="{276ECF78-BA4E-F5C7-4C77-81AC5B4882D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914" name="Group 20913">
                      <a:extLst>
                        <a:ext uri="{FF2B5EF4-FFF2-40B4-BE49-F238E27FC236}">
                          <a16:creationId xmlns:a16="http://schemas.microsoft.com/office/drawing/2014/main" id="{FE292E13-EF68-3D6D-F89B-C7573B5B3D9E}"/>
                        </a:ext>
                      </a:extLst>
                    </p:cNvPr>
                    <p:cNvGrpSpPr/>
                    <p:nvPr/>
                  </p:nvGrpSpPr>
                  <p:grpSpPr>
                    <a:xfrm rot="7200000">
                      <a:off x="5265196" y="3932619"/>
                      <a:ext cx="393192" cy="393192"/>
                      <a:chOff x="5354637" y="3446463"/>
                      <a:chExt cx="214313" cy="214313"/>
                    </a:xfrm>
                  </p:grpSpPr>
                  <p:sp>
                    <p:nvSpPr>
                      <p:cNvPr id="20916" name="Arc 20915">
                        <a:extLst>
                          <a:ext uri="{FF2B5EF4-FFF2-40B4-BE49-F238E27FC236}">
                            <a16:creationId xmlns:a16="http://schemas.microsoft.com/office/drawing/2014/main" id="{5F069661-8C85-BC71-A9C5-F66FFEC368E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917" name="Arc 20916">
                        <a:extLst>
                          <a:ext uri="{FF2B5EF4-FFF2-40B4-BE49-F238E27FC236}">
                            <a16:creationId xmlns:a16="http://schemas.microsoft.com/office/drawing/2014/main" id="{A46C6F26-A553-08B5-7E42-D1B0C00659B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915" name="TextBox 20914">
                      <a:extLst>
                        <a:ext uri="{FF2B5EF4-FFF2-40B4-BE49-F238E27FC236}">
                          <a16:creationId xmlns:a16="http://schemas.microsoft.com/office/drawing/2014/main" id="{5D0ADE0D-4C4A-81C8-4F6C-A44C36359203}"/>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0889" name="Group 20888">
                    <a:extLst>
                      <a:ext uri="{FF2B5EF4-FFF2-40B4-BE49-F238E27FC236}">
                        <a16:creationId xmlns:a16="http://schemas.microsoft.com/office/drawing/2014/main" id="{5246D5E1-63F8-B85D-A1C1-7B899C4622EF}"/>
                      </a:ext>
                    </a:extLst>
                  </p:cNvPr>
                  <p:cNvGrpSpPr/>
                  <p:nvPr/>
                </p:nvGrpSpPr>
                <p:grpSpPr>
                  <a:xfrm>
                    <a:off x="6512463" y="3525040"/>
                    <a:ext cx="393192" cy="393192"/>
                    <a:chOff x="6389147" y="3357021"/>
                    <a:chExt cx="393192" cy="393192"/>
                  </a:xfrm>
                </p:grpSpPr>
                <p:grpSp>
                  <p:nvGrpSpPr>
                    <p:cNvPr id="20901" name="Group 20900">
                      <a:extLst>
                        <a:ext uri="{FF2B5EF4-FFF2-40B4-BE49-F238E27FC236}">
                          <a16:creationId xmlns:a16="http://schemas.microsoft.com/office/drawing/2014/main" id="{8F6FC487-304C-2D24-F8A4-44BA4FF4B024}"/>
                        </a:ext>
                      </a:extLst>
                    </p:cNvPr>
                    <p:cNvGrpSpPr/>
                    <p:nvPr/>
                  </p:nvGrpSpPr>
                  <p:grpSpPr>
                    <a:xfrm rot="7200000" flipH="1">
                      <a:off x="6389147" y="3357021"/>
                      <a:ext cx="393192" cy="393192"/>
                      <a:chOff x="5354637" y="3446463"/>
                      <a:chExt cx="214313" cy="214313"/>
                    </a:xfrm>
                  </p:grpSpPr>
                  <p:sp>
                    <p:nvSpPr>
                      <p:cNvPr id="20910" name="Arc 20909">
                        <a:extLst>
                          <a:ext uri="{FF2B5EF4-FFF2-40B4-BE49-F238E27FC236}">
                            <a16:creationId xmlns:a16="http://schemas.microsoft.com/office/drawing/2014/main" id="{05CD3B18-A817-D086-AB1B-FF9AEECA44B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911" name="Arc 20910">
                        <a:extLst>
                          <a:ext uri="{FF2B5EF4-FFF2-40B4-BE49-F238E27FC236}">
                            <a16:creationId xmlns:a16="http://schemas.microsoft.com/office/drawing/2014/main" id="{E0BD0D8E-D926-90B3-143B-9002F1A0C1C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902" name="Group 20901">
                      <a:extLst>
                        <a:ext uri="{FF2B5EF4-FFF2-40B4-BE49-F238E27FC236}">
                          <a16:creationId xmlns:a16="http://schemas.microsoft.com/office/drawing/2014/main" id="{B611A37A-5C64-684E-3708-C8D73D3403AC}"/>
                        </a:ext>
                      </a:extLst>
                    </p:cNvPr>
                    <p:cNvGrpSpPr/>
                    <p:nvPr/>
                  </p:nvGrpSpPr>
                  <p:grpSpPr>
                    <a:xfrm>
                      <a:off x="6434137" y="3402011"/>
                      <a:ext cx="303213" cy="303213"/>
                      <a:chOff x="6434137" y="3402011"/>
                      <a:chExt cx="303213" cy="303213"/>
                    </a:xfrm>
                  </p:grpSpPr>
                  <p:grpSp>
                    <p:nvGrpSpPr>
                      <p:cNvPr id="20903" name="Group 20902">
                        <a:extLst>
                          <a:ext uri="{FF2B5EF4-FFF2-40B4-BE49-F238E27FC236}">
                            <a16:creationId xmlns:a16="http://schemas.microsoft.com/office/drawing/2014/main" id="{3A49A1FC-AEF0-431B-3F2E-74004FE15539}"/>
                          </a:ext>
                        </a:extLst>
                      </p:cNvPr>
                      <p:cNvGrpSpPr/>
                      <p:nvPr/>
                    </p:nvGrpSpPr>
                    <p:grpSpPr>
                      <a:xfrm flipH="1">
                        <a:off x="6478587" y="3446461"/>
                        <a:ext cx="214313" cy="214313"/>
                        <a:chOff x="5354637" y="3446463"/>
                        <a:chExt cx="214313" cy="214313"/>
                      </a:xfrm>
                    </p:grpSpPr>
                    <p:sp>
                      <p:nvSpPr>
                        <p:cNvPr id="20908" name="Arc 20907">
                          <a:extLst>
                            <a:ext uri="{FF2B5EF4-FFF2-40B4-BE49-F238E27FC236}">
                              <a16:creationId xmlns:a16="http://schemas.microsoft.com/office/drawing/2014/main" id="{714BFFDE-8439-D05F-FEA3-6844743DE15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909" name="Arc 20908">
                          <a:extLst>
                            <a:ext uri="{FF2B5EF4-FFF2-40B4-BE49-F238E27FC236}">
                              <a16:creationId xmlns:a16="http://schemas.microsoft.com/office/drawing/2014/main" id="{32D35029-5D69-F264-DB84-042EB093C02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904" name="Group 20903">
                        <a:extLst>
                          <a:ext uri="{FF2B5EF4-FFF2-40B4-BE49-F238E27FC236}">
                            <a16:creationId xmlns:a16="http://schemas.microsoft.com/office/drawing/2014/main" id="{34CF5264-3509-64AB-A1BC-26DF59FE5EC5}"/>
                          </a:ext>
                        </a:extLst>
                      </p:cNvPr>
                      <p:cNvGrpSpPr/>
                      <p:nvPr/>
                    </p:nvGrpSpPr>
                    <p:grpSpPr>
                      <a:xfrm rot="14400000" flipH="1">
                        <a:off x="6434137" y="3402011"/>
                        <a:ext cx="303213" cy="303213"/>
                        <a:chOff x="5354637" y="3446463"/>
                        <a:chExt cx="214313" cy="214313"/>
                      </a:xfrm>
                    </p:grpSpPr>
                    <p:sp>
                      <p:nvSpPr>
                        <p:cNvPr id="20906" name="Arc 20905">
                          <a:extLst>
                            <a:ext uri="{FF2B5EF4-FFF2-40B4-BE49-F238E27FC236}">
                              <a16:creationId xmlns:a16="http://schemas.microsoft.com/office/drawing/2014/main" id="{33AD43E2-56E3-E57F-9B94-253A8A5048D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907" name="Arc 20906">
                          <a:extLst>
                            <a:ext uri="{FF2B5EF4-FFF2-40B4-BE49-F238E27FC236}">
                              <a16:creationId xmlns:a16="http://schemas.microsoft.com/office/drawing/2014/main" id="{6432E691-A92F-EE8A-117F-C82CBC7391C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905" name="TextBox 20904">
                        <a:extLst>
                          <a:ext uri="{FF2B5EF4-FFF2-40B4-BE49-F238E27FC236}">
                            <a16:creationId xmlns:a16="http://schemas.microsoft.com/office/drawing/2014/main" id="{B32E2017-174F-B7F5-379E-D98423ABB63D}"/>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890" name="Group 20889">
                    <a:extLst>
                      <a:ext uri="{FF2B5EF4-FFF2-40B4-BE49-F238E27FC236}">
                        <a16:creationId xmlns:a16="http://schemas.microsoft.com/office/drawing/2014/main" id="{C9EEB42E-F281-06FE-5D99-6ED198D43C68}"/>
                      </a:ext>
                    </a:extLst>
                  </p:cNvPr>
                  <p:cNvGrpSpPr/>
                  <p:nvPr/>
                </p:nvGrpSpPr>
                <p:grpSpPr>
                  <a:xfrm>
                    <a:off x="6197413" y="3225768"/>
                    <a:ext cx="393192" cy="393192"/>
                    <a:chOff x="6389147" y="3932622"/>
                    <a:chExt cx="393192" cy="393192"/>
                  </a:xfrm>
                </p:grpSpPr>
                <p:grpSp>
                  <p:nvGrpSpPr>
                    <p:cNvPr id="20891" name="Group 20890">
                      <a:extLst>
                        <a:ext uri="{FF2B5EF4-FFF2-40B4-BE49-F238E27FC236}">
                          <a16:creationId xmlns:a16="http://schemas.microsoft.com/office/drawing/2014/main" id="{9399B682-E6B4-5377-3473-071D823980CE}"/>
                        </a:ext>
                      </a:extLst>
                    </p:cNvPr>
                    <p:cNvGrpSpPr/>
                    <p:nvPr/>
                  </p:nvGrpSpPr>
                  <p:grpSpPr>
                    <a:xfrm flipH="1">
                      <a:off x="6478587" y="4022061"/>
                      <a:ext cx="214313" cy="214313"/>
                      <a:chOff x="5354637" y="3446463"/>
                      <a:chExt cx="214313" cy="214313"/>
                    </a:xfrm>
                  </p:grpSpPr>
                  <p:sp>
                    <p:nvSpPr>
                      <p:cNvPr id="20899" name="Arc 20898">
                        <a:extLst>
                          <a:ext uri="{FF2B5EF4-FFF2-40B4-BE49-F238E27FC236}">
                            <a16:creationId xmlns:a16="http://schemas.microsoft.com/office/drawing/2014/main" id="{7A744EE2-46A4-C412-DC59-B4F1C04E403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900" name="Arc 20899">
                        <a:extLst>
                          <a:ext uri="{FF2B5EF4-FFF2-40B4-BE49-F238E27FC236}">
                            <a16:creationId xmlns:a16="http://schemas.microsoft.com/office/drawing/2014/main" id="{763156B4-E51D-F24F-B66F-FF76424ABC1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892" name="Group 20891">
                      <a:extLst>
                        <a:ext uri="{FF2B5EF4-FFF2-40B4-BE49-F238E27FC236}">
                          <a16:creationId xmlns:a16="http://schemas.microsoft.com/office/drawing/2014/main" id="{F0984C56-EA37-661A-9220-CA17EC87A48A}"/>
                        </a:ext>
                      </a:extLst>
                    </p:cNvPr>
                    <p:cNvGrpSpPr/>
                    <p:nvPr/>
                  </p:nvGrpSpPr>
                  <p:grpSpPr>
                    <a:xfrm rot="7200000" flipH="1">
                      <a:off x="6434137" y="3977611"/>
                      <a:ext cx="303213" cy="303213"/>
                      <a:chOff x="5354637" y="3446463"/>
                      <a:chExt cx="214313" cy="214313"/>
                    </a:xfrm>
                  </p:grpSpPr>
                  <p:sp>
                    <p:nvSpPr>
                      <p:cNvPr id="20897" name="Arc 20896">
                        <a:extLst>
                          <a:ext uri="{FF2B5EF4-FFF2-40B4-BE49-F238E27FC236}">
                            <a16:creationId xmlns:a16="http://schemas.microsoft.com/office/drawing/2014/main" id="{9A5550B1-5B3E-8551-2168-0F07417209D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898" name="Arc 20897">
                        <a:extLst>
                          <a:ext uri="{FF2B5EF4-FFF2-40B4-BE49-F238E27FC236}">
                            <a16:creationId xmlns:a16="http://schemas.microsoft.com/office/drawing/2014/main" id="{182524BC-74B1-07D6-0071-4A3E9CDD20A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893" name="Group 20892">
                      <a:extLst>
                        <a:ext uri="{FF2B5EF4-FFF2-40B4-BE49-F238E27FC236}">
                          <a16:creationId xmlns:a16="http://schemas.microsoft.com/office/drawing/2014/main" id="{BE4EC407-4CA4-ABA8-5885-1523D58688E7}"/>
                        </a:ext>
                      </a:extLst>
                    </p:cNvPr>
                    <p:cNvGrpSpPr/>
                    <p:nvPr/>
                  </p:nvGrpSpPr>
                  <p:grpSpPr>
                    <a:xfrm rot="14400000" flipH="1">
                      <a:off x="6389147" y="3932622"/>
                      <a:ext cx="393192" cy="393192"/>
                      <a:chOff x="5354637" y="3446463"/>
                      <a:chExt cx="214313" cy="214313"/>
                    </a:xfrm>
                  </p:grpSpPr>
                  <p:sp>
                    <p:nvSpPr>
                      <p:cNvPr id="20895" name="Arc 20894">
                        <a:extLst>
                          <a:ext uri="{FF2B5EF4-FFF2-40B4-BE49-F238E27FC236}">
                            <a16:creationId xmlns:a16="http://schemas.microsoft.com/office/drawing/2014/main" id="{76186DE1-4773-1021-4D4E-E1BBE081A91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896" name="Arc 20895">
                        <a:extLst>
                          <a:ext uri="{FF2B5EF4-FFF2-40B4-BE49-F238E27FC236}">
                            <a16:creationId xmlns:a16="http://schemas.microsoft.com/office/drawing/2014/main" id="{76CEFF9F-E9E1-43CD-3472-3B38DC46410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894" name="TextBox 20893">
                      <a:extLst>
                        <a:ext uri="{FF2B5EF4-FFF2-40B4-BE49-F238E27FC236}">
                          <a16:creationId xmlns:a16="http://schemas.microsoft.com/office/drawing/2014/main" id="{72565338-4C97-B916-8D74-B185A0CF515D}"/>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840" name="Group 20839">
                  <a:extLst>
                    <a:ext uri="{FF2B5EF4-FFF2-40B4-BE49-F238E27FC236}">
                      <a16:creationId xmlns:a16="http://schemas.microsoft.com/office/drawing/2014/main" id="{6875FE9F-5791-CF95-0C6C-75B481CB2C83}"/>
                    </a:ext>
                  </a:extLst>
                </p:cNvPr>
                <p:cNvGrpSpPr/>
                <p:nvPr/>
              </p:nvGrpSpPr>
              <p:grpSpPr>
                <a:xfrm>
                  <a:off x="6069086" y="3246228"/>
                  <a:ext cx="1019224" cy="991639"/>
                  <a:chOff x="5886431" y="3225768"/>
                  <a:chExt cx="1019224" cy="991639"/>
                </a:xfrm>
              </p:grpSpPr>
              <p:grpSp>
                <p:nvGrpSpPr>
                  <p:cNvPr id="20841" name="Group 20840">
                    <a:extLst>
                      <a:ext uri="{FF2B5EF4-FFF2-40B4-BE49-F238E27FC236}">
                        <a16:creationId xmlns:a16="http://schemas.microsoft.com/office/drawing/2014/main" id="{D92B2759-9F18-C2A8-52E6-4C2E1CCE2198}"/>
                      </a:ext>
                    </a:extLst>
                  </p:cNvPr>
                  <p:cNvGrpSpPr/>
                  <p:nvPr/>
                </p:nvGrpSpPr>
                <p:grpSpPr>
                  <a:xfrm>
                    <a:off x="6197413" y="3824215"/>
                    <a:ext cx="393192" cy="393192"/>
                    <a:chOff x="5265196" y="3357021"/>
                    <a:chExt cx="393192" cy="393192"/>
                  </a:xfrm>
                </p:grpSpPr>
                <p:grpSp>
                  <p:nvGrpSpPr>
                    <p:cNvPr id="20876" name="Group 20875">
                      <a:extLst>
                        <a:ext uri="{FF2B5EF4-FFF2-40B4-BE49-F238E27FC236}">
                          <a16:creationId xmlns:a16="http://schemas.microsoft.com/office/drawing/2014/main" id="{336FA1B9-7E7C-626A-3A95-59320803E622}"/>
                        </a:ext>
                      </a:extLst>
                    </p:cNvPr>
                    <p:cNvGrpSpPr/>
                    <p:nvPr/>
                  </p:nvGrpSpPr>
                  <p:grpSpPr>
                    <a:xfrm rot="14400000">
                      <a:off x="5265196" y="3357021"/>
                      <a:ext cx="393192" cy="393192"/>
                      <a:chOff x="5354637" y="3446463"/>
                      <a:chExt cx="214313" cy="214313"/>
                    </a:xfrm>
                  </p:grpSpPr>
                  <p:sp>
                    <p:nvSpPr>
                      <p:cNvPr id="20885" name="Arc 20884">
                        <a:extLst>
                          <a:ext uri="{FF2B5EF4-FFF2-40B4-BE49-F238E27FC236}">
                            <a16:creationId xmlns:a16="http://schemas.microsoft.com/office/drawing/2014/main" id="{0141B9B4-9AE4-9AD7-BAAF-1A844F4E030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886" name="Arc 20885">
                        <a:extLst>
                          <a:ext uri="{FF2B5EF4-FFF2-40B4-BE49-F238E27FC236}">
                            <a16:creationId xmlns:a16="http://schemas.microsoft.com/office/drawing/2014/main" id="{0415F866-FB2F-B314-86FC-ED96051E5C8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877" name="Group 20876">
                      <a:extLst>
                        <a:ext uri="{FF2B5EF4-FFF2-40B4-BE49-F238E27FC236}">
                          <a16:creationId xmlns:a16="http://schemas.microsoft.com/office/drawing/2014/main" id="{00A115B3-D30E-FE08-652B-C281B2B590DC}"/>
                        </a:ext>
                      </a:extLst>
                    </p:cNvPr>
                    <p:cNvGrpSpPr/>
                    <p:nvPr/>
                  </p:nvGrpSpPr>
                  <p:grpSpPr>
                    <a:xfrm>
                      <a:off x="5310186" y="3402011"/>
                      <a:ext cx="303213" cy="303213"/>
                      <a:chOff x="5310186" y="3402011"/>
                      <a:chExt cx="303213" cy="303213"/>
                    </a:xfrm>
                  </p:grpSpPr>
                  <p:grpSp>
                    <p:nvGrpSpPr>
                      <p:cNvPr id="20878" name="Group 20877">
                        <a:extLst>
                          <a:ext uri="{FF2B5EF4-FFF2-40B4-BE49-F238E27FC236}">
                            <a16:creationId xmlns:a16="http://schemas.microsoft.com/office/drawing/2014/main" id="{1D58CB8D-3FFE-5032-BADE-D9D713267BF3}"/>
                          </a:ext>
                        </a:extLst>
                      </p:cNvPr>
                      <p:cNvGrpSpPr/>
                      <p:nvPr/>
                    </p:nvGrpSpPr>
                    <p:grpSpPr>
                      <a:xfrm>
                        <a:off x="5354636" y="3446461"/>
                        <a:ext cx="214313" cy="214313"/>
                        <a:chOff x="5354637" y="3446463"/>
                        <a:chExt cx="214313" cy="214313"/>
                      </a:xfrm>
                    </p:grpSpPr>
                    <p:sp>
                      <p:nvSpPr>
                        <p:cNvPr id="20883" name="Arc 20882">
                          <a:extLst>
                            <a:ext uri="{FF2B5EF4-FFF2-40B4-BE49-F238E27FC236}">
                              <a16:creationId xmlns:a16="http://schemas.microsoft.com/office/drawing/2014/main" id="{DD0095E0-FEA9-B813-C815-CA5DBBB7B83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884" name="Arc 20883">
                          <a:extLst>
                            <a:ext uri="{FF2B5EF4-FFF2-40B4-BE49-F238E27FC236}">
                              <a16:creationId xmlns:a16="http://schemas.microsoft.com/office/drawing/2014/main" id="{E59923A7-D57C-67E7-5D7F-B81AFE2A0A4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879" name="Group 20878">
                        <a:extLst>
                          <a:ext uri="{FF2B5EF4-FFF2-40B4-BE49-F238E27FC236}">
                            <a16:creationId xmlns:a16="http://schemas.microsoft.com/office/drawing/2014/main" id="{4611C8E3-E5C2-6FEB-8872-92CCF30DC3F9}"/>
                          </a:ext>
                        </a:extLst>
                      </p:cNvPr>
                      <p:cNvGrpSpPr/>
                      <p:nvPr/>
                    </p:nvGrpSpPr>
                    <p:grpSpPr>
                      <a:xfrm rot="7200000">
                        <a:off x="5310186" y="3402011"/>
                        <a:ext cx="303213" cy="303213"/>
                        <a:chOff x="5354637" y="3446463"/>
                        <a:chExt cx="214313" cy="214313"/>
                      </a:xfrm>
                    </p:grpSpPr>
                    <p:sp>
                      <p:nvSpPr>
                        <p:cNvPr id="20881" name="Arc 20880">
                          <a:extLst>
                            <a:ext uri="{FF2B5EF4-FFF2-40B4-BE49-F238E27FC236}">
                              <a16:creationId xmlns:a16="http://schemas.microsoft.com/office/drawing/2014/main" id="{745F1D2B-5321-54A6-D88D-3439C5933BD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882" name="Arc 20881">
                          <a:extLst>
                            <a:ext uri="{FF2B5EF4-FFF2-40B4-BE49-F238E27FC236}">
                              <a16:creationId xmlns:a16="http://schemas.microsoft.com/office/drawing/2014/main" id="{80E17C99-C265-83EC-864D-2371707FD81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880" name="TextBox 20879">
                        <a:extLst>
                          <a:ext uri="{FF2B5EF4-FFF2-40B4-BE49-F238E27FC236}">
                            <a16:creationId xmlns:a16="http://schemas.microsoft.com/office/drawing/2014/main" id="{FF762ABD-8576-53CB-1BF4-462020EAB669}"/>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842" name="Group 20841">
                    <a:extLst>
                      <a:ext uri="{FF2B5EF4-FFF2-40B4-BE49-F238E27FC236}">
                        <a16:creationId xmlns:a16="http://schemas.microsoft.com/office/drawing/2014/main" id="{3E67CFC5-4098-C9A4-17E0-B5159F4DADEC}"/>
                      </a:ext>
                    </a:extLst>
                  </p:cNvPr>
                  <p:cNvGrpSpPr/>
                  <p:nvPr/>
                </p:nvGrpSpPr>
                <p:grpSpPr>
                  <a:xfrm>
                    <a:off x="5886431" y="3525040"/>
                    <a:ext cx="393192" cy="393192"/>
                    <a:chOff x="5265196" y="3932619"/>
                    <a:chExt cx="393192" cy="393192"/>
                  </a:xfrm>
                </p:grpSpPr>
                <p:grpSp>
                  <p:nvGrpSpPr>
                    <p:cNvPr id="20866" name="Group 20865">
                      <a:extLst>
                        <a:ext uri="{FF2B5EF4-FFF2-40B4-BE49-F238E27FC236}">
                          <a16:creationId xmlns:a16="http://schemas.microsoft.com/office/drawing/2014/main" id="{1412A771-2D53-3EAD-42BD-343F392F59D0}"/>
                        </a:ext>
                      </a:extLst>
                    </p:cNvPr>
                    <p:cNvGrpSpPr/>
                    <p:nvPr/>
                  </p:nvGrpSpPr>
                  <p:grpSpPr>
                    <a:xfrm>
                      <a:off x="5354636" y="4022061"/>
                      <a:ext cx="214313" cy="214313"/>
                      <a:chOff x="5354637" y="3446463"/>
                      <a:chExt cx="214313" cy="214313"/>
                    </a:xfrm>
                  </p:grpSpPr>
                  <p:sp>
                    <p:nvSpPr>
                      <p:cNvPr id="20874" name="Arc 20873">
                        <a:extLst>
                          <a:ext uri="{FF2B5EF4-FFF2-40B4-BE49-F238E27FC236}">
                            <a16:creationId xmlns:a16="http://schemas.microsoft.com/office/drawing/2014/main" id="{196FF97C-D8D8-BFBE-1CBA-D2CF30C5921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875" name="Arc 20874">
                        <a:extLst>
                          <a:ext uri="{FF2B5EF4-FFF2-40B4-BE49-F238E27FC236}">
                            <a16:creationId xmlns:a16="http://schemas.microsoft.com/office/drawing/2014/main" id="{E7869C7D-DD5F-9230-4A95-CD2F4EC384F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867" name="Group 20866">
                      <a:extLst>
                        <a:ext uri="{FF2B5EF4-FFF2-40B4-BE49-F238E27FC236}">
                          <a16:creationId xmlns:a16="http://schemas.microsoft.com/office/drawing/2014/main" id="{A3EC252E-5970-EA73-D81C-114A345D847A}"/>
                        </a:ext>
                      </a:extLst>
                    </p:cNvPr>
                    <p:cNvGrpSpPr/>
                    <p:nvPr/>
                  </p:nvGrpSpPr>
                  <p:grpSpPr>
                    <a:xfrm rot="14400000">
                      <a:off x="5310186" y="3977611"/>
                      <a:ext cx="303213" cy="303213"/>
                      <a:chOff x="5354637" y="3446463"/>
                      <a:chExt cx="214313" cy="214313"/>
                    </a:xfrm>
                  </p:grpSpPr>
                  <p:sp>
                    <p:nvSpPr>
                      <p:cNvPr id="20872" name="Arc 20871">
                        <a:extLst>
                          <a:ext uri="{FF2B5EF4-FFF2-40B4-BE49-F238E27FC236}">
                            <a16:creationId xmlns:a16="http://schemas.microsoft.com/office/drawing/2014/main" id="{20E30401-8DC3-0918-179F-E32306B1691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873" name="Arc 20872">
                        <a:extLst>
                          <a:ext uri="{FF2B5EF4-FFF2-40B4-BE49-F238E27FC236}">
                            <a16:creationId xmlns:a16="http://schemas.microsoft.com/office/drawing/2014/main" id="{1481A925-B930-8454-2B46-9FBF89767C8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868" name="Group 20867">
                      <a:extLst>
                        <a:ext uri="{FF2B5EF4-FFF2-40B4-BE49-F238E27FC236}">
                          <a16:creationId xmlns:a16="http://schemas.microsoft.com/office/drawing/2014/main" id="{8D04C515-B2E5-1F1A-BB7E-0E2E6B51DFEB}"/>
                        </a:ext>
                      </a:extLst>
                    </p:cNvPr>
                    <p:cNvGrpSpPr/>
                    <p:nvPr/>
                  </p:nvGrpSpPr>
                  <p:grpSpPr>
                    <a:xfrm rot="7200000">
                      <a:off x="5265196" y="3932619"/>
                      <a:ext cx="393192" cy="393192"/>
                      <a:chOff x="5354637" y="3446463"/>
                      <a:chExt cx="214313" cy="214313"/>
                    </a:xfrm>
                  </p:grpSpPr>
                  <p:sp>
                    <p:nvSpPr>
                      <p:cNvPr id="20870" name="Arc 20869">
                        <a:extLst>
                          <a:ext uri="{FF2B5EF4-FFF2-40B4-BE49-F238E27FC236}">
                            <a16:creationId xmlns:a16="http://schemas.microsoft.com/office/drawing/2014/main" id="{219204F5-036F-9A4F-15C3-B87D7906EE6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871" name="Arc 20870">
                        <a:extLst>
                          <a:ext uri="{FF2B5EF4-FFF2-40B4-BE49-F238E27FC236}">
                            <a16:creationId xmlns:a16="http://schemas.microsoft.com/office/drawing/2014/main" id="{B6B8E6A0-B3B8-91F9-068E-D657967A4B6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869" name="TextBox 20868">
                      <a:extLst>
                        <a:ext uri="{FF2B5EF4-FFF2-40B4-BE49-F238E27FC236}">
                          <a16:creationId xmlns:a16="http://schemas.microsoft.com/office/drawing/2014/main" id="{3DC88E9A-981A-93BF-E5F2-8C490EBE89CD}"/>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0843" name="Group 20842">
                    <a:extLst>
                      <a:ext uri="{FF2B5EF4-FFF2-40B4-BE49-F238E27FC236}">
                        <a16:creationId xmlns:a16="http://schemas.microsoft.com/office/drawing/2014/main" id="{9F20F102-C4C7-023B-76BB-E30DEFA0E1D7}"/>
                      </a:ext>
                    </a:extLst>
                  </p:cNvPr>
                  <p:cNvGrpSpPr/>
                  <p:nvPr/>
                </p:nvGrpSpPr>
                <p:grpSpPr>
                  <a:xfrm>
                    <a:off x="6512463" y="3525040"/>
                    <a:ext cx="393192" cy="393192"/>
                    <a:chOff x="6389147" y="3357021"/>
                    <a:chExt cx="393192" cy="393192"/>
                  </a:xfrm>
                </p:grpSpPr>
                <p:grpSp>
                  <p:nvGrpSpPr>
                    <p:cNvPr id="20855" name="Group 20854">
                      <a:extLst>
                        <a:ext uri="{FF2B5EF4-FFF2-40B4-BE49-F238E27FC236}">
                          <a16:creationId xmlns:a16="http://schemas.microsoft.com/office/drawing/2014/main" id="{FD710631-8ADD-ABF9-756A-1952FF61AF92}"/>
                        </a:ext>
                      </a:extLst>
                    </p:cNvPr>
                    <p:cNvGrpSpPr/>
                    <p:nvPr/>
                  </p:nvGrpSpPr>
                  <p:grpSpPr>
                    <a:xfrm rot="7200000" flipH="1">
                      <a:off x="6389147" y="3357021"/>
                      <a:ext cx="393192" cy="393192"/>
                      <a:chOff x="5354637" y="3446463"/>
                      <a:chExt cx="214313" cy="214313"/>
                    </a:xfrm>
                  </p:grpSpPr>
                  <p:sp>
                    <p:nvSpPr>
                      <p:cNvPr id="20864" name="Arc 20863">
                        <a:extLst>
                          <a:ext uri="{FF2B5EF4-FFF2-40B4-BE49-F238E27FC236}">
                            <a16:creationId xmlns:a16="http://schemas.microsoft.com/office/drawing/2014/main" id="{A5753F11-71CC-955C-5E79-CE744FA334E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865" name="Arc 20864">
                        <a:extLst>
                          <a:ext uri="{FF2B5EF4-FFF2-40B4-BE49-F238E27FC236}">
                            <a16:creationId xmlns:a16="http://schemas.microsoft.com/office/drawing/2014/main" id="{A956FA88-4E53-D61E-6D7C-5D1077E4118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856" name="Group 20855">
                      <a:extLst>
                        <a:ext uri="{FF2B5EF4-FFF2-40B4-BE49-F238E27FC236}">
                          <a16:creationId xmlns:a16="http://schemas.microsoft.com/office/drawing/2014/main" id="{46C58DE8-B0A2-421F-221D-12D7C3BD5013}"/>
                        </a:ext>
                      </a:extLst>
                    </p:cNvPr>
                    <p:cNvGrpSpPr/>
                    <p:nvPr/>
                  </p:nvGrpSpPr>
                  <p:grpSpPr>
                    <a:xfrm>
                      <a:off x="6434137" y="3402011"/>
                      <a:ext cx="303213" cy="303213"/>
                      <a:chOff x="6434137" y="3402011"/>
                      <a:chExt cx="303213" cy="303213"/>
                    </a:xfrm>
                  </p:grpSpPr>
                  <p:grpSp>
                    <p:nvGrpSpPr>
                      <p:cNvPr id="20857" name="Group 20856">
                        <a:extLst>
                          <a:ext uri="{FF2B5EF4-FFF2-40B4-BE49-F238E27FC236}">
                            <a16:creationId xmlns:a16="http://schemas.microsoft.com/office/drawing/2014/main" id="{C0EBF8A6-A86F-BEE4-2999-0A3223B83A71}"/>
                          </a:ext>
                        </a:extLst>
                      </p:cNvPr>
                      <p:cNvGrpSpPr/>
                      <p:nvPr/>
                    </p:nvGrpSpPr>
                    <p:grpSpPr>
                      <a:xfrm flipH="1">
                        <a:off x="6478587" y="3446461"/>
                        <a:ext cx="214313" cy="214313"/>
                        <a:chOff x="5354637" y="3446463"/>
                        <a:chExt cx="214313" cy="214313"/>
                      </a:xfrm>
                    </p:grpSpPr>
                    <p:sp>
                      <p:nvSpPr>
                        <p:cNvPr id="20862" name="Arc 20861">
                          <a:extLst>
                            <a:ext uri="{FF2B5EF4-FFF2-40B4-BE49-F238E27FC236}">
                              <a16:creationId xmlns:a16="http://schemas.microsoft.com/office/drawing/2014/main" id="{D2C3BE1C-D807-8FAE-A0D2-E2804ADD898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863" name="Arc 20862">
                          <a:extLst>
                            <a:ext uri="{FF2B5EF4-FFF2-40B4-BE49-F238E27FC236}">
                              <a16:creationId xmlns:a16="http://schemas.microsoft.com/office/drawing/2014/main" id="{3A623CAE-1F42-DDBA-BD27-C3890181288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858" name="Group 20857">
                        <a:extLst>
                          <a:ext uri="{FF2B5EF4-FFF2-40B4-BE49-F238E27FC236}">
                            <a16:creationId xmlns:a16="http://schemas.microsoft.com/office/drawing/2014/main" id="{11DA8A97-622A-0320-BFA3-A2AB8A9252E6}"/>
                          </a:ext>
                        </a:extLst>
                      </p:cNvPr>
                      <p:cNvGrpSpPr/>
                      <p:nvPr/>
                    </p:nvGrpSpPr>
                    <p:grpSpPr>
                      <a:xfrm rot="14400000" flipH="1">
                        <a:off x="6434137" y="3402011"/>
                        <a:ext cx="303213" cy="303213"/>
                        <a:chOff x="5354637" y="3446463"/>
                        <a:chExt cx="214313" cy="214313"/>
                      </a:xfrm>
                    </p:grpSpPr>
                    <p:sp>
                      <p:nvSpPr>
                        <p:cNvPr id="20860" name="Arc 20859">
                          <a:extLst>
                            <a:ext uri="{FF2B5EF4-FFF2-40B4-BE49-F238E27FC236}">
                              <a16:creationId xmlns:a16="http://schemas.microsoft.com/office/drawing/2014/main" id="{A47DE788-7B78-9C1B-06B4-8F701DCE8FE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861" name="Arc 20860">
                          <a:extLst>
                            <a:ext uri="{FF2B5EF4-FFF2-40B4-BE49-F238E27FC236}">
                              <a16:creationId xmlns:a16="http://schemas.microsoft.com/office/drawing/2014/main" id="{5F22526E-AD5E-4E8C-7F8B-9FAE69AFBC5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859" name="TextBox 20858">
                        <a:extLst>
                          <a:ext uri="{FF2B5EF4-FFF2-40B4-BE49-F238E27FC236}">
                            <a16:creationId xmlns:a16="http://schemas.microsoft.com/office/drawing/2014/main" id="{98CBAE9B-95E7-649C-EC88-4C96A6A5D61A}"/>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844" name="Group 20843">
                    <a:extLst>
                      <a:ext uri="{FF2B5EF4-FFF2-40B4-BE49-F238E27FC236}">
                        <a16:creationId xmlns:a16="http://schemas.microsoft.com/office/drawing/2014/main" id="{32F8D2D5-A5C4-9EB0-C624-3AC18E729CF2}"/>
                      </a:ext>
                    </a:extLst>
                  </p:cNvPr>
                  <p:cNvGrpSpPr/>
                  <p:nvPr/>
                </p:nvGrpSpPr>
                <p:grpSpPr>
                  <a:xfrm>
                    <a:off x="6197413" y="3225768"/>
                    <a:ext cx="393192" cy="393192"/>
                    <a:chOff x="6389147" y="3932622"/>
                    <a:chExt cx="393192" cy="393192"/>
                  </a:xfrm>
                </p:grpSpPr>
                <p:grpSp>
                  <p:nvGrpSpPr>
                    <p:cNvPr id="20845" name="Group 20844">
                      <a:extLst>
                        <a:ext uri="{FF2B5EF4-FFF2-40B4-BE49-F238E27FC236}">
                          <a16:creationId xmlns:a16="http://schemas.microsoft.com/office/drawing/2014/main" id="{0C4E5F2B-6C3F-5455-FC8B-5D547D9D80AD}"/>
                        </a:ext>
                      </a:extLst>
                    </p:cNvPr>
                    <p:cNvGrpSpPr/>
                    <p:nvPr/>
                  </p:nvGrpSpPr>
                  <p:grpSpPr>
                    <a:xfrm flipH="1">
                      <a:off x="6478587" y="4022061"/>
                      <a:ext cx="214313" cy="214313"/>
                      <a:chOff x="5354637" y="3446463"/>
                      <a:chExt cx="214313" cy="214313"/>
                    </a:xfrm>
                  </p:grpSpPr>
                  <p:sp>
                    <p:nvSpPr>
                      <p:cNvPr id="20853" name="Arc 20852">
                        <a:extLst>
                          <a:ext uri="{FF2B5EF4-FFF2-40B4-BE49-F238E27FC236}">
                            <a16:creationId xmlns:a16="http://schemas.microsoft.com/office/drawing/2014/main" id="{E599216E-CE7E-692F-4CE9-140EA8DAAC0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854" name="Arc 20853">
                        <a:extLst>
                          <a:ext uri="{FF2B5EF4-FFF2-40B4-BE49-F238E27FC236}">
                            <a16:creationId xmlns:a16="http://schemas.microsoft.com/office/drawing/2014/main" id="{7ED01CB3-97F3-214F-02A1-7EB8572EEDB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846" name="Group 20845">
                      <a:extLst>
                        <a:ext uri="{FF2B5EF4-FFF2-40B4-BE49-F238E27FC236}">
                          <a16:creationId xmlns:a16="http://schemas.microsoft.com/office/drawing/2014/main" id="{6B3E4092-ADD2-9C72-F6AA-AD6F30AF319F}"/>
                        </a:ext>
                      </a:extLst>
                    </p:cNvPr>
                    <p:cNvGrpSpPr/>
                    <p:nvPr/>
                  </p:nvGrpSpPr>
                  <p:grpSpPr>
                    <a:xfrm rot="7200000" flipH="1">
                      <a:off x="6434137" y="3977611"/>
                      <a:ext cx="303213" cy="303213"/>
                      <a:chOff x="5354637" y="3446463"/>
                      <a:chExt cx="214313" cy="214313"/>
                    </a:xfrm>
                  </p:grpSpPr>
                  <p:sp>
                    <p:nvSpPr>
                      <p:cNvPr id="20851" name="Arc 20850">
                        <a:extLst>
                          <a:ext uri="{FF2B5EF4-FFF2-40B4-BE49-F238E27FC236}">
                            <a16:creationId xmlns:a16="http://schemas.microsoft.com/office/drawing/2014/main" id="{1EF686CC-CCAF-6422-BCE3-7E898AC740A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852" name="Arc 20851">
                        <a:extLst>
                          <a:ext uri="{FF2B5EF4-FFF2-40B4-BE49-F238E27FC236}">
                            <a16:creationId xmlns:a16="http://schemas.microsoft.com/office/drawing/2014/main" id="{B826AF50-FE95-96CB-14A1-81984A06C89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847" name="Group 20846">
                      <a:extLst>
                        <a:ext uri="{FF2B5EF4-FFF2-40B4-BE49-F238E27FC236}">
                          <a16:creationId xmlns:a16="http://schemas.microsoft.com/office/drawing/2014/main" id="{51B30F20-DD84-1F38-C9EC-6B36455D780D}"/>
                        </a:ext>
                      </a:extLst>
                    </p:cNvPr>
                    <p:cNvGrpSpPr/>
                    <p:nvPr/>
                  </p:nvGrpSpPr>
                  <p:grpSpPr>
                    <a:xfrm rot="14400000" flipH="1">
                      <a:off x="6389147" y="3932622"/>
                      <a:ext cx="393192" cy="393192"/>
                      <a:chOff x="5354637" y="3446463"/>
                      <a:chExt cx="214313" cy="214313"/>
                    </a:xfrm>
                  </p:grpSpPr>
                  <p:sp>
                    <p:nvSpPr>
                      <p:cNvPr id="20849" name="Arc 20848">
                        <a:extLst>
                          <a:ext uri="{FF2B5EF4-FFF2-40B4-BE49-F238E27FC236}">
                            <a16:creationId xmlns:a16="http://schemas.microsoft.com/office/drawing/2014/main" id="{FC579F87-3DDC-124B-A327-947CBE4E81D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850" name="Arc 20849">
                        <a:extLst>
                          <a:ext uri="{FF2B5EF4-FFF2-40B4-BE49-F238E27FC236}">
                            <a16:creationId xmlns:a16="http://schemas.microsoft.com/office/drawing/2014/main" id="{EA80DED7-E3EE-F867-B9A4-F5E33BE28DD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848" name="TextBox 20847">
                      <a:extLst>
                        <a:ext uri="{FF2B5EF4-FFF2-40B4-BE49-F238E27FC236}">
                          <a16:creationId xmlns:a16="http://schemas.microsoft.com/office/drawing/2014/main" id="{2516B997-D64D-B29A-6137-75C60F71740E}"/>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8354" name="Group 18353">
              <a:extLst>
                <a:ext uri="{FF2B5EF4-FFF2-40B4-BE49-F238E27FC236}">
                  <a16:creationId xmlns:a16="http://schemas.microsoft.com/office/drawing/2014/main" id="{3283FA55-06CF-F0B0-3993-C14427A2AB37}"/>
                </a:ext>
              </a:extLst>
            </p:cNvPr>
            <p:cNvGrpSpPr/>
            <p:nvPr/>
          </p:nvGrpSpPr>
          <p:grpSpPr>
            <a:xfrm>
              <a:off x="5981315" y="745999"/>
              <a:ext cx="2263438" cy="2198360"/>
              <a:chOff x="5445106" y="2039507"/>
              <a:chExt cx="2263438" cy="2198360"/>
            </a:xfrm>
          </p:grpSpPr>
          <p:grpSp>
            <p:nvGrpSpPr>
              <p:cNvPr id="20647" name="Group 20646">
                <a:extLst>
                  <a:ext uri="{FF2B5EF4-FFF2-40B4-BE49-F238E27FC236}">
                    <a16:creationId xmlns:a16="http://schemas.microsoft.com/office/drawing/2014/main" id="{DF372217-C812-C2A5-C6BD-C3DDCB4CCC81}"/>
                  </a:ext>
                </a:extLst>
              </p:cNvPr>
              <p:cNvGrpSpPr/>
              <p:nvPr/>
            </p:nvGrpSpPr>
            <p:grpSpPr>
              <a:xfrm>
                <a:off x="5445106" y="2644743"/>
                <a:ext cx="1643204" cy="1593124"/>
                <a:chOff x="5445106" y="2644743"/>
                <a:chExt cx="1643204" cy="1593124"/>
              </a:xfrm>
            </p:grpSpPr>
            <p:grpSp>
              <p:nvGrpSpPr>
                <p:cNvPr id="20743" name="Group 20742">
                  <a:extLst>
                    <a:ext uri="{FF2B5EF4-FFF2-40B4-BE49-F238E27FC236}">
                      <a16:creationId xmlns:a16="http://schemas.microsoft.com/office/drawing/2014/main" id="{2320B358-C0C1-1E24-06FA-27B2367CF1C3}"/>
                    </a:ext>
                  </a:extLst>
                </p:cNvPr>
                <p:cNvGrpSpPr/>
                <p:nvPr/>
              </p:nvGrpSpPr>
              <p:grpSpPr>
                <a:xfrm>
                  <a:off x="5445106" y="2644743"/>
                  <a:ext cx="1019224" cy="991639"/>
                  <a:chOff x="5886431" y="3225768"/>
                  <a:chExt cx="1019224" cy="991639"/>
                </a:xfrm>
              </p:grpSpPr>
              <p:grpSp>
                <p:nvGrpSpPr>
                  <p:cNvPr id="20791" name="Group 20790">
                    <a:extLst>
                      <a:ext uri="{FF2B5EF4-FFF2-40B4-BE49-F238E27FC236}">
                        <a16:creationId xmlns:a16="http://schemas.microsoft.com/office/drawing/2014/main" id="{6B70B8DB-D054-8668-1355-32E1BA4374E2}"/>
                      </a:ext>
                    </a:extLst>
                  </p:cNvPr>
                  <p:cNvGrpSpPr/>
                  <p:nvPr/>
                </p:nvGrpSpPr>
                <p:grpSpPr>
                  <a:xfrm>
                    <a:off x="6197413" y="3824215"/>
                    <a:ext cx="393192" cy="393192"/>
                    <a:chOff x="5265196" y="3357021"/>
                    <a:chExt cx="393192" cy="393192"/>
                  </a:xfrm>
                </p:grpSpPr>
                <p:grpSp>
                  <p:nvGrpSpPr>
                    <p:cNvPr id="20826" name="Group 20825">
                      <a:extLst>
                        <a:ext uri="{FF2B5EF4-FFF2-40B4-BE49-F238E27FC236}">
                          <a16:creationId xmlns:a16="http://schemas.microsoft.com/office/drawing/2014/main" id="{DD53F6C1-1167-F6CB-803F-B1FBE7C06825}"/>
                        </a:ext>
                      </a:extLst>
                    </p:cNvPr>
                    <p:cNvGrpSpPr/>
                    <p:nvPr/>
                  </p:nvGrpSpPr>
                  <p:grpSpPr>
                    <a:xfrm rot="14400000">
                      <a:off x="5265196" y="3357021"/>
                      <a:ext cx="393192" cy="393192"/>
                      <a:chOff x="5354637" y="3446463"/>
                      <a:chExt cx="214313" cy="214313"/>
                    </a:xfrm>
                  </p:grpSpPr>
                  <p:sp>
                    <p:nvSpPr>
                      <p:cNvPr id="20835" name="Arc 20834">
                        <a:extLst>
                          <a:ext uri="{FF2B5EF4-FFF2-40B4-BE49-F238E27FC236}">
                            <a16:creationId xmlns:a16="http://schemas.microsoft.com/office/drawing/2014/main" id="{0F318104-7325-ED5E-7746-CB75400A76B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836" name="Arc 20835">
                        <a:extLst>
                          <a:ext uri="{FF2B5EF4-FFF2-40B4-BE49-F238E27FC236}">
                            <a16:creationId xmlns:a16="http://schemas.microsoft.com/office/drawing/2014/main" id="{DF471B5A-1E88-DE01-FF0D-F585107435E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827" name="Group 20826">
                      <a:extLst>
                        <a:ext uri="{FF2B5EF4-FFF2-40B4-BE49-F238E27FC236}">
                          <a16:creationId xmlns:a16="http://schemas.microsoft.com/office/drawing/2014/main" id="{11D2C2D8-6F4F-6541-7396-F9A6892D2FF1}"/>
                        </a:ext>
                      </a:extLst>
                    </p:cNvPr>
                    <p:cNvGrpSpPr/>
                    <p:nvPr/>
                  </p:nvGrpSpPr>
                  <p:grpSpPr>
                    <a:xfrm>
                      <a:off x="5310186" y="3402011"/>
                      <a:ext cx="303213" cy="303213"/>
                      <a:chOff x="5310186" y="3402011"/>
                      <a:chExt cx="303213" cy="303213"/>
                    </a:xfrm>
                  </p:grpSpPr>
                  <p:grpSp>
                    <p:nvGrpSpPr>
                      <p:cNvPr id="20828" name="Group 20827">
                        <a:extLst>
                          <a:ext uri="{FF2B5EF4-FFF2-40B4-BE49-F238E27FC236}">
                            <a16:creationId xmlns:a16="http://schemas.microsoft.com/office/drawing/2014/main" id="{917C9BB6-CF6A-DAFB-492D-4CE01EDF365B}"/>
                          </a:ext>
                        </a:extLst>
                      </p:cNvPr>
                      <p:cNvGrpSpPr/>
                      <p:nvPr/>
                    </p:nvGrpSpPr>
                    <p:grpSpPr>
                      <a:xfrm>
                        <a:off x="5354636" y="3446461"/>
                        <a:ext cx="214313" cy="214313"/>
                        <a:chOff x="5354637" y="3446463"/>
                        <a:chExt cx="214313" cy="214313"/>
                      </a:xfrm>
                    </p:grpSpPr>
                    <p:sp>
                      <p:nvSpPr>
                        <p:cNvPr id="20833" name="Arc 20832">
                          <a:extLst>
                            <a:ext uri="{FF2B5EF4-FFF2-40B4-BE49-F238E27FC236}">
                              <a16:creationId xmlns:a16="http://schemas.microsoft.com/office/drawing/2014/main" id="{0C30DD02-52E0-2DD2-A545-44EB67CE014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834" name="Arc 20833">
                          <a:extLst>
                            <a:ext uri="{FF2B5EF4-FFF2-40B4-BE49-F238E27FC236}">
                              <a16:creationId xmlns:a16="http://schemas.microsoft.com/office/drawing/2014/main" id="{A5F6E59E-EE76-0EFB-234B-B002571D4F7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829" name="Group 20828">
                        <a:extLst>
                          <a:ext uri="{FF2B5EF4-FFF2-40B4-BE49-F238E27FC236}">
                            <a16:creationId xmlns:a16="http://schemas.microsoft.com/office/drawing/2014/main" id="{24881E33-2640-F024-7D38-54C561EE9BA5}"/>
                          </a:ext>
                        </a:extLst>
                      </p:cNvPr>
                      <p:cNvGrpSpPr/>
                      <p:nvPr/>
                    </p:nvGrpSpPr>
                    <p:grpSpPr>
                      <a:xfrm rot="7200000">
                        <a:off x="5310186" y="3402011"/>
                        <a:ext cx="303213" cy="303213"/>
                        <a:chOff x="5354637" y="3446463"/>
                        <a:chExt cx="214313" cy="214313"/>
                      </a:xfrm>
                    </p:grpSpPr>
                    <p:sp>
                      <p:nvSpPr>
                        <p:cNvPr id="20831" name="Arc 20830">
                          <a:extLst>
                            <a:ext uri="{FF2B5EF4-FFF2-40B4-BE49-F238E27FC236}">
                              <a16:creationId xmlns:a16="http://schemas.microsoft.com/office/drawing/2014/main" id="{343D712D-F1C9-68B6-2276-1C59BD9A32C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832" name="Arc 20831">
                          <a:extLst>
                            <a:ext uri="{FF2B5EF4-FFF2-40B4-BE49-F238E27FC236}">
                              <a16:creationId xmlns:a16="http://schemas.microsoft.com/office/drawing/2014/main" id="{46B966B8-F17D-EB3E-0AE4-D8698D3926B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830" name="TextBox 20829">
                        <a:extLst>
                          <a:ext uri="{FF2B5EF4-FFF2-40B4-BE49-F238E27FC236}">
                            <a16:creationId xmlns:a16="http://schemas.microsoft.com/office/drawing/2014/main" id="{EF605297-C087-3B59-94A0-D8F88E0C93A9}"/>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792" name="Group 20791">
                    <a:extLst>
                      <a:ext uri="{FF2B5EF4-FFF2-40B4-BE49-F238E27FC236}">
                        <a16:creationId xmlns:a16="http://schemas.microsoft.com/office/drawing/2014/main" id="{5D6C5D64-00E4-B07B-149B-0144D1D451A0}"/>
                      </a:ext>
                    </a:extLst>
                  </p:cNvPr>
                  <p:cNvGrpSpPr/>
                  <p:nvPr/>
                </p:nvGrpSpPr>
                <p:grpSpPr>
                  <a:xfrm>
                    <a:off x="5886431" y="3525040"/>
                    <a:ext cx="393192" cy="393192"/>
                    <a:chOff x="5265196" y="3932619"/>
                    <a:chExt cx="393192" cy="393192"/>
                  </a:xfrm>
                </p:grpSpPr>
                <p:grpSp>
                  <p:nvGrpSpPr>
                    <p:cNvPr id="20816" name="Group 20815">
                      <a:extLst>
                        <a:ext uri="{FF2B5EF4-FFF2-40B4-BE49-F238E27FC236}">
                          <a16:creationId xmlns:a16="http://schemas.microsoft.com/office/drawing/2014/main" id="{CED23ECE-3308-076F-9ED6-65109C2FF021}"/>
                        </a:ext>
                      </a:extLst>
                    </p:cNvPr>
                    <p:cNvGrpSpPr/>
                    <p:nvPr/>
                  </p:nvGrpSpPr>
                  <p:grpSpPr>
                    <a:xfrm>
                      <a:off x="5354636" y="4022061"/>
                      <a:ext cx="214313" cy="214313"/>
                      <a:chOff x="5354637" y="3446463"/>
                      <a:chExt cx="214313" cy="214313"/>
                    </a:xfrm>
                  </p:grpSpPr>
                  <p:sp>
                    <p:nvSpPr>
                      <p:cNvPr id="20824" name="Arc 20823">
                        <a:extLst>
                          <a:ext uri="{FF2B5EF4-FFF2-40B4-BE49-F238E27FC236}">
                            <a16:creationId xmlns:a16="http://schemas.microsoft.com/office/drawing/2014/main" id="{AB19F7E5-6357-A69C-9521-5ECA82A4F59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825" name="Arc 20824">
                        <a:extLst>
                          <a:ext uri="{FF2B5EF4-FFF2-40B4-BE49-F238E27FC236}">
                            <a16:creationId xmlns:a16="http://schemas.microsoft.com/office/drawing/2014/main" id="{358EEDF8-96E4-5C49-04C4-07772DD5252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817" name="Group 20816">
                      <a:extLst>
                        <a:ext uri="{FF2B5EF4-FFF2-40B4-BE49-F238E27FC236}">
                          <a16:creationId xmlns:a16="http://schemas.microsoft.com/office/drawing/2014/main" id="{566ADAFD-4179-179C-1A91-6E53942CD54E}"/>
                        </a:ext>
                      </a:extLst>
                    </p:cNvPr>
                    <p:cNvGrpSpPr/>
                    <p:nvPr/>
                  </p:nvGrpSpPr>
                  <p:grpSpPr>
                    <a:xfrm rot="14400000">
                      <a:off x="5310186" y="3977611"/>
                      <a:ext cx="303213" cy="303213"/>
                      <a:chOff x="5354637" y="3446463"/>
                      <a:chExt cx="214313" cy="214313"/>
                    </a:xfrm>
                  </p:grpSpPr>
                  <p:sp>
                    <p:nvSpPr>
                      <p:cNvPr id="20822" name="Arc 20821">
                        <a:extLst>
                          <a:ext uri="{FF2B5EF4-FFF2-40B4-BE49-F238E27FC236}">
                            <a16:creationId xmlns:a16="http://schemas.microsoft.com/office/drawing/2014/main" id="{2B11AA11-1529-DF34-FCF7-9960BE8F487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823" name="Arc 20822">
                        <a:extLst>
                          <a:ext uri="{FF2B5EF4-FFF2-40B4-BE49-F238E27FC236}">
                            <a16:creationId xmlns:a16="http://schemas.microsoft.com/office/drawing/2014/main" id="{5395D7BE-F3B9-4452-2C08-E4F8A6A79D2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818" name="Group 20817">
                      <a:extLst>
                        <a:ext uri="{FF2B5EF4-FFF2-40B4-BE49-F238E27FC236}">
                          <a16:creationId xmlns:a16="http://schemas.microsoft.com/office/drawing/2014/main" id="{2A6D9E3A-EFFC-4117-1109-25C5EB5F3A43}"/>
                        </a:ext>
                      </a:extLst>
                    </p:cNvPr>
                    <p:cNvGrpSpPr/>
                    <p:nvPr/>
                  </p:nvGrpSpPr>
                  <p:grpSpPr>
                    <a:xfrm rot="7200000">
                      <a:off x="5265196" y="3932619"/>
                      <a:ext cx="393192" cy="393192"/>
                      <a:chOff x="5354637" y="3446463"/>
                      <a:chExt cx="214313" cy="214313"/>
                    </a:xfrm>
                  </p:grpSpPr>
                  <p:sp>
                    <p:nvSpPr>
                      <p:cNvPr id="20820" name="Arc 20819">
                        <a:extLst>
                          <a:ext uri="{FF2B5EF4-FFF2-40B4-BE49-F238E27FC236}">
                            <a16:creationId xmlns:a16="http://schemas.microsoft.com/office/drawing/2014/main" id="{CB592349-CCB2-A5DC-634D-FF0587D99DA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821" name="Arc 20820">
                        <a:extLst>
                          <a:ext uri="{FF2B5EF4-FFF2-40B4-BE49-F238E27FC236}">
                            <a16:creationId xmlns:a16="http://schemas.microsoft.com/office/drawing/2014/main" id="{65DBD09A-7C62-C1BA-FE7A-448B2D7A4AC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819" name="TextBox 20818">
                      <a:extLst>
                        <a:ext uri="{FF2B5EF4-FFF2-40B4-BE49-F238E27FC236}">
                          <a16:creationId xmlns:a16="http://schemas.microsoft.com/office/drawing/2014/main" id="{B16A7F92-CEC5-7A8F-14D5-067C3A25B86D}"/>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0793" name="Group 20792">
                    <a:extLst>
                      <a:ext uri="{FF2B5EF4-FFF2-40B4-BE49-F238E27FC236}">
                        <a16:creationId xmlns:a16="http://schemas.microsoft.com/office/drawing/2014/main" id="{3FC6044F-7654-BE12-9578-099DEB5EF318}"/>
                      </a:ext>
                    </a:extLst>
                  </p:cNvPr>
                  <p:cNvGrpSpPr/>
                  <p:nvPr/>
                </p:nvGrpSpPr>
                <p:grpSpPr>
                  <a:xfrm>
                    <a:off x="6512463" y="3525040"/>
                    <a:ext cx="393192" cy="393192"/>
                    <a:chOff x="6389147" y="3357021"/>
                    <a:chExt cx="393192" cy="393192"/>
                  </a:xfrm>
                </p:grpSpPr>
                <p:grpSp>
                  <p:nvGrpSpPr>
                    <p:cNvPr id="20805" name="Group 20804">
                      <a:extLst>
                        <a:ext uri="{FF2B5EF4-FFF2-40B4-BE49-F238E27FC236}">
                          <a16:creationId xmlns:a16="http://schemas.microsoft.com/office/drawing/2014/main" id="{9CFB0D91-4192-B80A-1959-B6809991B277}"/>
                        </a:ext>
                      </a:extLst>
                    </p:cNvPr>
                    <p:cNvGrpSpPr/>
                    <p:nvPr/>
                  </p:nvGrpSpPr>
                  <p:grpSpPr>
                    <a:xfrm rot="7200000" flipH="1">
                      <a:off x="6389147" y="3357021"/>
                      <a:ext cx="393192" cy="393192"/>
                      <a:chOff x="5354637" y="3446463"/>
                      <a:chExt cx="214313" cy="214313"/>
                    </a:xfrm>
                  </p:grpSpPr>
                  <p:sp>
                    <p:nvSpPr>
                      <p:cNvPr id="20814" name="Arc 20813">
                        <a:extLst>
                          <a:ext uri="{FF2B5EF4-FFF2-40B4-BE49-F238E27FC236}">
                            <a16:creationId xmlns:a16="http://schemas.microsoft.com/office/drawing/2014/main" id="{14E3457F-2106-91CA-6CF7-0A7E57F6808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815" name="Arc 20814">
                        <a:extLst>
                          <a:ext uri="{FF2B5EF4-FFF2-40B4-BE49-F238E27FC236}">
                            <a16:creationId xmlns:a16="http://schemas.microsoft.com/office/drawing/2014/main" id="{58306D50-ED91-F0B2-5068-54B490BFA55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806" name="Group 20805">
                      <a:extLst>
                        <a:ext uri="{FF2B5EF4-FFF2-40B4-BE49-F238E27FC236}">
                          <a16:creationId xmlns:a16="http://schemas.microsoft.com/office/drawing/2014/main" id="{1E3A008D-EF01-5289-F0A5-19B8BAB6DE06}"/>
                        </a:ext>
                      </a:extLst>
                    </p:cNvPr>
                    <p:cNvGrpSpPr/>
                    <p:nvPr/>
                  </p:nvGrpSpPr>
                  <p:grpSpPr>
                    <a:xfrm>
                      <a:off x="6434137" y="3402011"/>
                      <a:ext cx="303213" cy="303213"/>
                      <a:chOff x="6434137" y="3402011"/>
                      <a:chExt cx="303213" cy="303213"/>
                    </a:xfrm>
                  </p:grpSpPr>
                  <p:grpSp>
                    <p:nvGrpSpPr>
                      <p:cNvPr id="20807" name="Group 20806">
                        <a:extLst>
                          <a:ext uri="{FF2B5EF4-FFF2-40B4-BE49-F238E27FC236}">
                            <a16:creationId xmlns:a16="http://schemas.microsoft.com/office/drawing/2014/main" id="{80674161-7D1F-FED5-7ADB-9A8DCBA0D800}"/>
                          </a:ext>
                        </a:extLst>
                      </p:cNvPr>
                      <p:cNvGrpSpPr/>
                      <p:nvPr/>
                    </p:nvGrpSpPr>
                    <p:grpSpPr>
                      <a:xfrm flipH="1">
                        <a:off x="6478587" y="3446461"/>
                        <a:ext cx="214313" cy="214313"/>
                        <a:chOff x="5354637" y="3446463"/>
                        <a:chExt cx="214313" cy="214313"/>
                      </a:xfrm>
                    </p:grpSpPr>
                    <p:sp>
                      <p:nvSpPr>
                        <p:cNvPr id="20812" name="Arc 20811">
                          <a:extLst>
                            <a:ext uri="{FF2B5EF4-FFF2-40B4-BE49-F238E27FC236}">
                              <a16:creationId xmlns:a16="http://schemas.microsoft.com/office/drawing/2014/main" id="{EB5B7FFC-25DE-5E2B-F3F5-21209D7E59A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813" name="Arc 20812">
                          <a:extLst>
                            <a:ext uri="{FF2B5EF4-FFF2-40B4-BE49-F238E27FC236}">
                              <a16:creationId xmlns:a16="http://schemas.microsoft.com/office/drawing/2014/main" id="{F5F5DE35-C3AB-036C-67FE-7D889AD6A63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808" name="Group 20807">
                        <a:extLst>
                          <a:ext uri="{FF2B5EF4-FFF2-40B4-BE49-F238E27FC236}">
                            <a16:creationId xmlns:a16="http://schemas.microsoft.com/office/drawing/2014/main" id="{1ABD5C9D-EE31-DFD4-895B-59D935917C75}"/>
                          </a:ext>
                        </a:extLst>
                      </p:cNvPr>
                      <p:cNvGrpSpPr/>
                      <p:nvPr/>
                    </p:nvGrpSpPr>
                    <p:grpSpPr>
                      <a:xfrm rot="14400000" flipH="1">
                        <a:off x="6434137" y="3402011"/>
                        <a:ext cx="303213" cy="303213"/>
                        <a:chOff x="5354637" y="3446463"/>
                        <a:chExt cx="214313" cy="214313"/>
                      </a:xfrm>
                    </p:grpSpPr>
                    <p:sp>
                      <p:nvSpPr>
                        <p:cNvPr id="20810" name="Arc 20809">
                          <a:extLst>
                            <a:ext uri="{FF2B5EF4-FFF2-40B4-BE49-F238E27FC236}">
                              <a16:creationId xmlns:a16="http://schemas.microsoft.com/office/drawing/2014/main" id="{458C26FF-F1C0-CFC8-D98B-8FF54742148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811" name="Arc 20810">
                          <a:extLst>
                            <a:ext uri="{FF2B5EF4-FFF2-40B4-BE49-F238E27FC236}">
                              <a16:creationId xmlns:a16="http://schemas.microsoft.com/office/drawing/2014/main" id="{E3DD0CDB-4F77-3980-1C08-991D3DFEE4E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809" name="TextBox 20808">
                        <a:extLst>
                          <a:ext uri="{FF2B5EF4-FFF2-40B4-BE49-F238E27FC236}">
                            <a16:creationId xmlns:a16="http://schemas.microsoft.com/office/drawing/2014/main" id="{14101322-0FAD-804A-F810-CB8BDE3C7C77}"/>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794" name="Group 20793">
                    <a:extLst>
                      <a:ext uri="{FF2B5EF4-FFF2-40B4-BE49-F238E27FC236}">
                        <a16:creationId xmlns:a16="http://schemas.microsoft.com/office/drawing/2014/main" id="{81F290A3-51BF-4897-3870-5142D0B00540}"/>
                      </a:ext>
                    </a:extLst>
                  </p:cNvPr>
                  <p:cNvGrpSpPr/>
                  <p:nvPr/>
                </p:nvGrpSpPr>
                <p:grpSpPr>
                  <a:xfrm>
                    <a:off x="6197413" y="3225768"/>
                    <a:ext cx="393192" cy="393192"/>
                    <a:chOff x="6389147" y="3932622"/>
                    <a:chExt cx="393192" cy="393192"/>
                  </a:xfrm>
                </p:grpSpPr>
                <p:grpSp>
                  <p:nvGrpSpPr>
                    <p:cNvPr id="20795" name="Group 20794">
                      <a:extLst>
                        <a:ext uri="{FF2B5EF4-FFF2-40B4-BE49-F238E27FC236}">
                          <a16:creationId xmlns:a16="http://schemas.microsoft.com/office/drawing/2014/main" id="{0A42800E-E6CD-5316-4832-475D19E1858B}"/>
                        </a:ext>
                      </a:extLst>
                    </p:cNvPr>
                    <p:cNvGrpSpPr/>
                    <p:nvPr/>
                  </p:nvGrpSpPr>
                  <p:grpSpPr>
                    <a:xfrm flipH="1">
                      <a:off x="6478587" y="4022061"/>
                      <a:ext cx="214313" cy="214313"/>
                      <a:chOff x="5354637" y="3446463"/>
                      <a:chExt cx="214313" cy="214313"/>
                    </a:xfrm>
                  </p:grpSpPr>
                  <p:sp>
                    <p:nvSpPr>
                      <p:cNvPr id="20803" name="Arc 20802">
                        <a:extLst>
                          <a:ext uri="{FF2B5EF4-FFF2-40B4-BE49-F238E27FC236}">
                            <a16:creationId xmlns:a16="http://schemas.microsoft.com/office/drawing/2014/main" id="{A077D358-ED45-5794-E8FE-9587003A663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804" name="Arc 20803">
                        <a:extLst>
                          <a:ext uri="{FF2B5EF4-FFF2-40B4-BE49-F238E27FC236}">
                            <a16:creationId xmlns:a16="http://schemas.microsoft.com/office/drawing/2014/main" id="{B5E3EF55-45F4-55D8-E5F3-34AD62D0C03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796" name="Group 20795">
                      <a:extLst>
                        <a:ext uri="{FF2B5EF4-FFF2-40B4-BE49-F238E27FC236}">
                          <a16:creationId xmlns:a16="http://schemas.microsoft.com/office/drawing/2014/main" id="{8C0EE043-5922-82FD-DA02-BA68FA3695D7}"/>
                        </a:ext>
                      </a:extLst>
                    </p:cNvPr>
                    <p:cNvGrpSpPr/>
                    <p:nvPr/>
                  </p:nvGrpSpPr>
                  <p:grpSpPr>
                    <a:xfrm rot="7200000" flipH="1">
                      <a:off x="6434137" y="3977611"/>
                      <a:ext cx="303213" cy="303213"/>
                      <a:chOff x="5354637" y="3446463"/>
                      <a:chExt cx="214313" cy="214313"/>
                    </a:xfrm>
                  </p:grpSpPr>
                  <p:sp>
                    <p:nvSpPr>
                      <p:cNvPr id="20801" name="Arc 20800">
                        <a:extLst>
                          <a:ext uri="{FF2B5EF4-FFF2-40B4-BE49-F238E27FC236}">
                            <a16:creationId xmlns:a16="http://schemas.microsoft.com/office/drawing/2014/main" id="{153CB243-B5B3-FFCD-5682-FB1094DCA39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802" name="Arc 20801">
                        <a:extLst>
                          <a:ext uri="{FF2B5EF4-FFF2-40B4-BE49-F238E27FC236}">
                            <a16:creationId xmlns:a16="http://schemas.microsoft.com/office/drawing/2014/main" id="{02A07117-B2A5-799A-6726-EDEC7EB1426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797" name="Group 20796">
                      <a:extLst>
                        <a:ext uri="{FF2B5EF4-FFF2-40B4-BE49-F238E27FC236}">
                          <a16:creationId xmlns:a16="http://schemas.microsoft.com/office/drawing/2014/main" id="{F27CD233-3085-5F95-96F1-690A80F4CAD5}"/>
                        </a:ext>
                      </a:extLst>
                    </p:cNvPr>
                    <p:cNvGrpSpPr/>
                    <p:nvPr/>
                  </p:nvGrpSpPr>
                  <p:grpSpPr>
                    <a:xfrm rot="14400000" flipH="1">
                      <a:off x="6389147" y="3932622"/>
                      <a:ext cx="393192" cy="393192"/>
                      <a:chOff x="5354637" y="3446463"/>
                      <a:chExt cx="214313" cy="214313"/>
                    </a:xfrm>
                  </p:grpSpPr>
                  <p:sp>
                    <p:nvSpPr>
                      <p:cNvPr id="20799" name="Arc 20798">
                        <a:extLst>
                          <a:ext uri="{FF2B5EF4-FFF2-40B4-BE49-F238E27FC236}">
                            <a16:creationId xmlns:a16="http://schemas.microsoft.com/office/drawing/2014/main" id="{C4049781-85D1-84AD-4CCA-4750F7F7047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800" name="Arc 20799">
                        <a:extLst>
                          <a:ext uri="{FF2B5EF4-FFF2-40B4-BE49-F238E27FC236}">
                            <a16:creationId xmlns:a16="http://schemas.microsoft.com/office/drawing/2014/main" id="{9ACB9F73-BCBA-A314-3624-A723478CBF3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798" name="TextBox 20797">
                      <a:extLst>
                        <a:ext uri="{FF2B5EF4-FFF2-40B4-BE49-F238E27FC236}">
                          <a16:creationId xmlns:a16="http://schemas.microsoft.com/office/drawing/2014/main" id="{526F1AA3-382E-95A2-974E-96297D48B4BF}"/>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744" name="Group 20743">
                  <a:extLst>
                    <a:ext uri="{FF2B5EF4-FFF2-40B4-BE49-F238E27FC236}">
                      <a16:creationId xmlns:a16="http://schemas.microsoft.com/office/drawing/2014/main" id="{9503BABD-4F6E-D971-367A-04B9B77D6729}"/>
                    </a:ext>
                  </a:extLst>
                </p:cNvPr>
                <p:cNvGrpSpPr/>
                <p:nvPr/>
              </p:nvGrpSpPr>
              <p:grpSpPr>
                <a:xfrm>
                  <a:off x="6069086" y="3246228"/>
                  <a:ext cx="1019224" cy="991639"/>
                  <a:chOff x="5886431" y="3225768"/>
                  <a:chExt cx="1019224" cy="991639"/>
                </a:xfrm>
              </p:grpSpPr>
              <p:grpSp>
                <p:nvGrpSpPr>
                  <p:cNvPr id="20745" name="Group 20744">
                    <a:extLst>
                      <a:ext uri="{FF2B5EF4-FFF2-40B4-BE49-F238E27FC236}">
                        <a16:creationId xmlns:a16="http://schemas.microsoft.com/office/drawing/2014/main" id="{520F2D19-BACD-4251-75AA-0B70643B0676}"/>
                      </a:ext>
                    </a:extLst>
                  </p:cNvPr>
                  <p:cNvGrpSpPr/>
                  <p:nvPr/>
                </p:nvGrpSpPr>
                <p:grpSpPr>
                  <a:xfrm>
                    <a:off x="6197413" y="3824215"/>
                    <a:ext cx="393192" cy="393192"/>
                    <a:chOff x="5265196" y="3357021"/>
                    <a:chExt cx="393192" cy="393192"/>
                  </a:xfrm>
                </p:grpSpPr>
                <p:grpSp>
                  <p:nvGrpSpPr>
                    <p:cNvPr id="20780" name="Group 20779">
                      <a:extLst>
                        <a:ext uri="{FF2B5EF4-FFF2-40B4-BE49-F238E27FC236}">
                          <a16:creationId xmlns:a16="http://schemas.microsoft.com/office/drawing/2014/main" id="{7EAC7DEB-98DC-7ED9-4CD5-96ADF282A79B}"/>
                        </a:ext>
                      </a:extLst>
                    </p:cNvPr>
                    <p:cNvGrpSpPr/>
                    <p:nvPr/>
                  </p:nvGrpSpPr>
                  <p:grpSpPr>
                    <a:xfrm rot="14400000">
                      <a:off x="5265196" y="3357021"/>
                      <a:ext cx="393192" cy="393192"/>
                      <a:chOff x="5354637" y="3446463"/>
                      <a:chExt cx="214313" cy="214313"/>
                    </a:xfrm>
                  </p:grpSpPr>
                  <p:sp>
                    <p:nvSpPr>
                      <p:cNvPr id="20789" name="Arc 20788">
                        <a:extLst>
                          <a:ext uri="{FF2B5EF4-FFF2-40B4-BE49-F238E27FC236}">
                            <a16:creationId xmlns:a16="http://schemas.microsoft.com/office/drawing/2014/main" id="{E069600E-D3E1-398B-FAA4-D39BAA369CB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790" name="Arc 20789">
                        <a:extLst>
                          <a:ext uri="{FF2B5EF4-FFF2-40B4-BE49-F238E27FC236}">
                            <a16:creationId xmlns:a16="http://schemas.microsoft.com/office/drawing/2014/main" id="{595F999D-6C89-5FC7-21C3-5C3B4D3DBD7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781" name="Group 20780">
                      <a:extLst>
                        <a:ext uri="{FF2B5EF4-FFF2-40B4-BE49-F238E27FC236}">
                          <a16:creationId xmlns:a16="http://schemas.microsoft.com/office/drawing/2014/main" id="{F94E36F1-763D-B86B-E895-5E8061FC0967}"/>
                        </a:ext>
                      </a:extLst>
                    </p:cNvPr>
                    <p:cNvGrpSpPr/>
                    <p:nvPr/>
                  </p:nvGrpSpPr>
                  <p:grpSpPr>
                    <a:xfrm>
                      <a:off x="5310186" y="3402011"/>
                      <a:ext cx="303213" cy="303213"/>
                      <a:chOff x="5310186" y="3402011"/>
                      <a:chExt cx="303213" cy="303213"/>
                    </a:xfrm>
                  </p:grpSpPr>
                  <p:grpSp>
                    <p:nvGrpSpPr>
                      <p:cNvPr id="20782" name="Group 20781">
                        <a:extLst>
                          <a:ext uri="{FF2B5EF4-FFF2-40B4-BE49-F238E27FC236}">
                            <a16:creationId xmlns:a16="http://schemas.microsoft.com/office/drawing/2014/main" id="{CB6DF851-3146-91C0-50C4-312BBC5FF92A}"/>
                          </a:ext>
                        </a:extLst>
                      </p:cNvPr>
                      <p:cNvGrpSpPr/>
                      <p:nvPr/>
                    </p:nvGrpSpPr>
                    <p:grpSpPr>
                      <a:xfrm>
                        <a:off x="5354636" y="3446461"/>
                        <a:ext cx="214313" cy="214313"/>
                        <a:chOff x="5354637" y="3446463"/>
                        <a:chExt cx="214313" cy="214313"/>
                      </a:xfrm>
                    </p:grpSpPr>
                    <p:sp>
                      <p:nvSpPr>
                        <p:cNvPr id="20787" name="Arc 20786">
                          <a:extLst>
                            <a:ext uri="{FF2B5EF4-FFF2-40B4-BE49-F238E27FC236}">
                              <a16:creationId xmlns:a16="http://schemas.microsoft.com/office/drawing/2014/main" id="{50200966-ACE7-F796-3A4D-B744D93CBF0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788" name="Arc 20787">
                          <a:extLst>
                            <a:ext uri="{FF2B5EF4-FFF2-40B4-BE49-F238E27FC236}">
                              <a16:creationId xmlns:a16="http://schemas.microsoft.com/office/drawing/2014/main" id="{1EBF36A1-BE8E-D560-9E11-B11570F95FB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783" name="Group 20782">
                        <a:extLst>
                          <a:ext uri="{FF2B5EF4-FFF2-40B4-BE49-F238E27FC236}">
                            <a16:creationId xmlns:a16="http://schemas.microsoft.com/office/drawing/2014/main" id="{B277DCB8-B8D2-5D5F-3609-3121F60A7614}"/>
                          </a:ext>
                        </a:extLst>
                      </p:cNvPr>
                      <p:cNvGrpSpPr/>
                      <p:nvPr/>
                    </p:nvGrpSpPr>
                    <p:grpSpPr>
                      <a:xfrm rot="7200000">
                        <a:off x="5310186" y="3402011"/>
                        <a:ext cx="303213" cy="303213"/>
                        <a:chOff x="5354637" y="3446463"/>
                        <a:chExt cx="214313" cy="214313"/>
                      </a:xfrm>
                    </p:grpSpPr>
                    <p:sp>
                      <p:nvSpPr>
                        <p:cNvPr id="20785" name="Arc 20784">
                          <a:extLst>
                            <a:ext uri="{FF2B5EF4-FFF2-40B4-BE49-F238E27FC236}">
                              <a16:creationId xmlns:a16="http://schemas.microsoft.com/office/drawing/2014/main" id="{7D0041E3-9AD8-3E9E-0014-8ACDE510191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786" name="Arc 20785">
                          <a:extLst>
                            <a:ext uri="{FF2B5EF4-FFF2-40B4-BE49-F238E27FC236}">
                              <a16:creationId xmlns:a16="http://schemas.microsoft.com/office/drawing/2014/main" id="{6860B7C1-9BCC-B7BA-7B88-73834C0050E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784" name="TextBox 20783">
                        <a:extLst>
                          <a:ext uri="{FF2B5EF4-FFF2-40B4-BE49-F238E27FC236}">
                            <a16:creationId xmlns:a16="http://schemas.microsoft.com/office/drawing/2014/main" id="{61FB0C53-4775-3EA6-836C-54D02B508EF7}"/>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746" name="Group 20745">
                    <a:extLst>
                      <a:ext uri="{FF2B5EF4-FFF2-40B4-BE49-F238E27FC236}">
                        <a16:creationId xmlns:a16="http://schemas.microsoft.com/office/drawing/2014/main" id="{E862C639-B756-00C4-9C9A-B289B08D8A74}"/>
                      </a:ext>
                    </a:extLst>
                  </p:cNvPr>
                  <p:cNvGrpSpPr/>
                  <p:nvPr/>
                </p:nvGrpSpPr>
                <p:grpSpPr>
                  <a:xfrm>
                    <a:off x="5886431" y="3525040"/>
                    <a:ext cx="393192" cy="393192"/>
                    <a:chOff x="5265196" y="3932619"/>
                    <a:chExt cx="393192" cy="393192"/>
                  </a:xfrm>
                </p:grpSpPr>
                <p:grpSp>
                  <p:nvGrpSpPr>
                    <p:cNvPr id="20770" name="Group 20769">
                      <a:extLst>
                        <a:ext uri="{FF2B5EF4-FFF2-40B4-BE49-F238E27FC236}">
                          <a16:creationId xmlns:a16="http://schemas.microsoft.com/office/drawing/2014/main" id="{5D84C0C0-4AE9-CD5F-ED3A-719336ADF420}"/>
                        </a:ext>
                      </a:extLst>
                    </p:cNvPr>
                    <p:cNvGrpSpPr/>
                    <p:nvPr/>
                  </p:nvGrpSpPr>
                  <p:grpSpPr>
                    <a:xfrm>
                      <a:off x="5354636" y="4022061"/>
                      <a:ext cx="214313" cy="214313"/>
                      <a:chOff x="5354637" y="3446463"/>
                      <a:chExt cx="214313" cy="214313"/>
                    </a:xfrm>
                  </p:grpSpPr>
                  <p:sp>
                    <p:nvSpPr>
                      <p:cNvPr id="20778" name="Arc 20777">
                        <a:extLst>
                          <a:ext uri="{FF2B5EF4-FFF2-40B4-BE49-F238E27FC236}">
                            <a16:creationId xmlns:a16="http://schemas.microsoft.com/office/drawing/2014/main" id="{8C6A675C-6D80-0DD3-FC30-2C85ABE213C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779" name="Arc 20778">
                        <a:extLst>
                          <a:ext uri="{FF2B5EF4-FFF2-40B4-BE49-F238E27FC236}">
                            <a16:creationId xmlns:a16="http://schemas.microsoft.com/office/drawing/2014/main" id="{983F4DEF-94FA-7D4A-2F89-6C68C68AC18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771" name="Group 20770">
                      <a:extLst>
                        <a:ext uri="{FF2B5EF4-FFF2-40B4-BE49-F238E27FC236}">
                          <a16:creationId xmlns:a16="http://schemas.microsoft.com/office/drawing/2014/main" id="{0C6468C1-A2DD-EA9F-C6BD-D0CBAF42C215}"/>
                        </a:ext>
                      </a:extLst>
                    </p:cNvPr>
                    <p:cNvGrpSpPr/>
                    <p:nvPr/>
                  </p:nvGrpSpPr>
                  <p:grpSpPr>
                    <a:xfrm rot="14400000">
                      <a:off x="5310186" y="3977611"/>
                      <a:ext cx="303213" cy="303213"/>
                      <a:chOff x="5354637" y="3446463"/>
                      <a:chExt cx="214313" cy="214313"/>
                    </a:xfrm>
                  </p:grpSpPr>
                  <p:sp>
                    <p:nvSpPr>
                      <p:cNvPr id="20776" name="Arc 20775">
                        <a:extLst>
                          <a:ext uri="{FF2B5EF4-FFF2-40B4-BE49-F238E27FC236}">
                            <a16:creationId xmlns:a16="http://schemas.microsoft.com/office/drawing/2014/main" id="{1CFA4A32-998E-01D1-C0D3-A570C5CB303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777" name="Arc 20776">
                        <a:extLst>
                          <a:ext uri="{FF2B5EF4-FFF2-40B4-BE49-F238E27FC236}">
                            <a16:creationId xmlns:a16="http://schemas.microsoft.com/office/drawing/2014/main" id="{C119AB73-8E90-2749-AE6A-4BD50381092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772" name="Group 20771">
                      <a:extLst>
                        <a:ext uri="{FF2B5EF4-FFF2-40B4-BE49-F238E27FC236}">
                          <a16:creationId xmlns:a16="http://schemas.microsoft.com/office/drawing/2014/main" id="{A87D573F-E1C9-3080-FC34-2E84C9747B50}"/>
                        </a:ext>
                      </a:extLst>
                    </p:cNvPr>
                    <p:cNvGrpSpPr/>
                    <p:nvPr/>
                  </p:nvGrpSpPr>
                  <p:grpSpPr>
                    <a:xfrm rot="7200000">
                      <a:off x="5265196" y="3932619"/>
                      <a:ext cx="393192" cy="393192"/>
                      <a:chOff x="5354637" y="3446463"/>
                      <a:chExt cx="214313" cy="214313"/>
                    </a:xfrm>
                  </p:grpSpPr>
                  <p:sp>
                    <p:nvSpPr>
                      <p:cNvPr id="20774" name="Arc 20773">
                        <a:extLst>
                          <a:ext uri="{FF2B5EF4-FFF2-40B4-BE49-F238E27FC236}">
                            <a16:creationId xmlns:a16="http://schemas.microsoft.com/office/drawing/2014/main" id="{77D91D6B-AF50-D4AF-C75B-81B3A88C970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775" name="Arc 20774">
                        <a:extLst>
                          <a:ext uri="{FF2B5EF4-FFF2-40B4-BE49-F238E27FC236}">
                            <a16:creationId xmlns:a16="http://schemas.microsoft.com/office/drawing/2014/main" id="{4316A8A7-D4FC-EA40-B855-3DD9F68E210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773" name="TextBox 20772">
                      <a:extLst>
                        <a:ext uri="{FF2B5EF4-FFF2-40B4-BE49-F238E27FC236}">
                          <a16:creationId xmlns:a16="http://schemas.microsoft.com/office/drawing/2014/main" id="{26D25A4D-7D14-06C8-168B-AB7B80F2BE9B}"/>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0747" name="Group 20746">
                    <a:extLst>
                      <a:ext uri="{FF2B5EF4-FFF2-40B4-BE49-F238E27FC236}">
                        <a16:creationId xmlns:a16="http://schemas.microsoft.com/office/drawing/2014/main" id="{25E460BB-4ADB-66A2-F6D1-335A46BC6191}"/>
                      </a:ext>
                    </a:extLst>
                  </p:cNvPr>
                  <p:cNvGrpSpPr/>
                  <p:nvPr/>
                </p:nvGrpSpPr>
                <p:grpSpPr>
                  <a:xfrm>
                    <a:off x="6512463" y="3525040"/>
                    <a:ext cx="393192" cy="393192"/>
                    <a:chOff x="6389147" y="3357021"/>
                    <a:chExt cx="393192" cy="393192"/>
                  </a:xfrm>
                </p:grpSpPr>
                <p:grpSp>
                  <p:nvGrpSpPr>
                    <p:cNvPr id="20759" name="Group 20758">
                      <a:extLst>
                        <a:ext uri="{FF2B5EF4-FFF2-40B4-BE49-F238E27FC236}">
                          <a16:creationId xmlns:a16="http://schemas.microsoft.com/office/drawing/2014/main" id="{D422B445-47AA-B3A4-EAEA-A0AF8B82C2B6}"/>
                        </a:ext>
                      </a:extLst>
                    </p:cNvPr>
                    <p:cNvGrpSpPr/>
                    <p:nvPr/>
                  </p:nvGrpSpPr>
                  <p:grpSpPr>
                    <a:xfrm rot="7200000" flipH="1">
                      <a:off x="6389147" y="3357021"/>
                      <a:ext cx="393192" cy="393192"/>
                      <a:chOff x="5354637" y="3446463"/>
                      <a:chExt cx="214313" cy="214313"/>
                    </a:xfrm>
                  </p:grpSpPr>
                  <p:sp>
                    <p:nvSpPr>
                      <p:cNvPr id="20768" name="Arc 20767">
                        <a:extLst>
                          <a:ext uri="{FF2B5EF4-FFF2-40B4-BE49-F238E27FC236}">
                            <a16:creationId xmlns:a16="http://schemas.microsoft.com/office/drawing/2014/main" id="{62CDFB8A-4F7B-8F40-5DF2-CE671CD14DD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769" name="Arc 20768">
                        <a:extLst>
                          <a:ext uri="{FF2B5EF4-FFF2-40B4-BE49-F238E27FC236}">
                            <a16:creationId xmlns:a16="http://schemas.microsoft.com/office/drawing/2014/main" id="{4053AEE2-E931-1733-F273-B50CC2108BF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760" name="Group 20759">
                      <a:extLst>
                        <a:ext uri="{FF2B5EF4-FFF2-40B4-BE49-F238E27FC236}">
                          <a16:creationId xmlns:a16="http://schemas.microsoft.com/office/drawing/2014/main" id="{C3380D8E-D50B-DE31-3664-A0AD5E7E86F8}"/>
                        </a:ext>
                      </a:extLst>
                    </p:cNvPr>
                    <p:cNvGrpSpPr/>
                    <p:nvPr/>
                  </p:nvGrpSpPr>
                  <p:grpSpPr>
                    <a:xfrm>
                      <a:off x="6434137" y="3402011"/>
                      <a:ext cx="303213" cy="303213"/>
                      <a:chOff x="6434137" y="3402011"/>
                      <a:chExt cx="303213" cy="303213"/>
                    </a:xfrm>
                  </p:grpSpPr>
                  <p:grpSp>
                    <p:nvGrpSpPr>
                      <p:cNvPr id="20761" name="Group 20760">
                        <a:extLst>
                          <a:ext uri="{FF2B5EF4-FFF2-40B4-BE49-F238E27FC236}">
                            <a16:creationId xmlns:a16="http://schemas.microsoft.com/office/drawing/2014/main" id="{7616E6F0-1860-30DA-A31A-148B04BDBFFB}"/>
                          </a:ext>
                        </a:extLst>
                      </p:cNvPr>
                      <p:cNvGrpSpPr/>
                      <p:nvPr/>
                    </p:nvGrpSpPr>
                    <p:grpSpPr>
                      <a:xfrm flipH="1">
                        <a:off x="6478587" y="3446461"/>
                        <a:ext cx="214313" cy="214313"/>
                        <a:chOff x="5354637" y="3446463"/>
                        <a:chExt cx="214313" cy="214313"/>
                      </a:xfrm>
                    </p:grpSpPr>
                    <p:sp>
                      <p:nvSpPr>
                        <p:cNvPr id="20766" name="Arc 20765">
                          <a:extLst>
                            <a:ext uri="{FF2B5EF4-FFF2-40B4-BE49-F238E27FC236}">
                              <a16:creationId xmlns:a16="http://schemas.microsoft.com/office/drawing/2014/main" id="{7B1759BF-8B1A-6508-6E4E-A31E470B88C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767" name="Arc 20766">
                          <a:extLst>
                            <a:ext uri="{FF2B5EF4-FFF2-40B4-BE49-F238E27FC236}">
                              <a16:creationId xmlns:a16="http://schemas.microsoft.com/office/drawing/2014/main" id="{D3FA39BD-EBDE-C87E-647E-1219B5BAA8F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762" name="Group 20761">
                        <a:extLst>
                          <a:ext uri="{FF2B5EF4-FFF2-40B4-BE49-F238E27FC236}">
                            <a16:creationId xmlns:a16="http://schemas.microsoft.com/office/drawing/2014/main" id="{9CBE1C8D-C9F5-2A11-5A8B-8A70B72E37C6}"/>
                          </a:ext>
                        </a:extLst>
                      </p:cNvPr>
                      <p:cNvGrpSpPr/>
                      <p:nvPr/>
                    </p:nvGrpSpPr>
                    <p:grpSpPr>
                      <a:xfrm rot="14400000" flipH="1">
                        <a:off x="6434137" y="3402011"/>
                        <a:ext cx="303213" cy="303213"/>
                        <a:chOff x="5354637" y="3446463"/>
                        <a:chExt cx="214313" cy="214313"/>
                      </a:xfrm>
                    </p:grpSpPr>
                    <p:sp>
                      <p:nvSpPr>
                        <p:cNvPr id="20764" name="Arc 20763">
                          <a:extLst>
                            <a:ext uri="{FF2B5EF4-FFF2-40B4-BE49-F238E27FC236}">
                              <a16:creationId xmlns:a16="http://schemas.microsoft.com/office/drawing/2014/main" id="{C106720D-6B77-B7A5-2773-C1DFF10C056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765" name="Arc 20764">
                          <a:extLst>
                            <a:ext uri="{FF2B5EF4-FFF2-40B4-BE49-F238E27FC236}">
                              <a16:creationId xmlns:a16="http://schemas.microsoft.com/office/drawing/2014/main" id="{5AE8E43F-F988-6B64-07AE-39E259797CA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763" name="TextBox 20762">
                        <a:extLst>
                          <a:ext uri="{FF2B5EF4-FFF2-40B4-BE49-F238E27FC236}">
                            <a16:creationId xmlns:a16="http://schemas.microsoft.com/office/drawing/2014/main" id="{8F647D01-053A-9799-A557-F26D0F133863}"/>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748" name="Group 20747">
                    <a:extLst>
                      <a:ext uri="{FF2B5EF4-FFF2-40B4-BE49-F238E27FC236}">
                        <a16:creationId xmlns:a16="http://schemas.microsoft.com/office/drawing/2014/main" id="{EF283D6F-E430-2457-F16E-154EE7E84D1D}"/>
                      </a:ext>
                    </a:extLst>
                  </p:cNvPr>
                  <p:cNvGrpSpPr/>
                  <p:nvPr/>
                </p:nvGrpSpPr>
                <p:grpSpPr>
                  <a:xfrm>
                    <a:off x="6197413" y="3225768"/>
                    <a:ext cx="393192" cy="393192"/>
                    <a:chOff x="6389147" y="3932622"/>
                    <a:chExt cx="393192" cy="393192"/>
                  </a:xfrm>
                </p:grpSpPr>
                <p:grpSp>
                  <p:nvGrpSpPr>
                    <p:cNvPr id="20749" name="Group 20748">
                      <a:extLst>
                        <a:ext uri="{FF2B5EF4-FFF2-40B4-BE49-F238E27FC236}">
                          <a16:creationId xmlns:a16="http://schemas.microsoft.com/office/drawing/2014/main" id="{528F338E-4D28-EB54-A9CC-12B497DAF555}"/>
                        </a:ext>
                      </a:extLst>
                    </p:cNvPr>
                    <p:cNvGrpSpPr/>
                    <p:nvPr/>
                  </p:nvGrpSpPr>
                  <p:grpSpPr>
                    <a:xfrm flipH="1">
                      <a:off x="6478587" y="4022061"/>
                      <a:ext cx="214313" cy="214313"/>
                      <a:chOff x="5354637" y="3446463"/>
                      <a:chExt cx="214313" cy="214313"/>
                    </a:xfrm>
                  </p:grpSpPr>
                  <p:sp>
                    <p:nvSpPr>
                      <p:cNvPr id="20757" name="Arc 20756">
                        <a:extLst>
                          <a:ext uri="{FF2B5EF4-FFF2-40B4-BE49-F238E27FC236}">
                            <a16:creationId xmlns:a16="http://schemas.microsoft.com/office/drawing/2014/main" id="{18E54A12-B07A-60F2-6BFD-2FBDC4E9899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758" name="Arc 20757">
                        <a:extLst>
                          <a:ext uri="{FF2B5EF4-FFF2-40B4-BE49-F238E27FC236}">
                            <a16:creationId xmlns:a16="http://schemas.microsoft.com/office/drawing/2014/main" id="{36A9B2EB-20CC-6748-7A3F-ABD313343E0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750" name="Group 20749">
                      <a:extLst>
                        <a:ext uri="{FF2B5EF4-FFF2-40B4-BE49-F238E27FC236}">
                          <a16:creationId xmlns:a16="http://schemas.microsoft.com/office/drawing/2014/main" id="{D5D564A5-F754-11BE-9E1C-7D1113A5AA24}"/>
                        </a:ext>
                      </a:extLst>
                    </p:cNvPr>
                    <p:cNvGrpSpPr/>
                    <p:nvPr/>
                  </p:nvGrpSpPr>
                  <p:grpSpPr>
                    <a:xfrm rot="7200000" flipH="1">
                      <a:off x="6434137" y="3977611"/>
                      <a:ext cx="303213" cy="303213"/>
                      <a:chOff x="5354637" y="3446463"/>
                      <a:chExt cx="214313" cy="214313"/>
                    </a:xfrm>
                  </p:grpSpPr>
                  <p:sp>
                    <p:nvSpPr>
                      <p:cNvPr id="20755" name="Arc 20754">
                        <a:extLst>
                          <a:ext uri="{FF2B5EF4-FFF2-40B4-BE49-F238E27FC236}">
                            <a16:creationId xmlns:a16="http://schemas.microsoft.com/office/drawing/2014/main" id="{348D2961-30F2-06A2-B619-621AF5EE366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756" name="Arc 20755">
                        <a:extLst>
                          <a:ext uri="{FF2B5EF4-FFF2-40B4-BE49-F238E27FC236}">
                            <a16:creationId xmlns:a16="http://schemas.microsoft.com/office/drawing/2014/main" id="{D3790978-0797-DF72-8C22-CAEF5BEDB37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751" name="Group 20750">
                      <a:extLst>
                        <a:ext uri="{FF2B5EF4-FFF2-40B4-BE49-F238E27FC236}">
                          <a16:creationId xmlns:a16="http://schemas.microsoft.com/office/drawing/2014/main" id="{F45425BB-06F9-A7B3-9DD3-9EEA87C8F781}"/>
                        </a:ext>
                      </a:extLst>
                    </p:cNvPr>
                    <p:cNvGrpSpPr/>
                    <p:nvPr/>
                  </p:nvGrpSpPr>
                  <p:grpSpPr>
                    <a:xfrm rot="14400000" flipH="1">
                      <a:off x="6389147" y="3932622"/>
                      <a:ext cx="393192" cy="393192"/>
                      <a:chOff x="5354637" y="3446463"/>
                      <a:chExt cx="214313" cy="214313"/>
                    </a:xfrm>
                  </p:grpSpPr>
                  <p:sp>
                    <p:nvSpPr>
                      <p:cNvPr id="20753" name="Arc 20752">
                        <a:extLst>
                          <a:ext uri="{FF2B5EF4-FFF2-40B4-BE49-F238E27FC236}">
                            <a16:creationId xmlns:a16="http://schemas.microsoft.com/office/drawing/2014/main" id="{E3481C61-2982-DC75-914B-FA24D838F30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754" name="Arc 20753">
                        <a:extLst>
                          <a:ext uri="{FF2B5EF4-FFF2-40B4-BE49-F238E27FC236}">
                            <a16:creationId xmlns:a16="http://schemas.microsoft.com/office/drawing/2014/main" id="{D99190C4-C701-A2B4-805D-C34ADD8946E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752" name="TextBox 20751">
                      <a:extLst>
                        <a:ext uri="{FF2B5EF4-FFF2-40B4-BE49-F238E27FC236}">
                          <a16:creationId xmlns:a16="http://schemas.microsoft.com/office/drawing/2014/main" id="{EFDA706B-6A1F-52B1-15B1-08BCA62F9E24}"/>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20648" name="Group 20647">
                <a:extLst>
                  <a:ext uri="{FF2B5EF4-FFF2-40B4-BE49-F238E27FC236}">
                    <a16:creationId xmlns:a16="http://schemas.microsoft.com/office/drawing/2014/main" id="{042F5281-DF59-9E15-BBF9-E067C7E114A3}"/>
                  </a:ext>
                </a:extLst>
              </p:cNvPr>
              <p:cNvGrpSpPr/>
              <p:nvPr/>
            </p:nvGrpSpPr>
            <p:grpSpPr>
              <a:xfrm>
                <a:off x="6065340" y="2039507"/>
                <a:ext cx="1643204" cy="1593124"/>
                <a:chOff x="5445106" y="2644743"/>
                <a:chExt cx="1643204" cy="1593124"/>
              </a:xfrm>
            </p:grpSpPr>
            <p:grpSp>
              <p:nvGrpSpPr>
                <p:cNvPr id="20649" name="Group 20648">
                  <a:extLst>
                    <a:ext uri="{FF2B5EF4-FFF2-40B4-BE49-F238E27FC236}">
                      <a16:creationId xmlns:a16="http://schemas.microsoft.com/office/drawing/2014/main" id="{D328769B-E277-49A2-2574-6B20FEDD2D88}"/>
                    </a:ext>
                  </a:extLst>
                </p:cNvPr>
                <p:cNvGrpSpPr/>
                <p:nvPr/>
              </p:nvGrpSpPr>
              <p:grpSpPr>
                <a:xfrm>
                  <a:off x="5445106" y="2644743"/>
                  <a:ext cx="1019224" cy="991639"/>
                  <a:chOff x="5886431" y="3225768"/>
                  <a:chExt cx="1019224" cy="991639"/>
                </a:xfrm>
              </p:grpSpPr>
              <p:grpSp>
                <p:nvGrpSpPr>
                  <p:cNvPr id="20697" name="Group 20696">
                    <a:extLst>
                      <a:ext uri="{FF2B5EF4-FFF2-40B4-BE49-F238E27FC236}">
                        <a16:creationId xmlns:a16="http://schemas.microsoft.com/office/drawing/2014/main" id="{7D4D5C5E-7BB8-8EA4-822B-056882F6243E}"/>
                      </a:ext>
                    </a:extLst>
                  </p:cNvPr>
                  <p:cNvGrpSpPr/>
                  <p:nvPr/>
                </p:nvGrpSpPr>
                <p:grpSpPr>
                  <a:xfrm>
                    <a:off x="6197413" y="3824215"/>
                    <a:ext cx="393192" cy="393192"/>
                    <a:chOff x="5265196" y="3357021"/>
                    <a:chExt cx="393192" cy="393192"/>
                  </a:xfrm>
                </p:grpSpPr>
                <p:grpSp>
                  <p:nvGrpSpPr>
                    <p:cNvPr id="20732" name="Group 20731">
                      <a:extLst>
                        <a:ext uri="{FF2B5EF4-FFF2-40B4-BE49-F238E27FC236}">
                          <a16:creationId xmlns:a16="http://schemas.microsoft.com/office/drawing/2014/main" id="{A558122E-DB46-412C-CCCC-0B8D85F46C72}"/>
                        </a:ext>
                      </a:extLst>
                    </p:cNvPr>
                    <p:cNvGrpSpPr/>
                    <p:nvPr/>
                  </p:nvGrpSpPr>
                  <p:grpSpPr>
                    <a:xfrm rot="14400000">
                      <a:off x="5265196" y="3357021"/>
                      <a:ext cx="393192" cy="393192"/>
                      <a:chOff x="5354637" y="3446463"/>
                      <a:chExt cx="214313" cy="214313"/>
                    </a:xfrm>
                  </p:grpSpPr>
                  <p:sp>
                    <p:nvSpPr>
                      <p:cNvPr id="20741" name="Arc 20740">
                        <a:extLst>
                          <a:ext uri="{FF2B5EF4-FFF2-40B4-BE49-F238E27FC236}">
                            <a16:creationId xmlns:a16="http://schemas.microsoft.com/office/drawing/2014/main" id="{95B980D8-7DD1-9C62-64C2-749A4FBCE27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742" name="Arc 20741">
                        <a:extLst>
                          <a:ext uri="{FF2B5EF4-FFF2-40B4-BE49-F238E27FC236}">
                            <a16:creationId xmlns:a16="http://schemas.microsoft.com/office/drawing/2014/main" id="{7AD8B446-DECF-3A7B-DF93-541E629F896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733" name="Group 20732">
                      <a:extLst>
                        <a:ext uri="{FF2B5EF4-FFF2-40B4-BE49-F238E27FC236}">
                          <a16:creationId xmlns:a16="http://schemas.microsoft.com/office/drawing/2014/main" id="{26DBD059-6C37-F0A9-8E44-8EB8020236F7}"/>
                        </a:ext>
                      </a:extLst>
                    </p:cNvPr>
                    <p:cNvGrpSpPr/>
                    <p:nvPr/>
                  </p:nvGrpSpPr>
                  <p:grpSpPr>
                    <a:xfrm>
                      <a:off x="5310186" y="3402011"/>
                      <a:ext cx="303213" cy="303213"/>
                      <a:chOff x="5310186" y="3402011"/>
                      <a:chExt cx="303213" cy="303213"/>
                    </a:xfrm>
                  </p:grpSpPr>
                  <p:grpSp>
                    <p:nvGrpSpPr>
                      <p:cNvPr id="20734" name="Group 20733">
                        <a:extLst>
                          <a:ext uri="{FF2B5EF4-FFF2-40B4-BE49-F238E27FC236}">
                            <a16:creationId xmlns:a16="http://schemas.microsoft.com/office/drawing/2014/main" id="{8F5D03DA-25B8-CA4A-552F-8C738AC6F515}"/>
                          </a:ext>
                        </a:extLst>
                      </p:cNvPr>
                      <p:cNvGrpSpPr/>
                      <p:nvPr/>
                    </p:nvGrpSpPr>
                    <p:grpSpPr>
                      <a:xfrm>
                        <a:off x="5354636" y="3446461"/>
                        <a:ext cx="214313" cy="214313"/>
                        <a:chOff x="5354637" y="3446463"/>
                        <a:chExt cx="214313" cy="214313"/>
                      </a:xfrm>
                    </p:grpSpPr>
                    <p:sp>
                      <p:nvSpPr>
                        <p:cNvPr id="20739" name="Arc 20738">
                          <a:extLst>
                            <a:ext uri="{FF2B5EF4-FFF2-40B4-BE49-F238E27FC236}">
                              <a16:creationId xmlns:a16="http://schemas.microsoft.com/office/drawing/2014/main" id="{252CC2AC-9C8D-E869-969D-11A7CC9226D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740" name="Arc 20739">
                          <a:extLst>
                            <a:ext uri="{FF2B5EF4-FFF2-40B4-BE49-F238E27FC236}">
                              <a16:creationId xmlns:a16="http://schemas.microsoft.com/office/drawing/2014/main" id="{FD683225-4F3E-1A2B-A25F-CF9E05A0D1D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735" name="Group 20734">
                        <a:extLst>
                          <a:ext uri="{FF2B5EF4-FFF2-40B4-BE49-F238E27FC236}">
                            <a16:creationId xmlns:a16="http://schemas.microsoft.com/office/drawing/2014/main" id="{A1455271-0339-6F5C-0C25-90C7185E2B39}"/>
                          </a:ext>
                        </a:extLst>
                      </p:cNvPr>
                      <p:cNvGrpSpPr/>
                      <p:nvPr/>
                    </p:nvGrpSpPr>
                    <p:grpSpPr>
                      <a:xfrm rot="7200000">
                        <a:off x="5310186" y="3402011"/>
                        <a:ext cx="303213" cy="303213"/>
                        <a:chOff x="5354637" y="3446463"/>
                        <a:chExt cx="214313" cy="214313"/>
                      </a:xfrm>
                    </p:grpSpPr>
                    <p:sp>
                      <p:nvSpPr>
                        <p:cNvPr id="20737" name="Arc 20736">
                          <a:extLst>
                            <a:ext uri="{FF2B5EF4-FFF2-40B4-BE49-F238E27FC236}">
                              <a16:creationId xmlns:a16="http://schemas.microsoft.com/office/drawing/2014/main" id="{E41156C2-D94B-540E-8C1D-63F569D9D84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738" name="Arc 20737">
                          <a:extLst>
                            <a:ext uri="{FF2B5EF4-FFF2-40B4-BE49-F238E27FC236}">
                              <a16:creationId xmlns:a16="http://schemas.microsoft.com/office/drawing/2014/main" id="{06B95A7D-24D2-D7C4-725D-4DB11AB7A17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736" name="TextBox 20735">
                        <a:extLst>
                          <a:ext uri="{FF2B5EF4-FFF2-40B4-BE49-F238E27FC236}">
                            <a16:creationId xmlns:a16="http://schemas.microsoft.com/office/drawing/2014/main" id="{01953D0E-A629-7D43-09BB-A7C3C70CA3A7}"/>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698" name="Group 20697">
                    <a:extLst>
                      <a:ext uri="{FF2B5EF4-FFF2-40B4-BE49-F238E27FC236}">
                        <a16:creationId xmlns:a16="http://schemas.microsoft.com/office/drawing/2014/main" id="{22F8381C-A609-2964-7ED4-92ABD0391514}"/>
                      </a:ext>
                    </a:extLst>
                  </p:cNvPr>
                  <p:cNvGrpSpPr/>
                  <p:nvPr/>
                </p:nvGrpSpPr>
                <p:grpSpPr>
                  <a:xfrm>
                    <a:off x="5886431" y="3525040"/>
                    <a:ext cx="393192" cy="393192"/>
                    <a:chOff x="5265196" y="3932619"/>
                    <a:chExt cx="393192" cy="393192"/>
                  </a:xfrm>
                </p:grpSpPr>
                <p:grpSp>
                  <p:nvGrpSpPr>
                    <p:cNvPr id="20722" name="Group 20721">
                      <a:extLst>
                        <a:ext uri="{FF2B5EF4-FFF2-40B4-BE49-F238E27FC236}">
                          <a16:creationId xmlns:a16="http://schemas.microsoft.com/office/drawing/2014/main" id="{DBBD2ECA-7F4C-01B1-28B1-34B78579FE9B}"/>
                        </a:ext>
                      </a:extLst>
                    </p:cNvPr>
                    <p:cNvGrpSpPr/>
                    <p:nvPr/>
                  </p:nvGrpSpPr>
                  <p:grpSpPr>
                    <a:xfrm>
                      <a:off x="5354636" y="4022061"/>
                      <a:ext cx="214313" cy="214313"/>
                      <a:chOff x="5354637" y="3446463"/>
                      <a:chExt cx="214313" cy="214313"/>
                    </a:xfrm>
                  </p:grpSpPr>
                  <p:sp>
                    <p:nvSpPr>
                      <p:cNvPr id="20730" name="Arc 20729">
                        <a:extLst>
                          <a:ext uri="{FF2B5EF4-FFF2-40B4-BE49-F238E27FC236}">
                            <a16:creationId xmlns:a16="http://schemas.microsoft.com/office/drawing/2014/main" id="{7AEB18CB-0BFB-02C0-E3A2-35C84402AA1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731" name="Arc 20730">
                        <a:extLst>
                          <a:ext uri="{FF2B5EF4-FFF2-40B4-BE49-F238E27FC236}">
                            <a16:creationId xmlns:a16="http://schemas.microsoft.com/office/drawing/2014/main" id="{9E2743C0-ACDB-97FF-CDD2-A175F4826B4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723" name="Group 20722">
                      <a:extLst>
                        <a:ext uri="{FF2B5EF4-FFF2-40B4-BE49-F238E27FC236}">
                          <a16:creationId xmlns:a16="http://schemas.microsoft.com/office/drawing/2014/main" id="{DFBE723B-540D-4175-F5DD-FE62677E38DC}"/>
                        </a:ext>
                      </a:extLst>
                    </p:cNvPr>
                    <p:cNvGrpSpPr/>
                    <p:nvPr/>
                  </p:nvGrpSpPr>
                  <p:grpSpPr>
                    <a:xfrm rot="14400000">
                      <a:off x="5310186" y="3977611"/>
                      <a:ext cx="303213" cy="303213"/>
                      <a:chOff x="5354637" y="3446463"/>
                      <a:chExt cx="214313" cy="214313"/>
                    </a:xfrm>
                  </p:grpSpPr>
                  <p:sp>
                    <p:nvSpPr>
                      <p:cNvPr id="20728" name="Arc 20727">
                        <a:extLst>
                          <a:ext uri="{FF2B5EF4-FFF2-40B4-BE49-F238E27FC236}">
                            <a16:creationId xmlns:a16="http://schemas.microsoft.com/office/drawing/2014/main" id="{242E90AF-5563-4743-2AEC-C688C3DBA81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729" name="Arc 20728">
                        <a:extLst>
                          <a:ext uri="{FF2B5EF4-FFF2-40B4-BE49-F238E27FC236}">
                            <a16:creationId xmlns:a16="http://schemas.microsoft.com/office/drawing/2014/main" id="{80FF98A5-6F1A-83B0-5F1F-59B7D400836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724" name="Group 20723">
                      <a:extLst>
                        <a:ext uri="{FF2B5EF4-FFF2-40B4-BE49-F238E27FC236}">
                          <a16:creationId xmlns:a16="http://schemas.microsoft.com/office/drawing/2014/main" id="{6EF903F2-6D05-C02F-3125-F9397759BE1F}"/>
                        </a:ext>
                      </a:extLst>
                    </p:cNvPr>
                    <p:cNvGrpSpPr/>
                    <p:nvPr/>
                  </p:nvGrpSpPr>
                  <p:grpSpPr>
                    <a:xfrm rot="7200000">
                      <a:off x="5265196" y="3932619"/>
                      <a:ext cx="393192" cy="393192"/>
                      <a:chOff x="5354637" y="3446463"/>
                      <a:chExt cx="214313" cy="214313"/>
                    </a:xfrm>
                  </p:grpSpPr>
                  <p:sp>
                    <p:nvSpPr>
                      <p:cNvPr id="20726" name="Arc 20725">
                        <a:extLst>
                          <a:ext uri="{FF2B5EF4-FFF2-40B4-BE49-F238E27FC236}">
                            <a16:creationId xmlns:a16="http://schemas.microsoft.com/office/drawing/2014/main" id="{79FF30B8-E2BE-E919-1F34-FAE9318BFA4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727" name="Arc 20726">
                        <a:extLst>
                          <a:ext uri="{FF2B5EF4-FFF2-40B4-BE49-F238E27FC236}">
                            <a16:creationId xmlns:a16="http://schemas.microsoft.com/office/drawing/2014/main" id="{56B2F86D-B212-D063-A00B-6EBC22BD879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725" name="TextBox 20724">
                      <a:extLst>
                        <a:ext uri="{FF2B5EF4-FFF2-40B4-BE49-F238E27FC236}">
                          <a16:creationId xmlns:a16="http://schemas.microsoft.com/office/drawing/2014/main" id="{E049ADB6-1DB4-3416-0388-18C8AECA365C}"/>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0699" name="Group 20698">
                    <a:extLst>
                      <a:ext uri="{FF2B5EF4-FFF2-40B4-BE49-F238E27FC236}">
                        <a16:creationId xmlns:a16="http://schemas.microsoft.com/office/drawing/2014/main" id="{905EDCCB-6050-754A-A718-CF46A09389BD}"/>
                      </a:ext>
                    </a:extLst>
                  </p:cNvPr>
                  <p:cNvGrpSpPr/>
                  <p:nvPr/>
                </p:nvGrpSpPr>
                <p:grpSpPr>
                  <a:xfrm>
                    <a:off x="6512463" y="3525040"/>
                    <a:ext cx="393192" cy="393192"/>
                    <a:chOff x="6389147" y="3357021"/>
                    <a:chExt cx="393192" cy="393192"/>
                  </a:xfrm>
                </p:grpSpPr>
                <p:grpSp>
                  <p:nvGrpSpPr>
                    <p:cNvPr id="20711" name="Group 20710">
                      <a:extLst>
                        <a:ext uri="{FF2B5EF4-FFF2-40B4-BE49-F238E27FC236}">
                          <a16:creationId xmlns:a16="http://schemas.microsoft.com/office/drawing/2014/main" id="{3009C456-5C4F-A58F-3B8D-FF61D17F0DFB}"/>
                        </a:ext>
                      </a:extLst>
                    </p:cNvPr>
                    <p:cNvGrpSpPr/>
                    <p:nvPr/>
                  </p:nvGrpSpPr>
                  <p:grpSpPr>
                    <a:xfrm rot="7200000" flipH="1">
                      <a:off x="6389147" y="3357021"/>
                      <a:ext cx="393192" cy="393192"/>
                      <a:chOff x="5354637" y="3446463"/>
                      <a:chExt cx="214313" cy="214313"/>
                    </a:xfrm>
                  </p:grpSpPr>
                  <p:sp>
                    <p:nvSpPr>
                      <p:cNvPr id="20720" name="Arc 20719">
                        <a:extLst>
                          <a:ext uri="{FF2B5EF4-FFF2-40B4-BE49-F238E27FC236}">
                            <a16:creationId xmlns:a16="http://schemas.microsoft.com/office/drawing/2014/main" id="{37E3F054-75BB-EC5B-3EA7-8B8876B1E23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721" name="Arc 20720">
                        <a:extLst>
                          <a:ext uri="{FF2B5EF4-FFF2-40B4-BE49-F238E27FC236}">
                            <a16:creationId xmlns:a16="http://schemas.microsoft.com/office/drawing/2014/main" id="{1B29EF06-CB8C-84F7-1E9F-408CA7CF0EA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712" name="Group 20711">
                      <a:extLst>
                        <a:ext uri="{FF2B5EF4-FFF2-40B4-BE49-F238E27FC236}">
                          <a16:creationId xmlns:a16="http://schemas.microsoft.com/office/drawing/2014/main" id="{7BF0F9D9-BC5D-7338-CDF2-3BD54B61CB53}"/>
                        </a:ext>
                      </a:extLst>
                    </p:cNvPr>
                    <p:cNvGrpSpPr/>
                    <p:nvPr/>
                  </p:nvGrpSpPr>
                  <p:grpSpPr>
                    <a:xfrm>
                      <a:off x="6434137" y="3402011"/>
                      <a:ext cx="303213" cy="303213"/>
                      <a:chOff x="6434137" y="3402011"/>
                      <a:chExt cx="303213" cy="303213"/>
                    </a:xfrm>
                  </p:grpSpPr>
                  <p:grpSp>
                    <p:nvGrpSpPr>
                      <p:cNvPr id="20713" name="Group 20712">
                        <a:extLst>
                          <a:ext uri="{FF2B5EF4-FFF2-40B4-BE49-F238E27FC236}">
                            <a16:creationId xmlns:a16="http://schemas.microsoft.com/office/drawing/2014/main" id="{0961BF69-32C1-356F-BD48-29F5384634B3}"/>
                          </a:ext>
                        </a:extLst>
                      </p:cNvPr>
                      <p:cNvGrpSpPr/>
                      <p:nvPr/>
                    </p:nvGrpSpPr>
                    <p:grpSpPr>
                      <a:xfrm flipH="1">
                        <a:off x="6478587" y="3446461"/>
                        <a:ext cx="214313" cy="214313"/>
                        <a:chOff x="5354637" y="3446463"/>
                        <a:chExt cx="214313" cy="214313"/>
                      </a:xfrm>
                    </p:grpSpPr>
                    <p:sp>
                      <p:nvSpPr>
                        <p:cNvPr id="20718" name="Arc 20717">
                          <a:extLst>
                            <a:ext uri="{FF2B5EF4-FFF2-40B4-BE49-F238E27FC236}">
                              <a16:creationId xmlns:a16="http://schemas.microsoft.com/office/drawing/2014/main" id="{7C96D290-1740-A589-5367-D085713FD98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719" name="Arc 20718">
                          <a:extLst>
                            <a:ext uri="{FF2B5EF4-FFF2-40B4-BE49-F238E27FC236}">
                              <a16:creationId xmlns:a16="http://schemas.microsoft.com/office/drawing/2014/main" id="{E0FF1BBD-E6CB-9F2E-1B6C-402E5622A1C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714" name="Group 20713">
                        <a:extLst>
                          <a:ext uri="{FF2B5EF4-FFF2-40B4-BE49-F238E27FC236}">
                            <a16:creationId xmlns:a16="http://schemas.microsoft.com/office/drawing/2014/main" id="{3A820C88-F404-812B-4A86-7C5B2028227D}"/>
                          </a:ext>
                        </a:extLst>
                      </p:cNvPr>
                      <p:cNvGrpSpPr/>
                      <p:nvPr/>
                    </p:nvGrpSpPr>
                    <p:grpSpPr>
                      <a:xfrm rot="14400000" flipH="1">
                        <a:off x="6434137" y="3402011"/>
                        <a:ext cx="303213" cy="303213"/>
                        <a:chOff x="5354637" y="3446463"/>
                        <a:chExt cx="214313" cy="214313"/>
                      </a:xfrm>
                    </p:grpSpPr>
                    <p:sp>
                      <p:nvSpPr>
                        <p:cNvPr id="20716" name="Arc 20715">
                          <a:extLst>
                            <a:ext uri="{FF2B5EF4-FFF2-40B4-BE49-F238E27FC236}">
                              <a16:creationId xmlns:a16="http://schemas.microsoft.com/office/drawing/2014/main" id="{1495EE7E-4D36-A12A-91EE-746DDF083AD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717" name="Arc 20716">
                          <a:extLst>
                            <a:ext uri="{FF2B5EF4-FFF2-40B4-BE49-F238E27FC236}">
                              <a16:creationId xmlns:a16="http://schemas.microsoft.com/office/drawing/2014/main" id="{D5914518-507B-E1C3-EADE-6F11682EA10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715" name="TextBox 20714">
                        <a:extLst>
                          <a:ext uri="{FF2B5EF4-FFF2-40B4-BE49-F238E27FC236}">
                            <a16:creationId xmlns:a16="http://schemas.microsoft.com/office/drawing/2014/main" id="{58D00CD5-A465-3586-5BBD-EBDD9065DEE4}"/>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700" name="Group 20699">
                    <a:extLst>
                      <a:ext uri="{FF2B5EF4-FFF2-40B4-BE49-F238E27FC236}">
                        <a16:creationId xmlns:a16="http://schemas.microsoft.com/office/drawing/2014/main" id="{E68F04D3-554E-553E-5F77-97B59E05D609}"/>
                      </a:ext>
                    </a:extLst>
                  </p:cNvPr>
                  <p:cNvGrpSpPr/>
                  <p:nvPr/>
                </p:nvGrpSpPr>
                <p:grpSpPr>
                  <a:xfrm>
                    <a:off x="6197413" y="3225768"/>
                    <a:ext cx="393192" cy="393192"/>
                    <a:chOff x="6389147" y="3932622"/>
                    <a:chExt cx="393192" cy="393192"/>
                  </a:xfrm>
                </p:grpSpPr>
                <p:grpSp>
                  <p:nvGrpSpPr>
                    <p:cNvPr id="20701" name="Group 20700">
                      <a:extLst>
                        <a:ext uri="{FF2B5EF4-FFF2-40B4-BE49-F238E27FC236}">
                          <a16:creationId xmlns:a16="http://schemas.microsoft.com/office/drawing/2014/main" id="{A9011FFD-2205-3728-0FF4-71F107EDB051}"/>
                        </a:ext>
                      </a:extLst>
                    </p:cNvPr>
                    <p:cNvGrpSpPr/>
                    <p:nvPr/>
                  </p:nvGrpSpPr>
                  <p:grpSpPr>
                    <a:xfrm flipH="1">
                      <a:off x="6478587" y="4022061"/>
                      <a:ext cx="214313" cy="214313"/>
                      <a:chOff x="5354637" y="3446463"/>
                      <a:chExt cx="214313" cy="214313"/>
                    </a:xfrm>
                  </p:grpSpPr>
                  <p:sp>
                    <p:nvSpPr>
                      <p:cNvPr id="20709" name="Arc 20708">
                        <a:extLst>
                          <a:ext uri="{FF2B5EF4-FFF2-40B4-BE49-F238E27FC236}">
                            <a16:creationId xmlns:a16="http://schemas.microsoft.com/office/drawing/2014/main" id="{CAF44A91-9445-420D-C197-7A7338C6624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710" name="Arc 20709">
                        <a:extLst>
                          <a:ext uri="{FF2B5EF4-FFF2-40B4-BE49-F238E27FC236}">
                            <a16:creationId xmlns:a16="http://schemas.microsoft.com/office/drawing/2014/main" id="{4E816F88-E2BA-26DD-4703-7AF7F6B891E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702" name="Group 20701">
                      <a:extLst>
                        <a:ext uri="{FF2B5EF4-FFF2-40B4-BE49-F238E27FC236}">
                          <a16:creationId xmlns:a16="http://schemas.microsoft.com/office/drawing/2014/main" id="{0CB34D17-AB06-FBE9-17EF-CC8872B5FB50}"/>
                        </a:ext>
                      </a:extLst>
                    </p:cNvPr>
                    <p:cNvGrpSpPr/>
                    <p:nvPr/>
                  </p:nvGrpSpPr>
                  <p:grpSpPr>
                    <a:xfrm rot="7200000" flipH="1">
                      <a:off x="6434137" y="3977611"/>
                      <a:ext cx="303213" cy="303213"/>
                      <a:chOff x="5354637" y="3446463"/>
                      <a:chExt cx="214313" cy="214313"/>
                    </a:xfrm>
                  </p:grpSpPr>
                  <p:sp>
                    <p:nvSpPr>
                      <p:cNvPr id="20707" name="Arc 20706">
                        <a:extLst>
                          <a:ext uri="{FF2B5EF4-FFF2-40B4-BE49-F238E27FC236}">
                            <a16:creationId xmlns:a16="http://schemas.microsoft.com/office/drawing/2014/main" id="{9015FE3A-39E4-C01E-F41D-6A184EBB093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708" name="Arc 20707">
                        <a:extLst>
                          <a:ext uri="{FF2B5EF4-FFF2-40B4-BE49-F238E27FC236}">
                            <a16:creationId xmlns:a16="http://schemas.microsoft.com/office/drawing/2014/main" id="{79264D41-7130-4E2C-5AB5-CA61BBEDDA9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703" name="Group 20702">
                      <a:extLst>
                        <a:ext uri="{FF2B5EF4-FFF2-40B4-BE49-F238E27FC236}">
                          <a16:creationId xmlns:a16="http://schemas.microsoft.com/office/drawing/2014/main" id="{CF406224-78EC-0D94-E4C6-4ABA1C76DFF5}"/>
                        </a:ext>
                      </a:extLst>
                    </p:cNvPr>
                    <p:cNvGrpSpPr/>
                    <p:nvPr/>
                  </p:nvGrpSpPr>
                  <p:grpSpPr>
                    <a:xfrm rot="14400000" flipH="1">
                      <a:off x="6389147" y="3932622"/>
                      <a:ext cx="393192" cy="393192"/>
                      <a:chOff x="5354637" y="3446463"/>
                      <a:chExt cx="214313" cy="214313"/>
                    </a:xfrm>
                  </p:grpSpPr>
                  <p:sp>
                    <p:nvSpPr>
                      <p:cNvPr id="20705" name="Arc 20704">
                        <a:extLst>
                          <a:ext uri="{FF2B5EF4-FFF2-40B4-BE49-F238E27FC236}">
                            <a16:creationId xmlns:a16="http://schemas.microsoft.com/office/drawing/2014/main" id="{9A3595CA-9E4C-9595-1F14-ECE9B6EA542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706" name="Arc 20705">
                        <a:extLst>
                          <a:ext uri="{FF2B5EF4-FFF2-40B4-BE49-F238E27FC236}">
                            <a16:creationId xmlns:a16="http://schemas.microsoft.com/office/drawing/2014/main" id="{58A5B5B1-7264-AF15-5F5C-0DB4CF772D4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704" name="TextBox 20703">
                      <a:extLst>
                        <a:ext uri="{FF2B5EF4-FFF2-40B4-BE49-F238E27FC236}">
                          <a16:creationId xmlns:a16="http://schemas.microsoft.com/office/drawing/2014/main" id="{54A739F7-D032-CF75-FBE6-FCA5AF7CB207}"/>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650" name="Group 20649">
                  <a:extLst>
                    <a:ext uri="{FF2B5EF4-FFF2-40B4-BE49-F238E27FC236}">
                      <a16:creationId xmlns:a16="http://schemas.microsoft.com/office/drawing/2014/main" id="{61332C49-DEB2-3FEC-862D-62F66B3E683B}"/>
                    </a:ext>
                  </a:extLst>
                </p:cNvPr>
                <p:cNvGrpSpPr/>
                <p:nvPr/>
              </p:nvGrpSpPr>
              <p:grpSpPr>
                <a:xfrm>
                  <a:off x="6069086" y="3246228"/>
                  <a:ext cx="1019224" cy="991639"/>
                  <a:chOff x="5886431" y="3225768"/>
                  <a:chExt cx="1019224" cy="991639"/>
                </a:xfrm>
              </p:grpSpPr>
              <p:grpSp>
                <p:nvGrpSpPr>
                  <p:cNvPr id="20651" name="Group 20650">
                    <a:extLst>
                      <a:ext uri="{FF2B5EF4-FFF2-40B4-BE49-F238E27FC236}">
                        <a16:creationId xmlns:a16="http://schemas.microsoft.com/office/drawing/2014/main" id="{2E1CAE56-63FE-5F15-5F67-271A3EDAC22B}"/>
                      </a:ext>
                    </a:extLst>
                  </p:cNvPr>
                  <p:cNvGrpSpPr/>
                  <p:nvPr/>
                </p:nvGrpSpPr>
                <p:grpSpPr>
                  <a:xfrm>
                    <a:off x="6197413" y="3824215"/>
                    <a:ext cx="393192" cy="393192"/>
                    <a:chOff x="5265196" y="3357021"/>
                    <a:chExt cx="393192" cy="393192"/>
                  </a:xfrm>
                </p:grpSpPr>
                <p:grpSp>
                  <p:nvGrpSpPr>
                    <p:cNvPr id="20686" name="Group 20685">
                      <a:extLst>
                        <a:ext uri="{FF2B5EF4-FFF2-40B4-BE49-F238E27FC236}">
                          <a16:creationId xmlns:a16="http://schemas.microsoft.com/office/drawing/2014/main" id="{D4C95F68-A427-D1CD-619C-5B02A7DAFDFB}"/>
                        </a:ext>
                      </a:extLst>
                    </p:cNvPr>
                    <p:cNvGrpSpPr/>
                    <p:nvPr/>
                  </p:nvGrpSpPr>
                  <p:grpSpPr>
                    <a:xfrm rot="14400000">
                      <a:off x="5265196" y="3357021"/>
                      <a:ext cx="393192" cy="393192"/>
                      <a:chOff x="5354637" y="3446463"/>
                      <a:chExt cx="214313" cy="214313"/>
                    </a:xfrm>
                  </p:grpSpPr>
                  <p:sp>
                    <p:nvSpPr>
                      <p:cNvPr id="20695" name="Arc 20694">
                        <a:extLst>
                          <a:ext uri="{FF2B5EF4-FFF2-40B4-BE49-F238E27FC236}">
                            <a16:creationId xmlns:a16="http://schemas.microsoft.com/office/drawing/2014/main" id="{7A814BCF-A46E-8DC1-6B51-749B86CFCA0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696" name="Arc 20695">
                        <a:extLst>
                          <a:ext uri="{FF2B5EF4-FFF2-40B4-BE49-F238E27FC236}">
                            <a16:creationId xmlns:a16="http://schemas.microsoft.com/office/drawing/2014/main" id="{A32D02D4-6114-8559-F090-D08FF31A0E2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687" name="Group 20686">
                      <a:extLst>
                        <a:ext uri="{FF2B5EF4-FFF2-40B4-BE49-F238E27FC236}">
                          <a16:creationId xmlns:a16="http://schemas.microsoft.com/office/drawing/2014/main" id="{54DBEF78-B6B2-016F-F776-F8B507561092}"/>
                        </a:ext>
                      </a:extLst>
                    </p:cNvPr>
                    <p:cNvGrpSpPr/>
                    <p:nvPr/>
                  </p:nvGrpSpPr>
                  <p:grpSpPr>
                    <a:xfrm>
                      <a:off x="5310186" y="3402011"/>
                      <a:ext cx="303213" cy="303213"/>
                      <a:chOff x="5310186" y="3402011"/>
                      <a:chExt cx="303213" cy="303213"/>
                    </a:xfrm>
                  </p:grpSpPr>
                  <p:grpSp>
                    <p:nvGrpSpPr>
                      <p:cNvPr id="20688" name="Group 20687">
                        <a:extLst>
                          <a:ext uri="{FF2B5EF4-FFF2-40B4-BE49-F238E27FC236}">
                            <a16:creationId xmlns:a16="http://schemas.microsoft.com/office/drawing/2014/main" id="{0ED9FBF7-1D1D-BC28-FB74-1BDA90DB3ED7}"/>
                          </a:ext>
                        </a:extLst>
                      </p:cNvPr>
                      <p:cNvGrpSpPr/>
                      <p:nvPr/>
                    </p:nvGrpSpPr>
                    <p:grpSpPr>
                      <a:xfrm>
                        <a:off x="5354636" y="3446461"/>
                        <a:ext cx="214313" cy="214313"/>
                        <a:chOff x="5354637" y="3446463"/>
                        <a:chExt cx="214313" cy="214313"/>
                      </a:xfrm>
                    </p:grpSpPr>
                    <p:sp>
                      <p:nvSpPr>
                        <p:cNvPr id="20693" name="Arc 20692">
                          <a:extLst>
                            <a:ext uri="{FF2B5EF4-FFF2-40B4-BE49-F238E27FC236}">
                              <a16:creationId xmlns:a16="http://schemas.microsoft.com/office/drawing/2014/main" id="{6CF9D465-5F32-0B34-04AB-B01EC36357A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694" name="Arc 20693">
                          <a:extLst>
                            <a:ext uri="{FF2B5EF4-FFF2-40B4-BE49-F238E27FC236}">
                              <a16:creationId xmlns:a16="http://schemas.microsoft.com/office/drawing/2014/main" id="{0531C2C9-6AAF-2050-6E38-F2A2F3966B3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689" name="Group 20688">
                        <a:extLst>
                          <a:ext uri="{FF2B5EF4-FFF2-40B4-BE49-F238E27FC236}">
                            <a16:creationId xmlns:a16="http://schemas.microsoft.com/office/drawing/2014/main" id="{DBF2ABAC-2FB8-14FF-20D5-B6F504C7D1F2}"/>
                          </a:ext>
                        </a:extLst>
                      </p:cNvPr>
                      <p:cNvGrpSpPr/>
                      <p:nvPr/>
                    </p:nvGrpSpPr>
                    <p:grpSpPr>
                      <a:xfrm rot="7200000">
                        <a:off x="5310186" y="3402011"/>
                        <a:ext cx="303213" cy="303213"/>
                        <a:chOff x="5354637" y="3446463"/>
                        <a:chExt cx="214313" cy="214313"/>
                      </a:xfrm>
                    </p:grpSpPr>
                    <p:sp>
                      <p:nvSpPr>
                        <p:cNvPr id="20691" name="Arc 20690">
                          <a:extLst>
                            <a:ext uri="{FF2B5EF4-FFF2-40B4-BE49-F238E27FC236}">
                              <a16:creationId xmlns:a16="http://schemas.microsoft.com/office/drawing/2014/main" id="{FF9C7CAF-CE6E-30DB-E404-5734015ED7E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692" name="Arc 20691">
                          <a:extLst>
                            <a:ext uri="{FF2B5EF4-FFF2-40B4-BE49-F238E27FC236}">
                              <a16:creationId xmlns:a16="http://schemas.microsoft.com/office/drawing/2014/main" id="{C1D8E4A5-829B-3A1E-66BC-9F9CAAF9049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690" name="TextBox 20689">
                        <a:extLst>
                          <a:ext uri="{FF2B5EF4-FFF2-40B4-BE49-F238E27FC236}">
                            <a16:creationId xmlns:a16="http://schemas.microsoft.com/office/drawing/2014/main" id="{399BE9FB-8191-029B-2D52-CF5707467977}"/>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652" name="Group 20651">
                    <a:extLst>
                      <a:ext uri="{FF2B5EF4-FFF2-40B4-BE49-F238E27FC236}">
                        <a16:creationId xmlns:a16="http://schemas.microsoft.com/office/drawing/2014/main" id="{658869B8-EA56-F279-A7DE-546AA388150C}"/>
                      </a:ext>
                    </a:extLst>
                  </p:cNvPr>
                  <p:cNvGrpSpPr/>
                  <p:nvPr/>
                </p:nvGrpSpPr>
                <p:grpSpPr>
                  <a:xfrm>
                    <a:off x="5886431" y="3525040"/>
                    <a:ext cx="393192" cy="393192"/>
                    <a:chOff x="5265196" y="3932619"/>
                    <a:chExt cx="393192" cy="393192"/>
                  </a:xfrm>
                </p:grpSpPr>
                <p:grpSp>
                  <p:nvGrpSpPr>
                    <p:cNvPr id="20676" name="Group 20675">
                      <a:extLst>
                        <a:ext uri="{FF2B5EF4-FFF2-40B4-BE49-F238E27FC236}">
                          <a16:creationId xmlns:a16="http://schemas.microsoft.com/office/drawing/2014/main" id="{75CF4508-650E-E12F-CA71-1A6D433D122B}"/>
                        </a:ext>
                      </a:extLst>
                    </p:cNvPr>
                    <p:cNvGrpSpPr/>
                    <p:nvPr/>
                  </p:nvGrpSpPr>
                  <p:grpSpPr>
                    <a:xfrm>
                      <a:off x="5354636" y="4022061"/>
                      <a:ext cx="214313" cy="214313"/>
                      <a:chOff x="5354637" y="3446463"/>
                      <a:chExt cx="214313" cy="214313"/>
                    </a:xfrm>
                  </p:grpSpPr>
                  <p:sp>
                    <p:nvSpPr>
                      <p:cNvPr id="20684" name="Arc 20683">
                        <a:extLst>
                          <a:ext uri="{FF2B5EF4-FFF2-40B4-BE49-F238E27FC236}">
                            <a16:creationId xmlns:a16="http://schemas.microsoft.com/office/drawing/2014/main" id="{2A38C208-36CE-EFA1-9EB1-0383C35DFAC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685" name="Arc 20684">
                        <a:extLst>
                          <a:ext uri="{FF2B5EF4-FFF2-40B4-BE49-F238E27FC236}">
                            <a16:creationId xmlns:a16="http://schemas.microsoft.com/office/drawing/2014/main" id="{1219A365-149A-E28D-AF9A-570E4FE7AAB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677" name="Group 20676">
                      <a:extLst>
                        <a:ext uri="{FF2B5EF4-FFF2-40B4-BE49-F238E27FC236}">
                          <a16:creationId xmlns:a16="http://schemas.microsoft.com/office/drawing/2014/main" id="{F263202E-32B7-A7B4-DC83-FF0322FB171C}"/>
                        </a:ext>
                      </a:extLst>
                    </p:cNvPr>
                    <p:cNvGrpSpPr/>
                    <p:nvPr/>
                  </p:nvGrpSpPr>
                  <p:grpSpPr>
                    <a:xfrm rot="14400000">
                      <a:off x="5310186" y="3977611"/>
                      <a:ext cx="303213" cy="303213"/>
                      <a:chOff x="5354637" y="3446463"/>
                      <a:chExt cx="214313" cy="214313"/>
                    </a:xfrm>
                  </p:grpSpPr>
                  <p:sp>
                    <p:nvSpPr>
                      <p:cNvPr id="20682" name="Arc 20681">
                        <a:extLst>
                          <a:ext uri="{FF2B5EF4-FFF2-40B4-BE49-F238E27FC236}">
                            <a16:creationId xmlns:a16="http://schemas.microsoft.com/office/drawing/2014/main" id="{F4A8C66A-3F16-A301-3B5F-0DB40313E3C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683" name="Arc 20682">
                        <a:extLst>
                          <a:ext uri="{FF2B5EF4-FFF2-40B4-BE49-F238E27FC236}">
                            <a16:creationId xmlns:a16="http://schemas.microsoft.com/office/drawing/2014/main" id="{CDBD724A-43C2-2DFA-F2EF-CD9EE9D0E3F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678" name="Group 20677">
                      <a:extLst>
                        <a:ext uri="{FF2B5EF4-FFF2-40B4-BE49-F238E27FC236}">
                          <a16:creationId xmlns:a16="http://schemas.microsoft.com/office/drawing/2014/main" id="{E01CE2BE-135A-51A7-E638-7D1F5F96BF34}"/>
                        </a:ext>
                      </a:extLst>
                    </p:cNvPr>
                    <p:cNvGrpSpPr/>
                    <p:nvPr/>
                  </p:nvGrpSpPr>
                  <p:grpSpPr>
                    <a:xfrm rot="7200000">
                      <a:off x="5265196" y="3932619"/>
                      <a:ext cx="393192" cy="393192"/>
                      <a:chOff x="5354637" y="3446463"/>
                      <a:chExt cx="214313" cy="214313"/>
                    </a:xfrm>
                  </p:grpSpPr>
                  <p:sp>
                    <p:nvSpPr>
                      <p:cNvPr id="20680" name="Arc 20679">
                        <a:extLst>
                          <a:ext uri="{FF2B5EF4-FFF2-40B4-BE49-F238E27FC236}">
                            <a16:creationId xmlns:a16="http://schemas.microsoft.com/office/drawing/2014/main" id="{1D0EC4D6-43C1-5FAB-8F89-C3B4B66B3E6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681" name="Arc 20680">
                        <a:extLst>
                          <a:ext uri="{FF2B5EF4-FFF2-40B4-BE49-F238E27FC236}">
                            <a16:creationId xmlns:a16="http://schemas.microsoft.com/office/drawing/2014/main" id="{49A2E1F5-2C20-B20F-BBA2-EC8B1CA9243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679" name="TextBox 20678">
                      <a:extLst>
                        <a:ext uri="{FF2B5EF4-FFF2-40B4-BE49-F238E27FC236}">
                          <a16:creationId xmlns:a16="http://schemas.microsoft.com/office/drawing/2014/main" id="{09ABC8BA-A666-ACAC-6DEF-548B71359F55}"/>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0653" name="Group 20652">
                    <a:extLst>
                      <a:ext uri="{FF2B5EF4-FFF2-40B4-BE49-F238E27FC236}">
                        <a16:creationId xmlns:a16="http://schemas.microsoft.com/office/drawing/2014/main" id="{C046077C-0059-5FBA-4DFB-A502C312DB13}"/>
                      </a:ext>
                    </a:extLst>
                  </p:cNvPr>
                  <p:cNvGrpSpPr/>
                  <p:nvPr/>
                </p:nvGrpSpPr>
                <p:grpSpPr>
                  <a:xfrm>
                    <a:off x="6512463" y="3525040"/>
                    <a:ext cx="393192" cy="393192"/>
                    <a:chOff x="6389147" y="3357021"/>
                    <a:chExt cx="393192" cy="393192"/>
                  </a:xfrm>
                </p:grpSpPr>
                <p:grpSp>
                  <p:nvGrpSpPr>
                    <p:cNvPr id="20665" name="Group 20664">
                      <a:extLst>
                        <a:ext uri="{FF2B5EF4-FFF2-40B4-BE49-F238E27FC236}">
                          <a16:creationId xmlns:a16="http://schemas.microsoft.com/office/drawing/2014/main" id="{FC9921B9-D29E-2319-F4DE-3BCA86F3401E}"/>
                        </a:ext>
                      </a:extLst>
                    </p:cNvPr>
                    <p:cNvGrpSpPr/>
                    <p:nvPr/>
                  </p:nvGrpSpPr>
                  <p:grpSpPr>
                    <a:xfrm rot="7200000" flipH="1">
                      <a:off x="6389147" y="3357021"/>
                      <a:ext cx="393192" cy="393192"/>
                      <a:chOff x="5354637" y="3446463"/>
                      <a:chExt cx="214313" cy="214313"/>
                    </a:xfrm>
                  </p:grpSpPr>
                  <p:sp>
                    <p:nvSpPr>
                      <p:cNvPr id="20674" name="Arc 20673">
                        <a:extLst>
                          <a:ext uri="{FF2B5EF4-FFF2-40B4-BE49-F238E27FC236}">
                            <a16:creationId xmlns:a16="http://schemas.microsoft.com/office/drawing/2014/main" id="{ECC119B5-C9ED-BC8F-48D0-F51E4A1294D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675" name="Arc 20674">
                        <a:extLst>
                          <a:ext uri="{FF2B5EF4-FFF2-40B4-BE49-F238E27FC236}">
                            <a16:creationId xmlns:a16="http://schemas.microsoft.com/office/drawing/2014/main" id="{A71E8475-2596-7F3C-68BC-DF2496AC29B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666" name="Group 20665">
                      <a:extLst>
                        <a:ext uri="{FF2B5EF4-FFF2-40B4-BE49-F238E27FC236}">
                          <a16:creationId xmlns:a16="http://schemas.microsoft.com/office/drawing/2014/main" id="{86E436A6-1379-D537-3C0B-E717BD1832EC}"/>
                        </a:ext>
                      </a:extLst>
                    </p:cNvPr>
                    <p:cNvGrpSpPr/>
                    <p:nvPr/>
                  </p:nvGrpSpPr>
                  <p:grpSpPr>
                    <a:xfrm>
                      <a:off x="6434137" y="3402011"/>
                      <a:ext cx="303213" cy="303213"/>
                      <a:chOff x="6434137" y="3402011"/>
                      <a:chExt cx="303213" cy="303213"/>
                    </a:xfrm>
                  </p:grpSpPr>
                  <p:grpSp>
                    <p:nvGrpSpPr>
                      <p:cNvPr id="20667" name="Group 20666">
                        <a:extLst>
                          <a:ext uri="{FF2B5EF4-FFF2-40B4-BE49-F238E27FC236}">
                            <a16:creationId xmlns:a16="http://schemas.microsoft.com/office/drawing/2014/main" id="{6004D057-F6C2-F5A7-5D2A-9E0B9FBDFE39}"/>
                          </a:ext>
                        </a:extLst>
                      </p:cNvPr>
                      <p:cNvGrpSpPr/>
                      <p:nvPr/>
                    </p:nvGrpSpPr>
                    <p:grpSpPr>
                      <a:xfrm flipH="1">
                        <a:off x="6478587" y="3446461"/>
                        <a:ext cx="214313" cy="214313"/>
                        <a:chOff x="5354637" y="3446463"/>
                        <a:chExt cx="214313" cy="214313"/>
                      </a:xfrm>
                    </p:grpSpPr>
                    <p:sp>
                      <p:nvSpPr>
                        <p:cNvPr id="20672" name="Arc 20671">
                          <a:extLst>
                            <a:ext uri="{FF2B5EF4-FFF2-40B4-BE49-F238E27FC236}">
                              <a16:creationId xmlns:a16="http://schemas.microsoft.com/office/drawing/2014/main" id="{E0C8A385-A85F-A588-FE84-D5DFFDAC77B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673" name="Arc 20672">
                          <a:extLst>
                            <a:ext uri="{FF2B5EF4-FFF2-40B4-BE49-F238E27FC236}">
                              <a16:creationId xmlns:a16="http://schemas.microsoft.com/office/drawing/2014/main" id="{61964C9B-9385-F61C-FB40-D7F58B73D96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668" name="Group 20667">
                        <a:extLst>
                          <a:ext uri="{FF2B5EF4-FFF2-40B4-BE49-F238E27FC236}">
                            <a16:creationId xmlns:a16="http://schemas.microsoft.com/office/drawing/2014/main" id="{B82F70F6-0A8F-8658-952C-A4CF2538C9EC}"/>
                          </a:ext>
                        </a:extLst>
                      </p:cNvPr>
                      <p:cNvGrpSpPr/>
                      <p:nvPr/>
                    </p:nvGrpSpPr>
                    <p:grpSpPr>
                      <a:xfrm rot="14400000" flipH="1">
                        <a:off x="6434137" y="3402011"/>
                        <a:ext cx="303213" cy="303213"/>
                        <a:chOff x="5354637" y="3446463"/>
                        <a:chExt cx="214313" cy="214313"/>
                      </a:xfrm>
                    </p:grpSpPr>
                    <p:sp>
                      <p:nvSpPr>
                        <p:cNvPr id="20670" name="Arc 20669">
                          <a:extLst>
                            <a:ext uri="{FF2B5EF4-FFF2-40B4-BE49-F238E27FC236}">
                              <a16:creationId xmlns:a16="http://schemas.microsoft.com/office/drawing/2014/main" id="{44347F89-B8F6-5219-C179-6A992DF4813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671" name="Arc 20670">
                          <a:extLst>
                            <a:ext uri="{FF2B5EF4-FFF2-40B4-BE49-F238E27FC236}">
                              <a16:creationId xmlns:a16="http://schemas.microsoft.com/office/drawing/2014/main" id="{953C0E4A-46A1-8B1B-538F-7EFBA28A77C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669" name="TextBox 20668">
                        <a:extLst>
                          <a:ext uri="{FF2B5EF4-FFF2-40B4-BE49-F238E27FC236}">
                            <a16:creationId xmlns:a16="http://schemas.microsoft.com/office/drawing/2014/main" id="{F02E4549-16FA-5B2E-868C-E3A3742CE5B9}"/>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654" name="Group 20653">
                    <a:extLst>
                      <a:ext uri="{FF2B5EF4-FFF2-40B4-BE49-F238E27FC236}">
                        <a16:creationId xmlns:a16="http://schemas.microsoft.com/office/drawing/2014/main" id="{ED3286FC-1A0C-A2E7-D3A8-6FDCFCF483E5}"/>
                      </a:ext>
                    </a:extLst>
                  </p:cNvPr>
                  <p:cNvGrpSpPr/>
                  <p:nvPr/>
                </p:nvGrpSpPr>
                <p:grpSpPr>
                  <a:xfrm>
                    <a:off x="6197413" y="3225768"/>
                    <a:ext cx="393192" cy="393192"/>
                    <a:chOff x="6389147" y="3932622"/>
                    <a:chExt cx="393192" cy="393192"/>
                  </a:xfrm>
                </p:grpSpPr>
                <p:grpSp>
                  <p:nvGrpSpPr>
                    <p:cNvPr id="20655" name="Group 20654">
                      <a:extLst>
                        <a:ext uri="{FF2B5EF4-FFF2-40B4-BE49-F238E27FC236}">
                          <a16:creationId xmlns:a16="http://schemas.microsoft.com/office/drawing/2014/main" id="{914C8D17-0BB4-2DD2-E93C-A6E9AE56DA43}"/>
                        </a:ext>
                      </a:extLst>
                    </p:cNvPr>
                    <p:cNvGrpSpPr/>
                    <p:nvPr/>
                  </p:nvGrpSpPr>
                  <p:grpSpPr>
                    <a:xfrm flipH="1">
                      <a:off x="6478587" y="4022061"/>
                      <a:ext cx="214313" cy="214313"/>
                      <a:chOff x="5354637" y="3446463"/>
                      <a:chExt cx="214313" cy="214313"/>
                    </a:xfrm>
                  </p:grpSpPr>
                  <p:sp>
                    <p:nvSpPr>
                      <p:cNvPr id="20663" name="Arc 20662">
                        <a:extLst>
                          <a:ext uri="{FF2B5EF4-FFF2-40B4-BE49-F238E27FC236}">
                            <a16:creationId xmlns:a16="http://schemas.microsoft.com/office/drawing/2014/main" id="{154D9AFA-008D-08B5-60B7-7FA50CC6B79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664" name="Arc 20663">
                        <a:extLst>
                          <a:ext uri="{FF2B5EF4-FFF2-40B4-BE49-F238E27FC236}">
                            <a16:creationId xmlns:a16="http://schemas.microsoft.com/office/drawing/2014/main" id="{CB875B07-06F0-CA7E-A5A7-6E8856D3089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656" name="Group 20655">
                      <a:extLst>
                        <a:ext uri="{FF2B5EF4-FFF2-40B4-BE49-F238E27FC236}">
                          <a16:creationId xmlns:a16="http://schemas.microsoft.com/office/drawing/2014/main" id="{14A875AA-9BCC-AA75-8411-0E671309A2D3}"/>
                        </a:ext>
                      </a:extLst>
                    </p:cNvPr>
                    <p:cNvGrpSpPr/>
                    <p:nvPr/>
                  </p:nvGrpSpPr>
                  <p:grpSpPr>
                    <a:xfrm rot="7200000" flipH="1">
                      <a:off x="6434137" y="3977611"/>
                      <a:ext cx="303213" cy="303213"/>
                      <a:chOff x="5354637" y="3446463"/>
                      <a:chExt cx="214313" cy="214313"/>
                    </a:xfrm>
                  </p:grpSpPr>
                  <p:sp>
                    <p:nvSpPr>
                      <p:cNvPr id="20661" name="Arc 20660">
                        <a:extLst>
                          <a:ext uri="{FF2B5EF4-FFF2-40B4-BE49-F238E27FC236}">
                            <a16:creationId xmlns:a16="http://schemas.microsoft.com/office/drawing/2014/main" id="{DDC7C2AD-F0F7-9B10-C01B-720CC8456B2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662" name="Arc 20661">
                        <a:extLst>
                          <a:ext uri="{FF2B5EF4-FFF2-40B4-BE49-F238E27FC236}">
                            <a16:creationId xmlns:a16="http://schemas.microsoft.com/office/drawing/2014/main" id="{9BF46D1F-1216-22C2-BB55-A9EA839F172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657" name="Group 20656">
                      <a:extLst>
                        <a:ext uri="{FF2B5EF4-FFF2-40B4-BE49-F238E27FC236}">
                          <a16:creationId xmlns:a16="http://schemas.microsoft.com/office/drawing/2014/main" id="{FA5BFDD6-274C-031A-117A-0411A39D58A4}"/>
                        </a:ext>
                      </a:extLst>
                    </p:cNvPr>
                    <p:cNvGrpSpPr/>
                    <p:nvPr/>
                  </p:nvGrpSpPr>
                  <p:grpSpPr>
                    <a:xfrm rot="14400000" flipH="1">
                      <a:off x="6389147" y="3932622"/>
                      <a:ext cx="393192" cy="393192"/>
                      <a:chOff x="5354637" y="3446463"/>
                      <a:chExt cx="214313" cy="214313"/>
                    </a:xfrm>
                  </p:grpSpPr>
                  <p:sp>
                    <p:nvSpPr>
                      <p:cNvPr id="20659" name="Arc 20658">
                        <a:extLst>
                          <a:ext uri="{FF2B5EF4-FFF2-40B4-BE49-F238E27FC236}">
                            <a16:creationId xmlns:a16="http://schemas.microsoft.com/office/drawing/2014/main" id="{831865DE-AEA0-A437-51B7-7B2A74E0C58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660" name="Arc 20659">
                        <a:extLst>
                          <a:ext uri="{FF2B5EF4-FFF2-40B4-BE49-F238E27FC236}">
                            <a16:creationId xmlns:a16="http://schemas.microsoft.com/office/drawing/2014/main" id="{0AB1F78C-EF65-400B-C767-348F8B3927F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658" name="TextBox 20657">
                      <a:extLst>
                        <a:ext uri="{FF2B5EF4-FFF2-40B4-BE49-F238E27FC236}">
                          <a16:creationId xmlns:a16="http://schemas.microsoft.com/office/drawing/2014/main" id="{698614F0-C909-2E1E-5328-54171078A4C4}"/>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8355" name="Group 18354">
              <a:extLst>
                <a:ext uri="{FF2B5EF4-FFF2-40B4-BE49-F238E27FC236}">
                  <a16:creationId xmlns:a16="http://schemas.microsoft.com/office/drawing/2014/main" id="{48EDC0BF-54BD-3B98-3221-FFAF7676B89D}"/>
                </a:ext>
              </a:extLst>
            </p:cNvPr>
            <p:cNvGrpSpPr/>
            <p:nvPr/>
          </p:nvGrpSpPr>
          <p:grpSpPr>
            <a:xfrm>
              <a:off x="4576926" y="706347"/>
              <a:ext cx="2263438" cy="2198360"/>
              <a:chOff x="5445106" y="2039507"/>
              <a:chExt cx="2263438" cy="2198360"/>
            </a:xfrm>
          </p:grpSpPr>
          <p:grpSp>
            <p:nvGrpSpPr>
              <p:cNvPr id="20457" name="Group 20456">
                <a:extLst>
                  <a:ext uri="{FF2B5EF4-FFF2-40B4-BE49-F238E27FC236}">
                    <a16:creationId xmlns:a16="http://schemas.microsoft.com/office/drawing/2014/main" id="{7D99FB24-37B4-A045-EFD6-42723DAD75D6}"/>
                  </a:ext>
                </a:extLst>
              </p:cNvPr>
              <p:cNvGrpSpPr/>
              <p:nvPr/>
            </p:nvGrpSpPr>
            <p:grpSpPr>
              <a:xfrm>
                <a:off x="5445106" y="2644743"/>
                <a:ext cx="1643204" cy="1593124"/>
                <a:chOff x="5445106" y="2644743"/>
                <a:chExt cx="1643204" cy="1593124"/>
              </a:xfrm>
            </p:grpSpPr>
            <p:grpSp>
              <p:nvGrpSpPr>
                <p:cNvPr id="20553" name="Group 20552">
                  <a:extLst>
                    <a:ext uri="{FF2B5EF4-FFF2-40B4-BE49-F238E27FC236}">
                      <a16:creationId xmlns:a16="http://schemas.microsoft.com/office/drawing/2014/main" id="{6249C075-4416-7B24-A495-F053DEED4451}"/>
                    </a:ext>
                  </a:extLst>
                </p:cNvPr>
                <p:cNvGrpSpPr/>
                <p:nvPr/>
              </p:nvGrpSpPr>
              <p:grpSpPr>
                <a:xfrm>
                  <a:off x="5445106" y="2644743"/>
                  <a:ext cx="1019224" cy="991639"/>
                  <a:chOff x="5886431" y="3225768"/>
                  <a:chExt cx="1019224" cy="991639"/>
                </a:xfrm>
              </p:grpSpPr>
              <p:grpSp>
                <p:nvGrpSpPr>
                  <p:cNvPr id="20601" name="Group 20600">
                    <a:extLst>
                      <a:ext uri="{FF2B5EF4-FFF2-40B4-BE49-F238E27FC236}">
                        <a16:creationId xmlns:a16="http://schemas.microsoft.com/office/drawing/2014/main" id="{EFF2D6C4-7F91-A876-6B3B-29CA3961B22B}"/>
                      </a:ext>
                    </a:extLst>
                  </p:cNvPr>
                  <p:cNvGrpSpPr/>
                  <p:nvPr/>
                </p:nvGrpSpPr>
                <p:grpSpPr>
                  <a:xfrm>
                    <a:off x="6197413" y="3824215"/>
                    <a:ext cx="393192" cy="393192"/>
                    <a:chOff x="5265196" y="3357021"/>
                    <a:chExt cx="393192" cy="393192"/>
                  </a:xfrm>
                </p:grpSpPr>
                <p:grpSp>
                  <p:nvGrpSpPr>
                    <p:cNvPr id="20636" name="Group 20635">
                      <a:extLst>
                        <a:ext uri="{FF2B5EF4-FFF2-40B4-BE49-F238E27FC236}">
                          <a16:creationId xmlns:a16="http://schemas.microsoft.com/office/drawing/2014/main" id="{D08D8F6E-A461-E159-6103-872A717A633A}"/>
                        </a:ext>
                      </a:extLst>
                    </p:cNvPr>
                    <p:cNvGrpSpPr/>
                    <p:nvPr/>
                  </p:nvGrpSpPr>
                  <p:grpSpPr>
                    <a:xfrm rot="14400000">
                      <a:off x="5265196" y="3357021"/>
                      <a:ext cx="393192" cy="393192"/>
                      <a:chOff x="5354637" y="3446463"/>
                      <a:chExt cx="214313" cy="214313"/>
                    </a:xfrm>
                  </p:grpSpPr>
                  <p:sp>
                    <p:nvSpPr>
                      <p:cNvPr id="20645" name="Arc 20644">
                        <a:extLst>
                          <a:ext uri="{FF2B5EF4-FFF2-40B4-BE49-F238E27FC236}">
                            <a16:creationId xmlns:a16="http://schemas.microsoft.com/office/drawing/2014/main" id="{22E90DFA-2053-4BD0-9460-C2F07E4121D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646" name="Arc 20645">
                        <a:extLst>
                          <a:ext uri="{FF2B5EF4-FFF2-40B4-BE49-F238E27FC236}">
                            <a16:creationId xmlns:a16="http://schemas.microsoft.com/office/drawing/2014/main" id="{F2E87877-7693-1739-77FA-9ACDAD995B7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637" name="Group 20636">
                      <a:extLst>
                        <a:ext uri="{FF2B5EF4-FFF2-40B4-BE49-F238E27FC236}">
                          <a16:creationId xmlns:a16="http://schemas.microsoft.com/office/drawing/2014/main" id="{54C656B0-F3C6-6975-2032-E4481D7C8557}"/>
                        </a:ext>
                      </a:extLst>
                    </p:cNvPr>
                    <p:cNvGrpSpPr/>
                    <p:nvPr/>
                  </p:nvGrpSpPr>
                  <p:grpSpPr>
                    <a:xfrm>
                      <a:off x="5310186" y="3402011"/>
                      <a:ext cx="303213" cy="303213"/>
                      <a:chOff x="5310186" y="3402011"/>
                      <a:chExt cx="303213" cy="303213"/>
                    </a:xfrm>
                  </p:grpSpPr>
                  <p:grpSp>
                    <p:nvGrpSpPr>
                      <p:cNvPr id="20638" name="Group 20637">
                        <a:extLst>
                          <a:ext uri="{FF2B5EF4-FFF2-40B4-BE49-F238E27FC236}">
                            <a16:creationId xmlns:a16="http://schemas.microsoft.com/office/drawing/2014/main" id="{C353FE03-553F-FC17-BD6B-65B76B90135E}"/>
                          </a:ext>
                        </a:extLst>
                      </p:cNvPr>
                      <p:cNvGrpSpPr/>
                      <p:nvPr/>
                    </p:nvGrpSpPr>
                    <p:grpSpPr>
                      <a:xfrm>
                        <a:off x="5354636" y="3446461"/>
                        <a:ext cx="214313" cy="214313"/>
                        <a:chOff x="5354637" y="3446463"/>
                        <a:chExt cx="214313" cy="214313"/>
                      </a:xfrm>
                    </p:grpSpPr>
                    <p:sp>
                      <p:nvSpPr>
                        <p:cNvPr id="20643" name="Arc 20642">
                          <a:extLst>
                            <a:ext uri="{FF2B5EF4-FFF2-40B4-BE49-F238E27FC236}">
                              <a16:creationId xmlns:a16="http://schemas.microsoft.com/office/drawing/2014/main" id="{C952C613-9805-1A27-C7E9-8EE835D07CE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644" name="Arc 20643">
                          <a:extLst>
                            <a:ext uri="{FF2B5EF4-FFF2-40B4-BE49-F238E27FC236}">
                              <a16:creationId xmlns:a16="http://schemas.microsoft.com/office/drawing/2014/main" id="{3605EEBF-625A-CAB8-169E-923A6425513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639" name="Group 20638">
                        <a:extLst>
                          <a:ext uri="{FF2B5EF4-FFF2-40B4-BE49-F238E27FC236}">
                            <a16:creationId xmlns:a16="http://schemas.microsoft.com/office/drawing/2014/main" id="{7F69FFDD-9372-688B-2731-EE39DB3ACA2E}"/>
                          </a:ext>
                        </a:extLst>
                      </p:cNvPr>
                      <p:cNvGrpSpPr/>
                      <p:nvPr/>
                    </p:nvGrpSpPr>
                    <p:grpSpPr>
                      <a:xfrm rot="7200000">
                        <a:off x="5310186" y="3402011"/>
                        <a:ext cx="303213" cy="303213"/>
                        <a:chOff x="5354637" y="3446463"/>
                        <a:chExt cx="214313" cy="214313"/>
                      </a:xfrm>
                    </p:grpSpPr>
                    <p:sp>
                      <p:nvSpPr>
                        <p:cNvPr id="20641" name="Arc 20640">
                          <a:extLst>
                            <a:ext uri="{FF2B5EF4-FFF2-40B4-BE49-F238E27FC236}">
                              <a16:creationId xmlns:a16="http://schemas.microsoft.com/office/drawing/2014/main" id="{94F3C1FC-1C45-4732-1C7F-5354B8A320E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642" name="Arc 20641">
                          <a:extLst>
                            <a:ext uri="{FF2B5EF4-FFF2-40B4-BE49-F238E27FC236}">
                              <a16:creationId xmlns:a16="http://schemas.microsoft.com/office/drawing/2014/main" id="{D34AF75A-3385-EEF4-5FBF-15B40F33BE8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640" name="TextBox 20639">
                        <a:extLst>
                          <a:ext uri="{FF2B5EF4-FFF2-40B4-BE49-F238E27FC236}">
                            <a16:creationId xmlns:a16="http://schemas.microsoft.com/office/drawing/2014/main" id="{AA349C62-3737-FB23-82F7-2ADE034C01FE}"/>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602" name="Group 20601">
                    <a:extLst>
                      <a:ext uri="{FF2B5EF4-FFF2-40B4-BE49-F238E27FC236}">
                        <a16:creationId xmlns:a16="http://schemas.microsoft.com/office/drawing/2014/main" id="{B86925DA-EF8B-A7C4-2C8D-051662E3F003}"/>
                      </a:ext>
                    </a:extLst>
                  </p:cNvPr>
                  <p:cNvGrpSpPr/>
                  <p:nvPr/>
                </p:nvGrpSpPr>
                <p:grpSpPr>
                  <a:xfrm>
                    <a:off x="5886431" y="3525040"/>
                    <a:ext cx="393192" cy="393192"/>
                    <a:chOff x="5265196" y="3932619"/>
                    <a:chExt cx="393192" cy="393192"/>
                  </a:xfrm>
                </p:grpSpPr>
                <p:grpSp>
                  <p:nvGrpSpPr>
                    <p:cNvPr id="20626" name="Group 20625">
                      <a:extLst>
                        <a:ext uri="{FF2B5EF4-FFF2-40B4-BE49-F238E27FC236}">
                          <a16:creationId xmlns:a16="http://schemas.microsoft.com/office/drawing/2014/main" id="{CBDB1BB3-F612-007B-0F34-CE1E84E9544D}"/>
                        </a:ext>
                      </a:extLst>
                    </p:cNvPr>
                    <p:cNvGrpSpPr/>
                    <p:nvPr/>
                  </p:nvGrpSpPr>
                  <p:grpSpPr>
                    <a:xfrm>
                      <a:off x="5354636" y="4022061"/>
                      <a:ext cx="214313" cy="214313"/>
                      <a:chOff x="5354637" y="3446463"/>
                      <a:chExt cx="214313" cy="214313"/>
                    </a:xfrm>
                  </p:grpSpPr>
                  <p:sp>
                    <p:nvSpPr>
                      <p:cNvPr id="20634" name="Arc 20633">
                        <a:extLst>
                          <a:ext uri="{FF2B5EF4-FFF2-40B4-BE49-F238E27FC236}">
                            <a16:creationId xmlns:a16="http://schemas.microsoft.com/office/drawing/2014/main" id="{3B3A3758-AF8C-DB33-E405-CC50C5C55B7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635" name="Arc 20634">
                        <a:extLst>
                          <a:ext uri="{FF2B5EF4-FFF2-40B4-BE49-F238E27FC236}">
                            <a16:creationId xmlns:a16="http://schemas.microsoft.com/office/drawing/2014/main" id="{E61615DB-C20B-70F1-31B3-1B3111BA658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627" name="Group 20626">
                      <a:extLst>
                        <a:ext uri="{FF2B5EF4-FFF2-40B4-BE49-F238E27FC236}">
                          <a16:creationId xmlns:a16="http://schemas.microsoft.com/office/drawing/2014/main" id="{9AD4E12B-74AF-E64C-4EC2-D0BDCCA4D7FA}"/>
                        </a:ext>
                      </a:extLst>
                    </p:cNvPr>
                    <p:cNvGrpSpPr/>
                    <p:nvPr/>
                  </p:nvGrpSpPr>
                  <p:grpSpPr>
                    <a:xfrm rot="14400000">
                      <a:off x="5310186" y="3977611"/>
                      <a:ext cx="303213" cy="303213"/>
                      <a:chOff x="5354637" y="3446463"/>
                      <a:chExt cx="214313" cy="214313"/>
                    </a:xfrm>
                  </p:grpSpPr>
                  <p:sp>
                    <p:nvSpPr>
                      <p:cNvPr id="20632" name="Arc 20631">
                        <a:extLst>
                          <a:ext uri="{FF2B5EF4-FFF2-40B4-BE49-F238E27FC236}">
                            <a16:creationId xmlns:a16="http://schemas.microsoft.com/office/drawing/2014/main" id="{64D6E0AB-4F7D-2E16-0F59-AE42E6159E4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633" name="Arc 20632">
                        <a:extLst>
                          <a:ext uri="{FF2B5EF4-FFF2-40B4-BE49-F238E27FC236}">
                            <a16:creationId xmlns:a16="http://schemas.microsoft.com/office/drawing/2014/main" id="{149340EB-2D2C-9249-14A5-65ED0197214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628" name="Group 20627">
                      <a:extLst>
                        <a:ext uri="{FF2B5EF4-FFF2-40B4-BE49-F238E27FC236}">
                          <a16:creationId xmlns:a16="http://schemas.microsoft.com/office/drawing/2014/main" id="{EB41B3F2-1D25-474D-EF2E-6C226E159888}"/>
                        </a:ext>
                      </a:extLst>
                    </p:cNvPr>
                    <p:cNvGrpSpPr/>
                    <p:nvPr/>
                  </p:nvGrpSpPr>
                  <p:grpSpPr>
                    <a:xfrm rot="7200000">
                      <a:off x="5265196" y="3932619"/>
                      <a:ext cx="393192" cy="393192"/>
                      <a:chOff x="5354637" y="3446463"/>
                      <a:chExt cx="214313" cy="214313"/>
                    </a:xfrm>
                  </p:grpSpPr>
                  <p:sp>
                    <p:nvSpPr>
                      <p:cNvPr id="20630" name="Arc 20629">
                        <a:extLst>
                          <a:ext uri="{FF2B5EF4-FFF2-40B4-BE49-F238E27FC236}">
                            <a16:creationId xmlns:a16="http://schemas.microsoft.com/office/drawing/2014/main" id="{03BC4D9E-3A2B-0691-0CFE-EFF64CF2475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631" name="Arc 20630">
                        <a:extLst>
                          <a:ext uri="{FF2B5EF4-FFF2-40B4-BE49-F238E27FC236}">
                            <a16:creationId xmlns:a16="http://schemas.microsoft.com/office/drawing/2014/main" id="{2EE0E3C2-7F6C-EB67-FD3D-7F0584FE95F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629" name="TextBox 20628">
                      <a:extLst>
                        <a:ext uri="{FF2B5EF4-FFF2-40B4-BE49-F238E27FC236}">
                          <a16:creationId xmlns:a16="http://schemas.microsoft.com/office/drawing/2014/main" id="{257D2035-1391-1232-7D36-56C35AB25304}"/>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0603" name="Group 20602">
                    <a:extLst>
                      <a:ext uri="{FF2B5EF4-FFF2-40B4-BE49-F238E27FC236}">
                        <a16:creationId xmlns:a16="http://schemas.microsoft.com/office/drawing/2014/main" id="{688C1B16-CB3E-8684-29CB-286ECC1DEB9C}"/>
                      </a:ext>
                    </a:extLst>
                  </p:cNvPr>
                  <p:cNvGrpSpPr/>
                  <p:nvPr/>
                </p:nvGrpSpPr>
                <p:grpSpPr>
                  <a:xfrm>
                    <a:off x="6512463" y="3525040"/>
                    <a:ext cx="393192" cy="393192"/>
                    <a:chOff x="6389147" y="3357021"/>
                    <a:chExt cx="393192" cy="393192"/>
                  </a:xfrm>
                </p:grpSpPr>
                <p:grpSp>
                  <p:nvGrpSpPr>
                    <p:cNvPr id="20615" name="Group 20614">
                      <a:extLst>
                        <a:ext uri="{FF2B5EF4-FFF2-40B4-BE49-F238E27FC236}">
                          <a16:creationId xmlns:a16="http://schemas.microsoft.com/office/drawing/2014/main" id="{7AB07D95-A09D-E187-62B7-CCBBC5292F82}"/>
                        </a:ext>
                      </a:extLst>
                    </p:cNvPr>
                    <p:cNvGrpSpPr/>
                    <p:nvPr/>
                  </p:nvGrpSpPr>
                  <p:grpSpPr>
                    <a:xfrm rot="7200000" flipH="1">
                      <a:off x="6389147" y="3357021"/>
                      <a:ext cx="393192" cy="393192"/>
                      <a:chOff x="5354637" y="3446463"/>
                      <a:chExt cx="214313" cy="214313"/>
                    </a:xfrm>
                  </p:grpSpPr>
                  <p:sp>
                    <p:nvSpPr>
                      <p:cNvPr id="20624" name="Arc 20623">
                        <a:extLst>
                          <a:ext uri="{FF2B5EF4-FFF2-40B4-BE49-F238E27FC236}">
                            <a16:creationId xmlns:a16="http://schemas.microsoft.com/office/drawing/2014/main" id="{B8F07724-2BEC-B52F-D6DC-9F79FDE8017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625" name="Arc 20624">
                        <a:extLst>
                          <a:ext uri="{FF2B5EF4-FFF2-40B4-BE49-F238E27FC236}">
                            <a16:creationId xmlns:a16="http://schemas.microsoft.com/office/drawing/2014/main" id="{8BF0E631-5740-9961-C184-4906950EB51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616" name="Group 20615">
                      <a:extLst>
                        <a:ext uri="{FF2B5EF4-FFF2-40B4-BE49-F238E27FC236}">
                          <a16:creationId xmlns:a16="http://schemas.microsoft.com/office/drawing/2014/main" id="{7141F275-1DEE-1324-33C8-F1CCCBD652C3}"/>
                        </a:ext>
                      </a:extLst>
                    </p:cNvPr>
                    <p:cNvGrpSpPr/>
                    <p:nvPr/>
                  </p:nvGrpSpPr>
                  <p:grpSpPr>
                    <a:xfrm>
                      <a:off x="6434137" y="3402011"/>
                      <a:ext cx="303213" cy="303213"/>
                      <a:chOff x="6434137" y="3402011"/>
                      <a:chExt cx="303213" cy="303213"/>
                    </a:xfrm>
                  </p:grpSpPr>
                  <p:grpSp>
                    <p:nvGrpSpPr>
                      <p:cNvPr id="20617" name="Group 20616">
                        <a:extLst>
                          <a:ext uri="{FF2B5EF4-FFF2-40B4-BE49-F238E27FC236}">
                            <a16:creationId xmlns:a16="http://schemas.microsoft.com/office/drawing/2014/main" id="{DD40F41A-6ABD-4803-448D-17707AA45470}"/>
                          </a:ext>
                        </a:extLst>
                      </p:cNvPr>
                      <p:cNvGrpSpPr/>
                      <p:nvPr/>
                    </p:nvGrpSpPr>
                    <p:grpSpPr>
                      <a:xfrm flipH="1">
                        <a:off x="6478587" y="3446461"/>
                        <a:ext cx="214313" cy="214313"/>
                        <a:chOff x="5354637" y="3446463"/>
                        <a:chExt cx="214313" cy="214313"/>
                      </a:xfrm>
                    </p:grpSpPr>
                    <p:sp>
                      <p:nvSpPr>
                        <p:cNvPr id="20622" name="Arc 20621">
                          <a:extLst>
                            <a:ext uri="{FF2B5EF4-FFF2-40B4-BE49-F238E27FC236}">
                              <a16:creationId xmlns:a16="http://schemas.microsoft.com/office/drawing/2014/main" id="{EFBDD60C-6804-65EF-2241-71E1D602D2F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623" name="Arc 20622">
                          <a:extLst>
                            <a:ext uri="{FF2B5EF4-FFF2-40B4-BE49-F238E27FC236}">
                              <a16:creationId xmlns:a16="http://schemas.microsoft.com/office/drawing/2014/main" id="{BD69E89E-E73E-5CE4-8843-D3A484004C2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618" name="Group 20617">
                        <a:extLst>
                          <a:ext uri="{FF2B5EF4-FFF2-40B4-BE49-F238E27FC236}">
                            <a16:creationId xmlns:a16="http://schemas.microsoft.com/office/drawing/2014/main" id="{E67F957E-1870-08C3-069A-19B31DECF32A}"/>
                          </a:ext>
                        </a:extLst>
                      </p:cNvPr>
                      <p:cNvGrpSpPr/>
                      <p:nvPr/>
                    </p:nvGrpSpPr>
                    <p:grpSpPr>
                      <a:xfrm rot="14400000" flipH="1">
                        <a:off x="6434137" y="3402011"/>
                        <a:ext cx="303213" cy="303213"/>
                        <a:chOff x="5354637" y="3446463"/>
                        <a:chExt cx="214313" cy="214313"/>
                      </a:xfrm>
                    </p:grpSpPr>
                    <p:sp>
                      <p:nvSpPr>
                        <p:cNvPr id="20620" name="Arc 20619">
                          <a:extLst>
                            <a:ext uri="{FF2B5EF4-FFF2-40B4-BE49-F238E27FC236}">
                              <a16:creationId xmlns:a16="http://schemas.microsoft.com/office/drawing/2014/main" id="{C119AADA-3B3E-755E-67CB-7CA3953CC5E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621" name="Arc 20620">
                          <a:extLst>
                            <a:ext uri="{FF2B5EF4-FFF2-40B4-BE49-F238E27FC236}">
                              <a16:creationId xmlns:a16="http://schemas.microsoft.com/office/drawing/2014/main" id="{281C0B4D-343C-4C1E-C133-8705D70547C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619" name="TextBox 20618">
                        <a:extLst>
                          <a:ext uri="{FF2B5EF4-FFF2-40B4-BE49-F238E27FC236}">
                            <a16:creationId xmlns:a16="http://schemas.microsoft.com/office/drawing/2014/main" id="{D369082B-1EA7-EA08-FC07-C37C9D9AD871}"/>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604" name="Group 20603">
                    <a:extLst>
                      <a:ext uri="{FF2B5EF4-FFF2-40B4-BE49-F238E27FC236}">
                        <a16:creationId xmlns:a16="http://schemas.microsoft.com/office/drawing/2014/main" id="{4A069353-5EFF-70B6-263B-EFC07C8D28EA}"/>
                      </a:ext>
                    </a:extLst>
                  </p:cNvPr>
                  <p:cNvGrpSpPr/>
                  <p:nvPr/>
                </p:nvGrpSpPr>
                <p:grpSpPr>
                  <a:xfrm>
                    <a:off x="6197413" y="3225768"/>
                    <a:ext cx="393192" cy="393192"/>
                    <a:chOff x="6389147" y="3932622"/>
                    <a:chExt cx="393192" cy="393192"/>
                  </a:xfrm>
                </p:grpSpPr>
                <p:grpSp>
                  <p:nvGrpSpPr>
                    <p:cNvPr id="20605" name="Group 20604">
                      <a:extLst>
                        <a:ext uri="{FF2B5EF4-FFF2-40B4-BE49-F238E27FC236}">
                          <a16:creationId xmlns:a16="http://schemas.microsoft.com/office/drawing/2014/main" id="{7A33558B-10F3-3ED3-A19E-4BBD767B5401}"/>
                        </a:ext>
                      </a:extLst>
                    </p:cNvPr>
                    <p:cNvGrpSpPr/>
                    <p:nvPr/>
                  </p:nvGrpSpPr>
                  <p:grpSpPr>
                    <a:xfrm flipH="1">
                      <a:off x="6478587" y="4022061"/>
                      <a:ext cx="214313" cy="214313"/>
                      <a:chOff x="5354637" y="3446463"/>
                      <a:chExt cx="214313" cy="214313"/>
                    </a:xfrm>
                  </p:grpSpPr>
                  <p:sp>
                    <p:nvSpPr>
                      <p:cNvPr id="20613" name="Arc 20612">
                        <a:extLst>
                          <a:ext uri="{FF2B5EF4-FFF2-40B4-BE49-F238E27FC236}">
                            <a16:creationId xmlns:a16="http://schemas.microsoft.com/office/drawing/2014/main" id="{E0ECE3D3-55B5-AA4B-5C7E-FB157CA0795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614" name="Arc 20613">
                        <a:extLst>
                          <a:ext uri="{FF2B5EF4-FFF2-40B4-BE49-F238E27FC236}">
                            <a16:creationId xmlns:a16="http://schemas.microsoft.com/office/drawing/2014/main" id="{3FAD3B4A-D99B-88FA-2D49-D9A7BB021BE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606" name="Group 20605">
                      <a:extLst>
                        <a:ext uri="{FF2B5EF4-FFF2-40B4-BE49-F238E27FC236}">
                          <a16:creationId xmlns:a16="http://schemas.microsoft.com/office/drawing/2014/main" id="{F2806A58-81D6-E424-9468-996E2D3ACCE9}"/>
                        </a:ext>
                      </a:extLst>
                    </p:cNvPr>
                    <p:cNvGrpSpPr/>
                    <p:nvPr/>
                  </p:nvGrpSpPr>
                  <p:grpSpPr>
                    <a:xfrm rot="7200000" flipH="1">
                      <a:off x="6434137" y="3977611"/>
                      <a:ext cx="303213" cy="303213"/>
                      <a:chOff x="5354637" y="3446463"/>
                      <a:chExt cx="214313" cy="214313"/>
                    </a:xfrm>
                  </p:grpSpPr>
                  <p:sp>
                    <p:nvSpPr>
                      <p:cNvPr id="20611" name="Arc 20610">
                        <a:extLst>
                          <a:ext uri="{FF2B5EF4-FFF2-40B4-BE49-F238E27FC236}">
                            <a16:creationId xmlns:a16="http://schemas.microsoft.com/office/drawing/2014/main" id="{0EC882CB-AA9C-60F4-A72E-61CAB9B6EB5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612" name="Arc 20611">
                        <a:extLst>
                          <a:ext uri="{FF2B5EF4-FFF2-40B4-BE49-F238E27FC236}">
                            <a16:creationId xmlns:a16="http://schemas.microsoft.com/office/drawing/2014/main" id="{3E0660F9-0BF0-A61A-77EB-F2FB2DDD0D1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607" name="Group 20606">
                      <a:extLst>
                        <a:ext uri="{FF2B5EF4-FFF2-40B4-BE49-F238E27FC236}">
                          <a16:creationId xmlns:a16="http://schemas.microsoft.com/office/drawing/2014/main" id="{B0922C43-3416-12F0-2ABA-90695F6D245C}"/>
                        </a:ext>
                      </a:extLst>
                    </p:cNvPr>
                    <p:cNvGrpSpPr/>
                    <p:nvPr/>
                  </p:nvGrpSpPr>
                  <p:grpSpPr>
                    <a:xfrm rot="14400000" flipH="1">
                      <a:off x="6389147" y="3932622"/>
                      <a:ext cx="393192" cy="393192"/>
                      <a:chOff x="5354637" y="3446463"/>
                      <a:chExt cx="214313" cy="214313"/>
                    </a:xfrm>
                  </p:grpSpPr>
                  <p:sp>
                    <p:nvSpPr>
                      <p:cNvPr id="20609" name="Arc 20608">
                        <a:extLst>
                          <a:ext uri="{FF2B5EF4-FFF2-40B4-BE49-F238E27FC236}">
                            <a16:creationId xmlns:a16="http://schemas.microsoft.com/office/drawing/2014/main" id="{21B52B11-3322-272E-8D81-B02DD15258B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610" name="Arc 20609">
                        <a:extLst>
                          <a:ext uri="{FF2B5EF4-FFF2-40B4-BE49-F238E27FC236}">
                            <a16:creationId xmlns:a16="http://schemas.microsoft.com/office/drawing/2014/main" id="{76DE2FD3-C9AE-A39C-D437-60D747807E7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608" name="TextBox 20607">
                      <a:extLst>
                        <a:ext uri="{FF2B5EF4-FFF2-40B4-BE49-F238E27FC236}">
                          <a16:creationId xmlns:a16="http://schemas.microsoft.com/office/drawing/2014/main" id="{CD71D3F5-9B16-C415-0AAF-37500C0097D2}"/>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554" name="Group 20553">
                  <a:extLst>
                    <a:ext uri="{FF2B5EF4-FFF2-40B4-BE49-F238E27FC236}">
                      <a16:creationId xmlns:a16="http://schemas.microsoft.com/office/drawing/2014/main" id="{18B0F4F1-B551-E8F9-E6EA-BAC3A47BA5F7}"/>
                    </a:ext>
                  </a:extLst>
                </p:cNvPr>
                <p:cNvGrpSpPr/>
                <p:nvPr/>
              </p:nvGrpSpPr>
              <p:grpSpPr>
                <a:xfrm>
                  <a:off x="6069086" y="3246228"/>
                  <a:ext cx="1019224" cy="991639"/>
                  <a:chOff x="5886431" y="3225768"/>
                  <a:chExt cx="1019224" cy="991639"/>
                </a:xfrm>
              </p:grpSpPr>
              <p:grpSp>
                <p:nvGrpSpPr>
                  <p:cNvPr id="20555" name="Group 20554">
                    <a:extLst>
                      <a:ext uri="{FF2B5EF4-FFF2-40B4-BE49-F238E27FC236}">
                        <a16:creationId xmlns:a16="http://schemas.microsoft.com/office/drawing/2014/main" id="{EA5EDB3E-DBFA-47BB-C451-257B2F608866}"/>
                      </a:ext>
                    </a:extLst>
                  </p:cNvPr>
                  <p:cNvGrpSpPr/>
                  <p:nvPr/>
                </p:nvGrpSpPr>
                <p:grpSpPr>
                  <a:xfrm>
                    <a:off x="6197413" y="3824215"/>
                    <a:ext cx="393192" cy="393192"/>
                    <a:chOff x="5265196" y="3357021"/>
                    <a:chExt cx="393192" cy="393192"/>
                  </a:xfrm>
                </p:grpSpPr>
                <p:grpSp>
                  <p:nvGrpSpPr>
                    <p:cNvPr id="20590" name="Group 20589">
                      <a:extLst>
                        <a:ext uri="{FF2B5EF4-FFF2-40B4-BE49-F238E27FC236}">
                          <a16:creationId xmlns:a16="http://schemas.microsoft.com/office/drawing/2014/main" id="{505DD921-8142-DF11-37D0-9F0C4E24E4FD}"/>
                        </a:ext>
                      </a:extLst>
                    </p:cNvPr>
                    <p:cNvGrpSpPr/>
                    <p:nvPr/>
                  </p:nvGrpSpPr>
                  <p:grpSpPr>
                    <a:xfrm rot="14400000">
                      <a:off x="5265196" y="3357021"/>
                      <a:ext cx="393192" cy="393192"/>
                      <a:chOff x="5354637" y="3446463"/>
                      <a:chExt cx="214313" cy="214313"/>
                    </a:xfrm>
                  </p:grpSpPr>
                  <p:sp>
                    <p:nvSpPr>
                      <p:cNvPr id="20599" name="Arc 20598">
                        <a:extLst>
                          <a:ext uri="{FF2B5EF4-FFF2-40B4-BE49-F238E27FC236}">
                            <a16:creationId xmlns:a16="http://schemas.microsoft.com/office/drawing/2014/main" id="{0AC5CD55-AF3C-7991-B29F-0732896B980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600" name="Arc 20599">
                        <a:extLst>
                          <a:ext uri="{FF2B5EF4-FFF2-40B4-BE49-F238E27FC236}">
                            <a16:creationId xmlns:a16="http://schemas.microsoft.com/office/drawing/2014/main" id="{229F255E-EBA2-B6A5-E38F-AC76EB5448C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591" name="Group 20590">
                      <a:extLst>
                        <a:ext uri="{FF2B5EF4-FFF2-40B4-BE49-F238E27FC236}">
                          <a16:creationId xmlns:a16="http://schemas.microsoft.com/office/drawing/2014/main" id="{E0F4A1BF-8FB4-0A30-B48F-B9D84CD20037}"/>
                        </a:ext>
                      </a:extLst>
                    </p:cNvPr>
                    <p:cNvGrpSpPr/>
                    <p:nvPr/>
                  </p:nvGrpSpPr>
                  <p:grpSpPr>
                    <a:xfrm>
                      <a:off x="5310186" y="3402011"/>
                      <a:ext cx="303213" cy="303213"/>
                      <a:chOff x="5310186" y="3402011"/>
                      <a:chExt cx="303213" cy="303213"/>
                    </a:xfrm>
                  </p:grpSpPr>
                  <p:grpSp>
                    <p:nvGrpSpPr>
                      <p:cNvPr id="20592" name="Group 20591">
                        <a:extLst>
                          <a:ext uri="{FF2B5EF4-FFF2-40B4-BE49-F238E27FC236}">
                            <a16:creationId xmlns:a16="http://schemas.microsoft.com/office/drawing/2014/main" id="{F723A826-27E4-DAED-1843-5D2FB8228FD8}"/>
                          </a:ext>
                        </a:extLst>
                      </p:cNvPr>
                      <p:cNvGrpSpPr/>
                      <p:nvPr/>
                    </p:nvGrpSpPr>
                    <p:grpSpPr>
                      <a:xfrm>
                        <a:off x="5354636" y="3446461"/>
                        <a:ext cx="214313" cy="214313"/>
                        <a:chOff x="5354637" y="3446463"/>
                        <a:chExt cx="214313" cy="214313"/>
                      </a:xfrm>
                    </p:grpSpPr>
                    <p:sp>
                      <p:nvSpPr>
                        <p:cNvPr id="20597" name="Arc 20596">
                          <a:extLst>
                            <a:ext uri="{FF2B5EF4-FFF2-40B4-BE49-F238E27FC236}">
                              <a16:creationId xmlns:a16="http://schemas.microsoft.com/office/drawing/2014/main" id="{A8170520-6040-FC52-C9BE-A9B741EE400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598" name="Arc 20597">
                          <a:extLst>
                            <a:ext uri="{FF2B5EF4-FFF2-40B4-BE49-F238E27FC236}">
                              <a16:creationId xmlns:a16="http://schemas.microsoft.com/office/drawing/2014/main" id="{F91A3895-C54B-B5CD-D737-4D381480E13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593" name="Group 20592">
                        <a:extLst>
                          <a:ext uri="{FF2B5EF4-FFF2-40B4-BE49-F238E27FC236}">
                            <a16:creationId xmlns:a16="http://schemas.microsoft.com/office/drawing/2014/main" id="{3A25CEC9-98F3-400B-5814-7D4D6EF06047}"/>
                          </a:ext>
                        </a:extLst>
                      </p:cNvPr>
                      <p:cNvGrpSpPr/>
                      <p:nvPr/>
                    </p:nvGrpSpPr>
                    <p:grpSpPr>
                      <a:xfrm rot="7200000">
                        <a:off x="5310186" y="3402011"/>
                        <a:ext cx="303213" cy="303213"/>
                        <a:chOff x="5354637" y="3446463"/>
                        <a:chExt cx="214313" cy="214313"/>
                      </a:xfrm>
                    </p:grpSpPr>
                    <p:sp>
                      <p:nvSpPr>
                        <p:cNvPr id="20595" name="Arc 20594">
                          <a:extLst>
                            <a:ext uri="{FF2B5EF4-FFF2-40B4-BE49-F238E27FC236}">
                              <a16:creationId xmlns:a16="http://schemas.microsoft.com/office/drawing/2014/main" id="{F6C6671F-61BA-89C5-322E-0D0ABE3FEB7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596" name="Arc 20595">
                          <a:extLst>
                            <a:ext uri="{FF2B5EF4-FFF2-40B4-BE49-F238E27FC236}">
                              <a16:creationId xmlns:a16="http://schemas.microsoft.com/office/drawing/2014/main" id="{92976125-A97D-D8A9-7178-CA8742D0DA8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594" name="TextBox 20593">
                        <a:extLst>
                          <a:ext uri="{FF2B5EF4-FFF2-40B4-BE49-F238E27FC236}">
                            <a16:creationId xmlns:a16="http://schemas.microsoft.com/office/drawing/2014/main" id="{24E4ADE0-C101-949D-ABE3-7F28D63E4FD0}"/>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556" name="Group 20555">
                    <a:extLst>
                      <a:ext uri="{FF2B5EF4-FFF2-40B4-BE49-F238E27FC236}">
                        <a16:creationId xmlns:a16="http://schemas.microsoft.com/office/drawing/2014/main" id="{6DC7EF3F-EB43-7622-5F17-693B8237102C}"/>
                      </a:ext>
                    </a:extLst>
                  </p:cNvPr>
                  <p:cNvGrpSpPr/>
                  <p:nvPr/>
                </p:nvGrpSpPr>
                <p:grpSpPr>
                  <a:xfrm>
                    <a:off x="5886431" y="3525040"/>
                    <a:ext cx="393192" cy="393192"/>
                    <a:chOff x="5265196" y="3932619"/>
                    <a:chExt cx="393192" cy="393192"/>
                  </a:xfrm>
                </p:grpSpPr>
                <p:grpSp>
                  <p:nvGrpSpPr>
                    <p:cNvPr id="20580" name="Group 20579">
                      <a:extLst>
                        <a:ext uri="{FF2B5EF4-FFF2-40B4-BE49-F238E27FC236}">
                          <a16:creationId xmlns:a16="http://schemas.microsoft.com/office/drawing/2014/main" id="{EE14ADFD-7B2E-8EFF-1BC5-3215CD54F000}"/>
                        </a:ext>
                      </a:extLst>
                    </p:cNvPr>
                    <p:cNvGrpSpPr/>
                    <p:nvPr/>
                  </p:nvGrpSpPr>
                  <p:grpSpPr>
                    <a:xfrm>
                      <a:off x="5354636" y="4022061"/>
                      <a:ext cx="214313" cy="214313"/>
                      <a:chOff x="5354637" y="3446463"/>
                      <a:chExt cx="214313" cy="214313"/>
                    </a:xfrm>
                  </p:grpSpPr>
                  <p:sp>
                    <p:nvSpPr>
                      <p:cNvPr id="20588" name="Arc 20587">
                        <a:extLst>
                          <a:ext uri="{FF2B5EF4-FFF2-40B4-BE49-F238E27FC236}">
                            <a16:creationId xmlns:a16="http://schemas.microsoft.com/office/drawing/2014/main" id="{917DE6CF-8C52-E7E7-4858-F771DE64985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589" name="Arc 20588">
                        <a:extLst>
                          <a:ext uri="{FF2B5EF4-FFF2-40B4-BE49-F238E27FC236}">
                            <a16:creationId xmlns:a16="http://schemas.microsoft.com/office/drawing/2014/main" id="{9B593333-ECC8-1B25-E79C-0AA8037FB37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581" name="Group 20580">
                      <a:extLst>
                        <a:ext uri="{FF2B5EF4-FFF2-40B4-BE49-F238E27FC236}">
                          <a16:creationId xmlns:a16="http://schemas.microsoft.com/office/drawing/2014/main" id="{67A7B6CA-E9DE-3B6C-539D-6E27D8ADF486}"/>
                        </a:ext>
                      </a:extLst>
                    </p:cNvPr>
                    <p:cNvGrpSpPr/>
                    <p:nvPr/>
                  </p:nvGrpSpPr>
                  <p:grpSpPr>
                    <a:xfrm rot="14400000">
                      <a:off x="5310186" y="3977611"/>
                      <a:ext cx="303213" cy="303213"/>
                      <a:chOff x="5354637" y="3446463"/>
                      <a:chExt cx="214313" cy="214313"/>
                    </a:xfrm>
                  </p:grpSpPr>
                  <p:sp>
                    <p:nvSpPr>
                      <p:cNvPr id="20586" name="Arc 20585">
                        <a:extLst>
                          <a:ext uri="{FF2B5EF4-FFF2-40B4-BE49-F238E27FC236}">
                            <a16:creationId xmlns:a16="http://schemas.microsoft.com/office/drawing/2014/main" id="{3D5304CE-6E26-2AB2-0725-422AA9C1816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587" name="Arc 20586">
                        <a:extLst>
                          <a:ext uri="{FF2B5EF4-FFF2-40B4-BE49-F238E27FC236}">
                            <a16:creationId xmlns:a16="http://schemas.microsoft.com/office/drawing/2014/main" id="{39971AC6-DEF4-58E4-DA4C-7F5DABBA38F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582" name="Group 20581">
                      <a:extLst>
                        <a:ext uri="{FF2B5EF4-FFF2-40B4-BE49-F238E27FC236}">
                          <a16:creationId xmlns:a16="http://schemas.microsoft.com/office/drawing/2014/main" id="{2B502F5A-9C9E-5BBC-BF05-07A6CC4E2A68}"/>
                        </a:ext>
                      </a:extLst>
                    </p:cNvPr>
                    <p:cNvGrpSpPr/>
                    <p:nvPr/>
                  </p:nvGrpSpPr>
                  <p:grpSpPr>
                    <a:xfrm rot="7200000">
                      <a:off x="5265196" y="3932619"/>
                      <a:ext cx="393192" cy="393192"/>
                      <a:chOff x="5354637" y="3446463"/>
                      <a:chExt cx="214313" cy="214313"/>
                    </a:xfrm>
                  </p:grpSpPr>
                  <p:sp>
                    <p:nvSpPr>
                      <p:cNvPr id="20584" name="Arc 20583">
                        <a:extLst>
                          <a:ext uri="{FF2B5EF4-FFF2-40B4-BE49-F238E27FC236}">
                            <a16:creationId xmlns:a16="http://schemas.microsoft.com/office/drawing/2014/main" id="{CA3B8720-F193-48EE-E059-7A9D4B9C5F1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585" name="Arc 20584">
                        <a:extLst>
                          <a:ext uri="{FF2B5EF4-FFF2-40B4-BE49-F238E27FC236}">
                            <a16:creationId xmlns:a16="http://schemas.microsoft.com/office/drawing/2014/main" id="{085E724F-117F-1FD7-9EF6-044A1C95F03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583" name="TextBox 20582">
                      <a:extLst>
                        <a:ext uri="{FF2B5EF4-FFF2-40B4-BE49-F238E27FC236}">
                          <a16:creationId xmlns:a16="http://schemas.microsoft.com/office/drawing/2014/main" id="{3E39B598-CA11-C25F-74D0-6CD6E833E1A0}"/>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0557" name="Group 20556">
                    <a:extLst>
                      <a:ext uri="{FF2B5EF4-FFF2-40B4-BE49-F238E27FC236}">
                        <a16:creationId xmlns:a16="http://schemas.microsoft.com/office/drawing/2014/main" id="{49AA6D34-EF3A-D48F-517C-E48992416DCB}"/>
                      </a:ext>
                    </a:extLst>
                  </p:cNvPr>
                  <p:cNvGrpSpPr/>
                  <p:nvPr/>
                </p:nvGrpSpPr>
                <p:grpSpPr>
                  <a:xfrm>
                    <a:off x="6512463" y="3525040"/>
                    <a:ext cx="393192" cy="393192"/>
                    <a:chOff x="6389147" y="3357021"/>
                    <a:chExt cx="393192" cy="393192"/>
                  </a:xfrm>
                </p:grpSpPr>
                <p:grpSp>
                  <p:nvGrpSpPr>
                    <p:cNvPr id="20569" name="Group 20568">
                      <a:extLst>
                        <a:ext uri="{FF2B5EF4-FFF2-40B4-BE49-F238E27FC236}">
                          <a16:creationId xmlns:a16="http://schemas.microsoft.com/office/drawing/2014/main" id="{00AD5E3F-ACBB-C9BE-D8E9-2DA6C38764F2}"/>
                        </a:ext>
                      </a:extLst>
                    </p:cNvPr>
                    <p:cNvGrpSpPr/>
                    <p:nvPr/>
                  </p:nvGrpSpPr>
                  <p:grpSpPr>
                    <a:xfrm rot="7200000" flipH="1">
                      <a:off x="6389147" y="3357021"/>
                      <a:ext cx="393192" cy="393192"/>
                      <a:chOff x="5354637" y="3446463"/>
                      <a:chExt cx="214313" cy="214313"/>
                    </a:xfrm>
                  </p:grpSpPr>
                  <p:sp>
                    <p:nvSpPr>
                      <p:cNvPr id="20578" name="Arc 20577">
                        <a:extLst>
                          <a:ext uri="{FF2B5EF4-FFF2-40B4-BE49-F238E27FC236}">
                            <a16:creationId xmlns:a16="http://schemas.microsoft.com/office/drawing/2014/main" id="{9248599D-0742-51DE-5429-CDEF909C876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579" name="Arc 20578">
                        <a:extLst>
                          <a:ext uri="{FF2B5EF4-FFF2-40B4-BE49-F238E27FC236}">
                            <a16:creationId xmlns:a16="http://schemas.microsoft.com/office/drawing/2014/main" id="{9793E19B-5053-3A97-708C-A0A864FED25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570" name="Group 20569">
                      <a:extLst>
                        <a:ext uri="{FF2B5EF4-FFF2-40B4-BE49-F238E27FC236}">
                          <a16:creationId xmlns:a16="http://schemas.microsoft.com/office/drawing/2014/main" id="{0A7EC6AB-9A59-5ECA-9FCB-450422E99A38}"/>
                        </a:ext>
                      </a:extLst>
                    </p:cNvPr>
                    <p:cNvGrpSpPr/>
                    <p:nvPr/>
                  </p:nvGrpSpPr>
                  <p:grpSpPr>
                    <a:xfrm>
                      <a:off x="6434137" y="3402011"/>
                      <a:ext cx="303213" cy="303213"/>
                      <a:chOff x="6434137" y="3402011"/>
                      <a:chExt cx="303213" cy="303213"/>
                    </a:xfrm>
                  </p:grpSpPr>
                  <p:grpSp>
                    <p:nvGrpSpPr>
                      <p:cNvPr id="20571" name="Group 20570">
                        <a:extLst>
                          <a:ext uri="{FF2B5EF4-FFF2-40B4-BE49-F238E27FC236}">
                            <a16:creationId xmlns:a16="http://schemas.microsoft.com/office/drawing/2014/main" id="{97539235-F671-02C3-5D94-C888A7E3FCBE}"/>
                          </a:ext>
                        </a:extLst>
                      </p:cNvPr>
                      <p:cNvGrpSpPr/>
                      <p:nvPr/>
                    </p:nvGrpSpPr>
                    <p:grpSpPr>
                      <a:xfrm flipH="1">
                        <a:off x="6478587" y="3446461"/>
                        <a:ext cx="214313" cy="214313"/>
                        <a:chOff x="5354637" y="3446463"/>
                        <a:chExt cx="214313" cy="214313"/>
                      </a:xfrm>
                    </p:grpSpPr>
                    <p:sp>
                      <p:nvSpPr>
                        <p:cNvPr id="20576" name="Arc 20575">
                          <a:extLst>
                            <a:ext uri="{FF2B5EF4-FFF2-40B4-BE49-F238E27FC236}">
                              <a16:creationId xmlns:a16="http://schemas.microsoft.com/office/drawing/2014/main" id="{AC1918AB-9664-B195-FB31-C1945791529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577" name="Arc 20576">
                          <a:extLst>
                            <a:ext uri="{FF2B5EF4-FFF2-40B4-BE49-F238E27FC236}">
                              <a16:creationId xmlns:a16="http://schemas.microsoft.com/office/drawing/2014/main" id="{FC6FD2C9-B0BC-D133-1728-277B8A51B8A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572" name="Group 20571">
                        <a:extLst>
                          <a:ext uri="{FF2B5EF4-FFF2-40B4-BE49-F238E27FC236}">
                            <a16:creationId xmlns:a16="http://schemas.microsoft.com/office/drawing/2014/main" id="{36452A08-914C-8B5A-F350-C33CE2B35CC9}"/>
                          </a:ext>
                        </a:extLst>
                      </p:cNvPr>
                      <p:cNvGrpSpPr/>
                      <p:nvPr/>
                    </p:nvGrpSpPr>
                    <p:grpSpPr>
                      <a:xfrm rot="14400000" flipH="1">
                        <a:off x="6434137" y="3402011"/>
                        <a:ext cx="303213" cy="303213"/>
                        <a:chOff x="5354637" y="3446463"/>
                        <a:chExt cx="214313" cy="214313"/>
                      </a:xfrm>
                    </p:grpSpPr>
                    <p:sp>
                      <p:nvSpPr>
                        <p:cNvPr id="20574" name="Arc 20573">
                          <a:extLst>
                            <a:ext uri="{FF2B5EF4-FFF2-40B4-BE49-F238E27FC236}">
                              <a16:creationId xmlns:a16="http://schemas.microsoft.com/office/drawing/2014/main" id="{552B5CF6-5E9C-7F42-4CBE-DE306429DB7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575" name="Arc 20574">
                          <a:extLst>
                            <a:ext uri="{FF2B5EF4-FFF2-40B4-BE49-F238E27FC236}">
                              <a16:creationId xmlns:a16="http://schemas.microsoft.com/office/drawing/2014/main" id="{7776A7DD-7F05-500C-9CBC-ABB867F1013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573" name="TextBox 20572">
                        <a:extLst>
                          <a:ext uri="{FF2B5EF4-FFF2-40B4-BE49-F238E27FC236}">
                            <a16:creationId xmlns:a16="http://schemas.microsoft.com/office/drawing/2014/main" id="{D18B5ADD-EA1A-BDAD-EDC1-E6C3B23BC051}"/>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558" name="Group 20557">
                    <a:extLst>
                      <a:ext uri="{FF2B5EF4-FFF2-40B4-BE49-F238E27FC236}">
                        <a16:creationId xmlns:a16="http://schemas.microsoft.com/office/drawing/2014/main" id="{C08CD288-74C1-893C-A68C-E7A12C2BD0A2}"/>
                      </a:ext>
                    </a:extLst>
                  </p:cNvPr>
                  <p:cNvGrpSpPr/>
                  <p:nvPr/>
                </p:nvGrpSpPr>
                <p:grpSpPr>
                  <a:xfrm>
                    <a:off x="6197413" y="3225768"/>
                    <a:ext cx="393192" cy="393192"/>
                    <a:chOff x="6389147" y="3932622"/>
                    <a:chExt cx="393192" cy="393192"/>
                  </a:xfrm>
                </p:grpSpPr>
                <p:grpSp>
                  <p:nvGrpSpPr>
                    <p:cNvPr id="20559" name="Group 20558">
                      <a:extLst>
                        <a:ext uri="{FF2B5EF4-FFF2-40B4-BE49-F238E27FC236}">
                          <a16:creationId xmlns:a16="http://schemas.microsoft.com/office/drawing/2014/main" id="{6F803473-F2F5-E16F-75D7-8A211EBB62A0}"/>
                        </a:ext>
                      </a:extLst>
                    </p:cNvPr>
                    <p:cNvGrpSpPr/>
                    <p:nvPr/>
                  </p:nvGrpSpPr>
                  <p:grpSpPr>
                    <a:xfrm flipH="1">
                      <a:off x="6478587" y="4022061"/>
                      <a:ext cx="214313" cy="214313"/>
                      <a:chOff x="5354637" y="3446463"/>
                      <a:chExt cx="214313" cy="214313"/>
                    </a:xfrm>
                  </p:grpSpPr>
                  <p:sp>
                    <p:nvSpPr>
                      <p:cNvPr id="20567" name="Arc 20566">
                        <a:extLst>
                          <a:ext uri="{FF2B5EF4-FFF2-40B4-BE49-F238E27FC236}">
                            <a16:creationId xmlns:a16="http://schemas.microsoft.com/office/drawing/2014/main" id="{FC646E94-A9E4-9915-85D4-196566DA925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568" name="Arc 20567">
                        <a:extLst>
                          <a:ext uri="{FF2B5EF4-FFF2-40B4-BE49-F238E27FC236}">
                            <a16:creationId xmlns:a16="http://schemas.microsoft.com/office/drawing/2014/main" id="{DDEA0F48-788A-7734-145B-339D95D1258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560" name="Group 20559">
                      <a:extLst>
                        <a:ext uri="{FF2B5EF4-FFF2-40B4-BE49-F238E27FC236}">
                          <a16:creationId xmlns:a16="http://schemas.microsoft.com/office/drawing/2014/main" id="{B066F009-817F-D98F-C4B8-61C4982D5C1A}"/>
                        </a:ext>
                      </a:extLst>
                    </p:cNvPr>
                    <p:cNvGrpSpPr/>
                    <p:nvPr/>
                  </p:nvGrpSpPr>
                  <p:grpSpPr>
                    <a:xfrm rot="7200000" flipH="1">
                      <a:off x="6434137" y="3977611"/>
                      <a:ext cx="303213" cy="303213"/>
                      <a:chOff x="5354637" y="3446463"/>
                      <a:chExt cx="214313" cy="214313"/>
                    </a:xfrm>
                  </p:grpSpPr>
                  <p:sp>
                    <p:nvSpPr>
                      <p:cNvPr id="20565" name="Arc 20564">
                        <a:extLst>
                          <a:ext uri="{FF2B5EF4-FFF2-40B4-BE49-F238E27FC236}">
                            <a16:creationId xmlns:a16="http://schemas.microsoft.com/office/drawing/2014/main" id="{177E0B82-03EF-2C8C-BE99-E5602CE5DDC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566" name="Arc 20565">
                        <a:extLst>
                          <a:ext uri="{FF2B5EF4-FFF2-40B4-BE49-F238E27FC236}">
                            <a16:creationId xmlns:a16="http://schemas.microsoft.com/office/drawing/2014/main" id="{F66C9F5C-0E27-746F-9B9A-1CA57B3CB8C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561" name="Group 20560">
                      <a:extLst>
                        <a:ext uri="{FF2B5EF4-FFF2-40B4-BE49-F238E27FC236}">
                          <a16:creationId xmlns:a16="http://schemas.microsoft.com/office/drawing/2014/main" id="{F676F7A0-B27A-0A9A-1237-6B7F6C67A464}"/>
                        </a:ext>
                      </a:extLst>
                    </p:cNvPr>
                    <p:cNvGrpSpPr/>
                    <p:nvPr/>
                  </p:nvGrpSpPr>
                  <p:grpSpPr>
                    <a:xfrm rot="14400000" flipH="1">
                      <a:off x="6389147" y="3932622"/>
                      <a:ext cx="393192" cy="393192"/>
                      <a:chOff x="5354637" y="3446463"/>
                      <a:chExt cx="214313" cy="214313"/>
                    </a:xfrm>
                  </p:grpSpPr>
                  <p:sp>
                    <p:nvSpPr>
                      <p:cNvPr id="20563" name="Arc 20562">
                        <a:extLst>
                          <a:ext uri="{FF2B5EF4-FFF2-40B4-BE49-F238E27FC236}">
                            <a16:creationId xmlns:a16="http://schemas.microsoft.com/office/drawing/2014/main" id="{7A33B302-8234-29F4-1CAB-8AE1105FE8A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564" name="Arc 20563">
                        <a:extLst>
                          <a:ext uri="{FF2B5EF4-FFF2-40B4-BE49-F238E27FC236}">
                            <a16:creationId xmlns:a16="http://schemas.microsoft.com/office/drawing/2014/main" id="{E888D320-0F88-35A7-A838-AD112F0DE25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562" name="TextBox 20561">
                      <a:extLst>
                        <a:ext uri="{FF2B5EF4-FFF2-40B4-BE49-F238E27FC236}">
                          <a16:creationId xmlns:a16="http://schemas.microsoft.com/office/drawing/2014/main" id="{CB9F67C6-2DDA-27BE-64FC-C4764A3052DE}"/>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20458" name="Group 20457">
                <a:extLst>
                  <a:ext uri="{FF2B5EF4-FFF2-40B4-BE49-F238E27FC236}">
                    <a16:creationId xmlns:a16="http://schemas.microsoft.com/office/drawing/2014/main" id="{6D549211-8515-8346-F5A2-02EED380D0E2}"/>
                  </a:ext>
                </a:extLst>
              </p:cNvPr>
              <p:cNvGrpSpPr/>
              <p:nvPr/>
            </p:nvGrpSpPr>
            <p:grpSpPr>
              <a:xfrm>
                <a:off x="6065340" y="2039507"/>
                <a:ext cx="1643204" cy="1593124"/>
                <a:chOff x="5445106" y="2644743"/>
                <a:chExt cx="1643204" cy="1593124"/>
              </a:xfrm>
            </p:grpSpPr>
            <p:grpSp>
              <p:nvGrpSpPr>
                <p:cNvPr id="20459" name="Group 20458">
                  <a:extLst>
                    <a:ext uri="{FF2B5EF4-FFF2-40B4-BE49-F238E27FC236}">
                      <a16:creationId xmlns:a16="http://schemas.microsoft.com/office/drawing/2014/main" id="{936C1C48-7E92-373B-A219-3EFD7E733873}"/>
                    </a:ext>
                  </a:extLst>
                </p:cNvPr>
                <p:cNvGrpSpPr/>
                <p:nvPr/>
              </p:nvGrpSpPr>
              <p:grpSpPr>
                <a:xfrm>
                  <a:off x="5445106" y="2644743"/>
                  <a:ext cx="1019224" cy="991639"/>
                  <a:chOff x="5886431" y="3225768"/>
                  <a:chExt cx="1019224" cy="991639"/>
                </a:xfrm>
              </p:grpSpPr>
              <p:grpSp>
                <p:nvGrpSpPr>
                  <p:cNvPr id="20507" name="Group 20506">
                    <a:extLst>
                      <a:ext uri="{FF2B5EF4-FFF2-40B4-BE49-F238E27FC236}">
                        <a16:creationId xmlns:a16="http://schemas.microsoft.com/office/drawing/2014/main" id="{75EFBEB5-D714-FA90-AEC1-F6B5819EAC8F}"/>
                      </a:ext>
                    </a:extLst>
                  </p:cNvPr>
                  <p:cNvGrpSpPr/>
                  <p:nvPr/>
                </p:nvGrpSpPr>
                <p:grpSpPr>
                  <a:xfrm>
                    <a:off x="6197413" y="3824215"/>
                    <a:ext cx="393192" cy="393192"/>
                    <a:chOff x="5265196" y="3357021"/>
                    <a:chExt cx="393192" cy="393192"/>
                  </a:xfrm>
                </p:grpSpPr>
                <p:grpSp>
                  <p:nvGrpSpPr>
                    <p:cNvPr id="20542" name="Group 20541">
                      <a:extLst>
                        <a:ext uri="{FF2B5EF4-FFF2-40B4-BE49-F238E27FC236}">
                          <a16:creationId xmlns:a16="http://schemas.microsoft.com/office/drawing/2014/main" id="{6A2110D3-1C90-5446-3376-2841ED5D95DC}"/>
                        </a:ext>
                      </a:extLst>
                    </p:cNvPr>
                    <p:cNvGrpSpPr/>
                    <p:nvPr/>
                  </p:nvGrpSpPr>
                  <p:grpSpPr>
                    <a:xfrm rot="14400000">
                      <a:off x="5265196" y="3357021"/>
                      <a:ext cx="393192" cy="393192"/>
                      <a:chOff x="5354637" y="3446463"/>
                      <a:chExt cx="214313" cy="214313"/>
                    </a:xfrm>
                  </p:grpSpPr>
                  <p:sp>
                    <p:nvSpPr>
                      <p:cNvPr id="20551" name="Arc 20550">
                        <a:extLst>
                          <a:ext uri="{FF2B5EF4-FFF2-40B4-BE49-F238E27FC236}">
                            <a16:creationId xmlns:a16="http://schemas.microsoft.com/office/drawing/2014/main" id="{CE259514-B1F0-88A5-9E17-7B6C026A413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552" name="Arc 20551">
                        <a:extLst>
                          <a:ext uri="{FF2B5EF4-FFF2-40B4-BE49-F238E27FC236}">
                            <a16:creationId xmlns:a16="http://schemas.microsoft.com/office/drawing/2014/main" id="{CB775403-8CA9-78B3-8E58-AF53B8644E2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543" name="Group 20542">
                      <a:extLst>
                        <a:ext uri="{FF2B5EF4-FFF2-40B4-BE49-F238E27FC236}">
                          <a16:creationId xmlns:a16="http://schemas.microsoft.com/office/drawing/2014/main" id="{7735C34C-1F88-B364-9AD1-3969B55BFF19}"/>
                        </a:ext>
                      </a:extLst>
                    </p:cNvPr>
                    <p:cNvGrpSpPr/>
                    <p:nvPr/>
                  </p:nvGrpSpPr>
                  <p:grpSpPr>
                    <a:xfrm>
                      <a:off x="5310186" y="3402011"/>
                      <a:ext cx="303213" cy="303213"/>
                      <a:chOff x="5310186" y="3402011"/>
                      <a:chExt cx="303213" cy="303213"/>
                    </a:xfrm>
                  </p:grpSpPr>
                  <p:grpSp>
                    <p:nvGrpSpPr>
                      <p:cNvPr id="20544" name="Group 20543">
                        <a:extLst>
                          <a:ext uri="{FF2B5EF4-FFF2-40B4-BE49-F238E27FC236}">
                            <a16:creationId xmlns:a16="http://schemas.microsoft.com/office/drawing/2014/main" id="{8B7B2176-74F6-3212-140E-0648A59C6CD3}"/>
                          </a:ext>
                        </a:extLst>
                      </p:cNvPr>
                      <p:cNvGrpSpPr/>
                      <p:nvPr/>
                    </p:nvGrpSpPr>
                    <p:grpSpPr>
                      <a:xfrm>
                        <a:off x="5354636" y="3446461"/>
                        <a:ext cx="214313" cy="214313"/>
                        <a:chOff x="5354637" y="3446463"/>
                        <a:chExt cx="214313" cy="214313"/>
                      </a:xfrm>
                    </p:grpSpPr>
                    <p:sp>
                      <p:nvSpPr>
                        <p:cNvPr id="20549" name="Arc 20548">
                          <a:extLst>
                            <a:ext uri="{FF2B5EF4-FFF2-40B4-BE49-F238E27FC236}">
                              <a16:creationId xmlns:a16="http://schemas.microsoft.com/office/drawing/2014/main" id="{FE076823-730D-4449-29C4-FCB32353F46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550" name="Arc 20549">
                          <a:extLst>
                            <a:ext uri="{FF2B5EF4-FFF2-40B4-BE49-F238E27FC236}">
                              <a16:creationId xmlns:a16="http://schemas.microsoft.com/office/drawing/2014/main" id="{2509EA89-E593-07E0-350F-CE4DD854223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545" name="Group 20544">
                        <a:extLst>
                          <a:ext uri="{FF2B5EF4-FFF2-40B4-BE49-F238E27FC236}">
                            <a16:creationId xmlns:a16="http://schemas.microsoft.com/office/drawing/2014/main" id="{214D2F38-CA01-9D1A-137C-463CAD7588F5}"/>
                          </a:ext>
                        </a:extLst>
                      </p:cNvPr>
                      <p:cNvGrpSpPr/>
                      <p:nvPr/>
                    </p:nvGrpSpPr>
                    <p:grpSpPr>
                      <a:xfrm rot="7200000">
                        <a:off x="5310186" y="3402011"/>
                        <a:ext cx="303213" cy="303213"/>
                        <a:chOff x="5354637" y="3446463"/>
                        <a:chExt cx="214313" cy="214313"/>
                      </a:xfrm>
                    </p:grpSpPr>
                    <p:sp>
                      <p:nvSpPr>
                        <p:cNvPr id="20547" name="Arc 20546">
                          <a:extLst>
                            <a:ext uri="{FF2B5EF4-FFF2-40B4-BE49-F238E27FC236}">
                              <a16:creationId xmlns:a16="http://schemas.microsoft.com/office/drawing/2014/main" id="{424FF159-EBCD-77A8-0C84-F19D816182D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548" name="Arc 20547">
                          <a:extLst>
                            <a:ext uri="{FF2B5EF4-FFF2-40B4-BE49-F238E27FC236}">
                              <a16:creationId xmlns:a16="http://schemas.microsoft.com/office/drawing/2014/main" id="{261501A6-178C-D189-8865-7F84EABAD47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546" name="TextBox 20545">
                        <a:extLst>
                          <a:ext uri="{FF2B5EF4-FFF2-40B4-BE49-F238E27FC236}">
                            <a16:creationId xmlns:a16="http://schemas.microsoft.com/office/drawing/2014/main" id="{E38B08EE-6080-A8FA-A943-9C9D38242059}"/>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508" name="Group 20507">
                    <a:extLst>
                      <a:ext uri="{FF2B5EF4-FFF2-40B4-BE49-F238E27FC236}">
                        <a16:creationId xmlns:a16="http://schemas.microsoft.com/office/drawing/2014/main" id="{7687BECF-045F-A8AD-D06C-C5CD18134F8C}"/>
                      </a:ext>
                    </a:extLst>
                  </p:cNvPr>
                  <p:cNvGrpSpPr/>
                  <p:nvPr/>
                </p:nvGrpSpPr>
                <p:grpSpPr>
                  <a:xfrm>
                    <a:off x="5886431" y="3525040"/>
                    <a:ext cx="393192" cy="393192"/>
                    <a:chOff x="5265196" y="3932619"/>
                    <a:chExt cx="393192" cy="393192"/>
                  </a:xfrm>
                </p:grpSpPr>
                <p:grpSp>
                  <p:nvGrpSpPr>
                    <p:cNvPr id="20532" name="Group 20531">
                      <a:extLst>
                        <a:ext uri="{FF2B5EF4-FFF2-40B4-BE49-F238E27FC236}">
                          <a16:creationId xmlns:a16="http://schemas.microsoft.com/office/drawing/2014/main" id="{8467E5CF-9FBF-67A4-399C-0BF38DAA7943}"/>
                        </a:ext>
                      </a:extLst>
                    </p:cNvPr>
                    <p:cNvGrpSpPr/>
                    <p:nvPr/>
                  </p:nvGrpSpPr>
                  <p:grpSpPr>
                    <a:xfrm>
                      <a:off x="5354636" y="4022061"/>
                      <a:ext cx="214313" cy="214313"/>
                      <a:chOff x="5354637" y="3446463"/>
                      <a:chExt cx="214313" cy="214313"/>
                    </a:xfrm>
                  </p:grpSpPr>
                  <p:sp>
                    <p:nvSpPr>
                      <p:cNvPr id="20540" name="Arc 20539">
                        <a:extLst>
                          <a:ext uri="{FF2B5EF4-FFF2-40B4-BE49-F238E27FC236}">
                            <a16:creationId xmlns:a16="http://schemas.microsoft.com/office/drawing/2014/main" id="{A95C768A-3364-F1A7-102D-8D691588D2D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541" name="Arc 20540">
                        <a:extLst>
                          <a:ext uri="{FF2B5EF4-FFF2-40B4-BE49-F238E27FC236}">
                            <a16:creationId xmlns:a16="http://schemas.microsoft.com/office/drawing/2014/main" id="{77AFEDB3-1ED0-03C6-A586-29DE41C37A2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533" name="Group 20532">
                      <a:extLst>
                        <a:ext uri="{FF2B5EF4-FFF2-40B4-BE49-F238E27FC236}">
                          <a16:creationId xmlns:a16="http://schemas.microsoft.com/office/drawing/2014/main" id="{BFA558BE-E968-DA58-E3A1-A8BD72F27BC7}"/>
                        </a:ext>
                      </a:extLst>
                    </p:cNvPr>
                    <p:cNvGrpSpPr/>
                    <p:nvPr/>
                  </p:nvGrpSpPr>
                  <p:grpSpPr>
                    <a:xfrm rot="14400000">
                      <a:off x="5310186" y="3977611"/>
                      <a:ext cx="303213" cy="303213"/>
                      <a:chOff x="5354637" y="3446463"/>
                      <a:chExt cx="214313" cy="214313"/>
                    </a:xfrm>
                  </p:grpSpPr>
                  <p:sp>
                    <p:nvSpPr>
                      <p:cNvPr id="20538" name="Arc 20537">
                        <a:extLst>
                          <a:ext uri="{FF2B5EF4-FFF2-40B4-BE49-F238E27FC236}">
                            <a16:creationId xmlns:a16="http://schemas.microsoft.com/office/drawing/2014/main" id="{FBBA973B-CDAC-2544-AAF4-1363C9B87A8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539" name="Arc 20538">
                        <a:extLst>
                          <a:ext uri="{FF2B5EF4-FFF2-40B4-BE49-F238E27FC236}">
                            <a16:creationId xmlns:a16="http://schemas.microsoft.com/office/drawing/2014/main" id="{022F2AD2-7ABF-BC48-93D3-F3B25056321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534" name="Group 20533">
                      <a:extLst>
                        <a:ext uri="{FF2B5EF4-FFF2-40B4-BE49-F238E27FC236}">
                          <a16:creationId xmlns:a16="http://schemas.microsoft.com/office/drawing/2014/main" id="{3BC62F2C-AFE0-8FDC-1E45-0FCAAD46A8B7}"/>
                        </a:ext>
                      </a:extLst>
                    </p:cNvPr>
                    <p:cNvGrpSpPr/>
                    <p:nvPr/>
                  </p:nvGrpSpPr>
                  <p:grpSpPr>
                    <a:xfrm rot="7200000">
                      <a:off x="5265196" y="3932619"/>
                      <a:ext cx="393192" cy="393192"/>
                      <a:chOff x="5354637" y="3446463"/>
                      <a:chExt cx="214313" cy="214313"/>
                    </a:xfrm>
                  </p:grpSpPr>
                  <p:sp>
                    <p:nvSpPr>
                      <p:cNvPr id="20536" name="Arc 20535">
                        <a:extLst>
                          <a:ext uri="{FF2B5EF4-FFF2-40B4-BE49-F238E27FC236}">
                            <a16:creationId xmlns:a16="http://schemas.microsoft.com/office/drawing/2014/main" id="{D2CE49A3-FDC3-50D0-6A06-6597A64B132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537" name="Arc 20536">
                        <a:extLst>
                          <a:ext uri="{FF2B5EF4-FFF2-40B4-BE49-F238E27FC236}">
                            <a16:creationId xmlns:a16="http://schemas.microsoft.com/office/drawing/2014/main" id="{0B395258-C536-B47C-9645-4FEF4FE151C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535" name="TextBox 20534">
                      <a:extLst>
                        <a:ext uri="{FF2B5EF4-FFF2-40B4-BE49-F238E27FC236}">
                          <a16:creationId xmlns:a16="http://schemas.microsoft.com/office/drawing/2014/main" id="{8368E72D-2787-778D-1BDD-47FD45B7E3D1}"/>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0509" name="Group 20508">
                    <a:extLst>
                      <a:ext uri="{FF2B5EF4-FFF2-40B4-BE49-F238E27FC236}">
                        <a16:creationId xmlns:a16="http://schemas.microsoft.com/office/drawing/2014/main" id="{CEACBDDC-2AA1-942D-EC45-C0A07B266EBC}"/>
                      </a:ext>
                    </a:extLst>
                  </p:cNvPr>
                  <p:cNvGrpSpPr/>
                  <p:nvPr/>
                </p:nvGrpSpPr>
                <p:grpSpPr>
                  <a:xfrm>
                    <a:off x="6512463" y="3525040"/>
                    <a:ext cx="393192" cy="393192"/>
                    <a:chOff x="6389147" y="3357021"/>
                    <a:chExt cx="393192" cy="393192"/>
                  </a:xfrm>
                </p:grpSpPr>
                <p:grpSp>
                  <p:nvGrpSpPr>
                    <p:cNvPr id="20521" name="Group 20520">
                      <a:extLst>
                        <a:ext uri="{FF2B5EF4-FFF2-40B4-BE49-F238E27FC236}">
                          <a16:creationId xmlns:a16="http://schemas.microsoft.com/office/drawing/2014/main" id="{304AF42F-43BC-C40A-1EB0-5FABFE67567D}"/>
                        </a:ext>
                      </a:extLst>
                    </p:cNvPr>
                    <p:cNvGrpSpPr/>
                    <p:nvPr/>
                  </p:nvGrpSpPr>
                  <p:grpSpPr>
                    <a:xfrm rot="7200000" flipH="1">
                      <a:off x="6389147" y="3357021"/>
                      <a:ext cx="393192" cy="393192"/>
                      <a:chOff x="5354637" y="3446463"/>
                      <a:chExt cx="214313" cy="214313"/>
                    </a:xfrm>
                  </p:grpSpPr>
                  <p:sp>
                    <p:nvSpPr>
                      <p:cNvPr id="20530" name="Arc 20529">
                        <a:extLst>
                          <a:ext uri="{FF2B5EF4-FFF2-40B4-BE49-F238E27FC236}">
                            <a16:creationId xmlns:a16="http://schemas.microsoft.com/office/drawing/2014/main" id="{A02DE0C1-5AED-2825-2E81-4F11B58CF3C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531" name="Arc 20530">
                        <a:extLst>
                          <a:ext uri="{FF2B5EF4-FFF2-40B4-BE49-F238E27FC236}">
                            <a16:creationId xmlns:a16="http://schemas.microsoft.com/office/drawing/2014/main" id="{8E4D31F8-03B4-82DC-3E13-6A59EE13D3C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522" name="Group 20521">
                      <a:extLst>
                        <a:ext uri="{FF2B5EF4-FFF2-40B4-BE49-F238E27FC236}">
                          <a16:creationId xmlns:a16="http://schemas.microsoft.com/office/drawing/2014/main" id="{481F4D35-EB7D-0B3B-3915-1F36DF0055B4}"/>
                        </a:ext>
                      </a:extLst>
                    </p:cNvPr>
                    <p:cNvGrpSpPr/>
                    <p:nvPr/>
                  </p:nvGrpSpPr>
                  <p:grpSpPr>
                    <a:xfrm>
                      <a:off x="6434137" y="3402011"/>
                      <a:ext cx="303213" cy="303213"/>
                      <a:chOff x="6434137" y="3402011"/>
                      <a:chExt cx="303213" cy="303213"/>
                    </a:xfrm>
                  </p:grpSpPr>
                  <p:grpSp>
                    <p:nvGrpSpPr>
                      <p:cNvPr id="20523" name="Group 20522">
                        <a:extLst>
                          <a:ext uri="{FF2B5EF4-FFF2-40B4-BE49-F238E27FC236}">
                            <a16:creationId xmlns:a16="http://schemas.microsoft.com/office/drawing/2014/main" id="{EA53AAEC-E3F1-875B-9685-09A791C455F4}"/>
                          </a:ext>
                        </a:extLst>
                      </p:cNvPr>
                      <p:cNvGrpSpPr/>
                      <p:nvPr/>
                    </p:nvGrpSpPr>
                    <p:grpSpPr>
                      <a:xfrm flipH="1">
                        <a:off x="6478587" y="3446461"/>
                        <a:ext cx="214313" cy="214313"/>
                        <a:chOff x="5354637" y="3446463"/>
                        <a:chExt cx="214313" cy="214313"/>
                      </a:xfrm>
                    </p:grpSpPr>
                    <p:sp>
                      <p:nvSpPr>
                        <p:cNvPr id="20528" name="Arc 20527">
                          <a:extLst>
                            <a:ext uri="{FF2B5EF4-FFF2-40B4-BE49-F238E27FC236}">
                              <a16:creationId xmlns:a16="http://schemas.microsoft.com/office/drawing/2014/main" id="{49884855-C01D-E3CC-FA79-9D128171105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529" name="Arc 20528">
                          <a:extLst>
                            <a:ext uri="{FF2B5EF4-FFF2-40B4-BE49-F238E27FC236}">
                              <a16:creationId xmlns:a16="http://schemas.microsoft.com/office/drawing/2014/main" id="{7AD8E9EE-1BC9-F836-BA69-D164BA5507B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524" name="Group 20523">
                        <a:extLst>
                          <a:ext uri="{FF2B5EF4-FFF2-40B4-BE49-F238E27FC236}">
                            <a16:creationId xmlns:a16="http://schemas.microsoft.com/office/drawing/2014/main" id="{103608C5-569E-A98D-78B5-5014E62899B5}"/>
                          </a:ext>
                        </a:extLst>
                      </p:cNvPr>
                      <p:cNvGrpSpPr/>
                      <p:nvPr/>
                    </p:nvGrpSpPr>
                    <p:grpSpPr>
                      <a:xfrm rot="14400000" flipH="1">
                        <a:off x="6434137" y="3402011"/>
                        <a:ext cx="303213" cy="303213"/>
                        <a:chOff x="5354637" y="3446463"/>
                        <a:chExt cx="214313" cy="214313"/>
                      </a:xfrm>
                    </p:grpSpPr>
                    <p:sp>
                      <p:nvSpPr>
                        <p:cNvPr id="20526" name="Arc 20525">
                          <a:extLst>
                            <a:ext uri="{FF2B5EF4-FFF2-40B4-BE49-F238E27FC236}">
                              <a16:creationId xmlns:a16="http://schemas.microsoft.com/office/drawing/2014/main" id="{88108B01-B360-94A2-846D-F3C141BA0CB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527" name="Arc 20526">
                          <a:extLst>
                            <a:ext uri="{FF2B5EF4-FFF2-40B4-BE49-F238E27FC236}">
                              <a16:creationId xmlns:a16="http://schemas.microsoft.com/office/drawing/2014/main" id="{006A69B1-C4FE-567E-4E01-6FB781E4379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525" name="TextBox 20524">
                        <a:extLst>
                          <a:ext uri="{FF2B5EF4-FFF2-40B4-BE49-F238E27FC236}">
                            <a16:creationId xmlns:a16="http://schemas.microsoft.com/office/drawing/2014/main" id="{29AE1C29-B77F-37A2-BD9D-879615238417}"/>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510" name="Group 20509">
                    <a:extLst>
                      <a:ext uri="{FF2B5EF4-FFF2-40B4-BE49-F238E27FC236}">
                        <a16:creationId xmlns:a16="http://schemas.microsoft.com/office/drawing/2014/main" id="{E6E47A75-2F89-1C6C-78B8-0A6320330997}"/>
                      </a:ext>
                    </a:extLst>
                  </p:cNvPr>
                  <p:cNvGrpSpPr/>
                  <p:nvPr/>
                </p:nvGrpSpPr>
                <p:grpSpPr>
                  <a:xfrm>
                    <a:off x="6197413" y="3225768"/>
                    <a:ext cx="393192" cy="393192"/>
                    <a:chOff x="6389147" y="3932622"/>
                    <a:chExt cx="393192" cy="393192"/>
                  </a:xfrm>
                </p:grpSpPr>
                <p:grpSp>
                  <p:nvGrpSpPr>
                    <p:cNvPr id="20511" name="Group 20510">
                      <a:extLst>
                        <a:ext uri="{FF2B5EF4-FFF2-40B4-BE49-F238E27FC236}">
                          <a16:creationId xmlns:a16="http://schemas.microsoft.com/office/drawing/2014/main" id="{303BF9F7-ED14-F2F5-7AB0-65B1A8995CEF}"/>
                        </a:ext>
                      </a:extLst>
                    </p:cNvPr>
                    <p:cNvGrpSpPr/>
                    <p:nvPr/>
                  </p:nvGrpSpPr>
                  <p:grpSpPr>
                    <a:xfrm flipH="1">
                      <a:off x="6478587" y="4022061"/>
                      <a:ext cx="214313" cy="214313"/>
                      <a:chOff x="5354637" y="3446463"/>
                      <a:chExt cx="214313" cy="214313"/>
                    </a:xfrm>
                  </p:grpSpPr>
                  <p:sp>
                    <p:nvSpPr>
                      <p:cNvPr id="20519" name="Arc 20518">
                        <a:extLst>
                          <a:ext uri="{FF2B5EF4-FFF2-40B4-BE49-F238E27FC236}">
                            <a16:creationId xmlns:a16="http://schemas.microsoft.com/office/drawing/2014/main" id="{14113B15-4853-2CAC-CE13-80423794336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520" name="Arc 20519">
                        <a:extLst>
                          <a:ext uri="{FF2B5EF4-FFF2-40B4-BE49-F238E27FC236}">
                            <a16:creationId xmlns:a16="http://schemas.microsoft.com/office/drawing/2014/main" id="{CE06507D-03BD-2F29-96EC-F8D5B11CE3A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512" name="Group 20511">
                      <a:extLst>
                        <a:ext uri="{FF2B5EF4-FFF2-40B4-BE49-F238E27FC236}">
                          <a16:creationId xmlns:a16="http://schemas.microsoft.com/office/drawing/2014/main" id="{8809E026-B6E4-0BE9-8869-5F47220228F8}"/>
                        </a:ext>
                      </a:extLst>
                    </p:cNvPr>
                    <p:cNvGrpSpPr/>
                    <p:nvPr/>
                  </p:nvGrpSpPr>
                  <p:grpSpPr>
                    <a:xfrm rot="7200000" flipH="1">
                      <a:off x="6434137" y="3977611"/>
                      <a:ext cx="303213" cy="303213"/>
                      <a:chOff x="5354637" y="3446463"/>
                      <a:chExt cx="214313" cy="214313"/>
                    </a:xfrm>
                  </p:grpSpPr>
                  <p:sp>
                    <p:nvSpPr>
                      <p:cNvPr id="20517" name="Arc 20516">
                        <a:extLst>
                          <a:ext uri="{FF2B5EF4-FFF2-40B4-BE49-F238E27FC236}">
                            <a16:creationId xmlns:a16="http://schemas.microsoft.com/office/drawing/2014/main" id="{8E3803CB-7148-0957-5CA8-44600262D19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518" name="Arc 20517">
                        <a:extLst>
                          <a:ext uri="{FF2B5EF4-FFF2-40B4-BE49-F238E27FC236}">
                            <a16:creationId xmlns:a16="http://schemas.microsoft.com/office/drawing/2014/main" id="{F8B44585-C022-04C9-4C30-FFBBD27F393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513" name="Group 20512">
                      <a:extLst>
                        <a:ext uri="{FF2B5EF4-FFF2-40B4-BE49-F238E27FC236}">
                          <a16:creationId xmlns:a16="http://schemas.microsoft.com/office/drawing/2014/main" id="{60D66E8E-394A-244E-8338-F64E4AF551CC}"/>
                        </a:ext>
                      </a:extLst>
                    </p:cNvPr>
                    <p:cNvGrpSpPr/>
                    <p:nvPr/>
                  </p:nvGrpSpPr>
                  <p:grpSpPr>
                    <a:xfrm rot="14400000" flipH="1">
                      <a:off x="6389147" y="3932622"/>
                      <a:ext cx="393192" cy="393192"/>
                      <a:chOff x="5354637" y="3446463"/>
                      <a:chExt cx="214313" cy="214313"/>
                    </a:xfrm>
                  </p:grpSpPr>
                  <p:sp>
                    <p:nvSpPr>
                      <p:cNvPr id="20515" name="Arc 20514">
                        <a:extLst>
                          <a:ext uri="{FF2B5EF4-FFF2-40B4-BE49-F238E27FC236}">
                            <a16:creationId xmlns:a16="http://schemas.microsoft.com/office/drawing/2014/main" id="{A848A908-FE12-44FA-C30F-3BC1333B512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516" name="Arc 20515">
                        <a:extLst>
                          <a:ext uri="{FF2B5EF4-FFF2-40B4-BE49-F238E27FC236}">
                            <a16:creationId xmlns:a16="http://schemas.microsoft.com/office/drawing/2014/main" id="{63907F68-21E4-3527-BE0D-1B20A0EBF6A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514" name="TextBox 20513">
                      <a:extLst>
                        <a:ext uri="{FF2B5EF4-FFF2-40B4-BE49-F238E27FC236}">
                          <a16:creationId xmlns:a16="http://schemas.microsoft.com/office/drawing/2014/main" id="{9EB76407-39BB-7F7C-8C0E-2D22DD59D218}"/>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460" name="Group 20459">
                  <a:extLst>
                    <a:ext uri="{FF2B5EF4-FFF2-40B4-BE49-F238E27FC236}">
                      <a16:creationId xmlns:a16="http://schemas.microsoft.com/office/drawing/2014/main" id="{51018FE5-AFE3-26F2-D8E4-CC6CA021A40F}"/>
                    </a:ext>
                  </a:extLst>
                </p:cNvPr>
                <p:cNvGrpSpPr/>
                <p:nvPr/>
              </p:nvGrpSpPr>
              <p:grpSpPr>
                <a:xfrm>
                  <a:off x="6069086" y="3246228"/>
                  <a:ext cx="1019224" cy="991639"/>
                  <a:chOff x="5886431" y="3225768"/>
                  <a:chExt cx="1019224" cy="991639"/>
                </a:xfrm>
              </p:grpSpPr>
              <p:grpSp>
                <p:nvGrpSpPr>
                  <p:cNvPr id="20461" name="Group 20460">
                    <a:extLst>
                      <a:ext uri="{FF2B5EF4-FFF2-40B4-BE49-F238E27FC236}">
                        <a16:creationId xmlns:a16="http://schemas.microsoft.com/office/drawing/2014/main" id="{2E8DD5F1-82E1-F800-11A8-2E7533EA23E8}"/>
                      </a:ext>
                    </a:extLst>
                  </p:cNvPr>
                  <p:cNvGrpSpPr/>
                  <p:nvPr/>
                </p:nvGrpSpPr>
                <p:grpSpPr>
                  <a:xfrm>
                    <a:off x="6197413" y="3824215"/>
                    <a:ext cx="393192" cy="393192"/>
                    <a:chOff x="5265196" y="3357021"/>
                    <a:chExt cx="393192" cy="393192"/>
                  </a:xfrm>
                </p:grpSpPr>
                <p:grpSp>
                  <p:nvGrpSpPr>
                    <p:cNvPr id="20496" name="Group 20495">
                      <a:extLst>
                        <a:ext uri="{FF2B5EF4-FFF2-40B4-BE49-F238E27FC236}">
                          <a16:creationId xmlns:a16="http://schemas.microsoft.com/office/drawing/2014/main" id="{6DB3DE8D-9455-9265-77B5-0C6362EE05E7}"/>
                        </a:ext>
                      </a:extLst>
                    </p:cNvPr>
                    <p:cNvGrpSpPr/>
                    <p:nvPr/>
                  </p:nvGrpSpPr>
                  <p:grpSpPr>
                    <a:xfrm rot="14400000">
                      <a:off x="5265196" y="3357021"/>
                      <a:ext cx="393192" cy="393192"/>
                      <a:chOff x="5354637" y="3446463"/>
                      <a:chExt cx="214313" cy="214313"/>
                    </a:xfrm>
                  </p:grpSpPr>
                  <p:sp>
                    <p:nvSpPr>
                      <p:cNvPr id="20505" name="Arc 20504">
                        <a:extLst>
                          <a:ext uri="{FF2B5EF4-FFF2-40B4-BE49-F238E27FC236}">
                            <a16:creationId xmlns:a16="http://schemas.microsoft.com/office/drawing/2014/main" id="{2C2008B5-433C-5016-E244-DB01DB0E789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506" name="Arc 20505">
                        <a:extLst>
                          <a:ext uri="{FF2B5EF4-FFF2-40B4-BE49-F238E27FC236}">
                            <a16:creationId xmlns:a16="http://schemas.microsoft.com/office/drawing/2014/main" id="{B789112D-8935-8234-6338-6EE4607539E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497" name="Group 20496">
                      <a:extLst>
                        <a:ext uri="{FF2B5EF4-FFF2-40B4-BE49-F238E27FC236}">
                          <a16:creationId xmlns:a16="http://schemas.microsoft.com/office/drawing/2014/main" id="{28C6CDA0-154C-2B56-6C25-3E04C914E306}"/>
                        </a:ext>
                      </a:extLst>
                    </p:cNvPr>
                    <p:cNvGrpSpPr/>
                    <p:nvPr/>
                  </p:nvGrpSpPr>
                  <p:grpSpPr>
                    <a:xfrm>
                      <a:off x="5310186" y="3402011"/>
                      <a:ext cx="303213" cy="303213"/>
                      <a:chOff x="5310186" y="3402011"/>
                      <a:chExt cx="303213" cy="303213"/>
                    </a:xfrm>
                  </p:grpSpPr>
                  <p:grpSp>
                    <p:nvGrpSpPr>
                      <p:cNvPr id="20498" name="Group 20497">
                        <a:extLst>
                          <a:ext uri="{FF2B5EF4-FFF2-40B4-BE49-F238E27FC236}">
                            <a16:creationId xmlns:a16="http://schemas.microsoft.com/office/drawing/2014/main" id="{CB64CDF6-B52A-FE3E-F881-BEDCA145A3E0}"/>
                          </a:ext>
                        </a:extLst>
                      </p:cNvPr>
                      <p:cNvGrpSpPr/>
                      <p:nvPr/>
                    </p:nvGrpSpPr>
                    <p:grpSpPr>
                      <a:xfrm>
                        <a:off x="5354636" y="3446461"/>
                        <a:ext cx="214313" cy="214313"/>
                        <a:chOff x="5354637" y="3446463"/>
                        <a:chExt cx="214313" cy="214313"/>
                      </a:xfrm>
                    </p:grpSpPr>
                    <p:sp>
                      <p:nvSpPr>
                        <p:cNvPr id="20503" name="Arc 20502">
                          <a:extLst>
                            <a:ext uri="{FF2B5EF4-FFF2-40B4-BE49-F238E27FC236}">
                              <a16:creationId xmlns:a16="http://schemas.microsoft.com/office/drawing/2014/main" id="{C26E7937-8C4C-CECD-DC4C-8B66DE33F7D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504" name="Arc 20503">
                          <a:extLst>
                            <a:ext uri="{FF2B5EF4-FFF2-40B4-BE49-F238E27FC236}">
                              <a16:creationId xmlns:a16="http://schemas.microsoft.com/office/drawing/2014/main" id="{4D2E43DB-49BF-BDE6-29E5-A1AAD41D9B5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499" name="Group 20498">
                        <a:extLst>
                          <a:ext uri="{FF2B5EF4-FFF2-40B4-BE49-F238E27FC236}">
                            <a16:creationId xmlns:a16="http://schemas.microsoft.com/office/drawing/2014/main" id="{98DE67FB-3216-2A51-9798-3C6B9E18C28C}"/>
                          </a:ext>
                        </a:extLst>
                      </p:cNvPr>
                      <p:cNvGrpSpPr/>
                      <p:nvPr/>
                    </p:nvGrpSpPr>
                    <p:grpSpPr>
                      <a:xfrm rot="7200000">
                        <a:off x="5310186" y="3402011"/>
                        <a:ext cx="303213" cy="303213"/>
                        <a:chOff x="5354637" y="3446463"/>
                        <a:chExt cx="214313" cy="214313"/>
                      </a:xfrm>
                    </p:grpSpPr>
                    <p:sp>
                      <p:nvSpPr>
                        <p:cNvPr id="20501" name="Arc 20500">
                          <a:extLst>
                            <a:ext uri="{FF2B5EF4-FFF2-40B4-BE49-F238E27FC236}">
                              <a16:creationId xmlns:a16="http://schemas.microsoft.com/office/drawing/2014/main" id="{C0025895-6E1B-6A5B-A3A8-71FA0FB4FA0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502" name="Arc 20501">
                          <a:extLst>
                            <a:ext uri="{FF2B5EF4-FFF2-40B4-BE49-F238E27FC236}">
                              <a16:creationId xmlns:a16="http://schemas.microsoft.com/office/drawing/2014/main" id="{E331D157-8B79-C1F9-4F77-2814C6797C5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500" name="TextBox 20499">
                        <a:extLst>
                          <a:ext uri="{FF2B5EF4-FFF2-40B4-BE49-F238E27FC236}">
                            <a16:creationId xmlns:a16="http://schemas.microsoft.com/office/drawing/2014/main" id="{D9F11AFB-EF3E-446A-351A-0D530CF83A1B}"/>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462" name="Group 20461">
                    <a:extLst>
                      <a:ext uri="{FF2B5EF4-FFF2-40B4-BE49-F238E27FC236}">
                        <a16:creationId xmlns:a16="http://schemas.microsoft.com/office/drawing/2014/main" id="{43CE56C4-3CAC-CBA8-313B-B75E8B0AE916}"/>
                      </a:ext>
                    </a:extLst>
                  </p:cNvPr>
                  <p:cNvGrpSpPr/>
                  <p:nvPr/>
                </p:nvGrpSpPr>
                <p:grpSpPr>
                  <a:xfrm>
                    <a:off x="5886431" y="3525040"/>
                    <a:ext cx="393192" cy="393192"/>
                    <a:chOff x="5265196" y="3932619"/>
                    <a:chExt cx="393192" cy="393192"/>
                  </a:xfrm>
                </p:grpSpPr>
                <p:grpSp>
                  <p:nvGrpSpPr>
                    <p:cNvPr id="20486" name="Group 20485">
                      <a:extLst>
                        <a:ext uri="{FF2B5EF4-FFF2-40B4-BE49-F238E27FC236}">
                          <a16:creationId xmlns:a16="http://schemas.microsoft.com/office/drawing/2014/main" id="{2088E281-1E14-A846-35A6-8AC05FBD86F8}"/>
                        </a:ext>
                      </a:extLst>
                    </p:cNvPr>
                    <p:cNvGrpSpPr/>
                    <p:nvPr/>
                  </p:nvGrpSpPr>
                  <p:grpSpPr>
                    <a:xfrm>
                      <a:off x="5354636" y="4022061"/>
                      <a:ext cx="214313" cy="214313"/>
                      <a:chOff x="5354637" y="3446463"/>
                      <a:chExt cx="214313" cy="214313"/>
                    </a:xfrm>
                  </p:grpSpPr>
                  <p:sp>
                    <p:nvSpPr>
                      <p:cNvPr id="20494" name="Arc 20493">
                        <a:extLst>
                          <a:ext uri="{FF2B5EF4-FFF2-40B4-BE49-F238E27FC236}">
                            <a16:creationId xmlns:a16="http://schemas.microsoft.com/office/drawing/2014/main" id="{D8B462EA-21C4-257F-8AF0-33B0298710E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495" name="Arc 20494">
                        <a:extLst>
                          <a:ext uri="{FF2B5EF4-FFF2-40B4-BE49-F238E27FC236}">
                            <a16:creationId xmlns:a16="http://schemas.microsoft.com/office/drawing/2014/main" id="{FEA061D6-A7FB-0232-9A27-0F3EC696BE6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487" name="Group 20486">
                      <a:extLst>
                        <a:ext uri="{FF2B5EF4-FFF2-40B4-BE49-F238E27FC236}">
                          <a16:creationId xmlns:a16="http://schemas.microsoft.com/office/drawing/2014/main" id="{6B397C6A-7712-F5D0-48BF-FC547A8EBF98}"/>
                        </a:ext>
                      </a:extLst>
                    </p:cNvPr>
                    <p:cNvGrpSpPr/>
                    <p:nvPr/>
                  </p:nvGrpSpPr>
                  <p:grpSpPr>
                    <a:xfrm rot="14400000">
                      <a:off x="5310186" y="3977611"/>
                      <a:ext cx="303213" cy="303213"/>
                      <a:chOff x="5354637" y="3446463"/>
                      <a:chExt cx="214313" cy="214313"/>
                    </a:xfrm>
                  </p:grpSpPr>
                  <p:sp>
                    <p:nvSpPr>
                      <p:cNvPr id="20492" name="Arc 20491">
                        <a:extLst>
                          <a:ext uri="{FF2B5EF4-FFF2-40B4-BE49-F238E27FC236}">
                            <a16:creationId xmlns:a16="http://schemas.microsoft.com/office/drawing/2014/main" id="{B683F241-7B6B-4B3D-80AC-742EEE0E1A3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493" name="Arc 20492">
                        <a:extLst>
                          <a:ext uri="{FF2B5EF4-FFF2-40B4-BE49-F238E27FC236}">
                            <a16:creationId xmlns:a16="http://schemas.microsoft.com/office/drawing/2014/main" id="{5396A49C-BBFE-F113-1E62-A2C26576028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488" name="Group 20487">
                      <a:extLst>
                        <a:ext uri="{FF2B5EF4-FFF2-40B4-BE49-F238E27FC236}">
                          <a16:creationId xmlns:a16="http://schemas.microsoft.com/office/drawing/2014/main" id="{F4A0F61B-B33E-74D9-FA45-3305A7A0432A}"/>
                        </a:ext>
                      </a:extLst>
                    </p:cNvPr>
                    <p:cNvGrpSpPr/>
                    <p:nvPr/>
                  </p:nvGrpSpPr>
                  <p:grpSpPr>
                    <a:xfrm rot="7200000">
                      <a:off x="5265196" y="3932619"/>
                      <a:ext cx="393192" cy="393192"/>
                      <a:chOff x="5354637" y="3446463"/>
                      <a:chExt cx="214313" cy="214313"/>
                    </a:xfrm>
                  </p:grpSpPr>
                  <p:sp>
                    <p:nvSpPr>
                      <p:cNvPr id="20490" name="Arc 20489">
                        <a:extLst>
                          <a:ext uri="{FF2B5EF4-FFF2-40B4-BE49-F238E27FC236}">
                            <a16:creationId xmlns:a16="http://schemas.microsoft.com/office/drawing/2014/main" id="{3A23237D-8429-14D1-16EC-2A345CDF236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491" name="Arc 20490">
                        <a:extLst>
                          <a:ext uri="{FF2B5EF4-FFF2-40B4-BE49-F238E27FC236}">
                            <a16:creationId xmlns:a16="http://schemas.microsoft.com/office/drawing/2014/main" id="{D7B5001B-C7AE-2929-F69A-00E16828FAC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489" name="TextBox 20488">
                      <a:extLst>
                        <a:ext uri="{FF2B5EF4-FFF2-40B4-BE49-F238E27FC236}">
                          <a16:creationId xmlns:a16="http://schemas.microsoft.com/office/drawing/2014/main" id="{876CF3EE-B959-3BF4-2AAE-0F3ED3E4DA2D}"/>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0463" name="Group 20462">
                    <a:extLst>
                      <a:ext uri="{FF2B5EF4-FFF2-40B4-BE49-F238E27FC236}">
                        <a16:creationId xmlns:a16="http://schemas.microsoft.com/office/drawing/2014/main" id="{704F8BE8-6E97-C78C-EFEA-8F2C3129C62C}"/>
                      </a:ext>
                    </a:extLst>
                  </p:cNvPr>
                  <p:cNvGrpSpPr/>
                  <p:nvPr/>
                </p:nvGrpSpPr>
                <p:grpSpPr>
                  <a:xfrm>
                    <a:off x="6512463" y="3525040"/>
                    <a:ext cx="393192" cy="393192"/>
                    <a:chOff x="6389147" y="3357021"/>
                    <a:chExt cx="393192" cy="393192"/>
                  </a:xfrm>
                </p:grpSpPr>
                <p:grpSp>
                  <p:nvGrpSpPr>
                    <p:cNvPr id="20475" name="Group 20474">
                      <a:extLst>
                        <a:ext uri="{FF2B5EF4-FFF2-40B4-BE49-F238E27FC236}">
                          <a16:creationId xmlns:a16="http://schemas.microsoft.com/office/drawing/2014/main" id="{348DE62E-8016-5B91-2020-75BADFA65FD2}"/>
                        </a:ext>
                      </a:extLst>
                    </p:cNvPr>
                    <p:cNvGrpSpPr/>
                    <p:nvPr/>
                  </p:nvGrpSpPr>
                  <p:grpSpPr>
                    <a:xfrm rot="7200000" flipH="1">
                      <a:off x="6389147" y="3357021"/>
                      <a:ext cx="393192" cy="393192"/>
                      <a:chOff x="5354637" y="3446463"/>
                      <a:chExt cx="214313" cy="214313"/>
                    </a:xfrm>
                  </p:grpSpPr>
                  <p:sp>
                    <p:nvSpPr>
                      <p:cNvPr id="20484" name="Arc 20483">
                        <a:extLst>
                          <a:ext uri="{FF2B5EF4-FFF2-40B4-BE49-F238E27FC236}">
                            <a16:creationId xmlns:a16="http://schemas.microsoft.com/office/drawing/2014/main" id="{9524734B-FB26-2557-0D1C-57E4BB90B57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485" name="Arc 20484">
                        <a:extLst>
                          <a:ext uri="{FF2B5EF4-FFF2-40B4-BE49-F238E27FC236}">
                            <a16:creationId xmlns:a16="http://schemas.microsoft.com/office/drawing/2014/main" id="{5F703B68-2D7F-11AB-E325-F497E484D7F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476" name="Group 20475">
                      <a:extLst>
                        <a:ext uri="{FF2B5EF4-FFF2-40B4-BE49-F238E27FC236}">
                          <a16:creationId xmlns:a16="http://schemas.microsoft.com/office/drawing/2014/main" id="{B7D12868-4405-D17E-E5B2-2292CC9FE3B5}"/>
                        </a:ext>
                      </a:extLst>
                    </p:cNvPr>
                    <p:cNvGrpSpPr/>
                    <p:nvPr/>
                  </p:nvGrpSpPr>
                  <p:grpSpPr>
                    <a:xfrm>
                      <a:off x="6434137" y="3402011"/>
                      <a:ext cx="303213" cy="303213"/>
                      <a:chOff x="6434137" y="3402011"/>
                      <a:chExt cx="303213" cy="303213"/>
                    </a:xfrm>
                  </p:grpSpPr>
                  <p:grpSp>
                    <p:nvGrpSpPr>
                      <p:cNvPr id="20477" name="Group 20476">
                        <a:extLst>
                          <a:ext uri="{FF2B5EF4-FFF2-40B4-BE49-F238E27FC236}">
                            <a16:creationId xmlns:a16="http://schemas.microsoft.com/office/drawing/2014/main" id="{F80C01A5-30EE-AE06-6C81-03A5E84787E7}"/>
                          </a:ext>
                        </a:extLst>
                      </p:cNvPr>
                      <p:cNvGrpSpPr/>
                      <p:nvPr/>
                    </p:nvGrpSpPr>
                    <p:grpSpPr>
                      <a:xfrm flipH="1">
                        <a:off x="6478587" y="3446461"/>
                        <a:ext cx="214313" cy="214313"/>
                        <a:chOff x="5354637" y="3446463"/>
                        <a:chExt cx="214313" cy="214313"/>
                      </a:xfrm>
                    </p:grpSpPr>
                    <p:sp>
                      <p:nvSpPr>
                        <p:cNvPr id="20482" name="Arc 20481">
                          <a:extLst>
                            <a:ext uri="{FF2B5EF4-FFF2-40B4-BE49-F238E27FC236}">
                              <a16:creationId xmlns:a16="http://schemas.microsoft.com/office/drawing/2014/main" id="{24977265-5A9D-5D3A-5DC7-3A86871DBB3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483" name="Arc 20482">
                          <a:extLst>
                            <a:ext uri="{FF2B5EF4-FFF2-40B4-BE49-F238E27FC236}">
                              <a16:creationId xmlns:a16="http://schemas.microsoft.com/office/drawing/2014/main" id="{BE5CAD8B-1641-C725-2570-09C1D21CEEB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478" name="Group 20477">
                        <a:extLst>
                          <a:ext uri="{FF2B5EF4-FFF2-40B4-BE49-F238E27FC236}">
                            <a16:creationId xmlns:a16="http://schemas.microsoft.com/office/drawing/2014/main" id="{19D22C6B-7397-C2E9-2004-4658E7628F5B}"/>
                          </a:ext>
                        </a:extLst>
                      </p:cNvPr>
                      <p:cNvGrpSpPr/>
                      <p:nvPr/>
                    </p:nvGrpSpPr>
                    <p:grpSpPr>
                      <a:xfrm rot="14400000" flipH="1">
                        <a:off x="6434137" y="3402011"/>
                        <a:ext cx="303213" cy="303213"/>
                        <a:chOff x="5354637" y="3446463"/>
                        <a:chExt cx="214313" cy="214313"/>
                      </a:xfrm>
                    </p:grpSpPr>
                    <p:sp>
                      <p:nvSpPr>
                        <p:cNvPr id="20480" name="Arc 20479">
                          <a:extLst>
                            <a:ext uri="{FF2B5EF4-FFF2-40B4-BE49-F238E27FC236}">
                              <a16:creationId xmlns:a16="http://schemas.microsoft.com/office/drawing/2014/main" id="{35703387-5C45-E311-F42F-6D299719980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481" name="Arc 20480">
                          <a:extLst>
                            <a:ext uri="{FF2B5EF4-FFF2-40B4-BE49-F238E27FC236}">
                              <a16:creationId xmlns:a16="http://schemas.microsoft.com/office/drawing/2014/main" id="{4C703B78-8178-13C6-5428-F935269321B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479" name="TextBox 20478">
                        <a:extLst>
                          <a:ext uri="{FF2B5EF4-FFF2-40B4-BE49-F238E27FC236}">
                            <a16:creationId xmlns:a16="http://schemas.microsoft.com/office/drawing/2014/main" id="{EF305356-AD36-9C31-1EE0-01B7AA09BF01}"/>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464" name="Group 20463">
                    <a:extLst>
                      <a:ext uri="{FF2B5EF4-FFF2-40B4-BE49-F238E27FC236}">
                        <a16:creationId xmlns:a16="http://schemas.microsoft.com/office/drawing/2014/main" id="{D5FDDA3D-BB80-B381-AEC4-76E1CE135C5F}"/>
                      </a:ext>
                    </a:extLst>
                  </p:cNvPr>
                  <p:cNvGrpSpPr/>
                  <p:nvPr/>
                </p:nvGrpSpPr>
                <p:grpSpPr>
                  <a:xfrm>
                    <a:off x="6197413" y="3225768"/>
                    <a:ext cx="393192" cy="393192"/>
                    <a:chOff x="6389147" y="3932622"/>
                    <a:chExt cx="393192" cy="393192"/>
                  </a:xfrm>
                </p:grpSpPr>
                <p:grpSp>
                  <p:nvGrpSpPr>
                    <p:cNvPr id="20465" name="Group 20464">
                      <a:extLst>
                        <a:ext uri="{FF2B5EF4-FFF2-40B4-BE49-F238E27FC236}">
                          <a16:creationId xmlns:a16="http://schemas.microsoft.com/office/drawing/2014/main" id="{3F3A5D45-884C-612A-9E93-754262C3A4E2}"/>
                        </a:ext>
                      </a:extLst>
                    </p:cNvPr>
                    <p:cNvGrpSpPr/>
                    <p:nvPr/>
                  </p:nvGrpSpPr>
                  <p:grpSpPr>
                    <a:xfrm flipH="1">
                      <a:off x="6478587" y="4022061"/>
                      <a:ext cx="214313" cy="214313"/>
                      <a:chOff x="5354637" y="3446463"/>
                      <a:chExt cx="214313" cy="214313"/>
                    </a:xfrm>
                  </p:grpSpPr>
                  <p:sp>
                    <p:nvSpPr>
                      <p:cNvPr id="20473" name="Arc 20472">
                        <a:extLst>
                          <a:ext uri="{FF2B5EF4-FFF2-40B4-BE49-F238E27FC236}">
                            <a16:creationId xmlns:a16="http://schemas.microsoft.com/office/drawing/2014/main" id="{909568BE-1DE9-DFC5-222C-84FC37FB129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474" name="Arc 20473">
                        <a:extLst>
                          <a:ext uri="{FF2B5EF4-FFF2-40B4-BE49-F238E27FC236}">
                            <a16:creationId xmlns:a16="http://schemas.microsoft.com/office/drawing/2014/main" id="{63073E53-5F8F-F6AB-55F5-9F195E3390E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466" name="Group 20465">
                      <a:extLst>
                        <a:ext uri="{FF2B5EF4-FFF2-40B4-BE49-F238E27FC236}">
                          <a16:creationId xmlns:a16="http://schemas.microsoft.com/office/drawing/2014/main" id="{8248EF23-56A8-1CF4-6E0A-6B75FA3E879D}"/>
                        </a:ext>
                      </a:extLst>
                    </p:cNvPr>
                    <p:cNvGrpSpPr/>
                    <p:nvPr/>
                  </p:nvGrpSpPr>
                  <p:grpSpPr>
                    <a:xfrm rot="7200000" flipH="1">
                      <a:off x="6434137" y="3977611"/>
                      <a:ext cx="303213" cy="303213"/>
                      <a:chOff x="5354637" y="3446463"/>
                      <a:chExt cx="214313" cy="214313"/>
                    </a:xfrm>
                  </p:grpSpPr>
                  <p:sp>
                    <p:nvSpPr>
                      <p:cNvPr id="20471" name="Arc 20470">
                        <a:extLst>
                          <a:ext uri="{FF2B5EF4-FFF2-40B4-BE49-F238E27FC236}">
                            <a16:creationId xmlns:a16="http://schemas.microsoft.com/office/drawing/2014/main" id="{8401F2AF-D10E-2183-A4F7-51C71E27BBF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472" name="Arc 20471">
                        <a:extLst>
                          <a:ext uri="{FF2B5EF4-FFF2-40B4-BE49-F238E27FC236}">
                            <a16:creationId xmlns:a16="http://schemas.microsoft.com/office/drawing/2014/main" id="{B4072B77-132B-D75A-4E93-FEEAC30033C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467" name="Group 20466">
                      <a:extLst>
                        <a:ext uri="{FF2B5EF4-FFF2-40B4-BE49-F238E27FC236}">
                          <a16:creationId xmlns:a16="http://schemas.microsoft.com/office/drawing/2014/main" id="{50A4BF8C-ADAB-C2C8-0AF6-E333B42169AF}"/>
                        </a:ext>
                      </a:extLst>
                    </p:cNvPr>
                    <p:cNvGrpSpPr/>
                    <p:nvPr/>
                  </p:nvGrpSpPr>
                  <p:grpSpPr>
                    <a:xfrm rot="14400000" flipH="1">
                      <a:off x="6389147" y="3932622"/>
                      <a:ext cx="393192" cy="393192"/>
                      <a:chOff x="5354637" y="3446463"/>
                      <a:chExt cx="214313" cy="214313"/>
                    </a:xfrm>
                  </p:grpSpPr>
                  <p:sp>
                    <p:nvSpPr>
                      <p:cNvPr id="20469" name="Arc 20468">
                        <a:extLst>
                          <a:ext uri="{FF2B5EF4-FFF2-40B4-BE49-F238E27FC236}">
                            <a16:creationId xmlns:a16="http://schemas.microsoft.com/office/drawing/2014/main" id="{505CC0AB-8C86-6374-44D0-A552F7CAFA7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470" name="Arc 20469">
                        <a:extLst>
                          <a:ext uri="{FF2B5EF4-FFF2-40B4-BE49-F238E27FC236}">
                            <a16:creationId xmlns:a16="http://schemas.microsoft.com/office/drawing/2014/main" id="{C67F1D78-2545-7A68-0E49-008B388F085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468" name="TextBox 20467">
                      <a:extLst>
                        <a:ext uri="{FF2B5EF4-FFF2-40B4-BE49-F238E27FC236}">
                          <a16:creationId xmlns:a16="http://schemas.microsoft.com/office/drawing/2014/main" id="{6DAB94C7-63D2-FB11-5B6F-E71D89EE6484}"/>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8356" name="Group 18355">
              <a:extLst>
                <a:ext uri="{FF2B5EF4-FFF2-40B4-BE49-F238E27FC236}">
                  <a16:creationId xmlns:a16="http://schemas.microsoft.com/office/drawing/2014/main" id="{A780E626-E8E1-8B90-0165-34C27BA212F2}"/>
                </a:ext>
              </a:extLst>
            </p:cNvPr>
            <p:cNvGrpSpPr/>
            <p:nvPr/>
          </p:nvGrpSpPr>
          <p:grpSpPr>
            <a:xfrm>
              <a:off x="2369740" y="-674415"/>
              <a:ext cx="2263438" cy="2198360"/>
              <a:chOff x="5445106" y="2039507"/>
              <a:chExt cx="2263438" cy="2198360"/>
            </a:xfrm>
          </p:grpSpPr>
          <p:grpSp>
            <p:nvGrpSpPr>
              <p:cNvPr id="20267" name="Group 20266">
                <a:extLst>
                  <a:ext uri="{FF2B5EF4-FFF2-40B4-BE49-F238E27FC236}">
                    <a16:creationId xmlns:a16="http://schemas.microsoft.com/office/drawing/2014/main" id="{55CC4406-2249-D70E-8A53-1A0D398C7912}"/>
                  </a:ext>
                </a:extLst>
              </p:cNvPr>
              <p:cNvGrpSpPr/>
              <p:nvPr/>
            </p:nvGrpSpPr>
            <p:grpSpPr>
              <a:xfrm>
                <a:off x="5445106" y="2644743"/>
                <a:ext cx="1643204" cy="1593124"/>
                <a:chOff x="5445106" y="2644743"/>
                <a:chExt cx="1643204" cy="1593124"/>
              </a:xfrm>
            </p:grpSpPr>
            <p:grpSp>
              <p:nvGrpSpPr>
                <p:cNvPr id="20363" name="Group 20362">
                  <a:extLst>
                    <a:ext uri="{FF2B5EF4-FFF2-40B4-BE49-F238E27FC236}">
                      <a16:creationId xmlns:a16="http://schemas.microsoft.com/office/drawing/2014/main" id="{9834DD93-EBCC-0106-6260-E2EEA82B1C77}"/>
                    </a:ext>
                  </a:extLst>
                </p:cNvPr>
                <p:cNvGrpSpPr/>
                <p:nvPr/>
              </p:nvGrpSpPr>
              <p:grpSpPr>
                <a:xfrm>
                  <a:off x="5445106" y="2644743"/>
                  <a:ext cx="1019224" cy="991639"/>
                  <a:chOff x="5886431" y="3225768"/>
                  <a:chExt cx="1019224" cy="991639"/>
                </a:xfrm>
              </p:grpSpPr>
              <p:grpSp>
                <p:nvGrpSpPr>
                  <p:cNvPr id="20411" name="Group 20410">
                    <a:extLst>
                      <a:ext uri="{FF2B5EF4-FFF2-40B4-BE49-F238E27FC236}">
                        <a16:creationId xmlns:a16="http://schemas.microsoft.com/office/drawing/2014/main" id="{4BF7938A-7955-1D23-9609-FDCF6E2BE024}"/>
                      </a:ext>
                    </a:extLst>
                  </p:cNvPr>
                  <p:cNvGrpSpPr/>
                  <p:nvPr/>
                </p:nvGrpSpPr>
                <p:grpSpPr>
                  <a:xfrm>
                    <a:off x="6197413" y="3824215"/>
                    <a:ext cx="393192" cy="393192"/>
                    <a:chOff x="5265196" y="3357021"/>
                    <a:chExt cx="393192" cy="393192"/>
                  </a:xfrm>
                </p:grpSpPr>
                <p:grpSp>
                  <p:nvGrpSpPr>
                    <p:cNvPr id="20446" name="Group 20445">
                      <a:extLst>
                        <a:ext uri="{FF2B5EF4-FFF2-40B4-BE49-F238E27FC236}">
                          <a16:creationId xmlns:a16="http://schemas.microsoft.com/office/drawing/2014/main" id="{181DBE87-1F4B-72C9-CDA3-0ACBF7FC4A2E}"/>
                        </a:ext>
                      </a:extLst>
                    </p:cNvPr>
                    <p:cNvGrpSpPr/>
                    <p:nvPr/>
                  </p:nvGrpSpPr>
                  <p:grpSpPr>
                    <a:xfrm rot="14400000">
                      <a:off x="5265196" y="3357021"/>
                      <a:ext cx="393192" cy="393192"/>
                      <a:chOff x="5354637" y="3446463"/>
                      <a:chExt cx="214313" cy="214313"/>
                    </a:xfrm>
                  </p:grpSpPr>
                  <p:sp>
                    <p:nvSpPr>
                      <p:cNvPr id="20455" name="Arc 20454">
                        <a:extLst>
                          <a:ext uri="{FF2B5EF4-FFF2-40B4-BE49-F238E27FC236}">
                            <a16:creationId xmlns:a16="http://schemas.microsoft.com/office/drawing/2014/main" id="{911219D4-A3CF-C9DE-25E4-8A2864312E4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456" name="Arc 20455">
                        <a:extLst>
                          <a:ext uri="{FF2B5EF4-FFF2-40B4-BE49-F238E27FC236}">
                            <a16:creationId xmlns:a16="http://schemas.microsoft.com/office/drawing/2014/main" id="{908149D9-811D-A841-3247-4D85E2E74F8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447" name="Group 20446">
                      <a:extLst>
                        <a:ext uri="{FF2B5EF4-FFF2-40B4-BE49-F238E27FC236}">
                          <a16:creationId xmlns:a16="http://schemas.microsoft.com/office/drawing/2014/main" id="{0BD9A85E-8D84-D0D1-B1B7-BFC3FCD01497}"/>
                        </a:ext>
                      </a:extLst>
                    </p:cNvPr>
                    <p:cNvGrpSpPr/>
                    <p:nvPr/>
                  </p:nvGrpSpPr>
                  <p:grpSpPr>
                    <a:xfrm>
                      <a:off x="5310186" y="3402011"/>
                      <a:ext cx="303213" cy="303213"/>
                      <a:chOff x="5310186" y="3402011"/>
                      <a:chExt cx="303213" cy="303213"/>
                    </a:xfrm>
                  </p:grpSpPr>
                  <p:grpSp>
                    <p:nvGrpSpPr>
                      <p:cNvPr id="20448" name="Group 20447">
                        <a:extLst>
                          <a:ext uri="{FF2B5EF4-FFF2-40B4-BE49-F238E27FC236}">
                            <a16:creationId xmlns:a16="http://schemas.microsoft.com/office/drawing/2014/main" id="{D14990C8-4B2B-0034-6529-C2C425C1FB4B}"/>
                          </a:ext>
                        </a:extLst>
                      </p:cNvPr>
                      <p:cNvGrpSpPr/>
                      <p:nvPr/>
                    </p:nvGrpSpPr>
                    <p:grpSpPr>
                      <a:xfrm>
                        <a:off x="5354636" y="3446461"/>
                        <a:ext cx="214313" cy="214313"/>
                        <a:chOff x="5354637" y="3446463"/>
                        <a:chExt cx="214313" cy="214313"/>
                      </a:xfrm>
                    </p:grpSpPr>
                    <p:sp>
                      <p:nvSpPr>
                        <p:cNvPr id="20453" name="Arc 20452">
                          <a:extLst>
                            <a:ext uri="{FF2B5EF4-FFF2-40B4-BE49-F238E27FC236}">
                              <a16:creationId xmlns:a16="http://schemas.microsoft.com/office/drawing/2014/main" id="{0D10CCF9-957F-23AF-88B6-29FB72B195F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454" name="Arc 20453">
                          <a:extLst>
                            <a:ext uri="{FF2B5EF4-FFF2-40B4-BE49-F238E27FC236}">
                              <a16:creationId xmlns:a16="http://schemas.microsoft.com/office/drawing/2014/main" id="{6A47A38C-A90E-7489-F8AF-2FB8F46C517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449" name="Group 20448">
                        <a:extLst>
                          <a:ext uri="{FF2B5EF4-FFF2-40B4-BE49-F238E27FC236}">
                            <a16:creationId xmlns:a16="http://schemas.microsoft.com/office/drawing/2014/main" id="{85807316-0378-38AF-3D63-E443D1CABFFB}"/>
                          </a:ext>
                        </a:extLst>
                      </p:cNvPr>
                      <p:cNvGrpSpPr/>
                      <p:nvPr/>
                    </p:nvGrpSpPr>
                    <p:grpSpPr>
                      <a:xfrm rot="7200000">
                        <a:off x="5310186" y="3402011"/>
                        <a:ext cx="303213" cy="303213"/>
                        <a:chOff x="5354637" y="3446463"/>
                        <a:chExt cx="214313" cy="214313"/>
                      </a:xfrm>
                    </p:grpSpPr>
                    <p:sp>
                      <p:nvSpPr>
                        <p:cNvPr id="20451" name="Arc 20450">
                          <a:extLst>
                            <a:ext uri="{FF2B5EF4-FFF2-40B4-BE49-F238E27FC236}">
                              <a16:creationId xmlns:a16="http://schemas.microsoft.com/office/drawing/2014/main" id="{4F4B9DF6-CEBC-0818-6B34-DA41A05C661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452" name="Arc 20451">
                          <a:extLst>
                            <a:ext uri="{FF2B5EF4-FFF2-40B4-BE49-F238E27FC236}">
                              <a16:creationId xmlns:a16="http://schemas.microsoft.com/office/drawing/2014/main" id="{D6D183CD-5A6F-46C7-865B-95553780C6F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450" name="TextBox 20449">
                        <a:extLst>
                          <a:ext uri="{FF2B5EF4-FFF2-40B4-BE49-F238E27FC236}">
                            <a16:creationId xmlns:a16="http://schemas.microsoft.com/office/drawing/2014/main" id="{0389E33A-79A4-5EC8-AC3A-4F7C687D1193}"/>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412" name="Group 20411">
                    <a:extLst>
                      <a:ext uri="{FF2B5EF4-FFF2-40B4-BE49-F238E27FC236}">
                        <a16:creationId xmlns:a16="http://schemas.microsoft.com/office/drawing/2014/main" id="{06D19F54-5E4E-3185-49FB-C341666944E8}"/>
                      </a:ext>
                    </a:extLst>
                  </p:cNvPr>
                  <p:cNvGrpSpPr/>
                  <p:nvPr/>
                </p:nvGrpSpPr>
                <p:grpSpPr>
                  <a:xfrm>
                    <a:off x="5886431" y="3525040"/>
                    <a:ext cx="393192" cy="393192"/>
                    <a:chOff x="5265196" y="3932619"/>
                    <a:chExt cx="393192" cy="393192"/>
                  </a:xfrm>
                </p:grpSpPr>
                <p:grpSp>
                  <p:nvGrpSpPr>
                    <p:cNvPr id="20436" name="Group 20435">
                      <a:extLst>
                        <a:ext uri="{FF2B5EF4-FFF2-40B4-BE49-F238E27FC236}">
                          <a16:creationId xmlns:a16="http://schemas.microsoft.com/office/drawing/2014/main" id="{86D76762-A8B9-52C1-D373-50E24FD80DE9}"/>
                        </a:ext>
                      </a:extLst>
                    </p:cNvPr>
                    <p:cNvGrpSpPr/>
                    <p:nvPr/>
                  </p:nvGrpSpPr>
                  <p:grpSpPr>
                    <a:xfrm>
                      <a:off x="5354636" y="4022061"/>
                      <a:ext cx="214313" cy="214313"/>
                      <a:chOff x="5354637" y="3446463"/>
                      <a:chExt cx="214313" cy="214313"/>
                    </a:xfrm>
                  </p:grpSpPr>
                  <p:sp>
                    <p:nvSpPr>
                      <p:cNvPr id="20444" name="Arc 20443">
                        <a:extLst>
                          <a:ext uri="{FF2B5EF4-FFF2-40B4-BE49-F238E27FC236}">
                            <a16:creationId xmlns:a16="http://schemas.microsoft.com/office/drawing/2014/main" id="{34F33B92-0A74-FE7A-2992-04BC444DBCD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445" name="Arc 20444">
                        <a:extLst>
                          <a:ext uri="{FF2B5EF4-FFF2-40B4-BE49-F238E27FC236}">
                            <a16:creationId xmlns:a16="http://schemas.microsoft.com/office/drawing/2014/main" id="{D9C33809-B99B-71C8-AA73-5B925B20864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437" name="Group 20436">
                      <a:extLst>
                        <a:ext uri="{FF2B5EF4-FFF2-40B4-BE49-F238E27FC236}">
                          <a16:creationId xmlns:a16="http://schemas.microsoft.com/office/drawing/2014/main" id="{E00589C8-A9F5-E372-3564-8544C9AD9F55}"/>
                        </a:ext>
                      </a:extLst>
                    </p:cNvPr>
                    <p:cNvGrpSpPr/>
                    <p:nvPr/>
                  </p:nvGrpSpPr>
                  <p:grpSpPr>
                    <a:xfrm rot="14400000">
                      <a:off x="5310186" y="3977611"/>
                      <a:ext cx="303213" cy="303213"/>
                      <a:chOff x="5354637" y="3446463"/>
                      <a:chExt cx="214313" cy="214313"/>
                    </a:xfrm>
                  </p:grpSpPr>
                  <p:sp>
                    <p:nvSpPr>
                      <p:cNvPr id="20442" name="Arc 20441">
                        <a:extLst>
                          <a:ext uri="{FF2B5EF4-FFF2-40B4-BE49-F238E27FC236}">
                            <a16:creationId xmlns:a16="http://schemas.microsoft.com/office/drawing/2014/main" id="{D0917381-6F65-61D6-B53F-6A271911799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443" name="Arc 20442">
                        <a:extLst>
                          <a:ext uri="{FF2B5EF4-FFF2-40B4-BE49-F238E27FC236}">
                            <a16:creationId xmlns:a16="http://schemas.microsoft.com/office/drawing/2014/main" id="{AD079D8C-F1D8-47AE-C328-69695B9802C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438" name="Group 20437">
                      <a:extLst>
                        <a:ext uri="{FF2B5EF4-FFF2-40B4-BE49-F238E27FC236}">
                          <a16:creationId xmlns:a16="http://schemas.microsoft.com/office/drawing/2014/main" id="{6A418862-1798-AD42-8AA4-F6A3EEF9489B}"/>
                        </a:ext>
                      </a:extLst>
                    </p:cNvPr>
                    <p:cNvGrpSpPr/>
                    <p:nvPr/>
                  </p:nvGrpSpPr>
                  <p:grpSpPr>
                    <a:xfrm rot="7200000">
                      <a:off x="5265196" y="3932619"/>
                      <a:ext cx="393192" cy="393192"/>
                      <a:chOff x="5354637" y="3446463"/>
                      <a:chExt cx="214313" cy="214313"/>
                    </a:xfrm>
                  </p:grpSpPr>
                  <p:sp>
                    <p:nvSpPr>
                      <p:cNvPr id="20440" name="Arc 20439">
                        <a:extLst>
                          <a:ext uri="{FF2B5EF4-FFF2-40B4-BE49-F238E27FC236}">
                            <a16:creationId xmlns:a16="http://schemas.microsoft.com/office/drawing/2014/main" id="{78C928B1-D9BC-54D0-2B2D-5793CE09987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441" name="Arc 20440">
                        <a:extLst>
                          <a:ext uri="{FF2B5EF4-FFF2-40B4-BE49-F238E27FC236}">
                            <a16:creationId xmlns:a16="http://schemas.microsoft.com/office/drawing/2014/main" id="{7F6752C9-3692-6FCE-2E02-76A3C897AA2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439" name="TextBox 20438">
                      <a:extLst>
                        <a:ext uri="{FF2B5EF4-FFF2-40B4-BE49-F238E27FC236}">
                          <a16:creationId xmlns:a16="http://schemas.microsoft.com/office/drawing/2014/main" id="{A561F24E-8B4E-3A5B-0E84-69239C6FA9F0}"/>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0413" name="Group 20412">
                    <a:extLst>
                      <a:ext uri="{FF2B5EF4-FFF2-40B4-BE49-F238E27FC236}">
                        <a16:creationId xmlns:a16="http://schemas.microsoft.com/office/drawing/2014/main" id="{65F36A13-2C29-1AA0-5174-7F7ACF11A24E}"/>
                      </a:ext>
                    </a:extLst>
                  </p:cNvPr>
                  <p:cNvGrpSpPr/>
                  <p:nvPr/>
                </p:nvGrpSpPr>
                <p:grpSpPr>
                  <a:xfrm>
                    <a:off x="6512463" y="3525040"/>
                    <a:ext cx="393192" cy="393192"/>
                    <a:chOff x="6389147" y="3357021"/>
                    <a:chExt cx="393192" cy="393192"/>
                  </a:xfrm>
                </p:grpSpPr>
                <p:grpSp>
                  <p:nvGrpSpPr>
                    <p:cNvPr id="20425" name="Group 20424">
                      <a:extLst>
                        <a:ext uri="{FF2B5EF4-FFF2-40B4-BE49-F238E27FC236}">
                          <a16:creationId xmlns:a16="http://schemas.microsoft.com/office/drawing/2014/main" id="{A3E67C15-0FA1-0FCE-8FC6-E619877DF7EB}"/>
                        </a:ext>
                      </a:extLst>
                    </p:cNvPr>
                    <p:cNvGrpSpPr/>
                    <p:nvPr/>
                  </p:nvGrpSpPr>
                  <p:grpSpPr>
                    <a:xfrm rot="7200000" flipH="1">
                      <a:off x="6389147" y="3357021"/>
                      <a:ext cx="393192" cy="393192"/>
                      <a:chOff x="5354637" y="3446463"/>
                      <a:chExt cx="214313" cy="214313"/>
                    </a:xfrm>
                  </p:grpSpPr>
                  <p:sp>
                    <p:nvSpPr>
                      <p:cNvPr id="20434" name="Arc 20433">
                        <a:extLst>
                          <a:ext uri="{FF2B5EF4-FFF2-40B4-BE49-F238E27FC236}">
                            <a16:creationId xmlns:a16="http://schemas.microsoft.com/office/drawing/2014/main" id="{CD81D238-0A0C-F851-E62D-DF95BBAF1C3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435" name="Arc 20434">
                        <a:extLst>
                          <a:ext uri="{FF2B5EF4-FFF2-40B4-BE49-F238E27FC236}">
                            <a16:creationId xmlns:a16="http://schemas.microsoft.com/office/drawing/2014/main" id="{15E11643-55E6-8659-DCF3-7B1B180585A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426" name="Group 20425">
                      <a:extLst>
                        <a:ext uri="{FF2B5EF4-FFF2-40B4-BE49-F238E27FC236}">
                          <a16:creationId xmlns:a16="http://schemas.microsoft.com/office/drawing/2014/main" id="{038B45A4-DABA-452F-E2B0-975D3C1036D5}"/>
                        </a:ext>
                      </a:extLst>
                    </p:cNvPr>
                    <p:cNvGrpSpPr/>
                    <p:nvPr/>
                  </p:nvGrpSpPr>
                  <p:grpSpPr>
                    <a:xfrm>
                      <a:off x="6434137" y="3402011"/>
                      <a:ext cx="303213" cy="303213"/>
                      <a:chOff x="6434137" y="3402011"/>
                      <a:chExt cx="303213" cy="303213"/>
                    </a:xfrm>
                  </p:grpSpPr>
                  <p:grpSp>
                    <p:nvGrpSpPr>
                      <p:cNvPr id="20427" name="Group 20426">
                        <a:extLst>
                          <a:ext uri="{FF2B5EF4-FFF2-40B4-BE49-F238E27FC236}">
                            <a16:creationId xmlns:a16="http://schemas.microsoft.com/office/drawing/2014/main" id="{02203B4B-CBDD-48FC-0426-6E4FF5837076}"/>
                          </a:ext>
                        </a:extLst>
                      </p:cNvPr>
                      <p:cNvGrpSpPr/>
                      <p:nvPr/>
                    </p:nvGrpSpPr>
                    <p:grpSpPr>
                      <a:xfrm flipH="1">
                        <a:off x="6478587" y="3446461"/>
                        <a:ext cx="214313" cy="214313"/>
                        <a:chOff x="5354637" y="3446463"/>
                        <a:chExt cx="214313" cy="214313"/>
                      </a:xfrm>
                    </p:grpSpPr>
                    <p:sp>
                      <p:nvSpPr>
                        <p:cNvPr id="20432" name="Arc 20431">
                          <a:extLst>
                            <a:ext uri="{FF2B5EF4-FFF2-40B4-BE49-F238E27FC236}">
                              <a16:creationId xmlns:a16="http://schemas.microsoft.com/office/drawing/2014/main" id="{19BB16F1-D2AC-A169-915D-A2F0388E262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433" name="Arc 20432">
                          <a:extLst>
                            <a:ext uri="{FF2B5EF4-FFF2-40B4-BE49-F238E27FC236}">
                              <a16:creationId xmlns:a16="http://schemas.microsoft.com/office/drawing/2014/main" id="{F1DA8B86-2A90-B383-C1EB-460B5F32530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428" name="Group 20427">
                        <a:extLst>
                          <a:ext uri="{FF2B5EF4-FFF2-40B4-BE49-F238E27FC236}">
                            <a16:creationId xmlns:a16="http://schemas.microsoft.com/office/drawing/2014/main" id="{A0355BDD-6ED3-7A29-918C-01EFB8127101}"/>
                          </a:ext>
                        </a:extLst>
                      </p:cNvPr>
                      <p:cNvGrpSpPr/>
                      <p:nvPr/>
                    </p:nvGrpSpPr>
                    <p:grpSpPr>
                      <a:xfrm rot="14400000" flipH="1">
                        <a:off x="6434137" y="3402011"/>
                        <a:ext cx="303213" cy="303213"/>
                        <a:chOff x="5354637" y="3446463"/>
                        <a:chExt cx="214313" cy="214313"/>
                      </a:xfrm>
                    </p:grpSpPr>
                    <p:sp>
                      <p:nvSpPr>
                        <p:cNvPr id="20430" name="Arc 20429">
                          <a:extLst>
                            <a:ext uri="{FF2B5EF4-FFF2-40B4-BE49-F238E27FC236}">
                              <a16:creationId xmlns:a16="http://schemas.microsoft.com/office/drawing/2014/main" id="{615E77B0-7896-92B3-42BE-2999978295B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431" name="Arc 20430">
                          <a:extLst>
                            <a:ext uri="{FF2B5EF4-FFF2-40B4-BE49-F238E27FC236}">
                              <a16:creationId xmlns:a16="http://schemas.microsoft.com/office/drawing/2014/main" id="{CF539740-26D1-6F51-DE27-1B80F233CA1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429" name="TextBox 20428">
                        <a:extLst>
                          <a:ext uri="{FF2B5EF4-FFF2-40B4-BE49-F238E27FC236}">
                            <a16:creationId xmlns:a16="http://schemas.microsoft.com/office/drawing/2014/main" id="{97FDC8CE-CE06-84C2-5E45-36262EB3862C}"/>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414" name="Group 20413">
                    <a:extLst>
                      <a:ext uri="{FF2B5EF4-FFF2-40B4-BE49-F238E27FC236}">
                        <a16:creationId xmlns:a16="http://schemas.microsoft.com/office/drawing/2014/main" id="{88A415E2-946A-F955-432A-98CD6104AD2E}"/>
                      </a:ext>
                    </a:extLst>
                  </p:cNvPr>
                  <p:cNvGrpSpPr/>
                  <p:nvPr/>
                </p:nvGrpSpPr>
                <p:grpSpPr>
                  <a:xfrm>
                    <a:off x="6197413" y="3225768"/>
                    <a:ext cx="393192" cy="393192"/>
                    <a:chOff x="6389147" y="3932622"/>
                    <a:chExt cx="393192" cy="393192"/>
                  </a:xfrm>
                </p:grpSpPr>
                <p:grpSp>
                  <p:nvGrpSpPr>
                    <p:cNvPr id="20415" name="Group 20414">
                      <a:extLst>
                        <a:ext uri="{FF2B5EF4-FFF2-40B4-BE49-F238E27FC236}">
                          <a16:creationId xmlns:a16="http://schemas.microsoft.com/office/drawing/2014/main" id="{D189E146-4531-3168-91B1-DD45E4114562}"/>
                        </a:ext>
                      </a:extLst>
                    </p:cNvPr>
                    <p:cNvGrpSpPr/>
                    <p:nvPr/>
                  </p:nvGrpSpPr>
                  <p:grpSpPr>
                    <a:xfrm flipH="1">
                      <a:off x="6478587" y="4022061"/>
                      <a:ext cx="214313" cy="214313"/>
                      <a:chOff x="5354637" y="3446463"/>
                      <a:chExt cx="214313" cy="214313"/>
                    </a:xfrm>
                  </p:grpSpPr>
                  <p:sp>
                    <p:nvSpPr>
                      <p:cNvPr id="20423" name="Arc 20422">
                        <a:extLst>
                          <a:ext uri="{FF2B5EF4-FFF2-40B4-BE49-F238E27FC236}">
                            <a16:creationId xmlns:a16="http://schemas.microsoft.com/office/drawing/2014/main" id="{BB4D9D3A-B1B1-9A8F-71C3-230358E41E1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424" name="Arc 20423">
                        <a:extLst>
                          <a:ext uri="{FF2B5EF4-FFF2-40B4-BE49-F238E27FC236}">
                            <a16:creationId xmlns:a16="http://schemas.microsoft.com/office/drawing/2014/main" id="{2CC64964-3393-2D8C-E524-A40CD4720D4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416" name="Group 20415">
                      <a:extLst>
                        <a:ext uri="{FF2B5EF4-FFF2-40B4-BE49-F238E27FC236}">
                          <a16:creationId xmlns:a16="http://schemas.microsoft.com/office/drawing/2014/main" id="{6A76FE88-B942-BC6A-BB07-593439308C54}"/>
                        </a:ext>
                      </a:extLst>
                    </p:cNvPr>
                    <p:cNvGrpSpPr/>
                    <p:nvPr/>
                  </p:nvGrpSpPr>
                  <p:grpSpPr>
                    <a:xfrm rot="7200000" flipH="1">
                      <a:off x="6434137" y="3977611"/>
                      <a:ext cx="303213" cy="303213"/>
                      <a:chOff x="5354637" y="3446463"/>
                      <a:chExt cx="214313" cy="214313"/>
                    </a:xfrm>
                  </p:grpSpPr>
                  <p:sp>
                    <p:nvSpPr>
                      <p:cNvPr id="20421" name="Arc 20420">
                        <a:extLst>
                          <a:ext uri="{FF2B5EF4-FFF2-40B4-BE49-F238E27FC236}">
                            <a16:creationId xmlns:a16="http://schemas.microsoft.com/office/drawing/2014/main" id="{2D11EC12-836E-D007-C7AB-4A530918CC5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422" name="Arc 20421">
                        <a:extLst>
                          <a:ext uri="{FF2B5EF4-FFF2-40B4-BE49-F238E27FC236}">
                            <a16:creationId xmlns:a16="http://schemas.microsoft.com/office/drawing/2014/main" id="{28A833E2-3566-A866-BC9B-196886946DE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417" name="Group 20416">
                      <a:extLst>
                        <a:ext uri="{FF2B5EF4-FFF2-40B4-BE49-F238E27FC236}">
                          <a16:creationId xmlns:a16="http://schemas.microsoft.com/office/drawing/2014/main" id="{FE14DDBA-1373-D60A-17B5-F875B46C6B2B}"/>
                        </a:ext>
                      </a:extLst>
                    </p:cNvPr>
                    <p:cNvGrpSpPr/>
                    <p:nvPr/>
                  </p:nvGrpSpPr>
                  <p:grpSpPr>
                    <a:xfrm rot="14400000" flipH="1">
                      <a:off x="6389147" y="3932622"/>
                      <a:ext cx="393192" cy="393192"/>
                      <a:chOff x="5354637" y="3446463"/>
                      <a:chExt cx="214313" cy="214313"/>
                    </a:xfrm>
                  </p:grpSpPr>
                  <p:sp>
                    <p:nvSpPr>
                      <p:cNvPr id="20419" name="Arc 20418">
                        <a:extLst>
                          <a:ext uri="{FF2B5EF4-FFF2-40B4-BE49-F238E27FC236}">
                            <a16:creationId xmlns:a16="http://schemas.microsoft.com/office/drawing/2014/main" id="{107AF92C-6F82-6E69-85CD-C546520728E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420" name="Arc 20419">
                        <a:extLst>
                          <a:ext uri="{FF2B5EF4-FFF2-40B4-BE49-F238E27FC236}">
                            <a16:creationId xmlns:a16="http://schemas.microsoft.com/office/drawing/2014/main" id="{AFC914DD-D820-4D6E-0E16-875BA6C6AFC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418" name="TextBox 20417">
                      <a:extLst>
                        <a:ext uri="{FF2B5EF4-FFF2-40B4-BE49-F238E27FC236}">
                          <a16:creationId xmlns:a16="http://schemas.microsoft.com/office/drawing/2014/main" id="{17927FC8-B561-7555-5AEF-D4D8AC1A1E35}"/>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364" name="Group 20363">
                  <a:extLst>
                    <a:ext uri="{FF2B5EF4-FFF2-40B4-BE49-F238E27FC236}">
                      <a16:creationId xmlns:a16="http://schemas.microsoft.com/office/drawing/2014/main" id="{69D6E7B2-C735-9009-08E4-F0A5C0C9F700}"/>
                    </a:ext>
                  </a:extLst>
                </p:cNvPr>
                <p:cNvGrpSpPr/>
                <p:nvPr/>
              </p:nvGrpSpPr>
              <p:grpSpPr>
                <a:xfrm>
                  <a:off x="6069086" y="3246228"/>
                  <a:ext cx="1019224" cy="991639"/>
                  <a:chOff x="5886431" y="3225768"/>
                  <a:chExt cx="1019224" cy="991639"/>
                </a:xfrm>
              </p:grpSpPr>
              <p:grpSp>
                <p:nvGrpSpPr>
                  <p:cNvPr id="20365" name="Group 20364">
                    <a:extLst>
                      <a:ext uri="{FF2B5EF4-FFF2-40B4-BE49-F238E27FC236}">
                        <a16:creationId xmlns:a16="http://schemas.microsoft.com/office/drawing/2014/main" id="{1CE0FD5B-EC12-1952-9850-A3AA9AA27556}"/>
                      </a:ext>
                    </a:extLst>
                  </p:cNvPr>
                  <p:cNvGrpSpPr/>
                  <p:nvPr/>
                </p:nvGrpSpPr>
                <p:grpSpPr>
                  <a:xfrm>
                    <a:off x="6197413" y="3824215"/>
                    <a:ext cx="393192" cy="393192"/>
                    <a:chOff x="5265196" y="3357021"/>
                    <a:chExt cx="393192" cy="393192"/>
                  </a:xfrm>
                </p:grpSpPr>
                <p:grpSp>
                  <p:nvGrpSpPr>
                    <p:cNvPr id="20400" name="Group 20399">
                      <a:extLst>
                        <a:ext uri="{FF2B5EF4-FFF2-40B4-BE49-F238E27FC236}">
                          <a16:creationId xmlns:a16="http://schemas.microsoft.com/office/drawing/2014/main" id="{9F625882-D5A1-6D43-FC65-6639B8BDFEA1}"/>
                        </a:ext>
                      </a:extLst>
                    </p:cNvPr>
                    <p:cNvGrpSpPr/>
                    <p:nvPr/>
                  </p:nvGrpSpPr>
                  <p:grpSpPr>
                    <a:xfrm rot="14400000">
                      <a:off x="5265196" y="3357021"/>
                      <a:ext cx="393192" cy="393192"/>
                      <a:chOff x="5354637" y="3446463"/>
                      <a:chExt cx="214313" cy="214313"/>
                    </a:xfrm>
                  </p:grpSpPr>
                  <p:sp>
                    <p:nvSpPr>
                      <p:cNvPr id="20409" name="Arc 20408">
                        <a:extLst>
                          <a:ext uri="{FF2B5EF4-FFF2-40B4-BE49-F238E27FC236}">
                            <a16:creationId xmlns:a16="http://schemas.microsoft.com/office/drawing/2014/main" id="{2198A440-530A-8657-187A-D45F0D4C965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410" name="Arc 20409">
                        <a:extLst>
                          <a:ext uri="{FF2B5EF4-FFF2-40B4-BE49-F238E27FC236}">
                            <a16:creationId xmlns:a16="http://schemas.microsoft.com/office/drawing/2014/main" id="{48355608-DBA1-3624-E0D7-A2E89E91898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401" name="Group 20400">
                      <a:extLst>
                        <a:ext uri="{FF2B5EF4-FFF2-40B4-BE49-F238E27FC236}">
                          <a16:creationId xmlns:a16="http://schemas.microsoft.com/office/drawing/2014/main" id="{79050D3F-E920-BF15-404B-5964BB8CF947}"/>
                        </a:ext>
                      </a:extLst>
                    </p:cNvPr>
                    <p:cNvGrpSpPr/>
                    <p:nvPr/>
                  </p:nvGrpSpPr>
                  <p:grpSpPr>
                    <a:xfrm>
                      <a:off x="5310186" y="3402011"/>
                      <a:ext cx="303213" cy="303213"/>
                      <a:chOff x="5310186" y="3402011"/>
                      <a:chExt cx="303213" cy="303213"/>
                    </a:xfrm>
                  </p:grpSpPr>
                  <p:grpSp>
                    <p:nvGrpSpPr>
                      <p:cNvPr id="20402" name="Group 20401">
                        <a:extLst>
                          <a:ext uri="{FF2B5EF4-FFF2-40B4-BE49-F238E27FC236}">
                            <a16:creationId xmlns:a16="http://schemas.microsoft.com/office/drawing/2014/main" id="{64CEDAB3-E01C-E067-9943-A054A166F1EA}"/>
                          </a:ext>
                        </a:extLst>
                      </p:cNvPr>
                      <p:cNvGrpSpPr/>
                      <p:nvPr/>
                    </p:nvGrpSpPr>
                    <p:grpSpPr>
                      <a:xfrm>
                        <a:off x="5354636" y="3446461"/>
                        <a:ext cx="214313" cy="214313"/>
                        <a:chOff x="5354637" y="3446463"/>
                        <a:chExt cx="214313" cy="214313"/>
                      </a:xfrm>
                    </p:grpSpPr>
                    <p:sp>
                      <p:nvSpPr>
                        <p:cNvPr id="20407" name="Arc 20406">
                          <a:extLst>
                            <a:ext uri="{FF2B5EF4-FFF2-40B4-BE49-F238E27FC236}">
                              <a16:creationId xmlns:a16="http://schemas.microsoft.com/office/drawing/2014/main" id="{3DC1294A-0653-6AD8-DC9A-64C7951C88B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408" name="Arc 20407">
                          <a:extLst>
                            <a:ext uri="{FF2B5EF4-FFF2-40B4-BE49-F238E27FC236}">
                              <a16:creationId xmlns:a16="http://schemas.microsoft.com/office/drawing/2014/main" id="{7A055B7B-155E-E10D-9098-390BB8D7447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403" name="Group 20402">
                        <a:extLst>
                          <a:ext uri="{FF2B5EF4-FFF2-40B4-BE49-F238E27FC236}">
                            <a16:creationId xmlns:a16="http://schemas.microsoft.com/office/drawing/2014/main" id="{F3E16F7C-FDEA-7512-FE45-46B7D3E8D3E8}"/>
                          </a:ext>
                        </a:extLst>
                      </p:cNvPr>
                      <p:cNvGrpSpPr/>
                      <p:nvPr/>
                    </p:nvGrpSpPr>
                    <p:grpSpPr>
                      <a:xfrm rot="7200000">
                        <a:off x="5310186" y="3402011"/>
                        <a:ext cx="303213" cy="303213"/>
                        <a:chOff x="5354637" y="3446463"/>
                        <a:chExt cx="214313" cy="214313"/>
                      </a:xfrm>
                    </p:grpSpPr>
                    <p:sp>
                      <p:nvSpPr>
                        <p:cNvPr id="20405" name="Arc 20404">
                          <a:extLst>
                            <a:ext uri="{FF2B5EF4-FFF2-40B4-BE49-F238E27FC236}">
                              <a16:creationId xmlns:a16="http://schemas.microsoft.com/office/drawing/2014/main" id="{A6B969A2-6248-D001-7026-6DB9553F677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406" name="Arc 20405">
                          <a:extLst>
                            <a:ext uri="{FF2B5EF4-FFF2-40B4-BE49-F238E27FC236}">
                              <a16:creationId xmlns:a16="http://schemas.microsoft.com/office/drawing/2014/main" id="{8579E8AD-497F-0F2C-973F-A26D492AA60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404" name="TextBox 20403">
                        <a:extLst>
                          <a:ext uri="{FF2B5EF4-FFF2-40B4-BE49-F238E27FC236}">
                            <a16:creationId xmlns:a16="http://schemas.microsoft.com/office/drawing/2014/main" id="{5F466EDE-1B5E-8A52-BB52-D4662BB5B1E8}"/>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366" name="Group 20365">
                    <a:extLst>
                      <a:ext uri="{FF2B5EF4-FFF2-40B4-BE49-F238E27FC236}">
                        <a16:creationId xmlns:a16="http://schemas.microsoft.com/office/drawing/2014/main" id="{A4876467-196D-8B66-2573-D1FE6817A1BF}"/>
                      </a:ext>
                    </a:extLst>
                  </p:cNvPr>
                  <p:cNvGrpSpPr/>
                  <p:nvPr/>
                </p:nvGrpSpPr>
                <p:grpSpPr>
                  <a:xfrm>
                    <a:off x="5886431" y="3525040"/>
                    <a:ext cx="393192" cy="393192"/>
                    <a:chOff x="5265196" y="3932619"/>
                    <a:chExt cx="393192" cy="393192"/>
                  </a:xfrm>
                </p:grpSpPr>
                <p:grpSp>
                  <p:nvGrpSpPr>
                    <p:cNvPr id="20390" name="Group 20389">
                      <a:extLst>
                        <a:ext uri="{FF2B5EF4-FFF2-40B4-BE49-F238E27FC236}">
                          <a16:creationId xmlns:a16="http://schemas.microsoft.com/office/drawing/2014/main" id="{6461F99F-CF5C-2652-1D1D-C0E5BE59EFD8}"/>
                        </a:ext>
                      </a:extLst>
                    </p:cNvPr>
                    <p:cNvGrpSpPr/>
                    <p:nvPr/>
                  </p:nvGrpSpPr>
                  <p:grpSpPr>
                    <a:xfrm>
                      <a:off x="5354636" y="4022061"/>
                      <a:ext cx="214313" cy="214313"/>
                      <a:chOff x="5354637" y="3446463"/>
                      <a:chExt cx="214313" cy="214313"/>
                    </a:xfrm>
                  </p:grpSpPr>
                  <p:sp>
                    <p:nvSpPr>
                      <p:cNvPr id="20398" name="Arc 20397">
                        <a:extLst>
                          <a:ext uri="{FF2B5EF4-FFF2-40B4-BE49-F238E27FC236}">
                            <a16:creationId xmlns:a16="http://schemas.microsoft.com/office/drawing/2014/main" id="{36905DB1-B857-7874-7D9E-72D5DC85FED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399" name="Arc 20398">
                        <a:extLst>
                          <a:ext uri="{FF2B5EF4-FFF2-40B4-BE49-F238E27FC236}">
                            <a16:creationId xmlns:a16="http://schemas.microsoft.com/office/drawing/2014/main" id="{02E0DCD3-2190-0FEC-CFF4-788241017A4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391" name="Group 20390">
                      <a:extLst>
                        <a:ext uri="{FF2B5EF4-FFF2-40B4-BE49-F238E27FC236}">
                          <a16:creationId xmlns:a16="http://schemas.microsoft.com/office/drawing/2014/main" id="{FAB06880-C0D7-B03D-6599-2BAFBBD99623}"/>
                        </a:ext>
                      </a:extLst>
                    </p:cNvPr>
                    <p:cNvGrpSpPr/>
                    <p:nvPr/>
                  </p:nvGrpSpPr>
                  <p:grpSpPr>
                    <a:xfrm rot="14400000">
                      <a:off x="5310186" y="3977611"/>
                      <a:ext cx="303213" cy="303213"/>
                      <a:chOff x="5354637" y="3446463"/>
                      <a:chExt cx="214313" cy="214313"/>
                    </a:xfrm>
                  </p:grpSpPr>
                  <p:sp>
                    <p:nvSpPr>
                      <p:cNvPr id="20396" name="Arc 20395">
                        <a:extLst>
                          <a:ext uri="{FF2B5EF4-FFF2-40B4-BE49-F238E27FC236}">
                            <a16:creationId xmlns:a16="http://schemas.microsoft.com/office/drawing/2014/main" id="{B8C357D8-9878-1D55-A303-AD06DEA9217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397" name="Arc 20396">
                        <a:extLst>
                          <a:ext uri="{FF2B5EF4-FFF2-40B4-BE49-F238E27FC236}">
                            <a16:creationId xmlns:a16="http://schemas.microsoft.com/office/drawing/2014/main" id="{40AAC95E-FE56-B7BF-80A2-1F301CD5C9A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392" name="Group 20391">
                      <a:extLst>
                        <a:ext uri="{FF2B5EF4-FFF2-40B4-BE49-F238E27FC236}">
                          <a16:creationId xmlns:a16="http://schemas.microsoft.com/office/drawing/2014/main" id="{695FD24B-E49B-A8B0-FF5B-95AA5B80228A}"/>
                        </a:ext>
                      </a:extLst>
                    </p:cNvPr>
                    <p:cNvGrpSpPr/>
                    <p:nvPr/>
                  </p:nvGrpSpPr>
                  <p:grpSpPr>
                    <a:xfrm rot="7200000">
                      <a:off x="5265196" y="3932619"/>
                      <a:ext cx="393192" cy="393192"/>
                      <a:chOff x="5354637" y="3446463"/>
                      <a:chExt cx="214313" cy="214313"/>
                    </a:xfrm>
                  </p:grpSpPr>
                  <p:sp>
                    <p:nvSpPr>
                      <p:cNvPr id="20394" name="Arc 20393">
                        <a:extLst>
                          <a:ext uri="{FF2B5EF4-FFF2-40B4-BE49-F238E27FC236}">
                            <a16:creationId xmlns:a16="http://schemas.microsoft.com/office/drawing/2014/main" id="{D97396DE-272F-2700-25D4-DB7C9FF9478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395" name="Arc 20394">
                        <a:extLst>
                          <a:ext uri="{FF2B5EF4-FFF2-40B4-BE49-F238E27FC236}">
                            <a16:creationId xmlns:a16="http://schemas.microsoft.com/office/drawing/2014/main" id="{795895CC-2A09-BB70-C5B6-9221F08F6AA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393" name="TextBox 20392">
                      <a:extLst>
                        <a:ext uri="{FF2B5EF4-FFF2-40B4-BE49-F238E27FC236}">
                          <a16:creationId xmlns:a16="http://schemas.microsoft.com/office/drawing/2014/main" id="{21DAB57E-D2F3-200D-9046-87D10BA56039}"/>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0367" name="Group 20366">
                    <a:extLst>
                      <a:ext uri="{FF2B5EF4-FFF2-40B4-BE49-F238E27FC236}">
                        <a16:creationId xmlns:a16="http://schemas.microsoft.com/office/drawing/2014/main" id="{3D5DF5F6-6397-4B95-3CC8-4F4CA0059953}"/>
                      </a:ext>
                    </a:extLst>
                  </p:cNvPr>
                  <p:cNvGrpSpPr/>
                  <p:nvPr/>
                </p:nvGrpSpPr>
                <p:grpSpPr>
                  <a:xfrm>
                    <a:off x="6512463" y="3525040"/>
                    <a:ext cx="393192" cy="393192"/>
                    <a:chOff x="6389147" y="3357021"/>
                    <a:chExt cx="393192" cy="393192"/>
                  </a:xfrm>
                </p:grpSpPr>
                <p:grpSp>
                  <p:nvGrpSpPr>
                    <p:cNvPr id="20379" name="Group 20378">
                      <a:extLst>
                        <a:ext uri="{FF2B5EF4-FFF2-40B4-BE49-F238E27FC236}">
                          <a16:creationId xmlns:a16="http://schemas.microsoft.com/office/drawing/2014/main" id="{D3635DAB-9820-D06F-B604-E319272BB4B0}"/>
                        </a:ext>
                      </a:extLst>
                    </p:cNvPr>
                    <p:cNvGrpSpPr/>
                    <p:nvPr/>
                  </p:nvGrpSpPr>
                  <p:grpSpPr>
                    <a:xfrm rot="7200000" flipH="1">
                      <a:off x="6389147" y="3357021"/>
                      <a:ext cx="393192" cy="393192"/>
                      <a:chOff x="5354637" y="3446463"/>
                      <a:chExt cx="214313" cy="214313"/>
                    </a:xfrm>
                  </p:grpSpPr>
                  <p:sp>
                    <p:nvSpPr>
                      <p:cNvPr id="20388" name="Arc 20387">
                        <a:extLst>
                          <a:ext uri="{FF2B5EF4-FFF2-40B4-BE49-F238E27FC236}">
                            <a16:creationId xmlns:a16="http://schemas.microsoft.com/office/drawing/2014/main" id="{3302EDE7-E9FE-BFB5-56E0-2AB7A24155C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389" name="Arc 20388">
                        <a:extLst>
                          <a:ext uri="{FF2B5EF4-FFF2-40B4-BE49-F238E27FC236}">
                            <a16:creationId xmlns:a16="http://schemas.microsoft.com/office/drawing/2014/main" id="{6A8EE2B3-5FB3-E3C8-97E5-24A005A2209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380" name="Group 20379">
                      <a:extLst>
                        <a:ext uri="{FF2B5EF4-FFF2-40B4-BE49-F238E27FC236}">
                          <a16:creationId xmlns:a16="http://schemas.microsoft.com/office/drawing/2014/main" id="{120C9F5F-91A7-809E-DD34-01A69B723400}"/>
                        </a:ext>
                      </a:extLst>
                    </p:cNvPr>
                    <p:cNvGrpSpPr/>
                    <p:nvPr/>
                  </p:nvGrpSpPr>
                  <p:grpSpPr>
                    <a:xfrm>
                      <a:off x="6434137" y="3402011"/>
                      <a:ext cx="303213" cy="303213"/>
                      <a:chOff x="6434137" y="3402011"/>
                      <a:chExt cx="303213" cy="303213"/>
                    </a:xfrm>
                  </p:grpSpPr>
                  <p:grpSp>
                    <p:nvGrpSpPr>
                      <p:cNvPr id="20381" name="Group 20380">
                        <a:extLst>
                          <a:ext uri="{FF2B5EF4-FFF2-40B4-BE49-F238E27FC236}">
                            <a16:creationId xmlns:a16="http://schemas.microsoft.com/office/drawing/2014/main" id="{2FD3ABB8-024F-E11D-88C4-7EDD24420F77}"/>
                          </a:ext>
                        </a:extLst>
                      </p:cNvPr>
                      <p:cNvGrpSpPr/>
                      <p:nvPr/>
                    </p:nvGrpSpPr>
                    <p:grpSpPr>
                      <a:xfrm flipH="1">
                        <a:off x="6478587" y="3446461"/>
                        <a:ext cx="214313" cy="214313"/>
                        <a:chOff x="5354637" y="3446463"/>
                        <a:chExt cx="214313" cy="214313"/>
                      </a:xfrm>
                    </p:grpSpPr>
                    <p:sp>
                      <p:nvSpPr>
                        <p:cNvPr id="20386" name="Arc 20385">
                          <a:extLst>
                            <a:ext uri="{FF2B5EF4-FFF2-40B4-BE49-F238E27FC236}">
                              <a16:creationId xmlns:a16="http://schemas.microsoft.com/office/drawing/2014/main" id="{FC669E64-D7D5-0014-E5CC-E475E82B96D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387" name="Arc 20386">
                          <a:extLst>
                            <a:ext uri="{FF2B5EF4-FFF2-40B4-BE49-F238E27FC236}">
                              <a16:creationId xmlns:a16="http://schemas.microsoft.com/office/drawing/2014/main" id="{2576AF0A-270B-CC19-A27B-06558BB7142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382" name="Group 20381">
                        <a:extLst>
                          <a:ext uri="{FF2B5EF4-FFF2-40B4-BE49-F238E27FC236}">
                            <a16:creationId xmlns:a16="http://schemas.microsoft.com/office/drawing/2014/main" id="{F6302E48-4670-0A42-2C2F-BC63BA370722}"/>
                          </a:ext>
                        </a:extLst>
                      </p:cNvPr>
                      <p:cNvGrpSpPr/>
                      <p:nvPr/>
                    </p:nvGrpSpPr>
                    <p:grpSpPr>
                      <a:xfrm rot="14400000" flipH="1">
                        <a:off x="6434137" y="3402011"/>
                        <a:ext cx="303213" cy="303213"/>
                        <a:chOff x="5354637" y="3446463"/>
                        <a:chExt cx="214313" cy="214313"/>
                      </a:xfrm>
                    </p:grpSpPr>
                    <p:sp>
                      <p:nvSpPr>
                        <p:cNvPr id="20384" name="Arc 20383">
                          <a:extLst>
                            <a:ext uri="{FF2B5EF4-FFF2-40B4-BE49-F238E27FC236}">
                              <a16:creationId xmlns:a16="http://schemas.microsoft.com/office/drawing/2014/main" id="{B98362B4-60CF-D748-BDFF-FC05C673691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385" name="Arc 20384">
                          <a:extLst>
                            <a:ext uri="{FF2B5EF4-FFF2-40B4-BE49-F238E27FC236}">
                              <a16:creationId xmlns:a16="http://schemas.microsoft.com/office/drawing/2014/main" id="{612BE39B-B954-EBAD-77FF-977A18F5F70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383" name="TextBox 20382">
                        <a:extLst>
                          <a:ext uri="{FF2B5EF4-FFF2-40B4-BE49-F238E27FC236}">
                            <a16:creationId xmlns:a16="http://schemas.microsoft.com/office/drawing/2014/main" id="{41249743-45C0-9421-7499-3A26638F2F88}"/>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368" name="Group 20367">
                    <a:extLst>
                      <a:ext uri="{FF2B5EF4-FFF2-40B4-BE49-F238E27FC236}">
                        <a16:creationId xmlns:a16="http://schemas.microsoft.com/office/drawing/2014/main" id="{9CD42BFC-38EC-3718-F82B-821FFD114961}"/>
                      </a:ext>
                    </a:extLst>
                  </p:cNvPr>
                  <p:cNvGrpSpPr/>
                  <p:nvPr/>
                </p:nvGrpSpPr>
                <p:grpSpPr>
                  <a:xfrm>
                    <a:off x="6197413" y="3225768"/>
                    <a:ext cx="393192" cy="393192"/>
                    <a:chOff x="6389147" y="3932622"/>
                    <a:chExt cx="393192" cy="393192"/>
                  </a:xfrm>
                </p:grpSpPr>
                <p:grpSp>
                  <p:nvGrpSpPr>
                    <p:cNvPr id="20369" name="Group 20368">
                      <a:extLst>
                        <a:ext uri="{FF2B5EF4-FFF2-40B4-BE49-F238E27FC236}">
                          <a16:creationId xmlns:a16="http://schemas.microsoft.com/office/drawing/2014/main" id="{EADDFD2E-19C4-2F76-8857-F2F5DFE4136C}"/>
                        </a:ext>
                      </a:extLst>
                    </p:cNvPr>
                    <p:cNvGrpSpPr/>
                    <p:nvPr/>
                  </p:nvGrpSpPr>
                  <p:grpSpPr>
                    <a:xfrm flipH="1">
                      <a:off x="6478587" y="4022061"/>
                      <a:ext cx="214313" cy="214313"/>
                      <a:chOff x="5354637" y="3446463"/>
                      <a:chExt cx="214313" cy="214313"/>
                    </a:xfrm>
                  </p:grpSpPr>
                  <p:sp>
                    <p:nvSpPr>
                      <p:cNvPr id="20377" name="Arc 20376">
                        <a:extLst>
                          <a:ext uri="{FF2B5EF4-FFF2-40B4-BE49-F238E27FC236}">
                            <a16:creationId xmlns:a16="http://schemas.microsoft.com/office/drawing/2014/main" id="{50C1A48C-7FBE-2277-DECE-674885C085D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378" name="Arc 20377">
                        <a:extLst>
                          <a:ext uri="{FF2B5EF4-FFF2-40B4-BE49-F238E27FC236}">
                            <a16:creationId xmlns:a16="http://schemas.microsoft.com/office/drawing/2014/main" id="{A122B862-3863-8633-FF33-FB1D85DA02B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370" name="Group 20369">
                      <a:extLst>
                        <a:ext uri="{FF2B5EF4-FFF2-40B4-BE49-F238E27FC236}">
                          <a16:creationId xmlns:a16="http://schemas.microsoft.com/office/drawing/2014/main" id="{6C197370-C6AA-8313-B928-A46B246BD59D}"/>
                        </a:ext>
                      </a:extLst>
                    </p:cNvPr>
                    <p:cNvGrpSpPr/>
                    <p:nvPr/>
                  </p:nvGrpSpPr>
                  <p:grpSpPr>
                    <a:xfrm rot="7200000" flipH="1">
                      <a:off x="6434137" y="3977611"/>
                      <a:ext cx="303213" cy="303213"/>
                      <a:chOff x="5354637" y="3446463"/>
                      <a:chExt cx="214313" cy="214313"/>
                    </a:xfrm>
                  </p:grpSpPr>
                  <p:sp>
                    <p:nvSpPr>
                      <p:cNvPr id="20375" name="Arc 20374">
                        <a:extLst>
                          <a:ext uri="{FF2B5EF4-FFF2-40B4-BE49-F238E27FC236}">
                            <a16:creationId xmlns:a16="http://schemas.microsoft.com/office/drawing/2014/main" id="{F8E90340-DDF8-67A4-351E-442060ED1A8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376" name="Arc 20375">
                        <a:extLst>
                          <a:ext uri="{FF2B5EF4-FFF2-40B4-BE49-F238E27FC236}">
                            <a16:creationId xmlns:a16="http://schemas.microsoft.com/office/drawing/2014/main" id="{1990EB8D-5A71-1357-5CDA-DEB72FD90B8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371" name="Group 20370">
                      <a:extLst>
                        <a:ext uri="{FF2B5EF4-FFF2-40B4-BE49-F238E27FC236}">
                          <a16:creationId xmlns:a16="http://schemas.microsoft.com/office/drawing/2014/main" id="{C084B103-D070-C44F-27C4-6BBDABDE91BB}"/>
                        </a:ext>
                      </a:extLst>
                    </p:cNvPr>
                    <p:cNvGrpSpPr/>
                    <p:nvPr/>
                  </p:nvGrpSpPr>
                  <p:grpSpPr>
                    <a:xfrm rot="14400000" flipH="1">
                      <a:off x="6389147" y="3932622"/>
                      <a:ext cx="393192" cy="393192"/>
                      <a:chOff x="5354637" y="3446463"/>
                      <a:chExt cx="214313" cy="214313"/>
                    </a:xfrm>
                  </p:grpSpPr>
                  <p:sp>
                    <p:nvSpPr>
                      <p:cNvPr id="20373" name="Arc 20372">
                        <a:extLst>
                          <a:ext uri="{FF2B5EF4-FFF2-40B4-BE49-F238E27FC236}">
                            <a16:creationId xmlns:a16="http://schemas.microsoft.com/office/drawing/2014/main" id="{138B9060-7E05-1ECC-DFB8-8CF38437FE2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374" name="Arc 20373">
                        <a:extLst>
                          <a:ext uri="{FF2B5EF4-FFF2-40B4-BE49-F238E27FC236}">
                            <a16:creationId xmlns:a16="http://schemas.microsoft.com/office/drawing/2014/main" id="{57056843-73F6-C0B0-5814-985007159A3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372" name="TextBox 20371">
                      <a:extLst>
                        <a:ext uri="{FF2B5EF4-FFF2-40B4-BE49-F238E27FC236}">
                          <a16:creationId xmlns:a16="http://schemas.microsoft.com/office/drawing/2014/main" id="{E8BA2D07-C892-79F5-FF30-2C45AC503FEB}"/>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20268" name="Group 20267">
                <a:extLst>
                  <a:ext uri="{FF2B5EF4-FFF2-40B4-BE49-F238E27FC236}">
                    <a16:creationId xmlns:a16="http://schemas.microsoft.com/office/drawing/2014/main" id="{D7B90976-B738-FE35-9640-CE7E321603CE}"/>
                  </a:ext>
                </a:extLst>
              </p:cNvPr>
              <p:cNvGrpSpPr/>
              <p:nvPr/>
            </p:nvGrpSpPr>
            <p:grpSpPr>
              <a:xfrm>
                <a:off x="6065340" y="2039507"/>
                <a:ext cx="1643204" cy="1593124"/>
                <a:chOff x="5445106" y="2644743"/>
                <a:chExt cx="1643204" cy="1593124"/>
              </a:xfrm>
            </p:grpSpPr>
            <p:grpSp>
              <p:nvGrpSpPr>
                <p:cNvPr id="20269" name="Group 20268">
                  <a:extLst>
                    <a:ext uri="{FF2B5EF4-FFF2-40B4-BE49-F238E27FC236}">
                      <a16:creationId xmlns:a16="http://schemas.microsoft.com/office/drawing/2014/main" id="{2A9C23A3-3CFA-3F29-F653-4E8D60748C78}"/>
                    </a:ext>
                  </a:extLst>
                </p:cNvPr>
                <p:cNvGrpSpPr/>
                <p:nvPr/>
              </p:nvGrpSpPr>
              <p:grpSpPr>
                <a:xfrm>
                  <a:off x="5445106" y="2644743"/>
                  <a:ext cx="1019224" cy="991639"/>
                  <a:chOff x="5886431" y="3225768"/>
                  <a:chExt cx="1019224" cy="991639"/>
                </a:xfrm>
              </p:grpSpPr>
              <p:grpSp>
                <p:nvGrpSpPr>
                  <p:cNvPr id="20317" name="Group 20316">
                    <a:extLst>
                      <a:ext uri="{FF2B5EF4-FFF2-40B4-BE49-F238E27FC236}">
                        <a16:creationId xmlns:a16="http://schemas.microsoft.com/office/drawing/2014/main" id="{AD6A0F43-F602-0B7D-F34F-A1CA17DB237C}"/>
                      </a:ext>
                    </a:extLst>
                  </p:cNvPr>
                  <p:cNvGrpSpPr/>
                  <p:nvPr/>
                </p:nvGrpSpPr>
                <p:grpSpPr>
                  <a:xfrm>
                    <a:off x="6197413" y="3824215"/>
                    <a:ext cx="393192" cy="393192"/>
                    <a:chOff x="5265196" y="3357021"/>
                    <a:chExt cx="393192" cy="393192"/>
                  </a:xfrm>
                </p:grpSpPr>
                <p:grpSp>
                  <p:nvGrpSpPr>
                    <p:cNvPr id="20352" name="Group 20351">
                      <a:extLst>
                        <a:ext uri="{FF2B5EF4-FFF2-40B4-BE49-F238E27FC236}">
                          <a16:creationId xmlns:a16="http://schemas.microsoft.com/office/drawing/2014/main" id="{492F64EE-471F-F73A-7B6E-9C1DA76D41E6}"/>
                        </a:ext>
                      </a:extLst>
                    </p:cNvPr>
                    <p:cNvGrpSpPr/>
                    <p:nvPr/>
                  </p:nvGrpSpPr>
                  <p:grpSpPr>
                    <a:xfrm rot="14400000">
                      <a:off x="5265196" y="3357021"/>
                      <a:ext cx="393192" cy="393192"/>
                      <a:chOff x="5354637" y="3446463"/>
                      <a:chExt cx="214313" cy="214313"/>
                    </a:xfrm>
                  </p:grpSpPr>
                  <p:sp>
                    <p:nvSpPr>
                      <p:cNvPr id="20361" name="Arc 20360">
                        <a:extLst>
                          <a:ext uri="{FF2B5EF4-FFF2-40B4-BE49-F238E27FC236}">
                            <a16:creationId xmlns:a16="http://schemas.microsoft.com/office/drawing/2014/main" id="{5C4BBD60-5DB3-BC75-08B7-0AE7596C554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362" name="Arc 20361">
                        <a:extLst>
                          <a:ext uri="{FF2B5EF4-FFF2-40B4-BE49-F238E27FC236}">
                            <a16:creationId xmlns:a16="http://schemas.microsoft.com/office/drawing/2014/main" id="{E72D0DC6-FB62-C023-9C67-1D3099F0625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353" name="Group 20352">
                      <a:extLst>
                        <a:ext uri="{FF2B5EF4-FFF2-40B4-BE49-F238E27FC236}">
                          <a16:creationId xmlns:a16="http://schemas.microsoft.com/office/drawing/2014/main" id="{6A43CEB5-1395-A4EA-35BC-24487B83F68A}"/>
                        </a:ext>
                      </a:extLst>
                    </p:cNvPr>
                    <p:cNvGrpSpPr/>
                    <p:nvPr/>
                  </p:nvGrpSpPr>
                  <p:grpSpPr>
                    <a:xfrm>
                      <a:off x="5310186" y="3402011"/>
                      <a:ext cx="303213" cy="303213"/>
                      <a:chOff x="5310186" y="3402011"/>
                      <a:chExt cx="303213" cy="303213"/>
                    </a:xfrm>
                  </p:grpSpPr>
                  <p:grpSp>
                    <p:nvGrpSpPr>
                      <p:cNvPr id="20354" name="Group 20353">
                        <a:extLst>
                          <a:ext uri="{FF2B5EF4-FFF2-40B4-BE49-F238E27FC236}">
                            <a16:creationId xmlns:a16="http://schemas.microsoft.com/office/drawing/2014/main" id="{EF61AC15-E86F-4938-5788-8C92C16CE384}"/>
                          </a:ext>
                        </a:extLst>
                      </p:cNvPr>
                      <p:cNvGrpSpPr/>
                      <p:nvPr/>
                    </p:nvGrpSpPr>
                    <p:grpSpPr>
                      <a:xfrm>
                        <a:off x="5354636" y="3446461"/>
                        <a:ext cx="214313" cy="214313"/>
                        <a:chOff x="5354637" y="3446463"/>
                        <a:chExt cx="214313" cy="214313"/>
                      </a:xfrm>
                    </p:grpSpPr>
                    <p:sp>
                      <p:nvSpPr>
                        <p:cNvPr id="20359" name="Arc 20358">
                          <a:extLst>
                            <a:ext uri="{FF2B5EF4-FFF2-40B4-BE49-F238E27FC236}">
                              <a16:creationId xmlns:a16="http://schemas.microsoft.com/office/drawing/2014/main" id="{6EE4FEEA-6F49-6126-C169-2D341B97582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360" name="Arc 20359">
                          <a:extLst>
                            <a:ext uri="{FF2B5EF4-FFF2-40B4-BE49-F238E27FC236}">
                              <a16:creationId xmlns:a16="http://schemas.microsoft.com/office/drawing/2014/main" id="{2CA6435B-D8C2-9055-E8AA-875A7418C70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355" name="Group 20354">
                        <a:extLst>
                          <a:ext uri="{FF2B5EF4-FFF2-40B4-BE49-F238E27FC236}">
                            <a16:creationId xmlns:a16="http://schemas.microsoft.com/office/drawing/2014/main" id="{0A50D55C-89DB-A792-7064-289D8620D644}"/>
                          </a:ext>
                        </a:extLst>
                      </p:cNvPr>
                      <p:cNvGrpSpPr/>
                      <p:nvPr/>
                    </p:nvGrpSpPr>
                    <p:grpSpPr>
                      <a:xfrm rot="7200000">
                        <a:off x="5310186" y="3402011"/>
                        <a:ext cx="303213" cy="303213"/>
                        <a:chOff x="5354637" y="3446463"/>
                        <a:chExt cx="214313" cy="214313"/>
                      </a:xfrm>
                    </p:grpSpPr>
                    <p:sp>
                      <p:nvSpPr>
                        <p:cNvPr id="20357" name="Arc 20356">
                          <a:extLst>
                            <a:ext uri="{FF2B5EF4-FFF2-40B4-BE49-F238E27FC236}">
                              <a16:creationId xmlns:a16="http://schemas.microsoft.com/office/drawing/2014/main" id="{E953601C-37A7-575F-A1C4-DE558AA5F0E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358" name="Arc 20357">
                          <a:extLst>
                            <a:ext uri="{FF2B5EF4-FFF2-40B4-BE49-F238E27FC236}">
                              <a16:creationId xmlns:a16="http://schemas.microsoft.com/office/drawing/2014/main" id="{29760DF1-CCF9-DD4F-9F36-69227C2BDA6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356" name="TextBox 20355">
                        <a:extLst>
                          <a:ext uri="{FF2B5EF4-FFF2-40B4-BE49-F238E27FC236}">
                            <a16:creationId xmlns:a16="http://schemas.microsoft.com/office/drawing/2014/main" id="{A9248618-4DD9-C07A-E95C-56C0D8B2327D}"/>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318" name="Group 20317">
                    <a:extLst>
                      <a:ext uri="{FF2B5EF4-FFF2-40B4-BE49-F238E27FC236}">
                        <a16:creationId xmlns:a16="http://schemas.microsoft.com/office/drawing/2014/main" id="{87A3ADB3-A211-3737-DC5C-ECDFBFDA4E68}"/>
                      </a:ext>
                    </a:extLst>
                  </p:cNvPr>
                  <p:cNvGrpSpPr/>
                  <p:nvPr/>
                </p:nvGrpSpPr>
                <p:grpSpPr>
                  <a:xfrm>
                    <a:off x="5886431" y="3525040"/>
                    <a:ext cx="393192" cy="393192"/>
                    <a:chOff x="5265196" y="3932619"/>
                    <a:chExt cx="393192" cy="393192"/>
                  </a:xfrm>
                </p:grpSpPr>
                <p:grpSp>
                  <p:nvGrpSpPr>
                    <p:cNvPr id="20342" name="Group 20341">
                      <a:extLst>
                        <a:ext uri="{FF2B5EF4-FFF2-40B4-BE49-F238E27FC236}">
                          <a16:creationId xmlns:a16="http://schemas.microsoft.com/office/drawing/2014/main" id="{27DA2201-A81E-0778-6F02-A5B3F26316D4}"/>
                        </a:ext>
                      </a:extLst>
                    </p:cNvPr>
                    <p:cNvGrpSpPr/>
                    <p:nvPr/>
                  </p:nvGrpSpPr>
                  <p:grpSpPr>
                    <a:xfrm>
                      <a:off x="5354636" y="4022061"/>
                      <a:ext cx="214313" cy="214313"/>
                      <a:chOff x="5354637" y="3446463"/>
                      <a:chExt cx="214313" cy="214313"/>
                    </a:xfrm>
                  </p:grpSpPr>
                  <p:sp>
                    <p:nvSpPr>
                      <p:cNvPr id="20350" name="Arc 20349">
                        <a:extLst>
                          <a:ext uri="{FF2B5EF4-FFF2-40B4-BE49-F238E27FC236}">
                            <a16:creationId xmlns:a16="http://schemas.microsoft.com/office/drawing/2014/main" id="{600B5888-F299-FC2F-C183-E2755BE96B4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351" name="Arc 20350">
                        <a:extLst>
                          <a:ext uri="{FF2B5EF4-FFF2-40B4-BE49-F238E27FC236}">
                            <a16:creationId xmlns:a16="http://schemas.microsoft.com/office/drawing/2014/main" id="{0D0EC8CC-BF01-94A7-914B-BEDEF9986A8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343" name="Group 20342">
                      <a:extLst>
                        <a:ext uri="{FF2B5EF4-FFF2-40B4-BE49-F238E27FC236}">
                          <a16:creationId xmlns:a16="http://schemas.microsoft.com/office/drawing/2014/main" id="{990D732E-3BB4-948F-4117-D317A8BE58DC}"/>
                        </a:ext>
                      </a:extLst>
                    </p:cNvPr>
                    <p:cNvGrpSpPr/>
                    <p:nvPr/>
                  </p:nvGrpSpPr>
                  <p:grpSpPr>
                    <a:xfrm rot="14400000">
                      <a:off x="5310186" y="3977611"/>
                      <a:ext cx="303213" cy="303213"/>
                      <a:chOff x="5354637" y="3446463"/>
                      <a:chExt cx="214313" cy="214313"/>
                    </a:xfrm>
                  </p:grpSpPr>
                  <p:sp>
                    <p:nvSpPr>
                      <p:cNvPr id="20348" name="Arc 20347">
                        <a:extLst>
                          <a:ext uri="{FF2B5EF4-FFF2-40B4-BE49-F238E27FC236}">
                            <a16:creationId xmlns:a16="http://schemas.microsoft.com/office/drawing/2014/main" id="{65825684-EDCE-7CEC-EF7C-AE12C213186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349" name="Arc 20348">
                        <a:extLst>
                          <a:ext uri="{FF2B5EF4-FFF2-40B4-BE49-F238E27FC236}">
                            <a16:creationId xmlns:a16="http://schemas.microsoft.com/office/drawing/2014/main" id="{4CFA17D5-9CCA-0F76-DA48-65928E24AEF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344" name="Group 20343">
                      <a:extLst>
                        <a:ext uri="{FF2B5EF4-FFF2-40B4-BE49-F238E27FC236}">
                          <a16:creationId xmlns:a16="http://schemas.microsoft.com/office/drawing/2014/main" id="{616A8913-707B-03A9-B36E-A3FB6E261679}"/>
                        </a:ext>
                      </a:extLst>
                    </p:cNvPr>
                    <p:cNvGrpSpPr/>
                    <p:nvPr/>
                  </p:nvGrpSpPr>
                  <p:grpSpPr>
                    <a:xfrm rot="7200000">
                      <a:off x="5265196" y="3932619"/>
                      <a:ext cx="393192" cy="393192"/>
                      <a:chOff x="5354637" y="3446463"/>
                      <a:chExt cx="214313" cy="214313"/>
                    </a:xfrm>
                  </p:grpSpPr>
                  <p:sp>
                    <p:nvSpPr>
                      <p:cNvPr id="20346" name="Arc 20345">
                        <a:extLst>
                          <a:ext uri="{FF2B5EF4-FFF2-40B4-BE49-F238E27FC236}">
                            <a16:creationId xmlns:a16="http://schemas.microsoft.com/office/drawing/2014/main" id="{E1A3C448-347D-1790-7AFD-2B34A7DBD2F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347" name="Arc 20346">
                        <a:extLst>
                          <a:ext uri="{FF2B5EF4-FFF2-40B4-BE49-F238E27FC236}">
                            <a16:creationId xmlns:a16="http://schemas.microsoft.com/office/drawing/2014/main" id="{F7BE2212-73E4-1CCF-BB6E-18D0D97847E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345" name="TextBox 20344">
                      <a:extLst>
                        <a:ext uri="{FF2B5EF4-FFF2-40B4-BE49-F238E27FC236}">
                          <a16:creationId xmlns:a16="http://schemas.microsoft.com/office/drawing/2014/main" id="{EBD0FBAA-72FD-5921-9BE1-D032608974B5}"/>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0319" name="Group 20318">
                    <a:extLst>
                      <a:ext uri="{FF2B5EF4-FFF2-40B4-BE49-F238E27FC236}">
                        <a16:creationId xmlns:a16="http://schemas.microsoft.com/office/drawing/2014/main" id="{EC8FE698-7F9B-C7C0-3FE9-12FD6A234AA3}"/>
                      </a:ext>
                    </a:extLst>
                  </p:cNvPr>
                  <p:cNvGrpSpPr/>
                  <p:nvPr/>
                </p:nvGrpSpPr>
                <p:grpSpPr>
                  <a:xfrm>
                    <a:off x="6512463" y="3525040"/>
                    <a:ext cx="393192" cy="393192"/>
                    <a:chOff x="6389147" y="3357021"/>
                    <a:chExt cx="393192" cy="393192"/>
                  </a:xfrm>
                </p:grpSpPr>
                <p:grpSp>
                  <p:nvGrpSpPr>
                    <p:cNvPr id="20331" name="Group 20330">
                      <a:extLst>
                        <a:ext uri="{FF2B5EF4-FFF2-40B4-BE49-F238E27FC236}">
                          <a16:creationId xmlns:a16="http://schemas.microsoft.com/office/drawing/2014/main" id="{F85867D9-6466-EB9A-5808-80754AB68239}"/>
                        </a:ext>
                      </a:extLst>
                    </p:cNvPr>
                    <p:cNvGrpSpPr/>
                    <p:nvPr/>
                  </p:nvGrpSpPr>
                  <p:grpSpPr>
                    <a:xfrm rot="7200000" flipH="1">
                      <a:off x="6389147" y="3357021"/>
                      <a:ext cx="393192" cy="393192"/>
                      <a:chOff x="5354637" y="3446463"/>
                      <a:chExt cx="214313" cy="214313"/>
                    </a:xfrm>
                  </p:grpSpPr>
                  <p:sp>
                    <p:nvSpPr>
                      <p:cNvPr id="20340" name="Arc 20339">
                        <a:extLst>
                          <a:ext uri="{FF2B5EF4-FFF2-40B4-BE49-F238E27FC236}">
                            <a16:creationId xmlns:a16="http://schemas.microsoft.com/office/drawing/2014/main" id="{29A456ED-4541-BE33-CC8E-83192322F1A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341" name="Arc 20340">
                        <a:extLst>
                          <a:ext uri="{FF2B5EF4-FFF2-40B4-BE49-F238E27FC236}">
                            <a16:creationId xmlns:a16="http://schemas.microsoft.com/office/drawing/2014/main" id="{64266C7D-B02A-FA50-ED4C-FA29B0CBB23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332" name="Group 20331">
                      <a:extLst>
                        <a:ext uri="{FF2B5EF4-FFF2-40B4-BE49-F238E27FC236}">
                          <a16:creationId xmlns:a16="http://schemas.microsoft.com/office/drawing/2014/main" id="{56D28B57-EC6F-C700-AB9F-B0619907D727}"/>
                        </a:ext>
                      </a:extLst>
                    </p:cNvPr>
                    <p:cNvGrpSpPr/>
                    <p:nvPr/>
                  </p:nvGrpSpPr>
                  <p:grpSpPr>
                    <a:xfrm>
                      <a:off x="6434137" y="3402011"/>
                      <a:ext cx="303213" cy="303213"/>
                      <a:chOff x="6434137" y="3402011"/>
                      <a:chExt cx="303213" cy="303213"/>
                    </a:xfrm>
                  </p:grpSpPr>
                  <p:grpSp>
                    <p:nvGrpSpPr>
                      <p:cNvPr id="20333" name="Group 20332">
                        <a:extLst>
                          <a:ext uri="{FF2B5EF4-FFF2-40B4-BE49-F238E27FC236}">
                            <a16:creationId xmlns:a16="http://schemas.microsoft.com/office/drawing/2014/main" id="{C57A683E-99BC-B208-46C3-6062DEEB6D48}"/>
                          </a:ext>
                        </a:extLst>
                      </p:cNvPr>
                      <p:cNvGrpSpPr/>
                      <p:nvPr/>
                    </p:nvGrpSpPr>
                    <p:grpSpPr>
                      <a:xfrm flipH="1">
                        <a:off x="6478587" y="3446461"/>
                        <a:ext cx="214313" cy="214313"/>
                        <a:chOff x="5354637" y="3446463"/>
                        <a:chExt cx="214313" cy="214313"/>
                      </a:xfrm>
                    </p:grpSpPr>
                    <p:sp>
                      <p:nvSpPr>
                        <p:cNvPr id="20338" name="Arc 20337">
                          <a:extLst>
                            <a:ext uri="{FF2B5EF4-FFF2-40B4-BE49-F238E27FC236}">
                              <a16:creationId xmlns:a16="http://schemas.microsoft.com/office/drawing/2014/main" id="{7F9C7434-0B9D-B2D3-77AB-D68E3EE0433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339" name="Arc 20338">
                          <a:extLst>
                            <a:ext uri="{FF2B5EF4-FFF2-40B4-BE49-F238E27FC236}">
                              <a16:creationId xmlns:a16="http://schemas.microsoft.com/office/drawing/2014/main" id="{06E59059-37B1-9D9F-08D2-00EFD1C12E5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334" name="Group 20333">
                        <a:extLst>
                          <a:ext uri="{FF2B5EF4-FFF2-40B4-BE49-F238E27FC236}">
                            <a16:creationId xmlns:a16="http://schemas.microsoft.com/office/drawing/2014/main" id="{58381BB2-C08C-81E8-D300-B2FD301D1963}"/>
                          </a:ext>
                        </a:extLst>
                      </p:cNvPr>
                      <p:cNvGrpSpPr/>
                      <p:nvPr/>
                    </p:nvGrpSpPr>
                    <p:grpSpPr>
                      <a:xfrm rot="14400000" flipH="1">
                        <a:off x="6434137" y="3402011"/>
                        <a:ext cx="303213" cy="303213"/>
                        <a:chOff x="5354637" y="3446463"/>
                        <a:chExt cx="214313" cy="214313"/>
                      </a:xfrm>
                    </p:grpSpPr>
                    <p:sp>
                      <p:nvSpPr>
                        <p:cNvPr id="20336" name="Arc 20335">
                          <a:extLst>
                            <a:ext uri="{FF2B5EF4-FFF2-40B4-BE49-F238E27FC236}">
                              <a16:creationId xmlns:a16="http://schemas.microsoft.com/office/drawing/2014/main" id="{C4565CAD-9ADC-01DA-D565-85FCA7F6FC2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337" name="Arc 20336">
                          <a:extLst>
                            <a:ext uri="{FF2B5EF4-FFF2-40B4-BE49-F238E27FC236}">
                              <a16:creationId xmlns:a16="http://schemas.microsoft.com/office/drawing/2014/main" id="{AEF9D5DC-36E2-6CF6-DA05-8D0D36A2E76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335" name="TextBox 20334">
                        <a:extLst>
                          <a:ext uri="{FF2B5EF4-FFF2-40B4-BE49-F238E27FC236}">
                            <a16:creationId xmlns:a16="http://schemas.microsoft.com/office/drawing/2014/main" id="{CF3647F2-59A7-F247-13DF-CCCB2357E62D}"/>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320" name="Group 20319">
                    <a:extLst>
                      <a:ext uri="{FF2B5EF4-FFF2-40B4-BE49-F238E27FC236}">
                        <a16:creationId xmlns:a16="http://schemas.microsoft.com/office/drawing/2014/main" id="{30D794B7-04F9-3C47-07ED-8CDDB68A4D52}"/>
                      </a:ext>
                    </a:extLst>
                  </p:cNvPr>
                  <p:cNvGrpSpPr/>
                  <p:nvPr/>
                </p:nvGrpSpPr>
                <p:grpSpPr>
                  <a:xfrm>
                    <a:off x="6197413" y="3225768"/>
                    <a:ext cx="393192" cy="393192"/>
                    <a:chOff x="6389147" y="3932622"/>
                    <a:chExt cx="393192" cy="393192"/>
                  </a:xfrm>
                </p:grpSpPr>
                <p:grpSp>
                  <p:nvGrpSpPr>
                    <p:cNvPr id="20321" name="Group 20320">
                      <a:extLst>
                        <a:ext uri="{FF2B5EF4-FFF2-40B4-BE49-F238E27FC236}">
                          <a16:creationId xmlns:a16="http://schemas.microsoft.com/office/drawing/2014/main" id="{AAEBAF82-ED9C-AC4A-1CD0-1427CD7BF8A9}"/>
                        </a:ext>
                      </a:extLst>
                    </p:cNvPr>
                    <p:cNvGrpSpPr/>
                    <p:nvPr/>
                  </p:nvGrpSpPr>
                  <p:grpSpPr>
                    <a:xfrm flipH="1">
                      <a:off x="6478587" y="4022061"/>
                      <a:ext cx="214313" cy="214313"/>
                      <a:chOff x="5354637" y="3446463"/>
                      <a:chExt cx="214313" cy="214313"/>
                    </a:xfrm>
                  </p:grpSpPr>
                  <p:sp>
                    <p:nvSpPr>
                      <p:cNvPr id="20329" name="Arc 20328">
                        <a:extLst>
                          <a:ext uri="{FF2B5EF4-FFF2-40B4-BE49-F238E27FC236}">
                            <a16:creationId xmlns:a16="http://schemas.microsoft.com/office/drawing/2014/main" id="{82735235-2048-6F35-75B0-D939A6BC051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330" name="Arc 20329">
                        <a:extLst>
                          <a:ext uri="{FF2B5EF4-FFF2-40B4-BE49-F238E27FC236}">
                            <a16:creationId xmlns:a16="http://schemas.microsoft.com/office/drawing/2014/main" id="{2DEFD5C7-4F48-D938-5CD7-7022D9959A5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322" name="Group 20321">
                      <a:extLst>
                        <a:ext uri="{FF2B5EF4-FFF2-40B4-BE49-F238E27FC236}">
                          <a16:creationId xmlns:a16="http://schemas.microsoft.com/office/drawing/2014/main" id="{DE79DB3A-6BC4-C593-AAB5-133A81AB5F9A}"/>
                        </a:ext>
                      </a:extLst>
                    </p:cNvPr>
                    <p:cNvGrpSpPr/>
                    <p:nvPr/>
                  </p:nvGrpSpPr>
                  <p:grpSpPr>
                    <a:xfrm rot="7200000" flipH="1">
                      <a:off x="6434137" y="3977611"/>
                      <a:ext cx="303213" cy="303213"/>
                      <a:chOff x="5354637" y="3446463"/>
                      <a:chExt cx="214313" cy="214313"/>
                    </a:xfrm>
                  </p:grpSpPr>
                  <p:sp>
                    <p:nvSpPr>
                      <p:cNvPr id="20327" name="Arc 20326">
                        <a:extLst>
                          <a:ext uri="{FF2B5EF4-FFF2-40B4-BE49-F238E27FC236}">
                            <a16:creationId xmlns:a16="http://schemas.microsoft.com/office/drawing/2014/main" id="{BA33B366-B2D4-1288-12E0-C4C105FC53B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328" name="Arc 20327">
                        <a:extLst>
                          <a:ext uri="{FF2B5EF4-FFF2-40B4-BE49-F238E27FC236}">
                            <a16:creationId xmlns:a16="http://schemas.microsoft.com/office/drawing/2014/main" id="{2A1EB422-AE72-BB65-B650-0BE6A4D5E95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323" name="Group 20322">
                      <a:extLst>
                        <a:ext uri="{FF2B5EF4-FFF2-40B4-BE49-F238E27FC236}">
                          <a16:creationId xmlns:a16="http://schemas.microsoft.com/office/drawing/2014/main" id="{E74144DA-7715-20E8-688B-C8C1D9D047FC}"/>
                        </a:ext>
                      </a:extLst>
                    </p:cNvPr>
                    <p:cNvGrpSpPr/>
                    <p:nvPr/>
                  </p:nvGrpSpPr>
                  <p:grpSpPr>
                    <a:xfrm rot="14400000" flipH="1">
                      <a:off x="6389147" y="3932622"/>
                      <a:ext cx="393192" cy="393192"/>
                      <a:chOff x="5354637" y="3446463"/>
                      <a:chExt cx="214313" cy="214313"/>
                    </a:xfrm>
                  </p:grpSpPr>
                  <p:sp>
                    <p:nvSpPr>
                      <p:cNvPr id="20325" name="Arc 20324">
                        <a:extLst>
                          <a:ext uri="{FF2B5EF4-FFF2-40B4-BE49-F238E27FC236}">
                            <a16:creationId xmlns:a16="http://schemas.microsoft.com/office/drawing/2014/main" id="{A240916A-9A95-69B0-19F0-B5B3741FBD0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326" name="Arc 20325">
                        <a:extLst>
                          <a:ext uri="{FF2B5EF4-FFF2-40B4-BE49-F238E27FC236}">
                            <a16:creationId xmlns:a16="http://schemas.microsoft.com/office/drawing/2014/main" id="{1603A5A4-4587-D087-8450-D984B1CEF6A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324" name="TextBox 20323">
                      <a:extLst>
                        <a:ext uri="{FF2B5EF4-FFF2-40B4-BE49-F238E27FC236}">
                          <a16:creationId xmlns:a16="http://schemas.microsoft.com/office/drawing/2014/main" id="{F31469B7-E355-222D-51A6-9B3747E7878C}"/>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270" name="Group 20269">
                  <a:extLst>
                    <a:ext uri="{FF2B5EF4-FFF2-40B4-BE49-F238E27FC236}">
                      <a16:creationId xmlns:a16="http://schemas.microsoft.com/office/drawing/2014/main" id="{2EE198D8-EFE1-F864-6B0B-CA94EEB1A6C5}"/>
                    </a:ext>
                  </a:extLst>
                </p:cNvPr>
                <p:cNvGrpSpPr/>
                <p:nvPr/>
              </p:nvGrpSpPr>
              <p:grpSpPr>
                <a:xfrm>
                  <a:off x="6069086" y="3246228"/>
                  <a:ext cx="1019224" cy="991639"/>
                  <a:chOff x="5886431" y="3225768"/>
                  <a:chExt cx="1019224" cy="991639"/>
                </a:xfrm>
              </p:grpSpPr>
              <p:grpSp>
                <p:nvGrpSpPr>
                  <p:cNvPr id="20271" name="Group 20270">
                    <a:extLst>
                      <a:ext uri="{FF2B5EF4-FFF2-40B4-BE49-F238E27FC236}">
                        <a16:creationId xmlns:a16="http://schemas.microsoft.com/office/drawing/2014/main" id="{C8E540DD-CBC3-509C-9D39-0E66E5E5FBC4}"/>
                      </a:ext>
                    </a:extLst>
                  </p:cNvPr>
                  <p:cNvGrpSpPr/>
                  <p:nvPr/>
                </p:nvGrpSpPr>
                <p:grpSpPr>
                  <a:xfrm>
                    <a:off x="6197413" y="3824215"/>
                    <a:ext cx="393192" cy="393192"/>
                    <a:chOff x="5265196" y="3357021"/>
                    <a:chExt cx="393192" cy="393192"/>
                  </a:xfrm>
                </p:grpSpPr>
                <p:grpSp>
                  <p:nvGrpSpPr>
                    <p:cNvPr id="20306" name="Group 20305">
                      <a:extLst>
                        <a:ext uri="{FF2B5EF4-FFF2-40B4-BE49-F238E27FC236}">
                          <a16:creationId xmlns:a16="http://schemas.microsoft.com/office/drawing/2014/main" id="{6406BCB1-3B32-731F-F663-FC7927E22E09}"/>
                        </a:ext>
                      </a:extLst>
                    </p:cNvPr>
                    <p:cNvGrpSpPr/>
                    <p:nvPr/>
                  </p:nvGrpSpPr>
                  <p:grpSpPr>
                    <a:xfrm rot="14400000">
                      <a:off x="5265196" y="3357021"/>
                      <a:ext cx="393192" cy="393192"/>
                      <a:chOff x="5354637" y="3446463"/>
                      <a:chExt cx="214313" cy="214313"/>
                    </a:xfrm>
                  </p:grpSpPr>
                  <p:sp>
                    <p:nvSpPr>
                      <p:cNvPr id="20315" name="Arc 20314">
                        <a:extLst>
                          <a:ext uri="{FF2B5EF4-FFF2-40B4-BE49-F238E27FC236}">
                            <a16:creationId xmlns:a16="http://schemas.microsoft.com/office/drawing/2014/main" id="{79C06487-D56E-FEEB-4B9E-9502304B97D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316" name="Arc 20315">
                        <a:extLst>
                          <a:ext uri="{FF2B5EF4-FFF2-40B4-BE49-F238E27FC236}">
                            <a16:creationId xmlns:a16="http://schemas.microsoft.com/office/drawing/2014/main" id="{B84038A8-3CA4-1A42-589A-F7F83873D60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307" name="Group 20306">
                      <a:extLst>
                        <a:ext uri="{FF2B5EF4-FFF2-40B4-BE49-F238E27FC236}">
                          <a16:creationId xmlns:a16="http://schemas.microsoft.com/office/drawing/2014/main" id="{8FB8306A-6877-7D00-0A26-6F094673FC10}"/>
                        </a:ext>
                      </a:extLst>
                    </p:cNvPr>
                    <p:cNvGrpSpPr/>
                    <p:nvPr/>
                  </p:nvGrpSpPr>
                  <p:grpSpPr>
                    <a:xfrm>
                      <a:off x="5310186" y="3402011"/>
                      <a:ext cx="303213" cy="303213"/>
                      <a:chOff x="5310186" y="3402011"/>
                      <a:chExt cx="303213" cy="303213"/>
                    </a:xfrm>
                  </p:grpSpPr>
                  <p:grpSp>
                    <p:nvGrpSpPr>
                      <p:cNvPr id="20308" name="Group 20307">
                        <a:extLst>
                          <a:ext uri="{FF2B5EF4-FFF2-40B4-BE49-F238E27FC236}">
                            <a16:creationId xmlns:a16="http://schemas.microsoft.com/office/drawing/2014/main" id="{1B7563B2-DF0C-82A2-68BE-9C7B7C8235B3}"/>
                          </a:ext>
                        </a:extLst>
                      </p:cNvPr>
                      <p:cNvGrpSpPr/>
                      <p:nvPr/>
                    </p:nvGrpSpPr>
                    <p:grpSpPr>
                      <a:xfrm>
                        <a:off x="5354636" y="3446461"/>
                        <a:ext cx="214313" cy="214313"/>
                        <a:chOff x="5354637" y="3446463"/>
                        <a:chExt cx="214313" cy="214313"/>
                      </a:xfrm>
                    </p:grpSpPr>
                    <p:sp>
                      <p:nvSpPr>
                        <p:cNvPr id="20313" name="Arc 20312">
                          <a:extLst>
                            <a:ext uri="{FF2B5EF4-FFF2-40B4-BE49-F238E27FC236}">
                              <a16:creationId xmlns:a16="http://schemas.microsoft.com/office/drawing/2014/main" id="{A64F10AC-A57C-828F-B304-6EC02A713A1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314" name="Arc 20313">
                          <a:extLst>
                            <a:ext uri="{FF2B5EF4-FFF2-40B4-BE49-F238E27FC236}">
                              <a16:creationId xmlns:a16="http://schemas.microsoft.com/office/drawing/2014/main" id="{B820E5F8-F0EB-6527-C66E-17DE66A638F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309" name="Group 20308">
                        <a:extLst>
                          <a:ext uri="{FF2B5EF4-FFF2-40B4-BE49-F238E27FC236}">
                            <a16:creationId xmlns:a16="http://schemas.microsoft.com/office/drawing/2014/main" id="{282391AF-2416-EB61-C8F6-9198F5D36984}"/>
                          </a:ext>
                        </a:extLst>
                      </p:cNvPr>
                      <p:cNvGrpSpPr/>
                      <p:nvPr/>
                    </p:nvGrpSpPr>
                    <p:grpSpPr>
                      <a:xfrm rot="7200000">
                        <a:off x="5310186" y="3402011"/>
                        <a:ext cx="303213" cy="303213"/>
                        <a:chOff x="5354637" y="3446463"/>
                        <a:chExt cx="214313" cy="214313"/>
                      </a:xfrm>
                    </p:grpSpPr>
                    <p:sp>
                      <p:nvSpPr>
                        <p:cNvPr id="20311" name="Arc 20310">
                          <a:extLst>
                            <a:ext uri="{FF2B5EF4-FFF2-40B4-BE49-F238E27FC236}">
                              <a16:creationId xmlns:a16="http://schemas.microsoft.com/office/drawing/2014/main" id="{83A3A9AC-5CEC-59F8-991D-A12C1C83429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312" name="Arc 20311">
                          <a:extLst>
                            <a:ext uri="{FF2B5EF4-FFF2-40B4-BE49-F238E27FC236}">
                              <a16:creationId xmlns:a16="http://schemas.microsoft.com/office/drawing/2014/main" id="{187FF91A-0DC7-6EE8-427C-D8DAB5FBF23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310" name="TextBox 20309">
                        <a:extLst>
                          <a:ext uri="{FF2B5EF4-FFF2-40B4-BE49-F238E27FC236}">
                            <a16:creationId xmlns:a16="http://schemas.microsoft.com/office/drawing/2014/main" id="{8E0F0BD1-9465-97A6-54D4-A1263C04FAC6}"/>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272" name="Group 20271">
                    <a:extLst>
                      <a:ext uri="{FF2B5EF4-FFF2-40B4-BE49-F238E27FC236}">
                        <a16:creationId xmlns:a16="http://schemas.microsoft.com/office/drawing/2014/main" id="{CEFFF1E9-2005-CF33-BE98-4FBC436EEA8E}"/>
                      </a:ext>
                    </a:extLst>
                  </p:cNvPr>
                  <p:cNvGrpSpPr/>
                  <p:nvPr/>
                </p:nvGrpSpPr>
                <p:grpSpPr>
                  <a:xfrm>
                    <a:off x="5886431" y="3525040"/>
                    <a:ext cx="393192" cy="393192"/>
                    <a:chOff x="5265196" y="3932619"/>
                    <a:chExt cx="393192" cy="393192"/>
                  </a:xfrm>
                </p:grpSpPr>
                <p:grpSp>
                  <p:nvGrpSpPr>
                    <p:cNvPr id="20296" name="Group 20295">
                      <a:extLst>
                        <a:ext uri="{FF2B5EF4-FFF2-40B4-BE49-F238E27FC236}">
                          <a16:creationId xmlns:a16="http://schemas.microsoft.com/office/drawing/2014/main" id="{0BB3DA74-3F53-B941-0494-99AAA955F5D7}"/>
                        </a:ext>
                      </a:extLst>
                    </p:cNvPr>
                    <p:cNvGrpSpPr/>
                    <p:nvPr/>
                  </p:nvGrpSpPr>
                  <p:grpSpPr>
                    <a:xfrm>
                      <a:off x="5354636" y="4022061"/>
                      <a:ext cx="214313" cy="214313"/>
                      <a:chOff x="5354637" y="3446463"/>
                      <a:chExt cx="214313" cy="214313"/>
                    </a:xfrm>
                  </p:grpSpPr>
                  <p:sp>
                    <p:nvSpPr>
                      <p:cNvPr id="20304" name="Arc 20303">
                        <a:extLst>
                          <a:ext uri="{FF2B5EF4-FFF2-40B4-BE49-F238E27FC236}">
                            <a16:creationId xmlns:a16="http://schemas.microsoft.com/office/drawing/2014/main" id="{DB4201AD-1DDD-F5A3-9F80-22337A22EBF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305" name="Arc 20304">
                        <a:extLst>
                          <a:ext uri="{FF2B5EF4-FFF2-40B4-BE49-F238E27FC236}">
                            <a16:creationId xmlns:a16="http://schemas.microsoft.com/office/drawing/2014/main" id="{4671E977-B8E1-7842-FF4E-41F68BCC07D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297" name="Group 20296">
                      <a:extLst>
                        <a:ext uri="{FF2B5EF4-FFF2-40B4-BE49-F238E27FC236}">
                          <a16:creationId xmlns:a16="http://schemas.microsoft.com/office/drawing/2014/main" id="{36B1058C-E5C6-FFAF-E2BA-D742633B93E9}"/>
                        </a:ext>
                      </a:extLst>
                    </p:cNvPr>
                    <p:cNvGrpSpPr/>
                    <p:nvPr/>
                  </p:nvGrpSpPr>
                  <p:grpSpPr>
                    <a:xfrm rot="14400000">
                      <a:off x="5310186" y="3977611"/>
                      <a:ext cx="303213" cy="303213"/>
                      <a:chOff x="5354637" y="3446463"/>
                      <a:chExt cx="214313" cy="214313"/>
                    </a:xfrm>
                  </p:grpSpPr>
                  <p:sp>
                    <p:nvSpPr>
                      <p:cNvPr id="20302" name="Arc 20301">
                        <a:extLst>
                          <a:ext uri="{FF2B5EF4-FFF2-40B4-BE49-F238E27FC236}">
                            <a16:creationId xmlns:a16="http://schemas.microsoft.com/office/drawing/2014/main" id="{19602D85-2C32-5399-EE6F-24DE2D08B3E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303" name="Arc 20302">
                        <a:extLst>
                          <a:ext uri="{FF2B5EF4-FFF2-40B4-BE49-F238E27FC236}">
                            <a16:creationId xmlns:a16="http://schemas.microsoft.com/office/drawing/2014/main" id="{722BCA42-00F3-B5E7-55C2-19080187F12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298" name="Group 20297">
                      <a:extLst>
                        <a:ext uri="{FF2B5EF4-FFF2-40B4-BE49-F238E27FC236}">
                          <a16:creationId xmlns:a16="http://schemas.microsoft.com/office/drawing/2014/main" id="{ACC72D8F-9CA5-2ACE-6079-0B27675D043C}"/>
                        </a:ext>
                      </a:extLst>
                    </p:cNvPr>
                    <p:cNvGrpSpPr/>
                    <p:nvPr/>
                  </p:nvGrpSpPr>
                  <p:grpSpPr>
                    <a:xfrm rot="7200000">
                      <a:off x="5265196" y="3932619"/>
                      <a:ext cx="393192" cy="393192"/>
                      <a:chOff x="5354637" y="3446463"/>
                      <a:chExt cx="214313" cy="214313"/>
                    </a:xfrm>
                  </p:grpSpPr>
                  <p:sp>
                    <p:nvSpPr>
                      <p:cNvPr id="20300" name="Arc 20299">
                        <a:extLst>
                          <a:ext uri="{FF2B5EF4-FFF2-40B4-BE49-F238E27FC236}">
                            <a16:creationId xmlns:a16="http://schemas.microsoft.com/office/drawing/2014/main" id="{FA633D37-D660-EA25-775E-60D1BA1B748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301" name="Arc 20300">
                        <a:extLst>
                          <a:ext uri="{FF2B5EF4-FFF2-40B4-BE49-F238E27FC236}">
                            <a16:creationId xmlns:a16="http://schemas.microsoft.com/office/drawing/2014/main" id="{E1446E2E-6BFA-4C96-17EF-A076D6C37F4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299" name="TextBox 20298">
                      <a:extLst>
                        <a:ext uri="{FF2B5EF4-FFF2-40B4-BE49-F238E27FC236}">
                          <a16:creationId xmlns:a16="http://schemas.microsoft.com/office/drawing/2014/main" id="{5416A3C8-BA9D-8361-1BC4-087C14CA79E2}"/>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0273" name="Group 20272">
                    <a:extLst>
                      <a:ext uri="{FF2B5EF4-FFF2-40B4-BE49-F238E27FC236}">
                        <a16:creationId xmlns:a16="http://schemas.microsoft.com/office/drawing/2014/main" id="{9421A5D6-A896-292B-4EDE-3FF3A05B3B5F}"/>
                      </a:ext>
                    </a:extLst>
                  </p:cNvPr>
                  <p:cNvGrpSpPr/>
                  <p:nvPr/>
                </p:nvGrpSpPr>
                <p:grpSpPr>
                  <a:xfrm>
                    <a:off x="6512463" y="3525040"/>
                    <a:ext cx="393192" cy="393192"/>
                    <a:chOff x="6389147" y="3357021"/>
                    <a:chExt cx="393192" cy="393192"/>
                  </a:xfrm>
                </p:grpSpPr>
                <p:grpSp>
                  <p:nvGrpSpPr>
                    <p:cNvPr id="20285" name="Group 20284">
                      <a:extLst>
                        <a:ext uri="{FF2B5EF4-FFF2-40B4-BE49-F238E27FC236}">
                          <a16:creationId xmlns:a16="http://schemas.microsoft.com/office/drawing/2014/main" id="{E7F60B56-B480-24C9-2B21-DE791B2B5D5D}"/>
                        </a:ext>
                      </a:extLst>
                    </p:cNvPr>
                    <p:cNvGrpSpPr/>
                    <p:nvPr/>
                  </p:nvGrpSpPr>
                  <p:grpSpPr>
                    <a:xfrm rot="7200000" flipH="1">
                      <a:off x="6389147" y="3357021"/>
                      <a:ext cx="393192" cy="393192"/>
                      <a:chOff x="5354637" y="3446463"/>
                      <a:chExt cx="214313" cy="214313"/>
                    </a:xfrm>
                  </p:grpSpPr>
                  <p:sp>
                    <p:nvSpPr>
                      <p:cNvPr id="20294" name="Arc 20293">
                        <a:extLst>
                          <a:ext uri="{FF2B5EF4-FFF2-40B4-BE49-F238E27FC236}">
                            <a16:creationId xmlns:a16="http://schemas.microsoft.com/office/drawing/2014/main" id="{0858E464-770A-4EC4-EE2B-3BC027ABE65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295" name="Arc 20294">
                        <a:extLst>
                          <a:ext uri="{FF2B5EF4-FFF2-40B4-BE49-F238E27FC236}">
                            <a16:creationId xmlns:a16="http://schemas.microsoft.com/office/drawing/2014/main" id="{62A25ECD-DE3F-DC6C-D5B6-E3DF35221A6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286" name="Group 20285">
                      <a:extLst>
                        <a:ext uri="{FF2B5EF4-FFF2-40B4-BE49-F238E27FC236}">
                          <a16:creationId xmlns:a16="http://schemas.microsoft.com/office/drawing/2014/main" id="{0F127C69-38C3-FC6F-F4B0-ADFEAAD8AECA}"/>
                        </a:ext>
                      </a:extLst>
                    </p:cNvPr>
                    <p:cNvGrpSpPr/>
                    <p:nvPr/>
                  </p:nvGrpSpPr>
                  <p:grpSpPr>
                    <a:xfrm>
                      <a:off x="6434137" y="3402011"/>
                      <a:ext cx="303213" cy="303213"/>
                      <a:chOff x="6434137" y="3402011"/>
                      <a:chExt cx="303213" cy="303213"/>
                    </a:xfrm>
                  </p:grpSpPr>
                  <p:grpSp>
                    <p:nvGrpSpPr>
                      <p:cNvPr id="20287" name="Group 20286">
                        <a:extLst>
                          <a:ext uri="{FF2B5EF4-FFF2-40B4-BE49-F238E27FC236}">
                            <a16:creationId xmlns:a16="http://schemas.microsoft.com/office/drawing/2014/main" id="{2AE05973-6C30-DC3A-BE85-5AD4FF91DC6E}"/>
                          </a:ext>
                        </a:extLst>
                      </p:cNvPr>
                      <p:cNvGrpSpPr/>
                      <p:nvPr/>
                    </p:nvGrpSpPr>
                    <p:grpSpPr>
                      <a:xfrm flipH="1">
                        <a:off x="6478587" y="3446461"/>
                        <a:ext cx="214313" cy="214313"/>
                        <a:chOff x="5354637" y="3446463"/>
                        <a:chExt cx="214313" cy="214313"/>
                      </a:xfrm>
                    </p:grpSpPr>
                    <p:sp>
                      <p:nvSpPr>
                        <p:cNvPr id="20292" name="Arc 20291">
                          <a:extLst>
                            <a:ext uri="{FF2B5EF4-FFF2-40B4-BE49-F238E27FC236}">
                              <a16:creationId xmlns:a16="http://schemas.microsoft.com/office/drawing/2014/main" id="{D69EA74F-97B6-B54C-B1A9-05B524DB1AD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293" name="Arc 20292">
                          <a:extLst>
                            <a:ext uri="{FF2B5EF4-FFF2-40B4-BE49-F238E27FC236}">
                              <a16:creationId xmlns:a16="http://schemas.microsoft.com/office/drawing/2014/main" id="{F089DEE6-F620-0AE8-9328-60AD2F207C3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288" name="Group 20287">
                        <a:extLst>
                          <a:ext uri="{FF2B5EF4-FFF2-40B4-BE49-F238E27FC236}">
                            <a16:creationId xmlns:a16="http://schemas.microsoft.com/office/drawing/2014/main" id="{4EFA2C35-27CF-8C79-1C46-D342322FCD80}"/>
                          </a:ext>
                        </a:extLst>
                      </p:cNvPr>
                      <p:cNvGrpSpPr/>
                      <p:nvPr/>
                    </p:nvGrpSpPr>
                    <p:grpSpPr>
                      <a:xfrm rot="14400000" flipH="1">
                        <a:off x="6434137" y="3402011"/>
                        <a:ext cx="303213" cy="303213"/>
                        <a:chOff x="5354637" y="3446463"/>
                        <a:chExt cx="214313" cy="214313"/>
                      </a:xfrm>
                    </p:grpSpPr>
                    <p:sp>
                      <p:nvSpPr>
                        <p:cNvPr id="20290" name="Arc 20289">
                          <a:extLst>
                            <a:ext uri="{FF2B5EF4-FFF2-40B4-BE49-F238E27FC236}">
                              <a16:creationId xmlns:a16="http://schemas.microsoft.com/office/drawing/2014/main" id="{CEA0F9F4-5C44-AE09-B901-FF1C10A2329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291" name="Arc 20290">
                          <a:extLst>
                            <a:ext uri="{FF2B5EF4-FFF2-40B4-BE49-F238E27FC236}">
                              <a16:creationId xmlns:a16="http://schemas.microsoft.com/office/drawing/2014/main" id="{0129E285-B70F-7F87-A1F5-D4CE3C59845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289" name="TextBox 20288">
                        <a:extLst>
                          <a:ext uri="{FF2B5EF4-FFF2-40B4-BE49-F238E27FC236}">
                            <a16:creationId xmlns:a16="http://schemas.microsoft.com/office/drawing/2014/main" id="{E2B4AD67-B9F9-002F-9BCD-5E88F5D8A0DA}"/>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274" name="Group 20273">
                    <a:extLst>
                      <a:ext uri="{FF2B5EF4-FFF2-40B4-BE49-F238E27FC236}">
                        <a16:creationId xmlns:a16="http://schemas.microsoft.com/office/drawing/2014/main" id="{173C87C7-A182-41E4-21E8-7121849C0583}"/>
                      </a:ext>
                    </a:extLst>
                  </p:cNvPr>
                  <p:cNvGrpSpPr/>
                  <p:nvPr/>
                </p:nvGrpSpPr>
                <p:grpSpPr>
                  <a:xfrm>
                    <a:off x="6197413" y="3225768"/>
                    <a:ext cx="393192" cy="393192"/>
                    <a:chOff x="6389147" y="3932622"/>
                    <a:chExt cx="393192" cy="393192"/>
                  </a:xfrm>
                </p:grpSpPr>
                <p:grpSp>
                  <p:nvGrpSpPr>
                    <p:cNvPr id="20275" name="Group 20274">
                      <a:extLst>
                        <a:ext uri="{FF2B5EF4-FFF2-40B4-BE49-F238E27FC236}">
                          <a16:creationId xmlns:a16="http://schemas.microsoft.com/office/drawing/2014/main" id="{132F63C0-F0A7-47DA-40F4-26E3C5650D78}"/>
                        </a:ext>
                      </a:extLst>
                    </p:cNvPr>
                    <p:cNvGrpSpPr/>
                    <p:nvPr/>
                  </p:nvGrpSpPr>
                  <p:grpSpPr>
                    <a:xfrm flipH="1">
                      <a:off x="6478587" y="4022061"/>
                      <a:ext cx="214313" cy="214313"/>
                      <a:chOff x="5354637" y="3446463"/>
                      <a:chExt cx="214313" cy="214313"/>
                    </a:xfrm>
                  </p:grpSpPr>
                  <p:sp>
                    <p:nvSpPr>
                      <p:cNvPr id="20283" name="Arc 20282">
                        <a:extLst>
                          <a:ext uri="{FF2B5EF4-FFF2-40B4-BE49-F238E27FC236}">
                            <a16:creationId xmlns:a16="http://schemas.microsoft.com/office/drawing/2014/main" id="{5BD3627E-F2E1-C92A-53F6-36FF4DB216B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284" name="Arc 20283">
                        <a:extLst>
                          <a:ext uri="{FF2B5EF4-FFF2-40B4-BE49-F238E27FC236}">
                            <a16:creationId xmlns:a16="http://schemas.microsoft.com/office/drawing/2014/main" id="{81DFDDB6-8F5D-448B-592E-697898C9C04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276" name="Group 20275">
                      <a:extLst>
                        <a:ext uri="{FF2B5EF4-FFF2-40B4-BE49-F238E27FC236}">
                          <a16:creationId xmlns:a16="http://schemas.microsoft.com/office/drawing/2014/main" id="{D057AE15-7504-0F70-CD40-05139F77FA9C}"/>
                        </a:ext>
                      </a:extLst>
                    </p:cNvPr>
                    <p:cNvGrpSpPr/>
                    <p:nvPr/>
                  </p:nvGrpSpPr>
                  <p:grpSpPr>
                    <a:xfrm rot="7200000" flipH="1">
                      <a:off x="6434137" y="3977611"/>
                      <a:ext cx="303213" cy="303213"/>
                      <a:chOff x="5354637" y="3446463"/>
                      <a:chExt cx="214313" cy="214313"/>
                    </a:xfrm>
                  </p:grpSpPr>
                  <p:sp>
                    <p:nvSpPr>
                      <p:cNvPr id="20281" name="Arc 20280">
                        <a:extLst>
                          <a:ext uri="{FF2B5EF4-FFF2-40B4-BE49-F238E27FC236}">
                            <a16:creationId xmlns:a16="http://schemas.microsoft.com/office/drawing/2014/main" id="{E457BDB1-81D0-31B7-84DD-D0328614118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282" name="Arc 20281">
                        <a:extLst>
                          <a:ext uri="{FF2B5EF4-FFF2-40B4-BE49-F238E27FC236}">
                            <a16:creationId xmlns:a16="http://schemas.microsoft.com/office/drawing/2014/main" id="{47474B04-0387-1D10-6028-5CCF185BCCF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277" name="Group 20276">
                      <a:extLst>
                        <a:ext uri="{FF2B5EF4-FFF2-40B4-BE49-F238E27FC236}">
                          <a16:creationId xmlns:a16="http://schemas.microsoft.com/office/drawing/2014/main" id="{E7B06063-C0B3-F668-2C76-F8B3229142E2}"/>
                        </a:ext>
                      </a:extLst>
                    </p:cNvPr>
                    <p:cNvGrpSpPr/>
                    <p:nvPr/>
                  </p:nvGrpSpPr>
                  <p:grpSpPr>
                    <a:xfrm rot="14400000" flipH="1">
                      <a:off x="6389147" y="3932622"/>
                      <a:ext cx="393192" cy="393192"/>
                      <a:chOff x="5354637" y="3446463"/>
                      <a:chExt cx="214313" cy="214313"/>
                    </a:xfrm>
                  </p:grpSpPr>
                  <p:sp>
                    <p:nvSpPr>
                      <p:cNvPr id="20279" name="Arc 20278">
                        <a:extLst>
                          <a:ext uri="{FF2B5EF4-FFF2-40B4-BE49-F238E27FC236}">
                            <a16:creationId xmlns:a16="http://schemas.microsoft.com/office/drawing/2014/main" id="{9C2B0893-1A71-7BA4-D969-37A9DC51DD5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280" name="Arc 20279">
                        <a:extLst>
                          <a:ext uri="{FF2B5EF4-FFF2-40B4-BE49-F238E27FC236}">
                            <a16:creationId xmlns:a16="http://schemas.microsoft.com/office/drawing/2014/main" id="{F8BEDFF0-FE83-02AF-296F-5BD2D28A7BB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278" name="TextBox 20277">
                      <a:extLst>
                        <a:ext uri="{FF2B5EF4-FFF2-40B4-BE49-F238E27FC236}">
                          <a16:creationId xmlns:a16="http://schemas.microsoft.com/office/drawing/2014/main" id="{22C53ECB-215A-E315-DFCC-A33EE3BD6A0D}"/>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8357" name="Group 18356">
              <a:extLst>
                <a:ext uri="{FF2B5EF4-FFF2-40B4-BE49-F238E27FC236}">
                  <a16:creationId xmlns:a16="http://schemas.microsoft.com/office/drawing/2014/main" id="{4C2F784D-C5B0-BCD8-DA2C-DC470108594A}"/>
                </a:ext>
              </a:extLst>
            </p:cNvPr>
            <p:cNvGrpSpPr/>
            <p:nvPr/>
          </p:nvGrpSpPr>
          <p:grpSpPr>
            <a:xfrm>
              <a:off x="784090" y="-792780"/>
              <a:ext cx="2263438" cy="2198360"/>
              <a:chOff x="5445106" y="2039507"/>
              <a:chExt cx="2263438" cy="2198360"/>
            </a:xfrm>
          </p:grpSpPr>
          <p:grpSp>
            <p:nvGrpSpPr>
              <p:cNvPr id="20077" name="Group 20076">
                <a:extLst>
                  <a:ext uri="{FF2B5EF4-FFF2-40B4-BE49-F238E27FC236}">
                    <a16:creationId xmlns:a16="http://schemas.microsoft.com/office/drawing/2014/main" id="{8653D216-7333-F1D7-BEDF-31C4EEA827C3}"/>
                  </a:ext>
                </a:extLst>
              </p:cNvPr>
              <p:cNvGrpSpPr/>
              <p:nvPr/>
            </p:nvGrpSpPr>
            <p:grpSpPr>
              <a:xfrm>
                <a:off x="5445106" y="2644743"/>
                <a:ext cx="1643204" cy="1593124"/>
                <a:chOff x="5445106" y="2644743"/>
                <a:chExt cx="1643204" cy="1593124"/>
              </a:xfrm>
            </p:grpSpPr>
            <p:grpSp>
              <p:nvGrpSpPr>
                <p:cNvPr id="20173" name="Group 20172">
                  <a:extLst>
                    <a:ext uri="{FF2B5EF4-FFF2-40B4-BE49-F238E27FC236}">
                      <a16:creationId xmlns:a16="http://schemas.microsoft.com/office/drawing/2014/main" id="{CBC59FAF-4576-FE38-32FE-A1B2AA5D28BC}"/>
                    </a:ext>
                  </a:extLst>
                </p:cNvPr>
                <p:cNvGrpSpPr/>
                <p:nvPr/>
              </p:nvGrpSpPr>
              <p:grpSpPr>
                <a:xfrm>
                  <a:off x="5445106" y="2644743"/>
                  <a:ext cx="1019224" cy="991639"/>
                  <a:chOff x="5886431" y="3225768"/>
                  <a:chExt cx="1019224" cy="991639"/>
                </a:xfrm>
              </p:grpSpPr>
              <p:grpSp>
                <p:nvGrpSpPr>
                  <p:cNvPr id="20221" name="Group 20220">
                    <a:extLst>
                      <a:ext uri="{FF2B5EF4-FFF2-40B4-BE49-F238E27FC236}">
                        <a16:creationId xmlns:a16="http://schemas.microsoft.com/office/drawing/2014/main" id="{B0DB6BED-1000-278C-9E04-36D63562C20D}"/>
                      </a:ext>
                    </a:extLst>
                  </p:cNvPr>
                  <p:cNvGrpSpPr/>
                  <p:nvPr/>
                </p:nvGrpSpPr>
                <p:grpSpPr>
                  <a:xfrm>
                    <a:off x="6197413" y="3824215"/>
                    <a:ext cx="393192" cy="393192"/>
                    <a:chOff x="5265196" y="3357021"/>
                    <a:chExt cx="393192" cy="393192"/>
                  </a:xfrm>
                </p:grpSpPr>
                <p:grpSp>
                  <p:nvGrpSpPr>
                    <p:cNvPr id="20256" name="Group 20255">
                      <a:extLst>
                        <a:ext uri="{FF2B5EF4-FFF2-40B4-BE49-F238E27FC236}">
                          <a16:creationId xmlns:a16="http://schemas.microsoft.com/office/drawing/2014/main" id="{7C7B1615-96EE-2E3A-8E09-4B26586AB6E6}"/>
                        </a:ext>
                      </a:extLst>
                    </p:cNvPr>
                    <p:cNvGrpSpPr/>
                    <p:nvPr/>
                  </p:nvGrpSpPr>
                  <p:grpSpPr>
                    <a:xfrm rot="14400000">
                      <a:off x="5265196" y="3357021"/>
                      <a:ext cx="393192" cy="393192"/>
                      <a:chOff x="5354637" y="3446463"/>
                      <a:chExt cx="214313" cy="214313"/>
                    </a:xfrm>
                  </p:grpSpPr>
                  <p:sp>
                    <p:nvSpPr>
                      <p:cNvPr id="20265" name="Arc 20264">
                        <a:extLst>
                          <a:ext uri="{FF2B5EF4-FFF2-40B4-BE49-F238E27FC236}">
                            <a16:creationId xmlns:a16="http://schemas.microsoft.com/office/drawing/2014/main" id="{67ACD6B4-C962-E926-29BA-532B18810BD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266" name="Arc 20265">
                        <a:extLst>
                          <a:ext uri="{FF2B5EF4-FFF2-40B4-BE49-F238E27FC236}">
                            <a16:creationId xmlns:a16="http://schemas.microsoft.com/office/drawing/2014/main" id="{93577EAD-CB21-7A37-8746-AD7599FA66D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257" name="Group 20256">
                      <a:extLst>
                        <a:ext uri="{FF2B5EF4-FFF2-40B4-BE49-F238E27FC236}">
                          <a16:creationId xmlns:a16="http://schemas.microsoft.com/office/drawing/2014/main" id="{7ED735B0-CDDE-B0CE-C856-2C9C2F4DE0E6}"/>
                        </a:ext>
                      </a:extLst>
                    </p:cNvPr>
                    <p:cNvGrpSpPr/>
                    <p:nvPr/>
                  </p:nvGrpSpPr>
                  <p:grpSpPr>
                    <a:xfrm>
                      <a:off x="5310186" y="3402011"/>
                      <a:ext cx="303213" cy="303213"/>
                      <a:chOff x="5310186" y="3402011"/>
                      <a:chExt cx="303213" cy="303213"/>
                    </a:xfrm>
                  </p:grpSpPr>
                  <p:grpSp>
                    <p:nvGrpSpPr>
                      <p:cNvPr id="20258" name="Group 20257">
                        <a:extLst>
                          <a:ext uri="{FF2B5EF4-FFF2-40B4-BE49-F238E27FC236}">
                            <a16:creationId xmlns:a16="http://schemas.microsoft.com/office/drawing/2014/main" id="{E7306A99-749C-72F2-7B4F-8E93A29E78E0}"/>
                          </a:ext>
                        </a:extLst>
                      </p:cNvPr>
                      <p:cNvGrpSpPr/>
                      <p:nvPr/>
                    </p:nvGrpSpPr>
                    <p:grpSpPr>
                      <a:xfrm>
                        <a:off x="5354636" y="3446461"/>
                        <a:ext cx="214313" cy="214313"/>
                        <a:chOff x="5354637" y="3446463"/>
                        <a:chExt cx="214313" cy="214313"/>
                      </a:xfrm>
                    </p:grpSpPr>
                    <p:sp>
                      <p:nvSpPr>
                        <p:cNvPr id="20263" name="Arc 20262">
                          <a:extLst>
                            <a:ext uri="{FF2B5EF4-FFF2-40B4-BE49-F238E27FC236}">
                              <a16:creationId xmlns:a16="http://schemas.microsoft.com/office/drawing/2014/main" id="{C746100E-CF27-6970-3A21-00035E80F9B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264" name="Arc 20263">
                          <a:extLst>
                            <a:ext uri="{FF2B5EF4-FFF2-40B4-BE49-F238E27FC236}">
                              <a16:creationId xmlns:a16="http://schemas.microsoft.com/office/drawing/2014/main" id="{0981975D-5F38-D2E6-69A0-E2D5B908A69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259" name="Group 20258">
                        <a:extLst>
                          <a:ext uri="{FF2B5EF4-FFF2-40B4-BE49-F238E27FC236}">
                            <a16:creationId xmlns:a16="http://schemas.microsoft.com/office/drawing/2014/main" id="{F3E41450-43C3-FE31-965F-4053146A4E3B}"/>
                          </a:ext>
                        </a:extLst>
                      </p:cNvPr>
                      <p:cNvGrpSpPr/>
                      <p:nvPr/>
                    </p:nvGrpSpPr>
                    <p:grpSpPr>
                      <a:xfrm rot="7200000">
                        <a:off x="5310186" y="3402011"/>
                        <a:ext cx="303213" cy="303213"/>
                        <a:chOff x="5354637" y="3446463"/>
                        <a:chExt cx="214313" cy="214313"/>
                      </a:xfrm>
                    </p:grpSpPr>
                    <p:sp>
                      <p:nvSpPr>
                        <p:cNvPr id="20261" name="Arc 20260">
                          <a:extLst>
                            <a:ext uri="{FF2B5EF4-FFF2-40B4-BE49-F238E27FC236}">
                              <a16:creationId xmlns:a16="http://schemas.microsoft.com/office/drawing/2014/main" id="{3EF391B0-9C44-7BE5-5090-39B11731409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262" name="Arc 20261">
                          <a:extLst>
                            <a:ext uri="{FF2B5EF4-FFF2-40B4-BE49-F238E27FC236}">
                              <a16:creationId xmlns:a16="http://schemas.microsoft.com/office/drawing/2014/main" id="{2EB32F34-DA94-1457-A7BB-D3B7E9CF5EC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260" name="TextBox 20259">
                        <a:extLst>
                          <a:ext uri="{FF2B5EF4-FFF2-40B4-BE49-F238E27FC236}">
                            <a16:creationId xmlns:a16="http://schemas.microsoft.com/office/drawing/2014/main" id="{135CDF03-3177-D2C5-EE44-76B05A488DA7}"/>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222" name="Group 20221">
                    <a:extLst>
                      <a:ext uri="{FF2B5EF4-FFF2-40B4-BE49-F238E27FC236}">
                        <a16:creationId xmlns:a16="http://schemas.microsoft.com/office/drawing/2014/main" id="{2BECFCD8-5EAF-F8EC-8593-A8DBD6F5BDCF}"/>
                      </a:ext>
                    </a:extLst>
                  </p:cNvPr>
                  <p:cNvGrpSpPr/>
                  <p:nvPr/>
                </p:nvGrpSpPr>
                <p:grpSpPr>
                  <a:xfrm>
                    <a:off x="5886431" y="3525040"/>
                    <a:ext cx="393192" cy="393192"/>
                    <a:chOff x="5265196" y="3932619"/>
                    <a:chExt cx="393192" cy="393192"/>
                  </a:xfrm>
                </p:grpSpPr>
                <p:grpSp>
                  <p:nvGrpSpPr>
                    <p:cNvPr id="20246" name="Group 20245">
                      <a:extLst>
                        <a:ext uri="{FF2B5EF4-FFF2-40B4-BE49-F238E27FC236}">
                          <a16:creationId xmlns:a16="http://schemas.microsoft.com/office/drawing/2014/main" id="{6B808FFF-8768-BF9B-F024-F2AB6A87B1C7}"/>
                        </a:ext>
                      </a:extLst>
                    </p:cNvPr>
                    <p:cNvGrpSpPr/>
                    <p:nvPr/>
                  </p:nvGrpSpPr>
                  <p:grpSpPr>
                    <a:xfrm>
                      <a:off x="5354636" y="4022061"/>
                      <a:ext cx="214313" cy="214313"/>
                      <a:chOff x="5354637" y="3446463"/>
                      <a:chExt cx="214313" cy="214313"/>
                    </a:xfrm>
                  </p:grpSpPr>
                  <p:sp>
                    <p:nvSpPr>
                      <p:cNvPr id="20254" name="Arc 20253">
                        <a:extLst>
                          <a:ext uri="{FF2B5EF4-FFF2-40B4-BE49-F238E27FC236}">
                            <a16:creationId xmlns:a16="http://schemas.microsoft.com/office/drawing/2014/main" id="{26EEED11-FF21-3B07-51D1-770BA74B4C5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255" name="Arc 20254">
                        <a:extLst>
                          <a:ext uri="{FF2B5EF4-FFF2-40B4-BE49-F238E27FC236}">
                            <a16:creationId xmlns:a16="http://schemas.microsoft.com/office/drawing/2014/main" id="{D4B0E6C8-14AC-A8C8-C450-16DAA96A7F5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247" name="Group 20246">
                      <a:extLst>
                        <a:ext uri="{FF2B5EF4-FFF2-40B4-BE49-F238E27FC236}">
                          <a16:creationId xmlns:a16="http://schemas.microsoft.com/office/drawing/2014/main" id="{1F6EAB28-211E-7716-CA8B-27C9D00F5428}"/>
                        </a:ext>
                      </a:extLst>
                    </p:cNvPr>
                    <p:cNvGrpSpPr/>
                    <p:nvPr/>
                  </p:nvGrpSpPr>
                  <p:grpSpPr>
                    <a:xfrm rot="14400000">
                      <a:off x="5310186" y="3977611"/>
                      <a:ext cx="303213" cy="303213"/>
                      <a:chOff x="5354637" y="3446463"/>
                      <a:chExt cx="214313" cy="214313"/>
                    </a:xfrm>
                  </p:grpSpPr>
                  <p:sp>
                    <p:nvSpPr>
                      <p:cNvPr id="20252" name="Arc 20251">
                        <a:extLst>
                          <a:ext uri="{FF2B5EF4-FFF2-40B4-BE49-F238E27FC236}">
                            <a16:creationId xmlns:a16="http://schemas.microsoft.com/office/drawing/2014/main" id="{80C20F75-2AF5-61EB-B5F6-A714DC2E556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253" name="Arc 20252">
                        <a:extLst>
                          <a:ext uri="{FF2B5EF4-FFF2-40B4-BE49-F238E27FC236}">
                            <a16:creationId xmlns:a16="http://schemas.microsoft.com/office/drawing/2014/main" id="{8A105BAE-09DE-57CC-322E-98E0C2C39B3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248" name="Group 20247">
                      <a:extLst>
                        <a:ext uri="{FF2B5EF4-FFF2-40B4-BE49-F238E27FC236}">
                          <a16:creationId xmlns:a16="http://schemas.microsoft.com/office/drawing/2014/main" id="{D9C20637-D16F-4E6A-CBB0-E7CED6939A0C}"/>
                        </a:ext>
                      </a:extLst>
                    </p:cNvPr>
                    <p:cNvGrpSpPr/>
                    <p:nvPr/>
                  </p:nvGrpSpPr>
                  <p:grpSpPr>
                    <a:xfrm rot="7200000">
                      <a:off x="5265196" y="3932619"/>
                      <a:ext cx="393192" cy="393192"/>
                      <a:chOff x="5354637" y="3446463"/>
                      <a:chExt cx="214313" cy="214313"/>
                    </a:xfrm>
                  </p:grpSpPr>
                  <p:sp>
                    <p:nvSpPr>
                      <p:cNvPr id="20250" name="Arc 20249">
                        <a:extLst>
                          <a:ext uri="{FF2B5EF4-FFF2-40B4-BE49-F238E27FC236}">
                            <a16:creationId xmlns:a16="http://schemas.microsoft.com/office/drawing/2014/main" id="{B81D138D-76C5-9F3A-88F8-707985F8E51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251" name="Arc 20250">
                        <a:extLst>
                          <a:ext uri="{FF2B5EF4-FFF2-40B4-BE49-F238E27FC236}">
                            <a16:creationId xmlns:a16="http://schemas.microsoft.com/office/drawing/2014/main" id="{41EA5DC6-5E06-816F-5D08-CA201D4ADF8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249" name="TextBox 20248">
                      <a:extLst>
                        <a:ext uri="{FF2B5EF4-FFF2-40B4-BE49-F238E27FC236}">
                          <a16:creationId xmlns:a16="http://schemas.microsoft.com/office/drawing/2014/main" id="{6138BC78-C4F3-1F93-4779-0735AC945E40}"/>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0223" name="Group 20222">
                    <a:extLst>
                      <a:ext uri="{FF2B5EF4-FFF2-40B4-BE49-F238E27FC236}">
                        <a16:creationId xmlns:a16="http://schemas.microsoft.com/office/drawing/2014/main" id="{E247D5A5-EF60-6C0B-3FDF-9C733A26B1A1}"/>
                      </a:ext>
                    </a:extLst>
                  </p:cNvPr>
                  <p:cNvGrpSpPr/>
                  <p:nvPr/>
                </p:nvGrpSpPr>
                <p:grpSpPr>
                  <a:xfrm>
                    <a:off x="6512463" y="3525040"/>
                    <a:ext cx="393192" cy="393192"/>
                    <a:chOff x="6389147" y="3357021"/>
                    <a:chExt cx="393192" cy="393192"/>
                  </a:xfrm>
                </p:grpSpPr>
                <p:grpSp>
                  <p:nvGrpSpPr>
                    <p:cNvPr id="20235" name="Group 20234">
                      <a:extLst>
                        <a:ext uri="{FF2B5EF4-FFF2-40B4-BE49-F238E27FC236}">
                          <a16:creationId xmlns:a16="http://schemas.microsoft.com/office/drawing/2014/main" id="{01C4CB23-53CA-10BE-FA43-7F92DB9647BC}"/>
                        </a:ext>
                      </a:extLst>
                    </p:cNvPr>
                    <p:cNvGrpSpPr/>
                    <p:nvPr/>
                  </p:nvGrpSpPr>
                  <p:grpSpPr>
                    <a:xfrm rot="7200000" flipH="1">
                      <a:off x="6389147" y="3357021"/>
                      <a:ext cx="393192" cy="393192"/>
                      <a:chOff x="5354637" y="3446463"/>
                      <a:chExt cx="214313" cy="214313"/>
                    </a:xfrm>
                  </p:grpSpPr>
                  <p:sp>
                    <p:nvSpPr>
                      <p:cNvPr id="20244" name="Arc 20243">
                        <a:extLst>
                          <a:ext uri="{FF2B5EF4-FFF2-40B4-BE49-F238E27FC236}">
                            <a16:creationId xmlns:a16="http://schemas.microsoft.com/office/drawing/2014/main" id="{837E8259-793F-D300-8FBA-01AF0E8BCAC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245" name="Arc 20244">
                        <a:extLst>
                          <a:ext uri="{FF2B5EF4-FFF2-40B4-BE49-F238E27FC236}">
                            <a16:creationId xmlns:a16="http://schemas.microsoft.com/office/drawing/2014/main" id="{011A53A2-6C7B-A657-90F8-E33ABB837C2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236" name="Group 20235">
                      <a:extLst>
                        <a:ext uri="{FF2B5EF4-FFF2-40B4-BE49-F238E27FC236}">
                          <a16:creationId xmlns:a16="http://schemas.microsoft.com/office/drawing/2014/main" id="{B6CE1442-BBEC-8B1E-D7FC-1EA1F39B03AA}"/>
                        </a:ext>
                      </a:extLst>
                    </p:cNvPr>
                    <p:cNvGrpSpPr/>
                    <p:nvPr/>
                  </p:nvGrpSpPr>
                  <p:grpSpPr>
                    <a:xfrm>
                      <a:off x="6434137" y="3402011"/>
                      <a:ext cx="303213" cy="303213"/>
                      <a:chOff x="6434137" y="3402011"/>
                      <a:chExt cx="303213" cy="303213"/>
                    </a:xfrm>
                  </p:grpSpPr>
                  <p:grpSp>
                    <p:nvGrpSpPr>
                      <p:cNvPr id="20237" name="Group 20236">
                        <a:extLst>
                          <a:ext uri="{FF2B5EF4-FFF2-40B4-BE49-F238E27FC236}">
                            <a16:creationId xmlns:a16="http://schemas.microsoft.com/office/drawing/2014/main" id="{F20913EC-8A96-9409-02B9-A9BFF4E4BD60}"/>
                          </a:ext>
                        </a:extLst>
                      </p:cNvPr>
                      <p:cNvGrpSpPr/>
                      <p:nvPr/>
                    </p:nvGrpSpPr>
                    <p:grpSpPr>
                      <a:xfrm flipH="1">
                        <a:off x="6478587" y="3446461"/>
                        <a:ext cx="214313" cy="214313"/>
                        <a:chOff x="5354637" y="3446463"/>
                        <a:chExt cx="214313" cy="214313"/>
                      </a:xfrm>
                    </p:grpSpPr>
                    <p:sp>
                      <p:nvSpPr>
                        <p:cNvPr id="20242" name="Arc 20241">
                          <a:extLst>
                            <a:ext uri="{FF2B5EF4-FFF2-40B4-BE49-F238E27FC236}">
                              <a16:creationId xmlns:a16="http://schemas.microsoft.com/office/drawing/2014/main" id="{1E1C060E-6937-1EE0-8937-A88806E1374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243" name="Arc 20242">
                          <a:extLst>
                            <a:ext uri="{FF2B5EF4-FFF2-40B4-BE49-F238E27FC236}">
                              <a16:creationId xmlns:a16="http://schemas.microsoft.com/office/drawing/2014/main" id="{47FF9318-CAAA-6788-CA41-8AA01A93A10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238" name="Group 20237">
                        <a:extLst>
                          <a:ext uri="{FF2B5EF4-FFF2-40B4-BE49-F238E27FC236}">
                            <a16:creationId xmlns:a16="http://schemas.microsoft.com/office/drawing/2014/main" id="{03DCF325-B406-0A93-702D-17BC195F5EA0}"/>
                          </a:ext>
                        </a:extLst>
                      </p:cNvPr>
                      <p:cNvGrpSpPr/>
                      <p:nvPr/>
                    </p:nvGrpSpPr>
                    <p:grpSpPr>
                      <a:xfrm rot="14400000" flipH="1">
                        <a:off x="6434137" y="3402011"/>
                        <a:ext cx="303213" cy="303213"/>
                        <a:chOff x="5354637" y="3446463"/>
                        <a:chExt cx="214313" cy="214313"/>
                      </a:xfrm>
                    </p:grpSpPr>
                    <p:sp>
                      <p:nvSpPr>
                        <p:cNvPr id="20240" name="Arc 20239">
                          <a:extLst>
                            <a:ext uri="{FF2B5EF4-FFF2-40B4-BE49-F238E27FC236}">
                              <a16:creationId xmlns:a16="http://schemas.microsoft.com/office/drawing/2014/main" id="{C3A34375-95F8-A3AF-5083-E33C5501C9A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241" name="Arc 20240">
                          <a:extLst>
                            <a:ext uri="{FF2B5EF4-FFF2-40B4-BE49-F238E27FC236}">
                              <a16:creationId xmlns:a16="http://schemas.microsoft.com/office/drawing/2014/main" id="{AC99E0F1-E7DE-ED8E-9538-0829DB70C2C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239" name="TextBox 20238">
                        <a:extLst>
                          <a:ext uri="{FF2B5EF4-FFF2-40B4-BE49-F238E27FC236}">
                            <a16:creationId xmlns:a16="http://schemas.microsoft.com/office/drawing/2014/main" id="{FAFF18FB-C989-8917-57C3-6F0AC4CC1FA6}"/>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224" name="Group 20223">
                    <a:extLst>
                      <a:ext uri="{FF2B5EF4-FFF2-40B4-BE49-F238E27FC236}">
                        <a16:creationId xmlns:a16="http://schemas.microsoft.com/office/drawing/2014/main" id="{C1EAED75-8325-ECDA-C024-4458FD05B013}"/>
                      </a:ext>
                    </a:extLst>
                  </p:cNvPr>
                  <p:cNvGrpSpPr/>
                  <p:nvPr/>
                </p:nvGrpSpPr>
                <p:grpSpPr>
                  <a:xfrm>
                    <a:off x="6197413" y="3225768"/>
                    <a:ext cx="393192" cy="393192"/>
                    <a:chOff x="6389147" y="3932622"/>
                    <a:chExt cx="393192" cy="393192"/>
                  </a:xfrm>
                </p:grpSpPr>
                <p:grpSp>
                  <p:nvGrpSpPr>
                    <p:cNvPr id="20225" name="Group 20224">
                      <a:extLst>
                        <a:ext uri="{FF2B5EF4-FFF2-40B4-BE49-F238E27FC236}">
                          <a16:creationId xmlns:a16="http://schemas.microsoft.com/office/drawing/2014/main" id="{76DEC22A-3012-32EF-C99A-A5A996983908}"/>
                        </a:ext>
                      </a:extLst>
                    </p:cNvPr>
                    <p:cNvGrpSpPr/>
                    <p:nvPr/>
                  </p:nvGrpSpPr>
                  <p:grpSpPr>
                    <a:xfrm flipH="1">
                      <a:off x="6478587" y="4022061"/>
                      <a:ext cx="214313" cy="214313"/>
                      <a:chOff x="5354637" y="3446463"/>
                      <a:chExt cx="214313" cy="214313"/>
                    </a:xfrm>
                  </p:grpSpPr>
                  <p:sp>
                    <p:nvSpPr>
                      <p:cNvPr id="20233" name="Arc 20232">
                        <a:extLst>
                          <a:ext uri="{FF2B5EF4-FFF2-40B4-BE49-F238E27FC236}">
                            <a16:creationId xmlns:a16="http://schemas.microsoft.com/office/drawing/2014/main" id="{74549FF3-2249-5E69-A8E2-93B8E2D810D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234" name="Arc 20233">
                        <a:extLst>
                          <a:ext uri="{FF2B5EF4-FFF2-40B4-BE49-F238E27FC236}">
                            <a16:creationId xmlns:a16="http://schemas.microsoft.com/office/drawing/2014/main" id="{A9DBEEC0-062D-2E7B-5BC8-9B0335A454A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226" name="Group 20225">
                      <a:extLst>
                        <a:ext uri="{FF2B5EF4-FFF2-40B4-BE49-F238E27FC236}">
                          <a16:creationId xmlns:a16="http://schemas.microsoft.com/office/drawing/2014/main" id="{86F26B03-E76F-DF9A-A2CD-704068B2EA23}"/>
                        </a:ext>
                      </a:extLst>
                    </p:cNvPr>
                    <p:cNvGrpSpPr/>
                    <p:nvPr/>
                  </p:nvGrpSpPr>
                  <p:grpSpPr>
                    <a:xfrm rot="7200000" flipH="1">
                      <a:off x="6434137" y="3977611"/>
                      <a:ext cx="303213" cy="303213"/>
                      <a:chOff x="5354637" y="3446463"/>
                      <a:chExt cx="214313" cy="214313"/>
                    </a:xfrm>
                  </p:grpSpPr>
                  <p:sp>
                    <p:nvSpPr>
                      <p:cNvPr id="20231" name="Arc 20230">
                        <a:extLst>
                          <a:ext uri="{FF2B5EF4-FFF2-40B4-BE49-F238E27FC236}">
                            <a16:creationId xmlns:a16="http://schemas.microsoft.com/office/drawing/2014/main" id="{AE8A3989-1DDB-32B1-53FE-900A8CC46DB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232" name="Arc 20231">
                        <a:extLst>
                          <a:ext uri="{FF2B5EF4-FFF2-40B4-BE49-F238E27FC236}">
                            <a16:creationId xmlns:a16="http://schemas.microsoft.com/office/drawing/2014/main" id="{3299879F-A8AF-01A7-70B2-49BF96E92C4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227" name="Group 20226">
                      <a:extLst>
                        <a:ext uri="{FF2B5EF4-FFF2-40B4-BE49-F238E27FC236}">
                          <a16:creationId xmlns:a16="http://schemas.microsoft.com/office/drawing/2014/main" id="{ACAE9CE9-2B68-14D0-4CEE-F3F041471159}"/>
                        </a:ext>
                      </a:extLst>
                    </p:cNvPr>
                    <p:cNvGrpSpPr/>
                    <p:nvPr/>
                  </p:nvGrpSpPr>
                  <p:grpSpPr>
                    <a:xfrm rot="14400000" flipH="1">
                      <a:off x="6389147" y="3932622"/>
                      <a:ext cx="393192" cy="393192"/>
                      <a:chOff x="5354637" y="3446463"/>
                      <a:chExt cx="214313" cy="214313"/>
                    </a:xfrm>
                  </p:grpSpPr>
                  <p:sp>
                    <p:nvSpPr>
                      <p:cNvPr id="20229" name="Arc 20228">
                        <a:extLst>
                          <a:ext uri="{FF2B5EF4-FFF2-40B4-BE49-F238E27FC236}">
                            <a16:creationId xmlns:a16="http://schemas.microsoft.com/office/drawing/2014/main" id="{C51CFF53-5C37-6885-B9A1-C64EAFAF00A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230" name="Arc 20229">
                        <a:extLst>
                          <a:ext uri="{FF2B5EF4-FFF2-40B4-BE49-F238E27FC236}">
                            <a16:creationId xmlns:a16="http://schemas.microsoft.com/office/drawing/2014/main" id="{3D005659-30DB-A6B5-F9D1-1DFD27CA0D8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228" name="TextBox 20227">
                      <a:extLst>
                        <a:ext uri="{FF2B5EF4-FFF2-40B4-BE49-F238E27FC236}">
                          <a16:creationId xmlns:a16="http://schemas.microsoft.com/office/drawing/2014/main" id="{6658DBDE-F7F4-A69B-A954-6E45B6541530}"/>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174" name="Group 20173">
                  <a:extLst>
                    <a:ext uri="{FF2B5EF4-FFF2-40B4-BE49-F238E27FC236}">
                      <a16:creationId xmlns:a16="http://schemas.microsoft.com/office/drawing/2014/main" id="{0B1745A7-EF58-E996-E85C-701F26879403}"/>
                    </a:ext>
                  </a:extLst>
                </p:cNvPr>
                <p:cNvGrpSpPr/>
                <p:nvPr/>
              </p:nvGrpSpPr>
              <p:grpSpPr>
                <a:xfrm>
                  <a:off x="6069086" y="3246228"/>
                  <a:ext cx="1019224" cy="991639"/>
                  <a:chOff x="5886431" y="3225768"/>
                  <a:chExt cx="1019224" cy="991639"/>
                </a:xfrm>
              </p:grpSpPr>
              <p:grpSp>
                <p:nvGrpSpPr>
                  <p:cNvPr id="20175" name="Group 20174">
                    <a:extLst>
                      <a:ext uri="{FF2B5EF4-FFF2-40B4-BE49-F238E27FC236}">
                        <a16:creationId xmlns:a16="http://schemas.microsoft.com/office/drawing/2014/main" id="{029BAFA8-A768-BD8C-6BD4-B241FFD9D312}"/>
                      </a:ext>
                    </a:extLst>
                  </p:cNvPr>
                  <p:cNvGrpSpPr/>
                  <p:nvPr/>
                </p:nvGrpSpPr>
                <p:grpSpPr>
                  <a:xfrm>
                    <a:off x="6197413" y="3824215"/>
                    <a:ext cx="393192" cy="393192"/>
                    <a:chOff x="5265196" y="3357021"/>
                    <a:chExt cx="393192" cy="393192"/>
                  </a:xfrm>
                </p:grpSpPr>
                <p:grpSp>
                  <p:nvGrpSpPr>
                    <p:cNvPr id="20210" name="Group 20209">
                      <a:extLst>
                        <a:ext uri="{FF2B5EF4-FFF2-40B4-BE49-F238E27FC236}">
                          <a16:creationId xmlns:a16="http://schemas.microsoft.com/office/drawing/2014/main" id="{C94F17B4-0927-797D-9B43-F8425D2C752A}"/>
                        </a:ext>
                      </a:extLst>
                    </p:cNvPr>
                    <p:cNvGrpSpPr/>
                    <p:nvPr/>
                  </p:nvGrpSpPr>
                  <p:grpSpPr>
                    <a:xfrm rot="14400000">
                      <a:off x="5265196" y="3357021"/>
                      <a:ext cx="393192" cy="393192"/>
                      <a:chOff x="5354637" y="3446463"/>
                      <a:chExt cx="214313" cy="214313"/>
                    </a:xfrm>
                  </p:grpSpPr>
                  <p:sp>
                    <p:nvSpPr>
                      <p:cNvPr id="20219" name="Arc 20218">
                        <a:extLst>
                          <a:ext uri="{FF2B5EF4-FFF2-40B4-BE49-F238E27FC236}">
                            <a16:creationId xmlns:a16="http://schemas.microsoft.com/office/drawing/2014/main" id="{8491B277-03EC-B320-4537-B849DA2F4E8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220" name="Arc 20219">
                        <a:extLst>
                          <a:ext uri="{FF2B5EF4-FFF2-40B4-BE49-F238E27FC236}">
                            <a16:creationId xmlns:a16="http://schemas.microsoft.com/office/drawing/2014/main" id="{AFFABC85-E71C-915E-13A3-7063414236A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211" name="Group 20210">
                      <a:extLst>
                        <a:ext uri="{FF2B5EF4-FFF2-40B4-BE49-F238E27FC236}">
                          <a16:creationId xmlns:a16="http://schemas.microsoft.com/office/drawing/2014/main" id="{0240E104-4CE1-1DC1-2C1A-71D75DE3A7CD}"/>
                        </a:ext>
                      </a:extLst>
                    </p:cNvPr>
                    <p:cNvGrpSpPr/>
                    <p:nvPr/>
                  </p:nvGrpSpPr>
                  <p:grpSpPr>
                    <a:xfrm>
                      <a:off x="5310186" y="3402011"/>
                      <a:ext cx="303213" cy="303213"/>
                      <a:chOff x="5310186" y="3402011"/>
                      <a:chExt cx="303213" cy="303213"/>
                    </a:xfrm>
                  </p:grpSpPr>
                  <p:grpSp>
                    <p:nvGrpSpPr>
                      <p:cNvPr id="20212" name="Group 20211">
                        <a:extLst>
                          <a:ext uri="{FF2B5EF4-FFF2-40B4-BE49-F238E27FC236}">
                            <a16:creationId xmlns:a16="http://schemas.microsoft.com/office/drawing/2014/main" id="{18D7B61E-E03D-4853-A09C-6EF9234AD2B3}"/>
                          </a:ext>
                        </a:extLst>
                      </p:cNvPr>
                      <p:cNvGrpSpPr/>
                      <p:nvPr/>
                    </p:nvGrpSpPr>
                    <p:grpSpPr>
                      <a:xfrm>
                        <a:off x="5354636" y="3446461"/>
                        <a:ext cx="214313" cy="214313"/>
                        <a:chOff x="5354637" y="3446463"/>
                        <a:chExt cx="214313" cy="214313"/>
                      </a:xfrm>
                    </p:grpSpPr>
                    <p:sp>
                      <p:nvSpPr>
                        <p:cNvPr id="20217" name="Arc 20216">
                          <a:extLst>
                            <a:ext uri="{FF2B5EF4-FFF2-40B4-BE49-F238E27FC236}">
                              <a16:creationId xmlns:a16="http://schemas.microsoft.com/office/drawing/2014/main" id="{470D95ED-E2E1-9ABE-16F9-4F85A1CCA80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218" name="Arc 20217">
                          <a:extLst>
                            <a:ext uri="{FF2B5EF4-FFF2-40B4-BE49-F238E27FC236}">
                              <a16:creationId xmlns:a16="http://schemas.microsoft.com/office/drawing/2014/main" id="{1C2643A0-C9EB-8A18-D1CF-FA675364246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213" name="Group 20212">
                        <a:extLst>
                          <a:ext uri="{FF2B5EF4-FFF2-40B4-BE49-F238E27FC236}">
                            <a16:creationId xmlns:a16="http://schemas.microsoft.com/office/drawing/2014/main" id="{66303A33-92AF-3218-808F-92D5B975182B}"/>
                          </a:ext>
                        </a:extLst>
                      </p:cNvPr>
                      <p:cNvGrpSpPr/>
                      <p:nvPr/>
                    </p:nvGrpSpPr>
                    <p:grpSpPr>
                      <a:xfrm rot="7200000">
                        <a:off x="5310186" y="3402011"/>
                        <a:ext cx="303213" cy="303213"/>
                        <a:chOff x="5354637" y="3446463"/>
                        <a:chExt cx="214313" cy="214313"/>
                      </a:xfrm>
                    </p:grpSpPr>
                    <p:sp>
                      <p:nvSpPr>
                        <p:cNvPr id="20215" name="Arc 20214">
                          <a:extLst>
                            <a:ext uri="{FF2B5EF4-FFF2-40B4-BE49-F238E27FC236}">
                              <a16:creationId xmlns:a16="http://schemas.microsoft.com/office/drawing/2014/main" id="{6213F50A-55E4-A90D-BF13-4D29B30DC66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216" name="Arc 20215">
                          <a:extLst>
                            <a:ext uri="{FF2B5EF4-FFF2-40B4-BE49-F238E27FC236}">
                              <a16:creationId xmlns:a16="http://schemas.microsoft.com/office/drawing/2014/main" id="{9806ABCC-A9BA-5087-CF97-B192982011C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214" name="TextBox 20213">
                        <a:extLst>
                          <a:ext uri="{FF2B5EF4-FFF2-40B4-BE49-F238E27FC236}">
                            <a16:creationId xmlns:a16="http://schemas.microsoft.com/office/drawing/2014/main" id="{0C9385EE-3861-EF14-20F7-2B0A987AEE75}"/>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176" name="Group 20175">
                    <a:extLst>
                      <a:ext uri="{FF2B5EF4-FFF2-40B4-BE49-F238E27FC236}">
                        <a16:creationId xmlns:a16="http://schemas.microsoft.com/office/drawing/2014/main" id="{10C22F38-C2FC-8DF7-897A-62F010FFE303}"/>
                      </a:ext>
                    </a:extLst>
                  </p:cNvPr>
                  <p:cNvGrpSpPr/>
                  <p:nvPr/>
                </p:nvGrpSpPr>
                <p:grpSpPr>
                  <a:xfrm>
                    <a:off x="5886431" y="3525040"/>
                    <a:ext cx="393192" cy="393192"/>
                    <a:chOff x="5265196" y="3932619"/>
                    <a:chExt cx="393192" cy="393192"/>
                  </a:xfrm>
                </p:grpSpPr>
                <p:grpSp>
                  <p:nvGrpSpPr>
                    <p:cNvPr id="20200" name="Group 20199">
                      <a:extLst>
                        <a:ext uri="{FF2B5EF4-FFF2-40B4-BE49-F238E27FC236}">
                          <a16:creationId xmlns:a16="http://schemas.microsoft.com/office/drawing/2014/main" id="{A44A6FE4-2951-D3F0-55BD-0169B64D2FBE}"/>
                        </a:ext>
                      </a:extLst>
                    </p:cNvPr>
                    <p:cNvGrpSpPr/>
                    <p:nvPr/>
                  </p:nvGrpSpPr>
                  <p:grpSpPr>
                    <a:xfrm>
                      <a:off x="5354636" y="4022061"/>
                      <a:ext cx="214313" cy="214313"/>
                      <a:chOff x="5354637" y="3446463"/>
                      <a:chExt cx="214313" cy="214313"/>
                    </a:xfrm>
                  </p:grpSpPr>
                  <p:sp>
                    <p:nvSpPr>
                      <p:cNvPr id="20208" name="Arc 20207">
                        <a:extLst>
                          <a:ext uri="{FF2B5EF4-FFF2-40B4-BE49-F238E27FC236}">
                            <a16:creationId xmlns:a16="http://schemas.microsoft.com/office/drawing/2014/main" id="{9729655F-FA36-ED3F-73D6-1F2E791EFFD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209" name="Arc 20208">
                        <a:extLst>
                          <a:ext uri="{FF2B5EF4-FFF2-40B4-BE49-F238E27FC236}">
                            <a16:creationId xmlns:a16="http://schemas.microsoft.com/office/drawing/2014/main" id="{49355421-2053-914D-403D-A0AC775462F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201" name="Group 20200">
                      <a:extLst>
                        <a:ext uri="{FF2B5EF4-FFF2-40B4-BE49-F238E27FC236}">
                          <a16:creationId xmlns:a16="http://schemas.microsoft.com/office/drawing/2014/main" id="{CA514A80-7D4B-E4A6-738B-AD82C60958B3}"/>
                        </a:ext>
                      </a:extLst>
                    </p:cNvPr>
                    <p:cNvGrpSpPr/>
                    <p:nvPr/>
                  </p:nvGrpSpPr>
                  <p:grpSpPr>
                    <a:xfrm rot="14400000">
                      <a:off x="5310186" y="3977611"/>
                      <a:ext cx="303213" cy="303213"/>
                      <a:chOff x="5354637" y="3446463"/>
                      <a:chExt cx="214313" cy="214313"/>
                    </a:xfrm>
                  </p:grpSpPr>
                  <p:sp>
                    <p:nvSpPr>
                      <p:cNvPr id="20206" name="Arc 20205">
                        <a:extLst>
                          <a:ext uri="{FF2B5EF4-FFF2-40B4-BE49-F238E27FC236}">
                            <a16:creationId xmlns:a16="http://schemas.microsoft.com/office/drawing/2014/main" id="{40E1D618-2416-FE80-AD90-A3AA488A3EA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207" name="Arc 20206">
                        <a:extLst>
                          <a:ext uri="{FF2B5EF4-FFF2-40B4-BE49-F238E27FC236}">
                            <a16:creationId xmlns:a16="http://schemas.microsoft.com/office/drawing/2014/main" id="{03C2FD88-C818-74FB-3CB2-69FF7F2ADB7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202" name="Group 20201">
                      <a:extLst>
                        <a:ext uri="{FF2B5EF4-FFF2-40B4-BE49-F238E27FC236}">
                          <a16:creationId xmlns:a16="http://schemas.microsoft.com/office/drawing/2014/main" id="{B278BEE5-E2B2-CA77-FD5C-213A29FDC5C3}"/>
                        </a:ext>
                      </a:extLst>
                    </p:cNvPr>
                    <p:cNvGrpSpPr/>
                    <p:nvPr/>
                  </p:nvGrpSpPr>
                  <p:grpSpPr>
                    <a:xfrm rot="7200000">
                      <a:off x="5265196" y="3932619"/>
                      <a:ext cx="393192" cy="393192"/>
                      <a:chOff x="5354637" y="3446463"/>
                      <a:chExt cx="214313" cy="214313"/>
                    </a:xfrm>
                  </p:grpSpPr>
                  <p:sp>
                    <p:nvSpPr>
                      <p:cNvPr id="20204" name="Arc 20203">
                        <a:extLst>
                          <a:ext uri="{FF2B5EF4-FFF2-40B4-BE49-F238E27FC236}">
                            <a16:creationId xmlns:a16="http://schemas.microsoft.com/office/drawing/2014/main" id="{41059442-C0F0-FD4F-2287-817D7704C78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205" name="Arc 20204">
                        <a:extLst>
                          <a:ext uri="{FF2B5EF4-FFF2-40B4-BE49-F238E27FC236}">
                            <a16:creationId xmlns:a16="http://schemas.microsoft.com/office/drawing/2014/main" id="{12153DCF-AB6A-9346-C50C-6579CA3FE8E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203" name="TextBox 20202">
                      <a:extLst>
                        <a:ext uri="{FF2B5EF4-FFF2-40B4-BE49-F238E27FC236}">
                          <a16:creationId xmlns:a16="http://schemas.microsoft.com/office/drawing/2014/main" id="{9361741D-A3B0-347C-8CCF-6A03422EECD9}"/>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0177" name="Group 20176">
                    <a:extLst>
                      <a:ext uri="{FF2B5EF4-FFF2-40B4-BE49-F238E27FC236}">
                        <a16:creationId xmlns:a16="http://schemas.microsoft.com/office/drawing/2014/main" id="{E6AFC594-4855-EFFA-F45D-FAD5B32F4C07}"/>
                      </a:ext>
                    </a:extLst>
                  </p:cNvPr>
                  <p:cNvGrpSpPr/>
                  <p:nvPr/>
                </p:nvGrpSpPr>
                <p:grpSpPr>
                  <a:xfrm>
                    <a:off x="6512463" y="3525040"/>
                    <a:ext cx="393192" cy="393192"/>
                    <a:chOff x="6389147" y="3357021"/>
                    <a:chExt cx="393192" cy="393192"/>
                  </a:xfrm>
                </p:grpSpPr>
                <p:grpSp>
                  <p:nvGrpSpPr>
                    <p:cNvPr id="20189" name="Group 20188">
                      <a:extLst>
                        <a:ext uri="{FF2B5EF4-FFF2-40B4-BE49-F238E27FC236}">
                          <a16:creationId xmlns:a16="http://schemas.microsoft.com/office/drawing/2014/main" id="{5C9C5E90-A51A-4C4F-4958-4794DFAA4A4E}"/>
                        </a:ext>
                      </a:extLst>
                    </p:cNvPr>
                    <p:cNvGrpSpPr/>
                    <p:nvPr/>
                  </p:nvGrpSpPr>
                  <p:grpSpPr>
                    <a:xfrm rot="7200000" flipH="1">
                      <a:off x="6389147" y="3357021"/>
                      <a:ext cx="393192" cy="393192"/>
                      <a:chOff x="5354637" y="3446463"/>
                      <a:chExt cx="214313" cy="214313"/>
                    </a:xfrm>
                  </p:grpSpPr>
                  <p:sp>
                    <p:nvSpPr>
                      <p:cNvPr id="20198" name="Arc 20197">
                        <a:extLst>
                          <a:ext uri="{FF2B5EF4-FFF2-40B4-BE49-F238E27FC236}">
                            <a16:creationId xmlns:a16="http://schemas.microsoft.com/office/drawing/2014/main" id="{1553DDCF-3FD4-6254-917F-6E1EC48C474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199" name="Arc 20198">
                        <a:extLst>
                          <a:ext uri="{FF2B5EF4-FFF2-40B4-BE49-F238E27FC236}">
                            <a16:creationId xmlns:a16="http://schemas.microsoft.com/office/drawing/2014/main" id="{0112C9CA-162D-25AA-60C6-1F9CF63FB72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190" name="Group 20189">
                      <a:extLst>
                        <a:ext uri="{FF2B5EF4-FFF2-40B4-BE49-F238E27FC236}">
                          <a16:creationId xmlns:a16="http://schemas.microsoft.com/office/drawing/2014/main" id="{0C66ADD0-0F64-BF03-C2FF-337A5B3F728B}"/>
                        </a:ext>
                      </a:extLst>
                    </p:cNvPr>
                    <p:cNvGrpSpPr/>
                    <p:nvPr/>
                  </p:nvGrpSpPr>
                  <p:grpSpPr>
                    <a:xfrm>
                      <a:off x="6434137" y="3402011"/>
                      <a:ext cx="303213" cy="303213"/>
                      <a:chOff x="6434137" y="3402011"/>
                      <a:chExt cx="303213" cy="303213"/>
                    </a:xfrm>
                  </p:grpSpPr>
                  <p:grpSp>
                    <p:nvGrpSpPr>
                      <p:cNvPr id="20191" name="Group 20190">
                        <a:extLst>
                          <a:ext uri="{FF2B5EF4-FFF2-40B4-BE49-F238E27FC236}">
                            <a16:creationId xmlns:a16="http://schemas.microsoft.com/office/drawing/2014/main" id="{FD7C69C3-7B31-AA39-ACF8-1232359C0247}"/>
                          </a:ext>
                        </a:extLst>
                      </p:cNvPr>
                      <p:cNvGrpSpPr/>
                      <p:nvPr/>
                    </p:nvGrpSpPr>
                    <p:grpSpPr>
                      <a:xfrm flipH="1">
                        <a:off x="6478587" y="3446461"/>
                        <a:ext cx="214313" cy="214313"/>
                        <a:chOff x="5354637" y="3446463"/>
                        <a:chExt cx="214313" cy="214313"/>
                      </a:xfrm>
                    </p:grpSpPr>
                    <p:sp>
                      <p:nvSpPr>
                        <p:cNvPr id="20196" name="Arc 20195">
                          <a:extLst>
                            <a:ext uri="{FF2B5EF4-FFF2-40B4-BE49-F238E27FC236}">
                              <a16:creationId xmlns:a16="http://schemas.microsoft.com/office/drawing/2014/main" id="{CACAE4C4-7631-B40A-E6DC-D7E447297DA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197" name="Arc 20196">
                          <a:extLst>
                            <a:ext uri="{FF2B5EF4-FFF2-40B4-BE49-F238E27FC236}">
                              <a16:creationId xmlns:a16="http://schemas.microsoft.com/office/drawing/2014/main" id="{EF81DB4C-6478-EB23-53AD-DD5A46A6393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192" name="Group 20191">
                        <a:extLst>
                          <a:ext uri="{FF2B5EF4-FFF2-40B4-BE49-F238E27FC236}">
                            <a16:creationId xmlns:a16="http://schemas.microsoft.com/office/drawing/2014/main" id="{5A42F672-0D46-507B-FCA5-07AED91AA3C6}"/>
                          </a:ext>
                        </a:extLst>
                      </p:cNvPr>
                      <p:cNvGrpSpPr/>
                      <p:nvPr/>
                    </p:nvGrpSpPr>
                    <p:grpSpPr>
                      <a:xfrm rot="14400000" flipH="1">
                        <a:off x="6434137" y="3402011"/>
                        <a:ext cx="303213" cy="303213"/>
                        <a:chOff x="5354637" y="3446463"/>
                        <a:chExt cx="214313" cy="214313"/>
                      </a:xfrm>
                    </p:grpSpPr>
                    <p:sp>
                      <p:nvSpPr>
                        <p:cNvPr id="20194" name="Arc 20193">
                          <a:extLst>
                            <a:ext uri="{FF2B5EF4-FFF2-40B4-BE49-F238E27FC236}">
                              <a16:creationId xmlns:a16="http://schemas.microsoft.com/office/drawing/2014/main" id="{71759B67-3702-7E79-2F69-D2078EA3BF5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195" name="Arc 20194">
                          <a:extLst>
                            <a:ext uri="{FF2B5EF4-FFF2-40B4-BE49-F238E27FC236}">
                              <a16:creationId xmlns:a16="http://schemas.microsoft.com/office/drawing/2014/main" id="{5B5A949C-EBD6-442E-1431-FCB8F33713B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193" name="TextBox 20192">
                        <a:extLst>
                          <a:ext uri="{FF2B5EF4-FFF2-40B4-BE49-F238E27FC236}">
                            <a16:creationId xmlns:a16="http://schemas.microsoft.com/office/drawing/2014/main" id="{615E05C1-3649-BE5C-07DC-682D39C9C5B2}"/>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178" name="Group 20177">
                    <a:extLst>
                      <a:ext uri="{FF2B5EF4-FFF2-40B4-BE49-F238E27FC236}">
                        <a16:creationId xmlns:a16="http://schemas.microsoft.com/office/drawing/2014/main" id="{68D1D051-0345-6819-E394-65E346FD7C33}"/>
                      </a:ext>
                    </a:extLst>
                  </p:cNvPr>
                  <p:cNvGrpSpPr/>
                  <p:nvPr/>
                </p:nvGrpSpPr>
                <p:grpSpPr>
                  <a:xfrm>
                    <a:off x="6197413" y="3225768"/>
                    <a:ext cx="393192" cy="393192"/>
                    <a:chOff x="6389147" y="3932622"/>
                    <a:chExt cx="393192" cy="393192"/>
                  </a:xfrm>
                </p:grpSpPr>
                <p:grpSp>
                  <p:nvGrpSpPr>
                    <p:cNvPr id="20179" name="Group 20178">
                      <a:extLst>
                        <a:ext uri="{FF2B5EF4-FFF2-40B4-BE49-F238E27FC236}">
                          <a16:creationId xmlns:a16="http://schemas.microsoft.com/office/drawing/2014/main" id="{0ABB94A1-912E-1431-5767-0731DF9894A0}"/>
                        </a:ext>
                      </a:extLst>
                    </p:cNvPr>
                    <p:cNvGrpSpPr/>
                    <p:nvPr/>
                  </p:nvGrpSpPr>
                  <p:grpSpPr>
                    <a:xfrm flipH="1">
                      <a:off x="6478587" y="4022061"/>
                      <a:ext cx="214313" cy="214313"/>
                      <a:chOff x="5354637" y="3446463"/>
                      <a:chExt cx="214313" cy="214313"/>
                    </a:xfrm>
                  </p:grpSpPr>
                  <p:sp>
                    <p:nvSpPr>
                      <p:cNvPr id="20187" name="Arc 20186">
                        <a:extLst>
                          <a:ext uri="{FF2B5EF4-FFF2-40B4-BE49-F238E27FC236}">
                            <a16:creationId xmlns:a16="http://schemas.microsoft.com/office/drawing/2014/main" id="{C82A15BA-D598-F2C8-6ED1-AA52559B9D2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188" name="Arc 20187">
                        <a:extLst>
                          <a:ext uri="{FF2B5EF4-FFF2-40B4-BE49-F238E27FC236}">
                            <a16:creationId xmlns:a16="http://schemas.microsoft.com/office/drawing/2014/main" id="{CD8B13EA-4E0C-D56E-8176-105C2DA2C7E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180" name="Group 20179">
                      <a:extLst>
                        <a:ext uri="{FF2B5EF4-FFF2-40B4-BE49-F238E27FC236}">
                          <a16:creationId xmlns:a16="http://schemas.microsoft.com/office/drawing/2014/main" id="{60A28219-A14A-E97B-20F7-2DBD92A5823E}"/>
                        </a:ext>
                      </a:extLst>
                    </p:cNvPr>
                    <p:cNvGrpSpPr/>
                    <p:nvPr/>
                  </p:nvGrpSpPr>
                  <p:grpSpPr>
                    <a:xfrm rot="7200000" flipH="1">
                      <a:off x="6434137" y="3977611"/>
                      <a:ext cx="303213" cy="303213"/>
                      <a:chOff x="5354637" y="3446463"/>
                      <a:chExt cx="214313" cy="214313"/>
                    </a:xfrm>
                  </p:grpSpPr>
                  <p:sp>
                    <p:nvSpPr>
                      <p:cNvPr id="20185" name="Arc 20184">
                        <a:extLst>
                          <a:ext uri="{FF2B5EF4-FFF2-40B4-BE49-F238E27FC236}">
                            <a16:creationId xmlns:a16="http://schemas.microsoft.com/office/drawing/2014/main" id="{6FAE0182-79BD-ECBE-7FE4-74CE996F5C2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186" name="Arc 20185">
                        <a:extLst>
                          <a:ext uri="{FF2B5EF4-FFF2-40B4-BE49-F238E27FC236}">
                            <a16:creationId xmlns:a16="http://schemas.microsoft.com/office/drawing/2014/main" id="{CEEDB02D-E302-B8CF-F337-E1CB59D2367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181" name="Group 20180">
                      <a:extLst>
                        <a:ext uri="{FF2B5EF4-FFF2-40B4-BE49-F238E27FC236}">
                          <a16:creationId xmlns:a16="http://schemas.microsoft.com/office/drawing/2014/main" id="{D8A0D9AF-2364-853B-9B76-01F96B5C6278}"/>
                        </a:ext>
                      </a:extLst>
                    </p:cNvPr>
                    <p:cNvGrpSpPr/>
                    <p:nvPr/>
                  </p:nvGrpSpPr>
                  <p:grpSpPr>
                    <a:xfrm rot="14400000" flipH="1">
                      <a:off x="6389147" y="3932622"/>
                      <a:ext cx="393192" cy="393192"/>
                      <a:chOff x="5354637" y="3446463"/>
                      <a:chExt cx="214313" cy="214313"/>
                    </a:xfrm>
                  </p:grpSpPr>
                  <p:sp>
                    <p:nvSpPr>
                      <p:cNvPr id="20183" name="Arc 20182">
                        <a:extLst>
                          <a:ext uri="{FF2B5EF4-FFF2-40B4-BE49-F238E27FC236}">
                            <a16:creationId xmlns:a16="http://schemas.microsoft.com/office/drawing/2014/main" id="{C8705BE1-E2EA-ED28-F227-7509DB343D6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184" name="Arc 20183">
                        <a:extLst>
                          <a:ext uri="{FF2B5EF4-FFF2-40B4-BE49-F238E27FC236}">
                            <a16:creationId xmlns:a16="http://schemas.microsoft.com/office/drawing/2014/main" id="{BF715E48-ACFC-A3DB-718D-1F7CE180CB4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182" name="TextBox 20181">
                      <a:extLst>
                        <a:ext uri="{FF2B5EF4-FFF2-40B4-BE49-F238E27FC236}">
                          <a16:creationId xmlns:a16="http://schemas.microsoft.com/office/drawing/2014/main" id="{50A6DB0E-D5A7-129D-DE62-9013D59A77CE}"/>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20078" name="Group 20077">
                <a:extLst>
                  <a:ext uri="{FF2B5EF4-FFF2-40B4-BE49-F238E27FC236}">
                    <a16:creationId xmlns:a16="http://schemas.microsoft.com/office/drawing/2014/main" id="{19C9B3E3-CA1B-4FE9-AEAC-932DA6CCE131}"/>
                  </a:ext>
                </a:extLst>
              </p:cNvPr>
              <p:cNvGrpSpPr/>
              <p:nvPr/>
            </p:nvGrpSpPr>
            <p:grpSpPr>
              <a:xfrm>
                <a:off x="6065340" y="2039507"/>
                <a:ext cx="1643204" cy="1593124"/>
                <a:chOff x="5445106" y="2644743"/>
                <a:chExt cx="1643204" cy="1593124"/>
              </a:xfrm>
            </p:grpSpPr>
            <p:grpSp>
              <p:nvGrpSpPr>
                <p:cNvPr id="20079" name="Group 20078">
                  <a:extLst>
                    <a:ext uri="{FF2B5EF4-FFF2-40B4-BE49-F238E27FC236}">
                      <a16:creationId xmlns:a16="http://schemas.microsoft.com/office/drawing/2014/main" id="{E959DF48-59DC-D87C-D44C-5F5BD9BDBA9D}"/>
                    </a:ext>
                  </a:extLst>
                </p:cNvPr>
                <p:cNvGrpSpPr/>
                <p:nvPr/>
              </p:nvGrpSpPr>
              <p:grpSpPr>
                <a:xfrm>
                  <a:off x="5445106" y="2644743"/>
                  <a:ext cx="1019224" cy="991639"/>
                  <a:chOff x="5886431" y="3225768"/>
                  <a:chExt cx="1019224" cy="991639"/>
                </a:xfrm>
              </p:grpSpPr>
              <p:grpSp>
                <p:nvGrpSpPr>
                  <p:cNvPr id="20127" name="Group 20126">
                    <a:extLst>
                      <a:ext uri="{FF2B5EF4-FFF2-40B4-BE49-F238E27FC236}">
                        <a16:creationId xmlns:a16="http://schemas.microsoft.com/office/drawing/2014/main" id="{37811C1E-46EF-F85B-498A-242709151B81}"/>
                      </a:ext>
                    </a:extLst>
                  </p:cNvPr>
                  <p:cNvGrpSpPr/>
                  <p:nvPr/>
                </p:nvGrpSpPr>
                <p:grpSpPr>
                  <a:xfrm>
                    <a:off x="6197413" y="3824215"/>
                    <a:ext cx="393192" cy="393192"/>
                    <a:chOff x="5265196" y="3357021"/>
                    <a:chExt cx="393192" cy="393192"/>
                  </a:xfrm>
                </p:grpSpPr>
                <p:grpSp>
                  <p:nvGrpSpPr>
                    <p:cNvPr id="20162" name="Group 20161">
                      <a:extLst>
                        <a:ext uri="{FF2B5EF4-FFF2-40B4-BE49-F238E27FC236}">
                          <a16:creationId xmlns:a16="http://schemas.microsoft.com/office/drawing/2014/main" id="{A9C041D1-C4DF-0EF6-BACC-B1743D4BB70A}"/>
                        </a:ext>
                      </a:extLst>
                    </p:cNvPr>
                    <p:cNvGrpSpPr/>
                    <p:nvPr/>
                  </p:nvGrpSpPr>
                  <p:grpSpPr>
                    <a:xfrm rot="14400000">
                      <a:off x="5265196" y="3357021"/>
                      <a:ext cx="393192" cy="393192"/>
                      <a:chOff x="5354637" y="3446463"/>
                      <a:chExt cx="214313" cy="214313"/>
                    </a:xfrm>
                  </p:grpSpPr>
                  <p:sp>
                    <p:nvSpPr>
                      <p:cNvPr id="20171" name="Arc 20170">
                        <a:extLst>
                          <a:ext uri="{FF2B5EF4-FFF2-40B4-BE49-F238E27FC236}">
                            <a16:creationId xmlns:a16="http://schemas.microsoft.com/office/drawing/2014/main" id="{18DC7149-C972-2579-5220-2208164E623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172" name="Arc 20171">
                        <a:extLst>
                          <a:ext uri="{FF2B5EF4-FFF2-40B4-BE49-F238E27FC236}">
                            <a16:creationId xmlns:a16="http://schemas.microsoft.com/office/drawing/2014/main" id="{3CC49E84-F674-F69A-58B4-604AEB4FA57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163" name="Group 20162">
                      <a:extLst>
                        <a:ext uri="{FF2B5EF4-FFF2-40B4-BE49-F238E27FC236}">
                          <a16:creationId xmlns:a16="http://schemas.microsoft.com/office/drawing/2014/main" id="{609720ED-DDBD-CAFF-CFAA-5C9CCA249BA6}"/>
                        </a:ext>
                      </a:extLst>
                    </p:cNvPr>
                    <p:cNvGrpSpPr/>
                    <p:nvPr/>
                  </p:nvGrpSpPr>
                  <p:grpSpPr>
                    <a:xfrm>
                      <a:off x="5310186" y="3402011"/>
                      <a:ext cx="303213" cy="303213"/>
                      <a:chOff x="5310186" y="3402011"/>
                      <a:chExt cx="303213" cy="303213"/>
                    </a:xfrm>
                  </p:grpSpPr>
                  <p:grpSp>
                    <p:nvGrpSpPr>
                      <p:cNvPr id="20164" name="Group 20163">
                        <a:extLst>
                          <a:ext uri="{FF2B5EF4-FFF2-40B4-BE49-F238E27FC236}">
                            <a16:creationId xmlns:a16="http://schemas.microsoft.com/office/drawing/2014/main" id="{D8DD8FF7-5A77-B190-2615-BF54ADAF7D4F}"/>
                          </a:ext>
                        </a:extLst>
                      </p:cNvPr>
                      <p:cNvGrpSpPr/>
                      <p:nvPr/>
                    </p:nvGrpSpPr>
                    <p:grpSpPr>
                      <a:xfrm>
                        <a:off x="5354636" y="3446461"/>
                        <a:ext cx="214313" cy="214313"/>
                        <a:chOff x="5354637" y="3446463"/>
                        <a:chExt cx="214313" cy="214313"/>
                      </a:xfrm>
                    </p:grpSpPr>
                    <p:sp>
                      <p:nvSpPr>
                        <p:cNvPr id="20169" name="Arc 20168">
                          <a:extLst>
                            <a:ext uri="{FF2B5EF4-FFF2-40B4-BE49-F238E27FC236}">
                              <a16:creationId xmlns:a16="http://schemas.microsoft.com/office/drawing/2014/main" id="{5F9E3DE1-465E-FBBE-A439-87CE78AB578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170" name="Arc 20169">
                          <a:extLst>
                            <a:ext uri="{FF2B5EF4-FFF2-40B4-BE49-F238E27FC236}">
                              <a16:creationId xmlns:a16="http://schemas.microsoft.com/office/drawing/2014/main" id="{0C274C8B-4E08-7172-D2B2-4DC8BA7139C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165" name="Group 20164">
                        <a:extLst>
                          <a:ext uri="{FF2B5EF4-FFF2-40B4-BE49-F238E27FC236}">
                            <a16:creationId xmlns:a16="http://schemas.microsoft.com/office/drawing/2014/main" id="{FE661593-FB2C-487D-BFFF-DF64F2C6C071}"/>
                          </a:ext>
                        </a:extLst>
                      </p:cNvPr>
                      <p:cNvGrpSpPr/>
                      <p:nvPr/>
                    </p:nvGrpSpPr>
                    <p:grpSpPr>
                      <a:xfrm rot="7200000">
                        <a:off x="5310186" y="3402011"/>
                        <a:ext cx="303213" cy="303213"/>
                        <a:chOff x="5354637" y="3446463"/>
                        <a:chExt cx="214313" cy="214313"/>
                      </a:xfrm>
                    </p:grpSpPr>
                    <p:sp>
                      <p:nvSpPr>
                        <p:cNvPr id="20167" name="Arc 20166">
                          <a:extLst>
                            <a:ext uri="{FF2B5EF4-FFF2-40B4-BE49-F238E27FC236}">
                              <a16:creationId xmlns:a16="http://schemas.microsoft.com/office/drawing/2014/main" id="{94EAEE4A-44CC-5B13-C253-51D5B7A4C60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168" name="Arc 20167">
                          <a:extLst>
                            <a:ext uri="{FF2B5EF4-FFF2-40B4-BE49-F238E27FC236}">
                              <a16:creationId xmlns:a16="http://schemas.microsoft.com/office/drawing/2014/main" id="{C7EF05BC-80C8-521C-09E5-330770F459D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166" name="TextBox 20165">
                        <a:extLst>
                          <a:ext uri="{FF2B5EF4-FFF2-40B4-BE49-F238E27FC236}">
                            <a16:creationId xmlns:a16="http://schemas.microsoft.com/office/drawing/2014/main" id="{1D3EE350-00F5-BA28-CA0F-61D7636176F1}"/>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128" name="Group 20127">
                    <a:extLst>
                      <a:ext uri="{FF2B5EF4-FFF2-40B4-BE49-F238E27FC236}">
                        <a16:creationId xmlns:a16="http://schemas.microsoft.com/office/drawing/2014/main" id="{7C086A1F-1DA3-B9A3-2F6F-1E3D308B31F8}"/>
                      </a:ext>
                    </a:extLst>
                  </p:cNvPr>
                  <p:cNvGrpSpPr/>
                  <p:nvPr/>
                </p:nvGrpSpPr>
                <p:grpSpPr>
                  <a:xfrm>
                    <a:off x="5886431" y="3525040"/>
                    <a:ext cx="393192" cy="393192"/>
                    <a:chOff x="5265196" y="3932619"/>
                    <a:chExt cx="393192" cy="393192"/>
                  </a:xfrm>
                </p:grpSpPr>
                <p:grpSp>
                  <p:nvGrpSpPr>
                    <p:cNvPr id="20152" name="Group 20151">
                      <a:extLst>
                        <a:ext uri="{FF2B5EF4-FFF2-40B4-BE49-F238E27FC236}">
                          <a16:creationId xmlns:a16="http://schemas.microsoft.com/office/drawing/2014/main" id="{697DCE38-AB2E-8D6D-E5ED-2C4CA3D58391}"/>
                        </a:ext>
                      </a:extLst>
                    </p:cNvPr>
                    <p:cNvGrpSpPr/>
                    <p:nvPr/>
                  </p:nvGrpSpPr>
                  <p:grpSpPr>
                    <a:xfrm>
                      <a:off x="5354636" y="4022061"/>
                      <a:ext cx="214313" cy="214313"/>
                      <a:chOff x="5354637" y="3446463"/>
                      <a:chExt cx="214313" cy="214313"/>
                    </a:xfrm>
                  </p:grpSpPr>
                  <p:sp>
                    <p:nvSpPr>
                      <p:cNvPr id="20160" name="Arc 20159">
                        <a:extLst>
                          <a:ext uri="{FF2B5EF4-FFF2-40B4-BE49-F238E27FC236}">
                            <a16:creationId xmlns:a16="http://schemas.microsoft.com/office/drawing/2014/main" id="{A4265B89-5759-A39C-758F-7E48332D816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161" name="Arc 20160">
                        <a:extLst>
                          <a:ext uri="{FF2B5EF4-FFF2-40B4-BE49-F238E27FC236}">
                            <a16:creationId xmlns:a16="http://schemas.microsoft.com/office/drawing/2014/main" id="{973AF6D5-78C8-3C0C-1E33-AD60B22F3F2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153" name="Group 20152">
                      <a:extLst>
                        <a:ext uri="{FF2B5EF4-FFF2-40B4-BE49-F238E27FC236}">
                          <a16:creationId xmlns:a16="http://schemas.microsoft.com/office/drawing/2014/main" id="{A2844427-4A49-DE8E-634E-A02926F053BB}"/>
                        </a:ext>
                      </a:extLst>
                    </p:cNvPr>
                    <p:cNvGrpSpPr/>
                    <p:nvPr/>
                  </p:nvGrpSpPr>
                  <p:grpSpPr>
                    <a:xfrm rot="14400000">
                      <a:off x="5310186" y="3977611"/>
                      <a:ext cx="303213" cy="303213"/>
                      <a:chOff x="5354637" y="3446463"/>
                      <a:chExt cx="214313" cy="214313"/>
                    </a:xfrm>
                  </p:grpSpPr>
                  <p:sp>
                    <p:nvSpPr>
                      <p:cNvPr id="20158" name="Arc 20157">
                        <a:extLst>
                          <a:ext uri="{FF2B5EF4-FFF2-40B4-BE49-F238E27FC236}">
                            <a16:creationId xmlns:a16="http://schemas.microsoft.com/office/drawing/2014/main" id="{5FEFF906-4246-CE1C-A33F-5D0072F6B22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159" name="Arc 20158">
                        <a:extLst>
                          <a:ext uri="{FF2B5EF4-FFF2-40B4-BE49-F238E27FC236}">
                            <a16:creationId xmlns:a16="http://schemas.microsoft.com/office/drawing/2014/main" id="{0B0583B0-07FB-CB7A-7149-33254F39CAB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154" name="Group 20153">
                      <a:extLst>
                        <a:ext uri="{FF2B5EF4-FFF2-40B4-BE49-F238E27FC236}">
                          <a16:creationId xmlns:a16="http://schemas.microsoft.com/office/drawing/2014/main" id="{A5FD6284-ACA3-B389-8330-703DF4D1A88F}"/>
                        </a:ext>
                      </a:extLst>
                    </p:cNvPr>
                    <p:cNvGrpSpPr/>
                    <p:nvPr/>
                  </p:nvGrpSpPr>
                  <p:grpSpPr>
                    <a:xfrm rot="7200000">
                      <a:off x="5265196" y="3932619"/>
                      <a:ext cx="393192" cy="393192"/>
                      <a:chOff x="5354637" y="3446463"/>
                      <a:chExt cx="214313" cy="214313"/>
                    </a:xfrm>
                  </p:grpSpPr>
                  <p:sp>
                    <p:nvSpPr>
                      <p:cNvPr id="20156" name="Arc 20155">
                        <a:extLst>
                          <a:ext uri="{FF2B5EF4-FFF2-40B4-BE49-F238E27FC236}">
                            <a16:creationId xmlns:a16="http://schemas.microsoft.com/office/drawing/2014/main" id="{7BB2082A-57D9-85FB-4A49-7DFD7CC4CCE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157" name="Arc 20156">
                        <a:extLst>
                          <a:ext uri="{FF2B5EF4-FFF2-40B4-BE49-F238E27FC236}">
                            <a16:creationId xmlns:a16="http://schemas.microsoft.com/office/drawing/2014/main" id="{38AA3C58-D36B-7858-50F0-7DC88F8E7C8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155" name="TextBox 20154">
                      <a:extLst>
                        <a:ext uri="{FF2B5EF4-FFF2-40B4-BE49-F238E27FC236}">
                          <a16:creationId xmlns:a16="http://schemas.microsoft.com/office/drawing/2014/main" id="{0760FAD8-09B0-60AB-62BF-B6F4E9F3FF72}"/>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0129" name="Group 20128">
                    <a:extLst>
                      <a:ext uri="{FF2B5EF4-FFF2-40B4-BE49-F238E27FC236}">
                        <a16:creationId xmlns:a16="http://schemas.microsoft.com/office/drawing/2014/main" id="{F65AF95C-01D8-15B1-3208-84B149121756}"/>
                      </a:ext>
                    </a:extLst>
                  </p:cNvPr>
                  <p:cNvGrpSpPr/>
                  <p:nvPr/>
                </p:nvGrpSpPr>
                <p:grpSpPr>
                  <a:xfrm>
                    <a:off x="6512463" y="3525040"/>
                    <a:ext cx="393192" cy="393192"/>
                    <a:chOff x="6389147" y="3357021"/>
                    <a:chExt cx="393192" cy="393192"/>
                  </a:xfrm>
                </p:grpSpPr>
                <p:grpSp>
                  <p:nvGrpSpPr>
                    <p:cNvPr id="20141" name="Group 20140">
                      <a:extLst>
                        <a:ext uri="{FF2B5EF4-FFF2-40B4-BE49-F238E27FC236}">
                          <a16:creationId xmlns:a16="http://schemas.microsoft.com/office/drawing/2014/main" id="{CD820F86-0E73-0A35-1D82-B6E6191F5C86}"/>
                        </a:ext>
                      </a:extLst>
                    </p:cNvPr>
                    <p:cNvGrpSpPr/>
                    <p:nvPr/>
                  </p:nvGrpSpPr>
                  <p:grpSpPr>
                    <a:xfrm rot="7200000" flipH="1">
                      <a:off x="6389147" y="3357021"/>
                      <a:ext cx="393192" cy="393192"/>
                      <a:chOff x="5354637" y="3446463"/>
                      <a:chExt cx="214313" cy="214313"/>
                    </a:xfrm>
                  </p:grpSpPr>
                  <p:sp>
                    <p:nvSpPr>
                      <p:cNvPr id="20150" name="Arc 20149">
                        <a:extLst>
                          <a:ext uri="{FF2B5EF4-FFF2-40B4-BE49-F238E27FC236}">
                            <a16:creationId xmlns:a16="http://schemas.microsoft.com/office/drawing/2014/main" id="{30767AB4-6058-B0F6-6E6D-93594B12581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151" name="Arc 20150">
                        <a:extLst>
                          <a:ext uri="{FF2B5EF4-FFF2-40B4-BE49-F238E27FC236}">
                            <a16:creationId xmlns:a16="http://schemas.microsoft.com/office/drawing/2014/main" id="{3D98DA0E-4F7E-A9AD-D444-A5A337FC783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142" name="Group 20141">
                      <a:extLst>
                        <a:ext uri="{FF2B5EF4-FFF2-40B4-BE49-F238E27FC236}">
                          <a16:creationId xmlns:a16="http://schemas.microsoft.com/office/drawing/2014/main" id="{F38D5DEB-7FCC-BEF0-2C87-0D771BB0849E}"/>
                        </a:ext>
                      </a:extLst>
                    </p:cNvPr>
                    <p:cNvGrpSpPr/>
                    <p:nvPr/>
                  </p:nvGrpSpPr>
                  <p:grpSpPr>
                    <a:xfrm>
                      <a:off x="6434137" y="3402011"/>
                      <a:ext cx="303213" cy="303213"/>
                      <a:chOff x="6434137" y="3402011"/>
                      <a:chExt cx="303213" cy="303213"/>
                    </a:xfrm>
                  </p:grpSpPr>
                  <p:grpSp>
                    <p:nvGrpSpPr>
                      <p:cNvPr id="20143" name="Group 20142">
                        <a:extLst>
                          <a:ext uri="{FF2B5EF4-FFF2-40B4-BE49-F238E27FC236}">
                            <a16:creationId xmlns:a16="http://schemas.microsoft.com/office/drawing/2014/main" id="{4F60A8B1-7DC9-DFA3-CF6E-FF2A97F32845}"/>
                          </a:ext>
                        </a:extLst>
                      </p:cNvPr>
                      <p:cNvGrpSpPr/>
                      <p:nvPr/>
                    </p:nvGrpSpPr>
                    <p:grpSpPr>
                      <a:xfrm flipH="1">
                        <a:off x="6478587" y="3446461"/>
                        <a:ext cx="214313" cy="214313"/>
                        <a:chOff x="5354637" y="3446463"/>
                        <a:chExt cx="214313" cy="214313"/>
                      </a:xfrm>
                    </p:grpSpPr>
                    <p:sp>
                      <p:nvSpPr>
                        <p:cNvPr id="20148" name="Arc 20147">
                          <a:extLst>
                            <a:ext uri="{FF2B5EF4-FFF2-40B4-BE49-F238E27FC236}">
                              <a16:creationId xmlns:a16="http://schemas.microsoft.com/office/drawing/2014/main" id="{A4C19AED-7CB1-4EB4-9C27-7A6E32ADF9B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149" name="Arc 20148">
                          <a:extLst>
                            <a:ext uri="{FF2B5EF4-FFF2-40B4-BE49-F238E27FC236}">
                              <a16:creationId xmlns:a16="http://schemas.microsoft.com/office/drawing/2014/main" id="{0295F0BC-295A-3B0B-5CC7-70EC28EDC13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144" name="Group 20143">
                        <a:extLst>
                          <a:ext uri="{FF2B5EF4-FFF2-40B4-BE49-F238E27FC236}">
                            <a16:creationId xmlns:a16="http://schemas.microsoft.com/office/drawing/2014/main" id="{E51F464E-8500-CA48-870B-4D4C71B95A0F}"/>
                          </a:ext>
                        </a:extLst>
                      </p:cNvPr>
                      <p:cNvGrpSpPr/>
                      <p:nvPr/>
                    </p:nvGrpSpPr>
                    <p:grpSpPr>
                      <a:xfrm rot="14400000" flipH="1">
                        <a:off x="6434137" y="3402011"/>
                        <a:ext cx="303213" cy="303213"/>
                        <a:chOff x="5354637" y="3446463"/>
                        <a:chExt cx="214313" cy="214313"/>
                      </a:xfrm>
                    </p:grpSpPr>
                    <p:sp>
                      <p:nvSpPr>
                        <p:cNvPr id="20146" name="Arc 20145">
                          <a:extLst>
                            <a:ext uri="{FF2B5EF4-FFF2-40B4-BE49-F238E27FC236}">
                              <a16:creationId xmlns:a16="http://schemas.microsoft.com/office/drawing/2014/main" id="{61766BB5-30DA-D8E6-67C1-DBAC3DEEF19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147" name="Arc 20146">
                          <a:extLst>
                            <a:ext uri="{FF2B5EF4-FFF2-40B4-BE49-F238E27FC236}">
                              <a16:creationId xmlns:a16="http://schemas.microsoft.com/office/drawing/2014/main" id="{D0F1DA6C-3A99-6517-43FF-AD4EB702ABC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145" name="TextBox 20144">
                        <a:extLst>
                          <a:ext uri="{FF2B5EF4-FFF2-40B4-BE49-F238E27FC236}">
                            <a16:creationId xmlns:a16="http://schemas.microsoft.com/office/drawing/2014/main" id="{2751A332-2E6F-3D91-FE75-9428C204851B}"/>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130" name="Group 20129">
                    <a:extLst>
                      <a:ext uri="{FF2B5EF4-FFF2-40B4-BE49-F238E27FC236}">
                        <a16:creationId xmlns:a16="http://schemas.microsoft.com/office/drawing/2014/main" id="{E807707C-D6A4-FD71-9339-66CB153D8287}"/>
                      </a:ext>
                    </a:extLst>
                  </p:cNvPr>
                  <p:cNvGrpSpPr/>
                  <p:nvPr/>
                </p:nvGrpSpPr>
                <p:grpSpPr>
                  <a:xfrm>
                    <a:off x="6197413" y="3225768"/>
                    <a:ext cx="393192" cy="393192"/>
                    <a:chOff x="6389147" y="3932622"/>
                    <a:chExt cx="393192" cy="393192"/>
                  </a:xfrm>
                </p:grpSpPr>
                <p:grpSp>
                  <p:nvGrpSpPr>
                    <p:cNvPr id="20131" name="Group 20130">
                      <a:extLst>
                        <a:ext uri="{FF2B5EF4-FFF2-40B4-BE49-F238E27FC236}">
                          <a16:creationId xmlns:a16="http://schemas.microsoft.com/office/drawing/2014/main" id="{B21E092D-7F95-79AC-0735-2EC7768D9F79}"/>
                        </a:ext>
                      </a:extLst>
                    </p:cNvPr>
                    <p:cNvGrpSpPr/>
                    <p:nvPr/>
                  </p:nvGrpSpPr>
                  <p:grpSpPr>
                    <a:xfrm flipH="1">
                      <a:off x="6478587" y="4022061"/>
                      <a:ext cx="214313" cy="214313"/>
                      <a:chOff x="5354637" y="3446463"/>
                      <a:chExt cx="214313" cy="214313"/>
                    </a:xfrm>
                  </p:grpSpPr>
                  <p:sp>
                    <p:nvSpPr>
                      <p:cNvPr id="20139" name="Arc 20138">
                        <a:extLst>
                          <a:ext uri="{FF2B5EF4-FFF2-40B4-BE49-F238E27FC236}">
                            <a16:creationId xmlns:a16="http://schemas.microsoft.com/office/drawing/2014/main" id="{6CBD2E3C-A187-6865-B1C2-2DE772A4C85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140" name="Arc 20139">
                        <a:extLst>
                          <a:ext uri="{FF2B5EF4-FFF2-40B4-BE49-F238E27FC236}">
                            <a16:creationId xmlns:a16="http://schemas.microsoft.com/office/drawing/2014/main" id="{AB4D87EA-0131-22C0-73A1-6E2E273DDA3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132" name="Group 20131">
                      <a:extLst>
                        <a:ext uri="{FF2B5EF4-FFF2-40B4-BE49-F238E27FC236}">
                          <a16:creationId xmlns:a16="http://schemas.microsoft.com/office/drawing/2014/main" id="{689FB88F-DF72-B9CB-6607-7E433672B51B}"/>
                        </a:ext>
                      </a:extLst>
                    </p:cNvPr>
                    <p:cNvGrpSpPr/>
                    <p:nvPr/>
                  </p:nvGrpSpPr>
                  <p:grpSpPr>
                    <a:xfrm rot="7200000" flipH="1">
                      <a:off x="6434137" y="3977611"/>
                      <a:ext cx="303213" cy="303213"/>
                      <a:chOff x="5354637" y="3446463"/>
                      <a:chExt cx="214313" cy="214313"/>
                    </a:xfrm>
                  </p:grpSpPr>
                  <p:sp>
                    <p:nvSpPr>
                      <p:cNvPr id="20137" name="Arc 20136">
                        <a:extLst>
                          <a:ext uri="{FF2B5EF4-FFF2-40B4-BE49-F238E27FC236}">
                            <a16:creationId xmlns:a16="http://schemas.microsoft.com/office/drawing/2014/main" id="{04CD5CA1-DD18-38A6-A604-6DA8674373B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138" name="Arc 20137">
                        <a:extLst>
                          <a:ext uri="{FF2B5EF4-FFF2-40B4-BE49-F238E27FC236}">
                            <a16:creationId xmlns:a16="http://schemas.microsoft.com/office/drawing/2014/main" id="{021BEB97-F8E2-636E-A080-B4A75384B43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133" name="Group 20132">
                      <a:extLst>
                        <a:ext uri="{FF2B5EF4-FFF2-40B4-BE49-F238E27FC236}">
                          <a16:creationId xmlns:a16="http://schemas.microsoft.com/office/drawing/2014/main" id="{3DDAF237-3ADE-B87E-9BA7-5A54349E6524}"/>
                        </a:ext>
                      </a:extLst>
                    </p:cNvPr>
                    <p:cNvGrpSpPr/>
                    <p:nvPr/>
                  </p:nvGrpSpPr>
                  <p:grpSpPr>
                    <a:xfrm rot="14400000" flipH="1">
                      <a:off x="6389147" y="3932622"/>
                      <a:ext cx="393192" cy="393192"/>
                      <a:chOff x="5354637" y="3446463"/>
                      <a:chExt cx="214313" cy="214313"/>
                    </a:xfrm>
                  </p:grpSpPr>
                  <p:sp>
                    <p:nvSpPr>
                      <p:cNvPr id="20135" name="Arc 20134">
                        <a:extLst>
                          <a:ext uri="{FF2B5EF4-FFF2-40B4-BE49-F238E27FC236}">
                            <a16:creationId xmlns:a16="http://schemas.microsoft.com/office/drawing/2014/main" id="{EF4289DA-55CC-FE71-5870-33E09B7E17F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136" name="Arc 20135">
                        <a:extLst>
                          <a:ext uri="{FF2B5EF4-FFF2-40B4-BE49-F238E27FC236}">
                            <a16:creationId xmlns:a16="http://schemas.microsoft.com/office/drawing/2014/main" id="{08AF3181-84C3-8782-59D8-5A9F7265299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134" name="TextBox 20133">
                      <a:extLst>
                        <a:ext uri="{FF2B5EF4-FFF2-40B4-BE49-F238E27FC236}">
                          <a16:creationId xmlns:a16="http://schemas.microsoft.com/office/drawing/2014/main" id="{FFA66601-E776-6EAA-97A1-DCD6C6F4312E}"/>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080" name="Group 20079">
                  <a:extLst>
                    <a:ext uri="{FF2B5EF4-FFF2-40B4-BE49-F238E27FC236}">
                      <a16:creationId xmlns:a16="http://schemas.microsoft.com/office/drawing/2014/main" id="{EA3533DC-9238-415B-1965-83175F74DEF0}"/>
                    </a:ext>
                  </a:extLst>
                </p:cNvPr>
                <p:cNvGrpSpPr/>
                <p:nvPr/>
              </p:nvGrpSpPr>
              <p:grpSpPr>
                <a:xfrm>
                  <a:off x="6069086" y="3246228"/>
                  <a:ext cx="1019224" cy="991639"/>
                  <a:chOff x="5886431" y="3225768"/>
                  <a:chExt cx="1019224" cy="991639"/>
                </a:xfrm>
              </p:grpSpPr>
              <p:grpSp>
                <p:nvGrpSpPr>
                  <p:cNvPr id="20081" name="Group 20080">
                    <a:extLst>
                      <a:ext uri="{FF2B5EF4-FFF2-40B4-BE49-F238E27FC236}">
                        <a16:creationId xmlns:a16="http://schemas.microsoft.com/office/drawing/2014/main" id="{01D5F547-0B5E-2114-1F41-56DB205EADCC}"/>
                      </a:ext>
                    </a:extLst>
                  </p:cNvPr>
                  <p:cNvGrpSpPr/>
                  <p:nvPr/>
                </p:nvGrpSpPr>
                <p:grpSpPr>
                  <a:xfrm>
                    <a:off x="6197413" y="3824215"/>
                    <a:ext cx="393192" cy="393192"/>
                    <a:chOff x="5265196" y="3357021"/>
                    <a:chExt cx="393192" cy="393192"/>
                  </a:xfrm>
                </p:grpSpPr>
                <p:grpSp>
                  <p:nvGrpSpPr>
                    <p:cNvPr id="20116" name="Group 20115">
                      <a:extLst>
                        <a:ext uri="{FF2B5EF4-FFF2-40B4-BE49-F238E27FC236}">
                          <a16:creationId xmlns:a16="http://schemas.microsoft.com/office/drawing/2014/main" id="{F952F088-2E1F-110A-71DC-6E219F8AC285}"/>
                        </a:ext>
                      </a:extLst>
                    </p:cNvPr>
                    <p:cNvGrpSpPr/>
                    <p:nvPr/>
                  </p:nvGrpSpPr>
                  <p:grpSpPr>
                    <a:xfrm rot="14400000">
                      <a:off x="5265196" y="3357021"/>
                      <a:ext cx="393192" cy="393192"/>
                      <a:chOff x="5354637" y="3446463"/>
                      <a:chExt cx="214313" cy="214313"/>
                    </a:xfrm>
                  </p:grpSpPr>
                  <p:sp>
                    <p:nvSpPr>
                      <p:cNvPr id="20125" name="Arc 20124">
                        <a:extLst>
                          <a:ext uri="{FF2B5EF4-FFF2-40B4-BE49-F238E27FC236}">
                            <a16:creationId xmlns:a16="http://schemas.microsoft.com/office/drawing/2014/main" id="{7689B605-78F8-C401-8942-2E1FD02B803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126" name="Arc 20125">
                        <a:extLst>
                          <a:ext uri="{FF2B5EF4-FFF2-40B4-BE49-F238E27FC236}">
                            <a16:creationId xmlns:a16="http://schemas.microsoft.com/office/drawing/2014/main" id="{C1BD84CE-F013-20DC-9B5E-8BEAD96371D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117" name="Group 20116">
                      <a:extLst>
                        <a:ext uri="{FF2B5EF4-FFF2-40B4-BE49-F238E27FC236}">
                          <a16:creationId xmlns:a16="http://schemas.microsoft.com/office/drawing/2014/main" id="{A2D882C3-EEE8-EA57-2CA3-0FD302C59525}"/>
                        </a:ext>
                      </a:extLst>
                    </p:cNvPr>
                    <p:cNvGrpSpPr/>
                    <p:nvPr/>
                  </p:nvGrpSpPr>
                  <p:grpSpPr>
                    <a:xfrm>
                      <a:off x="5310186" y="3402011"/>
                      <a:ext cx="303213" cy="303213"/>
                      <a:chOff x="5310186" y="3402011"/>
                      <a:chExt cx="303213" cy="303213"/>
                    </a:xfrm>
                  </p:grpSpPr>
                  <p:grpSp>
                    <p:nvGrpSpPr>
                      <p:cNvPr id="20118" name="Group 20117">
                        <a:extLst>
                          <a:ext uri="{FF2B5EF4-FFF2-40B4-BE49-F238E27FC236}">
                            <a16:creationId xmlns:a16="http://schemas.microsoft.com/office/drawing/2014/main" id="{27E01673-3548-21F6-1B93-9A37DF92747D}"/>
                          </a:ext>
                        </a:extLst>
                      </p:cNvPr>
                      <p:cNvGrpSpPr/>
                      <p:nvPr/>
                    </p:nvGrpSpPr>
                    <p:grpSpPr>
                      <a:xfrm>
                        <a:off x="5354636" y="3446461"/>
                        <a:ext cx="214313" cy="214313"/>
                        <a:chOff x="5354637" y="3446463"/>
                        <a:chExt cx="214313" cy="214313"/>
                      </a:xfrm>
                    </p:grpSpPr>
                    <p:sp>
                      <p:nvSpPr>
                        <p:cNvPr id="20123" name="Arc 20122">
                          <a:extLst>
                            <a:ext uri="{FF2B5EF4-FFF2-40B4-BE49-F238E27FC236}">
                              <a16:creationId xmlns:a16="http://schemas.microsoft.com/office/drawing/2014/main" id="{3070A01E-B1F4-E034-613D-A314941372C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124" name="Arc 20123">
                          <a:extLst>
                            <a:ext uri="{FF2B5EF4-FFF2-40B4-BE49-F238E27FC236}">
                              <a16:creationId xmlns:a16="http://schemas.microsoft.com/office/drawing/2014/main" id="{73FC8BF5-E6B9-5A10-57DF-2657D464E48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119" name="Group 20118">
                        <a:extLst>
                          <a:ext uri="{FF2B5EF4-FFF2-40B4-BE49-F238E27FC236}">
                            <a16:creationId xmlns:a16="http://schemas.microsoft.com/office/drawing/2014/main" id="{947484E2-F524-43FB-DB8B-6A59D6F3F176}"/>
                          </a:ext>
                        </a:extLst>
                      </p:cNvPr>
                      <p:cNvGrpSpPr/>
                      <p:nvPr/>
                    </p:nvGrpSpPr>
                    <p:grpSpPr>
                      <a:xfrm rot="7200000">
                        <a:off x="5310186" y="3402011"/>
                        <a:ext cx="303213" cy="303213"/>
                        <a:chOff x="5354637" y="3446463"/>
                        <a:chExt cx="214313" cy="214313"/>
                      </a:xfrm>
                    </p:grpSpPr>
                    <p:sp>
                      <p:nvSpPr>
                        <p:cNvPr id="20121" name="Arc 20120">
                          <a:extLst>
                            <a:ext uri="{FF2B5EF4-FFF2-40B4-BE49-F238E27FC236}">
                              <a16:creationId xmlns:a16="http://schemas.microsoft.com/office/drawing/2014/main" id="{BFF65234-23F2-CFE6-B4D9-9E1A698432D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122" name="Arc 20121">
                          <a:extLst>
                            <a:ext uri="{FF2B5EF4-FFF2-40B4-BE49-F238E27FC236}">
                              <a16:creationId xmlns:a16="http://schemas.microsoft.com/office/drawing/2014/main" id="{C7A3A1CA-4C8D-FF0E-EDF4-9ED9C358BD2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120" name="TextBox 20119">
                        <a:extLst>
                          <a:ext uri="{FF2B5EF4-FFF2-40B4-BE49-F238E27FC236}">
                            <a16:creationId xmlns:a16="http://schemas.microsoft.com/office/drawing/2014/main" id="{E8984484-01A2-65E1-B460-F433B1384097}"/>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082" name="Group 20081">
                    <a:extLst>
                      <a:ext uri="{FF2B5EF4-FFF2-40B4-BE49-F238E27FC236}">
                        <a16:creationId xmlns:a16="http://schemas.microsoft.com/office/drawing/2014/main" id="{0D2B7739-ABE9-61A2-9858-0A8CBB10257A}"/>
                      </a:ext>
                    </a:extLst>
                  </p:cNvPr>
                  <p:cNvGrpSpPr/>
                  <p:nvPr/>
                </p:nvGrpSpPr>
                <p:grpSpPr>
                  <a:xfrm>
                    <a:off x="5886431" y="3525040"/>
                    <a:ext cx="393192" cy="393192"/>
                    <a:chOff x="5265196" y="3932619"/>
                    <a:chExt cx="393192" cy="393192"/>
                  </a:xfrm>
                </p:grpSpPr>
                <p:grpSp>
                  <p:nvGrpSpPr>
                    <p:cNvPr id="20106" name="Group 20105">
                      <a:extLst>
                        <a:ext uri="{FF2B5EF4-FFF2-40B4-BE49-F238E27FC236}">
                          <a16:creationId xmlns:a16="http://schemas.microsoft.com/office/drawing/2014/main" id="{06695AF5-403D-F03E-6C71-679D333333AB}"/>
                        </a:ext>
                      </a:extLst>
                    </p:cNvPr>
                    <p:cNvGrpSpPr/>
                    <p:nvPr/>
                  </p:nvGrpSpPr>
                  <p:grpSpPr>
                    <a:xfrm>
                      <a:off x="5354636" y="4022061"/>
                      <a:ext cx="214313" cy="214313"/>
                      <a:chOff x="5354637" y="3446463"/>
                      <a:chExt cx="214313" cy="214313"/>
                    </a:xfrm>
                  </p:grpSpPr>
                  <p:sp>
                    <p:nvSpPr>
                      <p:cNvPr id="20114" name="Arc 20113">
                        <a:extLst>
                          <a:ext uri="{FF2B5EF4-FFF2-40B4-BE49-F238E27FC236}">
                            <a16:creationId xmlns:a16="http://schemas.microsoft.com/office/drawing/2014/main" id="{A31C5CCA-92B0-48E1-90AB-A9729DE33DD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115" name="Arc 20114">
                        <a:extLst>
                          <a:ext uri="{FF2B5EF4-FFF2-40B4-BE49-F238E27FC236}">
                            <a16:creationId xmlns:a16="http://schemas.microsoft.com/office/drawing/2014/main" id="{FF81AB2D-8DDD-946A-357F-DCC59D2E58C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107" name="Group 20106">
                      <a:extLst>
                        <a:ext uri="{FF2B5EF4-FFF2-40B4-BE49-F238E27FC236}">
                          <a16:creationId xmlns:a16="http://schemas.microsoft.com/office/drawing/2014/main" id="{CEDF9CBC-6FF5-8AB5-6743-C000C7554724}"/>
                        </a:ext>
                      </a:extLst>
                    </p:cNvPr>
                    <p:cNvGrpSpPr/>
                    <p:nvPr/>
                  </p:nvGrpSpPr>
                  <p:grpSpPr>
                    <a:xfrm rot="14400000">
                      <a:off x="5310186" y="3977611"/>
                      <a:ext cx="303213" cy="303213"/>
                      <a:chOff x="5354637" y="3446463"/>
                      <a:chExt cx="214313" cy="214313"/>
                    </a:xfrm>
                  </p:grpSpPr>
                  <p:sp>
                    <p:nvSpPr>
                      <p:cNvPr id="20112" name="Arc 20111">
                        <a:extLst>
                          <a:ext uri="{FF2B5EF4-FFF2-40B4-BE49-F238E27FC236}">
                            <a16:creationId xmlns:a16="http://schemas.microsoft.com/office/drawing/2014/main" id="{E2A05F75-7C4D-ABBF-5E05-275DC81FE09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113" name="Arc 20112">
                        <a:extLst>
                          <a:ext uri="{FF2B5EF4-FFF2-40B4-BE49-F238E27FC236}">
                            <a16:creationId xmlns:a16="http://schemas.microsoft.com/office/drawing/2014/main" id="{971C315C-601E-FB63-3064-1D5919D9166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108" name="Group 20107">
                      <a:extLst>
                        <a:ext uri="{FF2B5EF4-FFF2-40B4-BE49-F238E27FC236}">
                          <a16:creationId xmlns:a16="http://schemas.microsoft.com/office/drawing/2014/main" id="{2D6BD35B-7BDE-4E54-C460-679C11A6360E}"/>
                        </a:ext>
                      </a:extLst>
                    </p:cNvPr>
                    <p:cNvGrpSpPr/>
                    <p:nvPr/>
                  </p:nvGrpSpPr>
                  <p:grpSpPr>
                    <a:xfrm rot="7200000">
                      <a:off x="5265196" y="3932619"/>
                      <a:ext cx="393192" cy="393192"/>
                      <a:chOff x="5354637" y="3446463"/>
                      <a:chExt cx="214313" cy="214313"/>
                    </a:xfrm>
                  </p:grpSpPr>
                  <p:sp>
                    <p:nvSpPr>
                      <p:cNvPr id="20110" name="Arc 20109">
                        <a:extLst>
                          <a:ext uri="{FF2B5EF4-FFF2-40B4-BE49-F238E27FC236}">
                            <a16:creationId xmlns:a16="http://schemas.microsoft.com/office/drawing/2014/main" id="{51B14528-8C0E-8750-9308-1E6569AAD97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111" name="Arc 20110">
                        <a:extLst>
                          <a:ext uri="{FF2B5EF4-FFF2-40B4-BE49-F238E27FC236}">
                            <a16:creationId xmlns:a16="http://schemas.microsoft.com/office/drawing/2014/main" id="{71E10FA9-4788-7009-BDEE-D060B944E9B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109" name="TextBox 20108">
                      <a:extLst>
                        <a:ext uri="{FF2B5EF4-FFF2-40B4-BE49-F238E27FC236}">
                          <a16:creationId xmlns:a16="http://schemas.microsoft.com/office/drawing/2014/main" id="{1091309D-40BE-39FC-B12F-EFB69A06A29D}"/>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0083" name="Group 20082">
                    <a:extLst>
                      <a:ext uri="{FF2B5EF4-FFF2-40B4-BE49-F238E27FC236}">
                        <a16:creationId xmlns:a16="http://schemas.microsoft.com/office/drawing/2014/main" id="{2D9DCFE4-8A5A-4B29-FBC2-B4B5073E4FE3}"/>
                      </a:ext>
                    </a:extLst>
                  </p:cNvPr>
                  <p:cNvGrpSpPr/>
                  <p:nvPr/>
                </p:nvGrpSpPr>
                <p:grpSpPr>
                  <a:xfrm>
                    <a:off x="6512463" y="3525040"/>
                    <a:ext cx="393192" cy="393192"/>
                    <a:chOff x="6389147" y="3357021"/>
                    <a:chExt cx="393192" cy="393192"/>
                  </a:xfrm>
                </p:grpSpPr>
                <p:grpSp>
                  <p:nvGrpSpPr>
                    <p:cNvPr id="20095" name="Group 20094">
                      <a:extLst>
                        <a:ext uri="{FF2B5EF4-FFF2-40B4-BE49-F238E27FC236}">
                          <a16:creationId xmlns:a16="http://schemas.microsoft.com/office/drawing/2014/main" id="{4BA91CCB-9442-BCFF-F434-A4D45E40A754}"/>
                        </a:ext>
                      </a:extLst>
                    </p:cNvPr>
                    <p:cNvGrpSpPr/>
                    <p:nvPr/>
                  </p:nvGrpSpPr>
                  <p:grpSpPr>
                    <a:xfrm rot="7200000" flipH="1">
                      <a:off x="6389147" y="3357021"/>
                      <a:ext cx="393192" cy="393192"/>
                      <a:chOff x="5354637" y="3446463"/>
                      <a:chExt cx="214313" cy="214313"/>
                    </a:xfrm>
                  </p:grpSpPr>
                  <p:sp>
                    <p:nvSpPr>
                      <p:cNvPr id="20104" name="Arc 20103">
                        <a:extLst>
                          <a:ext uri="{FF2B5EF4-FFF2-40B4-BE49-F238E27FC236}">
                            <a16:creationId xmlns:a16="http://schemas.microsoft.com/office/drawing/2014/main" id="{F4CA1C76-5825-2E90-E15D-49CFD2D88BB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105" name="Arc 20104">
                        <a:extLst>
                          <a:ext uri="{FF2B5EF4-FFF2-40B4-BE49-F238E27FC236}">
                            <a16:creationId xmlns:a16="http://schemas.microsoft.com/office/drawing/2014/main" id="{DE31C5C0-D4A8-7B1E-B034-47608BB42BE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096" name="Group 20095">
                      <a:extLst>
                        <a:ext uri="{FF2B5EF4-FFF2-40B4-BE49-F238E27FC236}">
                          <a16:creationId xmlns:a16="http://schemas.microsoft.com/office/drawing/2014/main" id="{715DF05D-99B6-646B-1CBE-863CAA04858B}"/>
                        </a:ext>
                      </a:extLst>
                    </p:cNvPr>
                    <p:cNvGrpSpPr/>
                    <p:nvPr/>
                  </p:nvGrpSpPr>
                  <p:grpSpPr>
                    <a:xfrm>
                      <a:off x="6434137" y="3402011"/>
                      <a:ext cx="303213" cy="303213"/>
                      <a:chOff x="6434137" y="3402011"/>
                      <a:chExt cx="303213" cy="303213"/>
                    </a:xfrm>
                  </p:grpSpPr>
                  <p:grpSp>
                    <p:nvGrpSpPr>
                      <p:cNvPr id="20097" name="Group 20096">
                        <a:extLst>
                          <a:ext uri="{FF2B5EF4-FFF2-40B4-BE49-F238E27FC236}">
                            <a16:creationId xmlns:a16="http://schemas.microsoft.com/office/drawing/2014/main" id="{932DB3DA-F8F6-F501-9EE7-53BE6B3F9314}"/>
                          </a:ext>
                        </a:extLst>
                      </p:cNvPr>
                      <p:cNvGrpSpPr/>
                      <p:nvPr/>
                    </p:nvGrpSpPr>
                    <p:grpSpPr>
                      <a:xfrm flipH="1">
                        <a:off x="6478587" y="3446461"/>
                        <a:ext cx="214313" cy="214313"/>
                        <a:chOff x="5354637" y="3446463"/>
                        <a:chExt cx="214313" cy="214313"/>
                      </a:xfrm>
                    </p:grpSpPr>
                    <p:sp>
                      <p:nvSpPr>
                        <p:cNvPr id="20102" name="Arc 20101">
                          <a:extLst>
                            <a:ext uri="{FF2B5EF4-FFF2-40B4-BE49-F238E27FC236}">
                              <a16:creationId xmlns:a16="http://schemas.microsoft.com/office/drawing/2014/main" id="{0C1ECD91-6EB2-C68E-6256-10F21F5270B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103" name="Arc 20102">
                          <a:extLst>
                            <a:ext uri="{FF2B5EF4-FFF2-40B4-BE49-F238E27FC236}">
                              <a16:creationId xmlns:a16="http://schemas.microsoft.com/office/drawing/2014/main" id="{276DFA58-6029-B009-1D31-D2CC37A1126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098" name="Group 20097">
                        <a:extLst>
                          <a:ext uri="{FF2B5EF4-FFF2-40B4-BE49-F238E27FC236}">
                            <a16:creationId xmlns:a16="http://schemas.microsoft.com/office/drawing/2014/main" id="{F418FD0A-96C5-C94F-645C-709813886D81}"/>
                          </a:ext>
                        </a:extLst>
                      </p:cNvPr>
                      <p:cNvGrpSpPr/>
                      <p:nvPr/>
                    </p:nvGrpSpPr>
                    <p:grpSpPr>
                      <a:xfrm rot="14400000" flipH="1">
                        <a:off x="6434137" y="3402011"/>
                        <a:ext cx="303213" cy="303213"/>
                        <a:chOff x="5354637" y="3446463"/>
                        <a:chExt cx="214313" cy="214313"/>
                      </a:xfrm>
                    </p:grpSpPr>
                    <p:sp>
                      <p:nvSpPr>
                        <p:cNvPr id="20100" name="Arc 20099">
                          <a:extLst>
                            <a:ext uri="{FF2B5EF4-FFF2-40B4-BE49-F238E27FC236}">
                              <a16:creationId xmlns:a16="http://schemas.microsoft.com/office/drawing/2014/main" id="{ECAEC671-6072-BD26-564A-BA48F2AA1FF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101" name="Arc 20100">
                          <a:extLst>
                            <a:ext uri="{FF2B5EF4-FFF2-40B4-BE49-F238E27FC236}">
                              <a16:creationId xmlns:a16="http://schemas.microsoft.com/office/drawing/2014/main" id="{8CAF9DC7-B4BC-1A7A-45CF-20A73D7EB24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099" name="TextBox 20098">
                        <a:extLst>
                          <a:ext uri="{FF2B5EF4-FFF2-40B4-BE49-F238E27FC236}">
                            <a16:creationId xmlns:a16="http://schemas.microsoft.com/office/drawing/2014/main" id="{300C7471-C781-EB8A-5B09-7A5D8EFCC12C}"/>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084" name="Group 20083">
                    <a:extLst>
                      <a:ext uri="{FF2B5EF4-FFF2-40B4-BE49-F238E27FC236}">
                        <a16:creationId xmlns:a16="http://schemas.microsoft.com/office/drawing/2014/main" id="{24519882-6B30-E13E-E1A7-FB0B809D2347}"/>
                      </a:ext>
                    </a:extLst>
                  </p:cNvPr>
                  <p:cNvGrpSpPr/>
                  <p:nvPr/>
                </p:nvGrpSpPr>
                <p:grpSpPr>
                  <a:xfrm>
                    <a:off x="6197413" y="3225768"/>
                    <a:ext cx="393192" cy="393192"/>
                    <a:chOff x="6389147" y="3932622"/>
                    <a:chExt cx="393192" cy="393192"/>
                  </a:xfrm>
                </p:grpSpPr>
                <p:grpSp>
                  <p:nvGrpSpPr>
                    <p:cNvPr id="20085" name="Group 20084">
                      <a:extLst>
                        <a:ext uri="{FF2B5EF4-FFF2-40B4-BE49-F238E27FC236}">
                          <a16:creationId xmlns:a16="http://schemas.microsoft.com/office/drawing/2014/main" id="{3FFF321B-D1D4-8D9D-395A-116C10FBA7F1}"/>
                        </a:ext>
                      </a:extLst>
                    </p:cNvPr>
                    <p:cNvGrpSpPr/>
                    <p:nvPr/>
                  </p:nvGrpSpPr>
                  <p:grpSpPr>
                    <a:xfrm flipH="1">
                      <a:off x="6478587" y="4022061"/>
                      <a:ext cx="214313" cy="214313"/>
                      <a:chOff x="5354637" y="3446463"/>
                      <a:chExt cx="214313" cy="214313"/>
                    </a:xfrm>
                  </p:grpSpPr>
                  <p:sp>
                    <p:nvSpPr>
                      <p:cNvPr id="20093" name="Arc 20092">
                        <a:extLst>
                          <a:ext uri="{FF2B5EF4-FFF2-40B4-BE49-F238E27FC236}">
                            <a16:creationId xmlns:a16="http://schemas.microsoft.com/office/drawing/2014/main" id="{7DD16AC5-D820-E37D-243D-E735A117D2B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094" name="Arc 20093">
                        <a:extLst>
                          <a:ext uri="{FF2B5EF4-FFF2-40B4-BE49-F238E27FC236}">
                            <a16:creationId xmlns:a16="http://schemas.microsoft.com/office/drawing/2014/main" id="{A219B2C5-4F8B-33A7-0058-4CCBC3713F0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086" name="Group 20085">
                      <a:extLst>
                        <a:ext uri="{FF2B5EF4-FFF2-40B4-BE49-F238E27FC236}">
                          <a16:creationId xmlns:a16="http://schemas.microsoft.com/office/drawing/2014/main" id="{7DE662D2-C11B-CCC8-F286-3984E8234EDB}"/>
                        </a:ext>
                      </a:extLst>
                    </p:cNvPr>
                    <p:cNvGrpSpPr/>
                    <p:nvPr/>
                  </p:nvGrpSpPr>
                  <p:grpSpPr>
                    <a:xfrm rot="7200000" flipH="1">
                      <a:off x="6434137" y="3977611"/>
                      <a:ext cx="303213" cy="303213"/>
                      <a:chOff x="5354637" y="3446463"/>
                      <a:chExt cx="214313" cy="214313"/>
                    </a:xfrm>
                  </p:grpSpPr>
                  <p:sp>
                    <p:nvSpPr>
                      <p:cNvPr id="20091" name="Arc 20090">
                        <a:extLst>
                          <a:ext uri="{FF2B5EF4-FFF2-40B4-BE49-F238E27FC236}">
                            <a16:creationId xmlns:a16="http://schemas.microsoft.com/office/drawing/2014/main" id="{3A1CC0C6-2CA5-4886-C518-C3304B6661F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092" name="Arc 20091">
                        <a:extLst>
                          <a:ext uri="{FF2B5EF4-FFF2-40B4-BE49-F238E27FC236}">
                            <a16:creationId xmlns:a16="http://schemas.microsoft.com/office/drawing/2014/main" id="{1DBABB4A-0FF8-9A92-0C94-07BF9ED88DF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087" name="Group 20086">
                      <a:extLst>
                        <a:ext uri="{FF2B5EF4-FFF2-40B4-BE49-F238E27FC236}">
                          <a16:creationId xmlns:a16="http://schemas.microsoft.com/office/drawing/2014/main" id="{6CE0A6A3-2934-B7CE-087F-48CAFC20E6F2}"/>
                        </a:ext>
                      </a:extLst>
                    </p:cNvPr>
                    <p:cNvGrpSpPr/>
                    <p:nvPr/>
                  </p:nvGrpSpPr>
                  <p:grpSpPr>
                    <a:xfrm rot="14400000" flipH="1">
                      <a:off x="6389147" y="3932622"/>
                      <a:ext cx="393192" cy="393192"/>
                      <a:chOff x="5354637" y="3446463"/>
                      <a:chExt cx="214313" cy="214313"/>
                    </a:xfrm>
                  </p:grpSpPr>
                  <p:sp>
                    <p:nvSpPr>
                      <p:cNvPr id="20089" name="Arc 20088">
                        <a:extLst>
                          <a:ext uri="{FF2B5EF4-FFF2-40B4-BE49-F238E27FC236}">
                            <a16:creationId xmlns:a16="http://schemas.microsoft.com/office/drawing/2014/main" id="{42441BF8-CCFD-AA08-399C-D46810CD8E7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090" name="Arc 20089">
                        <a:extLst>
                          <a:ext uri="{FF2B5EF4-FFF2-40B4-BE49-F238E27FC236}">
                            <a16:creationId xmlns:a16="http://schemas.microsoft.com/office/drawing/2014/main" id="{0106997F-77C6-6FB8-2B07-6F87DB0EDE2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088" name="TextBox 20087">
                      <a:extLst>
                        <a:ext uri="{FF2B5EF4-FFF2-40B4-BE49-F238E27FC236}">
                          <a16:creationId xmlns:a16="http://schemas.microsoft.com/office/drawing/2014/main" id="{49D4EE40-21E4-B49F-1E27-725573273E77}"/>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8358" name="Group 18357">
              <a:extLst>
                <a:ext uri="{FF2B5EF4-FFF2-40B4-BE49-F238E27FC236}">
                  <a16:creationId xmlns:a16="http://schemas.microsoft.com/office/drawing/2014/main" id="{0B760D1A-07EE-3FA9-F340-30AF155833E7}"/>
                </a:ext>
              </a:extLst>
            </p:cNvPr>
            <p:cNvGrpSpPr/>
            <p:nvPr/>
          </p:nvGrpSpPr>
          <p:grpSpPr>
            <a:xfrm>
              <a:off x="7543526" y="535201"/>
              <a:ext cx="2263438" cy="2198360"/>
              <a:chOff x="5445106" y="2039507"/>
              <a:chExt cx="2263438" cy="2198360"/>
            </a:xfrm>
          </p:grpSpPr>
          <p:grpSp>
            <p:nvGrpSpPr>
              <p:cNvPr id="19887" name="Group 19886">
                <a:extLst>
                  <a:ext uri="{FF2B5EF4-FFF2-40B4-BE49-F238E27FC236}">
                    <a16:creationId xmlns:a16="http://schemas.microsoft.com/office/drawing/2014/main" id="{0837DE73-BF6E-427A-E7F2-40C4E9FC95A9}"/>
                  </a:ext>
                </a:extLst>
              </p:cNvPr>
              <p:cNvGrpSpPr/>
              <p:nvPr/>
            </p:nvGrpSpPr>
            <p:grpSpPr>
              <a:xfrm>
                <a:off x="5445106" y="2644743"/>
                <a:ext cx="1643204" cy="1593124"/>
                <a:chOff x="5445106" y="2644743"/>
                <a:chExt cx="1643204" cy="1593124"/>
              </a:xfrm>
            </p:grpSpPr>
            <p:grpSp>
              <p:nvGrpSpPr>
                <p:cNvPr id="19983" name="Group 19982">
                  <a:extLst>
                    <a:ext uri="{FF2B5EF4-FFF2-40B4-BE49-F238E27FC236}">
                      <a16:creationId xmlns:a16="http://schemas.microsoft.com/office/drawing/2014/main" id="{EDA2CA2D-5528-FD62-5B44-04F1BC74DC0C}"/>
                    </a:ext>
                  </a:extLst>
                </p:cNvPr>
                <p:cNvGrpSpPr/>
                <p:nvPr/>
              </p:nvGrpSpPr>
              <p:grpSpPr>
                <a:xfrm>
                  <a:off x="5445106" y="2644743"/>
                  <a:ext cx="1019224" cy="991639"/>
                  <a:chOff x="5886431" y="3225768"/>
                  <a:chExt cx="1019224" cy="991639"/>
                </a:xfrm>
              </p:grpSpPr>
              <p:grpSp>
                <p:nvGrpSpPr>
                  <p:cNvPr id="20031" name="Group 20030">
                    <a:extLst>
                      <a:ext uri="{FF2B5EF4-FFF2-40B4-BE49-F238E27FC236}">
                        <a16:creationId xmlns:a16="http://schemas.microsoft.com/office/drawing/2014/main" id="{B844C068-3B81-D4BA-DE96-1B1E9886570E}"/>
                      </a:ext>
                    </a:extLst>
                  </p:cNvPr>
                  <p:cNvGrpSpPr/>
                  <p:nvPr/>
                </p:nvGrpSpPr>
                <p:grpSpPr>
                  <a:xfrm>
                    <a:off x="6197413" y="3824215"/>
                    <a:ext cx="393192" cy="393192"/>
                    <a:chOff x="5265196" y="3357021"/>
                    <a:chExt cx="393192" cy="393192"/>
                  </a:xfrm>
                </p:grpSpPr>
                <p:grpSp>
                  <p:nvGrpSpPr>
                    <p:cNvPr id="20066" name="Group 20065">
                      <a:extLst>
                        <a:ext uri="{FF2B5EF4-FFF2-40B4-BE49-F238E27FC236}">
                          <a16:creationId xmlns:a16="http://schemas.microsoft.com/office/drawing/2014/main" id="{6A80258E-B965-2671-B827-AABD19B9041C}"/>
                        </a:ext>
                      </a:extLst>
                    </p:cNvPr>
                    <p:cNvGrpSpPr/>
                    <p:nvPr/>
                  </p:nvGrpSpPr>
                  <p:grpSpPr>
                    <a:xfrm rot="14400000">
                      <a:off x="5265196" y="3357021"/>
                      <a:ext cx="393192" cy="393192"/>
                      <a:chOff x="5354637" y="3446463"/>
                      <a:chExt cx="214313" cy="214313"/>
                    </a:xfrm>
                  </p:grpSpPr>
                  <p:sp>
                    <p:nvSpPr>
                      <p:cNvPr id="20075" name="Arc 20074">
                        <a:extLst>
                          <a:ext uri="{FF2B5EF4-FFF2-40B4-BE49-F238E27FC236}">
                            <a16:creationId xmlns:a16="http://schemas.microsoft.com/office/drawing/2014/main" id="{8FF611AA-D80D-A627-3AAA-A9651AF0AD5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076" name="Arc 20075">
                        <a:extLst>
                          <a:ext uri="{FF2B5EF4-FFF2-40B4-BE49-F238E27FC236}">
                            <a16:creationId xmlns:a16="http://schemas.microsoft.com/office/drawing/2014/main" id="{72C5E142-F785-F973-C034-F13ED7022AF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067" name="Group 20066">
                      <a:extLst>
                        <a:ext uri="{FF2B5EF4-FFF2-40B4-BE49-F238E27FC236}">
                          <a16:creationId xmlns:a16="http://schemas.microsoft.com/office/drawing/2014/main" id="{80DB27DD-45F2-BC3C-8CDE-4CC27A7865F3}"/>
                        </a:ext>
                      </a:extLst>
                    </p:cNvPr>
                    <p:cNvGrpSpPr/>
                    <p:nvPr/>
                  </p:nvGrpSpPr>
                  <p:grpSpPr>
                    <a:xfrm>
                      <a:off x="5310186" y="3402011"/>
                      <a:ext cx="303213" cy="303213"/>
                      <a:chOff x="5310186" y="3402011"/>
                      <a:chExt cx="303213" cy="303213"/>
                    </a:xfrm>
                  </p:grpSpPr>
                  <p:grpSp>
                    <p:nvGrpSpPr>
                      <p:cNvPr id="20068" name="Group 20067">
                        <a:extLst>
                          <a:ext uri="{FF2B5EF4-FFF2-40B4-BE49-F238E27FC236}">
                            <a16:creationId xmlns:a16="http://schemas.microsoft.com/office/drawing/2014/main" id="{4128C39D-7052-CE08-5FFB-C79518B21E6F}"/>
                          </a:ext>
                        </a:extLst>
                      </p:cNvPr>
                      <p:cNvGrpSpPr/>
                      <p:nvPr/>
                    </p:nvGrpSpPr>
                    <p:grpSpPr>
                      <a:xfrm>
                        <a:off x="5354636" y="3446461"/>
                        <a:ext cx="214313" cy="214313"/>
                        <a:chOff x="5354637" y="3446463"/>
                        <a:chExt cx="214313" cy="214313"/>
                      </a:xfrm>
                    </p:grpSpPr>
                    <p:sp>
                      <p:nvSpPr>
                        <p:cNvPr id="20073" name="Arc 20072">
                          <a:extLst>
                            <a:ext uri="{FF2B5EF4-FFF2-40B4-BE49-F238E27FC236}">
                              <a16:creationId xmlns:a16="http://schemas.microsoft.com/office/drawing/2014/main" id="{1858A6ED-F19A-DA6A-A031-89E536AE34B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074" name="Arc 20073">
                          <a:extLst>
                            <a:ext uri="{FF2B5EF4-FFF2-40B4-BE49-F238E27FC236}">
                              <a16:creationId xmlns:a16="http://schemas.microsoft.com/office/drawing/2014/main" id="{AF611CEA-B621-94C5-7D0B-97400ACFBDF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069" name="Group 20068">
                        <a:extLst>
                          <a:ext uri="{FF2B5EF4-FFF2-40B4-BE49-F238E27FC236}">
                            <a16:creationId xmlns:a16="http://schemas.microsoft.com/office/drawing/2014/main" id="{FAA1467C-BD8E-319F-AF28-1F898568FE43}"/>
                          </a:ext>
                        </a:extLst>
                      </p:cNvPr>
                      <p:cNvGrpSpPr/>
                      <p:nvPr/>
                    </p:nvGrpSpPr>
                    <p:grpSpPr>
                      <a:xfrm rot="7200000">
                        <a:off x="5310186" y="3402011"/>
                        <a:ext cx="303213" cy="303213"/>
                        <a:chOff x="5354637" y="3446463"/>
                        <a:chExt cx="214313" cy="214313"/>
                      </a:xfrm>
                    </p:grpSpPr>
                    <p:sp>
                      <p:nvSpPr>
                        <p:cNvPr id="20071" name="Arc 20070">
                          <a:extLst>
                            <a:ext uri="{FF2B5EF4-FFF2-40B4-BE49-F238E27FC236}">
                              <a16:creationId xmlns:a16="http://schemas.microsoft.com/office/drawing/2014/main" id="{B1A84683-D99C-19D3-AD85-3DBE1907520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072" name="Arc 20071">
                          <a:extLst>
                            <a:ext uri="{FF2B5EF4-FFF2-40B4-BE49-F238E27FC236}">
                              <a16:creationId xmlns:a16="http://schemas.microsoft.com/office/drawing/2014/main" id="{E0F31558-2EBC-DDAD-B29C-05A4B2CA9F5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070" name="TextBox 20069">
                        <a:extLst>
                          <a:ext uri="{FF2B5EF4-FFF2-40B4-BE49-F238E27FC236}">
                            <a16:creationId xmlns:a16="http://schemas.microsoft.com/office/drawing/2014/main" id="{5F997005-2CBE-95B8-0C4C-27EACA6CB1B1}"/>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032" name="Group 20031">
                    <a:extLst>
                      <a:ext uri="{FF2B5EF4-FFF2-40B4-BE49-F238E27FC236}">
                        <a16:creationId xmlns:a16="http://schemas.microsoft.com/office/drawing/2014/main" id="{BB0A2FE6-B299-CF17-17B7-A73D6D54DE91}"/>
                      </a:ext>
                    </a:extLst>
                  </p:cNvPr>
                  <p:cNvGrpSpPr/>
                  <p:nvPr/>
                </p:nvGrpSpPr>
                <p:grpSpPr>
                  <a:xfrm>
                    <a:off x="5886431" y="3525040"/>
                    <a:ext cx="393192" cy="393192"/>
                    <a:chOff x="5265196" y="3932619"/>
                    <a:chExt cx="393192" cy="393192"/>
                  </a:xfrm>
                </p:grpSpPr>
                <p:grpSp>
                  <p:nvGrpSpPr>
                    <p:cNvPr id="20056" name="Group 20055">
                      <a:extLst>
                        <a:ext uri="{FF2B5EF4-FFF2-40B4-BE49-F238E27FC236}">
                          <a16:creationId xmlns:a16="http://schemas.microsoft.com/office/drawing/2014/main" id="{B1AA9A4E-0883-3378-8A81-D236AB883106}"/>
                        </a:ext>
                      </a:extLst>
                    </p:cNvPr>
                    <p:cNvGrpSpPr/>
                    <p:nvPr/>
                  </p:nvGrpSpPr>
                  <p:grpSpPr>
                    <a:xfrm>
                      <a:off x="5354636" y="4022061"/>
                      <a:ext cx="214313" cy="214313"/>
                      <a:chOff x="5354637" y="3446463"/>
                      <a:chExt cx="214313" cy="214313"/>
                    </a:xfrm>
                  </p:grpSpPr>
                  <p:sp>
                    <p:nvSpPr>
                      <p:cNvPr id="20064" name="Arc 20063">
                        <a:extLst>
                          <a:ext uri="{FF2B5EF4-FFF2-40B4-BE49-F238E27FC236}">
                            <a16:creationId xmlns:a16="http://schemas.microsoft.com/office/drawing/2014/main" id="{B81AA8CD-05AE-ABFB-81BC-099C9000D68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065" name="Arc 20064">
                        <a:extLst>
                          <a:ext uri="{FF2B5EF4-FFF2-40B4-BE49-F238E27FC236}">
                            <a16:creationId xmlns:a16="http://schemas.microsoft.com/office/drawing/2014/main" id="{DACC5F69-1A86-92DD-0BB9-0A1DF764391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057" name="Group 20056">
                      <a:extLst>
                        <a:ext uri="{FF2B5EF4-FFF2-40B4-BE49-F238E27FC236}">
                          <a16:creationId xmlns:a16="http://schemas.microsoft.com/office/drawing/2014/main" id="{5100B613-8B68-CE65-C5FC-D93C5C69E598}"/>
                        </a:ext>
                      </a:extLst>
                    </p:cNvPr>
                    <p:cNvGrpSpPr/>
                    <p:nvPr/>
                  </p:nvGrpSpPr>
                  <p:grpSpPr>
                    <a:xfrm rot="14400000">
                      <a:off x="5310186" y="3977611"/>
                      <a:ext cx="303213" cy="303213"/>
                      <a:chOff x="5354637" y="3446463"/>
                      <a:chExt cx="214313" cy="214313"/>
                    </a:xfrm>
                  </p:grpSpPr>
                  <p:sp>
                    <p:nvSpPr>
                      <p:cNvPr id="20062" name="Arc 20061">
                        <a:extLst>
                          <a:ext uri="{FF2B5EF4-FFF2-40B4-BE49-F238E27FC236}">
                            <a16:creationId xmlns:a16="http://schemas.microsoft.com/office/drawing/2014/main" id="{69D5B8B8-F4AE-54CC-793D-A3E3D8C3F7E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063" name="Arc 20062">
                        <a:extLst>
                          <a:ext uri="{FF2B5EF4-FFF2-40B4-BE49-F238E27FC236}">
                            <a16:creationId xmlns:a16="http://schemas.microsoft.com/office/drawing/2014/main" id="{5F9B7A0C-6982-AAF3-E6CE-E0C3D9E4CBC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058" name="Group 20057">
                      <a:extLst>
                        <a:ext uri="{FF2B5EF4-FFF2-40B4-BE49-F238E27FC236}">
                          <a16:creationId xmlns:a16="http://schemas.microsoft.com/office/drawing/2014/main" id="{1CBA3DF9-E47E-F129-D26D-5D19C94DBAEA}"/>
                        </a:ext>
                      </a:extLst>
                    </p:cNvPr>
                    <p:cNvGrpSpPr/>
                    <p:nvPr/>
                  </p:nvGrpSpPr>
                  <p:grpSpPr>
                    <a:xfrm rot="7200000">
                      <a:off x="5265196" y="3932619"/>
                      <a:ext cx="393192" cy="393192"/>
                      <a:chOff x="5354637" y="3446463"/>
                      <a:chExt cx="214313" cy="214313"/>
                    </a:xfrm>
                  </p:grpSpPr>
                  <p:sp>
                    <p:nvSpPr>
                      <p:cNvPr id="20060" name="Arc 20059">
                        <a:extLst>
                          <a:ext uri="{FF2B5EF4-FFF2-40B4-BE49-F238E27FC236}">
                            <a16:creationId xmlns:a16="http://schemas.microsoft.com/office/drawing/2014/main" id="{5A3CE5D5-9DBF-499B-A2FB-10C67FE8492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061" name="Arc 20060">
                        <a:extLst>
                          <a:ext uri="{FF2B5EF4-FFF2-40B4-BE49-F238E27FC236}">
                            <a16:creationId xmlns:a16="http://schemas.microsoft.com/office/drawing/2014/main" id="{1451939D-069B-4DFB-DE64-4F991473B5E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059" name="TextBox 20058">
                      <a:extLst>
                        <a:ext uri="{FF2B5EF4-FFF2-40B4-BE49-F238E27FC236}">
                          <a16:creationId xmlns:a16="http://schemas.microsoft.com/office/drawing/2014/main" id="{8A2CF8A5-F379-44FF-B2B3-5ADE700F27A0}"/>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0033" name="Group 20032">
                    <a:extLst>
                      <a:ext uri="{FF2B5EF4-FFF2-40B4-BE49-F238E27FC236}">
                        <a16:creationId xmlns:a16="http://schemas.microsoft.com/office/drawing/2014/main" id="{DF06C166-FD14-1F76-D5DB-8735A5B6DE40}"/>
                      </a:ext>
                    </a:extLst>
                  </p:cNvPr>
                  <p:cNvGrpSpPr/>
                  <p:nvPr/>
                </p:nvGrpSpPr>
                <p:grpSpPr>
                  <a:xfrm>
                    <a:off x="6512463" y="3525040"/>
                    <a:ext cx="393192" cy="393192"/>
                    <a:chOff x="6389147" y="3357021"/>
                    <a:chExt cx="393192" cy="393192"/>
                  </a:xfrm>
                </p:grpSpPr>
                <p:grpSp>
                  <p:nvGrpSpPr>
                    <p:cNvPr id="20045" name="Group 20044">
                      <a:extLst>
                        <a:ext uri="{FF2B5EF4-FFF2-40B4-BE49-F238E27FC236}">
                          <a16:creationId xmlns:a16="http://schemas.microsoft.com/office/drawing/2014/main" id="{275D9EA6-3EBA-B5DD-3107-C8B088D13EEA}"/>
                        </a:ext>
                      </a:extLst>
                    </p:cNvPr>
                    <p:cNvGrpSpPr/>
                    <p:nvPr/>
                  </p:nvGrpSpPr>
                  <p:grpSpPr>
                    <a:xfrm rot="7200000" flipH="1">
                      <a:off x="6389147" y="3357021"/>
                      <a:ext cx="393192" cy="393192"/>
                      <a:chOff x="5354637" y="3446463"/>
                      <a:chExt cx="214313" cy="214313"/>
                    </a:xfrm>
                  </p:grpSpPr>
                  <p:sp>
                    <p:nvSpPr>
                      <p:cNvPr id="20054" name="Arc 20053">
                        <a:extLst>
                          <a:ext uri="{FF2B5EF4-FFF2-40B4-BE49-F238E27FC236}">
                            <a16:creationId xmlns:a16="http://schemas.microsoft.com/office/drawing/2014/main" id="{5FBB0E65-619E-ED44-45ED-37A76F3A166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055" name="Arc 20054">
                        <a:extLst>
                          <a:ext uri="{FF2B5EF4-FFF2-40B4-BE49-F238E27FC236}">
                            <a16:creationId xmlns:a16="http://schemas.microsoft.com/office/drawing/2014/main" id="{03EB8548-3984-8DC8-1BCF-E3F6E10ED77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046" name="Group 20045">
                      <a:extLst>
                        <a:ext uri="{FF2B5EF4-FFF2-40B4-BE49-F238E27FC236}">
                          <a16:creationId xmlns:a16="http://schemas.microsoft.com/office/drawing/2014/main" id="{0658D7DB-32BC-0654-1852-B1B2B228672D}"/>
                        </a:ext>
                      </a:extLst>
                    </p:cNvPr>
                    <p:cNvGrpSpPr/>
                    <p:nvPr/>
                  </p:nvGrpSpPr>
                  <p:grpSpPr>
                    <a:xfrm>
                      <a:off x="6434137" y="3402011"/>
                      <a:ext cx="303213" cy="303213"/>
                      <a:chOff x="6434137" y="3402011"/>
                      <a:chExt cx="303213" cy="303213"/>
                    </a:xfrm>
                  </p:grpSpPr>
                  <p:grpSp>
                    <p:nvGrpSpPr>
                      <p:cNvPr id="20047" name="Group 20046">
                        <a:extLst>
                          <a:ext uri="{FF2B5EF4-FFF2-40B4-BE49-F238E27FC236}">
                            <a16:creationId xmlns:a16="http://schemas.microsoft.com/office/drawing/2014/main" id="{FC1A2724-2B2C-3D1F-CEAD-E574F9DFBFD9}"/>
                          </a:ext>
                        </a:extLst>
                      </p:cNvPr>
                      <p:cNvGrpSpPr/>
                      <p:nvPr/>
                    </p:nvGrpSpPr>
                    <p:grpSpPr>
                      <a:xfrm flipH="1">
                        <a:off x="6478587" y="3446461"/>
                        <a:ext cx="214313" cy="214313"/>
                        <a:chOff x="5354637" y="3446463"/>
                        <a:chExt cx="214313" cy="214313"/>
                      </a:xfrm>
                    </p:grpSpPr>
                    <p:sp>
                      <p:nvSpPr>
                        <p:cNvPr id="20052" name="Arc 20051">
                          <a:extLst>
                            <a:ext uri="{FF2B5EF4-FFF2-40B4-BE49-F238E27FC236}">
                              <a16:creationId xmlns:a16="http://schemas.microsoft.com/office/drawing/2014/main" id="{5BA373A2-99AF-F327-FDA8-43A4228301A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053" name="Arc 20052">
                          <a:extLst>
                            <a:ext uri="{FF2B5EF4-FFF2-40B4-BE49-F238E27FC236}">
                              <a16:creationId xmlns:a16="http://schemas.microsoft.com/office/drawing/2014/main" id="{301110A6-C81D-9907-FD5E-4FE87464795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048" name="Group 20047">
                        <a:extLst>
                          <a:ext uri="{FF2B5EF4-FFF2-40B4-BE49-F238E27FC236}">
                            <a16:creationId xmlns:a16="http://schemas.microsoft.com/office/drawing/2014/main" id="{CC4FDEDD-15EF-3B19-81A7-6B5F20B7FDC0}"/>
                          </a:ext>
                        </a:extLst>
                      </p:cNvPr>
                      <p:cNvGrpSpPr/>
                      <p:nvPr/>
                    </p:nvGrpSpPr>
                    <p:grpSpPr>
                      <a:xfrm rot="14400000" flipH="1">
                        <a:off x="6434137" y="3402011"/>
                        <a:ext cx="303213" cy="303213"/>
                        <a:chOff x="5354637" y="3446463"/>
                        <a:chExt cx="214313" cy="214313"/>
                      </a:xfrm>
                    </p:grpSpPr>
                    <p:sp>
                      <p:nvSpPr>
                        <p:cNvPr id="20050" name="Arc 20049">
                          <a:extLst>
                            <a:ext uri="{FF2B5EF4-FFF2-40B4-BE49-F238E27FC236}">
                              <a16:creationId xmlns:a16="http://schemas.microsoft.com/office/drawing/2014/main" id="{257A5DAF-0772-D453-EE8B-6E60D3693F8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051" name="Arc 20050">
                          <a:extLst>
                            <a:ext uri="{FF2B5EF4-FFF2-40B4-BE49-F238E27FC236}">
                              <a16:creationId xmlns:a16="http://schemas.microsoft.com/office/drawing/2014/main" id="{44B5DF12-3E6C-5F50-3D36-3E1AB05FA8C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049" name="TextBox 20048">
                        <a:extLst>
                          <a:ext uri="{FF2B5EF4-FFF2-40B4-BE49-F238E27FC236}">
                            <a16:creationId xmlns:a16="http://schemas.microsoft.com/office/drawing/2014/main" id="{C02E8BBA-2D76-F980-7869-C41C5AED4EB5}"/>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0034" name="Group 20033">
                    <a:extLst>
                      <a:ext uri="{FF2B5EF4-FFF2-40B4-BE49-F238E27FC236}">
                        <a16:creationId xmlns:a16="http://schemas.microsoft.com/office/drawing/2014/main" id="{FDAA8BA7-63FB-1DFC-C450-F94A90986028}"/>
                      </a:ext>
                    </a:extLst>
                  </p:cNvPr>
                  <p:cNvGrpSpPr/>
                  <p:nvPr/>
                </p:nvGrpSpPr>
                <p:grpSpPr>
                  <a:xfrm>
                    <a:off x="6197413" y="3225768"/>
                    <a:ext cx="393192" cy="393192"/>
                    <a:chOff x="6389147" y="3932622"/>
                    <a:chExt cx="393192" cy="393192"/>
                  </a:xfrm>
                </p:grpSpPr>
                <p:grpSp>
                  <p:nvGrpSpPr>
                    <p:cNvPr id="20035" name="Group 20034">
                      <a:extLst>
                        <a:ext uri="{FF2B5EF4-FFF2-40B4-BE49-F238E27FC236}">
                          <a16:creationId xmlns:a16="http://schemas.microsoft.com/office/drawing/2014/main" id="{6B23A3BC-D641-CE6F-4798-BE447A231820}"/>
                        </a:ext>
                      </a:extLst>
                    </p:cNvPr>
                    <p:cNvGrpSpPr/>
                    <p:nvPr/>
                  </p:nvGrpSpPr>
                  <p:grpSpPr>
                    <a:xfrm flipH="1">
                      <a:off x="6478587" y="4022061"/>
                      <a:ext cx="214313" cy="214313"/>
                      <a:chOff x="5354637" y="3446463"/>
                      <a:chExt cx="214313" cy="214313"/>
                    </a:xfrm>
                  </p:grpSpPr>
                  <p:sp>
                    <p:nvSpPr>
                      <p:cNvPr id="20043" name="Arc 20042">
                        <a:extLst>
                          <a:ext uri="{FF2B5EF4-FFF2-40B4-BE49-F238E27FC236}">
                            <a16:creationId xmlns:a16="http://schemas.microsoft.com/office/drawing/2014/main" id="{2F21F7F0-AEEA-2B37-1F57-ABFF825E329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044" name="Arc 20043">
                        <a:extLst>
                          <a:ext uri="{FF2B5EF4-FFF2-40B4-BE49-F238E27FC236}">
                            <a16:creationId xmlns:a16="http://schemas.microsoft.com/office/drawing/2014/main" id="{259C6335-6091-1DCD-B834-063FBEE7B94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036" name="Group 20035">
                      <a:extLst>
                        <a:ext uri="{FF2B5EF4-FFF2-40B4-BE49-F238E27FC236}">
                          <a16:creationId xmlns:a16="http://schemas.microsoft.com/office/drawing/2014/main" id="{705C172B-E442-0CC7-3FB1-4EE9122663E5}"/>
                        </a:ext>
                      </a:extLst>
                    </p:cNvPr>
                    <p:cNvGrpSpPr/>
                    <p:nvPr/>
                  </p:nvGrpSpPr>
                  <p:grpSpPr>
                    <a:xfrm rot="7200000" flipH="1">
                      <a:off x="6434137" y="3977611"/>
                      <a:ext cx="303213" cy="303213"/>
                      <a:chOff x="5354637" y="3446463"/>
                      <a:chExt cx="214313" cy="214313"/>
                    </a:xfrm>
                  </p:grpSpPr>
                  <p:sp>
                    <p:nvSpPr>
                      <p:cNvPr id="20041" name="Arc 20040">
                        <a:extLst>
                          <a:ext uri="{FF2B5EF4-FFF2-40B4-BE49-F238E27FC236}">
                            <a16:creationId xmlns:a16="http://schemas.microsoft.com/office/drawing/2014/main" id="{51DBA2E1-02D4-9402-AB69-30C23928EAA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042" name="Arc 20041">
                        <a:extLst>
                          <a:ext uri="{FF2B5EF4-FFF2-40B4-BE49-F238E27FC236}">
                            <a16:creationId xmlns:a16="http://schemas.microsoft.com/office/drawing/2014/main" id="{7BF2FACF-CE09-ED1F-5DD6-B654EC7387F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037" name="Group 20036">
                      <a:extLst>
                        <a:ext uri="{FF2B5EF4-FFF2-40B4-BE49-F238E27FC236}">
                          <a16:creationId xmlns:a16="http://schemas.microsoft.com/office/drawing/2014/main" id="{1C68F4E7-970E-C808-0BF0-D432B7DEC157}"/>
                        </a:ext>
                      </a:extLst>
                    </p:cNvPr>
                    <p:cNvGrpSpPr/>
                    <p:nvPr/>
                  </p:nvGrpSpPr>
                  <p:grpSpPr>
                    <a:xfrm rot="14400000" flipH="1">
                      <a:off x="6389147" y="3932622"/>
                      <a:ext cx="393192" cy="393192"/>
                      <a:chOff x="5354637" y="3446463"/>
                      <a:chExt cx="214313" cy="214313"/>
                    </a:xfrm>
                  </p:grpSpPr>
                  <p:sp>
                    <p:nvSpPr>
                      <p:cNvPr id="20039" name="Arc 20038">
                        <a:extLst>
                          <a:ext uri="{FF2B5EF4-FFF2-40B4-BE49-F238E27FC236}">
                            <a16:creationId xmlns:a16="http://schemas.microsoft.com/office/drawing/2014/main" id="{411E6AFD-ED41-C6D3-26A1-9FA70BD2A08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040" name="Arc 20039">
                        <a:extLst>
                          <a:ext uri="{FF2B5EF4-FFF2-40B4-BE49-F238E27FC236}">
                            <a16:creationId xmlns:a16="http://schemas.microsoft.com/office/drawing/2014/main" id="{FDBE3C55-DB93-8EB1-9899-4BE1158F36C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038" name="TextBox 20037">
                      <a:extLst>
                        <a:ext uri="{FF2B5EF4-FFF2-40B4-BE49-F238E27FC236}">
                          <a16:creationId xmlns:a16="http://schemas.microsoft.com/office/drawing/2014/main" id="{6680D95B-2B49-0C63-B96D-050B040CF2C4}"/>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984" name="Group 19983">
                  <a:extLst>
                    <a:ext uri="{FF2B5EF4-FFF2-40B4-BE49-F238E27FC236}">
                      <a16:creationId xmlns:a16="http://schemas.microsoft.com/office/drawing/2014/main" id="{22084295-FE30-B4E7-51DF-CF156FA30E25}"/>
                    </a:ext>
                  </a:extLst>
                </p:cNvPr>
                <p:cNvGrpSpPr/>
                <p:nvPr/>
              </p:nvGrpSpPr>
              <p:grpSpPr>
                <a:xfrm>
                  <a:off x="6069086" y="3246228"/>
                  <a:ext cx="1019224" cy="991639"/>
                  <a:chOff x="5886431" y="3225768"/>
                  <a:chExt cx="1019224" cy="991639"/>
                </a:xfrm>
              </p:grpSpPr>
              <p:grpSp>
                <p:nvGrpSpPr>
                  <p:cNvPr id="19985" name="Group 19984">
                    <a:extLst>
                      <a:ext uri="{FF2B5EF4-FFF2-40B4-BE49-F238E27FC236}">
                        <a16:creationId xmlns:a16="http://schemas.microsoft.com/office/drawing/2014/main" id="{2F359C35-A98D-DC2B-17BD-C4676BFE3BFF}"/>
                      </a:ext>
                    </a:extLst>
                  </p:cNvPr>
                  <p:cNvGrpSpPr/>
                  <p:nvPr/>
                </p:nvGrpSpPr>
                <p:grpSpPr>
                  <a:xfrm>
                    <a:off x="6197413" y="3824215"/>
                    <a:ext cx="393192" cy="393192"/>
                    <a:chOff x="5265196" y="3357021"/>
                    <a:chExt cx="393192" cy="393192"/>
                  </a:xfrm>
                </p:grpSpPr>
                <p:grpSp>
                  <p:nvGrpSpPr>
                    <p:cNvPr id="20020" name="Group 20019">
                      <a:extLst>
                        <a:ext uri="{FF2B5EF4-FFF2-40B4-BE49-F238E27FC236}">
                          <a16:creationId xmlns:a16="http://schemas.microsoft.com/office/drawing/2014/main" id="{327F4EA6-39C4-3C9F-6F2F-F640EF9F23C8}"/>
                        </a:ext>
                      </a:extLst>
                    </p:cNvPr>
                    <p:cNvGrpSpPr/>
                    <p:nvPr/>
                  </p:nvGrpSpPr>
                  <p:grpSpPr>
                    <a:xfrm rot="14400000">
                      <a:off x="5265196" y="3357021"/>
                      <a:ext cx="393192" cy="393192"/>
                      <a:chOff x="5354637" y="3446463"/>
                      <a:chExt cx="214313" cy="214313"/>
                    </a:xfrm>
                  </p:grpSpPr>
                  <p:sp>
                    <p:nvSpPr>
                      <p:cNvPr id="20029" name="Arc 20028">
                        <a:extLst>
                          <a:ext uri="{FF2B5EF4-FFF2-40B4-BE49-F238E27FC236}">
                            <a16:creationId xmlns:a16="http://schemas.microsoft.com/office/drawing/2014/main" id="{A03A43D5-E2F4-5943-0669-5AC75D907A2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030" name="Arc 20029">
                        <a:extLst>
                          <a:ext uri="{FF2B5EF4-FFF2-40B4-BE49-F238E27FC236}">
                            <a16:creationId xmlns:a16="http://schemas.microsoft.com/office/drawing/2014/main" id="{BE6FCBC2-6B1B-A432-8FBE-C0423D37664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021" name="Group 20020">
                      <a:extLst>
                        <a:ext uri="{FF2B5EF4-FFF2-40B4-BE49-F238E27FC236}">
                          <a16:creationId xmlns:a16="http://schemas.microsoft.com/office/drawing/2014/main" id="{3EAB8D2F-6A0B-754E-4655-79DE599B75FC}"/>
                        </a:ext>
                      </a:extLst>
                    </p:cNvPr>
                    <p:cNvGrpSpPr/>
                    <p:nvPr/>
                  </p:nvGrpSpPr>
                  <p:grpSpPr>
                    <a:xfrm>
                      <a:off x="5310186" y="3402011"/>
                      <a:ext cx="303213" cy="303213"/>
                      <a:chOff x="5310186" y="3402011"/>
                      <a:chExt cx="303213" cy="303213"/>
                    </a:xfrm>
                  </p:grpSpPr>
                  <p:grpSp>
                    <p:nvGrpSpPr>
                      <p:cNvPr id="20022" name="Group 20021">
                        <a:extLst>
                          <a:ext uri="{FF2B5EF4-FFF2-40B4-BE49-F238E27FC236}">
                            <a16:creationId xmlns:a16="http://schemas.microsoft.com/office/drawing/2014/main" id="{3BB3F568-6544-DAA6-7193-E686D83DA403}"/>
                          </a:ext>
                        </a:extLst>
                      </p:cNvPr>
                      <p:cNvGrpSpPr/>
                      <p:nvPr/>
                    </p:nvGrpSpPr>
                    <p:grpSpPr>
                      <a:xfrm>
                        <a:off x="5354636" y="3446461"/>
                        <a:ext cx="214313" cy="214313"/>
                        <a:chOff x="5354637" y="3446463"/>
                        <a:chExt cx="214313" cy="214313"/>
                      </a:xfrm>
                    </p:grpSpPr>
                    <p:sp>
                      <p:nvSpPr>
                        <p:cNvPr id="20027" name="Arc 20026">
                          <a:extLst>
                            <a:ext uri="{FF2B5EF4-FFF2-40B4-BE49-F238E27FC236}">
                              <a16:creationId xmlns:a16="http://schemas.microsoft.com/office/drawing/2014/main" id="{BF289123-1DCB-3B58-271D-7F61618CE4A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028" name="Arc 20027">
                          <a:extLst>
                            <a:ext uri="{FF2B5EF4-FFF2-40B4-BE49-F238E27FC236}">
                              <a16:creationId xmlns:a16="http://schemas.microsoft.com/office/drawing/2014/main" id="{7236473A-61D3-4107-ECC1-2E0C98F6AD2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023" name="Group 20022">
                        <a:extLst>
                          <a:ext uri="{FF2B5EF4-FFF2-40B4-BE49-F238E27FC236}">
                            <a16:creationId xmlns:a16="http://schemas.microsoft.com/office/drawing/2014/main" id="{402A77AE-13F9-F8C9-4A11-01E2348DB79E}"/>
                          </a:ext>
                        </a:extLst>
                      </p:cNvPr>
                      <p:cNvGrpSpPr/>
                      <p:nvPr/>
                    </p:nvGrpSpPr>
                    <p:grpSpPr>
                      <a:xfrm rot="7200000">
                        <a:off x="5310186" y="3402011"/>
                        <a:ext cx="303213" cy="303213"/>
                        <a:chOff x="5354637" y="3446463"/>
                        <a:chExt cx="214313" cy="214313"/>
                      </a:xfrm>
                    </p:grpSpPr>
                    <p:sp>
                      <p:nvSpPr>
                        <p:cNvPr id="20025" name="Arc 20024">
                          <a:extLst>
                            <a:ext uri="{FF2B5EF4-FFF2-40B4-BE49-F238E27FC236}">
                              <a16:creationId xmlns:a16="http://schemas.microsoft.com/office/drawing/2014/main" id="{66D5A8EF-0D48-F4A3-C392-E0C2D937569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026" name="Arc 20025">
                          <a:extLst>
                            <a:ext uri="{FF2B5EF4-FFF2-40B4-BE49-F238E27FC236}">
                              <a16:creationId xmlns:a16="http://schemas.microsoft.com/office/drawing/2014/main" id="{303BC5C4-5F7C-6B16-EB88-1D76DD719BF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024" name="TextBox 20023">
                        <a:extLst>
                          <a:ext uri="{FF2B5EF4-FFF2-40B4-BE49-F238E27FC236}">
                            <a16:creationId xmlns:a16="http://schemas.microsoft.com/office/drawing/2014/main" id="{1D497163-8DA6-6CC8-B384-1EBA62D618C7}"/>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986" name="Group 19985">
                    <a:extLst>
                      <a:ext uri="{FF2B5EF4-FFF2-40B4-BE49-F238E27FC236}">
                        <a16:creationId xmlns:a16="http://schemas.microsoft.com/office/drawing/2014/main" id="{F70E835B-3F0C-ABE4-4A95-4AD89094E445}"/>
                      </a:ext>
                    </a:extLst>
                  </p:cNvPr>
                  <p:cNvGrpSpPr/>
                  <p:nvPr/>
                </p:nvGrpSpPr>
                <p:grpSpPr>
                  <a:xfrm>
                    <a:off x="5886431" y="3525040"/>
                    <a:ext cx="393192" cy="393192"/>
                    <a:chOff x="5265196" y="3932619"/>
                    <a:chExt cx="393192" cy="393192"/>
                  </a:xfrm>
                </p:grpSpPr>
                <p:grpSp>
                  <p:nvGrpSpPr>
                    <p:cNvPr id="20010" name="Group 20009">
                      <a:extLst>
                        <a:ext uri="{FF2B5EF4-FFF2-40B4-BE49-F238E27FC236}">
                          <a16:creationId xmlns:a16="http://schemas.microsoft.com/office/drawing/2014/main" id="{8E9874CB-AA32-2AE6-34DD-B22B6C028643}"/>
                        </a:ext>
                      </a:extLst>
                    </p:cNvPr>
                    <p:cNvGrpSpPr/>
                    <p:nvPr/>
                  </p:nvGrpSpPr>
                  <p:grpSpPr>
                    <a:xfrm>
                      <a:off x="5354636" y="4022061"/>
                      <a:ext cx="214313" cy="214313"/>
                      <a:chOff x="5354637" y="3446463"/>
                      <a:chExt cx="214313" cy="214313"/>
                    </a:xfrm>
                  </p:grpSpPr>
                  <p:sp>
                    <p:nvSpPr>
                      <p:cNvPr id="20018" name="Arc 20017">
                        <a:extLst>
                          <a:ext uri="{FF2B5EF4-FFF2-40B4-BE49-F238E27FC236}">
                            <a16:creationId xmlns:a16="http://schemas.microsoft.com/office/drawing/2014/main" id="{06F05875-7289-56F8-D292-F328F92C375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019" name="Arc 20018">
                        <a:extLst>
                          <a:ext uri="{FF2B5EF4-FFF2-40B4-BE49-F238E27FC236}">
                            <a16:creationId xmlns:a16="http://schemas.microsoft.com/office/drawing/2014/main" id="{70AF4FB8-433B-4B78-2CD7-CAEAEFEAEEA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011" name="Group 20010">
                      <a:extLst>
                        <a:ext uri="{FF2B5EF4-FFF2-40B4-BE49-F238E27FC236}">
                          <a16:creationId xmlns:a16="http://schemas.microsoft.com/office/drawing/2014/main" id="{4A220B80-A972-117F-27A5-A748D87A6339}"/>
                        </a:ext>
                      </a:extLst>
                    </p:cNvPr>
                    <p:cNvGrpSpPr/>
                    <p:nvPr/>
                  </p:nvGrpSpPr>
                  <p:grpSpPr>
                    <a:xfrm rot="14400000">
                      <a:off x="5310186" y="3977611"/>
                      <a:ext cx="303213" cy="303213"/>
                      <a:chOff x="5354637" y="3446463"/>
                      <a:chExt cx="214313" cy="214313"/>
                    </a:xfrm>
                  </p:grpSpPr>
                  <p:sp>
                    <p:nvSpPr>
                      <p:cNvPr id="20016" name="Arc 20015">
                        <a:extLst>
                          <a:ext uri="{FF2B5EF4-FFF2-40B4-BE49-F238E27FC236}">
                            <a16:creationId xmlns:a16="http://schemas.microsoft.com/office/drawing/2014/main" id="{1A3CFC32-6CC7-C190-28D8-D6B24CE8386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017" name="Arc 20016">
                        <a:extLst>
                          <a:ext uri="{FF2B5EF4-FFF2-40B4-BE49-F238E27FC236}">
                            <a16:creationId xmlns:a16="http://schemas.microsoft.com/office/drawing/2014/main" id="{72912AEB-83A6-ECAE-B19C-67CF00B3FEC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012" name="Group 20011">
                      <a:extLst>
                        <a:ext uri="{FF2B5EF4-FFF2-40B4-BE49-F238E27FC236}">
                          <a16:creationId xmlns:a16="http://schemas.microsoft.com/office/drawing/2014/main" id="{EA7AC914-2FE0-845B-A6A7-9A5D908592DF}"/>
                        </a:ext>
                      </a:extLst>
                    </p:cNvPr>
                    <p:cNvGrpSpPr/>
                    <p:nvPr/>
                  </p:nvGrpSpPr>
                  <p:grpSpPr>
                    <a:xfrm rot="7200000">
                      <a:off x="5265196" y="3932619"/>
                      <a:ext cx="393192" cy="393192"/>
                      <a:chOff x="5354637" y="3446463"/>
                      <a:chExt cx="214313" cy="214313"/>
                    </a:xfrm>
                  </p:grpSpPr>
                  <p:sp>
                    <p:nvSpPr>
                      <p:cNvPr id="20014" name="Arc 20013">
                        <a:extLst>
                          <a:ext uri="{FF2B5EF4-FFF2-40B4-BE49-F238E27FC236}">
                            <a16:creationId xmlns:a16="http://schemas.microsoft.com/office/drawing/2014/main" id="{5C97A3BA-E757-5DDF-435B-3279F9E1B50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015" name="Arc 20014">
                        <a:extLst>
                          <a:ext uri="{FF2B5EF4-FFF2-40B4-BE49-F238E27FC236}">
                            <a16:creationId xmlns:a16="http://schemas.microsoft.com/office/drawing/2014/main" id="{341F56C8-A38F-14BB-4F1D-E8FE1A6666C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013" name="TextBox 20012">
                      <a:extLst>
                        <a:ext uri="{FF2B5EF4-FFF2-40B4-BE49-F238E27FC236}">
                          <a16:creationId xmlns:a16="http://schemas.microsoft.com/office/drawing/2014/main" id="{5400B71F-236F-F26A-013B-0C722774ECC6}"/>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9987" name="Group 19986">
                    <a:extLst>
                      <a:ext uri="{FF2B5EF4-FFF2-40B4-BE49-F238E27FC236}">
                        <a16:creationId xmlns:a16="http://schemas.microsoft.com/office/drawing/2014/main" id="{BD26993F-575D-65AB-0D72-01ABDC60DB4C}"/>
                      </a:ext>
                    </a:extLst>
                  </p:cNvPr>
                  <p:cNvGrpSpPr/>
                  <p:nvPr/>
                </p:nvGrpSpPr>
                <p:grpSpPr>
                  <a:xfrm>
                    <a:off x="6512463" y="3525040"/>
                    <a:ext cx="393192" cy="393192"/>
                    <a:chOff x="6389147" y="3357021"/>
                    <a:chExt cx="393192" cy="393192"/>
                  </a:xfrm>
                </p:grpSpPr>
                <p:grpSp>
                  <p:nvGrpSpPr>
                    <p:cNvPr id="19999" name="Group 19998">
                      <a:extLst>
                        <a:ext uri="{FF2B5EF4-FFF2-40B4-BE49-F238E27FC236}">
                          <a16:creationId xmlns:a16="http://schemas.microsoft.com/office/drawing/2014/main" id="{E03C1AFF-1484-B327-54ED-57E8C5801177}"/>
                        </a:ext>
                      </a:extLst>
                    </p:cNvPr>
                    <p:cNvGrpSpPr/>
                    <p:nvPr/>
                  </p:nvGrpSpPr>
                  <p:grpSpPr>
                    <a:xfrm rot="7200000" flipH="1">
                      <a:off x="6389147" y="3357021"/>
                      <a:ext cx="393192" cy="393192"/>
                      <a:chOff x="5354637" y="3446463"/>
                      <a:chExt cx="214313" cy="214313"/>
                    </a:xfrm>
                  </p:grpSpPr>
                  <p:sp>
                    <p:nvSpPr>
                      <p:cNvPr id="20008" name="Arc 20007">
                        <a:extLst>
                          <a:ext uri="{FF2B5EF4-FFF2-40B4-BE49-F238E27FC236}">
                            <a16:creationId xmlns:a16="http://schemas.microsoft.com/office/drawing/2014/main" id="{799E9F2F-B8B0-CA8C-F8A0-FEDA8371422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009" name="Arc 20008">
                        <a:extLst>
                          <a:ext uri="{FF2B5EF4-FFF2-40B4-BE49-F238E27FC236}">
                            <a16:creationId xmlns:a16="http://schemas.microsoft.com/office/drawing/2014/main" id="{D13B5B8F-22B5-B715-689B-1B6E89A6C5A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000" name="Group 19999">
                      <a:extLst>
                        <a:ext uri="{FF2B5EF4-FFF2-40B4-BE49-F238E27FC236}">
                          <a16:creationId xmlns:a16="http://schemas.microsoft.com/office/drawing/2014/main" id="{A23D5208-D171-1AD0-3712-20712AF418F7}"/>
                        </a:ext>
                      </a:extLst>
                    </p:cNvPr>
                    <p:cNvGrpSpPr/>
                    <p:nvPr/>
                  </p:nvGrpSpPr>
                  <p:grpSpPr>
                    <a:xfrm>
                      <a:off x="6434137" y="3402011"/>
                      <a:ext cx="303213" cy="303213"/>
                      <a:chOff x="6434137" y="3402011"/>
                      <a:chExt cx="303213" cy="303213"/>
                    </a:xfrm>
                  </p:grpSpPr>
                  <p:grpSp>
                    <p:nvGrpSpPr>
                      <p:cNvPr id="20001" name="Group 20000">
                        <a:extLst>
                          <a:ext uri="{FF2B5EF4-FFF2-40B4-BE49-F238E27FC236}">
                            <a16:creationId xmlns:a16="http://schemas.microsoft.com/office/drawing/2014/main" id="{A29864D9-B713-CEAB-FE83-55BBC9180ABB}"/>
                          </a:ext>
                        </a:extLst>
                      </p:cNvPr>
                      <p:cNvGrpSpPr/>
                      <p:nvPr/>
                    </p:nvGrpSpPr>
                    <p:grpSpPr>
                      <a:xfrm flipH="1">
                        <a:off x="6478587" y="3446461"/>
                        <a:ext cx="214313" cy="214313"/>
                        <a:chOff x="5354637" y="3446463"/>
                        <a:chExt cx="214313" cy="214313"/>
                      </a:xfrm>
                    </p:grpSpPr>
                    <p:sp>
                      <p:nvSpPr>
                        <p:cNvPr id="20006" name="Arc 20005">
                          <a:extLst>
                            <a:ext uri="{FF2B5EF4-FFF2-40B4-BE49-F238E27FC236}">
                              <a16:creationId xmlns:a16="http://schemas.microsoft.com/office/drawing/2014/main" id="{1A0887FE-0407-1D8F-FE29-1533FE5D540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007" name="Arc 20006">
                          <a:extLst>
                            <a:ext uri="{FF2B5EF4-FFF2-40B4-BE49-F238E27FC236}">
                              <a16:creationId xmlns:a16="http://schemas.microsoft.com/office/drawing/2014/main" id="{E8DCF24A-D058-A805-EE52-FB0D168E10F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0002" name="Group 20001">
                        <a:extLst>
                          <a:ext uri="{FF2B5EF4-FFF2-40B4-BE49-F238E27FC236}">
                            <a16:creationId xmlns:a16="http://schemas.microsoft.com/office/drawing/2014/main" id="{9395FD50-93BC-2D7E-F9A9-2553863D5314}"/>
                          </a:ext>
                        </a:extLst>
                      </p:cNvPr>
                      <p:cNvGrpSpPr/>
                      <p:nvPr/>
                    </p:nvGrpSpPr>
                    <p:grpSpPr>
                      <a:xfrm rot="14400000" flipH="1">
                        <a:off x="6434137" y="3402011"/>
                        <a:ext cx="303213" cy="303213"/>
                        <a:chOff x="5354637" y="3446463"/>
                        <a:chExt cx="214313" cy="214313"/>
                      </a:xfrm>
                    </p:grpSpPr>
                    <p:sp>
                      <p:nvSpPr>
                        <p:cNvPr id="20004" name="Arc 20003">
                          <a:extLst>
                            <a:ext uri="{FF2B5EF4-FFF2-40B4-BE49-F238E27FC236}">
                              <a16:creationId xmlns:a16="http://schemas.microsoft.com/office/drawing/2014/main" id="{103800C8-AB4F-DB8A-DCC4-BFF74BE06B1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005" name="Arc 20004">
                          <a:extLst>
                            <a:ext uri="{FF2B5EF4-FFF2-40B4-BE49-F238E27FC236}">
                              <a16:creationId xmlns:a16="http://schemas.microsoft.com/office/drawing/2014/main" id="{0814D325-07E5-C87E-5F22-83E74546470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0003" name="TextBox 20002">
                        <a:extLst>
                          <a:ext uri="{FF2B5EF4-FFF2-40B4-BE49-F238E27FC236}">
                            <a16:creationId xmlns:a16="http://schemas.microsoft.com/office/drawing/2014/main" id="{09A7B2F2-C60C-DE38-A88F-F9B80CDB3576}"/>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988" name="Group 19987">
                    <a:extLst>
                      <a:ext uri="{FF2B5EF4-FFF2-40B4-BE49-F238E27FC236}">
                        <a16:creationId xmlns:a16="http://schemas.microsoft.com/office/drawing/2014/main" id="{6832B101-5BE0-23D7-766D-9480443D5F54}"/>
                      </a:ext>
                    </a:extLst>
                  </p:cNvPr>
                  <p:cNvGrpSpPr/>
                  <p:nvPr/>
                </p:nvGrpSpPr>
                <p:grpSpPr>
                  <a:xfrm>
                    <a:off x="6197413" y="3225768"/>
                    <a:ext cx="393192" cy="393192"/>
                    <a:chOff x="6389147" y="3932622"/>
                    <a:chExt cx="393192" cy="393192"/>
                  </a:xfrm>
                </p:grpSpPr>
                <p:grpSp>
                  <p:nvGrpSpPr>
                    <p:cNvPr id="19989" name="Group 19988">
                      <a:extLst>
                        <a:ext uri="{FF2B5EF4-FFF2-40B4-BE49-F238E27FC236}">
                          <a16:creationId xmlns:a16="http://schemas.microsoft.com/office/drawing/2014/main" id="{E314602F-F98B-8EDA-C657-290B405A58BF}"/>
                        </a:ext>
                      </a:extLst>
                    </p:cNvPr>
                    <p:cNvGrpSpPr/>
                    <p:nvPr/>
                  </p:nvGrpSpPr>
                  <p:grpSpPr>
                    <a:xfrm flipH="1">
                      <a:off x="6478587" y="4022061"/>
                      <a:ext cx="214313" cy="214313"/>
                      <a:chOff x="5354637" y="3446463"/>
                      <a:chExt cx="214313" cy="214313"/>
                    </a:xfrm>
                  </p:grpSpPr>
                  <p:sp>
                    <p:nvSpPr>
                      <p:cNvPr id="19997" name="Arc 19996">
                        <a:extLst>
                          <a:ext uri="{FF2B5EF4-FFF2-40B4-BE49-F238E27FC236}">
                            <a16:creationId xmlns:a16="http://schemas.microsoft.com/office/drawing/2014/main" id="{20919116-805C-C745-CE25-F2BCABADE51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998" name="Arc 19997">
                        <a:extLst>
                          <a:ext uri="{FF2B5EF4-FFF2-40B4-BE49-F238E27FC236}">
                            <a16:creationId xmlns:a16="http://schemas.microsoft.com/office/drawing/2014/main" id="{07888060-01C0-BA18-6C67-F0AC097D99E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990" name="Group 19989">
                      <a:extLst>
                        <a:ext uri="{FF2B5EF4-FFF2-40B4-BE49-F238E27FC236}">
                          <a16:creationId xmlns:a16="http://schemas.microsoft.com/office/drawing/2014/main" id="{079C8591-CEB8-65F5-7063-2FB3897D0750}"/>
                        </a:ext>
                      </a:extLst>
                    </p:cNvPr>
                    <p:cNvGrpSpPr/>
                    <p:nvPr/>
                  </p:nvGrpSpPr>
                  <p:grpSpPr>
                    <a:xfrm rot="7200000" flipH="1">
                      <a:off x="6434137" y="3977611"/>
                      <a:ext cx="303213" cy="303213"/>
                      <a:chOff x="5354637" y="3446463"/>
                      <a:chExt cx="214313" cy="214313"/>
                    </a:xfrm>
                  </p:grpSpPr>
                  <p:sp>
                    <p:nvSpPr>
                      <p:cNvPr id="19995" name="Arc 19994">
                        <a:extLst>
                          <a:ext uri="{FF2B5EF4-FFF2-40B4-BE49-F238E27FC236}">
                            <a16:creationId xmlns:a16="http://schemas.microsoft.com/office/drawing/2014/main" id="{2CEE5CB4-A682-2527-8B5A-5DF7EDA356D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996" name="Arc 19995">
                        <a:extLst>
                          <a:ext uri="{FF2B5EF4-FFF2-40B4-BE49-F238E27FC236}">
                            <a16:creationId xmlns:a16="http://schemas.microsoft.com/office/drawing/2014/main" id="{EB946591-A43D-863F-CAA8-59BAD7A80BD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991" name="Group 19990">
                      <a:extLst>
                        <a:ext uri="{FF2B5EF4-FFF2-40B4-BE49-F238E27FC236}">
                          <a16:creationId xmlns:a16="http://schemas.microsoft.com/office/drawing/2014/main" id="{3F67B81E-15E4-F88E-FB38-BDAA89F987CB}"/>
                        </a:ext>
                      </a:extLst>
                    </p:cNvPr>
                    <p:cNvGrpSpPr/>
                    <p:nvPr/>
                  </p:nvGrpSpPr>
                  <p:grpSpPr>
                    <a:xfrm rot="14400000" flipH="1">
                      <a:off x="6389147" y="3932622"/>
                      <a:ext cx="393192" cy="393192"/>
                      <a:chOff x="5354637" y="3446463"/>
                      <a:chExt cx="214313" cy="214313"/>
                    </a:xfrm>
                  </p:grpSpPr>
                  <p:sp>
                    <p:nvSpPr>
                      <p:cNvPr id="19993" name="Arc 19992">
                        <a:extLst>
                          <a:ext uri="{FF2B5EF4-FFF2-40B4-BE49-F238E27FC236}">
                            <a16:creationId xmlns:a16="http://schemas.microsoft.com/office/drawing/2014/main" id="{047805B8-9A36-8B2E-5540-7857C2ADBBC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994" name="Arc 19993">
                        <a:extLst>
                          <a:ext uri="{FF2B5EF4-FFF2-40B4-BE49-F238E27FC236}">
                            <a16:creationId xmlns:a16="http://schemas.microsoft.com/office/drawing/2014/main" id="{2B99E2D4-DFAE-69A8-7211-55F629DFEF8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992" name="TextBox 19991">
                      <a:extLst>
                        <a:ext uri="{FF2B5EF4-FFF2-40B4-BE49-F238E27FC236}">
                          <a16:creationId xmlns:a16="http://schemas.microsoft.com/office/drawing/2014/main" id="{0B395778-000F-C3DE-ECA4-997523F3D0D4}"/>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9888" name="Group 19887">
                <a:extLst>
                  <a:ext uri="{FF2B5EF4-FFF2-40B4-BE49-F238E27FC236}">
                    <a16:creationId xmlns:a16="http://schemas.microsoft.com/office/drawing/2014/main" id="{EA270673-0C8A-7592-7648-8F9BF90A94B1}"/>
                  </a:ext>
                </a:extLst>
              </p:cNvPr>
              <p:cNvGrpSpPr/>
              <p:nvPr/>
            </p:nvGrpSpPr>
            <p:grpSpPr>
              <a:xfrm>
                <a:off x="6065340" y="2039507"/>
                <a:ext cx="1643204" cy="1593124"/>
                <a:chOff x="5445106" y="2644743"/>
                <a:chExt cx="1643204" cy="1593124"/>
              </a:xfrm>
            </p:grpSpPr>
            <p:grpSp>
              <p:nvGrpSpPr>
                <p:cNvPr id="19889" name="Group 19888">
                  <a:extLst>
                    <a:ext uri="{FF2B5EF4-FFF2-40B4-BE49-F238E27FC236}">
                      <a16:creationId xmlns:a16="http://schemas.microsoft.com/office/drawing/2014/main" id="{5DB59E5B-FACC-A33F-8FDD-FA4DA651C738}"/>
                    </a:ext>
                  </a:extLst>
                </p:cNvPr>
                <p:cNvGrpSpPr/>
                <p:nvPr/>
              </p:nvGrpSpPr>
              <p:grpSpPr>
                <a:xfrm>
                  <a:off x="5445106" y="2644743"/>
                  <a:ext cx="1019224" cy="991639"/>
                  <a:chOff x="5886431" y="3225768"/>
                  <a:chExt cx="1019224" cy="991639"/>
                </a:xfrm>
              </p:grpSpPr>
              <p:grpSp>
                <p:nvGrpSpPr>
                  <p:cNvPr id="19937" name="Group 19936">
                    <a:extLst>
                      <a:ext uri="{FF2B5EF4-FFF2-40B4-BE49-F238E27FC236}">
                        <a16:creationId xmlns:a16="http://schemas.microsoft.com/office/drawing/2014/main" id="{02C5706E-A680-DF31-CBC1-5E16094BBA26}"/>
                      </a:ext>
                    </a:extLst>
                  </p:cNvPr>
                  <p:cNvGrpSpPr/>
                  <p:nvPr/>
                </p:nvGrpSpPr>
                <p:grpSpPr>
                  <a:xfrm>
                    <a:off x="6197413" y="3824215"/>
                    <a:ext cx="393192" cy="393192"/>
                    <a:chOff x="5265196" y="3357021"/>
                    <a:chExt cx="393192" cy="393192"/>
                  </a:xfrm>
                </p:grpSpPr>
                <p:grpSp>
                  <p:nvGrpSpPr>
                    <p:cNvPr id="19972" name="Group 19971">
                      <a:extLst>
                        <a:ext uri="{FF2B5EF4-FFF2-40B4-BE49-F238E27FC236}">
                          <a16:creationId xmlns:a16="http://schemas.microsoft.com/office/drawing/2014/main" id="{C3C9B998-17D9-C0B0-AE64-0679BBFD45A5}"/>
                        </a:ext>
                      </a:extLst>
                    </p:cNvPr>
                    <p:cNvGrpSpPr/>
                    <p:nvPr/>
                  </p:nvGrpSpPr>
                  <p:grpSpPr>
                    <a:xfrm rot="14400000">
                      <a:off x="5265196" y="3357021"/>
                      <a:ext cx="393192" cy="393192"/>
                      <a:chOff x="5354637" y="3446463"/>
                      <a:chExt cx="214313" cy="214313"/>
                    </a:xfrm>
                  </p:grpSpPr>
                  <p:sp>
                    <p:nvSpPr>
                      <p:cNvPr id="19981" name="Arc 19980">
                        <a:extLst>
                          <a:ext uri="{FF2B5EF4-FFF2-40B4-BE49-F238E27FC236}">
                            <a16:creationId xmlns:a16="http://schemas.microsoft.com/office/drawing/2014/main" id="{9D108797-1F0B-939D-C9B6-5C6289B528B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982" name="Arc 19981">
                        <a:extLst>
                          <a:ext uri="{FF2B5EF4-FFF2-40B4-BE49-F238E27FC236}">
                            <a16:creationId xmlns:a16="http://schemas.microsoft.com/office/drawing/2014/main" id="{3D7B1F56-4F7B-A3C4-1035-E6AC5718C97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973" name="Group 19972">
                      <a:extLst>
                        <a:ext uri="{FF2B5EF4-FFF2-40B4-BE49-F238E27FC236}">
                          <a16:creationId xmlns:a16="http://schemas.microsoft.com/office/drawing/2014/main" id="{B021E677-3B0E-B91F-C70D-A5D77B217738}"/>
                        </a:ext>
                      </a:extLst>
                    </p:cNvPr>
                    <p:cNvGrpSpPr/>
                    <p:nvPr/>
                  </p:nvGrpSpPr>
                  <p:grpSpPr>
                    <a:xfrm>
                      <a:off x="5310186" y="3402011"/>
                      <a:ext cx="303213" cy="303213"/>
                      <a:chOff x="5310186" y="3402011"/>
                      <a:chExt cx="303213" cy="303213"/>
                    </a:xfrm>
                  </p:grpSpPr>
                  <p:grpSp>
                    <p:nvGrpSpPr>
                      <p:cNvPr id="19974" name="Group 19973">
                        <a:extLst>
                          <a:ext uri="{FF2B5EF4-FFF2-40B4-BE49-F238E27FC236}">
                            <a16:creationId xmlns:a16="http://schemas.microsoft.com/office/drawing/2014/main" id="{9AD8AF9F-EF50-C100-8C44-A36647CEEEB5}"/>
                          </a:ext>
                        </a:extLst>
                      </p:cNvPr>
                      <p:cNvGrpSpPr/>
                      <p:nvPr/>
                    </p:nvGrpSpPr>
                    <p:grpSpPr>
                      <a:xfrm>
                        <a:off x="5354636" y="3446461"/>
                        <a:ext cx="214313" cy="214313"/>
                        <a:chOff x="5354637" y="3446463"/>
                        <a:chExt cx="214313" cy="214313"/>
                      </a:xfrm>
                    </p:grpSpPr>
                    <p:sp>
                      <p:nvSpPr>
                        <p:cNvPr id="19979" name="Arc 19978">
                          <a:extLst>
                            <a:ext uri="{FF2B5EF4-FFF2-40B4-BE49-F238E27FC236}">
                              <a16:creationId xmlns:a16="http://schemas.microsoft.com/office/drawing/2014/main" id="{3CCD4783-49E9-2AC5-E8DD-6760DB3F280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980" name="Arc 19979">
                          <a:extLst>
                            <a:ext uri="{FF2B5EF4-FFF2-40B4-BE49-F238E27FC236}">
                              <a16:creationId xmlns:a16="http://schemas.microsoft.com/office/drawing/2014/main" id="{75CB58A9-D1E5-C5A5-1209-F8F34E82168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975" name="Group 19974">
                        <a:extLst>
                          <a:ext uri="{FF2B5EF4-FFF2-40B4-BE49-F238E27FC236}">
                            <a16:creationId xmlns:a16="http://schemas.microsoft.com/office/drawing/2014/main" id="{460999C5-06BE-E767-702F-4B83311730C3}"/>
                          </a:ext>
                        </a:extLst>
                      </p:cNvPr>
                      <p:cNvGrpSpPr/>
                      <p:nvPr/>
                    </p:nvGrpSpPr>
                    <p:grpSpPr>
                      <a:xfrm rot="7200000">
                        <a:off x="5310186" y="3402011"/>
                        <a:ext cx="303213" cy="303213"/>
                        <a:chOff x="5354637" y="3446463"/>
                        <a:chExt cx="214313" cy="214313"/>
                      </a:xfrm>
                    </p:grpSpPr>
                    <p:sp>
                      <p:nvSpPr>
                        <p:cNvPr id="19977" name="Arc 19976">
                          <a:extLst>
                            <a:ext uri="{FF2B5EF4-FFF2-40B4-BE49-F238E27FC236}">
                              <a16:creationId xmlns:a16="http://schemas.microsoft.com/office/drawing/2014/main" id="{1A95341B-31D2-8CF4-9802-58EA9B5B358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978" name="Arc 19977">
                          <a:extLst>
                            <a:ext uri="{FF2B5EF4-FFF2-40B4-BE49-F238E27FC236}">
                              <a16:creationId xmlns:a16="http://schemas.microsoft.com/office/drawing/2014/main" id="{84B002E3-9A42-1A2C-CDFE-C0FFC5702E0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976" name="TextBox 19975">
                        <a:extLst>
                          <a:ext uri="{FF2B5EF4-FFF2-40B4-BE49-F238E27FC236}">
                            <a16:creationId xmlns:a16="http://schemas.microsoft.com/office/drawing/2014/main" id="{4C54F5C5-B529-0B85-68E5-F7586D8C34C8}"/>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938" name="Group 19937">
                    <a:extLst>
                      <a:ext uri="{FF2B5EF4-FFF2-40B4-BE49-F238E27FC236}">
                        <a16:creationId xmlns:a16="http://schemas.microsoft.com/office/drawing/2014/main" id="{C1C9F99E-6E6B-1C9E-29D5-CBAF466F24C3}"/>
                      </a:ext>
                    </a:extLst>
                  </p:cNvPr>
                  <p:cNvGrpSpPr/>
                  <p:nvPr/>
                </p:nvGrpSpPr>
                <p:grpSpPr>
                  <a:xfrm>
                    <a:off x="5886431" y="3525040"/>
                    <a:ext cx="393192" cy="393192"/>
                    <a:chOff x="5265196" y="3932619"/>
                    <a:chExt cx="393192" cy="393192"/>
                  </a:xfrm>
                </p:grpSpPr>
                <p:grpSp>
                  <p:nvGrpSpPr>
                    <p:cNvPr id="19962" name="Group 19961">
                      <a:extLst>
                        <a:ext uri="{FF2B5EF4-FFF2-40B4-BE49-F238E27FC236}">
                          <a16:creationId xmlns:a16="http://schemas.microsoft.com/office/drawing/2014/main" id="{96ECC782-65F7-6CC3-412D-E4FBCD0F547D}"/>
                        </a:ext>
                      </a:extLst>
                    </p:cNvPr>
                    <p:cNvGrpSpPr/>
                    <p:nvPr/>
                  </p:nvGrpSpPr>
                  <p:grpSpPr>
                    <a:xfrm>
                      <a:off x="5354636" y="4022061"/>
                      <a:ext cx="214313" cy="214313"/>
                      <a:chOff x="5354637" y="3446463"/>
                      <a:chExt cx="214313" cy="214313"/>
                    </a:xfrm>
                  </p:grpSpPr>
                  <p:sp>
                    <p:nvSpPr>
                      <p:cNvPr id="19970" name="Arc 19969">
                        <a:extLst>
                          <a:ext uri="{FF2B5EF4-FFF2-40B4-BE49-F238E27FC236}">
                            <a16:creationId xmlns:a16="http://schemas.microsoft.com/office/drawing/2014/main" id="{1824FF6A-50EA-F4D9-B128-917F317C4F7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971" name="Arc 19970">
                        <a:extLst>
                          <a:ext uri="{FF2B5EF4-FFF2-40B4-BE49-F238E27FC236}">
                            <a16:creationId xmlns:a16="http://schemas.microsoft.com/office/drawing/2014/main" id="{99D3FEB7-85F5-1E5B-B8D5-BB6B51BFBE8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963" name="Group 19962">
                      <a:extLst>
                        <a:ext uri="{FF2B5EF4-FFF2-40B4-BE49-F238E27FC236}">
                          <a16:creationId xmlns:a16="http://schemas.microsoft.com/office/drawing/2014/main" id="{D9158867-BD17-02DA-CE3C-888A7CED4DDF}"/>
                        </a:ext>
                      </a:extLst>
                    </p:cNvPr>
                    <p:cNvGrpSpPr/>
                    <p:nvPr/>
                  </p:nvGrpSpPr>
                  <p:grpSpPr>
                    <a:xfrm rot="14400000">
                      <a:off x="5310186" y="3977611"/>
                      <a:ext cx="303213" cy="303213"/>
                      <a:chOff x="5354637" y="3446463"/>
                      <a:chExt cx="214313" cy="214313"/>
                    </a:xfrm>
                  </p:grpSpPr>
                  <p:sp>
                    <p:nvSpPr>
                      <p:cNvPr id="19968" name="Arc 19967">
                        <a:extLst>
                          <a:ext uri="{FF2B5EF4-FFF2-40B4-BE49-F238E27FC236}">
                            <a16:creationId xmlns:a16="http://schemas.microsoft.com/office/drawing/2014/main" id="{1EDD56C0-B389-86AC-6591-D269D065626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969" name="Arc 19968">
                        <a:extLst>
                          <a:ext uri="{FF2B5EF4-FFF2-40B4-BE49-F238E27FC236}">
                            <a16:creationId xmlns:a16="http://schemas.microsoft.com/office/drawing/2014/main" id="{E0679440-48FE-2536-03AE-EB475BD6220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964" name="Group 19963">
                      <a:extLst>
                        <a:ext uri="{FF2B5EF4-FFF2-40B4-BE49-F238E27FC236}">
                          <a16:creationId xmlns:a16="http://schemas.microsoft.com/office/drawing/2014/main" id="{24E8F677-8ED6-08A3-F15B-18A3E526B600}"/>
                        </a:ext>
                      </a:extLst>
                    </p:cNvPr>
                    <p:cNvGrpSpPr/>
                    <p:nvPr/>
                  </p:nvGrpSpPr>
                  <p:grpSpPr>
                    <a:xfrm rot="7200000">
                      <a:off x="5265196" y="3932619"/>
                      <a:ext cx="393192" cy="393192"/>
                      <a:chOff x="5354637" y="3446463"/>
                      <a:chExt cx="214313" cy="214313"/>
                    </a:xfrm>
                  </p:grpSpPr>
                  <p:sp>
                    <p:nvSpPr>
                      <p:cNvPr id="19966" name="Arc 19965">
                        <a:extLst>
                          <a:ext uri="{FF2B5EF4-FFF2-40B4-BE49-F238E27FC236}">
                            <a16:creationId xmlns:a16="http://schemas.microsoft.com/office/drawing/2014/main" id="{44C93A00-28CC-B896-B929-5F0B956B185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967" name="Arc 19966">
                        <a:extLst>
                          <a:ext uri="{FF2B5EF4-FFF2-40B4-BE49-F238E27FC236}">
                            <a16:creationId xmlns:a16="http://schemas.microsoft.com/office/drawing/2014/main" id="{5E11AA7B-973C-5C2B-B749-E53EC43A44B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965" name="TextBox 19964">
                      <a:extLst>
                        <a:ext uri="{FF2B5EF4-FFF2-40B4-BE49-F238E27FC236}">
                          <a16:creationId xmlns:a16="http://schemas.microsoft.com/office/drawing/2014/main" id="{0D46B9BD-091C-6F1F-3F74-49DCCC0123ED}"/>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9939" name="Group 19938">
                    <a:extLst>
                      <a:ext uri="{FF2B5EF4-FFF2-40B4-BE49-F238E27FC236}">
                        <a16:creationId xmlns:a16="http://schemas.microsoft.com/office/drawing/2014/main" id="{77D77FA6-D968-57E6-6E5C-63C9F6CB8D13}"/>
                      </a:ext>
                    </a:extLst>
                  </p:cNvPr>
                  <p:cNvGrpSpPr/>
                  <p:nvPr/>
                </p:nvGrpSpPr>
                <p:grpSpPr>
                  <a:xfrm>
                    <a:off x="6512463" y="3525040"/>
                    <a:ext cx="393192" cy="393192"/>
                    <a:chOff x="6389147" y="3357021"/>
                    <a:chExt cx="393192" cy="393192"/>
                  </a:xfrm>
                </p:grpSpPr>
                <p:grpSp>
                  <p:nvGrpSpPr>
                    <p:cNvPr id="19951" name="Group 19950">
                      <a:extLst>
                        <a:ext uri="{FF2B5EF4-FFF2-40B4-BE49-F238E27FC236}">
                          <a16:creationId xmlns:a16="http://schemas.microsoft.com/office/drawing/2014/main" id="{D280BEFC-C6EE-07A6-B564-94378BB6A4DB}"/>
                        </a:ext>
                      </a:extLst>
                    </p:cNvPr>
                    <p:cNvGrpSpPr/>
                    <p:nvPr/>
                  </p:nvGrpSpPr>
                  <p:grpSpPr>
                    <a:xfrm rot="7200000" flipH="1">
                      <a:off x="6389147" y="3357021"/>
                      <a:ext cx="393192" cy="393192"/>
                      <a:chOff x="5354637" y="3446463"/>
                      <a:chExt cx="214313" cy="214313"/>
                    </a:xfrm>
                  </p:grpSpPr>
                  <p:sp>
                    <p:nvSpPr>
                      <p:cNvPr id="19960" name="Arc 19959">
                        <a:extLst>
                          <a:ext uri="{FF2B5EF4-FFF2-40B4-BE49-F238E27FC236}">
                            <a16:creationId xmlns:a16="http://schemas.microsoft.com/office/drawing/2014/main" id="{F78C795C-DDBF-8B9A-BC62-236094AD14F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961" name="Arc 19960">
                        <a:extLst>
                          <a:ext uri="{FF2B5EF4-FFF2-40B4-BE49-F238E27FC236}">
                            <a16:creationId xmlns:a16="http://schemas.microsoft.com/office/drawing/2014/main" id="{467765A9-261B-EEAA-0A02-2C16BDF24AD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952" name="Group 19951">
                      <a:extLst>
                        <a:ext uri="{FF2B5EF4-FFF2-40B4-BE49-F238E27FC236}">
                          <a16:creationId xmlns:a16="http://schemas.microsoft.com/office/drawing/2014/main" id="{873D525D-BFB2-6E9C-29AA-8439CDA1573F}"/>
                        </a:ext>
                      </a:extLst>
                    </p:cNvPr>
                    <p:cNvGrpSpPr/>
                    <p:nvPr/>
                  </p:nvGrpSpPr>
                  <p:grpSpPr>
                    <a:xfrm>
                      <a:off x="6434137" y="3402011"/>
                      <a:ext cx="303213" cy="303213"/>
                      <a:chOff x="6434137" y="3402011"/>
                      <a:chExt cx="303213" cy="303213"/>
                    </a:xfrm>
                  </p:grpSpPr>
                  <p:grpSp>
                    <p:nvGrpSpPr>
                      <p:cNvPr id="19953" name="Group 19952">
                        <a:extLst>
                          <a:ext uri="{FF2B5EF4-FFF2-40B4-BE49-F238E27FC236}">
                            <a16:creationId xmlns:a16="http://schemas.microsoft.com/office/drawing/2014/main" id="{DECEA459-25EE-6924-31BA-0FD1C80C960E}"/>
                          </a:ext>
                        </a:extLst>
                      </p:cNvPr>
                      <p:cNvGrpSpPr/>
                      <p:nvPr/>
                    </p:nvGrpSpPr>
                    <p:grpSpPr>
                      <a:xfrm flipH="1">
                        <a:off x="6478587" y="3446461"/>
                        <a:ext cx="214313" cy="214313"/>
                        <a:chOff x="5354637" y="3446463"/>
                        <a:chExt cx="214313" cy="214313"/>
                      </a:xfrm>
                    </p:grpSpPr>
                    <p:sp>
                      <p:nvSpPr>
                        <p:cNvPr id="19958" name="Arc 19957">
                          <a:extLst>
                            <a:ext uri="{FF2B5EF4-FFF2-40B4-BE49-F238E27FC236}">
                              <a16:creationId xmlns:a16="http://schemas.microsoft.com/office/drawing/2014/main" id="{A915B7D9-1E7C-6200-CBC6-1AEF9472AB9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959" name="Arc 19958">
                          <a:extLst>
                            <a:ext uri="{FF2B5EF4-FFF2-40B4-BE49-F238E27FC236}">
                              <a16:creationId xmlns:a16="http://schemas.microsoft.com/office/drawing/2014/main" id="{D9640D49-48F4-964D-8211-B54483A2450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954" name="Group 19953">
                        <a:extLst>
                          <a:ext uri="{FF2B5EF4-FFF2-40B4-BE49-F238E27FC236}">
                            <a16:creationId xmlns:a16="http://schemas.microsoft.com/office/drawing/2014/main" id="{68E961D8-41F7-5FDC-CF16-6C5924E0B9DF}"/>
                          </a:ext>
                        </a:extLst>
                      </p:cNvPr>
                      <p:cNvGrpSpPr/>
                      <p:nvPr/>
                    </p:nvGrpSpPr>
                    <p:grpSpPr>
                      <a:xfrm rot="14400000" flipH="1">
                        <a:off x="6434137" y="3402011"/>
                        <a:ext cx="303213" cy="303213"/>
                        <a:chOff x="5354637" y="3446463"/>
                        <a:chExt cx="214313" cy="214313"/>
                      </a:xfrm>
                    </p:grpSpPr>
                    <p:sp>
                      <p:nvSpPr>
                        <p:cNvPr id="19956" name="Arc 19955">
                          <a:extLst>
                            <a:ext uri="{FF2B5EF4-FFF2-40B4-BE49-F238E27FC236}">
                              <a16:creationId xmlns:a16="http://schemas.microsoft.com/office/drawing/2014/main" id="{C8E46A4D-73DC-395E-623F-B66C041921A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957" name="Arc 19956">
                          <a:extLst>
                            <a:ext uri="{FF2B5EF4-FFF2-40B4-BE49-F238E27FC236}">
                              <a16:creationId xmlns:a16="http://schemas.microsoft.com/office/drawing/2014/main" id="{8B798BCE-D7F2-C622-8DA4-5017EA8AA67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955" name="TextBox 19954">
                        <a:extLst>
                          <a:ext uri="{FF2B5EF4-FFF2-40B4-BE49-F238E27FC236}">
                            <a16:creationId xmlns:a16="http://schemas.microsoft.com/office/drawing/2014/main" id="{66B39B01-2A03-1E9C-D63A-AB9BE47948E0}"/>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940" name="Group 19939">
                    <a:extLst>
                      <a:ext uri="{FF2B5EF4-FFF2-40B4-BE49-F238E27FC236}">
                        <a16:creationId xmlns:a16="http://schemas.microsoft.com/office/drawing/2014/main" id="{04EE01F2-5E9F-E56E-72DA-D02BAB9CA8FA}"/>
                      </a:ext>
                    </a:extLst>
                  </p:cNvPr>
                  <p:cNvGrpSpPr/>
                  <p:nvPr/>
                </p:nvGrpSpPr>
                <p:grpSpPr>
                  <a:xfrm>
                    <a:off x="6197413" y="3225768"/>
                    <a:ext cx="393192" cy="393192"/>
                    <a:chOff x="6389147" y="3932622"/>
                    <a:chExt cx="393192" cy="393192"/>
                  </a:xfrm>
                </p:grpSpPr>
                <p:grpSp>
                  <p:nvGrpSpPr>
                    <p:cNvPr id="19941" name="Group 19940">
                      <a:extLst>
                        <a:ext uri="{FF2B5EF4-FFF2-40B4-BE49-F238E27FC236}">
                          <a16:creationId xmlns:a16="http://schemas.microsoft.com/office/drawing/2014/main" id="{73C2FBC1-95E5-CE49-76BC-F17426ACFC71}"/>
                        </a:ext>
                      </a:extLst>
                    </p:cNvPr>
                    <p:cNvGrpSpPr/>
                    <p:nvPr/>
                  </p:nvGrpSpPr>
                  <p:grpSpPr>
                    <a:xfrm flipH="1">
                      <a:off x="6478587" y="4022061"/>
                      <a:ext cx="214313" cy="214313"/>
                      <a:chOff x="5354637" y="3446463"/>
                      <a:chExt cx="214313" cy="214313"/>
                    </a:xfrm>
                  </p:grpSpPr>
                  <p:sp>
                    <p:nvSpPr>
                      <p:cNvPr id="19949" name="Arc 19948">
                        <a:extLst>
                          <a:ext uri="{FF2B5EF4-FFF2-40B4-BE49-F238E27FC236}">
                            <a16:creationId xmlns:a16="http://schemas.microsoft.com/office/drawing/2014/main" id="{2BB72573-1C00-EF2F-B180-38AADF6CFA1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950" name="Arc 19949">
                        <a:extLst>
                          <a:ext uri="{FF2B5EF4-FFF2-40B4-BE49-F238E27FC236}">
                            <a16:creationId xmlns:a16="http://schemas.microsoft.com/office/drawing/2014/main" id="{C69603A2-40F5-DE79-DB36-C6738517793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942" name="Group 19941">
                      <a:extLst>
                        <a:ext uri="{FF2B5EF4-FFF2-40B4-BE49-F238E27FC236}">
                          <a16:creationId xmlns:a16="http://schemas.microsoft.com/office/drawing/2014/main" id="{D7C79DEA-85D1-34A1-4D0F-C54AA55D0F46}"/>
                        </a:ext>
                      </a:extLst>
                    </p:cNvPr>
                    <p:cNvGrpSpPr/>
                    <p:nvPr/>
                  </p:nvGrpSpPr>
                  <p:grpSpPr>
                    <a:xfrm rot="7200000" flipH="1">
                      <a:off x="6434137" y="3977611"/>
                      <a:ext cx="303213" cy="303213"/>
                      <a:chOff x="5354637" y="3446463"/>
                      <a:chExt cx="214313" cy="214313"/>
                    </a:xfrm>
                  </p:grpSpPr>
                  <p:sp>
                    <p:nvSpPr>
                      <p:cNvPr id="19947" name="Arc 19946">
                        <a:extLst>
                          <a:ext uri="{FF2B5EF4-FFF2-40B4-BE49-F238E27FC236}">
                            <a16:creationId xmlns:a16="http://schemas.microsoft.com/office/drawing/2014/main" id="{854969F5-63DC-4E34-2EB6-934689873C0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948" name="Arc 19947">
                        <a:extLst>
                          <a:ext uri="{FF2B5EF4-FFF2-40B4-BE49-F238E27FC236}">
                            <a16:creationId xmlns:a16="http://schemas.microsoft.com/office/drawing/2014/main" id="{2231F15F-0FEC-5631-7884-88329B7A818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943" name="Group 19942">
                      <a:extLst>
                        <a:ext uri="{FF2B5EF4-FFF2-40B4-BE49-F238E27FC236}">
                          <a16:creationId xmlns:a16="http://schemas.microsoft.com/office/drawing/2014/main" id="{E51A855D-F033-ACB0-0A6E-5C2BFA7C1FE4}"/>
                        </a:ext>
                      </a:extLst>
                    </p:cNvPr>
                    <p:cNvGrpSpPr/>
                    <p:nvPr/>
                  </p:nvGrpSpPr>
                  <p:grpSpPr>
                    <a:xfrm rot="14400000" flipH="1">
                      <a:off x="6389147" y="3932622"/>
                      <a:ext cx="393192" cy="393192"/>
                      <a:chOff x="5354637" y="3446463"/>
                      <a:chExt cx="214313" cy="214313"/>
                    </a:xfrm>
                  </p:grpSpPr>
                  <p:sp>
                    <p:nvSpPr>
                      <p:cNvPr id="19945" name="Arc 19944">
                        <a:extLst>
                          <a:ext uri="{FF2B5EF4-FFF2-40B4-BE49-F238E27FC236}">
                            <a16:creationId xmlns:a16="http://schemas.microsoft.com/office/drawing/2014/main" id="{F39C0448-1F20-7AA9-03BD-01AEA7ADD41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946" name="Arc 19945">
                        <a:extLst>
                          <a:ext uri="{FF2B5EF4-FFF2-40B4-BE49-F238E27FC236}">
                            <a16:creationId xmlns:a16="http://schemas.microsoft.com/office/drawing/2014/main" id="{403F2B33-173D-0383-5C67-0D81DA4774F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944" name="TextBox 19943">
                      <a:extLst>
                        <a:ext uri="{FF2B5EF4-FFF2-40B4-BE49-F238E27FC236}">
                          <a16:creationId xmlns:a16="http://schemas.microsoft.com/office/drawing/2014/main" id="{9F6AB2C0-25A3-CC63-9A36-A7D7847DD5BC}"/>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890" name="Group 19889">
                  <a:extLst>
                    <a:ext uri="{FF2B5EF4-FFF2-40B4-BE49-F238E27FC236}">
                      <a16:creationId xmlns:a16="http://schemas.microsoft.com/office/drawing/2014/main" id="{F8F12A6F-6978-004F-F6E6-087039C540E1}"/>
                    </a:ext>
                  </a:extLst>
                </p:cNvPr>
                <p:cNvGrpSpPr/>
                <p:nvPr/>
              </p:nvGrpSpPr>
              <p:grpSpPr>
                <a:xfrm>
                  <a:off x="6069086" y="3246228"/>
                  <a:ext cx="1019224" cy="991639"/>
                  <a:chOff x="5886431" y="3225768"/>
                  <a:chExt cx="1019224" cy="991639"/>
                </a:xfrm>
              </p:grpSpPr>
              <p:grpSp>
                <p:nvGrpSpPr>
                  <p:cNvPr id="19891" name="Group 19890">
                    <a:extLst>
                      <a:ext uri="{FF2B5EF4-FFF2-40B4-BE49-F238E27FC236}">
                        <a16:creationId xmlns:a16="http://schemas.microsoft.com/office/drawing/2014/main" id="{627E4928-8775-6776-A8A5-8C92B5DC63B4}"/>
                      </a:ext>
                    </a:extLst>
                  </p:cNvPr>
                  <p:cNvGrpSpPr/>
                  <p:nvPr/>
                </p:nvGrpSpPr>
                <p:grpSpPr>
                  <a:xfrm>
                    <a:off x="6197413" y="3824215"/>
                    <a:ext cx="393192" cy="393192"/>
                    <a:chOff x="5265196" y="3357021"/>
                    <a:chExt cx="393192" cy="393192"/>
                  </a:xfrm>
                </p:grpSpPr>
                <p:grpSp>
                  <p:nvGrpSpPr>
                    <p:cNvPr id="19926" name="Group 19925">
                      <a:extLst>
                        <a:ext uri="{FF2B5EF4-FFF2-40B4-BE49-F238E27FC236}">
                          <a16:creationId xmlns:a16="http://schemas.microsoft.com/office/drawing/2014/main" id="{CAECF2A5-C086-E688-444B-F91B8708D53B}"/>
                        </a:ext>
                      </a:extLst>
                    </p:cNvPr>
                    <p:cNvGrpSpPr/>
                    <p:nvPr/>
                  </p:nvGrpSpPr>
                  <p:grpSpPr>
                    <a:xfrm rot="14400000">
                      <a:off x="5265196" y="3357021"/>
                      <a:ext cx="393192" cy="393192"/>
                      <a:chOff x="5354637" y="3446463"/>
                      <a:chExt cx="214313" cy="214313"/>
                    </a:xfrm>
                  </p:grpSpPr>
                  <p:sp>
                    <p:nvSpPr>
                      <p:cNvPr id="19935" name="Arc 19934">
                        <a:extLst>
                          <a:ext uri="{FF2B5EF4-FFF2-40B4-BE49-F238E27FC236}">
                            <a16:creationId xmlns:a16="http://schemas.microsoft.com/office/drawing/2014/main" id="{E8CF94BE-B845-26CD-1EA4-9ED04C08AEA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936" name="Arc 19935">
                        <a:extLst>
                          <a:ext uri="{FF2B5EF4-FFF2-40B4-BE49-F238E27FC236}">
                            <a16:creationId xmlns:a16="http://schemas.microsoft.com/office/drawing/2014/main" id="{25E2F547-3D8C-5C8C-E856-7D0D96EF817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927" name="Group 19926">
                      <a:extLst>
                        <a:ext uri="{FF2B5EF4-FFF2-40B4-BE49-F238E27FC236}">
                          <a16:creationId xmlns:a16="http://schemas.microsoft.com/office/drawing/2014/main" id="{B1DEA44C-45DD-77E6-B548-2A7CD2E78867}"/>
                        </a:ext>
                      </a:extLst>
                    </p:cNvPr>
                    <p:cNvGrpSpPr/>
                    <p:nvPr/>
                  </p:nvGrpSpPr>
                  <p:grpSpPr>
                    <a:xfrm>
                      <a:off x="5310186" y="3402011"/>
                      <a:ext cx="303213" cy="303213"/>
                      <a:chOff x="5310186" y="3402011"/>
                      <a:chExt cx="303213" cy="303213"/>
                    </a:xfrm>
                  </p:grpSpPr>
                  <p:grpSp>
                    <p:nvGrpSpPr>
                      <p:cNvPr id="19928" name="Group 19927">
                        <a:extLst>
                          <a:ext uri="{FF2B5EF4-FFF2-40B4-BE49-F238E27FC236}">
                            <a16:creationId xmlns:a16="http://schemas.microsoft.com/office/drawing/2014/main" id="{4EFB4B19-B4D3-208D-E574-CF44F9F3D85A}"/>
                          </a:ext>
                        </a:extLst>
                      </p:cNvPr>
                      <p:cNvGrpSpPr/>
                      <p:nvPr/>
                    </p:nvGrpSpPr>
                    <p:grpSpPr>
                      <a:xfrm>
                        <a:off x="5354636" y="3446461"/>
                        <a:ext cx="214313" cy="214313"/>
                        <a:chOff x="5354637" y="3446463"/>
                        <a:chExt cx="214313" cy="214313"/>
                      </a:xfrm>
                    </p:grpSpPr>
                    <p:sp>
                      <p:nvSpPr>
                        <p:cNvPr id="19933" name="Arc 19932">
                          <a:extLst>
                            <a:ext uri="{FF2B5EF4-FFF2-40B4-BE49-F238E27FC236}">
                              <a16:creationId xmlns:a16="http://schemas.microsoft.com/office/drawing/2014/main" id="{D83BB7E6-47A2-1C7C-F29D-42B882D26A1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934" name="Arc 19933">
                          <a:extLst>
                            <a:ext uri="{FF2B5EF4-FFF2-40B4-BE49-F238E27FC236}">
                              <a16:creationId xmlns:a16="http://schemas.microsoft.com/office/drawing/2014/main" id="{F7E85D66-EDE5-5DD3-0C2C-C24364EC15E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929" name="Group 19928">
                        <a:extLst>
                          <a:ext uri="{FF2B5EF4-FFF2-40B4-BE49-F238E27FC236}">
                            <a16:creationId xmlns:a16="http://schemas.microsoft.com/office/drawing/2014/main" id="{AC34A45E-3A48-490C-2C7D-EB7B71D94FD7}"/>
                          </a:ext>
                        </a:extLst>
                      </p:cNvPr>
                      <p:cNvGrpSpPr/>
                      <p:nvPr/>
                    </p:nvGrpSpPr>
                    <p:grpSpPr>
                      <a:xfrm rot="7200000">
                        <a:off x="5310186" y="3402011"/>
                        <a:ext cx="303213" cy="303213"/>
                        <a:chOff x="5354637" y="3446463"/>
                        <a:chExt cx="214313" cy="214313"/>
                      </a:xfrm>
                    </p:grpSpPr>
                    <p:sp>
                      <p:nvSpPr>
                        <p:cNvPr id="19931" name="Arc 19930">
                          <a:extLst>
                            <a:ext uri="{FF2B5EF4-FFF2-40B4-BE49-F238E27FC236}">
                              <a16:creationId xmlns:a16="http://schemas.microsoft.com/office/drawing/2014/main" id="{403CDD4F-E5CB-90B1-8336-E74DBEF3C8A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932" name="Arc 19931">
                          <a:extLst>
                            <a:ext uri="{FF2B5EF4-FFF2-40B4-BE49-F238E27FC236}">
                              <a16:creationId xmlns:a16="http://schemas.microsoft.com/office/drawing/2014/main" id="{35F20C1F-39DC-5113-490A-EDD54109CEE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930" name="TextBox 19929">
                        <a:extLst>
                          <a:ext uri="{FF2B5EF4-FFF2-40B4-BE49-F238E27FC236}">
                            <a16:creationId xmlns:a16="http://schemas.microsoft.com/office/drawing/2014/main" id="{32AD4D5D-4394-E822-6CAB-A454716A7A02}"/>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892" name="Group 19891">
                    <a:extLst>
                      <a:ext uri="{FF2B5EF4-FFF2-40B4-BE49-F238E27FC236}">
                        <a16:creationId xmlns:a16="http://schemas.microsoft.com/office/drawing/2014/main" id="{A292F61C-F0A3-2BA9-B0ED-CB0F9DEDB052}"/>
                      </a:ext>
                    </a:extLst>
                  </p:cNvPr>
                  <p:cNvGrpSpPr/>
                  <p:nvPr/>
                </p:nvGrpSpPr>
                <p:grpSpPr>
                  <a:xfrm>
                    <a:off x="5886431" y="3525040"/>
                    <a:ext cx="393192" cy="393192"/>
                    <a:chOff x="5265196" y="3932619"/>
                    <a:chExt cx="393192" cy="393192"/>
                  </a:xfrm>
                </p:grpSpPr>
                <p:grpSp>
                  <p:nvGrpSpPr>
                    <p:cNvPr id="19916" name="Group 19915">
                      <a:extLst>
                        <a:ext uri="{FF2B5EF4-FFF2-40B4-BE49-F238E27FC236}">
                          <a16:creationId xmlns:a16="http://schemas.microsoft.com/office/drawing/2014/main" id="{C261310A-8F39-6353-5DB4-3753B63EE069}"/>
                        </a:ext>
                      </a:extLst>
                    </p:cNvPr>
                    <p:cNvGrpSpPr/>
                    <p:nvPr/>
                  </p:nvGrpSpPr>
                  <p:grpSpPr>
                    <a:xfrm>
                      <a:off x="5354636" y="4022061"/>
                      <a:ext cx="214313" cy="214313"/>
                      <a:chOff x="5354637" y="3446463"/>
                      <a:chExt cx="214313" cy="214313"/>
                    </a:xfrm>
                  </p:grpSpPr>
                  <p:sp>
                    <p:nvSpPr>
                      <p:cNvPr id="19924" name="Arc 19923">
                        <a:extLst>
                          <a:ext uri="{FF2B5EF4-FFF2-40B4-BE49-F238E27FC236}">
                            <a16:creationId xmlns:a16="http://schemas.microsoft.com/office/drawing/2014/main" id="{B8CDB459-166D-53E6-292D-DDB4A398E52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925" name="Arc 19924">
                        <a:extLst>
                          <a:ext uri="{FF2B5EF4-FFF2-40B4-BE49-F238E27FC236}">
                            <a16:creationId xmlns:a16="http://schemas.microsoft.com/office/drawing/2014/main" id="{CEEE767C-5E5F-B57B-1EB9-CA8D698B4BF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917" name="Group 19916">
                      <a:extLst>
                        <a:ext uri="{FF2B5EF4-FFF2-40B4-BE49-F238E27FC236}">
                          <a16:creationId xmlns:a16="http://schemas.microsoft.com/office/drawing/2014/main" id="{91061D5A-BE33-203E-6A82-02F8AEBF119B}"/>
                        </a:ext>
                      </a:extLst>
                    </p:cNvPr>
                    <p:cNvGrpSpPr/>
                    <p:nvPr/>
                  </p:nvGrpSpPr>
                  <p:grpSpPr>
                    <a:xfrm rot="14400000">
                      <a:off x="5310186" y="3977611"/>
                      <a:ext cx="303213" cy="303213"/>
                      <a:chOff x="5354637" y="3446463"/>
                      <a:chExt cx="214313" cy="214313"/>
                    </a:xfrm>
                  </p:grpSpPr>
                  <p:sp>
                    <p:nvSpPr>
                      <p:cNvPr id="19922" name="Arc 19921">
                        <a:extLst>
                          <a:ext uri="{FF2B5EF4-FFF2-40B4-BE49-F238E27FC236}">
                            <a16:creationId xmlns:a16="http://schemas.microsoft.com/office/drawing/2014/main" id="{005886DC-8106-BD48-C9E2-EE412F205B7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923" name="Arc 19922">
                        <a:extLst>
                          <a:ext uri="{FF2B5EF4-FFF2-40B4-BE49-F238E27FC236}">
                            <a16:creationId xmlns:a16="http://schemas.microsoft.com/office/drawing/2014/main" id="{D2CE25CC-1658-178A-5437-C58ED21DB71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918" name="Group 19917">
                      <a:extLst>
                        <a:ext uri="{FF2B5EF4-FFF2-40B4-BE49-F238E27FC236}">
                          <a16:creationId xmlns:a16="http://schemas.microsoft.com/office/drawing/2014/main" id="{EF4E8203-CED0-B0EF-72E1-ACE4BB3400F1}"/>
                        </a:ext>
                      </a:extLst>
                    </p:cNvPr>
                    <p:cNvGrpSpPr/>
                    <p:nvPr/>
                  </p:nvGrpSpPr>
                  <p:grpSpPr>
                    <a:xfrm rot="7200000">
                      <a:off x="5265196" y="3932619"/>
                      <a:ext cx="393192" cy="393192"/>
                      <a:chOff x="5354637" y="3446463"/>
                      <a:chExt cx="214313" cy="214313"/>
                    </a:xfrm>
                  </p:grpSpPr>
                  <p:sp>
                    <p:nvSpPr>
                      <p:cNvPr id="19920" name="Arc 19919">
                        <a:extLst>
                          <a:ext uri="{FF2B5EF4-FFF2-40B4-BE49-F238E27FC236}">
                            <a16:creationId xmlns:a16="http://schemas.microsoft.com/office/drawing/2014/main" id="{8B70EF8F-348C-84A1-9ABE-6E36D652E6C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921" name="Arc 19920">
                        <a:extLst>
                          <a:ext uri="{FF2B5EF4-FFF2-40B4-BE49-F238E27FC236}">
                            <a16:creationId xmlns:a16="http://schemas.microsoft.com/office/drawing/2014/main" id="{A7391624-0644-3D8E-ECA5-2D24C9AEEA7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919" name="TextBox 19918">
                      <a:extLst>
                        <a:ext uri="{FF2B5EF4-FFF2-40B4-BE49-F238E27FC236}">
                          <a16:creationId xmlns:a16="http://schemas.microsoft.com/office/drawing/2014/main" id="{94BCD72C-A1C8-39C1-D704-030205D90DA9}"/>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9893" name="Group 19892">
                    <a:extLst>
                      <a:ext uri="{FF2B5EF4-FFF2-40B4-BE49-F238E27FC236}">
                        <a16:creationId xmlns:a16="http://schemas.microsoft.com/office/drawing/2014/main" id="{B48A9951-80D2-700F-1270-885740FBCDF0}"/>
                      </a:ext>
                    </a:extLst>
                  </p:cNvPr>
                  <p:cNvGrpSpPr/>
                  <p:nvPr/>
                </p:nvGrpSpPr>
                <p:grpSpPr>
                  <a:xfrm>
                    <a:off x="6512463" y="3525040"/>
                    <a:ext cx="393192" cy="393192"/>
                    <a:chOff x="6389147" y="3357021"/>
                    <a:chExt cx="393192" cy="393192"/>
                  </a:xfrm>
                </p:grpSpPr>
                <p:grpSp>
                  <p:nvGrpSpPr>
                    <p:cNvPr id="19905" name="Group 19904">
                      <a:extLst>
                        <a:ext uri="{FF2B5EF4-FFF2-40B4-BE49-F238E27FC236}">
                          <a16:creationId xmlns:a16="http://schemas.microsoft.com/office/drawing/2014/main" id="{532D143F-0D85-54F1-C86C-1DA6492EE9DF}"/>
                        </a:ext>
                      </a:extLst>
                    </p:cNvPr>
                    <p:cNvGrpSpPr/>
                    <p:nvPr/>
                  </p:nvGrpSpPr>
                  <p:grpSpPr>
                    <a:xfrm rot="7200000" flipH="1">
                      <a:off x="6389147" y="3357021"/>
                      <a:ext cx="393192" cy="393192"/>
                      <a:chOff x="5354637" y="3446463"/>
                      <a:chExt cx="214313" cy="214313"/>
                    </a:xfrm>
                  </p:grpSpPr>
                  <p:sp>
                    <p:nvSpPr>
                      <p:cNvPr id="19914" name="Arc 19913">
                        <a:extLst>
                          <a:ext uri="{FF2B5EF4-FFF2-40B4-BE49-F238E27FC236}">
                            <a16:creationId xmlns:a16="http://schemas.microsoft.com/office/drawing/2014/main" id="{A5122C5A-3B1D-72E7-E5B6-D2D36BE9B5A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915" name="Arc 19914">
                        <a:extLst>
                          <a:ext uri="{FF2B5EF4-FFF2-40B4-BE49-F238E27FC236}">
                            <a16:creationId xmlns:a16="http://schemas.microsoft.com/office/drawing/2014/main" id="{0B7CC6BD-2B3C-FFCD-3EC3-7A4BB0FA9C6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906" name="Group 19905">
                      <a:extLst>
                        <a:ext uri="{FF2B5EF4-FFF2-40B4-BE49-F238E27FC236}">
                          <a16:creationId xmlns:a16="http://schemas.microsoft.com/office/drawing/2014/main" id="{85AF782B-E0FC-328E-362D-2CEE991EDCA4}"/>
                        </a:ext>
                      </a:extLst>
                    </p:cNvPr>
                    <p:cNvGrpSpPr/>
                    <p:nvPr/>
                  </p:nvGrpSpPr>
                  <p:grpSpPr>
                    <a:xfrm>
                      <a:off x="6434137" y="3402011"/>
                      <a:ext cx="303213" cy="303213"/>
                      <a:chOff x="6434137" y="3402011"/>
                      <a:chExt cx="303213" cy="303213"/>
                    </a:xfrm>
                  </p:grpSpPr>
                  <p:grpSp>
                    <p:nvGrpSpPr>
                      <p:cNvPr id="19907" name="Group 19906">
                        <a:extLst>
                          <a:ext uri="{FF2B5EF4-FFF2-40B4-BE49-F238E27FC236}">
                            <a16:creationId xmlns:a16="http://schemas.microsoft.com/office/drawing/2014/main" id="{9F848E3F-316B-C2B3-E721-8C7FFAD16F63}"/>
                          </a:ext>
                        </a:extLst>
                      </p:cNvPr>
                      <p:cNvGrpSpPr/>
                      <p:nvPr/>
                    </p:nvGrpSpPr>
                    <p:grpSpPr>
                      <a:xfrm flipH="1">
                        <a:off x="6478587" y="3446461"/>
                        <a:ext cx="214313" cy="214313"/>
                        <a:chOff x="5354637" y="3446463"/>
                        <a:chExt cx="214313" cy="214313"/>
                      </a:xfrm>
                    </p:grpSpPr>
                    <p:sp>
                      <p:nvSpPr>
                        <p:cNvPr id="19912" name="Arc 19911">
                          <a:extLst>
                            <a:ext uri="{FF2B5EF4-FFF2-40B4-BE49-F238E27FC236}">
                              <a16:creationId xmlns:a16="http://schemas.microsoft.com/office/drawing/2014/main" id="{B467756A-590A-039C-2FFF-CDBD7F97222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913" name="Arc 19912">
                          <a:extLst>
                            <a:ext uri="{FF2B5EF4-FFF2-40B4-BE49-F238E27FC236}">
                              <a16:creationId xmlns:a16="http://schemas.microsoft.com/office/drawing/2014/main" id="{01AFBC80-B230-B934-2270-8F3458007C4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908" name="Group 19907">
                        <a:extLst>
                          <a:ext uri="{FF2B5EF4-FFF2-40B4-BE49-F238E27FC236}">
                            <a16:creationId xmlns:a16="http://schemas.microsoft.com/office/drawing/2014/main" id="{C23914D5-87C6-8546-3E6E-1FD0CD0F8A71}"/>
                          </a:ext>
                        </a:extLst>
                      </p:cNvPr>
                      <p:cNvGrpSpPr/>
                      <p:nvPr/>
                    </p:nvGrpSpPr>
                    <p:grpSpPr>
                      <a:xfrm rot="14400000" flipH="1">
                        <a:off x="6434137" y="3402011"/>
                        <a:ext cx="303213" cy="303213"/>
                        <a:chOff x="5354637" y="3446463"/>
                        <a:chExt cx="214313" cy="214313"/>
                      </a:xfrm>
                    </p:grpSpPr>
                    <p:sp>
                      <p:nvSpPr>
                        <p:cNvPr id="19910" name="Arc 19909">
                          <a:extLst>
                            <a:ext uri="{FF2B5EF4-FFF2-40B4-BE49-F238E27FC236}">
                              <a16:creationId xmlns:a16="http://schemas.microsoft.com/office/drawing/2014/main" id="{016EE5AA-203B-5BC2-BC80-904C9026A76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911" name="Arc 19910">
                          <a:extLst>
                            <a:ext uri="{FF2B5EF4-FFF2-40B4-BE49-F238E27FC236}">
                              <a16:creationId xmlns:a16="http://schemas.microsoft.com/office/drawing/2014/main" id="{563FB3C8-4D3D-D516-BFF9-4A5A47D2698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909" name="TextBox 19908">
                        <a:extLst>
                          <a:ext uri="{FF2B5EF4-FFF2-40B4-BE49-F238E27FC236}">
                            <a16:creationId xmlns:a16="http://schemas.microsoft.com/office/drawing/2014/main" id="{C1BACDE3-9D61-9973-4FE5-8C329C95E1C8}"/>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894" name="Group 19893">
                    <a:extLst>
                      <a:ext uri="{FF2B5EF4-FFF2-40B4-BE49-F238E27FC236}">
                        <a16:creationId xmlns:a16="http://schemas.microsoft.com/office/drawing/2014/main" id="{A34BDA9F-0153-6260-9E6B-52C405411DBB}"/>
                      </a:ext>
                    </a:extLst>
                  </p:cNvPr>
                  <p:cNvGrpSpPr/>
                  <p:nvPr/>
                </p:nvGrpSpPr>
                <p:grpSpPr>
                  <a:xfrm>
                    <a:off x="6197413" y="3225768"/>
                    <a:ext cx="393192" cy="393192"/>
                    <a:chOff x="6389147" y="3932622"/>
                    <a:chExt cx="393192" cy="393192"/>
                  </a:xfrm>
                </p:grpSpPr>
                <p:grpSp>
                  <p:nvGrpSpPr>
                    <p:cNvPr id="19895" name="Group 19894">
                      <a:extLst>
                        <a:ext uri="{FF2B5EF4-FFF2-40B4-BE49-F238E27FC236}">
                          <a16:creationId xmlns:a16="http://schemas.microsoft.com/office/drawing/2014/main" id="{FA14323B-69CA-C567-25EF-2F2C02B51EBB}"/>
                        </a:ext>
                      </a:extLst>
                    </p:cNvPr>
                    <p:cNvGrpSpPr/>
                    <p:nvPr/>
                  </p:nvGrpSpPr>
                  <p:grpSpPr>
                    <a:xfrm flipH="1">
                      <a:off x="6478587" y="4022061"/>
                      <a:ext cx="214313" cy="214313"/>
                      <a:chOff x="5354637" y="3446463"/>
                      <a:chExt cx="214313" cy="214313"/>
                    </a:xfrm>
                  </p:grpSpPr>
                  <p:sp>
                    <p:nvSpPr>
                      <p:cNvPr id="19903" name="Arc 19902">
                        <a:extLst>
                          <a:ext uri="{FF2B5EF4-FFF2-40B4-BE49-F238E27FC236}">
                            <a16:creationId xmlns:a16="http://schemas.microsoft.com/office/drawing/2014/main" id="{D609CA32-EE0D-9074-94E4-23A4AD9254E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904" name="Arc 19903">
                        <a:extLst>
                          <a:ext uri="{FF2B5EF4-FFF2-40B4-BE49-F238E27FC236}">
                            <a16:creationId xmlns:a16="http://schemas.microsoft.com/office/drawing/2014/main" id="{03317B83-9EE7-7230-2F73-CAEAC71E0FE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896" name="Group 19895">
                      <a:extLst>
                        <a:ext uri="{FF2B5EF4-FFF2-40B4-BE49-F238E27FC236}">
                          <a16:creationId xmlns:a16="http://schemas.microsoft.com/office/drawing/2014/main" id="{AD5672DE-36B4-AB71-72CC-8D61AE724AF8}"/>
                        </a:ext>
                      </a:extLst>
                    </p:cNvPr>
                    <p:cNvGrpSpPr/>
                    <p:nvPr/>
                  </p:nvGrpSpPr>
                  <p:grpSpPr>
                    <a:xfrm rot="7200000" flipH="1">
                      <a:off x="6434137" y="3977611"/>
                      <a:ext cx="303213" cy="303213"/>
                      <a:chOff x="5354637" y="3446463"/>
                      <a:chExt cx="214313" cy="214313"/>
                    </a:xfrm>
                  </p:grpSpPr>
                  <p:sp>
                    <p:nvSpPr>
                      <p:cNvPr id="19901" name="Arc 19900">
                        <a:extLst>
                          <a:ext uri="{FF2B5EF4-FFF2-40B4-BE49-F238E27FC236}">
                            <a16:creationId xmlns:a16="http://schemas.microsoft.com/office/drawing/2014/main" id="{D6BB5108-676C-0E0E-41AB-1591F5AE25D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902" name="Arc 19901">
                        <a:extLst>
                          <a:ext uri="{FF2B5EF4-FFF2-40B4-BE49-F238E27FC236}">
                            <a16:creationId xmlns:a16="http://schemas.microsoft.com/office/drawing/2014/main" id="{3D8C1D9D-58CA-F3E6-35F3-021B8A4FE41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897" name="Group 19896">
                      <a:extLst>
                        <a:ext uri="{FF2B5EF4-FFF2-40B4-BE49-F238E27FC236}">
                          <a16:creationId xmlns:a16="http://schemas.microsoft.com/office/drawing/2014/main" id="{2E99ECC5-BE3C-E42E-BA8F-AA7AF9E47463}"/>
                        </a:ext>
                      </a:extLst>
                    </p:cNvPr>
                    <p:cNvGrpSpPr/>
                    <p:nvPr/>
                  </p:nvGrpSpPr>
                  <p:grpSpPr>
                    <a:xfrm rot="14400000" flipH="1">
                      <a:off x="6389147" y="3932622"/>
                      <a:ext cx="393192" cy="393192"/>
                      <a:chOff x="5354637" y="3446463"/>
                      <a:chExt cx="214313" cy="214313"/>
                    </a:xfrm>
                  </p:grpSpPr>
                  <p:sp>
                    <p:nvSpPr>
                      <p:cNvPr id="19899" name="Arc 19898">
                        <a:extLst>
                          <a:ext uri="{FF2B5EF4-FFF2-40B4-BE49-F238E27FC236}">
                            <a16:creationId xmlns:a16="http://schemas.microsoft.com/office/drawing/2014/main" id="{E407360B-B625-9F45-72E5-D84F36BCCCE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900" name="Arc 19899">
                        <a:extLst>
                          <a:ext uri="{FF2B5EF4-FFF2-40B4-BE49-F238E27FC236}">
                            <a16:creationId xmlns:a16="http://schemas.microsoft.com/office/drawing/2014/main" id="{10CEBD7E-381F-FFD8-276B-0888DCC80AE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898" name="TextBox 19897">
                      <a:extLst>
                        <a:ext uri="{FF2B5EF4-FFF2-40B4-BE49-F238E27FC236}">
                          <a16:creationId xmlns:a16="http://schemas.microsoft.com/office/drawing/2014/main" id="{99577BAF-2933-F995-AD1B-BC538588C46A}"/>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8359" name="Group 18358">
              <a:extLst>
                <a:ext uri="{FF2B5EF4-FFF2-40B4-BE49-F238E27FC236}">
                  <a16:creationId xmlns:a16="http://schemas.microsoft.com/office/drawing/2014/main" id="{77BF8C9E-E0BF-E8FC-C754-B392128DD60C}"/>
                </a:ext>
              </a:extLst>
            </p:cNvPr>
            <p:cNvGrpSpPr/>
            <p:nvPr/>
          </p:nvGrpSpPr>
          <p:grpSpPr>
            <a:xfrm>
              <a:off x="9939813" y="-878204"/>
              <a:ext cx="2263438" cy="2198360"/>
              <a:chOff x="5445106" y="2039507"/>
              <a:chExt cx="2263438" cy="2198360"/>
            </a:xfrm>
          </p:grpSpPr>
          <p:grpSp>
            <p:nvGrpSpPr>
              <p:cNvPr id="19697" name="Group 19696">
                <a:extLst>
                  <a:ext uri="{FF2B5EF4-FFF2-40B4-BE49-F238E27FC236}">
                    <a16:creationId xmlns:a16="http://schemas.microsoft.com/office/drawing/2014/main" id="{46DE1B37-CAAD-EA7A-4FE8-48A4BF71A44A}"/>
                  </a:ext>
                </a:extLst>
              </p:cNvPr>
              <p:cNvGrpSpPr/>
              <p:nvPr/>
            </p:nvGrpSpPr>
            <p:grpSpPr>
              <a:xfrm>
                <a:off x="5445106" y="2644743"/>
                <a:ext cx="1643204" cy="1593124"/>
                <a:chOff x="5445106" y="2644743"/>
                <a:chExt cx="1643204" cy="1593124"/>
              </a:xfrm>
            </p:grpSpPr>
            <p:grpSp>
              <p:nvGrpSpPr>
                <p:cNvPr id="19793" name="Group 19792">
                  <a:extLst>
                    <a:ext uri="{FF2B5EF4-FFF2-40B4-BE49-F238E27FC236}">
                      <a16:creationId xmlns:a16="http://schemas.microsoft.com/office/drawing/2014/main" id="{25565D1A-EB96-D1DB-98FA-8809E0E427EF}"/>
                    </a:ext>
                  </a:extLst>
                </p:cNvPr>
                <p:cNvGrpSpPr/>
                <p:nvPr/>
              </p:nvGrpSpPr>
              <p:grpSpPr>
                <a:xfrm>
                  <a:off x="5445106" y="2644743"/>
                  <a:ext cx="1019224" cy="991639"/>
                  <a:chOff x="5886431" y="3225768"/>
                  <a:chExt cx="1019224" cy="991639"/>
                </a:xfrm>
              </p:grpSpPr>
              <p:grpSp>
                <p:nvGrpSpPr>
                  <p:cNvPr id="19841" name="Group 19840">
                    <a:extLst>
                      <a:ext uri="{FF2B5EF4-FFF2-40B4-BE49-F238E27FC236}">
                        <a16:creationId xmlns:a16="http://schemas.microsoft.com/office/drawing/2014/main" id="{A4CD7F7A-5725-F66E-C517-F0D1BCC99CC2}"/>
                      </a:ext>
                    </a:extLst>
                  </p:cNvPr>
                  <p:cNvGrpSpPr/>
                  <p:nvPr/>
                </p:nvGrpSpPr>
                <p:grpSpPr>
                  <a:xfrm>
                    <a:off x="6197413" y="3824215"/>
                    <a:ext cx="393192" cy="393192"/>
                    <a:chOff x="5265196" y="3357021"/>
                    <a:chExt cx="393192" cy="393192"/>
                  </a:xfrm>
                </p:grpSpPr>
                <p:grpSp>
                  <p:nvGrpSpPr>
                    <p:cNvPr id="19876" name="Group 19875">
                      <a:extLst>
                        <a:ext uri="{FF2B5EF4-FFF2-40B4-BE49-F238E27FC236}">
                          <a16:creationId xmlns:a16="http://schemas.microsoft.com/office/drawing/2014/main" id="{17ED1473-6F57-D56C-486A-FB959FAC0462}"/>
                        </a:ext>
                      </a:extLst>
                    </p:cNvPr>
                    <p:cNvGrpSpPr/>
                    <p:nvPr/>
                  </p:nvGrpSpPr>
                  <p:grpSpPr>
                    <a:xfrm rot="14400000">
                      <a:off x="5265196" y="3357021"/>
                      <a:ext cx="393192" cy="393192"/>
                      <a:chOff x="5354637" y="3446463"/>
                      <a:chExt cx="214313" cy="214313"/>
                    </a:xfrm>
                  </p:grpSpPr>
                  <p:sp>
                    <p:nvSpPr>
                      <p:cNvPr id="19885" name="Arc 19884">
                        <a:extLst>
                          <a:ext uri="{FF2B5EF4-FFF2-40B4-BE49-F238E27FC236}">
                            <a16:creationId xmlns:a16="http://schemas.microsoft.com/office/drawing/2014/main" id="{99F07D78-C4A8-2098-8EC5-1A03E1B5006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886" name="Arc 19885">
                        <a:extLst>
                          <a:ext uri="{FF2B5EF4-FFF2-40B4-BE49-F238E27FC236}">
                            <a16:creationId xmlns:a16="http://schemas.microsoft.com/office/drawing/2014/main" id="{EB02D177-ACF4-7348-C74C-E4E273F28C8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877" name="Group 19876">
                      <a:extLst>
                        <a:ext uri="{FF2B5EF4-FFF2-40B4-BE49-F238E27FC236}">
                          <a16:creationId xmlns:a16="http://schemas.microsoft.com/office/drawing/2014/main" id="{0F15A88B-9283-A9D9-F734-44DA47B32D1E}"/>
                        </a:ext>
                      </a:extLst>
                    </p:cNvPr>
                    <p:cNvGrpSpPr/>
                    <p:nvPr/>
                  </p:nvGrpSpPr>
                  <p:grpSpPr>
                    <a:xfrm>
                      <a:off x="5310186" y="3402011"/>
                      <a:ext cx="303213" cy="303213"/>
                      <a:chOff x="5310186" y="3402011"/>
                      <a:chExt cx="303213" cy="303213"/>
                    </a:xfrm>
                  </p:grpSpPr>
                  <p:grpSp>
                    <p:nvGrpSpPr>
                      <p:cNvPr id="19878" name="Group 19877">
                        <a:extLst>
                          <a:ext uri="{FF2B5EF4-FFF2-40B4-BE49-F238E27FC236}">
                            <a16:creationId xmlns:a16="http://schemas.microsoft.com/office/drawing/2014/main" id="{E379CCE6-A13C-FFD5-F852-997F2B238FA8}"/>
                          </a:ext>
                        </a:extLst>
                      </p:cNvPr>
                      <p:cNvGrpSpPr/>
                      <p:nvPr/>
                    </p:nvGrpSpPr>
                    <p:grpSpPr>
                      <a:xfrm>
                        <a:off x="5354636" y="3446461"/>
                        <a:ext cx="214313" cy="214313"/>
                        <a:chOff x="5354637" y="3446463"/>
                        <a:chExt cx="214313" cy="214313"/>
                      </a:xfrm>
                    </p:grpSpPr>
                    <p:sp>
                      <p:nvSpPr>
                        <p:cNvPr id="19883" name="Arc 19882">
                          <a:extLst>
                            <a:ext uri="{FF2B5EF4-FFF2-40B4-BE49-F238E27FC236}">
                              <a16:creationId xmlns:a16="http://schemas.microsoft.com/office/drawing/2014/main" id="{4E42EB6E-69A5-E9E6-57B7-B98394A2BE3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884" name="Arc 19883">
                          <a:extLst>
                            <a:ext uri="{FF2B5EF4-FFF2-40B4-BE49-F238E27FC236}">
                              <a16:creationId xmlns:a16="http://schemas.microsoft.com/office/drawing/2014/main" id="{C7363BCB-ECA6-B671-50EE-B2BF75831E1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879" name="Group 19878">
                        <a:extLst>
                          <a:ext uri="{FF2B5EF4-FFF2-40B4-BE49-F238E27FC236}">
                            <a16:creationId xmlns:a16="http://schemas.microsoft.com/office/drawing/2014/main" id="{D714497C-D3FE-6F05-9985-A0A47A5527E8}"/>
                          </a:ext>
                        </a:extLst>
                      </p:cNvPr>
                      <p:cNvGrpSpPr/>
                      <p:nvPr/>
                    </p:nvGrpSpPr>
                    <p:grpSpPr>
                      <a:xfrm rot="7200000">
                        <a:off x="5310186" y="3402011"/>
                        <a:ext cx="303213" cy="303213"/>
                        <a:chOff x="5354637" y="3446463"/>
                        <a:chExt cx="214313" cy="214313"/>
                      </a:xfrm>
                    </p:grpSpPr>
                    <p:sp>
                      <p:nvSpPr>
                        <p:cNvPr id="19881" name="Arc 19880">
                          <a:extLst>
                            <a:ext uri="{FF2B5EF4-FFF2-40B4-BE49-F238E27FC236}">
                              <a16:creationId xmlns:a16="http://schemas.microsoft.com/office/drawing/2014/main" id="{09261B85-D85E-E071-6E7B-2C261007A05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882" name="Arc 19881">
                          <a:extLst>
                            <a:ext uri="{FF2B5EF4-FFF2-40B4-BE49-F238E27FC236}">
                              <a16:creationId xmlns:a16="http://schemas.microsoft.com/office/drawing/2014/main" id="{04633AC2-AD78-D2D7-60BA-B3B3525E952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880" name="TextBox 19879">
                        <a:extLst>
                          <a:ext uri="{FF2B5EF4-FFF2-40B4-BE49-F238E27FC236}">
                            <a16:creationId xmlns:a16="http://schemas.microsoft.com/office/drawing/2014/main" id="{ECB25391-D06E-74E3-BE67-0ABD5008F201}"/>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842" name="Group 19841">
                    <a:extLst>
                      <a:ext uri="{FF2B5EF4-FFF2-40B4-BE49-F238E27FC236}">
                        <a16:creationId xmlns:a16="http://schemas.microsoft.com/office/drawing/2014/main" id="{C7554EEF-60AF-A82E-7282-2C4BF24050D1}"/>
                      </a:ext>
                    </a:extLst>
                  </p:cNvPr>
                  <p:cNvGrpSpPr/>
                  <p:nvPr/>
                </p:nvGrpSpPr>
                <p:grpSpPr>
                  <a:xfrm>
                    <a:off x="5886431" y="3525040"/>
                    <a:ext cx="393192" cy="393192"/>
                    <a:chOff x="5265196" y="3932619"/>
                    <a:chExt cx="393192" cy="393192"/>
                  </a:xfrm>
                </p:grpSpPr>
                <p:grpSp>
                  <p:nvGrpSpPr>
                    <p:cNvPr id="19866" name="Group 19865">
                      <a:extLst>
                        <a:ext uri="{FF2B5EF4-FFF2-40B4-BE49-F238E27FC236}">
                          <a16:creationId xmlns:a16="http://schemas.microsoft.com/office/drawing/2014/main" id="{8A04F6D8-EE19-1DD2-CDFF-1FE198C7579A}"/>
                        </a:ext>
                      </a:extLst>
                    </p:cNvPr>
                    <p:cNvGrpSpPr/>
                    <p:nvPr/>
                  </p:nvGrpSpPr>
                  <p:grpSpPr>
                    <a:xfrm>
                      <a:off x="5354636" y="4022061"/>
                      <a:ext cx="214313" cy="214313"/>
                      <a:chOff x="5354637" y="3446463"/>
                      <a:chExt cx="214313" cy="214313"/>
                    </a:xfrm>
                  </p:grpSpPr>
                  <p:sp>
                    <p:nvSpPr>
                      <p:cNvPr id="19874" name="Arc 19873">
                        <a:extLst>
                          <a:ext uri="{FF2B5EF4-FFF2-40B4-BE49-F238E27FC236}">
                            <a16:creationId xmlns:a16="http://schemas.microsoft.com/office/drawing/2014/main" id="{4F103DCE-DB57-10EF-41DC-37B3D8ECAF4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875" name="Arc 19874">
                        <a:extLst>
                          <a:ext uri="{FF2B5EF4-FFF2-40B4-BE49-F238E27FC236}">
                            <a16:creationId xmlns:a16="http://schemas.microsoft.com/office/drawing/2014/main" id="{8DABD8EB-0929-E8CB-B601-BE42E216F45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867" name="Group 19866">
                      <a:extLst>
                        <a:ext uri="{FF2B5EF4-FFF2-40B4-BE49-F238E27FC236}">
                          <a16:creationId xmlns:a16="http://schemas.microsoft.com/office/drawing/2014/main" id="{0579425D-FC71-D041-6F76-33A823D8221A}"/>
                        </a:ext>
                      </a:extLst>
                    </p:cNvPr>
                    <p:cNvGrpSpPr/>
                    <p:nvPr/>
                  </p:nvGrpSpPr>
                  <p:grpSpPr>
                    <a:xfrm rot="14400000">
                      <a:off x="5310186" y="3977611"/>
                      <a:ext cx="303213" cy="303213"/>
                      <a:chOff x="5354637" y="3446463"/>
                      <a:chExt cx="214313" cy="214313"/>
                    </a:xfrm>
                  </p:grpSpPr>
                  <p:sp>
                    <p:nvSpPr>
                      <p:cNvPr id="19872" name="Arc 19871">
                        <a:extLst>
                          <a:ext uri="{FF2B5EF4-FFF2-40B4-BE49-F238E27FC236}">
                            <a16:creationId xmlns:a16="http://schemas.microsoft.com/office/drawing/2014/main" id="{59746550-B34F-0189-AF12-63BFF98D988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873" name="Arc 19872">
                        <a:extLst>
                          <a:ext uri="{FF2B5EF4-FFF2-40B4-BE49-F238E27FC236}">
                            <a16:creationId xmlns:a16="http://schemas.microsoft.com/office/drawing/2014/main" id="{CF82EF4C-0C24-98FC-DE5C-6CD92DC0443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868" name="Group 19867">
                      <a:extLst>
                        <a:ext uri="{FF2B5EF4-FFF2-40B4-BE49-F238E27FC236}">
                          <a16:creationId xmlns:a16="http://schemas.microsoft.com/office/drawing/2014/main" id="{2D5A8A4F-A0FB-8581-C970-2FBA63B3925D}"/>
                        </a:ext>
                      </a:extLst>
                    </p:cNvPr>
                    <p:cNvGrpSpPr/>
                    <p:nvPr/>
                  </p:nvGrpSpPr>
                  <p:grpSpPr>
                    <a:xfrm rot="7200000">
                      <a:off x="5265196" y="3932619"/>
                      <a:ext cx="393192" cy="393192"/>
                      <a:chOff x="5354637" y="3446463"/>
                      <a:chExt cx="214313" cy="214313"/>
                    </a:xfrm>
                  </p:grpSpPr>
                  <p:sp>
                    <p:nvSpPr>
                      <p:cNvPr id="19870" name="Arc 19869">
                        <a:extLst>
                          <a:ext uri="{FF2B5EF4-FFF2-40B4-BE49-F238E27FC236}">
                            <a16:creationId xmlns:a16="http://schemas.microsoft.com/office/drawing/2014/main" id="{1FCDD38A-56F7-9E3A-79EB-554DA21B098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871" name="Arc 19870">
                        <a:extLst>
                          <a:ext uri="{FF2B5EF4-FFF2-40B4-BE49-F238E27FC236}">
                            <a16:creationId xmlns:a16="http://schemas.microsoft.com/office/drawing/2014/main" id="{BE24ADCF-073E-BDE4-F6BC-2824DAB94C8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869" name="TextBox 19868">
                      <a:extLst>
                        <a:ext uri="{FF2B5EF4-FFF2-40B4-BE49-F238E27FC236}">
                          <a16:creationId xmlns:a16="http://schemas.microsoft.com/office/drawing/2014/main" id="{39584F3A-C876-E2C5-6ADF-A4157F212505}"/>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9843" name="Group 19842">
                    <a:extLst>
                      <a:ext uri="{FF2B5EF4-FFF2-40B4-BE49-F238E27FC236}">
                        <a16:creationId xmlns:a16="http://schemas.microsoft.com/office/drawing/2014/main" id="{792F064A-0379-20AA-8D00-8393982C11C0}"/>
                      </a:ext>
                    </a:extLst>
                  </p:cNvPr>
                  <p:cNvGrpSpPr/>
                  <p:nvPr/>
                </p:nvGrpSpPr>
                <p:grpSpPr>
                  <a:xfrm>
                    <a:off x="6512463" y="3525040"/>
                    <a:ext cx="393192" cy="393192"/>
                    <a:chOff x="6389147" y="3357021"/>
                    <a:chExt cx="393192" cy="393192"/>
                  </a:xfrm>
                </p:grpSpPr>
                <p:grpSp>
                  <p:nvGrpSpPr>
                    <p:cNvPr id="19855" name="Group 19854">
                      <a:extLst>
                        <a:ext uri="{FF2B5EF4-FFF2-40B4-BE49-F238E27FC236}">
                          <a16:creationId xmlns:a16="http://schemas.microsoft.com/office/drawing/2014/main" id="{FFDBA6F8-6E6A-39B8-C499-A92DB0D4C0DD}"/>
                        </a:ext>
                      </a:extLst>
                    </p:cNvPr>
                    <p:cNvGrpSpPr/>
                    <p:nvPr/>
                  </p:nvGrpSpPr>
                  <p:grpSpPr>
                    <a:xfrm rot="7200000" flipH="1">
                      <a:off x="6389147" y="3357021"/>
                      <a:ext cx="393192" cy="393192"/>
                      <a:chOff x="5354637" y="3446463"/>
                      <a:chExt cx="214313" cy="214313"/>
                    </a:xfrm>
                  </p:grpSpPr>
                  <p:sp>
                    <p:nvSpPr>
                      <p:cNvPr id="19864" name="Arc 19863">
                        <a:extLst>
                          <a:ext uri="{FF2B5EF4-FFF2-40B4-BE49-F238E27FC236}">
                            <a16:creationId xmlns:a16="http://schemas.microsoft.com/office/drawing/2014/main" id="{46E62B39-E711-1CF4-0285-A90EFD20F4B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865" name="Arc 19864">
                        <a:extLst>
                          <a:ext uri="{FF2B5EF4-FFF2-40B4-BE49-F238E27FC236}">
                            <a16:creationId xmlns:a16="http://schemas.microsoft.com/office/drawing/2014/main" id="{53330733-13C9-06DB-8691-9AAD132BEDD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856" name="Group 19855">
                      <a:extLst>
                        <a:ext uri="{FF2B5EF4-FFF2-40B4-BE49-F238E27FC236}">
                          <a16:creationId xmlns:a16="http://schemas.microsoft.com/office/drawing/2014/main" id="{6C4C320B-CF00-1FAC-0674-A2104E38DC7A}"/>
                        </a:ext>
                      </a:extLst>
                    </p:cNvPr>
                    <p:cNvGrpSpPr/>
                    <p:nvPr/>
                  </p:nvGrpSpPr>
                  <p:grpSpPr>
                    <a:xfrm>
                      <a:off x="6434137" y="3402011"/>
                      <a:ext cx="303213" cy="303213"/>
                      <a:chOff x="6434137" y="3402011"/>
                      <a:chExt cx="303213" cy="303213"/>
                    </a:xfrm>
                  </p:grpSpPr>
                  <p:grpSp>
                    <p:nvGrpSpPr>
                      <p:cNvPr id="19857" name="Group 19856">
                        <a:extLst>
                          <a:ext uri="{FF2B5EF4-FFF2-40B4-BE49-F238E27FC236}">
                            <a16:creationId xmlns:a16="http://schemas.microsoft.com/office/drawing/2014/main" id="{BE794F16-8A96-417F-D2E3-63802A2D8E13}"/>
                          </a:ext>
                        </a:extLst>
                      </p:cNvPr>
                      <p:cNvGrpSpPr/>
                      <p:nvPr/>
                    </p:nvGrpSpPr>
                    <p:grpSpPr>
                      <a:xfrm flipH="1">
                        <a:off x="6478587" y="3446461"/>
                        <a:ext cx="214313" cy="214313"/>
                        <a:chOff x="5354637" y="3446463"/>
                        <a:chExt cx="214313" cy="214313"/>
                      </a:xfrm>
                    </p:grpSpPr>
                    <p:sp>
                      <p:nvSpPr>
                        <p:cNvPr id="19862" name="Arc 19861">
                          <a:extLst>
                            <a:ext uri="{FF2B5EF4-FFF2-40B4-BE49-F238E27FC236}">
                              <a16:creationId xmlns:a16="http://schemas.microsoft.com/office/drawing/2014/main" id="{051FF9C0-1F46-9FE1-552C-95F3BF44036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863" name="Arc 19862">
                          <a:extLst>
                            <a:ext uri="{FF2B5EF4-FFF2-40B4-BE49-F238E27FC236}">
                              <a16:creationId xmlns:a16="http://schemas.microsoft.com/office/drawing/2014/main" id="{D22B2D31-CF88-89B3-ED88-116F1A18315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858" name="Group 19857">
                        <a:extLst>
                          <a:ext uri="{FF2B5EF4-FFF2-40B4-BE49-F238E27FC236}">
                            <a16:creationId xmlns:a16="http://schemas.microsoft.com/office/drawing/2014/main" id="{B2F7428D-8CDD-776A-9B1C-9FC574675080}"/>
                          </a:ext>
                        </a:extLst>
                      </p:cNvPr>
                      <p:cNvGrpSpPr/>
                      <p:nvPr/>
                    </p:nvGrpSpPr>
                    <p:grpSpPr>
                      <a:xfrm rot="14400000" flipH="1">
                        <a:off x="6434137" y="3402011"/>
                        <a:ext cx="303213" cy="303213"/>
                        <a:chOff x="5354637" y="3446463"/>
                        <a:chExt cx="214313" cy="214313"/>
                      </a:xfrm>
                    </p:grpSpPr>
                    <p:sp>
                      <p:nvSpPr>
                        <p:cNvPr id="19860" name="Arc 19859">
                          <a:extLst>
                            <a:ext uri="{FF2B5EF4-FFF2-40B4-BE49-F238E27FC236}">
                              <a16:creationId xmlns:a16="http://schemas.microsoft.com/office/drawing/2014/main" id="{64A74A50-1F89-EAD5-6CEA-22942767F3A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861" name="Arc 19860">
                          <a:extLst>
                            <a:ext uri="{FF2B5EF4-FFF2-40B4-BE49-F238E27FC236}">
                              <a16:creationId xmlns:a16="http://schemas.microsoft.com/office/drawing/2014/main" id="{323E2026-95A0-EFA4-8730-05BDE352F7C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859" name="TextBox 19858">
                        <a:extLst>
                          <a:ext uri="{FF2B5EF4-FFF2-40B4-BE49-F238E27FC236}">
                            <a16:creationId xmlns:a16="http://schemas.microsoft.com/office/drawing/2014/main" id="{1CCDD29D-2B18-F1CC-CC95-3024DC636805}"/>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844" name="Group 19843">
                    <a:extLst>
                      <a:ext uri="{FF2B5EF4-FFF2-40B4-BE49-F238E27FC236}">
                        <a16:creationId xmlns:a16="http://schemas.microsoft.com/office/drawing/2014/main" id="{7F714650-8B8E-B067-FE4F-2C44032EB893}"/>
                      </a:ext>
                    </a:extLst>
                  </p:cNvPr>
                  <p:cNvGrpSpPr/>
                  <p:nvPr/>
                </p:nvGrpSpPr>
                <p:grpSpPr>
                  <a:xfrm>
                    <a:off x="6197413" y="3225768"/>
                    <a:ext cx="393192" cy="393192"/>
                    <a:chOff x="6389147" y="3932622"/>
                    <a:chExt cx="393192" cy="393192"/>
                  </a:xfrm>
                </p:grpSpPr>
                <p:grpSp>
                  <p:nvGrpSpPr>
                    <p:cNvPr id="19845" name="Group 19844">
                      <a:extLst>
                        <a:ext uri="{FF2B5EF4-FFF2-40B4-BE49-F238E27FC236}">
                          <a16:creationId xmlns:a16="http://schemas.microsoft.com/office/drawing/2014/main" id="{D6F9141A-8944-B079-E07E-FC710A9FEB22}"/>
                        </a:ext>
                      </a:extLst>
                    </p:cNvPr>
                    <p:cNvGrpSpPr/>
                    <p:nvPr/>
                  </p:nvGrpSpPr>
                  <p:grpSpPr>
                    <a:xfrm flipH="1">
                      <a:off x="6478587" y="4022061"/>
                      <a:ext cx="214313" cy="214313"/>
                      <a:chOff x="5354637" y="3446463"/>
                      <a:chExt cx="214313" cy="214313"/>
                    </a:xfrm>
                  </p:grpSpPr>
                  <p:sp>
                    <p:nvSpPr>
                      <p:cNvPr id="19853" name="Arc 19852">
                        <a:extLst>
                          <a:ext uri="{FF2B5EF4-FFF2-40B4-BE49-F238E27FC236}">
                            <a16:creationId xmlns:a16="http://schemas.microsoft.com/office/drawing/2014/main" id="{59D48281-7B3E-C42C-8209-317C6651127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854" name="Arc 19853">
                        <a:extLst>
                          <a:ext uri="{FF2B5EF4-FFF2-40B4-BE49-F238E27FC236}">
                            <a16:creationId xmlns:a16="http://schemas.microsoft.com/office/drawing/2014/main" id="{A731DAC1-6F1C-285E-6225-BE338F81656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846" name="Group 19845">
                      <a:extLst>
                        <a:ext uri="{FF2B5EF4-FFF2-40B4-BE49-F238E27FC236}">
                          <a16:creationId xmlns:a16="http://schemas.microsoft.com/office/drawing/2014/main" id="{A9AAD6D0-60A8-3674-3B43-8826EE31AC27}"/>
                        </a:ext>
                      </a:extLst>
                    </p:cNvPr>
                    <p:cNvGrpSpPr/>
                    <p:nvPr/>
                  </p:nvGrpSpPr>
                  <p:grpSpPr>
                    <a:xfrm rot="7200000" flipH="1">
                      <a:off x="6434137" y="3977611"/>
                      <a:ext cx="303213" cy="303213"/>
                      <a:chOff x="5354637" y="3446463"/>
                      <a:chExt cx="214313" cy="214313"/>
                    </a:xfrm>
                  </p:grpSpPr>
                  <p:sp>
                    <p:nvSpPr>
                      <p:cNvPr id="19851" name="Arc 19850">
                        <a:extLst>
                          <a:ext uri="{FF2B5EF4-FFF2-40B4-BE49-F238E27FC236}">
                            <a16:creationId xmlns:a16="http://schemas.microsoft.com/office/drawing/2014/main" id="{51F96606-7A9C-9E90-0041-2F85706B1A2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852" name="Arc 19851">
                        <a:extLst>
                          <a:ext uri="{FF2B5EF4-FFF2-40B4-BE49-F238E27FC236}">
                            <a16:creationId xmlns:a16="http://schemas.microsoft.com/office/drawing/2014/main" id="{33A02B16-7011-3D6F-F74B-5948B74CAC4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847" name="Group 19846">
                      <a:extLst>
                        <a:ext uri="{FF2B5EF4-FFF2-40B4-BE49-F238E27FC236}">
                          <a16:creationId xmlns:a16="http://schemas.microsoft.com/office/drawing/2014/main" id="{DD5387B5-4BC5-13DF-066D-5EA8E88EE74F}"/>
                        </a:ext>
                      </a:extLst>
                    </p:cNvPr>
                    <p:cNvGrpSpPr/>
                    <p:nvPr/>
                  </p:nvGrpSpPr>
                  <p:grpSpPr>
                    <a:xfrm rot="14400000" flipH="1">
                      <a:off x="6389147" y="3932622"/>
                      <a:ext cx="393192" cy="393192"/>
                      <a:chOff x="5354637" y="3446463"/>
                      <a:chExt cx="214313" cy="214313"/>
                    </a:xfrm>
                  </p:grpSpPr>
                  <p:sp>
                    <p:nvSpPr>
                      <p:cNvPr id="19849" name="Arc 19848">
                        <a:extLst>
                          <a:ext uri="{FF2B5EF4-FFF2-40B4-BE49-F238E27FC236}">
                            <a16:creationId xmlns:a16="http://schemas.microsoft.com/office/drawing/2014/main" id="{5FF2AEB2-7BD0-AB3A-1285-3642D957EB5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850" name="Arc 19849">
                        <a:extLst>
                          <a:ext uri="{FF2B5EF4-FFF2-40B4-BE49-F238E27FC236}">
                            <a16:creationId xmlns:a16="http://schemas.microsoft.com/office/drawing/2014/main" id="{A4ACDF4B-999D-7892-FDF3-5AAAD49036E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848" name="TextBox 19847">
                      <a:extLst>
                        <a:ext uri="{FF2B5EF4-FFF2-40B4-BE49-F238E27FC236}">
                          <a16:creationId xmlns:a16="http://schemas.microsoft.com/office/drawing/2014/main" id="{211EE767-98E0-BA6A-0451-16794A6211E0}"/>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794" name="Group 19793">
                  <a:extLst>
                    <a:ext uri="{FF2B5EF4-FFF2-40B4-BE49-F238E27FC236}">
                      <a16:creationId xmlns:a16="http://schemas.microsoft.com/office/drawing/2014/main" id="{E66F2EB4-9356-0C86-416B-397409ABE9C0}"/>
                    </a:ext>
                  </a:extLst>
                </p:cNvPr>
                <p:cNvGrpSpPr/>
                <p:nvPr/>
              </p:nvGrpSpPr>
              <p:grpSpPr>
                <a:xfrm>
                  <a:off x="6069086" y="3246228"/>
                  <a:ext cx="1019224" cy="991639"/>
                  <a:chOff x="5886431" y="3225768"/>
                  <a:chExt cx="1019224" cy="991639"/>
                </a:xfrm>
              </p:grpSpPr>
              <p:grpSp>
                <p:nvGrpSpPr>
                  <p:cNvPr id="19795" name="Group 19794">
                    <a:extLst>
                      <a:ext uri="{FF2B5EF4-FFF2-40B4-BE49-F238E27FC236}">
                        <a16:creationId xmlns:a16="http://schemas.microsoft.com/office/drawing/2014/main" id="{4E2BC10E-8F59-62AB-115B-C8D22180F6C1}"/>
                      </a:ext>
                    </a:extLst>
                  </p:cNvPr>
                  <p:cNvGrpSpPr/>
                  <p:nvPr/>
                </p:nvGrpSpPr>
                <p:grpSpPr>
                  <a:xfrm>
                    <a:off x="6197413" y="3824215"/>
                    <a:ext cx="393192" cy="393192"/>
                    <a:chOff x="5265196" y="3357021"/>
                    <a:chExt cx="393192" cy="393192"/>
                  </a:xfrm>
                </p:grpSpPr>
                <p:grpSp>
                  <p:nvGrpSpPr>
                    <p:cNvPr id="19830" name="Group 19829">
                      <a:extLst>
                        <a:ext uri="{FF2B5EF4-FFF2-40B4-BE49-F238E27FC236}">
                          <a16:creationId xmlns:a16="http://schemas.microsoft.com/office/drawing/2014/main" id="{EE264323-6240-02A0-1423-0CA6D973327E}"/>
                        </a:ext>
                      </a:extLst>
                    </p:cNvPr>
                    <p:cNvGrpSpPr/>
                    <p:nvPr/>
                  </p:nvGrpSpPr>
                  <p:grpSpPr>
                    <a:xfrm rot="14400000">
                      <a:off x="5265196" y="3357021"/>
                      <a:ext cx="393192" cy="393192"/>
                      <a:chOff x="5354637" y="3446463"/>
                      <a:chExt cx="214313" cy="214313"/>
                    </a:xfrm>
                  </p:grpSpPr>
                  <p:sp>
                    <p:nvSpPr>
                      <p:cNvPr id="19839" name="Arc 19838">
                        <a:extLst>
                          <a:ext uri="{FF2B5EF4-FFF2-40B4-BE49-F238E27FC236}">
                            <a16:creationId xmlns:a16="http://schemas.microsoft.com/office/drawing/2014/main" id="{19B68E4C-F869-1C18-EA51-A91F62F1CF1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840" name="Arc 19839">
                        <a:extLst>
                          <a:ext uri="{FF2B5EF4-FFF2-40B4-BE49-F238E27FC236}">
                            <a16:creationId xmlns:a16="http://schemas.microsoft.com/office/drawing/2014/main" id="{25690252-9CB2-4ACE-7EE1-A5604398A34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831" name="Group 19830">
                      <a:extLst>
                        <a:ext uri="{FF2B5EF4-FFF2-40B4-BE49-F238E27FC236}">
                          <a16:creationId xmlns:a16="http://schemas.microsoft.com/office/drawing/2014/main" id="{28F109F1-889B-4085-2987-1829D2742EE0}"/>
                        </a:ext>
                      </a:extLst>
                    </p:cNvPr>
                    <p:cNvGrpSpPr/>
                    <p:nvPr/>
                  </p:nvGrpSpPr>
                  <p:grpSpPr>
                    <a:xfrm>
                      <a:off x="5310186" y="3402011"/>
                      <a:ext cx="303213" cy="303213"/>
                      <a:chOff x="5310186" y="3402011"/>
                      <a:chExt cx="303213" cy="303213"/>
                    </a:xfrm>
                  </p:grpSpPr>
                  <p:grpSp>
                    <p:nvGrpSpPr>
                      <p:cNvPr id="19832" name="Group 19831">
                        <a:extLst>
                          <a:ext uri="{FF2B5EF4-FFF2-40B4-BE49-F238E27FC236}">
                            <a16:creationId xmlns:a16="http://schemas.microsoft.com/office/drawing/2014/main" id="{AE1EE010-3733-CB1B-3EFE-ADB449710B97}"/>
                          </a:ext>
                        </a:extLst>
                      </p:cNvPr>
                      <p:cNvGrpSpPr/>
                      <p:nvPr/>
                    </p:nvGrpSpPr>
                    <p:grpSpPr>
                      <a:xfrm>
                        <a:off x="5354636" y="3446461"/>
                        <a:ext cx="214313" cy="214313"/>
                        <a:chOff x="5354637" y="3446463"/>
                        <a:chExt cx="214313" cy="214313"/>
                      </a:xfrm>
                    </p:grpSpPr>
                    <p:sp>
                      <p:nvSpPr>
                        <p:cNvPr id="19837" name="Arc 19836">
                          <a:extLst>
                            <a:ext uri="{FF2B5EF4-FFF2-40B4-BE49-F238E27FC236}">
                              <a16:creationId xmlns:a16="http://schemas.microsoft.com/office/drawing/2014/main" id="{69505D4B-46B1-DD7D-BE32-5461DC8519E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838" name="Arc 19837">
                          <a:extLst>
                            <a:ext uri="{FF2B5EF4-FFF2-40B4-BE49-F238E27FC236}">
                              <a16:creationId xmlns:a16="http://schemas.microsoft.com/office/drawing/2014/main" id="{1FB82863-3845-5E43-114B-6590629E7AB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833" name="Group 19832">
                        <a:extLst>
                          <a:ext uri="{FF2B5EF4-FFF2-40B4-BE49-F238E27FC236}">
                            <a16:creationId xmlns:a16="http://schemas.microsoft.com/office/drawing/2014/main" id="{1B91401E-92E4-B602-A911-8988AC8853D5}"/>
                          </a:ext>
                        </a:extLst>
                      </p:cNvPr>
                      <p:cNvGrpSpPr/>
                      <p:nvPr/>
                    </p:nvGrpSpPr>
                    <p:grpSpPr>
                      <a:xfrm rot="7200000">
                        <a:off x="5310186" y="3402011"/>
                        <a:ext cx="303213" cy="303213"/>
                        <a:chOff x="5354637" y="3446463"/>
                        <a:chExt cx="214313" cy="214313"/>
                      </a:xfrm>
                    </p:grpSpPr>
                    <p:sp>
                      <p:nvSpPr>
                        <p:cNvPr id="19835" name="Arc 19834">
                          <a:extLst>
                            <a:ext uri="{FF2B5EF4-FFF2-40B4-BE49-F238E27FC236}">
                              <a16:creationId xmlns:a16="http://schemas.microsoft.com/office/drawing/2014/main" id="{7F104FB3-167B-0EEF-B4F9-4E23F9360BD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836" name="Arc 19835">
                          <a:extLst>
                            <a:ext uri="{FF2B5EF4-FFF2-40B4-BE49-F238E27FC236}">
                              <a16:creationId xmlns:a16="http://schemas.microsoft.com/office/drawing/2014/main" id="{74520D7A-1B85-3BE2-947F-0370AAF834D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834" name="TextBox 19833">
                        <a:extLst>
                          <a:ext uri="{FF2B5EF4-FFF2-40B4-BE49-F238E27FC236}">
                            <a16:creationId xmlns:a16="http://schemas.microsoft.com/office/drawing/2014/main" id="{6E3970EE-A337-3F05-0E61-70EE76959D92}"/>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796" name="Group 19795">
                    <a:extLst>
                      <a:ext uri="{FF2B5EF4-FFF2-40B4-BE49-F238E27FC236}">
                        <a16:creationId xmlns:a16="http://schemas.microsoft.com/office/drawing/2014/main" id="{10A8CCFA-66DC-C41A-9FDE-673903B7DD30}"/>
                      </a:ext>
                    </a:extLst>
                  </p:cNvPr>
                  <p:cNvGrpSpPr/>
                  <p:nvPr/>
                </p:nvGrpSpPr>
                <p:grpSpPr>
                  <a:xfrm>
                    <a:off x="5886431" y="3525040"/>
                    <a:ext cx="393192" cy="393192"/>
                    <a:chOff x="5265196" y="3932619"/>
                    <a:chExt cx="393192" cy="393192"/>
                  </a:xfrm>
                </p:grpSpPr>
                <p:grpSp>
                  <p:nvGrpSpPr>
                    <p:cNvPr id="19820" name="Group 19819">
                      <a:extLst>
                        <a:ext uri="{FF2B5EF4-FFF2-40B4-BE49-F238E27FC236}">
                          <a16:creationId xmlns:a16="http://schemas.microsoft.com/office/drawing/2014/main" id="{60A734B4-EB3E-1AB8-B75A-F95EC0E3BB17}"/>
                        </a:ext>
                      </a:extLst>
                    </p:cNvPr>
                    <p:cNvGrpSpPr/>
                    <p:nvPr/>
                  </p:nvGrpSpPr>
                  <p:grpSpPr>
                    <a:xfrm>
                      <a:off x="5354636" y="4022061"/>
                      <a:ext cx="214313" cy="214313"/>
                      <a:chOff x="5354637" y="3446463"/>
                      <a:chExt cx="214313" cy="214313"/>
                    </a:xfrm>
                  </p:grpSpPr>
                  <p:sp>
                    <p:nvSpPr>
                      <p:cNvPr id="19828" name="Arc 19827">
                        <a:extLst>
                          <a:ext uri="{FF2B5EF4-FFF2-40B4-BE49-F238E27FC236}">
                            <a16:creationId xmlns:a16="http://schemas.microsoft.com/office/drawing/2014/main" id="{F3A204B6-EB67-8151-01AF-F6120F5E51F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829" name="Arc 19828">
                        <a:extLst>
                          <a:ext uri="{FF2B5EF4-FFF2-40B4-BE49-F238E27FC236}">
                            <a16:creationId xmlns:a16="http://schemas.microsoft.com/office/drawing/2014/main" id="{004611CD-16C2-CBA7-6F89-9044F83B4B0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821" name="Group 19820">
                      <a:extLst>
                        <a:ext uri="{FF2B5EF4-FFF2-40B4-BE49-F238E27FC236}">
                          <a16:creationId xmlns:a16="http://schemas.microsoft.com/office/drawing/2014/main" id="{B9A4ED8D-6EB4-A133-2D7B-7BED4775B04F}"/>
                        </a:ext>
                      </a:extLst>
                    </p:cNvPr>
                    <p:cNvGrpSpPr/>
                    <p:nvPr/>
                  </p:nvGrpSpPr>
                  <p:grpSpPr>
                    <a:xfrm rot="14400000">
                      <a:off x="5310186" y="3977611"/>
                      <a:ext cx="303213" cy="303213"/>
                      <a:chOff x="5354637" y="3446463"/>
                      <a:chExt cx="214313" cy="214313"/>
                    </a:xfrm>
                  </p:grpSpPr>
                  <p:sp>
                    <p:nvSpPr>
                      <p:cNvPr id="19826" name="Arc 19825">
                        <a:extLst>
                          <a:ext uri="{FF2B5EF4-FFF2-40B4-BE49-F238E27FC236}">
                            <a16:creationId xmlns:a16="http://schemas.microsoft.com/office/drawing/2014/main" id="{E5232936-1D0E-E7F4-AB7C-75C698F7629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827" name="Arc 19826">
                        <a:extLst>
                          <a:ext uri="{FF2B5EF4-FFF2-40B4-BE49-F238E27FC236}">
                            <a16:creationId xmlns:a16="http://schemas.microsoft.com/office/drawing/2014/main" id="{8FEC8EEB-4330-D7AB-0436-6DF91C0FC0F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822" name="Group 19821">
                      <a:extLst>
                        <a:ext uri="{FF2B5EF4-FFF2-40B4-BE49-F238E27FC236}">
                          <a16:creationId xmlns:a16="http://schemas.microsoft.com/office/drawing/2014/main" id="{C46B561E-4D5B-D5BF-BF62-70FBA0653219}"/>
                        </a:ext>
                      </a:extLst>
                    </p:cNvPr>
                    <p:cNvGrpSpPr/>
                    <p:nvPr/>
                  </p:nvGrpSpPr>
                  <p:grpSpPr>
                    <a:xfrm rot="7200000">
                      <a:off x="5265196" y="3932619"/>
                      <a:ext cx="393192" cy="393192"/>
                      <a:chOff x="5354637" y="3446463"/>
                      <a:chExt cx="214313" cy="214313"/>
                    </a:xfrm>
                  </p:grpSpPr>
                  <p:sp>
                    <p:nvSpPr>
                      <p:cNvPr id="19824" name="Arc 19823">
                        <a:extLst>
                          <a:ext uri="{FF2B5EF4-FFF2-40B4-BE49-F238E27FC236}">
                            <a16:creationId xmlns:a16="http://schemas.microsoft.com/office/drawing/2014/main" id="{E243B378-A973-47F9-A237-1009C32CDF9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825" name="Arc 19824">
                        <a:extLst>
                          <a:ext uri="{FF2B5EF4-FFF2-40B4-BE49-F238E27FC236}">
                            <a16:creationId xmlns:a16="http://schemas.microsoft.com/office/drawing/2014/main" id="{71427AAD-063E-C543-BF59-139D1AA643D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823" name="TextBox 19822">
                      <a:extLst>
                        <a:ext uri="{FF2B5EF4-FFF2-40B4-BE49-F238E27FC236}">
                          <a16:creationId xmlns:a16="http://schemas.microsoft.com/office/drawing/2014/main" id="{63E6D60B-8EBD-4C6B-ECB2-F032418D2AC0}"/>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9797" name="Group 19796">
                    <a:extLst>
                      <a:ext uri="{FF2B5EF4-FFF2-40B4-BE49-F238E27FC236}">
                        <a16:creationId xmlns:a16="http://schemas.microsoft.com/office/drawing/2014/main" id="{875AAB7A-E5BB-4396-7CBE-C8C8155C2B29}"/>
                      </a:ext>
                    </a:extLst>
                  </p:cNvPr>
                  <p:cNvGrpSpPr/>
                  <p:nvPr/>
                </p:nvGrpSpPr>
                <p:grpSpPr>
                  <a:xfrm>
                    <a:off x="6512463" y="3525040"/>
                    <a:ext cx="393192" cy="393192"/>
                    <a:chOff x="6389147" y="3357021"/>
                    <a:chExt cx="393192" cy="393192"/>
                  </a:xfrm>
                </p:grpSpPr>
                <p:grpSp>
                  <p:nvGrpSpPr>
                    <p:cNvPr id="19809" name="Group 19808">
                      <a:extLst>
                        <a:ext uri="{FF2B5EF4-FFF2-40B4-BE49-F238E27FC236}">
                          <a16:creationId xmlns:a16="http://schemas.microsoft.com/office/drawing/2014/main" id="{CCD8E3D0-5B96-18A7-7ADB-BEAA894A4075}"/>
                        </a:ext>
                      </a:extLst>
                    </p:cNvPr>
                    <p:cNvGrpSpPr/>
                    <p:nvPr/>
                  </p:nvGrpSpPr>
                  <p:grpSpPr>
                    <a:xfrm rot="7200000" flipH="1">
                      <a:off x="6389147" y="3357021"/>
                      <a:ext cx="393192" cy="393192"/>
                      <a:chOff x="5354637" y="3446463"/>
                      <a:chExt cx="214313" cy="214313"/>
                    </a:xfrm>
                  </p:grpSpPr>
                  <p:sp>
                    <p:nvSpPr>
                      <p:cNvPr id="19818" name="Arc 19817">
                        <a:extLst>
                          <a:ext uri="{FF2B5EF4-FFF2-40B4-BE49-F238E27FC236}">
                            <a16:creationId xmlns:a16="http://schemas.microsoft.com/office/drawing/2014/main" id="{34CACE89-7DEB-A689-BFC4-209D1E3F31B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819" name="Arc 19818">
                        <a:extLst>
                          <a:ext uri="{FF2B5EF4-FFF2-40B4-BE49-F238E27FC236}">
                            <a16:creationId xmlns:a16="http://schemas.microsoft.com/office/drawing/2014/main" id="{77F76672-EE95-8EC0-B39D-AE41324142F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810" name="Group 19809">
                      <a:extLst>
                        <a:ext uri="{FF2B5EF4-FFF2-40B4-BE49-F238E27FC236}">
                          <a16:creationId xmlns:a16="http://schemas.microsoft.com/office/drawing/2014/main" id="{05249330-0381-7E83-751F-7F06B710DB44}"/>
                        </a:ext>
                      </a:extLst>
                    </p:cNvPr>
                    <p:cNvGrpSpPr/>
                    <p:nvPr/>
                  </p:nvGrpSpPr>
                  <p:grpSpPr>
                    <a:xfrm>
                      <a:off x="6434137" y="3402011"/>
                      <a:ext cx="303213" cy="303213"/>
                      <a:chOff x="6434137" y="3402011"/>
                      <a:chExt cx="303213" cy="303213"/>
                    </a:xfrm>
                  </p:grpSpPr>
                  <p:grpSp>
                    <p:nvGrpSpPr>
                      <p:cNvPr id="19811" name="Group 19810">
                        <a:extLst>
                          <a:ext uri="{FF2B5EF4-FFF2-40B4-BE49-F238E27FC236}">
                            <a16:creationId xmlns:a16="http://schemas.microsoft.com/office/drawing/2014/main" id="{22C7E3E9-48A8-7DD0-F068-35C7A799E988}"/>
                          </a:ext>
                        </a:extLst>
                      </p:cNvPr>
                      <p:cNvGrpSpPr/>
                      <p:nvPr/>
                    </p:nvGrpSpPr>
                    <p:grpSpPr>
                      <a:xfrm flipH="1">
                        <a:off x="6478587" y="3446461"/>
                        <a:ext cx="214313" cy="214313"/>
                        <a:chOff x="5354637" y="3446463"/>
                        <a:chExt cx="214313" cy="214313"/>
                      </a:xfrm>
                    </p:grpSpPr>
                    <p:sp>
                      <p:nvSpPr>
                        <p:cNvPr id="19816" name="Arc 19815">
                          <a:extLst>
                            <a:ext uri="{FF2B5EF4-FFF2-40B4-BE49-F238E27FC236}">
                              <a16:creationId xmlns:a16="http://schemas.microsoft.com/office/drawing/2014/main" id="{C40B7D7C-3424-0E19-EED6-9BA12630CD6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817" name="Arc 19816">
                          <a:extLst>
                            <a:ext uri="{FF2B5EF4-FFF2-40B4-BE49-F238E27FC236}">
                              <a16:creationId xmlns:a16="http://schemas.microsoft.com/office/drawing/2014/main" id="{5974B6C1-4AFD-6B84-8B8C-6210399D83B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812" name="Group 19811">
                        <a:extLst>
                          <a:ext uri="{FF2B5EF4-FFF2-40B4-BE49-F238E27FC236}">
                            <a16:creationId xmlns:a16="http://schemas.microsoft.com/office/drawing/2014/main" id="{3200699D-05EB-9347-3A00-7A278F222FA8}"/>
                          </a:ext>
                        </a:extLst>
                      </p:cNvPr>
                      <p:cNvGrpSpPr/>
                      <p:nvPr/>
                    </p:nvGrpSpPr>
                    <p:grpSpPr>
                      <a:xfrm rot="14400000" flipH="1">
                        <a:off x="6434137" y="3402011"/>
                        <a:ext cx="303213" cy="303213"/>
                        <a:chOff x="5354637" y="3446463"/>
                        <a:chExt cx="214313" cy="214313"/>
                      </a:xfrm>
                    </p:grpSpPr>
                    <p:sp>
                      <p:nvSpPr>
                        <p:cNvPr id="19814" name="Arc 19813">
                          <a:extLst>
                            <a:ext uri="{FF2B5EF4-FFF2-40B4-BE49-F238E27FC236}">
                              <a16:creationId xmlns:a16="http://schemas.microsoft.com/office/drawing/2014/main" id="{3DDA1833-B536-280C-3D3A-DB1C4190B6C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815" name="Arc 19814">
                          <a:extLst>
                            <a:ext uri="{FF2B5EF4-FFF2-40B4-BE49-F238E27FC236}">
                              <a16:creationId xmlns:a16="http://schemas.microsoft.com/office/drawing/2014/main" id="{E3C491D7-83BD-E6C0-19BF-1EC245A0744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813" name="TextBox 19812">
                        <a:extLst>
                          <a:ext uri="{FF2B5EF4-FFF2-40B4-BE49-F238E27FC236}">
                            <a16:creationId xmlns:a16="http://schemas.microsoft.com/office/drawing/2014/main" id="{45B2F906-B217-D5BC-E124-78912B2C7871}"/>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798" name="Group 19797">
                    <a:extLst>
                      <a:ext uri="{FF2B5EF4-FFF2-40B4-BE49-F238E27FC236}">
                        <a16:creationId xmlns:a16="http://schemas.microsoft.com/office/drawing/2014/main" id="{F8FF65F3-8FD6-2B7A-C00E-5D2057532416}"/>
                      </a:ext>
                    </a:extLst>
                  </p:cNvPr>
                  <p:cNvGrpSpPr/>
                  <p:nvPr/>
                </p:nvGrpSpPr>
                <p:grpSpPr>
                  <a:xfrm>
                    <a:off x="6197413" y="3225768"/>
                    <a:ext cx="393192" cy="393192"/>
                    <a:chOff x="6389147" y="3932622"/>
                    <a:chExt cx="393192" cy="393192"/>
                  </a:xfrm>
                </p:grpSpPr>
                <p:grpSp>
                  <p:nvGrpSpPr>
                    <p:cNvPr id="19799" name="Group 19798">
                      <a:extLst>
                        <a:ext uri="{FF2B5EF4-FFF2-40B4-BE49-F238E27FC236}">
                          <a16:creationId xmlns:a16="http://schemas.microsoft.com/office/drawing/2014/main" id="{541DE387-AC70-87B6-8CA2-354C5BC2F2FB}"/>
                        </a:ext>
                      </a:extLst>
                    </p:cNvPr>
                    <p:cNvGrpSpPr/>
                    <p:nvPr/>
                  </p:nvGrpSpPr>
                  <p:grpSpPr>
                    <a:xfrm flipH="1">
                      <a:off x="6478587" y="4022061"/>
                      <a:ext cx="214313" cy="214313"/>
                      <a:chOff x="5354637" y="3446463"/>
                      <a:chExt cx="214313" cy="214313"/>
                    </a:xfrm>
                  </p:grpSpPr>
                  <p:sp>
                    <p:nvSpPr>
                      <p:cNvPr id="19807" name="Arc 19806">
                        <a:extLst>
                          <a:ext uri="{FF2B5EF4-FFF2-40B4-BE49-F238E27FC236}">
                            <a16:creationId xmlns:a16="http://schemas.microsoft.com/office/drawing/2014/main" id="{AAD2F6CC-5E58-F113-B447-3129F6B08A9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808" name="Arc 19807">
                        <a:extLst>
                          <a:ext uri="{FF2B5EF4-FFF2-40B4-BE49-F238E27FC236}">
                            <a16:creationId xmlns:a16="http://schemas.microsoft.com/office/drawing/2014/main" id="{BF35C1C6-66F9-926F-B1E0-F0BCE9DA5A0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800" name="Group 19799">
                      <a:extLst>
                        <a:ext uri="{FF2B5EF4-FFF2-40B4-BE49-F238E27FC236}">
                          <a16:creationId xmlns:a16="http://schemas.microsoft.com/office/drawing/2014/main" id="{5C328D4E-9F64-39FA-438A-F9763A84543D}"/>
                        </a:ext>
                      </a:extLst>
                    </p:cNvPr>
                    <p:cNvGrpSpPr/>
                    <p:nvPr/>
                  </p:nvGrpSpPr>
                  <p:grpSpPr>
                    <a:xfrm rot="7200000" flipH="1">
                      <a:off x="6434137" y="3977611"/>
                      <a:ext cx="303213" cy="303213"/>
                      <a:chOff x="5354637" y="3446463"/>
                      <a:chExt cx="214313" cy="214313"/>
                    </a:xfrm>
                  </p:grpSpPr>
                  <p:sp>
                    <p:nvSpPr>
                      <p:cNvPr id="19805" name="Arc 19804">
                        <a:extLst>
                          <a:ext uri="{FF2B5EF4-FFF2-40B4-BE49-F238E27FC236}">
                            <a16:creationId xmlns:a16="http://schemas.microsoft.com/office/drawing/2014/main" id="{909398CA-94D0-4812-FF98-16938B45E14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806" name="Arc 19805">
                        <a:extLst>
                          <a:ext uri="{FF2B5EF4-FFF2-40B4-BE49-F238E27FC236}">
                            <a16:creationId xmlns:a16="http://schemas.microsoft.com/office/drawing/2014/main" id="{8F9B8F33-66B3-D9F8-6B15-C8A0C88100F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801" name="Group 19800">
                      <a:extLst>
                        <a:ext uri="{FF2B5EF4-FFF2-40B4-BE49-F238E27FC236}">
                          <a16:creationId xmlns:a16="http://schemas.microsoft.com/office/drawing/2014/main" id="{B6E401E3-DF35-6BC3-1FE6-D9298D881939}"/>
                        </a:ext>
                      </a:extLst>
                    </p:cNvPr>
                    <p:cNvGrpSpPr/>
                    <p:nvPr/>
                  </p:nvGrpSpPr>
                  <p:grpSpPr>
                    <a:xfrm rot="14400000" flipH="1">
                      <a:off x="6389147" y="3932622"/>
                      <a:ext cx="393192" cy="393192"/>
                      <a:chOff x="5354637" y="3446463"/>
                      <a:chExt cx="214313" cy="214313"/>
                    </a:xfrm>
                  </p:grpSpPr>
                  <p:sp>
                    <p:nvSpPr>
                      <p:cNvPr id="19803" name="Arc 19802">
                        <a:extLst>
                          <a:ext uri="{FF2B5EF4-FFF2-40B4-BE49-F238E27FC236}">
                            <a16:creationId xmlns:a16="http://schemas.microsoft.com/office/drawing/2014/main" id="{AD9265BF-FBBF-943B-3786-F942AF7AED4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804" name="Arc 19803">
                        <a:extLst>
                          <a:ext uri="{FF2B5EF4-FFF2-40B4-BE49-F238E27FC236}">
                            <a16:creationId xmlns:a16="http://schemas.microsoft.com/office/drawing/2014/main" id="{21546D1E-AEC5-ECF9-7AF1-887D85DD299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802" name="TextBox 19801">
                      <a:extLst>
                        <a:ext uri="{FF2B5EF4-FFF2-40B4-BE49-F238E27FC236}">
                          <a16:creationId xmlns:a16="http://schemas.microsoft.com/office/drawing/2014/main" id="{ADF19579-F54B-07D7-C23C-70A533BC4FCB}"/>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9698" name="Group 19697">
                <a:extLst>
                  <a:ext uri="{FF2B5EF4-FFF2-40B4-BE49-F238E27FC236}">
                    <a16:creationId xmlns:a16="http://schemas.microsoft.com/office/drawing/2014/main" id="{CBEB831C-A74C-2C73-211C-1F1A8710AAEF}"/>
                  </a:ext>
                </a:extLst>
              </p:cNvPr>
              <p:cNvGrpSpPr/>
              <p:nvPr/>
            </p:nvGrpSpPr>
            <p:grpSpPr>
              <a:xfrm>
                <a:off x="6065340" y="2039507"/>
                <a:ext cx="1643204" cy="1593124"/>
                <a:chOff x="5445106" y="2644743"/>
                <a:chExt cx="1643204" cy="1593124"/>
              </a:xfrm>
            </p:grpSpPr>
            <p:grpSp>
              <p:nvGrpSpPr>
                <p:cNvPr id="19699" name="Group 19698">
                  <a:extLst>
                    <a:ext uri="{FF2B5EF4-FFF2-40B4-BE49-F238E27FC236}">
                      <a16:creationId xmlns:a16="http://schemas.microsoft.com/office/drawing/2014/main" id="{ED996C49-2864-5E56-0C6D-F4C64098F783}"/>
                    </a:ext>
                  </a:extLst>
                </p:cNvPr>
                <p:cNvGrpSpPr/>
                <p:nvPr/>
              </p:nvGrpSpPr>
              <p:grpSpPr>
                <a:xfrm>
                  <a:off x="5445106" y="2644743"/>
                  <a:ext cx="1019224" cy="991639"/>
                  <a:chOff x="5886431" y="3225768"/>
                  <a:chExt cx="1019224" cy="991639"/>
                </a:xfrm>
              </p:grpSpPr>
              <p:grpSp>
                <p:nvGrpSpPr>
                  <p:cNvPr id="19747" name="Group 19746">
                    <a:extLst>
                      <a:ext uri="{FF2B5EF4-FFF2-40B4-BE49-F238E27FC236}">
                        <a16:creationId xmlns:a16="http://schemas.microsoft.com/office/drawing/2014/main" id="{921A447C-18FE-7DB2-B798-0EA71AD9BA4E}"/>
                      </a:ext>
                    </a:extLst>
                  </p:cNvPr>
                  <p:cNvGrpSpPr/>
                  <p:nvPr/>
                </p:nvGrpSpPr>
                <p:grpSpPr>
                  <a:xfrm>
                    <a:off x="6197413" y="3824215"/>
                    <a:ext cx="393192" cy="393192"/>
                    <a:chOff x="5265196" y="3357021"/>
                    <a:chExt cx="393192" cy="393192"/>
                  </a:xfrm>
                </p:grpSpPr>
                <p:grpSp>
                  <p:nvGrpSpPr>
                    <p:cNvPr id="19782" name="Group 19781">
                      <a:extLst>
                        <a:ext uri="{FF2B5EF4-FFF2-40B4-BE49-F238E27FC236}">
                          <a16:creationId xmlns:a16="http://schemas.microsoft.com/office/drawing/2014/main" id="{49CE5806-E79E-FCC3-BE4D-3AA2F445F3DB}"/>
                        </a:ext>
                      </a:extLst>
                    </p:cNvPr>
                    <p:cNvGrpSpPr/>
                    <p:nvPr/>
                  </p:nvGrpSpPr>
                  <p:grpSpPr>
                    <a:xfrm rot="14400000">
                      <a:off x="5265196" y="3357021"/>
                      <a:ext cx="393192" cy="393192"/>
                      <a:chOff x="5354637" y="3446463"/>
                      <a:chExt cx="214313" cy="214313"/>
                    </a:xfrm>
                  </p:grpSpPr>
                  <p:sp>
                    <p:nvSpPr>
                      <p:cNvPr id="19791" name="Arc 19790">
                        <a:extLst>
                          <a:ext uri="{FF2B5EF4-FFF2-40B4-BE49-F238E27FC236}">
                            <a16:creationId xmlns:a16="http://schemas.microsoft.com/office/drawing/2014/main" id="{CD4260AC-CC31-7FB7-A869-96ADFB2B93C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792" name="Arc 19791">
                        <a:extLst>
                          <a:ext uri="{FF2B5EF4-FFF2-40B4-BE49-F238E27FC236}">
                            <a16:creationId xmlns:a16="http://schemas.microsoft.com/office/drawing/2014/main" id="{41E3C671-2035-29CB-87A8-2787C2E9BE5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783" name="Group 19782">
                      <a:extLst>
                        <a:ext uri="{FF2B5EF4-FFF2-40B4-BE49-F238E27FC236}">
                          <a16:creationId xmlns:a16="http://schemas.microsoft.com/office/drawing/2014/main" id="{E411EEC0-8A2E-4796-F7E4-8C850CCEABD0}"/>
                        </a:ext>
                      </a:extLst>
                    </p:cNvPr>
                    <p:cNvGrpSpPr/>
                    <p:nvPr/>
                  </p:nvGrpSpPr>
                  <p:grpSpPr>
                    <a:xfrm>
                      <a:off x="5310186" y="3402011"/>
                      <a:ext cx="303213" cy="303213"/>
                      <a:chOff x="5310186" y="3402011"/>
                      <a:chExt cx="303213" cy="303213"/>
                    </a:xfrm>
                  </p:grpSpPr>
                  <p:grpSp>
                    <p:nvGrpSpPr>
                      <p:cNvPr id="19784" name="Group 19783">
                        <a:extLst>
                          <a:ext uri="{FF2B5EF4-FFF2-40B4-BE49-F238E27FC236}">
                            <a16:creationId xmlns:a16="http://schemas.microsoft.com/office/drawing/2014/main" id="{40C4988A-8B9F-4E62-46AA-E2AA52DFF3DF}"/>
                          </a:ext>
                        </a:extLst>
                      </p:cNvPr>
                      <p:cNvGrpSpPr/>
                      <p:nvPr/>
                    </p:nvGrpSpPr>
                    <p:grpSpPr>
                      <a:xfrm>
                        <a:off x="5354636" y="3446461"/>
                        <a:ext cx="214313" cy="214313"/>
                        <a:chOff x="5354637" y="3446463"/>
                        <a:chExt cx="214313" cy="214313"/>
                      </a:xfrm>
                    </p:grpSpPr>
                    <p:sp>
                      <p:nvSpPr>
                        <p:cNvPr id="19789" name="Arc 19788">
                          <a:extLst>
                            <a:ext uri="{FF2B5EF4-FFF2-40B4-BE49-F238E27FC236}">
                              <a16:creationId xmlns:a16="http://schemas.microsoft.com/office/drawing/2014/main" id="{5055DEBD-7422-E243-9BC1-3E54168796D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790" name="Arc 19789">
                          <a:extLst>
                            <a:ext uri="{FF2B5EF4-FFF2-40B4-BE49-F238E27FC236}">
                              <a16:creationId xmlns:a16="http://schemas.microsoft.com/office/drawing/2014/main" id="{9C3D45C2-46D4-87EE-BBE3-33372DCDA7E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785" name="Group 19784">
                        <a:extLst>
                          <a:ext uri="{FF2B5EF4-FFF2-40B4-BE49-F238E27FC236}">
                            <a16:creationId xmlns:a16="http://schemas.microsoft.com/office/drawing/2014/main" id="{1C265F58-997B-EAA7-8F4D-671E2506B153}"/>
                          </a:ext>
                        </a:extLst>
                      </p:cNvPr>
                      <p:cNvGrpSpPr/>
                      <p:nvPr/>
                    </p:nvGrpSpPr>
                    <p:grpSpPr>
                      <a:xfrm rot="7200000">
                        <a:off x="5310186" y="3402011"/>
                        <a:ext cx="303213" cy="303213"/>
                        <a:chOff x="5354637" y="3446463"/>
                        <a:chExt cx="214313" cy="214313"/>
                      </a:xfrm>
                    </p:grpSpPr>
                    <p:sp>
                      <p:nvSpPr>
                        <p:cNvPr id="19787" name="Arc 19786">
                          <a:extLst>
                            <a:ext uri="{FF2B5EF4-FFF2-40B4-BE49-F238E27FC236}">
                              <a16:creationId xmlns:a16="http://schemas.microsoft.com/office/drawing/2014/main" id="{AE3B4ABB-5853-394C-1CB5-51F855364C5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788" name="Arc 19787">
                          <a:extLst>
                            <a:ext uri="{FF2B5EF4-FFF2-40B4-BE49-F238E27FC236}">
                              <a16:creationId xmlns:a16="http://schemas.microsoft.com/office/drawing/2014/main" id="{F960D1B9-1325-94AE-CCC6-BB1766AD698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786" name="TextBox 19785">
                        <a:extLst>
                          <a:ext uri="{FF2B5EF4-FFF2-40B4-BE49-F238E27FC236}">
                            <a16:creationId xmlns:a16="http://schemas.microsoft.com/office/drawing/2014/main" id="{6731A09F-0517-EB28-00EA-D559198A88D9}"/>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748" name="Group 19747">
                    <a:extLst>
                      <a:ext uri="{FF2B5EF4-FFF2-40B4-BE49-F238E27FC236}">
                        <a16:creationId xmlns:a16="http://schemas.microsoft.com/office/drawing/2014/main" id="{0050155B-DFC2-E38A-E8F3-619167064DD6}"/>
                      </a:ext>
                    </a:extLst>
                  </p:cNvPr>
                  <p:cNvGrpSpPr/>
                  <p:nvPr/>
                </p:nvGrpSpPr>
                <p:grpSpPr>
                  <a:xfrm>
                    <a:off x="5886431" y="3525040"/>
                    <a:ext cx="393192" cy="393192"/>
                    <a:chOff x="5265196" y="3932619"/>
                    <a:chExt cx="393192" cy="393192"/>
                  </a:xfrm>
                </p:grpSpPr>
                <p:grpSp>
                  <p:nvGrpSpPr>
                    <p:cNvPr id="19772" name="Group 19771">
                      <a:extLst>
                        <a:ext uri="{FF2B5EF4-FFF2-40B4-BE49-F238E27FC236}">
                          <a16:creationId xmlns:a16="http://schemas.microsoft.com/office/drawing/2014/main" id="{95B92B47-3A95-DABD-8E3E-ECC7BD408D04}"/>
                        </a:ext>
                      </a:extLst>
                    </p:cNvPr>
                    <p:cNvGrpSpPr/>
                    <p:nvPr/>
                  </p:nvGrpSpPr>
                  <p:grpSpPr>
                    <a:xfrm>
                      <a:off x="5354636" y="4022061"/>
                      <a:ext cx="214313" cy="214313"/>
                      <a:chOff x="5354637" y="3446463"/>
                      <a:chExt cx="214313" cy="214313"/>
                    </a:xfrm>
                  </p:grpSpPr>
                  <p:sp>
                    <p:nvSpPr>
                      <p:cNvPr id="19780" name="Arc 19779">
                        <a:extLst>
                          <a:ext uri="{FF2B5EF4-FFF2-40B4-BE49-F238E27FC236}">
                            <a16:creationId xmlns:a16="http://schemas.microsoft.com/office/drawing/2014/main" id="{32DE933E-4865-8A01-1A1E-64F55BE7F28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781" name="Arc 19780">
                        <a:extLst>
                          <a:ext uri="{FF2B5EF4-FFF2-40B4-BE49-F238E27FC236}">
                            <a16:creationId xmlns:a16="http://schemas.microsoft.com/office/drawing/2014/main" id="{1230AC1C-B1C5-641D-DD1F-A04B420255C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773" name="Group 19772">
                      <a:extLst>
                        <a:ext uri="{FF2B5EF4-FFF2-40B4-BE49-F238E27FC236}">
                          <a16:creationId xmlns:a16="http://schemas.microsoft.com/office/drawing/2014/main" id="{E4DBE21E-56A6-DBFA-83EF-BB6FFCE483FB}"/>
                        </a:ext>
                      </a:extLst>
                    </p:cNvPr>
                    <p:cNvGrpSpPr/>
                    <p:nvPr/>
                  </p:nvGrpSpPr>
                  <p:grpSpPr>
                    <a:xfrm rot="14400000">
                      <a:off x="5310186" y="3977611"/>
                      <a:ext cx="303213" cy="303213"/>
                      <a:chOff x="5354637" y="3446463"/>
                      <a:chExt cx="214313" cy="214313"/>
                    </a:xfrm>
                  </p:grpSpPr>
                  <p:sp>
                    <p:nvSpPr>
                      <p:cNvPr id="19778" name="Arc 19777">
                        <a:extLst>
                          <a:ext uri="{FF2B5EF4-FFF2-40B4-BE49-F238E27FC236}">
                            <a16:creationId xmlns:a16="http://schemas.microsoft.com/office/drawing/2014/main" id="{1A034FD8-609D-CBDD-4331-0D110F5892A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779" name="Arc 19778">
                        <a:extLst>
                          <a:ext uri="{FF2B5EF4-FFF2-40B4-BE49-F238E27FC236}">
                            <a16:creationId xmlns:a16="http://schemas.microsoft.com/office/drawing/2014/main" id="{D590F5F2-0516-2DF7-F695-B0CECD03BCC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774" name="Group 19773">
                      <a:extLst>
                        <a:ext uri="{FF2B5EF4-FFF2-40B4-BE49-F238E27FC236}">
                          <a16:creationId xmlns:a16="http://schemas.microsoft.com/office/drawing/2014/main" id="{D5D532E6-A067-FF25-A323-F9ED4865A6DD}"/>
                        </a:ext>
                      </a:extLst>
                    </p:cNvPr>
                    <p:cNvGrpSpPr/>
                    <p:nvPr/>
                  </p:nvGrpSpPr>
                  <p:grpSpPr>
                    <a:xfrm rot="7200000">
                      <a:off x="5265196" y="3932619"/>
                      <a:ext cx="393192" cy="393192"/>
                      <a:chOff x="5354637" y="3446463"/>
                      <a:chExt cx="214313" cy="214313"/>
                    </a:xfrm>
                  </p:grpSpPr>
                  <p:sp>
                    <p:nvSpPr>
                      <p:cNvPr id="19776" name="Arc 19775">
                        <a:extLst>
                          <a:ext uri="{FF2B5EF4-FFF2-40B4-BE49-F238E27FC236}">
                            <a16:creationId xmlns:a16="http://schemas.microsoft.com/office/drawing/2014/main" id="{DF9BB88D-5C39-8B2C-CF46-7AC21178F7C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777" name="Arc 19776">
                        <a:extLst>
                          <a:ext uri="{FF2B5EF4-FFF2-40B4-BE49-F238E27FC236}">
                            <a16:creationId xmlns:a16="http://schemas.microsoft.com/office/drawing/2014/main" id="{D9FCF65B-C826-5EC6-EF56-94E156F4D50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775" name="TextBox 19774">
                      <a:extLst>
                        <a:ext uri="{FF2B5EF4-FFF2-40B4-BE49-F238E27FC236}">
                          <a16:creationId xmlns:a16="http://schemas.microsoft.com/office/drawing/2014/main" id="{09BC4F2F-C03C-47E7-BF94-DF4B6F53B5BA}"/>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9749" name="Group 19748">
                    <a:extLst>
                      <a:ext uri="{FF2B5EF4-FFF2-40B4-BE49-F238E27FC236}">
                        <a16:creationId xmlns:a16="http://schemas.microsoft.com/office/drawing/2014/main" id="{AC5633D2-2937-E06A-3A53-3545A2C40729}"/>
                      </a:ext>
                    </a:extLst>
                  </p:cNvPr>
                  <p:cNvGrpSpPr/>
                  <p:nvPr/>
                </p:nvGrpSpPr>
                <p:grpSpPr>
                  <a:xfrm>
                    <a:off x="6512463" y="3525040"/>
                    <a:ext cx="393192" cy="393192"/>
                    <a:chOff x="6389147" y="3357021"/>
                    <a:chExt cx="393192" cy="393192"/>
                  </a:xfrm>
                </p:grpSpPr>
                <p:grpSp>
                  <p:nvGrpSpPr>
                    <p:cNvPr id="19761" name="Group 19760">
                      <a:extLst>
                        <a:ext uri="{FF2B5EF4-FFF2-40B4-BE49-F238E27FC236}">
                          <a16:creationId xmlns:a16="http://schemas.microsoft.com/office/drawing/2014/main" id="{B0E67A7B-D435-8777-0E02-FF82546AC76F}"/>
                        </a:ext>
                      </a:extLst>
                    </p:cNvPr>
                    <p:cNvGrpSpPr/>
                    <p:nvPr/>
                  </p:nvGrpSpPr>
                  <p:grpSpPr>
                    <a:xfrm rot="7200000" flipH="1">
                      <a:off x="6389147" y="3357021"/>
                      <a:ext cx="393192" cy="393192"/>
                      <a:chOff x="5354637" y="3446463"/>
                      <a:chExt cx="214313" cy="214313"/>
                    </a:xfrm>
                  </p:grpSpPr>
                  <p:sp>
                    <p:nvSpPr>
                      <p:cNvPr id="19770" name="Arc 19769">
                        <a:extLst>
                          <a:ext uri="{FF2B5EF4-FFF2-40B4-BE49-F238E27FC236}">
                            <a16:creationId xmlns:a16="http://schemas.microsoft.com/office/drawing/2014/main" id="{0BB6351E-DDD7-56A7-CDFB-C13D8483A67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771" name="Arc 19770">
                        <a:extLst>
                          <a:ext uri="{FF2B5EF4-FFF2-40B4-BE49-F238E27FC236}">
                            <a16:creationId xmlns:a16="http://schemas.microsoft.com/office/drawing/2014/main" id="{CFA52ED1-F26F-CE6E-1AF8-7941A83BAC6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762" name="Group 19761">
                      <a:extLst>
                        <a:ext uri="{FF2B5EF4-FFF2-40B4-BE49-F238E27FC236}">
                          <a16:creationId xmlns:a16="http://schemas.microsoft.com/office/drawing/2014/main" id="{EBA284C4-A96F-678B-5BAF-B0B49B5DC111}"/>
                        </a:ext>
                      </a:extLst>
                    </p:cNvPr>
                    <p:cNvGrpSpPr/>
                    <p:nvPr/>
                  </p:nvGrpSpPr>
                  <p:grpSpPr>
                    <a:xfrm>
                      <a:off x="6434137" y="3402011"/>
                      <a:ext cx="303213" cy="303213"/>
                      <a:chOff x="6434137" y="3402011"/>
                      <a:chExt cx="303213" cy="303213"/>
                    </a:xfrm>
                  </p:grpSpPr>
                  <p:grpSp>
                    <p:nvGrpSpPr>
                      <p:cNvPr id="19763" name="Group 19762">
                        <a:extLst>
                          <a:ext uri="{FF2B5EF4-FFF2-40B4-BE49-F238E27FC236}">
                            <a16:creationId xmlns:a16="http://schemas.microsoft.com/office/drawing/2014/main" id="{159DB4D1-D699-F62B-2638-917F4F00D381}"/>
                          </a:ext>
                        </a:extLst>
                      </p:cNvPr>
                      <p:cNvGrpSpPr/>
                      <p:nvPr/>
                    </p:nvGrpSpPr>
                    <p:grpSpPr>
                      <a:xfrm flipH="1">
                        <a:off x="6478587" y="3446461"/>
                        <a:ext cx="214313" cy="214313"/>
                        <a:chOff x="5354637" y="3446463"/>
                        <a:chExt cx="214313" cy="214313"/>
                      </a:xfrm>
                    </p:grpSpPr>
                    <p:sp>
                      <p:nvSpPr>
                        <p:cNvPr id="19768" name="Arc 19767">
                          <a:extLst>
                            <a:ext uri="{FF2B5EF4-FFF2-40B4-BE49-F238E27FC236}">
                              <a16:creationId xmlns:a16="http://schemas.microsoft.com/office/drawing/2014/main" id="{6A6A327F-15C2-D158-C054-FFCF6C23CF3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769" name="Arc 19768">
                          <a:extLst>
                            <a:ext uri="{FF2B5EF4-FFF2-40B4-BE49-F238E27FC236}">
                              <a16:creationId xmlns:a16="http://schemas.microsoft.com/office/drawing/2014/main" id="{1D80C599-7AB9-61D5-1475-90B96E363AC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764" name="Group 19763">
                        <a:extLst>
                          <a:ext uri="{FF2B5EF4-FFF2-40B4-BE49-F238E27FC236}">
                            <a16:creationId xmlns:a16="http://schemas.microsoft.com/office/drawing/2014/main" id="{8DFD30B4-09DC-F0FE-8A7A-43DABE671F5C}"/>
                          </a:ext>
                        </a:extLst>
                      </p:cNvPr>
                      <p:cNvGrpSpPr/>
                      <p:nvPr/>
                    </p:nvGrpSpPr>
                    <p:grpSpPr>
                      <a:xfrm rot="14400000" flipH="1">
                        <a:off x="6434137" y="3402011"/>
                        <a:ext cx="303213" cy="303213"/>
                        <a:chOff x="5354637" y="3446463"/>
                        <a:chExt cx="214313" cy="214313"/>
                      </a:xfrm>
                    </p:grpSpPr>
                    <p:sp>
                      <p:nvSpPr>
                        <p:cNvPr id="19766" name="Arc 19765">
                          <a:extLst>
                            <a:ext uri="{FF2B5EF4-FFF2-40B4-BE49-F238E27FC236}">
                              <a16:creationId xmlns:a16="http://schemas.microsoft.com/office/drawing/2014/main" id="{CBF655B4-8006-DA29-4B73-799B121BCE4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767" name="Arc 19766">
                          <a:extLst>
                            <a:ext uri="{FF2B5EF4-FFF2-40B4-BE49-F238E27FC236}">
                              <a16:creationId xmlns:a16="http://schemas.microsoft.com/office/drawing/2014/main" id="{C6FB1FF7-227B-54C4-F023-C007CCDDFE7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765" name="TextBox 19764">
                        <a:extLst>
                          <a:ext uri="{FF2B5EF4-FFF2-40B4-BE49-F238E27FC236}">
                            <a16:creationId xmlns:a16="http://schemas.microsoft.com/office/drawing/2014/main" id="{3AFBA829-B589-2C59-2BE2-53D954F270B8}"/>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750" name="Group 19749">
                    <a:extLst>
                      <a:ext uri="{FF2B5EF4-FFF2-40B4-BE49-F238E27FC236}">
                        <a16:creationId xmlns:a16="http://schemas.microsoft.com/office/drawing/2014/main" id="{DD1DDCDD-5599-D3DF-49CA-C3ED1FD0BB33}"/>
                      </a:ext>
                    </a:extLst>
                  </p:cNvPr>
                  <p:cNvGrpSpPr/>
                  <p:nvPr/>
                </p:nvGrpSpPr>
                <p:grpSpPr>
                  <a:xfrm>
                    <a:off x="6197413" y="3225768"/>
                    <a:ext cx="393192" cy="393192"/>
                    <a:chOff x="6389147" y="3932622"/>
                    <a:chExt cx="393192" cy="393192"/>
                  </a:xfrm>
                </p:grpSpPr>
                <p:grpSp>
                  <p:nvGrpSpPr>
                    <p:cNvPr id="19751" name="Group 19750">
                      <a:extLst>
                        <a:ext uri="{FF2B5EF4-FFF2-40B4-BE49-F238E27FC236}">
                          <a16:creationId xmlns:a16="http://schemas.microsoft.com/office/drawing/2014/main" id="{D360CF7E-C81F-20DD-53BB-59DC04D05C15}"/>
                        </a:ext>
                      </a:extLst>
                    </p:cNvPr>
                    <p:cNvGrpSpPr/>
                    <p:nvPr/>
                  </p:nvGrpSpPr>
                  <p:grpSpPr>
                    <a:xfrm flipH="1">
                      <a:off x="6478587" y="4022061"/>
                      <a:ext cx="214313" cy="214313"/>
                      <a:chOff x="5354637" y="3446463"/>
                      <a:chExt cx="214313" cy="214313"/>
                    </a:xfrm>
                  </p:grpSpPr>
                  <p:sp>
                    <p:nvSpPr>
                      <p:cNvPr id="19759" name="Arc 19758">
                        <a:extLst>
                          <a:ext uri="{FF2B5EF4-FFF2-40B4-BE49-F238E27FC236}">
                            <a16:creationId xmlns:a16="http://schemas.microsoft.com/office/drawing/2014/main" id="{9986B965-FAB2-B307-ECE0-284D97CF372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760" name="Arc 19759">
                        <a:extLst>
                          <a:ext uri="{FF2B5EF4-FFF2-40B4-BE49-F238E27FC236}">
                            <a16:creationId xmlns:a16="http://schemas.microsoft.com/office/drawing/2014/main" id="{0CB85752-6D97-890F-16AD-4C15D7F8BBC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752" name="Group 19751">
                      <a:extLst>
                        <a:ext uri="{FF2B5EF4-FFF2-40B4-BE49-F238E27FC236}">
                          <a16:creationId xmlns:a16="http://schemas.microsoft.com/office/drawing/2014/main" id="{B926519A-6883-333D-7F7C-272D944E4C7F}"/>
                        </a:ext>
                      </a:extLst>
                    </p:cNvPr>
                    <p:cNvGrpSpPr/>
                    <p:nvPr/>
                  </p:nvGrpSpPr>
                  <p:grpSpPr>
                    <a:xfrm rot="7200000" flipH="1">
                      <a:off x="6434137" y="3977611"/>
                      <a:ext cx="303213" cy="303213"/>
                      <a:chOff x="5354637" y="3446463"/>
                      <a:chExt cx="214313" cy="214313"/>
                    </a:xfrm>
                  </p:grpSpPr>
                  <p:sp>
                    <p:nvSpPr>
                      <p:cNvPr id="19757" name="Arc 19756">
                        <a:extLst>
                          <a:ext uri="{FF2B5EF4-FFF2-40B4-BE49-F238E27FC236}">
                            <a16:creationId xmlns:a16="http://schemas.microsoft.com/office/drawing/2014/main" id="{2E25C07E-C2D2-FEE2-D1C2-1EEDD1D602A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758" name="Arc 19757">
                        <a:extLst>
                          <a:ext uri="{FF2B5EF4-FFF2-40B4-BE49-F238E27FC236}">
                            <a16:creationId xmlns:a16="http://schemas.microsoft.com/office/drawing/2014/main" id="{E2E159A1-3A43-12B6-79F0-AAAE1328D3D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753" name="Group 19752">
                      <a:extLst>
                        <a:ext uri="{FF2B5EF4-FFF2-40B4-BE49-F238E27FC236}">
                          <a16:creationId xmlns:a16="http://schemas.microsoft.com/office/drawing/2014/main" id="{C84D7151-9663-DA5E-3EA8-E297845D25B8}"/>
                        </a:ext>
                      </a:extLst>
                    </p:cNvPr>
                    <p:cNvGrpSpPr/>
                    <p:nvPr/>
                  </p:nvGrpSpPr>
                  <p:grpSpPr>
                    <a:xfrm rot="14400000" flipH="1">
                      <a:off x="6389147" y="3932622"/>
                      <a:ext cx="393192" cy="393192"/>
                      <a:chOff x="5354637" y="3446463"/>
                      <a:chExt cx="214313" cy="214313"/>
                    </a:xfrm>
                  </p:grpSpPr>
                  <p:sp>
                    <p:nvSpPr>
                      <p:cNvPr id="19755" name="Arc 19754">
                        <a:extLst>
                          <a:ext uri="{FF2B5EF4-FFF2-40B4-BE49-F238E27FC236}">
                            <a16:creationId xmlns:a16="http://schemas.microsoft.com/office/drawing/2014/main" id="{28CCA8E3-2A5E-B96F-81E5-140A4B9660D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756" name="Arc 19755">
                        <a:extLst>
                          <a:ext uri="{FF2B5EF4-FFF2-40B4-BE49-F238E27FC236}">
                            <a16:creationId xmlns:a16="http://schemas.microsoft.com/office/drawing/2014/main" id="{6C38FD01-FEF8-075A-3E3A-5D70546B0E8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754" name="TextBox 19753">
                      <a:extLst>
                        <a:ext uri="{FF2B5EF4-FFF2-40B4-BE49-F238E27FC236}">
                          <a16:creationId xmlns:a16="http://schemas.microsoft.com/office/drawing/2014/main" id="{E34F2A77-4B20-9521-D522-DD6ABE5EA896}"/>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700" name="Group 19699">
                  <a:extLst>
                    <a:ext uri="{FF2B5EF4-FFF2-40B4-BE49-F238E27FC236}">
                      <a16:creationId xmlns:a16="http://schemas.microsoft.com/office/drawing/2014/main" id="{64FA44AB-2E62-7B2D-1491-14432AE6546E}"/>
                    </a:ext>
                  </a:extLst>
                </p:cNvPr>
                <p:cNvGrpSpPr/>
                <p:nvPr/>
              </p:nvGrpSpPr>
              <p:grpSpPr>
                <a:xfrm>
                  <a:off x="6069086" y="3246228"/>
                  <a:ext cx="1019224" cy="991639"/>
                  <a:chOff x="5886431" y="3225768"/>
                  <a:chExt cx="1019224" cy="991639"/>
                </a:xfrm>
              </p:grpSpPr>
              <p:grpSp>
                <p:nvGrpSpPr>
                  <p:cNvPr id="19701" name="Group 19700">
                    <a:extLst>
                      <a:ext uri="{FF2B5EF4-FFF2-40B4-BE49-F238E27FC236}">
                        <a16:creationId xmlns:a16="http://schemas.microsoft.com/office/drawing/2014/main" id="{ECC749BD-BE41-A5F2-1AA4-D1F8A31AF9AD}"/>
                      </a:ext>
                    </a:extLst>
                  </p:cNvPr>
                  <p:cNvGrpSpPr/>
                  <p:nvPr/>
                </p:nvGrpSpPr>
                <p:grpSpPr>
                  <a:xfrm>
                    <a:off x="6197413" y="3824215"/>
                    <a:ext cx="393192" cy="393192"/>
                    <a:chOff x="5265196" y="3357021"/>
                    <a:chExt cx="393192" cy="393192"/>
                  </a:xfrm>
                </p:grpSpPr>
                <p:grpSp>
                  <p:nvGrpSpPr>
                    <p:cNvPr id="19736" name="Group 19735">
                      <a:extLst>
                        <a:ext uri="{FF2B5EF4-FFF2-40B4-BE49-F238E27FC236}">
                          <a16:creationId xmlns:a16="http://schemas.microsoft.com/office/drawing/2014/main" id="{BCD2A487-B5C3-0273-76C3-A85237E466A1}"/>
                        </a:ext>
                      </a:extLst>
                    </p:cNvPr>
                    <p:cNvGrpSpPr/>
                    <p:nvPr/>
                  </p:nvGrpSpPr>
                  <p:grpSpPr>
                    <a:xfrm rot="14400000">
                      <a:off x="5265196" y="3357021"/>
                      <a:ext cx="393192" cy="393192"/>
                      <a:chOff x="5354637" y="3446463"/>
                      <a:chExt cx="214313" cy="214313"/>
                    </a:xfrm>
                  </p:grpSpPr>
                  <p:sp>
                    <p:nvSpPr>
                      <p:cNvPr id="19745" name="Arc 19744">
                        <a:extLst>
                          <a:ext uri="{FF2B5EF4-FFF2-40B4-BE49-F238E27FC236}">
                            <a16:creationId xmlns:a16="http://schemas.microsoft.com/office/drawing/2014/main" id="{5FE52F21-265D-D8F6-2B42-0BA0D15EC27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746" name="Arc 19745">
                        <a:extLst>
                          <a:ext uri="{FF2B5EF4-FFF2-40B4-BE49-F238E27FC236}">
                            <a16:creationId xmlns:a16="http://schemas.microsoft.com/office/drawing/2014/main" id="{D7F38024-3DA1-58F4-A6B8-78041E3F9B8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737" name="Group 19736">
                      <a:extLst>
                        <a:ext uri="{FF2B5EF4-FFF2-40B4-BE49-F238E27FC236}">
                          <a16:creationId xmlns:a16="http://schemas.microsoft.com/office/drawing/2014/main" id="{835AA5FA-BE5E-2874-6C9B-B3280864D3F0}"/>
                        </a:ext>
                      </a:extLst>
                    </p:cNvPr>
                    <p:cNvGrpSpPr/>
                    <p:nvPr/>
                  </p:nvGrpSpPr>
                  <p:grpSpPr>
                    <a:xfrm>
                      <a:off x="5310186" y="3402011"/>
                      <a:ext cx="303213" cy="303213"/>
                      <a:chOff x="5310186" y="3402011"/>
                      <a:chExt cx="303213" cy="303213"/>
                    </a:xfrm>
                  </p:grpSpPr>
                  <p:grpSp>
                    <p:nvGrpSpPr>
                      <p:cNvPr id="19738" name="Group 19737">
                        <a:extLst>
                          <a:ext uri="{FF2B5EF4-FFF2-40B4-BE49-F238E27FC236}">
                            <a16:creationId xmlns:a16="http://schemas.microsoft.com/office/drawing/2014/main" id="{37111D91-AA0D-4A49-95F0-9972483ABD02}"/>
                          </a:ext>
                        </a:extLst>
                      </p:cNvPr>
                      <p:cNvGrpSpPr/>
                      <p:nvPr/>
                    </p:nvGrpSpPr>
                    <p:grpSpPr>
                      <a:xfrm>
                        <a:off x="5354636" y="3446461"/>
                        <a:ext cx="214313" cy="214313"/>
                        <a:chOff x="5354637" y="3446463"/>
                        <a:chExt cx="214313" cy="214313"/>
                      </a:xfrm>
                    </p:grpSpPr>
                    <p:sp>
                      <p:nvSpPr>
                        <p:cNvPr id="19743" name="Arc 19742">
                          <a:extLst>
                            <a:ext uri="{FF2B5EF4-FFF2-40B4-BE49-F238E27FC236}">
                              <a16:creationId xmlns:a16="http://schemas.microsoft.com/office/drawing/2014/main" id="{51F01940-F755-6496-EDE2-BF70BF24939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744" name="Arc 19743">
                          <a:extLst>
                            <a:ext uri="{FF2B5EF4-FFF2-40B4-BE49-F238E27FC236}">
                              <a16:creationId xmlns:a16="http://schemas.microsoft.com/office/drawing/2014/main" id="{6EE8CB4D-5578-A80B-E797-26B0627DB12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739" name="Group 19738">
                        <a:extLst>
                          <a:ext uri="{FF2B5EF4-FFF2-40B4-BE49-F238E27FC236}">
                            <a16:creationId xmlns:a16="http://schemas.microsoft.com/office/drawing/2014/main" id="{313C8141-8C37-EB99-0E81-33CC2C403BD4}"/>
                          </a:ext>
                        </a:extLst>
                      </p:cNvPr>
                      <p:cNvGrpSpPr/>
                      <p:nvPr/>
                    </p:nvGrpSpPr>
                    <p:grpSpPr>
                      <a:xfrm rot="7200000">
                        <a:off x="5310186" y="3402011"/>
                        <a:ext cx="303213" cy="303213"/>
                        <a:chOff x="5354637" y="3446463"/>
                        <a:chExt cx="214313" cy="214313"/>
                      </a:xfrm>
                    </p:grpSpPr>
                    <p:sp>
                      <p:nvSpPr>
                        <p:cNvPr id="19741" name="Arc 19740">
                          <a:extLst>
                            <a:ext uri="{FF2B5EF4-FFF2-40B4-BE49-F238E27FC236}">
                              <a16:creationId xmlns:a16="http://schemas.microsoft.com/office/drawing/2014/main" id="{94A4965A-97B5-E911-7C14-F6B974E2209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742" name="Arc 19741">
                          <a:extLst>
                            <a:ext uri="{FF2B5EF4-FFF2-40B4-BE49-F238E27FC236}">
                              <a16:creationId xmlns:a16="http://schemas.microsoft.com/office/drawing/2014/main" id="{153AD90E-7EFE-0A11-FEEE-71394042285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740" name="TextBox 19739">
                        <a:extLst>
                          <a:ext uri="{FF2B5EF4-FFF2-40B4-BE49-F238E27FC236}">
                            <a16:creationId xmlns:a16="http://schemas.microsoft.com/office/drawing/2014/main" id="{EC0DA857-B9A6-79E2-B140-4DEAC5260489}"/>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702" name="Group 19701">
                    <a:extLst>
                      <a:ext uri="{FF2B5EF4-FFF2-40B4-BE49-F238E27FC236}">
                        <a16:creationId xmlns:a16="http://schemas.microsoft.com/office/drawing/2014/main" id="{01AEB922-40D5-D7F4-9F03-C69DF973EDF3}"/>
                      </a:ext>
                    </a:extLst>
                  </p:cNvPr>
                  <p:cNvGrpSpPr/>
                  <p:nvPr/>
                </p:nvGrpSpPr>
                <p:grpSpPr>
                  <a:xfrm>
                    <a:off x="5886431" y="3525040"/>
                    <a:ext cx="393192" cy="393192"/>
                    <a:chOff x="5265196" y="3932619"/>
                    <a:chExt cx="393192" cy="393192"/>
                  </a:xfrm>
                </p:grpSpPr>
                <p:grpSp>
                  <p:nvGrpSpPr>
                    <p:cNvPr id="19726" name="Group 19725">
                      <a:extLst>
                        <a:ext uri="{FF2B5EF4-FFF2-40B4-BE49-F238E27FC236}">
                          <a16:creationId xmlns:a16="http://schemas.microsoft.com/office/drawing/2014/main" id="{4D184F22-9ACA-BBD5-44EF-297DD82EAC06}"/>
                        </a:ext>
                      </a:extLst>
                    </p:cNvPr>
                    <p:cNvGrpSpPr/>
                    <p:nvPr/>
                  </p:nvGrpSpPr>
                  <p:grpSpPr>
                    <a:xfrm>
                      <a:off x="5354636" y="4022061"/>
                      <a:ext cx="214313" cy="214313"/>
                      <a:chOff x="5354637" y="3446463"/>
                      <a:chExt cx="214313" cy="214313"/>
                    </a:xfrm>
                  </p:grpSpPr>
                  <p:sp>
                    <p:nvSpPr>
                      <p:cNvPr id="19734" name="Arc 19733">
                        <a:extLst>
                          <a:ext uri="{FF2B5EF4-FFF2-40B4-BE49-F238E27FC236}">
                            <a16:creationId xmlns:a16="http://schemas.microsoft.com/office/drawing/2014/main" id="{EB142755-8FA1-1F73-FB6B-0A918DE53C3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735" name="Arc 19734">
                        <a:extLst>
                          <a:ext uri="{FF2B5EF4-FFF2-40B4-BE49-F238E27FC236}">
                            <a16:creationId xmlns:a16="http://schemas.microsoft.com/office/drawing/2014/main" id="{DE7D57BF-DDFD-300A-6B0D-65635776F4A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727" name="Group 19726">
                      <a:extLst>
                        <a:ext uri="{FF2B5EF4-FFF2-40B4-BE49-F238E27FC236}">
                          <a16:creationId xmlns:a16="http://schemas.microsoft.com/office/drawing/2014/main" id="{864D7C91-F3D6-0CEC-974C-65D4F37DFF7A}"/>
                        </a:ext>
                      </a:extLst>
                    </p:cNvPr>
                    <p:cNvGrpSpPr/>
                    <p:nvPr/>
                  </p:nvGrpSpPr>
                  <p:grpSpPr>
                    <a:xfrm rot="14400000">
                      <a:off x="5310186" y="3977611"/>
                      <a:ext cx="303213" cy="303213"/>
                      <a:chOff x="5354637" y="3446463"/>
                      <a:chExt cx="214313" cy="214313"/>
                    </a:xfrm>
                  </p:grpSpPr>
                  <p:sp>
                    <p:nvSpPr>
                      <p:cNvPr id="19732" name="Arc 19731">
                        <a:extLst>
                          <a:ext uri="{FF2B5EF4-FFF2-40B4-BE49-F238E27FC236}">
                            <a16:creationId xmlns:a16="http://schemas.microsoft.com/office/drawing/2014/main" id="{BA65979A-C6F1-9EB7-1620-328560E8F06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733" name="Arc 19732">
                        <a:extLst>
                          <a:ext uri="{FF2B5EF4-FFF2-40B4-BE49-F238E27FC236}">
                            <a16:creationId xmlns:a16="http://schemas.microsoft.com/office/drawing/2014/main" id="{BA4BE68F-78FD-5011-6479-8C47C91E455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728" name="Group 19727">
                      <a:extLst>
                        <a:ext uri="{FF2B5EF4-FFF2-40B4-BE49-F238E27FC236}">
                          <a16:creationId xmlns:a16="http://schemas.microsoft.com/office/drawing/2014/main" id="{B7612D53-D0F9-8C1A-60AA-4FFB1AEACCA8}"/>
                        </a:ext>
                      </a:extLst>
                    </p:cNvPr>
                    <p:cNvGrpSpPr/>
                    <p:nvPr/>
                  </p:nvGrpSpPr>
                  <p:grpSpPr>
                    <a:xfrm rot="7200000">
                      <a:off x="5265196" y="3932619"/>
                      <a:ext cx="393192" cy="393192"/>
                      <a:chOff x="5354637" y="3446463"/>
                      <a:chExt cx="214313" cy="214313"/>
                    </a:xfrm>
                  </p:grpSpPr>
                  <p:sp>
                    <p:nvSpPr>
                      <p:cNvPr id="19730" name="Arc 19729">
                        <a:extLst>
                          <a:ext uri="{FF2B5EF4-FFF2-40B4-BE49-F238E27FC236}">
                            <a16:creationId xmlns:a16="http://schemas.microsoft.com/office/drawing/2014/main" id="{8E22245B-89D8-15F4-EEC7-5327EA243D6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731" name="Arc 19730">
                        <a:extLst>
                          <a:ext uri="{FF2B5EF4-FFF2-40B4-BE49-F238E27FC236}">
                            <a16:creationId xmlns:a16="http://schemas.microsoft.com/office/drawing/2014/main" id="{DF84CEA6-CA5D-A66D-078B-5BF694961D8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729" name="TextBox 19728">
                      <a:extLst>
                        <a:ext uri="{FF2B5EF4-FFF2-40B4-BE49-F238E27FC236}">
                          <a16:creationId xmlns:a16="http://schemas.microsoft.com/office/drawing/2014/main" id="{5282A05D-744B-B234-62D8-9DDB336C78B1}"/>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9703" name="Group 19702">
                    <a:extLst>
                      <a:ext uri="{FF2B5EF4-FFF2-40B4-BE49-F238E27FC236}">
                        <a16:creationId xmlns:a16="http://schemas.microsoft.com/office/drawing/2014/main" id="{0F515B1D-636F-954E-3605-1EC8C17F27CB}"/>
                      </a:ext>
                    </a:extLst>
                  </p:cNvPr>
                  <p:cNvGrpSpPr/>
                  <p:nvPr/>
                </p:nvGrpSpPr>
                <p:grpSpPr>
                  <a:xfrm>
                    <a:off x="6512463" y="3525040"/>
                    <a:ext cx="393192" cy="393192"/>
                    <a:chOff x="6389147" y="3357021"/>
                    <a:chExt cx="393192" cy="393192"/>
                  </a:xfrm>
                </p:grpSpPr>
                <p:grpSp>
                  <p:nvGrpSpPr>
                    <p:cNvPr id="19715" name="Group 19714">
                      <a:extLst>
                        <a:ext uri="{FF2B5EF4-FFF2-40B4-BE49-F238E27FC236}">
                          <a16:creationId xmlns:a16="http://schemas.microsoft.com/office/drawing/2014/main" id="{92274E8B-B6BE-D2F0-28FA-A411B46B557E}"/>
                        </a:ext>
                      </a:extLst>
                    </p:cNvPr>
                    <p:cNvGrpSpPr/>
                    <p:nvPr/>
                  </p:nvGrpSpPr>
                  <p:grpSpPr>
                    <a:xfrm rot="7200000" flipH="1">
                      <a:off x="6389147" y="3357021"/>
                      <a:ext cx="393192" cy="393192"/>
                      <a:chOff x="5354637" y="3446463"/>
                      <a:chExt cx="214313" cy="214313"/>
                    </a:xfrm>
                  </p:grpSpPr>
                  <p:sp>
                    <p:nvSpPr>
                      <p:cNvPr id="19724" name="Arc 19723">
                        <a:extLst>
                          <a:ext uri="{FF2B5EF4-FFF2-40B4-BE49-F238E27FC236}">
                            <a16:creationId xmlns:a16="http://schemas.microsoft.com/office/drawing/2014/main" id="{DD8344AC-C498-E95F-F845-9DC11E18066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725" name="Arc 19724">
                        <a:extLst>
                          <a:ext uri="{FF2B5EF4-FFF2-40B4-BE49-F238E27FC236}">
                            <a16:creationId xmlns:a16="http://schemas.microsoft.com/office/drawing/2014/main" id="{366ED850-712F-476B-6F9F-9D92B533DAF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716" name="Group 19715">
                      <a:extLst>
                        <a:ext uri="{FF2B5EF4-FFF2-40B4-BE49-F238E27FC236}">
                          <a16:creationId xmlns:a16="http://schemas.microsoft.com/office/drawing/2014/main" id="{71A51AD5-C047-E4E0-51DF-3631108F8C1A}"/>
                        </a:ext>
                      </a:extLst>
                    </p:cNvPr>
                    <p:cNvGrpSpPr/>
                    <p:nvPr/>
                  </p:nvGrpSpPr>
                  <p:grpSpPr>
                    <a:xfrm>
                      <a:off x="6434137" y="3402011"/>
                      <a:ext cx="303213" cy="303213"/>
                      <a:chOff x="6434137" y="3402011"/>
                      <a:chExt cx="303213" cy="303213"/>
                    </a:xfrm>
                  </p:grpSpPr>
                  <p:grpSp>
                    <p:nvGrpSpPr>
                      <p:cNvPr id="19717" name="Group 19716">
                        <a:extLst>
                          <a:ext uri="{FF2B5EF4-FFF2-40B4-BE49-F238E27FC236}">
                            <a16:creationId xmlns:a16="http://schemas.microsoft.com/office/drawing/2014/main" id="{B5087F0F-5F49-A6D3-9316-BF449DF79410}"/>
                          </a:ext>
                        </a:extLst>
                      </p:cNvPr>
                      <p:cNvGrpSpPr/>
                      <p:nvPr/>
                    </p:nvGrpSpPr>
                    <p:grpSpPr>
                      <a:xfrm flipH="1">
                        <a:off x="6478587" y="3446461"/>
                        <a:ext cx="214313" cy="214313"/>
                        <a:chOff x="5354637" y="3446463"/>
                        <a:chExt cx="214313" cy="214313"/>
                      </a:xfrm>
                    </p:grpSpPr>
                    <p:sp>
                      <p:nvSpPr>
                        <p:cNvPr id="19722" name="Arc 19721">
                          <a:extLst>
                            <a:ext uri="{FF2B5EF4-FFF2-40B4-BE49-F238E27FC236}">
                              <a16:creationId xmlns:a16="http://schemas.microsoft.com/office/drawing/2014/main" id="{8978335F-02A0-BF5F-B59F-3075B0AD152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723" name="Arc 19722">
                          <a:extLst>
                            <a:ext uri="{FF2B5EF4-FFF2-40B4-BE49-F238E27FC236}">
                              <a16:creationId xmlns:a16="http://schemas.microsoft.com/office/drawing/2014/main" id="{33F66134-4403-3093-5E14-ED4E6196F7A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718" name="Group 19717">
                        <a:extLst>
                          <a:ext uri="{FF2B5EF4-FFF2-40B4-BE49-F238E27FC236}">
                            <a16:creationId xmlns:a16="http://schemas.microsoft.com/office/drawing/2014/main" id="{1B48B8EF-0154-A62C-DD10-42E44511A5FE}"/>
                          </a:ext>
                        </a:extLst>
                      </p:cNvPr>
                      <p:cNvGrpSpPr/>
                      <p:nvPr/>
                    </p:nvGrpSpPr>
                    <p:grpSpPr>
                      <a:xfrm rot="14400000" flipH="1">
                        <a:off x="6434137" y="3402011"/>
                        <a:ext cx="303213" cy="303213"/>
                        <a:chOff x="5354637" y="3446463"/>
                        <a:chExt cx="214313" cy="214313"/>
                      </a:xfrm>
                    </p:grpSpPr>
                    <p:sp>
                      <p:nvSpPr>
                        <p:cNvPr id="19720" name="Arc 19719">
                          <a:extLst>
                            <a:ext uri="{FF2B5EF4-FFF2-40B4-BE49-F238E27FC236}">
                              <a16:creationId xmlns:a16="http://schemas.microsoft.com/office/drawing/2014/main" id="{5E9660E1-726A-1754-929A-776A0AEF198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721" name="Arc 19720">
                          <a:extLst>
                            <a:ext uri="{FF2B5EF4-FFF2-40B4-BE49-F238E27FC236}">
                              <a16:creationId xmlns:a16="http://schemas.microsoft.com/office/drawing/2014/main" id="{5E15F84E-C9BB-322C-D5AE-020261FF19C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719" name="TextBox 19718">
                        <a:extLst>
                          <a:ext uri="{FF2B5EF4-FFF2-40B4-BE49-F238E27FC236}">
                            <a16:creationId xmlns:a16="http://schemas.microsoft.com/office/drawing/2014/main" id="{231C586C-2B84-B074-E49B-D583CC2C70F0}"/>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704" name="Group 19703">
                    <a:extLst>
                      <a:ext uri="{FF2B5EF4-FFF2-40B4-BE49-F238E27FC236}">
                        <a16:creationId xmlns:a16="http://schemas.microsoft.com/office/drawing/2014/main" id="{D74F47D3-70EC-CF4D-4A4C-418248029742}"/>
                      </a:ext>
                    </a:extLst>
                  </p:cNvPr>
                  <p:cNvGrpSpPr/>
                  <p:nvPr/>
                </p:nvGrpSpPr>
                <p:grpSpPr>
                  <a:xfrm>
                    <a:off x="6197413" y="3225768"/>
                    <a:ext cx="393192" cy="393192"/>
                    <a:chOff x="6389147" y="3932622"/>
                    <a:chExt cx="393192" cy="393192"/>
                  </a:xfrm>
                </p:grpSpPr>
                <p:grpSp>
                  <p:nvGrpSpPr>
                    <p:cNvPr id="19705" name="Group 19704">
                      <a:extLst>
                        <a:ext uri="{FF2B5EF4-FFF2-40B4-BE49-F238E27FC236}">
                          <a16:creationId xmlns:a16="http://schemas.microsoft.com/office/drawing/2014/main" id="{0B7CFF9F-1A7B-20EA-64AD-DDCED0ACC5B4}"/>
                        </a:ext>
                      </a:extLst>
                    </p:cNvPr>
                    <p:cNvGrpSpPr/>
                    <p:nvPr/>
                  </p:nvGrpSpPr>
                  <p:grpSpPr>
                    <a:xfrm flipH="1">
                      <a:off x="6478587" y="4022061"/>
                      <a:ext cx="214313" cy="214313"/>
                      <a:chOff x="5354637" y="3446463"/>
                      <a:chExt cx="214313" cy="214313"/>
                    </a:xfrm>
                  </p:grpSpPr>
                  <p:sp>
                    <p:nvSpPr>
                      <p:cNvPr id="19713" name="Arc 19712">
                        <a:extLst>
                          <a:ext uri="{FF2B5EF4-FFF2-40B4-BE49-F238E27FC236}">
                            <a16:creationId xmlns:a16="http://schemas.microsoft.com/office/drawing/2014/main" id="{91F2CF3A-3FFA-6810-010E-868A7346151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714" name="Arc 19713">
                        <a:extLst>
                          <a:ext uri="{FF2B5EF4-FFF2-40B4-BE49-F238E27FC236}">
                            <a16:creationId xmlns:a16="http://schemas.microsoft.com/office/drawing/2014/main" id="{4DF0C215-E29C-23C9-5CA0-8E5D8D21A8E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706" name="Group 19705">
                      <a:extLst>
                        <a:ext uri="{FF2B5EF4-FFF2-40B4-BE49-F238E27FC236}">
                          <a16:creationId xmlns:a16="http://schemas.microsoft.com/office/drawing/2014/main" id="{2E5AE84F-08AC-FA98-194D-29DDE70F1600}"/>
                        </a:ext>
                      </a:extLst>
                    </p:cNvPr>
                    <p:cNvGrpSpPr/>
                    <p:nvPr/>
                  </p:nvGrpSpPr>
                  <p:grpSpPr>
                    <a:xfrm rot="7200000" flipH="1">
                      <a:off x="6434137" y="3977611"/>
                      <a:ext cx="303213" cy="303213"/>
                      <a:chOff x="5354637" y="3446463"/>
                      <a:chExt cx="214313" cy="214313"/>
                    </a:xfrm>
                  </p:grpSpPr>
                  <p:sp>
                    <p:nvSpPr>
                      <p:cNvPr id="19711" name="Arc 19710">
                        <a:extLst>
                          <a:ext uri="{FF2B5EF4-FFF2-40B4-BE49-F238E27FC236}">
                            <a16:creationId xmlns:a16="http://schemas.microsoft.com/office/drawing/2014/main" id="{872E29A1-BA13-562F-2795-FAC817BEAAF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712" name="Arc 19711">
                        <a:extLst>
                          <a:ext uri="{FF2B5EF4-FFF2-40B4-BE49-F238E27FC236}">
                            <a16:creationId xmlns:a16="http://schemas.microsoft.com/office/drawing/2014/main" id="{60B57E3F-E849-9618-22C4-9F27399033D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707" name="Group 19706">
                      <a:extLst>
                        <a:ext uri="{FF2B5EF4-FFF2-40B4-BE49-F238E27FC236}">
                          <a16:creationId xmlns:a16="http://schemas.microsoft.com/office/drawing/2014/main" id="{76A3EACF-DF4A-4887-AE73-58281D291ACD}"/>
                        </a:ext>
                      </a:extLst>
                    </p:cNvPr>
                    <p:cNvGrpSpPr/>
                    <p:nvPr/>
                  </p:nvGrpSpPr>
                  <p:grpSpPr>
                    <a:xfrm rot="14400000" flipH="1">
                      <a:off x="6389147" y="3932622"/>
                      <a:ext cx="393192" cy="393192"/>
                      <a:chOff x="5354637" y="3446463"/>
                      <a:chExt cx="214313" cy="214313"/>
                    </a:xfrm>
                  </p:grpSpPr>
                  <p:sp>
                    <p:nvSpPr>
                      <p:cNvPr id="19709" name="Arc 19708">
                        <a:extLst>
                          <a:ext uri="{FF2B5EF4-FFF2-40B4-BE49-F238E27FC236}">
                            <a16:creationId xmlns:a16="http://schemas.microsoft.com/office/drawing/2014/main" id="{F99E1F9F-198E-5576-4B49-515B9C799D3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710" name="Arc 19709">
                        <a:extLst>
                          <a:ext uri="{FF2B5EF4-FFF2-40B4-BE49-F238E27FC236}">
                            <a16:creationId xmlns:a16="http://schemas.microsoft.com/office/drawing/2014/main" id="{B8675EE0-2264-74B3-DA1C-B8828515F7B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708" name="TextBox 19707">
                      <a:extLst>
                        <a:ext uri="{FF2B5EF4-FFF2-40B4-BE49-F238E27FC236}">
                          <a16:creationId xmlns:a16="http://schemas.microsoft.com/office/drawing/2014/main" id="{03E21260-3EDE-BBCB-D041-2D1D28640A10}"/>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8360" name="Group 18359">
              <a:extLst>
                <a:ext uri="{FF2B5EF4-FFF2-40B4-BE49-F238E27FC236}">
                  <a16:creationId xmlns:a16="http://schemas.microsoft.com/office/drawing/2014/main" id="{74914E82-6356-1436-D133-F2840CBA08C6}"/>
                </a:ext>
              </a:extLst>
            </p:cNvPr>
            <p:cNvGrpSpPr/>
            <p:nvPr/>
          </p:nvGrpSpPr>
          <p:grpSpPr>
            <a:xfrm>
              <a:off x="-599392" y="-493844"/>
              <a:ext cx="2263438" cy="2198360"/>
              <a:chOff x="5445106" y="2039507"/>
              <a:chExt cx="2263438" cy="2198360"/>
            </a:xfrm>
          </p:grpSpPr>
          <p:grpSp>
            <p:nvGrpSpPr>
              <p:cNvPr id="19507" name="Group 19506">
                <a:extLst>
                  <a:ext uri="{FF2B5EF4-FFF2-40B4-BE49-F238E27FC236}">
                    <a16:creationId xmlns:a16="http://schemas.microsoft.com/office/drawing/2014/main" id="{12AB97F9-5B6F-A7C1-83C5-8565595B99DB}"/>
                  </a:ext>
                </a:extLst>
              </p:cNvPr>
              <p:cNvGrpSpPr/>
              <p:nvPr/>
            </p:nvGrpSpPr>
            <p:grpSpPr>
              <a:xfrm>
                <a:off x="5445106" y="2644743"/>
                <a:ext cx="1643204" cy="1593124"/>
                <a:chOff x="5445106" y="2644743"/>
                <a:chExt cx="1643204" cy="1593124"/>
              </a:xfrm>
            </p:grpSpPr>
            <p:grpSp>
              <p:nvGrpSpPr>
                <p:cNvPr id="19603" name="Group 19602">
                  <a:extLst>
                    <a:ext uri="{FF2B5EF4-FFF2-40B4-BE49-F238E27FC236}">
                      <a16:creationId xmlns:a16="http://schemas.microsoft.com/office/drawing/2014/main" id="{1C67C53E-5686-BE43-1902-0D1A2F60BC36}"/>
                    </a:ext>
                  </a:extLst>
                </p:cNvPr>
                <p:cNvGrpSpPr/>
                <p:nvPr/>
              </p:nvGrpSpPr>
              <p:grpSpPr>
                <a:xfrm>
                  <a:off x="5445106" y="2644743"/>
                  <a:ext cx="1019224" cy="991639"/>
                  <a:chOff x="5886431" y="3225768"/>
                  <a:chExt cx="1019224" cy="991639"/>
                </a:xfrm>
              </p:grpSpPr>
              <p:grpSp>
                <p:nvGrpSpPr>
                  <p:cNvPr id="19651" name="Group 19650">
                    <a:extLst>
                      <a:ext uri="{FF2B5EF4-FFF2-40B4-BE49-F238E27FC236}">
                        <a16:creationId xmlns:a16="http://schemas.microsoft.com/office/drawing/2014/main" id="{E1E415F4-83F4-A071-35A8-EC8C8346EE8A}"/>
                      </a:ext>
                    </a:extLst>
                  </p:cNvPr>
                  <p:cNvGrpSpPr/>
                  <p:nvPr/>
                </p:nvGrpSpPr>
                <p:grpSpPr>
                  <a:xfrm>
                    <a:off x="6197413" y="3824215"/>
                    <a:ext cx="393192" cy="393192"/>
                    <a:chOff x="5265196" y="3357021"/>
                    <a:chExt cx="393192" cy="393192"/>
                  </a:xfrm>
                </p:grpSpPr>
                <p:grpSp>
                  <p:nvGrpSpPr>
                    <p:cNvPr id="19686" name="Group 19685">
                      <a:extLst>
                        <a:ext uri="{FF2B5EF4-FFF2-40B4-BE49-F238E27FC236}">
                          <a16:creationId xmlns:a16="http://schemas.microsoft.com/office/drawing/2014/main" id="{4E094396-CB7A-8F47-535D-04DA3C83E8E5}"/>
                        </a:ext>
                      </a:extLst>
                    </p:cNvPr>
                    <p:cNvGrpSpPr/>
                    <p:nvPr/>
                  </p:nvGrpSpPr>
                  <p:grpSpPr>
                    <a:xfrm rot="14400000">
                      <a:off x="5265196" y="3357021"/>
                      <a:ext cx="393192" cy="393192"/>
                      <a:chOff x="5354637" y="3446463"/>
                      <a:chExt cx="214313" cy="214313"/>
                    </a:xfrm>
                  </p:grpSpPr>
                  <p:sp>
                    <p:nvSpPr>
                      <p:cNvPr id="19695" name="Arc 19694">
                        <a:extLst>
                          <a:ext uri="{FF2B5EF4-FFF2-40B4-BE49-F238E27FC236}">
                            <a16:creationId xmlns:a16="http://schemas.microsoft.com/office/drawing/2014/main" id="{349FEFFC-7265-4F99-B507-65A520506D3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696" name="Arc 19695">
                        <a:extLst>
                          <a:ext uri="{FF2B5EF4-FFF2-40B4-BE49-F238E27FC236}">
                            <a16:creationId xmlns:a16="http://schemas.microsoft.com/office/drawing/2014/main" id="{840F0A15-4C5D-F159-1E72-B9AC9E07500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687" name="Group 19686">
                      <a:extLst>
                        <a:ext uri="{FF2B5EF4-FFF2-40B4-BE49-F238E27FC236}">
                          <a16:creationId xmlns:a16="http://schemas.microsoft.com/office/drawing/2014/main" id="{2CAB653A-8070-3AD1-1705-DD2A777D92C5}"/>
                        </a:ext>
                      </a:extLst>
                    </p:cNvPr>
                    <p:cNvGrpSpPr/>
                    <p:nvPr/>
                  </p:nvGrpSpPr>
                  <p:grpSpPr>
                    <a:xfrm>
                      <a:off x="5310186" y="3402011"/>
                      <a:ext cx="303213" cy="303213"/>
                      <a:chOff x="5310186" y="3402011"/>
                      <a:chExt cx="303213" cy="303213"/>
                    </a:xfrm>
                  </p:grpSpPr>
                  <p:grpSp>
                    <p:nvGrpSpPr>
                      <p:cNvPr id="19688" name="Group 19687">
                        <a:extLst>
                          <a:ext uri="{FF2B5EF4-FFF2-40B4-BE49-F238E27FC236}">
                            <a16:creationId xmlns:a16="http://schemas.microsoft.com/office/drawing/2014/main" id="{86951155-785A-00BE-61C7-75D57E546C8E}"/>
                          </a:ext>
                        </a:extLst>
                      </p:cNvPr>
                      <p:cNvGrpSpPr/>
                      <p:nvPr/>
                    </p:nvGrpSpPr>
                    <p:grpSpPr>
                      <a:xfrm>
                        <a:off x="5354636" y="3446461"/>
                        <a:ext cx="214313" cy="214313"/>
                        <a:chOff x="5354637" y="3446463"/>
                        <a:chExt cx="214313" cy="214313"/>
                      </a:xfrm>
                    </p:grpSpPr>
                    <p:sp>
                      <p:nvSpPr>
                        <p:cNvPr id="19693" name="Arc 19692">
                          <a:extLst>
                            <a:ext uri="{FF2B5EF4-FFF2-40B4-BE49-F238E27FC236}">
                              <a16:creationId xmlns:a16="http://schemas.microsoft.com/office/drawing/2014/main" id="{2ADD0FF2-1704-C36A-0BD8-8CA17B9E65F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694" name="Arc 19693">
                          <a:extLst>
                            <a:ext uri="{FF2B5EF4-FFF2-40B4-BE49-F238E27FC236}">
                              <a16:creationId xmlns:a16="http://schemas.microsoft.com/office/drawing/2014/main" id="{A1A25D35-52E0-B994-FD44-8969C830CA5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689" name="Group 19688">
                        <a:extLst>
                          <a:ext uri="{FF2B5EF4-FFF2-40B4-BE49-F238E27FC236}">
                            <a16:creationId xmlns:a16="http://schemas.microsoft.com/office/drawing/2014/main" id="{AC9BA4BE-F43E-1ADB-350F-ADFB5BE31519}"/>
                          </a:ext>
                        </a:extLst>
                      </p:cNvPr>
                      <p:cNvGrpSpPr/>
                      <p:nvPr/>
                    </p:nvGrpSpPr>
                    <p:grpSpPr>
                      <a:xfrm rot="7200000">
                        <a:off x="5310186" y="3402011"/>
                        <a:ext cx="303213" cy="303213"/>
                        <a:chOff x="5354637" y="3446463"/>
                        <a:chExt cx="214313" cy="214313"/>
                      </a:xfrm>
                    </p:grpSpPr>
                    <p:sp>
                      <p:nvSpPr>
                        <p:cNvPr id="19691" name="Arc 19690">
                          <a:extLst>
                            <a:ext uri="{FF2B5EF4-FFF2-40B4-BE49-F238E27FC236}">
                              <a16:creationId xmlns:a16="http://schemas.microsoft.com/office/drawing/2014/main" id="{A9E7B010-7A79-8FAE-3F66-98A914D4038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692" name="Arc 19691">
                          <a:extLst>
                            <a:ext uri="{FF2B5EF4-FFF2-40B4-BE49-F238E27FC236}">
                              <a16:creationId xmlns:a16="http://schemas.microsoft.com/office/drawing/2014/main" id="{477C6F16-34A4-68C3-E205-A6A71142859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690" name="TextBox 19689">
                        <a:extLst>
                          <a:ext uri="{FF2B5EF4-FFF2-40B4-BE49-F238E27FC236}">
                            <a16:creationId xmlns:a16="http://schemas.microsoft.com/office/drawing/2014/main" id="{11342F14-141B-4F06-E2A1-BB36F6634DAE}"/>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652" name="Group 19651">
                    <a:extLst>
                      <a:ext uri="{FF2B5EF4-FFF2-40B4-BE49-F238E27FC236}">
                        <a16:creationId xmlns:a16="http://schemas.microsoft.com/office/drawing/2014/main" id="{317EECF8-8204-8102-22BD-A378B128C847}"/>
                      </a:ext>
                    </a:extLst>
                  </p:cNvPr>
                  <p:cNvGrpSpPr/>
                  <p:nvPr/>
                </p:nvGrpSpPr>
                <p:grpSpPr>
                  <a:xfrm>
                    <a:off x="5886431" y="3525040"/>
                    <a:ext cx="393192" cy="393192"/>
                    <a:chOff x="5265196" y="3932619"/>
                    <a:chExt cx="393192" cy="393192"/>
                  </a:xfrm>
                </p:grpSpPr>
                <p:grpSp>
                  <p:nvGrpSpPr>
                    <p:cNvPr id="19676" name="Group 19675">
                      <a:extLst>
                        <a:ext uri="{FF2B5EF4-FFF2-40B4-BE49-F238E27FC236}">
                          <a16:creationId xmlns:a16="http://schemas.microsoft.com/office/drawing/2014/main" id="{7FBC410B-8D9B-1562-6827-E6CA0771AF11}"/>
                        </a:ext>
                      </a:extLst>
                    </p:cNvPr>
                    <p:cNvGrpSpPr/>
                    <p:nvPr/>
                  </p:nvGrpSpPr>
                  <p:grpSpPr>
                    <a:xfrm>
                      <a:off x="5354636" y="4022061"/>
                      <a:ext cx="214313" cy="214313"/>
                      <a:chOff x="5354637" y="3446463"/>
                      <a:chExt cx="214313" cy="214313"/>
                    </a:xfrm>
                  </p:grpSpPr>
                  <p:sp>
                    <p:nvSpPr>
                      <p:cNvPr id="19684" name="Arc 19683">
                        <a:extLst>
                          <a:ext uri="{FF2B5EF4-FFF2-40B4-BE49-F238E27FC236}">
                            <a16:creationId xmlns:a16="http://schemas.microsoft.com/office/drawing/2014/main" id="{2CB48864-A2E7-0ED1-BAE5-AC8D21D6C36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685" name="Arc 19684">
                        <a:extLst>
                          <a:ext uri="{FF2B5EF4-FFF2-40B4-BE49-F238E27FC236}">
                            <a16:creationId xmlns:a16="http://schemas.microsoft.com/office/drawing/2014/main" id="{3D3744E7-B1AA-F61A-54B0-E859B0BF66B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677" name="Group 19676">
                      <a:extLst>
                        <a:ext uri="{FF2B5EF4-FFF2-40B4-BE49-F238E27FC236}">
                          <a16:creationId xmlns:a16="http://schemas.microsoft.com/office/drawing/2014/main" id="{E2813011-D95D-14C8-3B3B-38E84FCD76EF}"/>
                        </a:ext>
                      </a:extLst>
                    </p:cNvPr>
                    <p:cNvGrpSpPr/>
                    <p:nvPr/>
                  </p:nvGrpSpPr>
                  <p:grpSpPr>
                    <a:xfrm rot="14400000">
                      <a:off x="5310186" y="3977611"/>
                      <a:ext cx="303213" cy="303213"/>
                      <a:chOff x="5354637" y="3446463"/>
                      <a:chExt cx="214313" cy="214313"/>
                    </a:xfrm>
                  </p:grpSpPr>
                  <p:sp>
                    <p:nvSpPr>
                      <p:cNvPr id="19682" name="Arc 19681">
                        <a:extLst>
                          <a:ext uri="{FF2B5EF4-FFF2-40B4-BE49-F238E27FC236}">
                            <a16:creationId xmlns:a16="http://schemas.microsoft.com/office/drawing/2014/main" id="{8B524DBC-3FFF-CF7C-1A9A-A0588E22DCF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683" name="Arc 19682">
                        <a:extLst>
                          <a:ext uri="{FF2B5EF4-FFF2-40B4-BE49-F238E27FC236}">
                            <a16:creationId xmlns:a16="http://schemas.microsoft.com/office/drawing/2014/main" id="{79DB4D9C-C9FD-92F1-5634-25AB41BA0F6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678" name="Group 19677">
                      <a:extLst>
                        <a:ext uri="{FF2B5EF4-FFF2-40B4-BE49-F238E27FC236}">
                          <a16:creationId xmlns:a16="http://schemas.microsoft.com/office/drawing/2014/main" id="{40972845-B08A-30A8-2E6E-F3EC1E976A8E}"/>
                        </a:ext>
                      </a:extLst>
                    </p:cNvPr>
                    <p:cNvGrpSpPr/>
                    <p:nvPr/>
                  </p:nvGrpSpPr>
                  <p:grpSpPr>
                    <a:xfrm rot="7200000">
                      <a:off x="5265196" y="3932619"/>
                      <a:ext cx="393192" cy="393192"/>
                      <a:chOff x="5354637" y="3446463"/>
                      <a:chExt cx="214313" cy="214313"/>
                    </a:xfrm>
                  </p:grpSpPr>
                  <p:sp>
                    <p:nvSpPr>
                      <p:cNvPr id="19680" name="Arc 19679">
                        <a:extLst>
                          <a:ext uri="{FF2B5EF4-FFF2-40B4-BE49-F238E27FC236}">
                            <a16:creationId xmlns:a16="http://schemas.microsoft.com/office/drawing/2014/main" id="{777B2DA3-33C4-9AFB-7F8E-66B75E60BD0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681" name="Arc 19680">
                        <a:extLst>
                          <a:ext uri="{FF2B5EF4-FFF2-40B4-BE49-F238E27FC236}">
                            <a16:creationId xmlns:a16="http://schemas.microsoft.com/office/drawing/2014/main" id="{5C284FF5-6658-9588-B1E9-0FC8EB6EA9F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679" name="TextBox 19678">
                      <a:extLst>
                        <a:ext uri="{FF2B5EF4-FFF2-40B4-BE49-F238E27FC236}">
                          <a16:creationId xmlns:a16="http://schemas.microsoft.com/office/drawing/2014/main" id="{1D35F83C-43DB-A286-CB88-723AE842F353}"/>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9653" name="Group 19652">
                    <a:extLst>
                      <a:ext uri="{FF2B5EF4-FFF2-40B4-BE49-F238E27FC236}">
                        <a16:creationId xmlns:a16="http://schemas.microsoft.com/office/drawing/2014/main" id="{EA72E5C7-38FC-CC9A-73BF-DB6CAB6C0CA5}"/>
                      </a:ext>
                    </a:extLst>
                  </p:cNvPr>
                  <p:cNvGrpSpPr/>
                  <p:nvPr/>
                </p:nvGrpSpPr>
                <p:grpSpPr>
                  <a:xfrm>
                    <a:off x="6512463" y="3525040"/>
                    <a:ext cx="393192" cy="393192"/>
                    <a:chOff x="6389147" y="3357021"/>
                    <a:chExt cx="393192" cy="393192"/>
                  </a:xfrm>
                </p:grpSpPr>
                <p:grpSp>
                  <p:nvGrpSpPr>
                    <p:cNvPr id="19665" name="Group 19664">
                      <a:extLst>
                        <a:ext uri="{FF2B5EF4-FFF2-40B4-BE49-F238E27FC236}">
                          <a16:creationId xmlns:a16="http://schemas.microsoft.com/office/drawing/2014/main" id="{196AD5B6-2D36-5523-868C-E7BB75F6536B}"/>
                        </a:ext>
                      </a:extLst>
                    </p:cNvPr>
                    <p:cNvGrpSpPr/>
                    <p:nvPr/>
                  </p:nvGrpSpPr>
                  <p:grpSpPr>
                    <a:xfrm rot="7200000" flipH="1">
                      <a:off x="6389147" y="3357021"/>
                      <a:ext cx="393192" cy="393192"/>
                      <a:chOff x="5354637" y="3446463"/>
                      <a:chExt cx="214313" cy="214313"/>
                    </a:xfrm>
                  </p:grpSpPr>
                  <p:sp>
                    <p:nvSpPr>
                      <p:cNvPr id="19674" name="Arc 19673">
                        <a:extLst>
                          <a:ext uri="{FF2B5EF4-FFF2-40B4-BE49-F238E27FC236}">
                            <a16:creationId xmlns:a16="http://schemas.microsoft.com/office/drawing/2014/main" id="{448759AD-7EB3-607E-4971-6BD28953C64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675" name="Arc 19674">
                        <a:extLst>
                          <a:ext uri="{FF2B5EF4-FFF2-40B4-BE49-F238E27FC236}">
                            <a16:creationId xmlns:a16="http://schemas.microsoft.com/office/drawing/2014/main" id="{025DA8B4-25CC-6ADF-D0F8-9C06D8A4F68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666" name="Group 19665">
                      <a:extLst>
                        <a:ext uri="{FF2B5EF4-FFF2-40B4-BE49-F238E27FC236}">
                          <a16:creationId xmlns:a16="http://schemas.microsoft.com/office/drawing/2014/main" id="{06EF371D-BBEE-4D3B-F215-6280D88953E7}"/>
                        </a:ext>
                      </a:extLst>
                    </p:cNvPr>
                    <p:cNvGrpSpPr/>
                    <p:nvPr/>
                  </p:nvGrpSpPr>
                  <p:grpSpPr>
                    <a:xfrm>
                      <a:off x="6434137" y="3402011"/>
                      <a:ext cx="303213" cy="303213"/>
                      <a:chOff x="6434137" y="3402011"/>
                      <a:chExt cx="303213" cy="303213"/>
                    </a:xfrm>
                  </p:grpSpPr>
                  <p:grpSp>
                    <p:nvGrpSpPr>
                      <p:cNvPr id="19667" name="Group 19666">
                        <a:extLst>
                          <a:ext uri="{FF2B5EF4-FFF2-40B4-BE49-F238E27FC236}">
                            <a16:creationId xmlns:a16="http://schemas.microsoft.com/office/drawing/2014/main" id="{4551E25B-8B0C-5AFB-1B73-83B0018BD03D}"/>
                          </a:ext>
                        </a:extLst>
                      </p:cNvPr>
                      <p:cNvGrpSpPr/>
                      <p:nvPr/>
                    </p:nvGrpSpPr>
                    <p:grpSpPr>
                      <a:xfrm flipH="1">
                        <a:off x="6478587" y="3446461"/>
                        <a:ext cx="214313" cy="214313"/>
                        <a:chOff x="5354637" y="3446463"/>
                        <a:chExt cx="214313" cy="214313"/>
                      </a:xfrm>
                    </p:grpSpPr>
                    <p:sp>
                      <p:nvSpPr>
                        <p:cNvPr id="19672" name="Arc 19671">
                          <a:extLst>
                            <a:ext uri="{FF2B5EF4-FFF2-40B4-BE49-F238E27FC236}">
                              <a16:creationId xmlns:a16="http://schemas.microsoft.com/office/drawing/2014/main" id="{96BF394D-3881-7FDD-2C1D-2B38C9EF8A1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673" name="Arc 19672">
                          <a:extLst>
                            <a:ext uri="{FF2B5EF4-FFF2-40B4-BE49-F238E27FC236}">
                              <a16:creationId xmlns:a16="http://schemas.microsoft.com/office/drawing/2014/main" id="{85BAD138-90FE-E530-43E7-6642C3525D6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668" name="Group 19667">
                        <a:extLst>
                          <a:ext uri="{FF2B5EF4-FFF2-40B4-BE49-F238E27FC236}">
                            <a16:creationId xmlns:a16="http://schemas.microsoft.com/office/drawing/2014/main" id="{EBB60742-6BEA-F602-9839-7A788E644F0A}"/>
                          </a:ext>
                        </a:extLst>
                      </p:cNvPr>
                      <p:cNvGrpSpPr/>
                      <p:nvPr/>
                    </p:nvGrpSpPr>
                    <p:grpSpPr>
                      <a:xfrm rot="14400000" flipH="1">
                        <a:off x="6434137" y="3402011"/>
                        <a:ext cx="303213" cy="303213"/>
                        <a:chOff x="5354637" y="3446463"/>
                        <a:chExt cx="214313" cy="214313"/>
                      </a:xfrm>
                    </p:grpSpPr>
                    <p:sp>
                      <p:nvSpPr>
                        <p:cNvPr id="19670" name="Arc 19669">
                          <a:extLst>
                            <a:ext uri="{FF2B5EF4-FFF2-40B4-BE49-F238E27FC236}">
                              <a16:creationId xmlns:a16="http://schemas.microsoft.com/office/drawing/2014/main" id="{477D61D3-6760-3606-1511-E058E427CAF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671" name="Arc 19670">
                          <a:extLst>
                            <a:ext uri="{FF2B5EF4-FFF2-40B4-BE49-F238E27FC236}">
                              <a16:creationId xmlns:a16="http://schemas.microsoft.com/office/drawing/2014/main" id="{BF1FAD9C-48CB-5A36-716F-1D401FEC18C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669" name="TextBox 19668">
                        <a:extLst>
                          <a:ext uri="{FF2B5EF4-FFF2-40B4-BE49-F238E27FC236}">
                            <a16:creationId xmlns:a16="http://schemas.microsoft.com/office/drawing/2014/main" id="{75378ED7-5835-9C07-C3F7-BB4A3E93287C}"/>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654" name="Group 19653">
                    <a:extLst>
                      <a:ext uri="{FF2B5EF4-FFF2-40B4-BE49-F238E27FC236}">
                        <a16:creationId xmlns:a16="http://schemas.microsoft.com/office/drawing/2014/main" id="{F057AB13-F32E-9260-58C7-1ECE5831766E}"/>
                      </a:ext>
                    </a:extLst>
                  </p:cNvPr>
                  <p:cNvGrpSpPr/>
                  <p:nvPr/>
                </p:nvGrpSpPr>
                <p:grpSpPr>
                  <a:xfrm>
                    <a:off x="6197413" y="3225768"/>
                    <a:ext cx="393192" cy="393192"/>
                    <a:chOff x="6389147" y="3932622"/>
                    <a:chExt cx="393192" cy="393192"/>
                  </a:xfrm>
                </p:grpSpPr>
                <p:grpSp>
                  <p:nvGrpSpPr>
                    <p:cNvPr id="19655" name="Group 19654">
                      <a:extLst>
                        <a:ext uri="{FF2B5EF4-FFF2-40B4-BE49-F238E27FC236}">
                          <a16:creationId xmlns:a16="http://schemas.microsoft.com/office/drawing/2014/main" id="{B81EBF15-42EE-67B6-A6B4-CAA905CBB300}"/>
                        </a:ext>
                      </a:extLst>
                    </p:cNvPr>
                    <p:cNvGrpSpPr/>
                    <p:nvPr/>
                  </p:nvGrpSpPr>
                  <p:grpSpPr>
                    <a:xfrm flipH="1">
                      <a:off x="6478587" y="4022061"/>
                      <a:ext cx="214313" cy="214313"/>
                      <a:chOff x="5354637" y="3446463"/>
                      <a:chExt cx="214313" cy="214313"/>
                    </a:xfrm>
                  </p:grpSpPr>
                  <p:sp>
                    <p:nvSpPr>
                      <p:cNvPr id="19663" name="Arc 19662">
                        <a:extLst>
                          <a:ext uri="{FF2B5EF4-FFF2-40B4-BE49-F238E27FC236}">
                            <a16:creationId xmlns:a16="http://schemas.microsoft.com/office/drawing/2014/main" id="{847B45B1-923D-7691-C0AD-A2119B93920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664" name="Arc 19663">
                        <a:extLst>
                          <a:ext uri="{FF2B5EF4-FFF2-40B4-BE49-F238E27FC236}">
                            <a16:creationId xmlns:a16="http://schemas.microsoft.com/office/drawing/2014/main" id="{13E1F478-16D4-46C3-4CEF-1016B6F0969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656" name="Group 19655">
                      <a:extLst>
                        <a:ext uri="{FF2B5EF4-FFF2-40B4-BE49-F238E27FC236}">
                          <a16:creationId xmlns:a16="http://schemas.microsoft.com/office/drawing/2014/main" id="{A8D94BA8-38EA-283D-3745-9A138ECA8A51}"/>
                        </a:ext>
                      </a:extLst>
                    </p:cNvPr>
                    <p:cNvGrpSpPr/>
                    <p:nvPr/>
                  </p:nvGrpSpPr>
                  <p:grpSpPr>
                    <a:xfrm rot="7200000" flipH="1">
                      <a:off x="6434137" y="3977611"/>
                      <a:ext cx="303213" cy="303213"/>
                      <a:chOff x="5354637" y="3446463"/>
                      <a:chExt cx="214313" cy="214313"/>
                    </a:xfrm>
                  </p:grpSpPr>
                  <p:sp>
                    <p:nvSpPr>
                      <p:cNvPr id="19661" name="Arc 19660">
                        <a:extLst>
                          <a:ext uri="{FF2B5EF4-FFF2-40B4-BE49-F238E27FC236}">
                            <a16:creationId xmlns:a16="http://schemas.microsoft.com/office/drawing/2014/main" id="{F1CDD77D-D155-F7A2-A5EF-B79BF2D77C7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662" name="Arc 19661">
                        <a:extLst>
                          <a:ext uri="{FF2B5EF4-FFF2-40B4-BE49-F238E27FC236}">
                            <a16:creationId xmlns:a16="http://schemas.microsoft.com/office/drawing/2014/main" id="{CADFE2BB-924C-4E64-DAAE-6F9D5C7FCC4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657" name="Group 19656">
                      <a:extLst>
                        <a:ext uri="{FF2B5EF4-FFF2-40B4-BE49-F238E27FC236}">
                          <a16:creationId xmlns:a16="http://schemas.microsoft.com/office/drawing/2014/main" id="{94866077-F581-EA05-095F-C720B35F71AE}"/>
                        </a:ext>
                      </a:extLst>
                    </p:cNvPr>
                    <p:cNvGrpSpPr/>
                    <p:nvPr/>
                  </p:nvGrpSpPr>
                  <p:grpSpPr>
                    <a:xfrm rot="14400000" flipH="1">
                      <a:off x="6389147" y="3932622"/>
                      <a:ext cx="393192" cy="393192"/>
                      <a:chOff x="5354637" y="3446463"/>
                      <a:chExt cx="214313" cy="214313"/>
                    </a:xfrm>
                  </p:grpSpPr>
                  <p:sp>
                    <p:nvSpPr>
                      <p:cNvPr id="19659" name="Arc 19658">
                        <a:extLst>
                          <a:ext uri="{FF2B5EF4-FFF2-40B4-BE49-F238E27FC236}">
                            <a16:creationId xmlns:a16="http://schemas.microsoft.com/office/drawing/2014/main" id="{16000F15-855A-3A50-4963-79976E378F8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660" name="Arc 19659">
                        <a:extLst>
                          <a:ext uri="{FF2B5EF4-FFF2-40B4-BE49-F238E27FC236}">
                            <a16:creationId xmlns:a16="http://schemas.microsoft.com/office/drawing/2014/main" id="{B487C8DF-CF6F-47BC-8521-2F58AA9C27C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658" name="TextBox 19657">
                      <a:extLst>
                        <a:ext uri="{FF2B5EF4-FFF2-40B4-BE49-F238E27FC236}">
                          <a16:creationId xmlns:a16="http://schemas.microsoft.com/office/drawing/2014/main" id="{6473D059-3E81-969F-6330-CFA719F00AF5}"/>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604" name="Group 19603">
                  <a:extLst>
                    <a:ext uri="{FF2B5EF4-FFF2-40B4-BE49-F238E27FC236}">
                      <a16:creationId xmlns:a16="http://schemas.microsoft.com/office/drawing/2014/main" id="{17DF3003-E552-740C-8D7C-4B963A28DF85}"/>
                    </a:ext>
                  </a:extLst>
                </p:cNvPr>
                <p:cNvGrpSpPr/>
                <p:nvPr/>
              </p:nvGrpSpPr>
              <p:grpSpPr>
                <a:xfrm>
                  <a:off x="6069086" y="3246228"/>
                  <a:ext cx="1019224" cy="991639"/>
                  <a:chOff x="5886431" y="3225768"/>
                  <a:chExt cx="1019224" cy="991639"/>
                </a:xfrm>
              </p:grpSpPr>
              <p:grpSp>
                <p:nvGrpSpPr>
                  <p:cNvPr id="19605" name="Group 19604">
                    <a:extLst>
                      <a:ext uri="{FF2B5EF4-FFF2-40B4-BE49-F238E27FC236}">
                        <a16:creationId xmlns:a16="http://schemas.microsoft.com/office/drawing/2014/main" id="{19A8714C-D35A-2706-9E8E-F036AB8496E2}"/>
                      </a:ext>
                    </a:extLst>
                  </p:cNvPr>
                  <p:cNvGrpSpPr/>
                  <p:nvPr/>
                </p:nvGrpSpPr>
                <p:grpSpPr>
                  <a:xfrm>
                    <a:off x="6197413" y="3824215"/>
                    <a:ext cx="393192" cy="393192"/>
                    <a:chOff x="5265196" y="3357021"/>
                    <a:chExt cx="393192" cy="393192"/>
                  </a:xfrm>
                </p:grpSpPr>
                <p:grpSp>
                  <p:nvGrpSpPr>
                    <p:cNvPr id="19640" name="Group 19639">
                      <a:extLst>
                        <a:ext uri="{FF2B5EF4-FFF2-40B4-BE49-F238E27FC236}">
                          <a16:creationId xmlns:a16="http://schemas.microsoft.com/office/drawing/2014/main" id="{F810B83E-4C79-8DCD-9A0B-482364C3DE62}"/>
                        </a:ext>
                      </a:extLst>
                    </p:cNvPr>
                    <p:cNvGrpSpPr/>
                    <p:nvPr/>
                  </p:nvGrpSpPr>
                  <p:grpSpPr>
                    <a:xfrm rot="14400000">
                      <a:off x="5265196" y="3357021"/>
                      <a:ext cx="393192" cy="393192"/>
                      <a:chOff x="5354637" y="3446463"/>
                      <a:chExt cx="214313" cy="214313"/>
                    </a:xfrm>
                  </p:grpSpPr>
                  <p:sp>
                    <p:nvSpPr>
                      <p:cNvPr id="19649" name="Arc 19648">
                        <a:extLst>
                          <a:ext uri="{FF2B5EF4-FFF2-40B4-BE49-F238E27FC236}">
                            <a16:creationId xmlns:a16="http://schemas.microsoft.com/office/drawing/2014/main" id="{91F38907-CBF5-455B-5191-D613966A8AA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650" name="Arc 19649">
                        <a:extLst>
                          <a:ext uri="{FF2B5EF4-FFF2-40B4-BE49-F238E27FC236}">
                            <a16:creationId xmlns:a16="http://schemas.microsoft.com/office/drawing/2014/main" id="{77BA68D4-11E1-69F5-77F4-774ED7B80D4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641" name="Group 19640">
                      <a:extLst>
                        <a:ext uri="{FF2B5EF4-FFF2-40B4-BE49-F238E27FC236}">
                          <a16:creationId xmlns:a16="http://schemas.microsoft.com/office/drawing/2014/main" id="{218F6CFB-8711-55FB-682E-0C8C3F9BF738}"/>
                        </a:ext>
                      </a:extLst>
                    </p:cNvPr>
                    <p:cNvGrpSpPr/>
                    <p:nvPr/>
                  </p:nvGrpSpPr>
                  <p:grpSpPr>
                    <a:xfrm>
                      <a:off x="5310186" y="3402011"/>
                      <a:ext cx="303213" cy="303213"/>
                      <a:chOff x="5310186" y="3402011"/>
                      <a:chExt cx="303213" cy="303213"/>
                    </a:xfrm>
                  </p:grpSpPr>
                  <p:grpSp>
                    <p:nvGrpSpPr>
                      <p:cNvPr id="19642" name="Group 19641">
                        <a:extLst>
                          <a:ext uri="{FF2B5EF4-FFF2-40B4-BE49-F238E27FC236}">
                            <a16:creationId xmlns:a16="http://schemas.microsoft.com/office/drawing/2014/main" id="{A1E9A067-6725-A19F-ABB6-E57D9EFAE4E2}"/>
                          </a:ext>
                        </a:extLst>
                      </p:cNvPr>
                      <p:cNvGrpSpPr/>
                      <p:nvPr/>
                    </p:nvGrpSpPr>
                    <p:grpSpPr>
                      <a:xfrm>
                        <a:off x="5354636" y="3446461"/>
                        <a:ext cx="214313" cy="214313"/>
                        <a:chOff x="5354637" y="3446463"/>
                        <a:chExt cx="214313" cy="214313"/>
                      </a:xfrm>
                    </p:grpSpPr>
                    <p:sp>
                      <p:nvSpPr>
                        <p:cNvPr id="19647" name="Arc 19646">
                          <a:extLst>
                            <a:ext uri="{FF2B5EF4-FFF2-40B4-BE49-F238E27FC236}">
                              <a16:creationId xmlns:a16="http://schemas.microsoft.com/office/drawing/2014/main" id="{648E9BA8-2F9B-6748-0363-7DD8A557C8B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648" name="Arc 19647">
                          <a:extLst>
                            <a:ext uri="{FF2B5EF4-FFF2-40B4-BE49-F238E27FC236}">
                              <a16:creationId xmlns:a16="http://schemas.microsoft.com/office/drawing/2014/main" id="{D743D8A8-AC0F-C27E-7F5A-CD159104123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643" name="Group 19642">
                        <a:extLst>
                          <a:ext uri="{FF2B5EF4-FFF2-40B4-BE49-F238E27FC236}">
                            <a16:creationId xmlns:a16="http://schemas.microsoft.com/office/drawing/2014/main" id="{D346DE6B-4E0C-BA36-55C0-2AC7255744E5}"/>
                          </a:ext>
                        </a:extLst>
                      </p:cNvPr>
                      <p:cNvGrpSpPr/>
                      <p:nvPr/>
                    </p:nvGrpSpPr>
                    <p:grpSpPr>
                      <a:xfrm rot="7200000">
                        <a:off x="5310186" y="3402011"/>
                        <a:ext cx="303213" cy="303213"/>
                        <a:chOff x="5354637" y="3446463"/>
                        <a:chExt cx="214313" cy="214313"/>
                      </a:xfrm>
                    </p:grpSpPr>
                    <p:sp>
                      <p:nvSpPr>
                        <p:cNvPr id="19645" name="Arc 19644">
                          <a:extLst>
                            <a:ext uri="{FF2B5EF4-FFF2-40B4-BE49-F238E27FC236}">
                              <a16:creationId xmlns:a16="http://schemas.microsoft.com/office/drawing/2014/main" id="{52FA2110-59C3-34EE-F06A-D573E6D5AD3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646" name="Arc 19645">
                          <a:extLst>
                            <a:ext uri="{FF2B5EF4-FFF2-40B4-BE49-F238E27FC236}">
                              <a16:creationId xmlns:a16="http://schemas.microsoft.com/office/drawing/2014/main" id="{8AD007A7-8B5B-5D05-2CE9-2EE3BD24548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644" name="TextBox 19643">
                        <a:extLst>
                          <a:ext uri="{FF2B5EF4-FFF2-40B4-BE49-F238E27FC236}">
                            <a16:creationId xmlns:a16="http://schemas.microsoft.com/office/drawing/2014/main" id="{1B548EA5-A285-768C-6B4B-F20538021E00}"/>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606" name="Group 19605">
                    <a:extLst>
                      <a:ext uri="{FF2B5EF4-FFF2-40B4-BE49-F238E27FC236}">
                        <a16:creationId xmlns:a16="http://schemas.microsoft.com/office/drawing/2014/main" id="{6D36514A-AAD2-70D0-EF3C-2B35B3493093}"/>
                      </a:ext>
                    </a:extLst>
                  </p:cNvPr>
                  <p:cNvGrpSpPr/>
                  <p:nvPr/>
                </p:nvGrpSpPr>
                <p:grpSpPr>
                  <a:xfrm>
                    <a:off x="5886431" y="3525040"/>
                    <a:ext cx="393192" cy="393192"/>
                    <a:chOff x="5265196" y="3932619"/>
                    <a:chExt cx="393192" cy="393192"/>
                  </a:xfrm>
                </p:grpSpPr>
                <p:grpSp>
                  <p:nvGrpSpPr>
                    <p:cNvPr id="19630" name="Group 19629">
                      <a:extLst>
                        <a:ext uri="{FF2B5EF4-FFF2-40B4-BE49-F238E27FC236}">
                          <a16:creationId xmlns:a16="http://schemas.microsoft.com/office/drawing/2014/main" id="{F2F37B30-5303-E36E-2212-CE92863A0611}"/>
                        </a:ext>
                      </a:extLst>
                    </p:cNvPr>
                    <p:cNvGrpSpPr/>
                    <p:nvPr/>
                  </p:nvGrpSpPr>
                  <p:grpSpPr>
                    <a:xfrm>
                      <a:off x="5354636" y="4022061"/>
                      <a:ext cx="214313" cy="214313"/>
                      <a:chOff x="5354637" y="3446463"/>
                      <a:chExt cx="214313" cy="214313"/>
                    </a:xfrm>
                  </p:grpSpPr>
                  <p:sp>
                    <p:nvSpPr>
                      <p:cNvPr id="19638" name="Arc 19637">
                        <a:extLst>
                          <a:ext uri="{FF2B5EF4-FFF2-40B4-BE49-F238E27FC236}">
                            <a16:creationId xmlns:a16="http://schemas.microsoft.com/office/drawing/2014/main" id="{9731333F-D139-D16B-DE78-7DECCA28D74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639" name="Arc 19638">
                        <a:extLst>
                          <a:ext uri="{FF2B5EF4-FFF2-40B4-BE49-F238E27FC236}">
                            <a16:creationId xmlns:a16="http://schemas.microsoft.com/office/drawing/2014/main" id="{6B419020-5DB5-42CB-9E8F-2BFA65DAC5E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631" name="Group 19630">
                      <a:extLst>
                        <a:ext uri="{FF2B5EF4-FFF2-40B4-BE49-F238E27FC236}">
                          <a16:creationId xmlns:a16="http://schemas.microsoft.com/office/drawing/2014/main" id="{0ED7FA18-DA2C-A63B-BB54-28A469BFBEA8}"/>
                        </a:ext>
                      </a:extLst>
                    </p:cNvPr>
                    <p:cNvGrpSpPr/>
                    <p:nvPr/>
                  </p:nvGrpSpPr>
                  <p:grpSpPr>
                    <a:xfrm rot="14400000">
                      <a:off x="5310186" y="3977611"/>
                      <a:ext cx="303213" cy="303213"/>
                      <a:chOff x="5354637" y="3446463"/>
                      <a:chExt cx="214313" cy="214313"/>
                    </a:xfrm>
                  </p:grpSpPr>
                  <p:sp>
                    <p:nvSpPr>
                      <p:cNvPr id="19636" name="Arc 19635">
                        <a:extLst>
                          <a:ext uri="{FF2B5EF4-FFF2-40B4-BE49-F238E27FC236}">
                            <a16:creationId xmlns:a16="http://schemas.microsoft.com/office/drawing/2014/main" id="{0CA7C477-C1E4-AF8C-0636-008E0C510D1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637" name="Arc 19636">
                        <a:extLst>
                          <a:ext uri="{FF2B5EF4-FFF2-40B4-BE49-F238E27FC236}">
                            <a16:creationId xmlns:a16="http://schemas.microsoft.com/office/drawing/2014/main" id="{99D6EF51-FDDA-8163-DA05-707E0782E9C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632" name="Group 19631">
                      <a:extLst>
                        <a:ext uri="{FF2B5EF4-FFF2-40B4-BE49-F238E27FC236}">
                          <a16:creationId xmlns:a16="http://schemas.microsoft.com/office/drawing/2014/main" id="{ECDB908D-7072-A7D0-A9EB-1DA4BC6EC37F}"/>
                        </a:ext>
                      </a:extLst>
                    </p:cNvPr>
                    <p:cNvGrpSpPr/>
                    <p:nvPr/>
                  </p:nvGrpSpPr>
                  <p:grpSpPr>
                    <a:xfrm rot="7200000">
                      <a:off x="5265196" y="3932619"/>
                      <a:ext cx="393192" cy="393192"/>
                      <a:chOff x="5354637" y="3446463"/>
                      <a:chExt cx="214313" cy="214313"/>
                    </a:xfrm>
                  </p:grpSpPr>
                  <p:sp>
                    <p:nvSpPr>
                      <p:cNvPr id="19634" name="Arc 19633">
                        <a:extLst>
                          <a:ext uri="{FF2B5EF4-FFF2-40B4-BE49-F238E27FC236}">
                            <a16:creationId xmlns:a16="http://schemas.microsoft.com/office/drawing/2014/main" id="{08B501E6-F26D-AF63-F445-B1C23FA267B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635" name="Arc 19634">
                        <a:extLst>
                          <a:ext uri="{FF2B5EF4-FFF2-40B4-BE49-F238E27FC236}">
                            <a16:creationId xmlns:a16="http://schemas.microsoft.com/office/drawing/2014/main" id="{9BE15707-B0A7-394E-9C3F-1C753539D1A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633" name="TextBox 19632">
                      <a:extLst>
                        <a:ext uri="{FF2B5EF4-FFF2-40B4-BE49-F238E27FC236}">
                          <a16:creationId xmlns:a16="http://schemas.microsoft.com/office/drawing/2014/main" id="{75A6F6B3-1263-9767-B8D2-125FF9401FAD}"/>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9607" name="Group 19606">
                    <a:extLst>
                      <a:ext uri="{FF2B5EF4-FFF2-40B4-BE49-F238E27FC236}">
                        <a16:creationId xmlns:a16="http://schemas.microsoft.com/office/drawing/2014/main" id="{018C7E3F-677D-18EC-3E1F-8BDC0943A702}"/>
                      </a:ext>
                    </a:extLst>
                  </p:cNvPr>
                  <p:cNvGrpSpPr/>
                  <p:nvPr/>
                </p:nvGrpSpPr>
                <p:grpSpPr>
                  <a:xfrm>
                    <a:off x="6512463" y="3525040"/>
                    <a:ext cx="393192" cy="393192"/>
                    <a:chOff x="6389147" y="3357021"/>
                    <a:chExt cx="393192" cy="393192"/>
                  </a:xfrm>
                </p:grpSpPr>
                <p:grpSp>
                  <p:nvGrpSpPr>
                    <p:cNvPr id="19619" name="Group 19618">
                      <a:extLst>
                        <a:ext uri="{FF2B5EF4-FFF2-40B4-BE49-F238E27FC236}">
                          <a16:creationId xmlns:a16="http://schemas.microsoft.com/office/drawing/2014/main" id="{45EC3CC7-97D6-C834-DD9F-72CD941AC36D}"/>
                        </a:ext>
                      </a:extLst>
                    </p:cNvPr>
                    <p:cNvGrpSpPr/>
                    <p:nvPr/>
                  </p:nvGrpSpPr>
                  <p:grpSpPr>
                    <a:xfrm rot="7200000" flipH="1">
                      <a:off x="6389147" y="3357021"/>
                      <a:ext cx="393192" cy="393192"/>
                      <a:chOff x="5354637" y="3446463"/>
                      <a:chExt cx="214313" cy="214313"/>
                    </a:xfrm>
                  </p:grpSpPr>
                  <p:sp>
                    <p:nvSpPr>
                      <p:cNvPr id="19628" name="Arc 19627">
                        <a:extLst>
                          <a:ext uri="{FF2B5EF4-FFF2-40B4-BE49-F238E27FC236}">
                            <a16:creationId xmlns:a16="http://schemas.microsoft.com/office/drawing/2014/main" id="{44FBDFA2-AAC8-A1FE-C2D3-B790ECC37FB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629" name="Arc 19628">
                        <a:extLst>
                          <a:ext uri="{FF2B5EF4-FFF2-40B4-BE49-F238E27FC236}">
                            <a16:creationId xmlns:a16="http://schemas.microsoft.com/office/drawing/2014/main" id="{CF3F10E3-0211-42F3-EAA5-C82BE74CF7A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620" name="Group 19619">
                      <a:extLst>
                        <a:ext uri="{FF2B5EF4-FFF2-40B4-BE49-F238E27FC236}">
                          <a16:creationId xmlns:a16="http://schemas.microsoft.com/office/drawing/2014/main" id="{5C571133-5840-EA6B-AECC-5D0FD0A27ED7}"/>
                        </a:ext>
                      </a:extLst>
                    </p:cNvPr>
                    <p:cNvGrpSpPr/>
                    <p:nvPr/>
                  </p:nvGrpSpPr>
                  <p:grpSpPr>
                    <a:xfrm>
                      <a:off x="6434137" y="3402011"/>
                      <a:ext cx="303213" cy="303213"/>
                      <a:chOff x="6434137" y="3402011"/>
                      <a:chExt cx="303213" cy="303213"/>
                    </a:xfrm>
                  </p:grpSpPr>
                  <p:grpSp>
                    <p:nvGrpSpPr>
                      <p:cNvPr id="19621" name="Group 19620">
                        <a:extLst>
                          <a:ext uri="{FF2B5EF4-FFF2-40B4-BE49-F238E27FC236}">
                            <a16:creationId xmlns:a16="http://schemas.microsoft.com/office/drawing/2014/main" id="{D9EFC5E2-220B-CCBC-4715-94FBFF97F526}"/>
                          </a:ext>
                        </a:extLst>
                      </p:cNvPr>
                      <p:cNvGrpSpPr/>
                      <p:nvPr/>
                    </p:nvGrpSpPr>
                    <p:grpSpPr>
                      <a:xfrm flipH="1">
                        <a:off x="6478587" y="3446461"/>
                        <a:ext cx="214313" cy="214313"/>
                        <a:chOff x="5354637" y="3446463"/>
                        <a:chExt cx="214313" cy="214313"/>
                      </a:xfrm>
                    </p:grpSpPr>
                    <p:sp>
                      <p:nvSpPr>
                        <p:cNvPr id="19626" name="Arc 19625">
                          <a:extLst>
                            <a:ext uri="{FF2B5EF4-FFF2-40B4-BE49-F238E27FC236}">
                              <a16:creationId xmlns:a16="http://schemas.microsoft.com/office/drawing/2014/main" id="{C9C90642-61B3-675C-1A46-541A545A67F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627" name="Arc 19626">
                          <a:extLst>
                            <a:ext uri="{FF2B5EF4-FFF2-40B4-BE49-F238E27FC236}">
                              <a16:creationId xmlns:a16="http://schemas.microsoft.com/office/drawing/2014/main" id="{899427EF-B445-0D3D-D4EC-6BCE56476F0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622" name="Group 19621">
                        <a:extLst>
                          <a:ext uri="{FF2B5EF4-FFF2-40B4-BE49-F238E27FC236}">
                            <a16:creationId xmlns:a16="http://schemas.microsoft.com/office/drawing/2014/main" id="{C59623A8-FFC5-EA77-EE12-D37223D3C9A8}"/>
                          </a:ext>
                        </a:extLst>
                      </p:cNvPr>
                      <p:cNvGrpSpPr/>
                      <p:nvPr/>
                    </p:nvGrpSpPr>
                    <p:grpSpPr>
                      <a:xfrm rot="14400000" flipH="1">
                        <a:off x="6434137" y="3402011"/>
                        <a:ext cx="303213" cy="303213"/>
                        <a:chOff x="5354637" y="3446463"/>
                        <a:chExt cx="214313" cy="214313"/>
                      </a:xfrm>
                    </p:grpSpPr>
                    <p:sp>
                      <p:nvSpPr>
                        <p:cNvPr id="19624" name="Arc 19623">
                          <a:extLst>
                            <a:ext uri="{FF2B5EF4-FFF2-40B4-BE49-F238E27FC236}">
                              <a16:creationId xmlns:a16="http://schemas.microsoft.com/office/drawing/2014/main" id="{3F3B4A78-939E-B5AF-158C-A2560829EC3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625" name="Arc 19624">
                          <a:extLst>
                            <a:ext uri="{FF2B5EF4-FFF2-40B4-BE49-F238E27FC236}">
                              <a16:creationId xmlns:a16="http://schemas.microsoft.com/office/drawing/2014/main" id="{7DA3FDC1-5DD8-B9C7-D63E-1056A310ECE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623" name="TextBox 19622">
                        <a:extLst>
                          <a:ext uri="{FF2B5EF4-FFF2-40B4-BE49-F238E27FC236}">
                            <a16:creationId xmlns:a16="http://schemas.microsoft.com/office/drawing/2014/main" id="{FBDAAC68-8F38-BD46-105E-1C37B41A447C}"/>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608" name="Group 19607">
                    <a:extLst>
                      <a:ext uri="{FF2B5EF4-FFF2-40B4-BE49-F238E27FC236}">
                        <a16:creationId xmlns:a16="http://schemas.microsoft.com/office/drawing/2014/main" id="{D3132938-1E3C-ACC1-C7C5-C6C5BB17A988}"/>
                      </a:ext>
                    </a:extLst>
                  </p:cNvPr>
                  <p:cNvGrpSpPr/>
                  <p:nvPr/>
                </p:nvGrpSpPr>
                <p:grpSpPr>
                  <a:xfrm>
                    <a:off x="6197413" y="3225768"/>
                    <a:ext cx="393192" cy="393192"/>
                    <a:chOff x="6389147" y="3932622"/>
                    <a:chExt cx="393192" cy="393192"/>
                  </a:xfrm>
                </p:grpSpPr>
                <p:grpSp>
                  <p:nvGrpSpPr>
                    <p:cNvPr id="19609" name="Group 19608">
                      <a:extLst>
                        <a:ext uri="{FF2B5EF4-FFF2-40B4-BE49-F238E27FC236}">
                          <a16:creationId xmlns:a16="http://schemas.microsoft.com/office/drawing/2014/main" id="{5D3E91C4-2D74-16CC-FC5C-F5C9C8F297E6}"/>
                        </a:ext>
                      </a:extLst>
                    </p:cNvPr>
                    <p:cNvGrpSpPr/>
                    <p:nvPr/>
                  </p:nvGrpSpPr>
                  <p:grpSpPr>
                    <a:xfrm flipH="1">
                      <a:off x="6478587" y="4022061"/>
                      <a:ext cx="214313" cy="214313"/>
                      <a:chOff x="5354637" y="3446463"/>
                      <a:chExt cx="214313" cy="214313"/>
                    </a:xfrm>
                  </p:grpSpPr>
                  <p:sp>
                    <p:nvSpPr>
                      <p:cNvPr id="19617" name="Arc 19616">
                        <a:extLst>
                          <a:ext uri="{FF2B5EF4-FFF2-40B4-BE49-F238E27FC236}">
                            <a16:creationId xmlns:a16="http://schemas.microsoft.com/office/drawing/2014/main" id="{8679C8AA-647F-272C-7080-1D8A6084FAF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618" name="Arc 19617">
                        <a:extLst>
                          <a:ext uri="{FF2B5EF4-FFF2-40B4-BE49-F238E27FC236}">
                            <a16:creationId xmlns:a16="http://schemas.microsoft.com/office/drawing/2014/main" id="{42F2DD67-F235-2E8C-9FB0-3788E038E7C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610" name="Group 19609">
                      <a:extLst>
                        <a:ext uri="{FF2B5EF4-FFF2-40B4-BE49-F238E27FC236}">
                          <a16:creationId xmlns:a16="http://schemas.microsoft.com/office/drawing/2014/main" id="{7687AB3E-859B-ED59-1B23-9F2649F4EC53}"/>
                        </a:ext>
                      </a:extLst>
                    </p:cNvPr>
                    <p:cNvGrpSpPr/>
                    <p:nvPr/>
                  </p:nvGrpSpPr>
                  <p:grpSpPr>
                    <a:xfrm rot="7200000" flipH="1">
                      <a:off x="6434137" y="3977611"/>
                      <a:ext cx="303213" cy="303213"/>
                      <a:chOff x="5354637" y="3446463"/>
                      <a:chExt cx="214313" cy="214313"/>
                    </a:xfrm>
                  </p:grpSpPr>
                  <p:sp>
                    <p:nvSpPr>
                      <p:cNvPr id="19615" name="Arc 19614">
                        <a:extLst>
                          <a:ext uri="{FF2B5EF4-FFF2-40B4-BE49-F238E27FC236}">
                            <a16:creationId xmlns:a16="http://schemas.microsoft.com/office/drawing/2014/main" id="{47A3552E-2BFB-9752-82A7-88E2405D82C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616" name="Arc 19615">
                        <a:extLst>
                          <a:ext uri="{FF2B5EF4-FFF2-40B4-BE49-F238E27FC236}">
                            <a16:creationId xmlns:a16="http://schemas.microsoft.com/office/drawing/2014/main" id="{B481D1F5-C753-EA26-66CB-A402764BAFD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611" name="Group 19610">
                      <a:extLst>
                        <a:ext uri="{FF2B5EF4-FFF2-40B4-BE49-F238E27FC236}">
                          <a16:creationId xmlns:a16="http://schemas.microsoft.com/office/drawing/2014/main" id="{2DDD30A2-A5E1-771B-F884-3F1D322FD7E0}"/>
                        </a:ext>
                      </a:extLst>
                    </p:cNvPr>
                    <p:cNvGrpSpPr/>
                    <p:nvPr/>
                  </p:nvGrpSpPr>
                  <p:grpSpPr>
                    <a:xfrm rot="14400000" flipH="1">
                      <a:off x="6389147" y="3932622"/>
                      <a:ext cx="393192" cy="393192"/>
                      <a:chOff x="5354637" y="3446463"/>
                      <a:chExt cx="214313" cy="214313"/>
                    </a:xfrm>
                  </p:grpSpPr>
                  <p:sp>
                    <p:nvSpPr>
                      <p:cNvPr id="19613" name="Arc 19612">
                        <a:extLst>
                          <a:ext uri="{FF2B5EF4-FFF2-40B4-BE49-F238E27FC236}">
                            <a16:creationId xmlns:a16="http://schemas.microsoft.com/office/drawing/2014/main" id="{C952F660-F22D-5DC8-F87E-FF2DFD79D35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614" name="Arc 19613">
                        <a:extLst>
                          <a:ext uri="{FF2B5EF4-FFF2-40B4-BE49-F238E27FC236}">
                            <a16:creationId xmlns:a16="http://schemas.microsoft.com/office/drawing/2014/main" id="{809111A2-042F-BBCF-29E0-78DF1035D63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612" name="TextBox 19611">
                      <a:extLst>
                        <a:ext uri="{FF2B5EF4-FFF2-40B4-BE49-F238E27FC236}">
                          <a16:creationId xmlns:a16="http://schemas.microsoft.com/office/drawing/2014/main" id="{56ACFF0B-3708-1CAD-015D-2B7401DB7BD9}"/>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9508" name="Group 19507">
                <a:extLst>
                  <a:ext uri="{FF2B5EF4-FFF2-40B4-BE49-F238E27FC236}">
                    <a16:creationId xmlns:a16="http://schemas.microsoft.com/office/drawing/2014/main" id="{1E2CEC03-A5CF-B340-CE9F-937ADB6667F8}"/>
                  </a:ext>
                </a:extLst>
              </p:cNvPr>
              <p:cNvGrpSpPr/>
              <p:nvPr/>
            </p:nvGrpSpPr>
            <p:grpSpPr>
              <a:xfrm>
                <a:off x="6065340" y="2039507"/>
                <a:ext cx="1643204" cy="1593124"/>
                <a:chOff x="5445106" y="2644743"/>
                <a:chExt cx="1643204" cy="1593124"/>
              </a:xfrm>
            </p:grpSpPr>
            <p:grpSp>
              <p:nvGrpSpPr>
                <p:cNvPr id="19509" name="Group 19508">
                  <a:extLst>
                    <a:ext uri="{FF2B5EF4-FFF2-40B4-BE49-F238E27FC236}">
                      <a16:creationId xmlns:a16="http://schemas.microsoft.com/office/drawing/2014/main" id="{9638C72F-D7B0-49DE-DB1F-3B0FCD510269}"/>
                    </a:ext>
                  </a:extLst>
                </p:cNvPr>
                <p:cNvGrpSpPr/>
                <p:nvPr/>
              </p:nvGrpSpPr>
              <p:grpSpPr>
                <a:xfrm>
                  <a:off x="5445106" y="2644743"/>
                  <a:ext cx="1019224" cy="991639"/>
                  <a:chOff x="5886431" y="3225768"/>
                  <a:chExt cx="1019224" cy="991639"/>
                </a:xfrm>
              </p:grpSpPr>
              <p:grpSp>
                <p:nvGrpSpPr>
                  <p:cNvPr id="19557" name="Group 19556">
                    <a:extLst>
                      <a:ext uri="{FF2B5EF4-FFF2-40B4-BE49-F238E27FC236}">
                        <a16:creationId xmlns:a16="http://schemas.microsoft.com/office/drawing/2014/main" id="{0F536B69-1C5A-21B9-466D-00D4D12DEDF4}"/>
                      </a:ext>
                    </a:extLst>
                  </p:cNvPr>
                  <p:cNvGrpSpPr/>
                  <p:nvPr/>
                </p:nvGrpSpPr>
                <p:grpSpPr>
                  <a:xfrm>
                    <a:off x="6197413" y="3824215"/>
                    <a:ext cx="393192" cy="393192"/>
                    <a:chOff x="5265196" y="3357021"/>
                    <a:chExt cx="393192" cy="393192"/>
                  </a:xfrm>
                </p:grpSpPr>
                <p:grpSp>
                  <p:nvGrpSpPr>
                    <p:cNvPr id="19592" name="Group 19591">
                      <a:extLst>
                        <a:ext uri="{FF2B5EF4-FFF2-40B4-BE49-F238E27FC236}">
                          <a16:creationId xmlns:a16="http://schemas.microsoft.com/office/drawing/2014/main" id="{FC1FC247-F1F4-C729-9DA9-52A79275698A}"/>
                        </a:ext>
                      </a:extLst>
                    </p:cNvPr>
                    <p:cNvGrpSpPr/>
                    <p:nvPr/>
                  </p:nvGrpSpPr>
                  <p:grpSpPr>
                    <a:xfrm rot="14400000">
                      <a:off x="5265196" y="3357021"/>
                      <a:ext cx="393192" cy="393192"/>
                      <a:chOff x="5354637" y="3446463"/>
                      <a:chExt cx="214313" cy="214313"/>
                    </a:xfrm>
                  </p:grpSpPr>
                  <p:sp>
                    <p:nvSpPr>
                      <p:cNvPr id="19601" name="Arc 19600">
                        <a:extLst>
                          <a:ext uri="{FF2B5EF4-FFF2-40B4-BE49-F238E27FC236}">
                            <a16:creationId xmlns:a16="http://schemas.microsoft.com/office/drawing/2014/main" id="{9B39821C-4A2B-11AD-AE89-C5980B0EDC5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602" name="Arc 19601">
                        <a:extLst>
                          <a:ext uri="{FF2B5EF4-FFF2-40B4-BE49-F238E27FC236}">
                            <a16:creationId xmlns:a16="http://schemas.microsoft.com/office/drawing/2014/main" id="{1CCC298C-2F1D-EA4B-0759-682BEDD5D7E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593" name="Group 19592">
                      <a:extLst>
                        <a:ext uri="{FF2B5EF4-FFF2-40B4-BE49-F238E27FC236}">
                          <a16:creationId xmlns:a16="http://schemas.microsoft.com/office/drawing/2014/main" id="{398E1D9C-AC85-6DC8-249B-DCC76A1A5ED1}"/>
                        </a:ext>
                      </a:extLst>
                    </p:cNvPr>
                    <p:cNvGrpSpPr/>
                    <p:nvPr/>
                  </p:nvGrpSpPr>
                  <p:grpSpPr>
                    <a:xfrm>
                      <a:off x="5310186" y="3402011"/>
                      <a:ext cx="303213" cy="303213"/>
                      <a:chOff x="5310186" y="3402011"/>
                      <a:chExt cx="303213" cy="303213"/>
                    </a:xfrm>
                  </p:grpSpPr>
                  <p:grpSp>
                    <p:nvGrpSpPr>
                      <p:cNvPr id="19594" name="Group 19593">
                        <a:extLst>
                          <a:ext uri="{FF2B5EF4-FFF2-40B4-BE49-F238E27FC236}">
                            <a16:creationId xmlns:a16="http://schemas.microsoft.com/office/drawing/2014/main" id="{5B484A12-4630-D5F3-727A-278C76B64332}"/>
                          </a:ext>
                        </a:extLst>
                      </p:cNvPr>
                      <p:cNvGrpSpPr/>
                      <p:nvPr/>
                    </p:nvGrpSpPr>
                    <p:grpSpPr>
                      <a:xfrm>
                        <a:off x="5354636" y="3446461"/>
                        <a:ext cx="214313" cy="214313"/>
                        <a:chOff x="5354637" y="3446463"/>
                        <a:chExt cx="214313" cy="214313"/>
                      </a:xfrm>
                    </p:grpSpPr>
                    <p:sp>
                      <p:nvSpPr>
                        <p:cNvPr id="19599" name="Arc 19598">
                          <a:extLst>
                            <a:ext uri="{FF2B5EF4-FFF2-40B4-BE49-F238E27FC236}">
                              <a16:creationId xmlns:a16="http://schemas.microsoft.com/office/drawing/2014/main" id="{4F41214C-0C32-83B8-31C8-9BFC9D628CE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600" name="Arc 19599">
                          <a:extLst>
                            <a:ext uri="{FF2B5EF4-FFF2-40B4-BE49-F238E27FC236}">
                              <a16:creationId xmlns:a16="http://schemas.microsoft.com/office/drawing/2014/main" id="{AE6FFD1E-53AF-EBC4-0E00-7B40D9394AF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595" name="Group 19594">
                        <a:extLst>
                          <a:ext uri="{FF2B5EF4-FFF2-40B4-BE49-F238E27FC236}">
                            <a16:creationId xmlns:a16="http://schemas.microsoft.com/office/drawing/2014/main" id="{3AD19D22-2CF8-2410-AD25-E77ADDD82070}"/>
                          </a:ext>
                        </a:extLst>
                      </p:cNvPr>
                      <p:cNvGrpSpPr/>
                      <p:nvPr/>
                    </p:nvGrpSpPr>
                    <p:grpSpPr>
                      <a:xfrm rot="7200000">
                        <a:off x="5310186" y="3402011"/>
                        <a:ext cx="303213" cy="303213"/>
                        <a:chOff x="5354637" y="3446463"/>
                        <a:chExt cx="214313" cy="214313"/>
                      </a:xfrm>
                    </p:grpSpPr>
                    <p:sp>
                      <p:nvSpPr>
                        <p:cNvPr id="19597" name="Arc 19596">
                          <a:extLst>
                            <a:ext uri="{FF2B5EF4-FFF2-40B4-BE49-F238E27FC236}">
                              <a16:creationId xmlns:a16="http://schemas.microsoft.com/office/drawing/2014/main" id="{4752BDFF-74AD-786C-C6CA-07A6D52DC18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598" name="Arc 19597">
                          <a:extLst>
                            <a:ext uri="{FF2B5EF4-FFF2-40B4-BE49-F238E27FC236}">
                              <a16:creationId xmlns:a16="http://schemas.microsoft.com/office/drawing/2014/main" id="{A4DC4588-8EA7-AA6A-235B-D88620E9297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596" name="TextBox 19595">
                        <a:extLst>
                          <a:ext uri="{FF2B5EF4-FFF2-40B4-BE49-F238E27FC236}">
                            <a16:creationId xmlns:a16="http://schemas.microsoft.com/office/drawing/2014/main" id="{9A421C4A-6D58-B332-9FBE-7351A25F3D97}"/>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558" name="Group 19557">
                    <a:extLst>
                      <a:ext uri="{FF2B5EF4-FFF2-40B4-BE49-F238E27FC236}">
                        <a16:creationId xmlns:a16="http://schemas.microsoft.com/office/drawing/2014/main" id="{3271BDFD-D0A8-8C03-B6DA-B975A8DE3841}"/>
                      </a:ext>
                    </a:extLst>
                  </p:cNvPr>
                  <p:cNvGrpSpPr/>
                  <p:nvPr/>
                </p:nvGrpSpPr>
                <p:grpSpPr>
                  <a:xfrm>
                    <a:off x="5886431" y="3525040"/>
                    <a:ext cx="393192" cy="393192"/>
                    <a:chOff x="5265196" y="3932619"/>
                    <a:chExt cx="393192" cy="393192"/>
                  </a:xfrm>
                </p:grpSpPr>
                <p:grpSp>
                  <p:nvGrpSpPr>
                    <p:cNvPr id="19582" name="Group 19581">
                      <a:extLst>
                        <a:ext uri="{FF2B5EF4-FFF2-40B4-BE49-F238E27FC236}">
                          <a16:creationId xmlns:a16="http://schemas.microsoft.com/office/drawing/2014/main" id="{F6BBB5EA-CA25-363A-6631-0CEE08725F3F}"/>
                        </a:ext>
                      </a:extLst>
                    </p:cNvPr>
                    <p:cNvGrpSpPr/>
                    <p:nvPr/>
                  </p:nvGrpSpPr>
                  <p:grpSpPr>
                    <a:xfrm>
                      <a:off x="5354636" y="4022061"/>
                      <a:ext cx="214313" cy="214313"/>
                      <a:chOff x="5354637" y="3446463"/>
                      <a:chExt cx="214313" cy="214313"/>
                    </a:xfrm>
                  </p:grpSpPr>
                  <p:sp>
                    <p:nvSpPr>
                      <p:cNvPr id="19590" name="Arc 19589">
                        <a:extLst>
                          <a:ext uri="{FF2B5EF4-FFF2-40B4-BE49-F238E27FC236}">
                            <a16:creationId xmlns:a16="http://schemas.microsoft.com/office/drawing/2014/main" id="{9E7DF76A-764C-9CB8-9087-BE40719A1CB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591" name="Arc 19590">
                        <a:extLst>
                          <a:ext uri="{FF2B5EF4-FFF2-40B4-BE49-F238E27FC236}">
                            <a16:creationId xmlns:a16="http://schemas.microsoft.com/office/drawing/2014/main" id="{EFDCF396-9CB0-0EEC-D72C-95659F96165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583" name="Group 19582">
                      <a:extLst>
                        <a:ext uri="{FF2B5EF4-FFF2-40B4-BE49-F238E27FC236}">
                          <a16:creationId xmlns:a16="http://schemas.microsoft.com/office/drawing/2014/main" id="{C9CE07D3-409F-B8E4-5392-85452A400C6C}"/>
                        </a:ext>
                      </a:extLst>
                    </p:cNvPr>
                    <p:cNvGrpSpPr/>
                    <p:nvPr/>
                  </p:nvGrpSpPr>
                  <p:grpSpPr>
                    <a:xfrm rot="14400000">
                      <a:off x="5310186" y="3977611"/>
                      <a:ext cx="303213" cy="303213"/>
                      <a:chOff x="5354637" y="3446463"/>
                      <a:chExt cx="214313" cy="214313"/>
                    </a:xfrm>
                  </p:grpSpPr>
                  <p:sp>
                    <p:nvSpPr>
                      <p:cNvPr id="19588" name="Arc 19587">
                        <a:extLst>
                          <a:ext uri="{FF2B5EF4-FFF2-40B4-BE49-F238E27FC236}">
                            <a16:creationId xmlns:a16="http://schemas.microsoft.com/office/drawing/2014/main" id="{891D23EA-C759-7896-A0F0-C6B8915908E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589" name="Arc 19588">
                        <a:extLst>
                          <a:ext uri="{FF2B5EF4-FFF2-40B4-BE49-F238E27FC236}">
                            <a16:creationId xmlns:a16="http://schemas.microsoft.com/office/drawing/2014/main" id="{EA65FCB8-366C-259D-1677-396B0E991A3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584" name="Group 19583">
                      <a:extLst>
                        <a:ext uri="{FF2B5EF4-FFF2-40B4-BE49-F238E27FC236}">
                          <a16:creationId xmlns:a16="http://schemas.microsoft.com/office/drawing/2014/main" id="{860F6C4C-702D-8875-37C1-645CBE24E0F1}"/>
                        </a:ext>
                      </a:extLst>
                    </p:cNvPr>
                    <p:cNvGrpSpPr/>
                    <p:nvPr/>
                  </p:nvGrpSpPr>
                  <p:grpSpPr>
                    <a:xfrm rot="7200000">
                      <a:off x="5265196" y="3932619"/>
                      <a:ext cx="393192" cy="393192"/>
                      <a:chOff x="5354637" y="3446463"/>
                      <a:chExt cx="214313" cy="214313"/>
                    </a:xfrm>
                  </p:grpSpPr>
                  <p:sp>
                    <p:nvSpPr>
                      <p:cNvPr id="19586" name="Arc 19585">
                        <a:extLst>
                          <a:ext uri="{FF2B5EF4-FFF2-40B4-BE49-F238E27FC236}">
                            <a16:creationId xmlns:a16="http://schemas.microsoft.com/office/drawing/2014/main" id="{9173BC14-9DD4-5CEC-6232-6A138A44226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587" name="Arc 19586">
                        <a:extLst>
                          <a:ext uri="{FF2B5EF4-FFF2-40B4-BE49-F238E27FC236}">
                            <a16:creationId xmlns:a16="http://schemas.microsoft.com/office/drawing/2014/main" id="{386AC2DE-6E2B-AE47-17A5-2E2CBE29E74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585" name="TextBox 19584">
                      <a:extLst>
                        <a:ext uri="{FF2B5EF4-FFF2-40B4-BE49-F238E27FC236}">
                          <a16:creationId xmlns:a16="http://schemas.microsoft.com/office/drawing/2014/main" id="{1C2680D3-75DB-6199-351D-87D76A467828}"/>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9559" name="Group 19558">
                    <a:extLst>
                      <a:ext uri="{FF2B5EF4-FFF2-40B4-BE49-F238E27FC236}">
                        <a16:creationId xmlns:a16="http://schemas.microsoft.com/office/drawing/2014/main" id="{D5D3B8D5-84E1-7674-6076-6147FAAB804A}"/>
                      </a:ext>
                    </a:extLst>
                  </p:cNvPr>
                  <p:cNvGrpSpPr/>
                  <p:nvPr/>
                </p:nvGrpSpPr>
                <p:grpSpPr>
                  <a:xfrm>
                    <a:off x="6512463" y="3525040"/>
                    <a:ext cx="393192" cy="393192"/>
                    <a:chOff x="6389147" y="3357021"/>
                    <a:chExt cx="393192" cy="393192"/>
                  </a:xfrm>
                </p:grpSpPr>
                <p:grpSp>
                  <p:nvGrpSpPr>
                    <p:cNvPr id="19571" name="Group 19570">
                      <a:extLst>
                        <a:ext uri="{FF2B5EF4-FFF2-40B4-BE49-F238E27FC236}">
                          <a16:creationId xmlns:a16="http://schemas.microsoft.com/office/drawing/2014/main" id="{084BEED6-335D-27BB-76FC-007A227794E0}"/>
                        </a:ext>
                      </a:extLst>
                    </p:cNvPr>
                    <p:cNvGrpSpPr/>
                    <p:nvPr/>
                  </p:nvGrpSpPr>
                  <p:grpSpPr>
                    <a:xfrm rot="7200000" flipH="1">
                      <a:off x="6389147" y="3357021"/>
                      <a:ext cx="393192" cy="393192"/>
                      <a:chOff x="5354637" y="3446463"/>
                      <a:chExt cx="214313" cy="214313"/>
                    </a:xfrm>
                  </p:grpSpPr>
                  <p:sp>
                    <p:nvSpPr>
                      <p:cNvPr id="19580" name="Arc 19579">
                        <a:extLst>
                          <a:ext uri="{FF2B5EF4-FFF2-40B4-BE49-F238E27FC236}">
                            <a16:creationId xmlns:a16="http://schemas.microsoft.com/office/drawing/2014/main" id="{2B5D5C43-DDE2-5D58-AC16-CF76A34E723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581" name="Arc 19580">
                        <a:extLst>
                          <a:ext uri="{FF2B5EF4-FFF2-40B4-BE49-F238E27FC236}">
                            <a16:creationId xmlns:a16="http://schemas.microsoft.com/office/drawing/2014/main" id="{A1AB9E72-3FEA-0EC3-6236-E3EE23C66ED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572" name="Group 19571">
                      <a:extLst>
                        <a:ext uri="{FF2B5EF4-FFF2-40B4-BE49-F238E27FC236}">
                          <a16:creationId xmlns:a16="http://schemas.microsoft.com/office/drawing/2014/main" id="{CF4EDF91-41EF-7F64-9AA2-3372810B1673}"/>
                        </a:ext>
                      </a:extLst>
                    </p:cNvPr>
                    <p:cNvGrpSpPr/>
                    <p:nvPr/>
                  </p:nvGrpSpPr>
                  <p:grpSpPr>
                    <a:xfrm>
                      <a:off x="6434137" y="3402011"/>
                      <a:ext cx="303213" cy="303213"/>
                      <a:chOff x="6434137" y="3402011"/>
                      <a:chExt cx="303213" cy="303213"/>
                    </a:xfrm>
                  </p:grpSpPr>
                  <p:grpSp>
                    <p:nvGrpSpPr>
                      <p:cNvPr id="19573" name="Group 19572">
                        <a:extLst>
                          <a:ext uri="{FF2B5EF4-FFF2-40B4-BE49-F238E27FC236}">
                            <a16:creationId xmlns:a16="http://schemas.microsoft.com/office/drawing/2014/main" id="{4E5280F7-61C6-CA37-3077-D9BFA0FEF8EB}"/>
                          </a:ext>
                        </a:extLst>
                      </p:cNvPr>
                      <p:cNvGrpSpPr/>
                      <p:nvPr/>
                    </p:nvGrpSpPr>
                    <p:grpSpPr>
                      <a:xfrm flipH="1">
                        <a:off x="6478587" y="3446461"/>
                        <a:ext cx="214313" cy="214313"/>
                        <a:chOff x="5354637" y="3446463"/>
                        <a:chExt cx="214313" cy="214313"/>
                      </a:xfrm>
                    </p:grpSpPr>
                    <p:sp>
                      <p:nvSpPr>
                        <p:cNvPr id="19578" name="Arc 19577">
                          <a:extLst>
                            <a:ext uri="{FF2B5EF4-FFF2-40B4-BE49-F238E27FC236}">
                              <a16:creationId xmlns:a16="http://schemas.microsoft.com/office/drawing/2014/main" id="{35DE5F40-95C1-F012-8584-A1145FB41D5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579" name="Arc 19578">
                          <a:extLst>
                            <a:ext uri="{FF2B5EF4-FFF2-40B4-BE49-F238E27FC236}">
                              <a16:creationId xmlns:a16="http://schemas.microsoft.com/office/drawing/2014/main" id="{1457E8AB-23BE-144E-C638-14BB0757ACA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574" name="Group 19573">
                        <a:extLst>
                          <a:ext uri="{FF2B5EF4-FFF2-40B4-BE49-F238E27FC236}">
                            <a16:creationId xmlns:a16="http://schemas.microsoft.com/office/drawing/2014/main" id="{5ADA05DB-4ED0-DF24-8D73-6B59B91F865B}"/>
                          </a:ext>
                        </a:extLst>
                      </p:cNvPr>
                      <p:cNvGrpSpPr/>
                      <p:nvPr/>
                    </p:nvGrpSpPr>
                    <p:grpSpPr>
                      <a:xfrm rot="14400000" flipH="1">
                        <a:off x="6434137" y="3402011"/>
                        <a:ext cx="303213" cy="303213"/>
                        <a:chOff x="5354637" y="3446463"/>
                        <a:chExt cx="214313" cy="214313"/>
                      </a:xfrm>
                    </p:grpSpPr>
                    <p:sp>
                      <p:nvSpPr>
                        <p:cNvPr id="19576" name="Arc 19575">
                          <a:extLst>
                            <a:ext uri="{FF2B5EF4-FFF2-40B4-BE49-F238E27FC236}">
                              <a16:creationId xmlns:a16="http://schemas.microsoft.com/office/drawing/2014/main" id="{BE80D53B-8BE7-E549-FCC4-D82B278ACBA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577" name="Arc 19576">
                          <a:extLst>
                            <a:ext uri="{FF2B5EF4-FFF2-40B4-BE49-F238E27FC236}">
                              <a16:creationId xmlns:a16="http://schemas.microsoft.com/office/drawing/2014/main" id="{998D5293-9756-800E-00A8-71C4087CFB0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575" name="TextBox 19574">
                        <a:extLst>
                          <a:ext uri="{FF2B5EF4-FFF2-40B4-BE49-F238E27FC236}">
                            <a16:creationId xmlns:a16="http://schemas.microsoft.com/office/drawing/2014/main" id="{C3266A9C-968E-75F7-DA9B-8E4557C35780}"/>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560" name="Group 19559">
                    <a:extLst>
                      <a:ext uri="{FF2B5EF4-FFF2-40B4-BE49-F238E27FC236}">
                        <a16:creationId xmlns:a16="http://schemas.microsoft.com/office/drawing/2014/main" id="{D2371188-99F8-49CF-FDF7-AB80B328CC99}"/>
                      </a:ext>
                    </a:extLst>
                  </p:cNvPr>
                  <p:cNvGrpSpPr/>
                  <p:nvPr/>
                </p:nvGrpSpPr>
                <p:grpSpPr>
                  <a:xfrm>
                    <a:off x="6197413" y="3225768"/>
                    <a:ext cx="393192" cy="393192"/>
                    <a:chOff x="6389147" y="3932622"/>
                    <a:chExt cx="393192" cy="393192"/>
                  </a:xfrm>
                </p:grpSpPr>
                <p:grpSp>
                  <p:nvGrpSpPr>
                    <p:cNvPr id="19561" name="Group 19560">
                      <a:extLst>
                        <a:ext uri="{FF2B5EF4-FFF2-40B4-BE49-F238E27FC236}">
                          <a16:creationId xmlns:a16="http://schemas.microsoft.com/office/drawing/2014/main" id="{32B50E56-2C86-2A94-45F4-CD924C5F6E31}"/>
                        </a:ext>
                      </a:extLst>
                    </p:cNvPr>
                    <p:cNvGrpSpPr/>
                    <p:nvPr/>
                  </p:nvGrpSpPr>
                  <p:grpSpPr>
                    <a:xfrm flipH="1">
                      <a:off x="6478587" y="4022061"/>
                      <a:ext cx="214313" cy="214313"/>
                      <a:chOff x="5354637" y="3446463"/>
                      <a:chExt cx="214313" cy="214313"/>
                    </a:xfrm>
                  </p:grpSpPr>
                  <p:sp>
                    <p:nvSpPr>
                      <p:cNvPr id="19569" name="Arc 19568">
                        <a:extLst>
                          <a:ext uri="{FF2B5EF4-FFF2-40B4-BE49-F238E27FC236}">
                            <a16:creationId xmlns:a16="http://schemas.microsoft.com/office/drawing/2014/main" id="{CDAF80D6-BC58-F5C8-0BEE-05B8240106D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570" name="Arc 19569">
                        <a:extLst>
                          <a:ext uri="{FF2B5EF4-FFF2-40B4-BE49-F238E27FC236}">
                            <a16:creationId xmlns:a16="http://schemas.microsoft.com/office/drawing/2014/main" id="{068D0596-16A0-DFEF-2616-5ABAC550309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562" name="Group 19561">
                      <a:extLst>
                        <a:ext uri="{FF2B5EF4-FFF2-40B4-BE49-F238E27FC236}">
                          <a16:creationId xmlns:a16="http://schemas.microsoft.com/office/drawing/2014/main" id="{107315D9-2334-105A-B4B8-285B56C53F86}"/>
                        </a:ext>
                      </a:extLst>
                    </p:cNvPr>
                    <p:cNvGrpSpPr/>
                    <p:nvPr/>
                  </p:nvGrpSpPr>
                  <p:grpSpPr>
                    <a:xfrm rot="7200000" flipH="1">
                      <a:off x="6434137" y="3977611"/>
                      <a:ext cx="303213" cy="303213"/>
                      <a:chOff x="5354637" y="3446463"/>
                      <a:chExt cx="214313" cy="214313"/>
                    </a:xfrm>
                  </p:grpSpPr>
                  <p:sp>
                    <p:nvSpPr>
                      <p:cNvPr id="19567" name="Arc 19566">
                        <a:extLst>
                          <a:ext uri="{FF2B5EF4-FFF2-40B4-BE49-F238E27FC236}">
                            <a16:creationId xmlns:a16="http://schemas.microsoft.com/office/drawing/2014/main" id="{28D8CA0C-9079-377D-6825-2CB1CFE5CD5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568" name="Arc 19567">
                        <a:extLst>
                          <a:ext uri="{FF2B5EF4-FFF2-40B4-BE49-F238E27FC236}">
                            <a16:creationId xmlns:a16="http://schemas.microsoft.com/office/drawing/2014/main" id="{B5625AA4-DF22-39B4-5B9C-90CEE553FC4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563" name="Group 19562">
                      <a:extLst>
                        <a:ext uri="{FF2B5EF4-FFF2-40B4-BE49-F238E27FC236}">
                          <a16:creationId xmlns:a16="http://schemas.microsoft.com/office/drawing/2014/main" id="{9B6911D2-719D-CC19-2DAF-8BEA39C8AE0B}"/>
                        </a:ext>
                      </a:extLst>
                    </p:cNvPr>
                    <p:cNvGrpSpPr/>
                    <p:nvPr/>
                  </p:nvGrpSpPr>
                  <p:grpSpPr>
                    <a:xfrm rot="14400000" flipH="1">
                      <a:off x="6389147" y="3932622"/>
                      <a:ext cx="393192" cy="393192"/>
                      <a:chOff x="5354637" y="3446463"/>
                      <a:chExt cx="214313" cy="214313"/>
                    </a:xfrm>
                  </p:grpSpPr>
                  <p:sp>
                    <p:nvSpPr>
                      <p:cNvPr id="19565" name="Arc 19564">
                        <a:extLst>
                          <a:ext uri="{FF2B5EF4-FFF2-40B4-BE49-F238E27FC236}">
                            <a16:creationId xmlns:a16="http://schemas.microsoft.com/office/drawing/2014/main" id="{F58FC884-07C5-5DCD-3818-463C2BD8D8B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566" name="Arc 19565">
                        <a:extLst>
                          <a:ext uri="{FF2B5EF4-FFF2-40B4-BE49-F238E27FC236}">
                            <a16:creationId xmlns:a16="http://schemas.microsoft.com/office/drawing/2014/main" id="{F910C13F-8B24-AFE9-0338-7EED5A3946B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564" name="TextBox 19563">
                      <a:extLst>
                        <a:ext uri="{FF2B5EF4-FFF2-40B4-BE49-F238E27FC236}">
                          <a16:creationId xmlns:a16="http://schemas.microsoft.com/office/drawing/2014/main" id="{5FABB75D-B59D-F5E7-EC58-0BB4761EED94}"/>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510" name="Group 19509">
                  <a:extLst>
                    <a:ext uri="{FF2B5EF4-FFF2-40B4-BE49-F238E27FC236}">
                      <a16:creationId xmlns:a16="http://schemas.microsoft.com/office/drawing/2014/main" id="{06D5F6B6-697A-C390-71AC-737409C80F22}"/>
                    </a:ext>
                  </a:extLst>
                </p:cNvPr>
                <p:cNvGrpSpPr/>
                <p:nvPr/>
              </p:nvGrpSpPr>
              <p:grpSpPr>
                <a:xfrm>
                  <a:off x="6069086" y="3246228"/>
                  <a:ext cx="1019224" cy="991639"/>
                  <a:chOff x="5886431" y="3225768"/>
                  <a:chExt cx="1019224" cy="991639"/>
                </a:xfrm>
              </p:grpSpPr>
              <p:grpSp>
                <p:nvGrpSpPr>
                  <p:cNvPr id="19511" name="Group 19510">
                    <a:extLst>
                      <a:ext uri="{FF2B5EF4-FFF2-40B4-BE49-F238E27FC236}">
                        <a16:creationId xmlns:a16="http://schemas.microsoft.com/office/drawing/2014/main" id="{662DC2A7-BBB1-7D27-C7CC-364BC34D4160}"/>
                      </a:ext>
                    </a:extLst>
                  </p:cNvPr>
                  <p:cNvGrpSpPr/>
                  <p:nvPr/>
                </p:nvGrpSpPr>
                <p:grpSpPr>
                  <a:xfrm>
                    <a:off x="6197413" y="3824215"/>
                    <a:ext cx="393192" cy="393192"/>
                    <a:chOff x="5265196" y="3357021"/>
                    <a:chExt cx="393192" cy="393192"/>
                  </a:xfrm>
                </p:grpSpPr>
                <p:grpSp>
                  <p:nvGrpSpPr>
                    <p:cNvPr id="19546" name="Group 19545">
                      <a:extLst>
                        <a:ext uri="{FF2B5EF4-FFF2-40B4-BE49-F238E27FC236}">
                          <a16:creationId xmlns:a16="http://schemas.microsoft.com/office/drawing/2014/main" id="{C33F30D2-3874-6794-F075-6ADC230B8421}"/>
                        </a:ext>
                      </a:extLst>
                    </p:cNvPr>
                    <p:cNvGrpSpPr/>
                    <p:nvPr/>
                  </p:nvGrpSpPr>
                  <p:grpSpPr>
                    <a:xfrm rot="14400000">
                      <a:off x="5265196" y="3357021"/>
                      <a:ext cx="393192" cy="393192"/>
                      <a:chOff x="5354637" y="3446463"/>
                      <a:chExt cx="214313" cy="214313"/>
                    </a:xfrm>
                  </p:grpSpPr>
                  <p:sp>
                    <p:nvSpPr>
                      <p:cNvPr id="19555" name="Arc 19554">
                        <a:extLst>
                          <a:ext uri="{FF2B5EF4-FFF2-40B4-BE49-F238E27FC236}">
                            <a16:creationId xmlns:a16="http://schemas.microsoft.com/office/drawing/2014/main" id="{D38A182A-E2A4-9BE5-6ACC-3D7E346068D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556" name="Arc 19555">
                        <a:extLst>
                          <a:ext uri="{FF2B5EF4-FFF2-40B4-BE49-F238E27FC236}">
                            <a16:creationId xmlns:a16="http://schemas.microsoft.com/office/drawing/2014/main" id="{716796FC-D0B8-8A8D-1963-D6F3EA7843F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547" name="Group 19546">
                      <a:extLst>
                        <a:ext uri="{FF2B5EF4-FFF2-40B4-BE49-F238E27FC236}">
                          <a16:creationId xmlns:a16="http://schemas.microsoft.com/office/drawing/2014/main" id="{95E48C0F-913C-FC41-DE32-E7BCBC525C95}"/>
                        </a:ext>
                      </a:extLst>
                    </p:cNvPr>
                    <p:cNvGrpSpPr/>
                    <p:nvPr/>
                  </p:nvGrpSpPr>
                  <p:grpSpPr>
                    <a:xfrm>
                      <a:off x="5310186" y="3402011"/>
                      <a:ext cx="303213" cy="303213"/>
                      <a:chOff x="5310186" y="3402011"/>
                      <a:chExt cx="303213" cy="303213"/>
                    </a:xfrm>
                  </p:grpSpPr>
                  <p:grpSp>
                    <p:nvGrpSpPr>
                      <p:cNvPr id="19548" name="Group 19547">
                        <a:extLst>
                          <a:ext uri="{FF2B5EF4-FFF2-40B4-BE49-F238E27FC236}">
                            <a16:creationId xmlns:a16="http://schemas.microsoft.com/office/drawing/2014/main" id="{F93C22F0-C0DF-2A02-ADB7-A6E1C6E3EB8B}"/>
                          </a:ext>
                        </a:extLst>
                      </p:cNvPr>
                      <p:cNvGrpSpPr/>
                      <p:nvPr/>
                    </p:nvGrpSpPr>
                    <p:grpSpPr>
                      <a:xfrm>
                        <a:off x="5354636" y="3446461"/>
                        <a:ext cx="214313" cy="214313"/>
                        <a:chOff x="5354637" y="3446463"/>
                        <a:chExt cx="214313" cy="214313"/>
                      </a:xfrm>
                    </p:grpSpPr>
                    <p:sp>
                      <p:nvSpPr>
                        <p:cNvPr id="19553" name="Arc 19552">
                          <a:extLst>
                            <a:ext uri="{FF2B5EF4-FFF2-40B4-BE49-F238E27FC236}">
                              <a16:creationId xmlns:a16="http://schemas.microsoft.com/office/drawing/2014/main" id="{AD96C1C8-A6D9-D526-C2F5-0788158250C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554" name="Arc 19553">
                          <a:extLst>
                            <a:ext uri="{FF2B5EF4-FFF2-40B4-BE49-F238E27FC236}">
                              <a16:creationId xmlns:a16="http://schemas.microsoft.com/office/drawing/2014/main" id="{CDBB42E5-58C1-8FA5-A9D5-4C4C5B81E9B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549" name="Group 19548">
                        <a:extLst>
                          <a:ext uri="{FF2B5EF4-FFF2-40B4-BE49-F238E27FC236}">
                            <a16:creationId xmlns:a16="http://schemas.microsoft.com/office/drawing/2014/main" id="{BEEFFF75-EB37-EA99-C7F1-DC5E3CA1435D}"/>
                          </a:ext>
                        </a:extLst>
                      </p:cNvPr>
                      <p:cNvGrpSpPr/>
                      <p:nvPr/>
                    </p:nvGrpSpPr>
                    <p:grpSpPr>
                      <a:xfrm rot="7200000">
                        <a:off x="5310186" y="3402011"/>
                        <a:ext cx="303213" cy="303213"/>
                        <a:chOff x="5354637" y="3446463"/>
                        <a:chExt cx="214313" cy="214313"/>
                      </a:xfrm>
                    </p:grpSpPr>
                    <p:sp>
                      <p:nvSpPr>
                        <p:cNvPr id="19551" name="Arc 19550">
                          <a:extLst>
                            <a:ext uri="{FF2B5EF4-FFF2-40B4-BE49-F238E27FC236}">
                              <a16:creationId xmlns:a16="http://schemas.microsoft.com/office/drawing/2014/main" id="{65FC9340-F33F-0AEA-87EC-68A8BC173C9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552" name="Arc 19551">
                          <a:extLst>
                            <a:ext uri="{FF2B5EF4-FFF2-40B4-BE49-F238E27FC236}">
                              <a16:creationId xmlns:a16="http://schemas.microsoft.com/office/drawing/2014/main" id="{E34DEBCF-D321-423E-5AC8-1E8E38D6551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550" name="TextBox 19549">
                        <a:extLst>
                          <a:ext uri="{FF2B5EF4-FFF2-40B4-BE49-F238E27FC236}">
                            <a16:creationId xmlns:a16="http://schemas.microsoft.com/office/drawing/2014/main" id="{FAFD7BD8-D4EA-1D34-4E81-3FF0CD404DE4}"/>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512" name="Group 19511">
                    <a:extLst>
                      <a:ext uri="{FF2B5EF4-FFF2-40B4-BE49-F238E27FC236}">
                        <a16:creationId xmlns:a16="http://schemas.microsoft.com/office/drawing/2014/main" id="{9761A219-CFB3-DA1C-7EA0-1F580E0F7A0D}"/>
                      </a:ext>
                    </a:extLst>
                  </p:cNvPr>
                  <p:cNvGrpSpPr/>
                  <p:nvPr/>
                </p:nvGrpSpPr>
                <p:grpSpPr>
                  <a:xfrm>
                    <a:off x="5886431" y="3525040"/>
                    <a:ext cx="393192" cy="393192"/>
                    <a:chOff x="5265196" y="3932619"/>
                    <a:chExt cx="393192" cy="393192"/>
                  </a:xfrm>
                </p:grpSpPr>
                <p:grpSp>
                  <p:nvGrpSpPr>
                    <p:cNvPr id="19536" name="Group 19535">
                      <a:extLst>
                        <a:ext uri="{FF2B5EF4-FFF2-40B4-BE49-F238E27FC236}">
                          <a16:creationId xmlns:a16="http://schemas.microsoft.com/office/drawing/2014/main" id="{39751BEF-C7EA-3C4D-3CE3-9DD640818873}"/>
                        </a:ext>
                      </a:extLst>
                    </p:cNvPr>
                    <p:cNvGrpSpPr/>
                    <p:nvPr/>
                  </p:nvGrpSpPr>
                  <p:grpSpPr>
                    <a:xfrm>
                      <a:off x="5354636" y="4022061"/>
                      <a:ext cx="214313" cy="214313"/>
                      <a:chOff x="5354637" y="3446463"/>
                      <a:chExt cx="214313" cy="214313"/>
                    </a:xfrm>
                  </p:grpSpPr>
                  <p:sp>
                    <p:nvSpPr>
                      <p:cNvPr id="19544" name="Arc 19543">
                        <a:extLst>
                          <a:ext uri="{FF2B5EF4-FFF2-40B4-BE49-F238E27FC236}">
                            <a16:creationId xmlns:a16="http://schemas.microsoft.com/office/drawing/2014/main" id="{3429E00D-7560-0D32-6E47-EA279B90135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545" name="Arc 19544">
                        <a:extLst>
                          <a:ext uri="{FF2B5EF4-FFF2-40B4-BE49-F238E27FC236}">
                            <a16:creationId xmlns:a16="http://schemas.microsoft.com/office/drawing/2014/main" id="{B4FD317A-DA3D-1677-751B-9115A8F79DD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537" name="Group 19536">
                      <a:extLst>
                        <a:ext uri="{FF2B5EF4-FFF2-40B4-BE49-F238E27FC236}">
                          <a16:creationId xmlns:a16="http://schemas.microsoft.com/office/drawing/2014/main" id="{6C36011D-3F3C-4743-E7FE-78AB83B6941F}"/>
                        </a:ext>
                      </a:extLst>
                    </p:cNvPr>
                    <p:cNvGrpSpPr/>
                    <p:nvPr/>
                  </p:nvGrpSpPr>
                  <p:grpSpPr>
                    <a:xfrm rot="14400000">
                      <a:off x="5310186" y="3977611"/>
                      <a:ext cx="303213" cy="303213"/>
                      <a:chOff x="5354637" y="3446463"/>
                      <a:chExt cx="214313" cy="214313"/>
                    </a:xfrm>
                  </p:grpSpPr>
                  <p:sp>
                    <p:nvSpPr>
                      <p:cNvPr id="19542" name="Arc 19541">
                        <a:extLst>
                          <a:ext uri="{FF2B5EF4-FFF2-40B4-BE49-F238E27FC236}">
                            <a16:creationId xmlns:a16="http://schemas.microsoft.com/office/drawing/2014/main" id="{F23FE3D3-4F8C-681C-674C-C10AB76DEB7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543" name="Arc 19542">
                        <a:extLst>
                          <a:ext uri="{FF2B5EF4-FFF2-40B4-BE49-F238E27FC236}">
                            <a16:creationId xmlns:a16="http://schemas.microsoft.com/office/drawing/2014/main" id="{A084AC3C-75BE-6514-6B4E-251CD11D349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538" name="Group 19537">
                      <a:extLst>
                        <a:ext uri="{FF2B5EF4-FFF2-40B4-BE49-F238E27FC236}">
                          <a16:creationId xmlns:a16="http://schemas.microsoft.com/office/drawing/2014/main" id="{67BB8A17-F0DF-CB5D-B2C5-B9B84EF8CB6A}"/>
                        </a:ext>
                      </a:extLst>
                    </p:cNvPr>
                    <p:cNvGrpSpPr/>
                    <p:nvPr/>
                  </p:nvGrpSpPr>
                  <p:grpSpPr>
                    <a:xfrm rot="7200000">
                      <a:off x="5265196" y="3932619"/>
                      <a:ext cx="393192" cy="393192"/>
                      <a:chOff x="5354637" y="3446463"/>
                      <a:chExt cx="214313" cy="214313"/>
                    </a:xfrm>
                  </p:grpSpPr>
                  <p:sp>
                    <p:nvSpPr>
                      <p:cNvPr id="19540" name="Arc 19539">
                        <a:extLst>
                          <a:ext uri="{FF2B5EF4-FFF2-40B4-BE49-F238E27FC236}">
                            <a16:creationId xmlns:a16="http://schemas.microsoft.com/office/drawing/2014/main" id="{9115DD3E-D249-F470-1DDC-4E16E940002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541" name="Arc 19540">
                        <a:extLst>
                          <a:ext uri="{FF2B5EF4-FFF2-40B4-BE49-F238E27FC236}">
                            <a16:creationId xmlns:a16="http://schemas.microsoft.com/office/drawing/2014/main" id="{E7D66336-7C3C-E594-CF32-49B4F9552CD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539" name="TextBox 19538">
                      <a:extLst>
                        <a:ext uri="{FF2B5EF4-FFF2-40B4-BE49-F238E27FC236}">
                          <a16:creationId xmlns:a16="http://schemas.microsoft.com/office/drawing/2014/main" id="{3A31310B-0909-4552-0AE8-EF65A14A64A2}"/>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9513" name="Group 19512">
                    <a:extLst>
                      <a:ext uri="{FF2B5EF4-FFF2-40B4-BE49-F238E27FC236}">
                        <a16:creationId xmlns:a16="http://schemas.microsoft.com/office/drawing/2014/main" id="{ABC3E59D-87E3-45C0-6C6F-6CFDF5F443A4}"/>
                      </a:ext>
                    </a:extLst>
                  </p:cNvPr>
                  <p:cNvGrpSpPr/>
                  <p:nvPr/>
                </p:nvGrpSpPr>
                <p:grpSpPr>
                  <a:xfrm>
                    <a:off x="6512463" y="3525040"/>
                    <a:ext cx="393192" cy="393192"/>
                    <a:chOff x="6389147" y="3357021"/>
                    <a:chExt cx="393192" cy="393192"/>
                  </a:xfrm>
                </p:grpSpPr>
                <p:grpSp>
                  <p:nvGrpSpPr>
                    <p:cNvPr id="19525" name="Group 19524">
                      <a:extLst>
                        <a:ext uri="{FF2B5EF4-FFF2-40B4-BE49-F238E27FC236}">
                          <a16:creationId xmlns:a16="http://schemas.microsoft.com/office/drawing/2014/main" id="{0FEF06CF-E853-511D-B4E3-757A612104E6}"/>
                        </a:ext>
                      </a:extLst>
                    </p:cNvPr>
                    <p:cNvGrpSpPr/>
                    <p:nvPr/>
                  </p:nvGrpSpPr>
                  <p:grpSpPr>
                    <a:xfrm rot="7200000" flipH="1">
                      <a:off x="6389147" y="3357021"/>
                      <a:ext cx="393192" cy="393192"/>
                      <a:chOff x="5354637" y="3446463"/>
                      <a:chExt cx="214313" cy="214313"/>
                    </a:xfrm>
                  </p:grpSpPr>
                  <p:sp>
                    <p:nvSpPr>
                      <p:cNvPr id="19534" name="Arc 19533">
                        <a:extLst>
                          <a:ext uri="{FF2B5EF4-FFF2-40B4-BE49-F238E27FC236}">
                            <a16:creationId xmlns:a16="http://schemas.microsoft.com/office/drawing/2014/main" id="{E6CC148F-A216-FA5E-42E1-58D361971AD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535" name="Arc 19534">
                        <a:extLst>
                          <a:ext uri="{FF2B5EF4-FFF2-40B4-BE49-F238E27FC236}">
                            <a16:creationId xmlns:a16="http://schemas.microsoft.com/office/drawing/2014/main" id="{1A236C26-5F42-728C-C6CF-2824FD65921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526" name="Group 19525">
                      <a:extLst>
                        <a:ext uri="{FF2B5EF4-FFF2-40B4-BE49-F238E27FC236}">
                          <a16:creationId xmlns:a16="http://schemas.microsoft.com/office/drawing/2014/main" id="{1448F6B2-709F-709E-CF29-0F904DB2A825}"/>
                        </a:ext>
                      </a:extLst>
                    </p:cNvPr>
                    <p:cNvGrpSpPr/>
                    <p:nvPr/>
                  </p:nvGrpSpPr>
                  <p:grpSpPr>
                    <a:xfrm>
                      <a:off x="6434137" y="3402011"/>
                      <a:ext cx="303213" cy="303213"/>
                      <a:chOff x="6434137" y="3402011"/>
                      <a:chExt cx="303213" cy="303213"/>
                    </a:xfrm>
                  </p:grpSpPr>
                  <p:grpSp>
                    <p:nvGrpSpPr>
                      <p:cNvPr id="19527" name="Group 19526">
                        <a:extLst>
                          <a:ext uri="{FF2B5EF4-FFF2-40B4-BE49-F238E27FC236}">
                            <a16:creationId xmlns:a16="http://schemas.microsoft.com/office/drawing/2014/main" id="{FAF6F033-8936-5F10-7B87-3A06EB8C637A}"/>
                          </a:ext>
                        </a:extLst>
                      </p:cNvPr>
                      <p:cNvGrpSpPr/>
                      <p:nvPr/>
                    </p:nvGrpSpPr>
                    <p:grpSpPr>
                      <a:xfrm flipH="1">
                        <a:off x="6478587" y="3446461"/>
                        <a:ext cx="214313" cy="214313"/>
                        <a:chOff x="5354637" y="3446463"/>
                        <a:chExt cx="214313" cy="214313"/>
                      </a:xfrm>
                    </p:grpSpPr>
                    <p:sp>
                      <p:nvSpPr>
                        <p:cNvPr id="19532" name="Arc 19531">
                          <a:extLst>
                            <a:ext uri="{FF2B5EF4-FFF2-40B4-BE49-F238E27FC236}">
                              <a16:creationId xmlns:a16="http://schemas.microsoft.com/office/drawing/2014/main" id="{6523F309-3301-DC44-D663-9744FDD48A1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533" name="Arc 19532">
                          <a:extLst>
                            <a:ext uri="{FF2B5EF4-FFF2-40B4-BE49-F238E27FC236}">
                              <a16:creationId xmlns:a16="http://schemas.microsoft.com/office/drawing/2014/main" id="{0F6DB87B-B8AF-F7B6-F7E6-AE2FA790218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528" name="Group 19527">
                        <a:extLst>
                          <a:ext uri="{FF2B5EF4-FFF2-40B4-BE49-F238E27FC236}">
                            <a16:creationId xmlns:a16="http://schemas.microsoft.com/office/drawing/2014/main" id="{4B35385D-62DF-AB0F-9656-CCDCF35ABFD1}"/>
                          </a:ext>
                        </a:extLst>
                      </p:cNvPr>
                      <p:cNvGrpSpPr/>
                      <p:nvPr/>
                    </p:nvGrpSpPr>
                    <p:grpSpPr>
                      <a:xfrm rot="14400000" flipH="1">
                        <a:off x="6434137" y="3402011"/>
                        <a:ext cx="303213" cy="303213"/>
                        <a:chOff x="5354637" y="3446463"/>
                        <a:chExt cx="214313" cy="214313"/>
                      </a:xfrm>
                    </p:grpSpPr>
                    <p:sp>
                      <p:nvSpPr>
                        <p:cNvPr id="19530" name="Arc 19529">
                          <a:extLst>
                            <a:ext uri="{FF2B5EF4-FFF2-40B4-BE49-F238E27FC236}">
                              <a16:creationId xmlns:a16="http://schemas.microsoft.com/office/drawing/2014/main" id="{709EBC0B-90E7-7150-0D67-CD3AD35FA5D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531" name="Arc 19530">
                          <a:extLst>
                            <a:ext uri="{FF2B5EF4-FFF2-40B4-BE49-F238E27FC236}">
                              <a16:creationId xmlns:a16="http://schemas.microsoft.com/office/drawing/2014/main" id="{83B8D65B-6D33-046A-366C-6DB1670EF50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529" name="TextBox 19528">
                        <a:extLst>
                          <a:ext uri="{FF2B5EF4-FFF2-40B4-BE49-F238E27FC236}">
                            <a16:creationId xmlns:a16="http://schemas.microsoft.com/office/drawing/2014/main" id="{30CCFFB9-2249-F579-7060-16ACD30C4580}"/>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514" name="Group 19513">
                    <a:extLst>
                      <a:ext uri="{FF2B5EF4-FFF2-40B4-BE49-F238E27FC236}">
                        <a16:creationId xmlns:a16="http://schemas.microsoft.com/office/drawing/2014/main" id="{EE0BD9B7-BC83-F9A9-E01C-2B939379C4A3}"/>
                      </a:ext>
                    </a:extLst>
                  </p:cNvPr>
                  <p:cNvGrpSpPr/>
                  <p:nvPr/>
                </p:nvGrpSpPr>
                <p:grpSpPr>
                  <a:xfrm>
                    <a:off x="6197413" y="3225768"/>
                    <a:ext cx="393192" cy="393192"/>
                    <a:chOff x="6389147" y="3932622"/>
                    <a:chExt cx="393192" cy="393192"/>
                  </a:xfrm>
                </p:grpSpPr>
                <p:grpSp>
                  <p:nvGrpSpPr>
                    <p:cNvPr id="19515" name="Group 19514">
                      <a:extLst>
                        <a:ext uri="{FF2B5EF4-FFF2-40B4-BE49-F238E27FC236}">
                          <a16:creationId xmlns:a16="http://schemas.microsoft.com/office/drawing/2014/main" id="{B0C3C1D6-4369-7400-4A4E-202FD4A10EA5}"/>
                        </a:ext>
                      </a:extLst>
                    </p:cNvPr>
                    <p:cNvGrpSpPr/>
                    <p:nvPr/>
                  </p:nvGrpSpPr>
                  <p:grpSpPr>
                    <a:xfrm flipH="1">
                      <a:off x="6478587" y="4022061"/>
                      <a:ext cx="214313" cy="214313"/>
                      <a:chOff x="5354637" y="3446463"/>
                      <a:chExt cx="214313" cy="214313"/>
                    </a:xfrm>
                  </p:grpSpPr>
                  <p:sp>
                    <p:nvSpPr>
                      <p:cNvPr id="19523" name="Arc 19522">
                        <a:extLst>
                          <a:ext uri="{FF2B5EF4-FFF2-40B4-BE49-F238E27FC236}">
                            <a16:creationId xmlns:a16="http://schemas.microsoft.com/office/drawing/2014/main" id="{AEB83099-6063-1552-29DC-2023121E3C5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524" name="Arc 19523">
                        <a:extLst>
                          <a:ext uri="{FF2B5EF4-FFF2-40B4-BE49-F238E27FC236}">
                            <a16:creationId xmlns:a16="http://schemas.microsoft.com/office/drawing/2014/main" id="{71E137B6-94F0-6DB1-146B-0CF1B2D12AA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516" name="Group 19515">
                      <a:extLst>
                        <a:ext uri="{FF2B5EF4-FFF2-40B4-BE49-F238E27FC236}">
                          <a16:creationId xmlns:a16="http://schemas.microsoft.com/office/drawing/2014/main" id="{58E7FA50-4D3C-4464-CC17-D5F41136E8C7}"/>
                        </a:ext>
                      </a:extLst>
                    </p:cNvPr>
                    <p:cNvGrpSpPr/>
                    <p:nvPr/>
                  </p:nvGrpSpPr>
                  <p:grpSpPr>
                    <a:xfrm rot="7200000" flipH="1">
                      <a:off x="6434137" y="3977611"/>
                      <a:ext cx="303213" cy="303213"/>
                      <a:chOff x="5354637" y="3446463"/>
                      <a:chExt cx="214313" cy="214313"/>
                    </a:xfrm>
                  </p:grpSpPr>
                  <p:sp>
                    <p:nvSpPr>
                      <p:cNvPr id="19521" name="Arc 19520">
                        <a:extLst>
                          <a:ext uri="{FF2B5EF4-FFF2-40B4-BE49-F238E27FC236}">
                            <a16:creationId xmlns:a16="http://schemas.microsoft.com/office/drawing/2014/main" id="{B2333EB7-9678-B9F1-23E5-B06935959B7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522" name="Arc 19521">
                        <a:extLst>
                          <a:ext uri="{FF2B5EF4-FFF2-40B4-BE49-F238E27FC236}">
                            <a16:creationId xmlns:a16="http://schemas.microsoft.com/office/drawing/2014/main" id="{033FB73C-D44B-7287-D686-F38B7C3B7AC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517" name="Group 19516">
                      <a:extLst>
                        <a:ext uri="{FF2B5EF4-FFF2-40B4-BE49-F238E27FC236}">
                          <a16:creationId xmlns:a16="http://schemas.microsoft.com/office/drawing/2014/main" id="{0CBF3C33-294E-2BF2-0AE2-57B2174D9A44}"/>
                        </a:ext>
                      </a:extLst>
                    </p:cNvPr>
                    <p:cNvGrpSpPr/>
                    <p:nvPr/>
                  </p:nvGrpSpPr>
                  <p:grpSpPr>
                    <a:xfrm rot="14400000" flipH="1">
                      <a:off x="6389147" y="3932622"/>
                      <a:ext cx="393192" cy="393192"/>
                      <a:chOff x="5354637" y="3446463"/>
                      <a:chExt cx="214313" cy="214313"/>
                    </a:xfrm>
                  </p:grpSpPr>
                  <p:sp>
                    <p:nvSpPr>
                      <p:cNvPr id="19519" name="Arc 19518">
                        <a:extLst>
                          <a:ext uri="{FF2B5EF4-FFF2-40B4-BE49-F238E27FC236}">
                            <a16:creationId xmlns:a16="http://schemas.microsoft.com/office/drawing/2014/main" id="{DC4FBDF4-E74F-0EDF-004D-8F35CFE3D3E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520" name="Arc 19519">
                        <a:extLst>
                          <a:ext uri="{FF2B5EF4-FFF2-40B4-BE49-F238E27FC236}">
                            <a16:creationId xmlns:a16="http://schemas.microsoft.com/office/drawing/2014/main" id="{CE9D043A-3DEE-BE25-C2D4-BC3F08F6A73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518" name="TextBox 19517">
                      <a:extLst>
                        <a:ext uri="{FF2B5EF4-FFF2-40B4-BE49-F238E27FC236}">
                          <a16:creationId xmlns:a16="http://schemas.microsoft.com/office/drawing/2014/main" id="{8D498676-14DF-CC45-00A1-289E75F2E458}"/>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8361" name="Group 18360">
              <a:extLst>
                <a:ext uri="{FF2B5EF4-FFF2-40B4-BE49-F238E27FC236}">
                  <a16:creationId xmlns:a16="http://schemas.microsoft.com/office/drawing/2014/main" id="{CF76BA64-B816-2ADD-BA1F-068804E7B16E}"/>
                </a:ext>
              </a:extLst>
            </p:cNvPr>
            <p:cNvGrpSpPr/>
            <p:nvPr/>
          </p:nvGrpSpPr>
          <p:grpSpPr>
            <a:xfrm>
              <a:off x="5257729" y="-658620"/>
              <a:ext cx="2263438" cy="2198360"/>
              <a:chOff x="5445106" y="2039507"/>
              <a:chExt cx="2263438" cy="2198360"/>
            </a:xfrm>
          </p:grpSpPr>
          <p:grpSp>
            <p:nvGrpSpPr>
              <p:cNvPr id="19317" name="Group 19316">
                <a:extLst>
                  <a:ext uri="{FF2B5EF4-FFF2-40B4-BE49-F238E27FC236}">
                    <a16:creationId xmlns:a16="http://schemas.microsoft.com/office/drawing/2014/main" id="{14216F57-F4C0-AED2-E68B-A2A1C633FE02}"/>
                  </a:ext>
                </a:extLst>
              </p:cNvPr>
              <p:cNvGrpSpPr/>
              <p:nvPr/>
            </p:nvGrpSpPr>
            <p:grpSpPr>
              <a:xfrm>
                <a:off x="5445106" y="2644743"/>
                <a:ext cx="1643204" cy="1593124"/>
                <a:chOff x="5445106" y="2644743"/>
                <a:chExt cx="1643204" cy="1593124"/>
              </a:xfrm>
            </p:grpSpPr>
            <p:grpSp>
              <p:nvGrpSpPr>
                <p:cNvPr id="19413" name="Group 19412">
                  <a:extLst>
                    <a:ext uri="{FF2B5EF4-FFF2-40B4-BE49-F238E27FC236}">
                      <a16:creationId xmlns:a16="http://schemas.microsoft.com/office/drawing/2014/main" id="{4E6A6E5F-6EC8-BC01-0819-6BF229A3101B}"/>
                    </a:ext>
                  </a:extLst>
                </p:cNvPr>
                <p:cNvGrpSpPr/>
                <p:nvPr/>
              </p:nvGrpSpPr>
              <p:grpSpPr>
                <a:xfrm>
                  <a:off x="5445106" y="2644743"/>
                  <a:ext cx="1019224" cy="991639"/>
                  <a:chOff x="5886431" y="3225768"/>
                  <a:chExt cx="1019224" cy="991639"/>
                </a:xfrm>
              </p:grpSpPr>
              <p:grpSp>
                <p:nvGrpSpPr>
                  <p:cNvPr id="19461" name="Group 19460">
                    <a:extLst>
                      <a:ext uri="{FF2B5EF4-FFF2-40B4-BE49-F238E27FC236}">
                        <a16:creationId xmlns:a16="http://schemas.microsoft.com/office/drawing/2014/main" id="{50AB8FBA-127D-47E9-C255-EDA8009F1B94}"/>
                      </a:ext>
                    </a:extLst>
                  </p:cNvPr>
                  <p:cNvGrpSpPr/>
                  <p:nvPr/>
                </p:nvGrpSpPr>
                <p:grpSpPr>
                  <a:xfrm>
                    <a:off x="6197413" y="3824215"/>
                    <a:ext cx="393192" cy="393192"/>
                    <a:chOff x="5265196" y="3357021"/>
                    <a:chExt cx="393192" cy="393192"/>
                  </a:xfrm>
                </p:grpSpPr>
                <p:grpSp>
                  <p:nvGrpSpPr>
                    <p:cNvPr id="19496" name="Group 19495">
                      <a:extLst>
                        <a:ext uri="{FF2B5EF4-FFF2-40B4-BE49-F238E27FC236}">
                          <a16:creationId xmlns:a16="http://schemas.microsoft.com/office/drawing/2014/main" id="{1B559134-ACC9-EC5E-7F33-63995AA6FFB6}"/>
                        </a:ext>
                      </a:extLst>
                    </p:cNvPr>
                    <p:cNvGrpSpPr/>
                    <p:nvPr/>
                  </p:nvGrpSpPr>
                  <p:grpSpPr>
                    <a:xfrm rot="14400000">
                      <a:off x="5265196" y="3357021"/>
                      <a:ext cx="393192" cy="393192"/>
                      <a:chOff x="5354637" y="3446463"/>
                      <a:chExt cx="214313" cy="214313"/>
                    </a:xfrm>
                  </p:grpSpPr>
                  <p:sp>
                    <p:nvSpPr>
                      <p:cNvPr id="19505" name="Arc 19504">
                        <a:extLst>
                          <a:ext uri="{FF2B5EF4-FFF2-40B4-BE49-F238E27FC236}">
                            <a16:creationId xmlns:a16="http://schemas.microsoft.com/office/drawing/2014/main" id="{F137EC9E-469E-3597-D4EB-CAB071DBA36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506" name="Arc 19505">
                        <a:extLst>
                          <a:ext uri="{FF2B5EF4-FFF2-40B4-BE49-F238E27FC236}">
                            <a16:creationId xmlns:a16="http://schemas.microsoft.com/office/drawing/2014/main" id="{2AE5277B-45DB-E1A4-E4BF-EBF36BF32D5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497" name="Group 19496">
                      <a:extLst>
                        <a:ext uri="{FF2B5EF4-FFF2-40B4-BE49-F238E27FC236}">
                          <a16:creationId xmlns:a16="http://schemas.microsoft.com/office/drawing/2014/main" id="{C57175E7-6809-9001-A291-FA3CB3188EF6}"/>
                        </a:ext>
                      </a:extLst>
                    </p:cNvPr>
                    <p:cNvGrpSpPr/>
                    <p:nvPr/>
                  </p:nvGrpSpPr>
                  <p:grpSpPr>
                    <a:xfrm>
                      <a:off x="5310186" y="3402011"/>
                      <a:ext cx="303213" cy="303213"/>
                      <a:chOff x="5310186" y="3402011"/>
                      <a:chExt cx="303213" cy="303213"/>
                    </a:xfrm>
                  </p:grpSpPr>
                  <p:grpSp>
                    <p:nvGrpSpPr>
                      <p:cNvPr id="19498" name="Group 19497">
                        <a:extLst>
                          <a:ext uri="{FF2B5EF4-FFF2-40B4-BE49-F238E27FC236}">
                            <a16:creationId xmlns:a16="http://schemas.microsoft.com/office/drawing/2014/main" id="{2FDD8A18-3E86-5DC5-BA12-DC4980B189B6}"/>
                          </a:ext>
                        </a:extLst>
                      </p:cNvPr>
                      <p:cNvGrpSpPr/>
                      <p:nvPr/>
                    </p:nvGrpSpPr>
                    <p:grpSpPr>
                      <a:xfrm>
                        <a:off x="5354636" y="3446461"/>
                        <a:ext cx="214313" cy="214313"/>
                        <a:chOff x="5354637" y="3446463"/>
                        <a:chExt cx="214313" cy="214313"/>
                      </a:xfrm>
                    </p:grpSpPr>
                    <p:sp>
                      <p:nvSpPr>
                        <p:cNvPr id="19503" name="Arc 19502">
                          <a:extLst>
                            <a:ext uri="{FF2B5EF4-FFF2-40B4-BE49-F238E27FC236}">
                              <a16:creationId xmlns:a16="http://schemas.microsoft.com/office/drawing/2014/main" id="{99E7F542-00F7-98F2-B382-E4FC1B7275E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504" name="Arc 19503">
                          <a:extLst>
                            <a:ext uri="{FF2B5EF4-FFF2-40B4-BE49-F238E27FC236}">
                              <a16:creationId xmlns:a16="http://schemas.microsoft.com/office/drawing/2014/main" id="{31736E71-8B17-95A0-4100-575757A9951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499" name="Group 19498">
                        <a:extLst>
                          <a:ext uri="{FF2B5EF4-FFF2-40B4-BE49-F238E27FC236}">
                            <a16:creationId xmlns:a16="http://schemas.microsoft.com/office/drawing/2014/main" id="{C3F4ECCC-B797-4D65-E849-2051C6876677}"/>
                          </a:ext>
                        </a:extLst>
                      </p:cNvPr>
                      <p:cNvGrpSpPr/>
                      <p:nvPr/>
                    </p:nvGrpSpPr>
                    <p:grpSpPr>
                      <a:xfrm rot="7200000">
                        <a:off x="5310186" y="3402011"/>
                        <a:ext cx="303213" cy="303213"/>
                        <a:chOff x="5354637" y="3446463"/>
                        <a:chExt cx="214313" cy="214313"/>
                      </a:xfrm>
                    </p:grpSpPr>
                    <p:sp>
                      <p:nvSpPr>
                        <p:cNvPr id="19501" name="Arc 19500">
                          <a:extLst>
                            <a:ext uri="{FF2B5EF4-FFF2-40B4-BE49-F238E27FC236}">
                              <a16:creationId xmlns:a16="http://schemas.microsoft.com/office/drawing/2014/main" id="{8E38F26E-F821-618B-00B6-84AE215CE53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502" name="Arc 19501">
                          <a:extLst>
                            <a:ext uri="{FF2B5EF4-FFF2-40B4-BE49-F238E27FC236}">
                              <a16:creationId xmlns:a16="http://schemas.microsoft.com/office/drawing/2014/main" id="{4ABA4937-256C-2AA3-8EF1-A2C08EBB391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500" name="TextBox 19499">
                        <a:extLst>
                          <a:ext uri="{FF2B5EF4-FFF2-40B4-BE49-F238E27FC236}">
                            <a16:creationId xmlns:a16="http://schemas.microsoft.com/office/drawing/2014/main" id="{674802C0-0438-4924-16B3-6DC85D028525}"/>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462" name="Group 19461">
                    <a:extLst>
                      <a:ext uri="{FF2B5EF4-FFF2-40B4-BE49-F238E27FC236}">
                        <a16:creationId xmlns:a16="http://schemas.microsoft.com/office/drawing/2014/main" id="{C70C84E7-424E-8559-A82D-D400B8F8FC7E}"/>
                      </a:ext>
                    </a:extLst>
                  </p:cNvPr>
                  <p:cNvGrpSpPr/>
                  <p:nvPr/>
                </p:nvGrpSpPr>
                <p:grpSpPr>
                  <a:xfrm>
                    <a:off x="5886431" y="3525040"/>
                    <a:ext cx="393192" cy="393192"/>
                    <a:chOff x="5265196" y="3932619"/>
                    <a:chExt cx="393192" cy="393192"/>
                  </a:xfrm>
                </p:grpSpPr>
                <p:grpSp>
                  <p:nvGrpSpPr>
                    <p:cNvPr id="19486" name="Group 19485">
                      <a:extLst>
                        <a:ext uri="{FF2B5EF4-FFF2-40B4-BE49-F238E27FC236}">
                          <a16:creationId xmlns:a16="http://schemas.microsoft.com/office/drawing/2014/main" id="{0CF5BBF2-7DFF-85CE-493D-86F4DB6118F9}"/>
                        </a:ext>
                      </a:extLst>
                    </p:cNvPr>
                    <p:cNvGrpSpPr/>
                    <p:nvPr/>
                  </p:nvGrpSpPr>
                  <p:grpSpPr>
                    <a:xfrm>
                      <a:off x="5354636" y="4022061"/>
                      <a:ext cx="214313" cy="214313"/>
                      <a:chOff x="5354637" y="3446463"/>
                      <a:chExt cx="214313" cy="214313"/>
                    </a:xfrm>
                  </p:grpSpPr>
                  <p:sp>
                    <p:nvSpPr>
                      <p:cNvPr id="19494" name="Arc 19493">
                        <a:extLst>
                          <a:ext uri="{FF2B5EF4-FFF2-40B4-BE49-F238E27FC236}">
                            <a16:creationId xmlns:a16="http://schemas.microsoft.com/office/drawing/2014/main" id="{0C12459B-34CE-521D-6CB2-090DB0E4136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495" name="Arc 19494">
                        <a:extLst>
                          <a:ext uri="{FF2B5EF4-FFF2-40B4-BE49-F238E27FC236}">
                            <a16:creationId xmlns:a16="http://schemas.microsoft.com/office/drawing/2014/main" id="{DF227C96-688A-1B1A-FF24-8584A659CFB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487" name="Group 19486">
                      <a:extLst>
                        <a:ext uri="{FF2B5EF4-FFF2-40B4-BE49-F238E27FC236}">
                          <a16:creationId xmlns:a16="http://schemas.microsoft.com/office/drawing/2014/main" id="{2FAF458A-B5AE-5C50-BCB7-7C094F898AE6}"/>
                        </a:ext>
                      </a:extLst>
                    </p:cNvPr>
                    <p:cNvGrpSpPr/>
                    <p:nvPr/>
                  </p:nvGrpSpPr>
                  <p:grpSpPr>
                    <a:xfrm rot="14400000">
                      <a:off x="5310186" y="3977611"/>
                      <a:ext cx="303213" cy="303213"/>
                      <a:chOff x="5354637" y="3446463"/>
                      <a:chExt cx="214313" cy="214313"/>
                    </a:xfrm>
                  </p:grpSpPr>
                  <p:sp>
                    <p:nvSpPr>
                      <p:cNvPr id="19492" name="Arc 19491">
                        <a:extLst>
                          <a:ext uri="{FF2B5EF4-FFF2-40B4-BE49-F238E27FC236}">
                            <a16:creationId xmlns:a16="http://schemas.microsoft.com/office/drawing/2014/main" id="{6646BFBD-CD02-9399-FC2A-32485386013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493" name="Arc 19492">
                        <a:extLst>
                          <a:ext uri="{FF2B5EF4-FFF2-40B4-BE49-F238E27FC236}">
                            <a16:creationId xmlns:a16="http://schemas.microsoft.com/office/drawing/2014/main" id="{ABDD8A0C-47D6-42BE-E8E7-E1D3774144E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488" name="Group 19487">
                      <a:extLst>
                        <a:ext uri="{FF2B5EF4-FFF2-40B4-BE49-F238E27FC236}">
                          <a16:creationId xmlns:a16="http://schemas.microsoft.com/office/drawing/2014/main" id="{D21BE1AF-140A-79EB-E459-EEFC7DBE55D4}"/>
                        </a:ext>
                      </a:extLst>
                    </p:cNvPr>
                    <p:cNvGrpSpPr/>
                    <p:nvPr/>
                  </p:nvGrpSpPr>
                  <p:grpSpPr>
                    <a:xfrm rot="7200000">
                      <a:off x="5265196" y="3932619"/>
                      <a:ext cx="393192" cy="393192"/>
                      <a:chOff x="5354637" y="3446463"/>
                      <a:chExt cx="214313" cy="214313"/>
                    </a:xfrm>
                  </p:grpSpPr>
                  <p:sp>
                    <p:nvSpPr>
                      <p:cNvPr id="19490" name="Arc 19489">
                        <a:extLst>
                          <a:ext uri="{FF2B5EF4-FFF2-40B4-BE49-F238E27FC236}">
                            <a16:creationId xmlns:a16="http://schemas.microsoft.com/office/drawing/2014/main" id="{288BAC48-6D38-2FF6-6FC2-CE011FEB16C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491" name="Arc 19490">
                        <a:extLst>
                          <a:ext uri="{FF2B5EF4-FFF2-40B4-BE49-F238E27FC236}">
                            <a16:creationId xmlns:a16="http://schemas.microsoft.com/office/drawing/2014/main" id="{196FE041-8695-E7B8-9AA6-8E4193231C9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489" name="TextBox 19488">
                      <a:extLst>
                        <a:ext uri="{FF2B5EF4-FFF2-40B4-BE49-F238E27FC236}">
                          <a16:creationId xmlns:a16="http://schemas.microsoft.com/office/drawing/2014/main" id="{54CB9F0D-5BE0-CE1A-38EB-07EC58E52C74}"/>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9463" name="Group 19462">
                    <a:extLst>
                      <a:ext uri="{FF2B5EF4-FFF2-40B4-BE49-F238E27FC236}">
                        <a16:creationId xmlns:a16="http://schemas.microsoft.com/office/drawing/2014/main" id="{5C299C61-B476-8A91-2F56-1221B35AFDC3}"/>
                      </a:ext>
                    </a:extLst>
                  </p:cNvPr>
                  <p:cNvGrpSpPr/>
                  <p:nvPr/>
                </p:nvGrpSpPr>
                <p:grpSpPr>
                  <a:xfrm>
                    <a:off x="6512463" y="3525040"/>
                    <a:ext cx="393192" cy="393192"/>
                    <a:chOff x="6389147" y="3357021"/>
                    <a:chExt cx="393192" cy="393192"/>
                  </a:xfrm>
                </p:grpSpPr>
                <p:grpSp>
                  <p:nvGrpSpPr>
                    <p:cNvPr id="19475" name="Group 19474">
                      <a:extLst>
                        <a:ext uri="{FF2B5EF4-FFF2-40B4-BE49-F238E27FC236}">
                          <a16:creationId xmlns:a16="http://schemas.microsoft.com/office/drawing/2014/main" id="{657537CE-1D96-64A3-1DBF-2F3FA57F71CD}"/>
                        </a:ext>
                      </a:extLst>
                    </p:cNvPr>
                    <p:cNvGrpSpPr/>
                    <p:nvPr/>
                  </p:nvGrpSpPr>
                  <p:grpSpPr>
                    <a:xfrm rot="7200000" flipH="1">
                      <a:off x="6389147" y="3357021"/>
                      <a:ext cx="393192" cy="393192"/>
                      <a:chOff x="5354637" y="3446463"/>
                      <a:chExt cx="214313" cy="214313"/>
                    </a:xfrm>
                  </p:grpSpPr>
                  <p:sp>
                    <p:nvSpPr>
                      <p:cNvPr id="19484" name="Arc 19483">
                        <a:extLst>
                          <a:ext uri="{FF2B5EF4-FFF2-40B4-BE49-F238E27FC236}">
                            <a16:creationId xmlns:a16="http://schemas.microsoft.com/office/drawing/2014/main" id="{8AF78A72-2264-448D-3F04-A88E30D947D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485" name="Arc 19484">
                        <a:extLst>
                          <a:ext uri="{FF2B5EF4-FFF2-40B4-BE49-F238E27FC236}">
                            <a16:creationId xmlns:a16="http://schemas.microsoft.com/office/drawing/2014/main" id="{79F5A754-7587-4C4F-B57F-67783DC1E09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476" name="Group 19475">
                      <a:extLst>
                        <a:ext uri="{FF2B5EF4-FFF2-40B4-BE49-F238E27FC236}">
                          <a16:creationId xmlns:a16="http://schemas.microsoft.com/office/drawing/2014/main" id="{D3D85CAC-7E51-27F6-47DF-E5D0F7F4A984}"/>
                        </a:ext>
                      </a:extLst>
                    </p:cNvPr>
                    <p:cNvGrpSpPr/>
                    <p:nvPr/>
                  </p:nvGrpSpPr>
                  <p:grpSpPr>
                    <a:xfrm>
                      <a:off x="6434137" y="3402011"/>
                      <a:ext cx="303213" cy="303213"/>
                      <a:chOff x="6434137" y="3402011"/>
                      <a:chExt cx="303213" cy="303213"/>
                    </a:xfrm>
                  </p:grpSpPr>
                  <p:grpSp>
                    <p:nvGrpSpPr>
                      <p:cNvPr id="19477" name="Group 19476">
                        <a:extLst>
                          <a:ext uri="{FF2B5EF4-FFF2-40B4-BE49-F238E27FC236}">
                            <a16:creationId xmlns:a16="http://schemas.microsoft.com/office/drawing/2014/main" id="{A078385D-9CA4-6E62-1E65-769679C568C2}"/>
                          </a:ext>
                        </a:extLst>
                      </p:cNvPr>
                      <p:cNvGrpSpPr/>
                      <p:nvPr/>
                    </p:nvGrpSpPr>
                    <p:grpSpPr>
                      <a:xfrm flipH="1">
                        <a:off x="6478587" y="3446461"/>
                        <a:ext cx="214313" cy="214313"/>
                        <a:chOff x="5354637" y="3446463"/>
                        <a:chExt cx="214313" cy="214313"/>
                      </a:xfrm>
                    </p:grpSpPr>
                    <p:sp>
                      <p:nvSpPr>
                        <p:cNvPr id="19482" name="Arc 19481">
                          <a:extLst>
                            <a:ext uri="{FF2B5EF4-FFF2-40B4-BE49-F238E27FC236}">
                              <a16:creationId xmlns:a16="http://schemas.microsoft.com/office/drawing/2014/main" id="{E74B8D8C-9D69-8D30-13B7-1C2246E2494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483" name="Arc 19482">
                          <a:extLst>
                            <a:ext uri="{FF2B5EF4-FFF2-40B4-BE49-F238E27FC236}">
                              <a16:creationId xmlns:a16="http://schemas.microsoft.com/office/drawing/2014/main" id="{EED58296-7262-4733-058D-61FF406AA6A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478" name="Group 19477">
                        <a:extLst>
                          <a:ext uri="{FF2B5EF4-FFF2-40B4-BE49-F238E27FC236}">
                            <a16:creationId xmlns:a16="http://schemas.microsoft.com/office/drawing/2014/main" id="{8AF23663-710B-5DD9-386A-B675112381CC}"/>
                          </a:ext>
                        </a:extLst>
                      </p:cNvPr>
                      <p:cNvGrpSpPr/>
                      <p:nvPr/>
                    </p:nvGrpSpPr>
                    <p:grpSpPr>
                      <a:xfrm rot="14400000" flipH="1">
                        <a:off x="6434137" y="3402011"/>
                        <a:ext cx="303213" cy="303213"/>
                        <a:chOff x="5354637" y="3446463"/>
                        <a:chExt cx="214313" cy="214313"/>
                      </a:xfrm>
                    </p:grpSpPr>
                    <p:sp>
                      <p:nvSpPr>
                        <p:cNvPr id="19480" name="Arc 19479">
                          <a:extLst>
                            <a:ext uri="{FF2B5EF4-FFF2-40B4-BE49-F238E27FC236}">
                              <a16:creationId xmlns:a16="http://schemas.microsoft.com/office/drawing/2014/main" id="{9240BDF2-7A97-9111-3580-06116FC2743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481" name="Arc 19480">
                          <a:extLst>
                            <a:ext uri="{FF2B5EF4-FFF2-40B4-BE49-F238E27FC236}">
                              <a16:creationId xmlns:a16="http://schemas.microsoft.com/office/drawing/2014/main" id="{24551A0D-78E8-5DCA-7F5E-1D4393D154F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479" name="TextBox 19478">
                        <a:extLst>
                          <a:ext uri="{FF2B5EF4-FFF2-40B4-BE49-F238E27FC236}">
                            <a16:creationId xmlns:a16="http://schemas.microsoft.com/office/drawing/2014/main" id="{4E68B47E-67E9-8D54-910B-6CE51F1726FC}"/>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464" name="Group 19463">
                    <a:extLst>
                      <a:ext uri="{FF2B5EF4-FFF2-40B4-BE49-F238E27FC236}">
                        <a16:creationId xmlns:a16="http://schemas.microsoft.com/office/drawing/2014/main" id="{B647E34B-FDFE-5341-05BF-7FBCCBEF81B8}"/>
                      </a:ext>
                    </a:extLst>
                  </p:cNvPr>
                  <p:cNvGrpSpPr/>
                  <p:nvPr/>
                </p:nvGrpSpPr>
                <p:grpSpPr>
                  <a:xfrm>
                    <a:off x="6197413" y="3225768"/>
                    <a:ext cx="393192" cy="393192"/>
                    <a:chOff x="6389147" y="3932622"/>
                    <a:chExt cx="393192" cy="393192"/>
                  </a:xfrm>
                </p:grpSpPr>
                <p:grpSp>
                  <p:nvGrpSpPr>
                    <p:cNvPr id="19465" name="Group 19464">
                      <a:extLst>
                        <a:ext uri="{FF2B5EF4-FFF2-40B4-BE49-F238E27FC236}">
                          <a16:creationId xmlns:a16="http://schemas.microsoft.com/office/drawing/2014/main" id="{C4EC3272-D9CA-489E-AF16-90C828DFEB5B}"/>
                        </a:ext>
                      </a:extLst>
                    </p:cNvPr>
                    <p:cNvGrpSpPr/>
                    <p:nvPr/>
                  </p:nvGrpSpPr>
                  <p:grpSpPr>
                    <a:xfrm flipH="1">
                      <a:off x="6478587" y="4022061"/>
                      <a:ext cx="214313" cy="214313"/>
                      <a:chOff x="5354637" y="3446463"/>
                      <a:chExt cx="214313" cy="214313"/>
                    </a:xfrm>
                  </p:grpSpPr>
                  <p:sp>
                    <p:nvSpPr>
                      <p:cNvPr id="19473" name="Arc 19472">
                        <a:extLst>
                          <a:ext uri="{FF2B5EF4-FFF2-40B4-BE49-F238E27FC236}">
                            <a16:creationId xmlns:a16="http://schemas.microsoft.com/office/drawing/2014/main" id="{5C93D7E3-3D92-4E58-8127-D3EDC49E5F9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474" name="Arc 19473">
                        <a:extLst>
                          <a:ext uri="{FF2B5EF4-FFF2-40B4-BE49-F238E27FC236}">
                            <a16:creationId xmlns:a16="http://schemas.microsoft.com/office/drawing/2014/main" id="{3D2BBCF1-22C8-31ED-0506-A09D347926C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466" name="Group 19465">
                      <a:extLst>
                        <a:ext uri="{FF2B5EF4-FFF2-40B4-BE49-F238E27FC236}">
                          <a16:creationId xmlns:a16="http://schemas.microsoft.com/office/drawing/2014/main" id="{85DDC3D9-A53C-7AAA-484D-7B3A6DAFF935}"/>
                        </a:ext>
                      </a:extLst>
                    </p:cNvPr>
                    <p:cNvGrpSpPr/>
                    <p:nvPr/>
                  </p:nvGrpSpPr>
                  <p:grpSpPr>
                    <a:xfrm rot="7200000" flipH="1">
                      <a:off x="6434137" y="3977611"/>
                      <a:ext cx="303213" cy="303213"/>
                      <a:chOff x="5354637" y="3446463"/>
                      <a:chExt cx="214313" cy="214313"/>
                    </a:xfrm>
                  </p:grpSpPr>
                  <p:sp>
                    <p:nvSpPr>
                      <p:cNvPr id="19471" name="Arc 19470">
                        <a:extLst>
                          <a:ext uri="{FF2B5EF4-FFF2-40B4-BE49-F238E27FC236}">
                            <a16:creationId xmlns:a16="http://schemas.microsoft.com/office/drawing/2014/main" id="{44E4341E-6934-68A1-380F-A3B4BCD2016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472" name="Arc 19471">
                        <a:extLst>
                          <a:ext uri="{FF2B5EF4-FFF2-40B4-BE49-F238E27FC236}">
                            <a16:creationId xmlns:a16="http://schemas.microsoft.com/office/drawing/2014/main" id="{28AF4255-6A5D-C717-D44E-D4DD6D45D33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467" name="Group 19466">
                      <a:extLst>
                        <a:ext uri="{FF2B5EF4-FFF2-40B4-BE49-F238E27FC236}">
                          <a16:creationId xmlns:a16="http://schemas.microsoft.com/office/drawing/2014/main" id="{CBD5FD65-62C9-093F-D546-5A18670DFA6C}"/>
                        </a:ext>
                      </a:extLst>
                    </p:cNvPr>
                    <p:cNvGrpSpPr/>
                    <p:nvPr/>
                  </p:nvGrpSpPr>
                  <p:grpSpPr>
                    <a:xfrm rot="14400000" flipH="1">
                      <a:off x="6389147" y="3932622"/>
                      <a:ext cx="393192" cy="393192"/>
                      <a:chOff x="5354637" y="3446463"/>
                      <a:chExt cx="214313" cy="214313"/>
                    </a:xfrm>
                  </p:grpSpPr>
                  <p:sp>
                    <p:nvSpPr>
                      <p:cNvPr id="19469" name="Arc 19468">
                        <a:extLst>
                          <a:ext uri="{FF2B5EF4-FFF2-40B4-BE49-F238E27FC236}">
                            <a16:creationId xmlns:a16="http://schemas.microsoft.com/office/drawing/2014/main" id="{99F0BADC-4D13-312E-32CF-036C1A28693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470" name="Arc 19469">
                        <a:extLst>
                          <a:ext uri="{FF2B5EF4-FFF2-40B4-BE49-F238E27FC236}">
                            <a16:creationId xmlns:a16="http://schemas.microsoft.com/office/drawing/2014/main" id="{195DACF7-243B-1525-4F4E-F282E8FE822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468" name="TextBox 19467">
                      <a:extLst>
                        <a:ext uri="{FF2B5EF4-FFF2-40B4-BE49-F238E27FC236}">
                          <a16:creationId xmlns:a16="http://schemas.microsoft.com/office/drawing/2014/main" id="{470E332B-AEC3-58C8-0F9A-3505F875F722}"/>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414" name="Group 19413">
                  <a:extLst>
                    <a:ext uri="{FF2B5EF4-FFF2-40B4-BE49-F238E27FC236}">
                      <a16:creationId xmlns:a16="http://schemas.microsoft.com/office/drawing/2014/main" id="{9B4166D8-49CA-055F-A766-A98111F00D95}"/>
                    </a:ext>
                  </a:extLst>
                </p:cNvPr>
                <p:cNvGrpSpPr/>
                <p:nvPr/>
              </p:nvGrpSpPr>
              <p:grpSpPr>
                <a:xfrm>
                  <a:off x="6069086" y="3246228"/>
                  <a:ext cx="1019224" cy="991639"/>
                  <a:chOff x="5886431" y="3225768"/>
                  <a:chExt cx="1019224" cy="991639"/>
                </a:xfrm>
              </p:grpSpPr>
              <p:grpSp>
                <p:nvGrpSpPr>
                  <p:cNvPr id="19415" name="Group 19414">
                    <a:extLst>
                      <a:ext uri="{FF2B5EF4-FFF2-40B4-BE49-F238E27FC236}">
                        <a16:creationId xmlns:a16="http://schemas.microsoft.com/office/drawing/2014/main" id="{8F797709-B3F3-79D4-7013-3CA21C33FA0D}"/>
                      </a:ext>
                    </a:extLst>
                  </p:cNvPr>
                  <p:cNvGrpSpPr/>
                  <p:nvPr/>
                </p:nvGrpSpPr>
                <p:grpSpPr>
                  <a:xfrm>
                    <a:off x="6197413" y="3824215"/>
                    <a:ext cx="393192" cy="393192"/>
                    <a:chOff x="5265196" y="3357021"/>
                    <a:chExt cx="393192" cy="393192"/>
                  </a:xfrm>
                </p:grpSpPr>
                <p:grpSp>
                  <p:nvGrpSpPr>
                    <p:cNvPr id="19450" name="Group 19449">
                      <a:extLst>
                        <a:ext uri="{FF2B5EF4-FFF2-40B4-BE49-F238E27FC236}">
                          <a16:creationId xmlns:a16="http://schemas.microsoft.com/office/drawing/2014/main" id="{C85DD5B8-362B-680F-E1FE-EF7B9DA85A1E}"/>
                        </a:ext>
                      </a:extLst>
                    </p:cNvPr>
                    <p:cNvGrpSpPr/>
                    <p:nvPr/>
                  </p:nvGrpSpPr>
                  <p:grpSpPr>
                    <a:xfrm rot="14400000">
                      <a:off x="5265196" y="3357021"/>
                      <a:ext cx="393192" cy="393192"/>
                      <a:chOff x="5354637" y="3446463"/>
                      <a:chExt cx="214313" cy="214313"/>
                    </a:xfrm>
                  </p:grpSpPr>
                  <p:sp>
                    <p:nvSpPr>
                      <p:cNvPr id="19459" name="Arc 19458">
                        <a:extLst>
                          <a:ext uri="{FF2B5EF4-FFF2-40B4-BE49-F238E27FC236}">
                            <a16:creationId xmlns:a16="http://schemas.microsoft.com/office/drawing/2014/main" id="{CA77C797-15CC-5FA4-B5EA-68FCE63312E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460" name="Arc 19459">
                        <a:extLst>
                          <a:ext uri="{FF2B5EF4-FFF2-40B4-BE49-F238E27FC236}">
                            <a16:creationId xmlns:a16="http://schemas.microsoft.com/office/drawing/2014/main" id="{720A6B7E-DE38-170B-0F68-8ACDE010EFB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451" name="Group 19450">
                      <a:extLst>
                        <a:ext uri="{FF2B5EF4-FFF2-40B4-BE49-F238E27FC236}">
                          <a16:creationId xmlns:a16="http://schemas.microsoft.com/office/drawing/2014/main" id="{2B9916DA-2D97-DEAF-1BEB-AA7F8BB05C83}"/>
                        </a:ext>
                      </a:extLst>
                    </p:cNvPr>
                    <p:cNvGrpSpPr/>
                    <p:nvPr/>
                  </p:nvGrpSpPr>
                  <p:grpSpPr>
                    <a:xfrm>
                      <a:off x="5310186" y="3402011"/>
                      <a:ext cx="303213" cy="303213"/>
                      <a:chOff x="5310186" y="3402011"/>
                      <a:chExt cx="303213" cy="303213"/>
                    </a:xfrm>
                  </p:grpSpPr>
                  <p:grpSp>
                    <p:nvGrpSpPr>
                      <p:cNvPr id="19452" name="Group 19451">
                        <a:extLst>
                          <a:ext uri="{FF2B5EF4-FFF2-40B4-BE49-F238E27FC236}">
                            <a16:creationId xmlns:a16="http://schemas.microsoft.com/office/drawing/2014/main" id="{54D34CD6-40C2-9DB5-46F2-BC38FAC8AB6B}"/>
                          </a:ext>
                        </a:extLst>
                      </p:cNvPr>
                      <p:cNvGrpSpPr/>
                      <p:nvPr/>
                    </p:nvGrpSpPr>
                    <p:grpSpPr>
                      <a:xfrm>
                        <a:off x="5354636" y="3446461"/>
                        <a:ext cx="214313" cy="214313"/>
                        <a:chOff x="5354637" y="3446463"/>
                        <a:chExt cx="214313" cy="214313"/>
                      </a:xfrm>
                    </p:grpSpPr>
                    <p:sp>
                      <p:nvSpPr>
                        <p:cNvPr id="19457" name="Arc 19456">
                          <a:extLst>
                            <a:ext uri="{FF2B5EF4-FFF2-40B4-BE49-F238E27FC236}">
                              <a16:creationId xmlns:a16="http://schemas.microsoft.com/office/drawing/2014/main" id="{F9681E52-AAFA-4215-90E9-C163805816E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458" name="Arc 19457">
                          <a:extLst>
                            <a:ext uri="{FF2B5EF4-FFF2-40B4-BE49-F238E27FC236}">
                              <a16:creationId xmlns:a16="http://schemas.microsoft.com/office/drawing/2014/main" id="{EA03CF69-B830-A1E3-A0A9-425F9A9D97E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453" name="Group 19452">
                        <a:extLst>
                          <a:ext uri="{FF2B5EF4-FFF2-40B4-BE49-F238E27FC236}">
                            <a16:creationId xmlns:a16="http://schemas.microsoft.com/office/drawing/2014/main" id="{2AADCBD4-BCE9-1960-17E0-F4DB079F625F}"/>
                          </a:ext>
                        </a:extLst>
                      </p:cNvPr>
                      <p:cNvGrpSpPr/>
                      <p:nvPr/>
                    </p:nvGrpSpPr>
                    <p:grpSpPr>
                      <a:xfrm rot="7200000">
                        <a:off x="5310186" y="3402011"/>
                        <a:ext cx="303213" cy="303213"/>
                        <a:chOff x="5354637" y="3446463"/>
                        <a:chExt cx="214313" cy="214313"/>
                      </a:xfrm>
                    </p:grpSpPr>
                    <p:sp>
                      <p:nvSpPr>
                        <p:cNvPr id="19455" name="Arc 19454">
                          <a:extLst>
                            <a:ext uri="{FF2B5EF4-FFF2-40B4-BE49-F238E27FC236}">
                              <a16:creationId xmlns:a16="http://schemas.microsoft.com/office/drawing/2014/main" id="{3024D8AF-366B-1C46-AF63-EF8F50B0389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456" name="Arc 19455">
                          <a:extLst>
                            <a:ext uri="{FF2B5EF4-FFF2-40B4-BE49-F238E27FC236}">
                              <a16:creationId xmlns:a16="http://schemas.microsoft.com/office/drawing/2014/main" id="{A9E87DB4-DCEC-A404-5690-76B71CC454C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454" name="TextBox 19453">
                        <a:extLst>
                          <a:ext uri="{FF2B5EF4-FFF2-40B4-BE49-F238E27FC236}">
                            <a16:creationId xmlns:a16="http://schemas.microsoft.com/office/drawing/2014/main" id="{C0369EC8-AF8F-A0A2-055F-63D68DA58E88}"/>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416" name="Group 19415">
                    <a:extLst>
                      <a:ext uri="{FF2B5EF4-FFF2-40B4-BE49-F238E27FC236}">
                        <a16:creationId xmlns:a16="http://schemas.microsoft.com/office/drawing/2014/main" id="{8C60D8F7-0839-3267-A2F3-631201038BBE}"/>
                      </a:ext>
                    </a:extLst>
                  </p:cNvPr>
                  <p:cNvGrpSpPr/>
                  <p:nvPr/>
                </p:nvGrpSpPr>
                <p:grpSpPr>
                  <a:xfrm>
                    <a:off x="5886431" y="3525040"/>
                    <a:ext cx="393192" cy="393192"/>
                    <a:chOff x="5265196" y="3932619"/>
                    <a:chExt cx="393192" cy="393192"/>
                  </a:xfrm>
                </p:grpSpPr>
                <p:grpSp>
                  <p:nvGrpSpPr>
                    <p:cNvPr id="19440" name="Group 19439">
                      <a:extLst>
                        <a:ext uri="{FF2B5EF4-FFF2-40B4-BE49-F238E27FC236}">
                          <a16:creationId xmlns:a16="http://schemas.microsoft.com/office/drawing/2014/main" id="{5901DB74-CD99-2F3F-EC60-2514B450AE8A}"/>
                        </a:ext>
                      </a:extLst>
                    </p:cNvPr>
                    <p:cNvGrpSpPr/>
                    <p:nvPr/>
                  </p:nvGrpSpPr>
                  <p:grpSpPr>
                    <a:xfrm>
                      <a:off x="5354636" y="4022061"/>
                      <a:ext cx="214313" cy="214313"/>
                      <a:chOff x="5354637" y="3446463"/>
                      <a:chExt cx="214313" cy="214313"/>
                    </a:xfrm>
                  </p:grpSpPr>
                  <p:sp>
                    <p:nvSpPr>
                      <p:cNvPr id="19448" name="Arc 19447">
                        <a:extLst>
                          <a:ext uri="{FF2B5EF4-FFF2-40B4-BE49-F238E27FC236}">
                            <a16:creationId xmlns:a16="http://schemas.microsoft.com/office/drawing/2014/main" id="{F7E4E124-896B-31F5-190A-A016D28A438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449" name="Arc 19448">
                        <a:extLst>
                          <a:ext uri="{FF2B5EF4-FFF2-40B4-BE49-F238E27FC236}">
                            <a16:creationId xmlns:a16="http://schemas.microsoft.com/office/drawing/2014/main" id="{04651D31-B6B4-9B45-93B7-5B3F45DE906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441" name="Group 19440">
                      <a:extLst>
                        <a:ext uri="{FF2B5EF4-FFF2-40B4-BE49-F238E27FC236}">
                          <a16:creationId xmlns:a16="http://schemas.microsoft.com/office/drawing/2014/main" id="{FBA716FF-F8AD-43FE-0C44-2AD28561100B}"/>
                        </a:ext>
                      </a:extLst>
                    </p:cNvPr>
                    <p:cNvGrpSpPr/>
                    <p:nvPr/>
                  </p:nvGrpSpPr>
                  <p:grpSpPr>
                    <a:xfrm rot="14400000">
                      <a:off x="5310186" y="3977611"/>
                      <a:ext cx="303213" cy="303213"/>
                      <a:chOff x="5354637" y="3446463"/>
                      <a:chExt cx="214313" cy="214313"/>
                    </a:xfrm>
                  </p:grpSpPr>
                  <p:sp>
                    <p:nvSpPr>
                      <p:cNvPr id="19446" name="Arc 19445">
                        <a:extLst>
                          <a:ext uri="{FF2B5EF4-FFF2-40B4-BE49-F238E27FC236}">
                            <a16:creationId xmlns:a16="http://schemas.microsoft.com/office/drawing/2014/main" id="{850FE6A8-35A8-4BF7-AF24-91ECCF2E336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447" name="Arc 19446">
                        <a:extLst>
                          <a:ext uri="{FF2B5EF4-FFF2-40B4-BE49-F238E27FC236}">
                            <a16:creationId xmlns:a16="http://schemas.microsoft.com/office/drawing/2014/main" id="{EB21B860-FE85-8C13-EC70-1BE28FFF4C8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442" name="Group 19441">
                      <a:extLst>
                        <a:ext uri="{FF2B5EF4-FFF2-40B4-BE49-F238E27FC236}">
                          <a16:creationId xmlns:a16="http://schemas.microsoft.com/office/drawing/2014/main" id="{3B29453D-51FC-DA54-1028-1FF55EAD9A86}"/>
                        </a:ext>
                      </a:extLst>
                    </p:cNvPr>
                    <p:cNvGrpSpPr/>
                    <p:nvPr/>
                  </p:nvGrpSpPr>
                  <p:grpSpPr>
                    <a:xfrm rot="7200000">
                      <a:off x="5265196" y="3932619"/>
                      <a:ext cx="393192" cy="393192"/>
                      <a:chOff x="5354637" y="3446463"/>
                      <a:chExt cx="214313" cy="214313"/>
                    </a:xfrm>
                  </p:grpSpPr>
                  <p:sp>
                    <p:nvSpPr>
                      <p:cNvPr id="19444" name="Arc 19443">
                        <a:extLst>
                          <a:ext uri="{FF2B5EF4-FFF2-40B4-BE49-F238E27FC236}">
                            <a16:creationId xmlns:a16="http://schemas.microsoft.com/office/drawing/2014/main" id="{792EDB46-DBAD-266E-3EF6-F548B5979A0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445" name="Arc 19444">
                        <a:extLst>
                          <a:ext uri="{FF2B5EF4-FFF2-40B4-BE49-F238E27FC236}">
                            <a16:creationId xmlns:a16="http://schemas.microsoft.com/office/drawing/2014/main" id="{BF3AB822-03AD-62BF-2F77-8A9D3B57C47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443" name="TextBox 19442">
                      <a:extLst>
                        <a:ext uri="{FF2B5EF4-FFF2-40B4-BE49-F238E27FC236}">
                          <a16:creationId xmlns:a16="http://schemas.microsoft.com/office/drawing/2014/main" id="{E2557269-3A6C-7363-0F80-6DC7D28796B3}"/>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9417" name="Group 19416">
                    <a:extLst>
                      <a:ext uri="{FF2B5EF4-FFF2-40B4-BE49-F238E27FC236}">
                        <a16:creationId xmlns:a16="http://schemas.microsoft.com/office/drawing/2014/main" id="{702ADFBA-41E7-4CD5-C47C-C6D24B7D8EEB}"/>
                      </a:ext>
                    </a:extLst>
                  </p:cNvPr>
                  <p:cNvGrpSpPr/>
                  <p:nvPr/>
                </p:nvGrpSpPr>
                <p:grpSpPr>
                  <a:xfrm>
                    <a:off x="6512463" y="3525040"/>
                    <a:ext cx="393192" cy="393192"/>
                    <a:chOff x="6389147" y="3357021"/>
                    <a:chExt cx="393192" cy="393192"/>
                  </a:xfrm>
                </p:grpSpPr>
                <p:grpSp>
                  <p:nvGrpSpPr>
                    <p:cNvPr id="19429" name="Group 19428">
                      <a:extLst>
                        <a:ext uri="{FF2B5EF4-FFF2-40B4-BE49-F238E27FC236}">
                          <a16:creationId xmlns:a16="http://schemas.microsoft.com/office/drawing/2014/main" id="{758C375F-1CD3-7747-9FA2-72BF01DC0DF3}"/>
                        </a:ext>
                      </a:extLst>
                    </p:cNvPr>
                    <p:cNvGrpSpPr/>
                    <p:nvPr/>
                  </p:nvGrpSpPr>
                  <p:grpSpPr>
                    <a:xfrm rot="7200000" flipH="1">
                      <a:off x="6389147" y="3357021"/>
                      <a:ext cx="393192" cy="393192"/>
                      <a:chOff x="5354637" y="3446463"/>
                      <a:chExt cx="214313" cy="214313"/>
                    </a:xfrm>
                  </p:grpSpPr>
                  <p:sp>
                    <p:nvSpPr>
                      <p:cNvPr id="19438" name="Arc 19437">
                        <a:extLst>
                          <a:ext uri="{FF2B5EF4-FFF2-40B4-BE49-F238E27FC236}">
                            <a16:creationId xmlns:a16="http://schemas.microsoft.com/office/drawing/2014/main" id="{655B3774-0C59-56CA-F0E8-90E845182C1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439" name="Arc 19438">
                        <a:extLst>
                          <a:ext uri="{FF2B5EF4-FFF2-40B4-BE49-F238E27FC236}">
                            <a16:creationId xmlns:a16="http://schemas.microsoft.com/office/drawing/2014/main" id="{5801D889-112C-CADB-A1EF-FD2FBF1DFFA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430" name="Group 19429">
                      <a:extLst>
                        <a:ext uri="{FF2B5EF4-FFF2-40B4-BE49-F238E27FC236}">
                          <a16:creationId xmlns:a16="http://schemas.microsoft.com/office/drawing/2014/main" id="{8A1B8E28-350C-4DE7-D91E-6AA9624FA298}"/>
                        </a:ext>
                      </a:extLst>
                    </p:cNvPr>
                    <p:cNvGrpSpPr/>
                    <p:nvPr/>
                  </p:nvGrpSpPr>
                  <p:grpSpPr>
                    <a:xfrm>
                      <a:off x="6434137" y="3402011"/>
                      <a:ext cx="303213" cy="303213"/>
                      <a:chOff x="6434137" y="3402011"/>
                      <a:chExt cx="303213" cy="303213"/>
                    </a:xfrm>
                  </p:grpSpPr>
                  <p:grpSp>
                    <p:nvGrpSpPr>
                      <p:cNvPr id="19431" name="Group 19430">
                        <a:extLst>
                          <a:ext uri="{FF2B5EF4-FFF2-40B4-BE49-F238E27FC236}">
                            <a16:creationId xmlns:a16="http://schemas.microsoft.com/office/drawing/2014/main" id="{7B9B9720-8CE2-BC63-ECE7-769F071AF663}"/>
                          </a:ext>
                        </a:extLst>
                      </p:cNvPr>
                      <p:cNvGrpSpPr/>
                      <p:nvPr/>
                    </p:nvGrpSpPr>
                    <p:grpSpPr>
                      <a:xfrm flipH="1">
                        <a:off x="6478587" y="3446461"/>
                        <a:ext cx="214313" cy="214313"/>
                        <a:chOff x="5354637" y="3446463"/>
                        <a:chExt cx="214313" cy="214313"/>
                      </a:xfrm>
                    </p:grpSpPr>
                    <p:sp>
                      <p:nvSpPr>
                        <p:cNvPr id="19436" name="Arc 19435">
                          <a:extLst>
                            <a:ext uri="{FF2B5EF4-FFF2-40B4-BE49-F238E27FC236}">
                              <a16:creationId xmlns:a16="http://schemas.microsoft.com/office/drawing/2014/main" id="{199D890A-9D5A-79F7-B705-C98CB1E2FB9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437" name="Arc 19436">
                          <a:extLst>
                            <a:ext uri="{FF2B5EF4-FFF2-40B4-BE49-F238E27FC236}">
                              <a16:creationId xmlns:a16="http://schemas.microsoft.com/office/drawing/2014/main" id="{6E9D50B4-823D-B17A-5DED-441193F268C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432" name="Group 19431">
                        <a:extLst>
                          <a:ext uri="{FF2B5EF4-FFF2-40B4-BE49-F238E27FC236}">
                            <a16:creationId xmlns:a16="http://schemas.microsoft.com/office/drawing/2014/main" id="{90288AA0-8150-921E-580C-567E7A9B7FCB}"/>
                          </a:ext>
                        </a:extLst>
                      </p:cNvPr>
                      <p:cNvGrpSpPr/>
                      <p:nvPr/>
                    </p:nvGrpSpPr>
                    <p:grpSpPr>
                      <a:xfrm rot="14400000" flipH="1">
                        <a:off x="6434137" y="3402011"/>
                        <a:ext cx="303213" cy="303213"/>
                        <a:chOff x="5354637" y="3446463"/>
                        <a:chExt cx="214313" cy="214313"/>
                      </a:xfrm>
                    </p:grpSpPr>
                    <p:sp>
                      <p:nvSpPr>
                        <p:cNvPr id="19434" name="Arc 19433">
                          <a:extLst>
                            <a:ext uri="{FF2B5EF4-FFF2-40B4-BE49-F238E27FC236}">
                              <a16:creationId xmlns:a16="http://schemas.microsoft.com/office/drawing/2014/main" id="{49DDF77B-57CE-9B9D-50D4-75FB1D77AFC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435" name="Arc 19434">
                          <a:extLst>
                            <a:ext uri="{FF2B5EF4-FFF2-40B4-BE49-F238E27FC236}">
                              <a16:creationId xmlns:a16="http://schemas.microsoft.com/office/drawing/2014/main" id="{F52B805E-D9D5-DC06-FE5D-53797A7F878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433" name="TextBox 19432">
                        <a:extLst>
                          <a:ext uri="{FF2B5EF4-FFF2-40B4-BE49-F238E27FC236}">
                            <a16:creationId xmlns:a16="http://schemas.microsoft.com/office/drawing/2014/main" id="{A2D99E4A-75D0-A811-0702-34B7EB90E6CA}"/>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418" name="Group 19417">
                    <a:extLst>
                      <a:ext uri="{FF2B5EF4-FFF2-40B4-BE49-F238E27FC236}">
                        <a16:creationId xmlns:a16="http://schemas.microsoft.com/office/drawing/2014/main" id="{5FE531AC-9C25-3FED-04AC-3CAE99D42BA5}"/>
                      </a:ext>
                    </a:extLst>
                  </p:cNvPr>
                  <p:cNvGrpSpPr/>
                  <p:nvPr/>
                </p:nvGrpSpPr>
                <p:grpSpPr>
                  <a:xfrm>
                    <a:off x="6197413" y="3225768"/>
                    <a:ext cx="393192" cy="393192"/>
                    <a:chOff x="6389147" y="3932622"/>
                    <a:chExt cx="393192" cy="393192"/>
                  </a:xfrm>
                </p:grpSpPr>
                <p:grpSp>
                  <p:nvGrpSpPr>
                    <p:cNvPr id="19419" name="Group 19418">
                      <a:extLst>
                        <a:ext uri="{FF2B5EF4-FFF2-40B4-BE49-F238E27FC236}">
                          <a16:creationId xmlns:a16="http://schemas.microsoft.com/office/drawing/2014/main" id="{55A3EA91-62DD-6F1F-8C61-DBCFB41B4662}"/>
                        </a:ext>
                      </a:extLst>
                    </p:cNvPr>
                    <p:cNvGrpSpPr/>
                    <p:nvPr/>
                  </p:nvGrpSpPr>
                  <p:grpSpPr>
                    <a:xfrm flipH="1">
                      <a:off x="6478587" y="4022061"/>
                      <a:ext cx="214313" cy="214313"/>
                      <a:chOff x="5354637" y="3446463"/>
                      <a:chExt cx="214313" cy="214313"/>
                    </a:xfrm>
                  </p:grpSpPr>
                  <p:sp>
                    <p:nvSpPr>
                      <p:cNvPr id="19427" name="Arc 19426">
                        <a:extLst>
                          <a:ext uri="{FF2B5EF4-FFF2-40B4-BE49-F238E27FC236}">
                            <a16:creationId xmlns:a16="http://schemas.microsoft.com/office/drawing/2014/main" id="{F68436EF-19B5-4239-09A7-A785A89B90E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428" name="Arc 19427">
                        <a:extLst>
                          <a:ext uri="{FF2B5EF4-FFF2-40B4-BE49-F238E27FC236}">
                            <a16:creationId xmlns:a16="http://schemas.microsoft.com/office/drawing/2014/main" id="{E41BD851-96FF-19D2-E199-D5CA6AE4C5C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420" name="Group 19419">
                      <a:extLst>
                        <a:ext uri="{FF2B5EF4-FFF2-40B4-BE49-F238E27FC236}">
                          <a16:creationId xmlns:a16="http://schemas.microsoft.com/office/drawing/2014/main" id="{85133C80-F271-9A30-CE7F-72A4E9C20201}"/>
                        </a:ext>
                      </a:extLst>
                    </p:cNvPr>
                    <p:cNvGrpSpPr/>
                    <p:nvPr/>
                  </p:nvGrpSpPr>
                  <p:grpSpPr>
                    <a:xfrm rot="7200000" flipH="1">
                      <a:off x="6434137" y="3977611"/>
                      <a:ext cx="303213" cy="303213"/>
                      <a:chOff x="5354637" y="3446463"/>
                      <a:chExt cx="214313" cy="214313"/>
                    </a:xfrm>
                  </p:grpSpPr>
                  <p:sp>
                    <p:nvSpPr>
                      <p:cNvPr id="19425" name="Arc 19424">
                        <a:extLst>
                          <a:ext uri="{FF2B5EF4-FFF2-40B4-BE49-F238E27FC236}">
                            <a16:creationId xmlns:a16="http://schemas.microsoft.com/office/drawing/2014/main" id="{1FA743ED-D05E-3337-6658-5B5AE87C0CE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426" name="Arc 19425">
                        <a:extLst>
                          <a:ext uri="{FF2B5EF4-FFF2-40B4-BE49-F238E27FC236}">
                            <a16:creationId xmlns:a16="http://schemas.microsoft.com/office/drawing/2014/main" id="{B4802CE3-28BC-EA1A-9AF3-EED0FCBA2AF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421" name="Group 19420">
                      <a:extLst>
                        <a:ext uri="{FF2B5EF4-FFF2-40B4-BE49-F238E27FC236}">
                          <a16:creationId xmlns:a16="http://schemas.microsoft.com/office/drawing/2014/main" id="{BB558F76-2D78-23D3-72F7-C86E5BC1DFCB}"/>
                        </a:ext>
                      </a:extLst>
                    </p:cNvPr>
                    <p:cNvGrpSpPr/>
                    <p:nvPr/>
                  </p:nvGrpSpPr>
                  <p:grpSpPr>
                    <a:xfrm rot="14400000" flipH="1">
                      <a:off x="6389147" y="3932622"/>
                      <a:ext cx="393192" cy="393192"/>
                      <a:chOff x="5354637" y="3446463"/>
                      <a:chExt cx="214313" cy="214313"/>
                    </a:xfrm>
                  </p:grpSpPr>
                  <p:sp>
                    <p:nvSpPr>
                      <p:cNvPr id="19423" name="Arc 19422">
                        <a:extLst>
                          <a:ext uri="{FF2B5EF4-FFF2-40B4-BE49-F238E27FC236}">
                            <a16:creationId xmlns:a16="http://schemas.microsoft.com/office/drawing/2014/main" id="{6D98B5A8-1354-54E3-3E86-8E37C61145D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424" name="Arc 19423">
                        <a:extLst>
                          <a:ext uri="{FF2B5EF4-FFF2-40B4-BE49-F238E27FC236}">
                            <a16:creationId xmlns:a16="http://schemas.microsoft.com/office/drawing/2014/main" id="{83C5C922-F6DE-C202-DB61-9460A228C22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422" name="TextBox 19421">
                      <a:extLst>
                        <a:ext uri="{FF2B5EF4-FFF2-40B4-BE49-F238E27FC236}">
                          <a16:creationId xmlns:a16="http://schemas.microsoft.com/office/drawing/2014/main" id="{EC3CBF12-684D-03D7-C0C2-2D25085EB394}"/>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9318" name="Group 19317">
                <a:extLst>
                  <a:ext uri="{FF2B5EF4-FFF2-40B4-BE49-F238E27FC236}">
                    <a16:creationId xmlns:a16="http://schemas.microsoft.com/office/drawing/2014/main" id="{FCD85EC2-43BB-DC62-03D5-C248C8B5D80E}"/>
                  </a:ext>
                </a:extLst>
              </p:cNvPr>
              <p:cNvGrpSpPr/>
              <p:nvPr/>
            </p:nvGrpSpPr>
            <p:grpSpPr>
              <a:xfrm>
                <a:off x="6065340" y="2039507"/>
                <a:ext cx="1643204" cy="1593124"/>
                <a:chOff x="5445106" y="2644743"/>
                <a:chExt cx="1643204" cy="1593124"/>
              </a:xfrm>
            </p:grpSpPr>
            <p:grpSp>
              <p:nvGrpSpPr>
                <p:cNvPr id="19319" name="Group 19318">
                  <a:extLst>
                    <a:ext uri="{FF2B5EF4-FFF2-40B4-BE49-F238E27FC236}">
                      <a16:creationId xmlns:a16="http://schemas.microsoft.com/office/drawing/2014/main" id="{A5C6A42B-45CF-49E9-5177-954F112ADA2B}"/>
                    </a:ext>
                  </a:extLst>
                </p:cNvPr>
                <p:cNvGrpSpPr/>
                <p:nvPr/>
              </p:nvGrpSpPr>
              <p:grpSpPr>
                <a:xfrm>
                  <a:off x="5445106" y="2644743"/>
                  <a:ext cx="1019224" cy="991639"/>
                  <a:chOff x="5886431" y="3225768"/>
                  <a:chExt cx="1019224" cy="991639"/>
                </a:xfrm>
              </p:grpSpPr>
              <p:grpSp>
                <p:nvGrpSpPr>
                  <p:cNvPr id="19367" name="Group 19366">
                    <a:extLst>
                      <a:ext uri="{FF2B5EF4-FFF2-40B4-BE49-F238E27FC236}">
                        <a16:creationId xmlns:a16="http://schemas.microsoft.com/office/drawing/2014/main" id="{14E6E3A7-BE6C-4B09-00ED-E39506CAB92F}"/>
                      </a:ext>
                    </a:extLst>
                  </p:cNvPr>
                  <p:cNvGrpSpPr/>
                  <p:nvPr/>
                </p:nvGrpSpPr>
                <p:grpSpPr>
                  <a:xfrm>
                    <a:off x="6197413" y="3824215"/>
                    <a:ext cx="393192" cy="393192"/>
                    <a:chOff x="5265196" y="3357021"/>
                    <a:chExt cx="393192" cy="393192"/>
                  </a:xfrm>
                </p:grpSpPr>
                <p:grpSp>
                  <p:nvGrpSpPr>
                    <p:cNvPr id="19402" name="Group 19401">
                      <a:extLst>
                        <a:ext uri="{FF2B5EF4-FFF2-40B4-BE49-F238E27FC236}">
                          <a16:creationId xmlns:a16="http://schemas.microsoft.com/office/drawing/2014/main" id="{76BAEA1B-5E6C-7936-4BC5-D2857FB59198}"/>
                        </a:ext>
                      </a:extLst>
                    </p:cNvPr>
                    <p:cNvGrpSpPr/>
                    <p:nvPr/>
                  </p:nvGrpSpPr>
                  <p:grpSpPr>
                    <a:xfrm rot="14400000">
                      <a:off x="5265196" y="3357021"/>
                      <a:ext cx="393192" cy="393192"/>
                      <a:chOff x="5354637" y="3446463"/>
                      <a:chExt cx="214313" cy="214313"/>
                    </a:xfrm>
                  </p:grpSpPr>
                  <p:sp>
                    <p:nvSpPr>
                      <p:cNvPr id="19411" name="Arc 19410">
                        <a:extLst>
                          <a:ext uri="{FF2B5EF4-FFF2-40B4-BE49-F238E27FC236}">
                            <a16:creationId xmlns:a16="http://schemas.microsoft.com/office/drawing/2014/main" id="{2F774AB2-6C14-70E1-CAD2-4ECD4E7ABF1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412" name="Arc 19411">
                        <a:extLst>
                          <a:ext uri="{FF2B5EF4-FFF2-40B4-BE49-F238E27FC236}">
                            <a16:creationId xmlns:a16="http://schemas.microsoft.com/office/drawing/2014/main" id="{626D344B-7A1D-50DB-E962-A36987BDBDD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403" name="Group 19402">
                      <a:extLst>
                        <a:ext uri="{FF2B5EF4-FFF2-40B4-BE49-F238E27FC236}">
                          <a16:creationId xmlns:a16="http://schemas.microsoft.com/office/drawing/2014/main" id="{249C4411-DD9D-E1FC-19FA-D4759318CB1F}"/>
                        </a:ext>
                      </a:extLst>
                    </p:cNvPr>
                    <p:cNvGrpSpPr/>
                    <p:nvPr/>
                  </p:nvGrpSpPr>
                  <p:grpSpPr>
                    <a:xfrm>
                      <a:off x="5310186" y="3402011"/>
                      <a:ext cx="303213" cy="303213"/>
                      <a:chOff x="5310186" y="3402011"/>
                      <a:chExt cx="303213" cy="303213"/>
                    </a:xfrm>
                  </p:grpSpPr>
                  <p:grpSp>
                    <p:nvGrpSpPr>
                      <p:cNvPr id="19404" name="Group 19403">
                        <a:extLst>
                          <a:ext uri="{FF2B5EF4-FFF2-40B4-BE49-F238E27FC236}">
                            <a16:creationId xmlns:a16="http://schemas.microsoft.com/office/drawing/2014/main" id="{F0EA77B9-7E10-AB07-FDF3-AC3AAC6AFE35}"/>
                          </a:ext>
                        </a:extLst>
                      </p:cNvPr>
                      <p:cNvGrpSpPr/>
                      <p:nvPr/>
                    </p:nvGrpSpPr>
                    <p:grpSpPr>
                      <a:xfrm>
                        <a:off x="5354636" y="3446461"/>
                        <a:ext cx="214313" cy="214313"/>
                        <a:chOff x="5354637" y="3446463"/>
                        <a:chExt cx="214313" cy="214313"/>
                      </a:xfrm>
                    </p:grpSpPr>
                    <p:sp>
                      <p:nvSpPr>
                        <p:cNvPr id="19409" name="Arc 19408">
                          <a:extLst>
                            <a:ext uri="{FF2B5EF4-FFF2-40B4-BE49-F238E27FC236}">
                              <a16:creationId xmlns:a16="http://schemas.microsoft.com/office/drawing/2014/main" id="{91E15A32-C09B-8C41-ABCC-7BA3BDC189A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410" name="Arc 19409">
                          <a:extLst>
                            <a:ext uri="{FF2B5EF4-FFF2-40B4-BE49-F238E27FC236}">
                              <a16:creationId xmlns:a16="http://schemas.microsoft.com/office/drawing/2014/main" id="{1DA1BD62-743C-CBF1-AE49-06DE7F8F137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405" name="Group 19404">
                        <a:extLst>
                          <a:ext uri="{FF2B5EF4-FFF2-40B4-BE49-F238E27FC236}">
                            <a16:creationId xmlns:a16="http://schemas.microsoft.com/office/drawing/2014/main" id="{92676C7E-71C0-AECB-DAF9-C2E26925A843}"/>
                          </a:ext>
                        </a:extLst>
                      </p:cNvPr>
                      <p:cNvGrpSpPr/>
                      <p:nvPr/>
                    </p:nvGrpSpPr>
                    <p:grpSpPr>
                      <a:xfrm rot="7200000">
                        <a:off x="5310186" y="3402011"/>
                        <a:ext cx="303213" cy="303213"/>
                        <a:chOff x="5354637" y="3446463"/>
                        <a:chExt cx="214313" cy="214313"/>
                      </a:xfrm>
                    </p:grpSpPr>
                    <p:sp>
                      <p:nvSpPr>
                        <p:cNvPr id="19407" name="Arc 19406">
                          <a:extLst>
                            <a:ext uri="{FF2B5EF4-FFF2-40B4-BE49-F238E27FC236}">
                              <a16:creationId xmlns:a16="http://schemas.microsoft.com/office/drawing/2014/main" id="{0BBF4F70-AC81-1C07-7A12-63FF0C45E95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408" name="Arc 19407">
                          <a:extLst>
                            <a:ext uri="{FF2B5EF4-FFF2-40B4-BE49-F238E27FC236}">
                              <a16:creationId xmlns:a16="http://schemas.microsoft.com/office/drawing/2014/main" id="{BEAA54AD-B41A-2570-DF33-69298F48794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406" name="TextBox 19405">
                        <a:extLst>
                          <a:ext uri="{FF2B5EF4-FFF2-40B4-BE49-F238E27FC236}">
                            <a16:creationId xmlns:a16="http://schemas.microsoft.com/office/drawing/2014/main" id="{9E574AB7-2069-ECC8-72EA-EE908DD03ABF}"/>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368" name="Group 19367">
                    <a:extLst>
                      <a:ext uri="{FF2B5EF4-FFF2-40B4-BE49-F238E27FC236}">
                        <a16:creationId xmlns:a16="http://schemas.microsoft.com/office/drawing/2014/main" id="{A807747C-7EC6-DAB3-650A-CA27183A2E98}"/>
                      </a:ext>
                    </a:extLst>
                  </p:cNvPr>
                  <p:cNvGrpSpPr/>
                  <p:nvPr/>
                </p:nvGrpSpPr>
                <p:grpSpPr>
                  <a:xfrm>
                    <a:off x="5886431" y="3525040"/>
                    <a:ext cx="393192" cy="393192"/>
                    <a:chOff x="5265196" y="3932619"/>
                    <a:chExt cx="393192" cy="393192"/>
                  </a:xfrm>
                </p:grpSpPr>
                <p:grpSp>
                  <p:nvGrpSpPr>
                    <p:cNvPr id="19392" name="Group 19391">
                      <a:extLst>
                        <a:ext uri="{FF2B5EF4-FFF2-40B4-BE49-F238E27FC236}">
                          <a16:creationId xmlns:a16="http://schemas.microsoft.com/office/drawing/2014/main" id="{C796B668-027F-6185-9E50-35CA9FDCE3FE}"/>
                        </a:ext>
                      </a:extLst>
                    </p:cNvPr>
                    <p:cNvGrpSpPr/>
                    <p:nvPr/>
                  </p:nvGrpSpPr>
                  <p:grpSpPr>
                    <a:xfrm>
                      <a:off x="5354636" y="4022061"/>
                      <a:ext cx="214313" cy="214313"/>
                      <a:chOff x="5354637" y="3446463"/>
                      <a:chExt cx="214313" cy="214313"/>
                    </a:xfrm>
                  </p:grpSpPr>
                  <p:sp>
                    <p:nvSpPr>
                      <p:cNvPr id="19400" name="Arc 19399">
                        <a:extLst>
                          <a:ext uri="{FF2B5EF4-FFF2-40B4-BE49-F238E27FC236}">
                            <a16:creationId xmlns:a16="http://schemas.microsoft.com/office/drawing/2014/main" id="{F3E9F0A6-CED3-5B05-368C-DC1485A21E4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401" name="Arc 19400">
                        <a:extLst>
                          <a:ext uri="{FF2B5EF4-FFF2-40B4-BE49-F238E27FC236}">
                            <a16:creationId xmlns:a16="http://schemas.microsoft.com/office/drawing/2014/main" id="{231DEF72-466B-8F10-91D3-8481F964060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393" name="Group 19392">
                      <a:extLst>
                        <a:ext uri="{FF2B5EF4-FFF2-40B4-BE49-F238E27FC236}">
                          <a16:creationId xmlns:a16="http://schemas.microsoft.com/office/drawing/2014/main" id="{C93E6184-D2C3-A905-C86D-FD326FC15E5F}"/>
                        </a:ext>
                      </a:extLst>
                    </p:cNvPr>
                    <p:cNvGrpSpPr/>
                    <p:nvPr/>
                  </p:nvGrpSpPr>
                  <p:grpSpPr>
                    <a:xfrm rot="14400000">
                      <a:off x="5310186" y="3977611"/>
                      <a:ext cx="303213" cy="303213"/>
                      <a:chOff x="5354637" y="3446463"/>
                      <a:chExt cx="214313" cy="214313"/>
                    </a:xfrm>
                  </p:grpSpPr>
                  <p:sp>
                    <p:nvSpPr>
                      <p:cNvPr id="19398" name="Arc 19397">
                        <a:extLst>
                          <a:ext uri="{FF2B5EF4-FFF2-40B4-BE49-F238E27FC236}">
                            <a16:creationId xmlns:a16="http://schemas.microsoft.com/office/drawing/2014/main" id="{F3070B33-FD3A-B110-D467-9D5204EEBAB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399" name="Arc 19398">
                        <a:extLst>
                          <a:ext uri="{FF2B5EF4-FFF2-40B4-BE49-F238E27FC236}">
                            <a16:creationId xmlns:a16="http://schemas.microsoft.com/office/drawing/2014/main" id="{434A430D-E249-FD7A-C6C5-348786B93EC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394" name="Group 19393">
                      <a:extLst>
                        <a:ext uri="{FF2B5EF4-FFF2-40B4-BE49-F238E27FC236}">
                          <a16:creationId xmlns:a16="http://schemas.microsoft.com/office/drawing/2014/main" id="{133E28C6-67C4-3AEF-3787-545C908602F7}"/>
                        </a:ext>
                      </a:extLst>
                    </p:cNvPr>
                    <p:cNvGrpSpPr/>
                    <p:nvPr/>
                  </p:nvGrpSpPr>
                  <p:grpSpPr>
                    <a:xfrm rot="7200000">
                      <a:off x="5265196" y="3932619"/>
                      <a:ext cx="393192" cy="393192"/>
                      <a:chOff x="5354637" y="3446463"/>
                      <a:chExt cx="214313" cy="214313"/>
                    </a:xfrm>
                  </p:grpSpPr>
                  <p:sp>
                    <p:nvSpPr>
                      <p:cNvPr id="19396" name="Arc 19395">
                        <a:extLst>
                          <a:ext uri="{FF2B5EF4-FFF2-40B4-BE49-F238E27FC236}">
                            <a16:creationId xmlns:a16="http://schemas.microsoft.com/office/drawing/2014/main" id="{AC573806-49AE-01DE-B8D3-F31EE597FEA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397" name="Arc 19396">
                        <a:extLst>
                          <a:ext uri="{FF2B5EF4-FFF2-40B4-BE49-F238E27FC236}">
                            <a16:creationId xmlns:a16="http://schemas.microsoft.com/office/drawing/2014/main" id="{B16AEA8B-32A8-7B38-5F33-CCB8A836644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395" name="TextBox 19394">
                      <a:extLst>
                        <a:ext uri="{FF2B5EF4-FFF2-40B4-BE49-F238E27FC236}">
                          <a16:creationId xmlns:a16="http://schemas.microsoft.com/office/drawing/2014/main" id="{383FE554-22FD-B164-D604-82A0DC6951E7}"/>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9369" name="Group 19368">
                    <a:extLst>
                      <a:ext uri="{FF2B5EF4-FFF2-40B4-BE49-F238E27FC236}">
                        <a16:creationId xmlns:a16="http://schemas.microsoft.com/office/drawing/2014/main" id="{74D53D56-706E-AA77-86FA-B95D67C4C957}"/>
                      </a:ext>
                    </a:extLst>
                  </p:cNvPr>
                  <p:cNvGrpSpPr/>
                  <p:nvPr/>
                </p:nvGrpSpPr>
                <p:grpSpPr>
                  <a:xfrm>
                    <a:off x="6512463" y="3525040"/>
                    <a:ext cx="393192" cy="393192"/>
                    <a:chOff x="6389147" y="3357021"/>
                    <a:chExt cx="393192" cy="393192"/>
                  </a:xfrm>
                </p:grpSpPr>
                <p:grpSp>
                  <p:nvGrpSpPr>
                    <p:cNvPr id="19381" name="Group 19380">
                      <a:extLst>
                        <a:ext uri="{FF2B5EF4-FFF2-40B4-BE49-F238E27FC236}">
                          <a16:creationId xmlns:a16="http://schemas.microsoft.com/office/drawing/2014/main" id="{4D2BFAB0-675C-AF9E-7A60-7E127FAB2070}"/>
                        </a:ext>
                      </a:extLst>
                    </p:cNvPr>
                    <p:cNvGrpSpPr/>
                    <p:nvPr/>
                  </p:nvGrpSpPr>
                  <p:grpSpPr>
                    <a:xfrm rot="7200000" flipH="1">
                      <a:off x="6389147" y="3357021"/>
                      <a:ext cx="393192" cy="393192"/>
                      <a:chOff x="5354637" y="3446463"/>
                      <a:chExt cx="214313" cy="214313"/>
                    </a:xfrm>
                  </p:grpSpPr>
                  <p:sp>
                    <p:nvSpPr>
                      <p:cNvPr id="19390" name="Arc 19389">
                        <a:extLst>
                          <a:ext uri="{FF2B5EF4-FFF2-40B4-BE49-F238E27FC236}">
                            <a16:creationId xmlns:a16="http://schemas.microsoft.com/office/drawing/2014/main" id="{6F170D82-80C8-0162-AFF0-3C19F993503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391" name="Arc 19390">
                        <a:extLst>
                          <a:ext uri="{FF2B5EF4-FFF2-40B4-BE49-F238E27FC236}">
                            <a16:creationId xmlns:a16="http://schemas.microsoft.com/office/drawing/2014/main" id="{BBD55C78-638B-B151-935A-DF6BC57485C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382" name="Group 19381">
                      <a:extLst>
                        <a:ext uri="{FF2B5EF4-FFF2-40B4-BE49-F238E27FC236}">
                          <a16:creationId xmlns:a16="http://schemas.microsoft.com/office/drawing/2014/main" id="{22312A09-7F60-6366-9E4E-D29EE3A44D62}"/>
                        </a:ext>
                      </a:extLst>
                    </p:cNvPr>
                    <p:cNvGrpSpPr/>
                    <p:nvPr/>
                  </p:nvGrpSpPr>
                  <p:grpSpPr>
                    <a:xfrm>
                      <a:off x="6434137" y="3402011"/>
                      <a:ext cx="303213" cy="303213"/>
                      <a:chOff x="6434137" y="3402011"/>
                      <a:chExt cx="303213" cy="303213"/>
                    </a:xfrm>
                  </p:grpSpPr>
                  <p:grpSp>
                    <p:nvGrpSpPr>
                      <p:cNvPr id="19383" name="Group 19382">
                        <a:extLst>
                          <a:ext uri="{FF2B5EF4-FFF2-40B4-BE49-F238E27FC236}">
                            <a16:creationId xmlns:a16="http://schemas.microsoft.com/office/drawing/2014/main" id="{9BC75E64-3C61-6DD2-18C3-3C528E37248F}"/>
                          </a:ext>
                        </a:extLst>
                      </p:cNvPr>
                      <p:cNvGrpSpPr/>
                      <p:nvPr/>
                    </p:nvGrpSpPr>
                    <p:grpSpPr>
                      <a:xfrm flipH="1">
                        <a:off x="6478587" y="3446461"/>
                        <a:ext cx="214313" cy="214313"/>
                        <a:chOff x="5354637" y="3446463"/>
                        <a:chExt cx="214313" cy="214313"/>
                      </a:xfrm>
                    </p:grpSpPr>
                    <p:sp>
                      <p:nvSpPr>
                        <p:cNvPr id="19388" name="Arc 19387">
                          <a:extLst>
                            <a:ext uri="{FF2B5EF4-FFF2-40B4-BE49-F238E27FC236}">
                              <a16:creationId xmlns:a16="http://schemas.microsoft.com/office/drawing/2014/main" id="{AB10AAE4-8F4B-C221-03B5-7BFA4A3E9DD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389" name="Arc 19388">
                          <a:extLst>
                            <a:ext uri="{FF2B5EF4-FFF2-40B4-BE49-F238E27FC236}">
                              <a16:creationId xmlns:a16="http://schemas.microsoft.com/office/drawing/2014/main" id="{CAF96D65-A45A-516D-1CEC-88F0998394E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384" name="Group 19383">
                        <a:extLst>
                          <a:ext uri="{FF2B5EF4-FFF2-40B4-BE49-F238E27FC236}">
                            <a16:creationId xmlns:a16="http://schemas.microsoft.com/office/drawing/2014/main" id="{279AC742-626C-740C-1A7F-21B5BD69FF58}"/>
                          </a:ext>
                        </a:extLst>
                      </p:cNvPr>
                      <p:cNvGrpSpPr/>
                      <p:nvPr/>
                    </p:nvGrpSpPr>
                    <p:grpSpPr>
                      <a:xfrm rot="14400000" flipH="1">
                        <a:off x="6434137" y="3402011"/>
                        <a:ext cx="303213" cy="303213"/>
                        <a:chOff x="5354637" y="3446463"/>
                        <a:chExt cx="214313" cy="214313"/>
                      </a:xfrm>
                    </p:grpSpPr>
                    <p:sp>
                      <p:nvSpPr>
                        <p:cNvPr id="19386" name="Arc 19385">
                          <a:extLst>
                            <a:ext uri="{FF2B5EF4-FFF2-40B4-BE49-F238E27FC236}">
                              <a16:creationId xmlns:a16="http://schemas.microsoft.com/office/drawing/2014/main" id="{000FC409-349D-7256-285A-F129B4755A1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387" name="Arc 19386">
                          <a:extLst>
                            <a:ext uri="{FF2B5EF4-FFF2-40B4-BE49-F238E27FC236}">
                              <a16:creationId xmlns:a16="http://schemas.microsoft.com/office/drawing/2014/main" id="{268A0B99-5B8C-6A5B-BBA8-2AF8B6DCF2D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385" name="TextBox 19384">
                        <a:extLst>
                          <a:ext uri="{FF2B5EF4-FFF2-40B4-BE49-F238E27FC236}">
                            <a16:creationId xmlns:a16="http://schemas.microsoft.com/office/drawing/2014/main" id="{1196C92B-5DB6-7767-DEE5-EB8829EEDB77}"/>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370" name="Group 19369">
                    <a:extLst>
                      <a:ext uri="{FF2B5EF4-FFF2-40B4-BE49-F238E27FC236}">
                        <a16:creationId xmlns:a16="http://schemas.microsoft.com/office/drawing/2014/main" id="{721D1DED-E8E7-EDAD-2F84-07A0B04F4B33}"/>
                      </a:ext>
                    </a:extLst>
                  </p:cNvPr>
                  <p:cNvGrpSpPr/>
                  <p:nvPr/>
                </p:nvGrpSpPr>
                <p:grpSpPr>
                  <a:xfrm>
                    <a:off x="6197413" y="3225768"/>
                    <a:ext cx="393192" cy="393192"/>
                    <a:chOff x="6389147" y="3932622"/>
                    <a:chExt cx="393192" cy="393192"/>
                  </a:xfrm>
                </p:grpSpPr>
                <p:grpSp>
                  <p:nvGrpSpPr>
                    <p:cNvPr id="19371" name="Group 19370">
                      <a:extLst>
                        <a:ext uri="{FF2B5EF4-FFF2-40B4-BE49-F238E27FC236}">
                          <a16:creationId xmlns:a16="http://schemas.microsoft.com/office/drawing/2014/main" id="{AC9EF7AD-CC55-D445-3598-44B02B7BC97B}"/>
                        </a:ext>
                      </a:extLst>
                    </p:cNvPr>
                    <p:cNvGrpSpPr/>
                    <p:nvPr/>
                  </p:nvGrpSpPr>
                  <p:grpSpPr>
                    <a:xfrm flipH="1">
                      <a:off x="6478587" y="4022061"/>
                      <a:ext cx="214313" cy="214313"/>
                      <a:chOff x="5354637" y="3446463"/>
                      <a:chExt cx="214313" cy="214313"/>
                    </a:xfrm>
                  </p:grpSpPr>
                  <p:sp>
                    <p:nvSpPr>
                      <p:cNvPr id="19379" name="Arc 19378">
                        <a:extLst>
                          <a:ext uri="{FF2B5EF4-FFF2-40B4-BE49-F238E27FC236}">
                            <a16:creationId xmlns:a16="http://schemas.microsoft.com/office/drawing/2014/main" id="{3AD11AEF-4F51-2C36-4F7A-2A8E03B1BD2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380" name="Arc 19379">
                        <a:extLst>
                          <a:ext uri="{FF2B5EF4-FFF2-40B4-BE49-F238E27FC236}">
                            <a16:creationId xmlns:a16="http://schemas.microsoft.com/office/drawing/2014/main" id="{68F99A65-806A-F792-61D0-293A6AE139A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372" name="Group 19371">
                      <a:extLst>
                        <a:ext uri="{FF2B5EF4-FFF2-40B4-BE49-F238E27FC236}">
                          <a16:creationId xmlns:a16="http://schemas.microsoft.com/office/drawing/2014/main" id="{9D750F6A-ABFF-A9A2-E807-D618C2AA4A42}"/>
                        </a:ext>
                      </a:extLst>
                    </p:cNvPr>
                    <p:cNvGrpSpPr/>
                    <p:nvPr/>
                  </p:nvGrpSpPr>
                  <p:grpSpPr>
                    <a:xfrm rot="7200000" flipH="1">
                      <a:off x="6434137" y="3977611"/>
                      <a:ext cx="303213" cy="303213"/>
                      <a:chOff x="5354637" y="3446463"/>
                      <a:chExt cx="214313" cy="214313"/>
                    </a:xfrm>
                  </p:grpSpPr>
                  <p:sp>
                    <p:nvSpPr>
                      <p:cNvPr id="19377" name="Arc 19376">
                        <a:extLst>
                          <a:ext uri="{FF2B5EF4-FFF2-40B4-BE49-F238E27FC236}">
                            <a16:creationId xmlns:a16="http://schemas.microsoft.com/office/drawing/2014/main" id="{EF399DE5-9616-20F3-E664-C39DF52FE11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378" name="Arc 19377">
                        <a:extLst>
                          <a:ext uri="{FF2B5EF4-FFF2-40B4-BE49-F238E27FC236}">
                            <a16:creationId xmlns:a16="http://schemas.microsoft.com/office/drawing/2014/main" id="{D736587E-CFD8-7B22-D55B-C155F7DC08C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373" name="Group 19372">
                      <a:extLst>
                        <a:ext uri="{FF2B5EF4-FFF2-40B4-BE49-F238E27FC236}">
                          <a16:creationId xmlns:a16="http://schemas.microsoft.com/office/drawing/2014/main" id="{7A15AEC2-DB27-194D-8723-263F02483153}"/>
                        </a:ext>
                      </a:extLst>
                    </p:cNvPr>
                    <p:cNvGrpSpPr/>
                    <p:nvPr/>
                  </p:nvGrpSpPr>
                  <p:grpSpPr>
                    <a:xfrm rot="14400000" flipH="1">
                      <a:off x="6389147" y="3932622"/>
                      <a:ext cx="393192" cy="393192"/>
                      <a:chOff x="5354637" y="3446463"/>
                      <a:chExt cx="214313" cy="214313"/>
                    </a:xfrm>
                  </p:grpSpPr>
                  <p:sp>
                    <p:nvSpPr>
                      <p:cNvPr id="19375" name="Arc 19374">
                        <a:extLst>
                          <a:ext uri="{FF2B5EF4-FFF2-40B4-BE49-F238E27FC236}">
                            <a16:creationId xmlns:a16="http://schemas.microsoft.com/office/drawing/2014/main" id="{3964873B-310F-0D4D-113F-7018E5AD33A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376" name="Arc 19375">
                        <a:extLst>
                          <a:ext uri="{FF2B5EF4-FFF2-40B4-BE49-F238E27FC236}">
                            <a16:creationId xmlns:a16="http://schemas.microsoft.com/office/drawing/2014/main" id="{07B35C02-4F4C-9DBA-BF5F-3047B9AFF53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374" name="TextBox 19373">
                      <a:extLst>
                        <a:ext uri="{FF2B5EF4-FFF2-40B4-BE49-F238E27FC236}">
                          <a16:creationId xmlns:a16="http://schemas.microsoft.com/office/drawing/2014/main" id="{5A693DD4-5472-FDAF-E45C-DAC811C5E8BC}"/>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320" name="Group 19319">
                  <a:extLst>
                    <a:ext uri="{FF2B5EF4-FFF2-40B4-BE49-F238E27FC236}">
                      <a16:creationId xmlns:a16="http://schemas.microsoft.com/office/drawing/2014/main" id="{E933FB9D-F4DE-7E91-A2BC-B78440D102B7}"/>
                    </a:ext>
                  </a:extLst>
                </p:cNvPr>
                <p:cNvGrpSpPr/>
                <p:nvPr/>
              </p:nvGrpSpPr>
              <p:grpSpPr>
                <a:xfrm>
                  <a:off x="6069086" y="3246228"/>
                  <a:ext cx="1019224" cy="991639"/>
                  <a:chOff x="5886431" y="3225768"/>
                  <a:chExt cx="1019224" cy="991639"/>
                </a:xfrm>
              </p:grpSpPr>
              <p:grpSp>
                <p:nvGrpSpPr>
                  <p:cNvPr id="19321" name="Group 19320">
                    <a:extLst>
                      <a:ext uri="{FF2B5EF4-FFF2-40B4-BE49-F238E27FC236}">
                        <a16:creationId xmlns:a16="http://schemas.microsoft.com/office/drawing/2014/main" id="{19AC73EB-5BB5-2AC4-5D19-3A9C07A097B5}"/>
                      </a:ext>
                    </a:extLst>
                  </p:cNvPr>
                  <p:cNvGrpSpPr/>
                  <p:nvPr/>
                </p:nvGrpSpPr>
                <p:grpSpPr>
                  <a:xfrm>
                    <a:off x="6197413" y="3824215"/>
                    <a:ext cx="393192" cy="393192"/>
                    <a:chOff x="5265196" y="3357021"/>
                    <a:chExt cx="393192" cy="393192"/>
                  </a:xfrm>
                </p:grpSpPr>
                <p:grpSp>
                  <p:nvGrpSpPr>
                    <p:cNvPr id="19356" name="Group 19355">
                      <a:extLst>
                        <a:ext uri="{FF2B5EF4-FFF2-40B4-BE49-F238E27FC236}">
                          <a16:creationId xmlns:a16="http://schemas.microsoft.com/office/drawing/2014/main" id="{1F197F97-4417-2490-9BDB-B04EA7412341}"/>
                        </a:ext>
                      </a:extLst>
                    </p:cNvPr>
                    <p:cNvGrpSpPr/>
                    <p:nvPr/>
                  </p:nvGrpSpPr>
                  <p:grpSpPr>
                    <a:xfrm rot="14400000">
                      <a:off x="5265196" y="3357021"/>
                      <a:ext cx="393192" cy="393192"/>
                      <a:chOff x="5354637" y="3446463"/>
                      <a:chExt cx="214313" cy="214313"/>
                    </a:xfrm>
                  </p:grpSpPr>
                  <p:sp>
                    <p:nvSpPr>
                      <p:cNvPr id="19365" name="Arc 19364">
                        <a:extLst>
                          <a:ext uri="{FF2B5EF4-FFF2-40B4-BE49-F238E27FC236}">
                            <a16:creationId xmlns:a16="http://schemas.microsoft.com/office/drawing/2014/main" id="{D36408D3-5C10-F97F-3BC0-79F38260CD4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366" name="Arc 19365">
                        <a:extLst>
                          <a:ext uri="{FF2B5EF4-FFF2-40B4-BE49-F238E27FC236}">
                            <a16:creationId xmlns:a16="http://schemas.microsoft.com/office/drawing/2014/main" id="{0BE4FA61-D042-ACE5-2C3E-6BB1A7945EA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357" name="Group 19356">
                      <a:extLst>
                        <a:ext uri="{FF2B5EF4-FFF2-40B4-BE49-F238E27FC236}">
                          <a16:creationId xmlns:a16="http://schemas.microsoft.com/office/drawing/2014/main" id="{E39F2B80-7C94-909F-BB84-204AFB710F67}"/>
                        </a:ext>
                      </a:extLst>
                    </p:cNvPr>
                    <p:cNvGrpSpPr/>
                    <p:nvPr/>
                  </p:nvGrpSpPr>
                  <p:grpSpPr>
                    <a:xfrm>
                      <a:off x="5310186" y="3402011"/>
                      <a:ext cx="303213" cy="303213"/>
                      <a:chOff x="5310186" y="3402011"/>
                      <a:chExt cx="303213" cy="303213"/>
                    </a:xfrm>
                  </p:grpSpPr>
                  <p:grpSp>
                    <p:nvGrpSpPr>
                      <p:cNvPr id="19358" name="Group 19357">
                        <a:extLst>
                          <a:ext uri="{FF2B5EF4-FFF2-40B4-BE49-F238E27FC236}">
                            <a16:creationId xmlns:a16="http://schemas.microsoft.com/office/drawing/2014/main" id="{BCB7C10A-F5E4-9510-503F-1CA02130EDE6}"/>
                          </a:ext>
                        </a:extLst>
                      </p:cNvPr>
                      <p:cNvGrpSpPr/>
                      <p:nvPr/>
                    </p:nvGrpSpPr>
                    <p:grpSpPr>
                      <a:xfrm>
                        <a:off x="5354636" y="3446461"/>
                        <a:ext cx="214313" cy="214313"/>
                        <a:chOff x="5354637" y="3446463"/>
                        <a:chExt cx="214313" cy="214313"/>
                      </a:xfrm>
                    </p:grpSpPr>
                    <p:sp>
                      <p:nvSpPr>
                        <p:cNvPr id="19363" name="Arc 19362">
                          <a:extLst>
                            <a:ext uri="{FF2B5EF4-FFF2-40B4-BE49-F238E27FC236}">
                              <a16:creationId xmlns:a16="http://schemas.microsoft.com/office/drawing/2014/main" id="{3F665C33-BF85-769B-565B-CB49ACB647A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364" name="Arc 19363">
                          <a:extLst>
                            <a:ext uri="{FF2B5EF4-FFF2-40B4-BE49-F238E27FC236}">
                              <a16:creationId xmlns:a16="http://schemas.microsoft.com/office/drawing/2014/main" id="{A4949325-8181-1BC1-C74F-A388A112A8F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359" name="Group 19358">
                        <a:extLst>
                          <a:ext uri="{FF2B5EF4-FFF2-40B4-BE49-F238E27FC236}">
                            <a16:creationId xmlns:a16="http://schemas.microsoft.com/office/drawing/2014/main" id="{E80D4100-6D5A-0E9F-649E-E36C8EE8BE03}"/>
                          </a:ext>
                        </a:extLst>
                      </p:cNvPr>
                      <p:cNvGrpSpPr/>
                      <p:nvPr/>
                    </p:nvGrpSpPr>
                    <p:grpSpPr>
                      <a:xfrm rot="7200000">
                        <a:off x="5310186" y="3402011"/>
                        <a:ext cx="303213" cy="303213"/>
                        <a:chOff x="5354637" y="3446463"/>
                        <a:chExt cx="214313" cy="214313"/>
                      </a:xfrm>
                    </p:grpSpPr>
                    <p:sp>
                      <p:nvSpPr>
                        <p:cNvPr id="19361" name="Arc 19360">
                          <a:extLst>
                            <a:ext uri="{FF2B5EF4-FFF2-40B4-BE49-F238E27FC236}">
                              <a16:creationId xmlns:a16="http://schemas.microsoft.com/office/drawing/2014/main" id="{E5B48687-6EDB-17A0-FAC2-48D7AFB120D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362" name="Arc 19361">
                          <a:extLst>
                            <a:ext uri="{FF2B5EF4-FFF2-40B4-BE49-F238E27FC236}">
                              <a16:creationId xmlns:a16="http://schemas.microsoft.com/office/drawing/2014/main" id="{8D391F61-21D8-2237-0457-20A795C27D9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360" name="TextBox 19359">
                        <a:extLst>
                          <a:ext uri="{FF2B5EF4-FFF2-40B4-BE49-F238E27FC236}">
                            <a16:creationId xmlns:a16="http://schemas.microsoft.com/office/drawing/2014/main" id="{688547C8-4C21-6834-72EE-C8B3E78C6E31}"/>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322" name="Group 19321">
                    <a:extLst>
                      <a:ext uri="{FF2B5EF4-FFF2-40B4-BE49-F238E27FC236}">
                        <a16:creationId xmlns:a16="http://schemas.microsoft.com/office/drawing/2014/main" id="{8E81C1E1-F676-7F85-7238-BD4C3B882267}"/>
                      </a:ext>
                    </a:extLst>
                  </p:cNvPr>
                  <p:cNvGrpSpPr/>
                  <p:nvPr/>
                </p:nvGrpSpPr>
                <p:grpSpPr>
                  <a:xfrm>
                    <a:off x="5886431" y="3525040"/>
                    <a:ext cx="393192" cy="393192"/>
                    <a:chOff x="5265196" y="3932619"/>
                    <a:chExt cx="393192" cy="393192"/>
                  </a:xfrm>
                </p:grpSpPr>
                <p:grpSp>
                  <p:nvGrpSpPr>
                    <p:cNvPr id="19346" name="Group 19345">
                      <a:extLst>
                        <a:ext uri="{FF2B5EF4-FFF2-40B4-BE49-F238E27FC236}">
                          <a16:creationId xmlns:a16="http://schemas.microsoft.com/office/drawing/2014/main" id="{6A435B38-BC30-C5A4-D6D8-D0AB92AE22A2}"/>
                        </a:ext>
                      </a:extLst>
                    </p:cNvPr>
                    <p:cNvGrpSpPr/>
                    <p:nvPr/>
                  </p:nvGrpSpPr>
                  <p:grpSpPr>
                    <a:xfrm>
                      <a:off x="5354636" y="4022061"/>
                      <a:ext cx="214313" cy="214313"/>
                      <a:chOff x="5354637" y="3446463"/>
                      <a:chExt cx="214313" cy="214313"/>
                    </a:xfrm>
                  </p:grpSpPr>
                  <p:sp>
                    <p:nvSpPr>
                      <p:cNvPr id="19354" name="Arc 19353">
                        <a:extLst>
                          <a:ext uri="{FF2B5EF4-FFF2-40B4-BE49-F238E27FC236}">
                            <a16:creationId xmlns:a16="http://schemas.microsoft.com/office/drawing/2014/main" id="{249352B9-6FF8-FA71-9817-B0AA588FBAD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355" name="Arc 19354">
                        <a:extLst>
                          <a:ext uri="{FF2B5EF4-FFF2-40B4-BE49-F238E27FC236}">
                            <a16:creationId xmlns:a16="http://schemas.microsoft.com/office/drawing/2014/main" id="{6A4F90E9-FD2F-8796-2EF5-2D42810BA31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347" name="Group 19346">
                      <a:extLst>
                        <a:ext uri="{FF2B5EF4-FFF2-40B4-BE49-F238E27FC236}">
                          <a16:creationId xmlns:a16="http://schemas.microsoft.com/office/drawing/2014/main" id="{F9718FF2-19A9-E050-6334-08BC8DAA8F03}"/>
                        </a:ext>
                      </a:extLst>
                    </p:cNvPr>
                    <p:cNvGrpSpPr/>
                    <p:nvPr/>
                  </p:nvGrpSpPr>
                  <p:grpSpPr>
                    <a:xfrm rot="14400000">
                      <a:off x="5310186" y="3977611"/>
                      <a:ext cx="303213" cy="303213"/>
                      <a:chOff x="5354637" y="3446463"/>
                      <a:chExt cx="214313" cy="214313"/>
                    </a:xfrm>
                  </p:grpSpPr>
                  <p:sp>
                    <p:nvSpPr>
                      <p:cNvPr id="19352" name="Arc 19351">
                        <a:extLst>
                          <a:ext uri="{FF2B5EF4-FFF2-40B4-BE49-F238E27FC236}">
                            <a16:creationId xmlns:a16="http://schemas.microsoft.com/office/drawing/2014/main" id="{2117BB8A-D4DE-5249-01DF-7DE6D111E7A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353" name="Arc 19352">
                        <a:extLst>
                          <a:ext uri="{FF2B5EF4-FFF2-40B4-BE49-F238E27FC236}">
                            <a16:creationId xmlns:a16="http://schemas.microsoft.com/office/drawing/2014/main" id="{E5DB4613-29EA-9B27-FFC8-2C052224604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348" name="Group 19347">
                      <a:extLst>
                        <a:ext uri="{FF2B5EF4-FFF2-40B4-BE49-F238E27FC236}">
                          <a16:creationId xmlns:a16="http://schemas.microsoft.com/office/drawing/2014/main" id="{E56AE984-0543-EBD8-37D3-8B1981CA99F7}"/>
                        </a:ext>
                      </a:extLst>
                    </p:cNvPr>
                    <p:cNvGrpSpPr/>
                    <p:nvPr/>
                  </p:nvGrpSpPr>
                  <p:grpSpPr>
                    <a:xfrm rot="7200000">
                      <a:off x="5265196" y="3932619"/>
                      <a:ext cx="393192" cy="393192"/>
                      <a:chOff x="5354637" y="3446463"/>
                      <a:chExt cx="214313" cy="214313"/>
                    </a:xfrm>
                  </p:grpSpPr>
                  <p:sp>
                    <p:nvSpPr>
                      <p:cNvPr id="19350" name="Arc 19349">
                        <a:extLst>
                          <a:ext uri="{FF2B5EF4-FFF2-40B4-BE49-F238E27FC236}">
                            <a16:creationId xmlns:a16="http://schemas.microsoft.com/office/drawing/2014/main" id="{16989929-D311-8511-FA4E-CECD945A6F3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351" name="Arc 19350">
                        <a:extLst>
                          <a:ext uri="{FF2B5EF4-FFF2-40B4-BE49-F238E27FC236}">
                            <a16:creationId xmlns:a16="http://schemas.microsoft.com/office/drawing/2014/main" id="{C6E2A01A-E33D-8657-93FF-8EB7EA0B41D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349" name="TextBox 19348">
                      <a:extLst>
                        <a:ext uri="{FF2B5EF4-FFF2-40B4-BE49-F238E27FC236}">
                          <a16:creationId xmlns:a16="http://schemas.microsoft.com/office/drawing/2014/main" id="{2A3DAD94-AD4E-3615-4925-AC49AB51DBC4}"/>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9323" name="Group 19322">
                    <a:extLst>
                      <a:ext uri="{FF2B5EF4-FFF2-40B4-BE49-F238E27FC236}">
                        <a16:creationId xmlns:a16="http://schemas.microsoft.com/office/drawing/2014/main" id="{F08F25FC-714D-5DFD-D862-A5599F8E9303}"/>
                      </a:ext>
                    </a:extLst>
                  </p:cNvPr>
                  <p:cNvGrpSpPr/>
                  <p:nvPr/>
                </p:nvGrpSpPr>
                <p:grpSpPr>
                  <a:xfrm>
                    <a:off x="6512463" y="3525040"/>
                    <a:ext cx="393192" cy="393192"/>
                    <a:chOff x="6389147" y="3357021"/>
                    <a:chExt cx="393192" cy="393192"/>
                  </a:xfrm>
                </p:grpSpPr>
                <p:grpSp>
                  <p:nvGrpSpPr>
                    <p:cNvPr id="19335" name="Group 19334">
                      <a:extLst>
                        <a:ext uri="{FF2B5EF4-FFF2-40B4-BE49-F238E27FC236}">
                          <a16:creationId xmlns:a16="http://schemas.microsoft.com/office/drawing/2014/main" id="{C58B317B-4265-6604-22A1-1E71E30296BF}"/>
                        </a:ext>
                      </a:extLst>
                    </p:cNvPr>
                    <p:cNvGrpSpPr/>
                    <p:nvPr/>
                  </p:nvGrpSpPr>
                  <p:grpSpPr>
                    <a:xfrm rot="7200000" flipH="1">
                      <a:off x="6389147" y="3357021"/>
                      <a:ext cx="393192" cy="393192"/>
                      <a:chOff x="5354637" y="3446463"/>
                      <a:chExt cx="214313" cy="214313"/>
                    </a:xfrm>
                  </p:grpSpPr>
                  <p:sp>
                    <p:nvSpPr>
                      <p:cNvPr id="19344" name="Arc 19343">
                        <a:extLst>
                          <a:ext uri="{FF2B5EF4-FFF2-40B4-BE49-F238E27FC236}">
                            <a16:creationId xmlns:a16="http://schemas.microsoft.com/office/drawing/2014/main" id="{6AD922AF-8AE3-2791-1EFB-3DEEE2EA0D8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345" name="Arc 19344">
                        <a:extLst>
                          <a:ext uri="{FF2B5EF4-FFF2-40B4-BE49-F238E27FC236}">
                            <a16:creationId xmlns:a16="http://schemas.microsoft.com/office/drawing/2014/main" id="{F2502599-5053-040C-6BED-164F6EECC21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336" name="Group 19335">
                      <a:extLst>
                        <a:ext uri="{FF2B5EF4-FFF2-40B4-BE49-F238E27FC236}">
                          <a16:creationId xmlns:a16="http://schemas.microsoft.com/office/drawing/2014/main" id="{FE91B584-A7FB-E179-E7C9-0F06FADD4C76}"/>
                        </a:ext>
                      </a:extLst>
                    </p:cNvPr>
                    <p:cNvGrpSpPr/>
                    <p:nvPr/>
                  </p:nvGrpSpPr>
                  <p:grpSpPr>
                    <a:xfrm>
                      <a:off x="6434137" y="3402011"/>
                      <a:ext cx="303213" cy="303213"/>
                      <a:chOff x="6434137" y="3402011"/>
                      <a:chExt cx="303213" cy="303213"/>
                    </a:xfrm>
                  </p:grpSpPr>
                  <p:grpSp>
                    <p:nvGrpSpPr>
                      <p:cNvPr id="19337" name="Group 19336">
                        <a:extLst>
                          <a:ext uri="{FF2B5EF4-FFF2-40B4-BE49-F238E27FC236}">
                            <a16:creationId xmlns:a16="http://schemas.microsoft.com/office/drawing/2014/main" id="{B08228B1-FF16-2026-C3B5-E5BD1BB0EB9E}"/>
                          </a:ext>
                        </a:extLst>
                      </p:cNvPr>
                      <p:cNvGrpSpPr/>
                      <p:nvPr/>
                    </p:nvGrpSpPr>
                    <p:grpSpPr>
                      <a:xfrm flipH="1">
                        <a:off x="6478587" y="3446461"/>
                        <a:ext cx="214313" cy="214313"/>
                        <a:chOff x="5354637" y="3446463"/>
                        <a:chExt cx="214313" cy="214313"/>
                      </a:xfrm>
                    </p:grpSpPr>
                    <p:sp>
                      <p:nvSpPr>
                        <p:cNvPr id="19342" name="Arc 19341">
                          <a:extLst>
                            <a:ext uri="{FF2B5EF4-FFF2-40B4-BE49-F238E27FC236}">
                              <a16:creationId xmlns:a16="http://schemas.microsoft.com/office/drawing/2014/main" id="{76935881-17DD-743E-080D-7F43E62F25E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343" name="Arc 19342">
                          <a:extLst>
                            <a:ext uri="{FF2B5EF4-FFF2-40B4-BE49-F238E27FC236}">
                              <a16:creationId xmlns:a16="http://schemas.microsoft.com/office/drawing/2014/main" id="{9C21654F-ED65-37A4-2633-2F982B866CB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338" name="Group 19337">
                        <a:extLst>
                          <a:ext uri="{FF2B5EF4-FFF2-40B4-BE49-F238E27FC236}">
                            <a16:creationId xmlns:a16="http://schemas.microsoft.com/office/drawing/2014/main" id="{A8F7CF2D-6647-4570-1017-E8189233DEA3}"/>
                          </a:ext>
                        </a:extLst>
                      </p:cNvPr>
                      <p:cNvGrpSpPr/>
                      <p:nvPr/>
                    </p:nvGrpSpPr>
                    <p:grpSpPr>
                      <a:xfrm rot="14400000" flipH="1">
                        <a:off x="6434137" y="3402011"/>
                        <a:ext cx="303213" cy="303213"/>
                        <a:chOff x="5354637" y="3446463"/>
                        <a:chExt cx="214313" cy="214313"/>
                      </a:xfrm>
                    </p:grpSpPr>
                    <p:sp>
                      <p:nvSpPr>
                        <p:cNvPr id="19340" name="Arc 19339">
                          <a:extLst>
                            <a:ext uri="{FF2B5EF4-FFF2-40B4-BE49-F238E27FC236}">
                              <a16:creationId xmlns:a16="http://schemas.microsoft.com/office/drawing/2014/main" id="{78F585F5-B436-9F15-ECFB-8010CA440AE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341" name="Arc 19340">
                          <a:extLst>
                            <a:ext uri="{FF2B5EF4-FFF2-40B4-BE49-F238E27FC236}">
                              <a16:creationId xmlns:a16="http://schemas.microsoft.com/office/drawing/2014/main" id="{44E1790A-4295-A081-42F9-86732DA3A17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339" name="TextBox 19338">
                        <a:extLst>
                          <a:ext uri="{FF2B5EF4-FFF2-40B4-BE49-F238E27FC236}">
                            <a16:creationId xmlns:a16="http://schemas.microsoft.com/office/drawing/2014/main" id="{C0F03151-FC45-9EFC-323E-08590FDA7876}"/>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324" name="Group 19323">
                    <a:extLst>
                      <a:ext uri="{FF2B5EF4-FFF2-40B4-BE49-F238E27FC236}">
                        <a16:creationId xmlns:a16="http://schemas.microsoft.com/office/drawing/2014/main" id="{FCFE2C1C-FEFB-8730-E82F-E3EF01248F1D}"/>
                      </a:ext>
                    </a:extLst>
                  </p:cNvPr>
                  <p:cNvGrpSpPr/>
                  <p:nvPr/>
                </p:nvGrpSpPr>
                <p:grpSpPr>
                  <a:xfrm>
                    <a:off x="6197413" y="3225768"/>
                    <a:ext cx="393192" cy="393192"/>
                    <a:chOff x="6389147" y="3932622"/>
                    <a:chExt cx="393192" cy="393192"/>
                  </a:xfrm>
                </p:grpSpPr>
                <p:grpSp>
                  <p:nvGrpSpPr>
                    <p:cNvPr id="19325" name="Group 19324">
                      <a:extLst>
                        <a:ext uri="{FF2B5EF4-FFF2-40B4-BE49-F238E27FC236}">
                          <a16:creationId xmlns:a16="http://schemas.microsoft.com/office/drawing/2014/main" id="{5B15C203-EF03-4AAE-1D1E-80310F4FC192}"/>
                        </a:ext>
                      </a:extLst>
                    </p:cNvPr>
                    <p:cNvGrpSpPr/>
                    <p:nvPr/>
                  </p:nvGrpSpPr>
                  <p:grpSpPr>
                    <a:xfrm flipH="1">
                      <a:off x="6478587" y="4022061"/>
                      <a:ext cx="214313" cy="214313"/>
                      <a:chOff x="5354637" y="3446463"/>
                      <a:chExt cx="214313" cy="214313"/>
                    </a:xfrm>
                  </p:grpSpPr>
                  <p:sp>
                    <p:nvSpPr>
                      <p:cNvPr id="19333" name="Arc 19332">
                        <a:extLst>
                          <a:ext uri="{FF2B5EF4-FFF2-40B4-BE49-F238E27FC236}">
                            <a16:creationId xmlns:a16="http://schemas.microsoft.com/office/drawing/2014/main" id="{B60CAFD4-C0FF-DDA5-7FBC-31893704AE7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334" name="Arc 19333">
                        <a:extLst>
                          <a:ext uri="{FF2B5EF4-FFF2-40B4-BE49-F238E27FC236}">
                            <a16:creationId xmlns:a16="http://schemas.microsoft.com/office/drawing/2014/main" id="{5721F02E-C740-AC05-8167-A3D0D4065A1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326" name="Group 19325">
                      <a:extLst>
                        <a:ext uri="{FF2B5EF4-FFF2-40B4-BE49-F238E27FC236}">
                          <a16:creationId xmlns:a16="http://schemas.microsoft.com/office/drawing/2014/main" id="{290CC843-7F32-7D48-BDF4-9BD7CB5A8BF1}"/>
                        </a:ext>
                      </a:extLst>
                    </p:cNvPr>
                    <p:cNvGrpSpPr/>
                    <p:nvPr/>
                  </p:nvGrpSpPr>
                  <p:grpSpPr>
                    <a:xfrm rot="7200000" flipH="1">
                      <a:off x="6434137" y="3977611"/>
                      <a:ext cx="303213" cy="303213"/>
                      <a:chOff x="5354637" y="3446463"/>
                      <a:chExt cx="214313" cy="214313"/>
                    </a:xfrm>
                  </p:grpSpPr>
                  <p:sp>
                    <p:nvSpPr>
                      <p:cNvPr id="19331" name="Arc 19330">
                        <a:extLst>
                          <a:ext uri="{FF2B5EF4-FFF2-40B4-BE49-F238E27FC236}">
                            <a16:creationId xmlns:a16="http://schemas.microsoft.com/office/drawing/2014/main" id="{C9C6DE7C-19BF-1D35-D667-660B9A80CF0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332" name="Arc 19331">
                        <a:extLst>
                          <a:ext uri="{FF2B5EF4-FFF2-40B4-BE49-F238E27FC236}">
                            <a16:creationId xmlns:a16="http://schemas.microsoft.com/office/drawing/2014/main" id="{E5CCAAA8-D9D6-2E9C-D5C0-58741896717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327" name="Group 19326">
                      <a:extLst>
                        <a:ext uri="{FF2B5EF4-FFF2-40B4-BE49-F238E27FC236}">
                          <a16:creationId xmlns:a16="http://schemas.microsoft.com/office/drawing/2014/main" id="{AE690B0A-8FD0-0C27-1ADB-A09B228EAB94}"/>
                        </a:ext>
                      </a:extLst>
                    </p:cNvPr>
                    <p:cNvGrpSpPr/>
                    <p:nvPr/>
                  </p:nvGrpSpPr>
                  <p:grpSpPr>
                    <a:xfrm rot="14400000" flipH="1">
                      <a:off x="6389147" y="3932622"/>
                      <a:ext cx="393192" cy="393192"/>
                      <a:chOff x="5354637" y="3446463"/>
                      <a:chExt cx="214313" cy="214313"/>
                    </a:xfrm>
                  </p:grpSpPr>
                  <p:sp>
                    <p:nvSpPr>
                      <p:cNvPr id="19329" name="Arc 19328">
                        <a:extLst>
                          <a:ext uri="{FF2B5EF4-FFF2-40B4-BE49-F238E27FC236}">
                            <a16:creationId xmlns:a16="http://schemas.microsoft.com/office/drawing/2014/main" id="{F7CB0715-6307-CF40-2E9F-0DC9E549D77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330" name="Arc 19329">
                        <a:extLst>
                          <a:ext uri="{FF2B5EF4-FFF2-40B4-BE49-F238E27FC236}">
                            <a16:creationId xmlns:a16="http://schemas.microsoft.com/office/drawing/2014/main" id="{2F76F9EB-E6AD-22E7-5761-77FB58162B5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328" name="TextBox 19327">
                      <a:extLst>
                        <a:ext uri="{FF2B5EF4-FFF2-40B4-BE49-F238E27FC236}">
                          <a16:creationId xmlns:a16="http://schemas.microsoft.com/office/drawing/2014/main" id="{27D28987-D22D-D3E9-6839-C47CF6CC04D3}"/>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8362" name="Group 18361">
              <a:extLst>
                <a:ext uri="{FF2B5EF4-FFF2-40B4-BE49-F238E27FC236}">
                  <a16:creationId xmlns:a16="http://schemas.microsoft.com/office/drawing/2014/main" id="{860EF724-94BB-B10F-34EA-BF30BFD533B5}"/>
                </a:ext>
              </a:extLst>
            </p:cNvPr>
            <p:cNvGrpSpPr/>
            <p:nvPr/>
          </p:nvGrpSpPr>
          <p:grpSpPr>
            <a:xfrm>
              <a:off x="3814867" y="-515566"/>
              <a:ext cx="2263438" cy="2198360"/>
              <a:chOff x="5445106" y="2039507"/>
              <a:chExt cx="2263438" cy="2198360"/>
            </a:xfrm>
          </p:grpSpPr>
          <p:grpSp>
            <p:nvGrpSpPr>
              <p:cNvPr id="19127" name="Group 19126">
                <a:extLst>
                  <a:ext uri="{FF2B5EF4-FFF2-40B4-BE49-F238E27FC236}">
                    <a16:creationId xmlns:a16="http://schemas.microsoft.com/office/drawing/2014/main" id="{B119D412-9DAF-30C7-B5F0-EC65449A1178}"/>
                  </a:ext>
                </a:extLst>
              </p:cNvPr>
              <p:cNvGrpSpPr/>
              <p:nvPr/>
            </p:nvGrpSpPr>
            <p:grpSpPr>
              <a:xfrm>
                <a:off x="5445106" y="2644743"/>
                <a:ext cx="1643204" cy="1593124"/>
                <a:chOff x="5445106" y="2644743"/>
                <a:chExt cx="1643204" cy="1593124"/>
              </a:xfrm>
            </p:grpSpPr>
            <p:grpSp>
              <p:nvGrpSpPr>
                <p:cNvPr id="19223" name="Group 19222">
                  <a:extLst>
                    <a:ext uri="{FF2B5EF4-FFF2-40B4-BE49-F238E27FC236}">
                      <a16:creationId xmlns:a16="http://schemas.microsoft.com/office/drawing/2014/main" id="{AA566FB7-877A-3718-FD26-CD20A56BED05}"/>
                    </a:ext>
                  </a:extLst>
                </p:cNvPr>
                <p:cNvGrpSpPr/>
                <p:nvPr/>
              </p:nvGrpSpPr>
              <p:grpSpPr>
                <a:xfrm>
                  <a:off x="5445106" y="2644743"/>
                  <a:ext cx="1019224" cy="991639"/>
                  <a:chOff x="5886431" y="3225768"/>
                  <a:chExt cx="1019224" cy="991639"/>
                </a:xfrm>
              </p:grpSpPr>
              <p:grpSp>
                <p:nvGrpSpPr>
                  <p:cNvPr id="19271" name="Group 19270">
                    <a:extLst>
                      <a:ext uri="{FF2B5EF4-FFF2-40B4-BE49-F238E27FC236}">
                        <a16:creationId xmlns:a16="http://schemas.microsoft.com/office/drawing/2014/main" id="{5295AB7D-2A13-5198-D85E-F854F4C01B2D}"/>
                      </a:ext>
                    </a:extLst>
                  </p:cNvPr>
                  <p:cNvGrpSpPr/>
                  <p:nvPr/>
                </p:nvGrpSpPr>
                <p:grpSpPr>
                  <a:xfrm>
                    <a:off x="6197413" y="3824215"/>
                    <a:ext cx="393192" cy="393192"/>
                    <a:chOff x="5265196" y="3357021"/>
                    <a:chExt cx="393192" cy="393192"/>
                  </a:xfrm>
                </p:grpSpPr>
                <p:grpSp>
                  <p:nvGrpSpPr>
                    <p:cNvPr id="19306" name="Group 19305">
                      <a:extLst>
                        <a:ext uri="{FF2B5EF4-FFF2-40B4-BE49-F238E27FC236}">
                          <a16:creationId xmlns:a16="http://schemas.microsoft.com/office/drawing/2014/main" id="{ADFE9F9F-E04D-BDB3-5A26-5F96676526DC}"/>
                        </a:ext>
                      </a:extLst>
                    </p:cNvPr>
                    <p:cNvGrpSpPr/>
                    <p:nvPr/>
                  </p:nvGrpSpPr>
                  <p:grpSpPr>
                    <a:xfrm rot="14400000">
                      <a:off x="5265196" y="3357021"/>
                      <a:ext cx="393192" cy="393192"/>
                      <a:chOff x="5354637" y="3446463"/>
                      <a:chExt cx="214313" cy="214313"/>
                    </a:xfrm>
                  </p:grpSpPr>
                  <p:sp>
                    <p:nvSpPr>
                      <p:cNvPr id="19315" name="Arc 19314">
                        <a:extLst>
                          <a:ext uri="{FF2B5EF4-FFF2-40B4-BE49-F238E27FC236}">
                            <a16:creationId xmlns:a16="http://schemas.microsoft.com/office/drawing/2014/main" id="{3AD46BE8-FC76-0E3C-272A-2D9959357CE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316" name="Arc 19315">
                        <a:extLst>
                          <a:ext uri="{FF2B5EF4-FFF2-40B4-BE49-F238E27FC236}">
                            <a16:creationId xmlns:a16="http://schemas.microsoft.com/office/drawing/2014/main" id="{7E9EFB57-B727-1423-C470-D30A8952DAF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307" name="Group 19306">
                      <a:extLst>
                        <a:ext uri="{FF2B5EF4-FFF2-40B4-BE49-F238E27FC236}">
                          <a16:creationId xmlns:a16="http://schemas.microsoft.com/office/drawing/2014/main" id="{656760E8-2996-1124-940B-914C82A7C04D}"/>
                        </a:ext>
                      </a:extLst>
                    </p:cNvPr>
                    <p:cNvGrpSpPr/>
                    <p:nvPr/>
                  </p:nvGrpSpPr>
                  <p:grpSpPr>
                    <a:xfrm>
                      <a:off x="5310186" y="3402011"/>
                      <a:ext cx="303213" cy="303213"/>
                      <a:chOff x="5310186" y="3402011"/>
                      <a:chExt cx="303213" cy="303213"/>
                    </a:xfrm>
                  </p:grpSpPr>
                  <p:grpSp>
                    <p:nvGrpSpPr>
                      <p:cNvPr id="19308" name="Group 19307">
                        <a:extLst>
                          <a:ext uri="{FF2B5EF4-FFF2-40B4-BE49-F238E27FC236}">
                            <a16:creationId xmlns:a16="http://schemas.microsoft.com/office/drawing/2014/main" id="{08AD575D-A4D5-F0A5-7A7F-0E40A5E05571}"/>
                          </a:ext>
                        </a:extLst>
                      </p:cNvPr>
                      <p:cNvGrpSpPr/>
                      <p:nvPr/>
                    </p:nvGrpSpPr>
                    <p:grpSpPr>
                      <a:xfrm>
                        <a:off x="5354636" y="3446461"/>
                        <a:ext cx="214313" cy="214313"/>
                        <a:chOff x="5354637" y="3446463"/>
                        <a:chExt cx="214313" cy="214313"/>
                      </a:xfrm>
                    </p:grpSpPr>
                    <p:sp>
                      <p:nvSpPr>
                        <p:cNvPr id="19313" name="Arc 19312">
                          <a:extLst>
                            <a:ext uri="{FF2B5EF4-FFF2-40B4-BE49-F238E27FC236}">
                              <a16:creationId xmlns:a16="http://schemas.microsoft.com/office/drawing/2014/main" id="{1CF94944-41AD-E455-2DB2-AD7546BB44D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314" name="Arc 19313">
                          <a:extLst>
                            <a:ext uri="{FF2B5EF4-FFF2-40B4-BE49-F238E27FC236}">
                              <a16:creationId xmlns:a16="http://schemas.microsoft.com/office/drawing/2014/main" id="{72903A88-90C0-3209-74E2-74FC36E3E9F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309" name="Group 19308">
                        <a:extLst>
                          <a:ext uri="{FF2B5EF4-FFF2-40B4-BE49-F238E27FC236}">
                            <a16:creationId xmlns:a16="http://schemas.microsoft.com/office/drawing/2014/main" id="{0AA9D80B-719C-692E-F026-2B7AFC3679D6}"/>
                          </a:ext>
                        </a:extLst>
                      </p:cNvPr>
                      <p:cNvGrpSpPr/>
                      <p:nvPr/>
                    </p:nvGrpSpPr>
                    <p:grpSpPr>
                      <a:xfrm rot="7200000">
                        <a:off x="5310186" y="3402011"/>
                        <a:ext cx="303213" cy="303213"/>
                        <a:chOff x="5354637" y="3446463"/>
                        <a:chExt cx="214313" cy="214313"/>
                      </a:xfrm>
                    </p:grpSpPr>
                    <p:sp>
                      <p:nvSpPr>
                        <p:cNvPr id="19311" name="Arc 19310">
                          <a:extLst>
                            <a:ext uri="{FF2B5EF4-FFF2-40B4-BE49-F238E27FC236}">
                              <a16:creationId xmlns:a16="http://schemas.microsoft.com/office/drawing/2014/main" id="{BE977CD8-CC12-F975-F182-14E9E90D4B0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312" name="Arc 19311">
                          <a:extLst>
                            <a:ext uri="{FF2B5EF4-FFF2-40B4-BE49-F238E27FC236}">
                              <a16:creationId xmlns:a16="http://schemas.microsoft.com/office/drawing/2014/main" id="{89DAF4D3-BD88-6DCF-F603-F37B5CDCFF0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310" name="TextBox 19309">
                        <a:extLst>
                          <a:ext uri="{FF2B5EF4-FFF2-40B4-BE49-F238E27FC236}">
                            <a16:creationId xmlns:a16="http://schemas.microsoft.com/office/drawing/2014/main" id="{721F384A-5BBA-DF74-A85E-337CC1E0D67A}"/>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272" name="Group 19271">
                    <a:extLst>
                      <a:ext uri="{FF2B5EF4-FFF2-40B4-BE49-F238E27FC236}">
                        <a16:creationId xmlns:a16="http://schemas.microsoft.com/office/drawing/2014/main" id="{89682D58-FBD4-B609-2F4B-8461DC4C1262}"/>
                      </a:ext>
                    </a:extLst>
                  </p:cNvPr>
                  <p:cNvGrpSpPr/>
                  <p:nvPr/>
                </p:nvGrpSpPr>
                <p:grpSpPr>
                  <a:xfrm>
                    <a:off x="5886431" y="3525040"/>
                    <a:ext cx="393192" cy="393192"/>
                    <a:chOff x="5265196" y="3932619"/>
                    <a:chExt cx="393192" cy="393192"/>
                  </a:xfrm>
                </p:grpSpPr>
                <p:grpSp>
                  <p:nvGrpSpPr>
                    <p:cNvPr id="19296" name="Group 19295">
                      <a:extLst>
                        <a:ext uri="{FF2B5EF4-FFF2-40B4-BE49-F238E27FC236}">
                          <a16:creationId xmlns:a16="http://schemas.microsoft.com/office/drawing/2014/main" id="{1036316A-413C-8B72-0DB8-37922591A9FC}"/>
                        </a:ext>
                      </a:extLst>
                    </p:cNvPr>
                    <p:cNvGrpSpPr/>
                    <p:nvPr/>
                  </p:nvGrpSpPr>
                  <p:grpSpPr>
                    <a:xfrm>
                      <a:off x="5354636" y="4022061"/>
                      <a:ext cx="214313" cy="214313"/>
                      <a:chOff x="5354637" y="3446463"/>
                      <a:chExt cx="214313" cy="214313"/>
                    </a:xfrm>
                  </p:grpSpPr>
                  <p:sp>
                    <p:nvSpPr>
                      <p:cNvPr id="19304" name="Arc 19303">
                        <a:extLst>
                          <a:ext uri="{FF2B5EF4-FFF2-40B4-BE49-F238E27FC236}">
                            <a16:creationId xmlns:a16="http://schemas.microsoft.com/office/drawing/2014/main" id="{55785108-8CAC-2AA8-C368-D2B4A33C16E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305" name="Arc 19304">
                        <a:extLst>
                          <a:ext uri="{FF2B5EF4-FFF2-40B4-BE49-F238E27FC236}">
                            <a16:creationId xmlns:a16="http://schemas.microsoft.com/office/drawing/2014/main" id="{74105A8E-3B3E-B6CE-DA3A-F2AF1EADD0E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297" name="Group 19296">
                      <a:extLst>
                        <a:ext uri="{FF2B5EF4-FFF2-40B4-BE49-F238E27FC236}">
                          <a16:creationId xmlns:a16="http://schemas.microsoft.com/office/drawing/2014/main" id="{03F45D6E-BCE6-4B80-4EE2-DD39A76E43ED}"/>
                        </a:ext>
                      </a:extLst>
                    </p:cNvPr>
                    <p:cNvGrpSpPr/>
                    <p:nvPr/>
                  </p:nvGrpSpPr>
                  <p:grpSpPr>
                    <a:xfrm rot="14400000">
                      <a:off x="5310186" y="3977611"/>
                      <a:ext cx="303213" cy="303213"/>
                      <a:chOff x="5354637" y="3446463"/>
                      <a:chExt cx="214313" cy="214313"/>
                    </a:xfrm>
                  </p:grpSpPr>
                  <p:sp>
                    <p:nvSpPr>
                      <p:cNvPr id="19302" name="Arc 19301">
                        <a:extLst>
                          <a:ext uri="{FF2B5EF4-FFF2-40B4-BE49-F238E27FC236}">
                            <a16:creationId xmlns:a16="http://schemas.microsoft.com/office/drawing/2014/main" id="{1B0889BB-1412-51D1-BEAC-EE72CF86132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303" name="Arc 19302">
                        <a:extLst>
                          <a:ext uri="{FF2B5EF4-FFF2-40B4-BE49-F238E27FC236}">
                            <a16:creationId xmlns:a16="http://schemas.microsoft.com/office/drawing/2014/main" id="{8E4C4D9B-B8B2-225B-CE15-F55AA19D8D4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298" name="Group 19297">
                      <a:extLst>
                        <a:ext uri="{FF2B5EF4-FFF2-40B4-BE49-F238E27FC236}">
                          <a16:creationId xmlns:a16="http://schemas.microsoft.com/office/drawing/2014/main" id="{81C1CCD4-B41C-CCF9-A191-9D34F83AC509}"/>
                        </a:ext>
                      </a:extLst>
                    </p:cNvPr>
                    <p:cNvGrpSpPr/>
                    <p:nvPr/>
                  </p:nvGrpSpPr>
                  <p:grpSpPr>
                    <a:xfrm rot="7200000">
                      <a:off x="5265196" y="3932619"/>
                      <a:ext cx="393192" cy="393192"/>
                      <a:chOff x="5354637" y="3446463"/>
                      <a:chExt cx="214313" cy="214313"/>
                    </a:xfrm>
                  </p:grpSpPr>
                  <p:sp>
                    <p:nvSpPr>
                      <p:cNvPr id="19300" name="Arc 19299">
                        <a:extLst>
                          <a:ext uri="{FF2B5EF4-FFF2-40B4-BE49-F238E27FC236}">
                            <a16:creationId xmlns:a16="http://schemas.microsoft.com/office/drawing/2014/main" id="{4FC30F1B-6BA9-70C9-7B10-DA659D74743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301" name="Arc 19300">
                        <a:extLst>
                          <a:ext uri="{FF2B5EF4-FFF2-40B4-BE49-F238E27FC236}">
                            <a16:creationId xmlns:a16="http://schemas.microsoft.com/office/drawing/2014/main" id="{B53459BF-832F-9490-280F-2857FA744EB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299" name="TextBox 19298">
                      <a:extLst>
                        <a:ext uri="{FF2B5EF4-FFF2-40B4-BE49-F238E27FC236}">
                          <a16:creationId xmlns:a16="http://schemas.microsoft.com/office/drawing/2014/main" id="{347DE79C-2C91-D831-CED1-B7C42430627F}"/>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9273" name="Group 19272">
                    <a:extLst>
                      <a:ext uri="{FF2B5EF4-FFF2-40B4-BE49-F238E27FC236}">
                        <a16:creationId xmlns:a16="http://schemas.microsoft.com/office/drawing/2014/main" id="{974A6B40-AD1E-999B-8518-7FE90F1503E2}"/>
                      </a:ext>
                    </a:extLst>
                  </p:cNvPr>
                  <p:cNvGrpSpPr/>
                  <p:nvPr/>
                </p:nvGrpSpPr>
                <p:grpSpPr>
                  <a:xfrm>
                    <a:off x="6512463" y="3525040"/>
                    <a:ext cx="393192" cy="393192"/>
                    <a:chOff x="6389147" y="3357021"/>
                    <a:chExt cx="393192" cy="393192"/>
                  </a:xfrm>
                </p:grpSpPr>
                <p:grpSp>
                  <p:nvGrpSpPr>
                    <p:cNvPr id="19285" name="Group 19284">
                      <a:extLst>
                        <a:ext uri="{FF2B5EF4-FFF2-40B4-BE49-F238E27FC236}">
                          <a16:creationId xmlns:a16="http://schemas.microsoft.com/office/drawing/2014/main" id="{DC16F640-E1DE-617C-BB5D-59211C78CBE7}"/>
                        </a:ext>
                      </a:extLst>
                    </p:cNvPr>
                    <p:cNvGrpSpPr/>
                    <p:nvPr/>
                  </p:nvGrpSpPr>
                  <p:grpSpPr>
                    <a:xfrm rot="7200000" flipH="1">
                      <a:off x="6389147" y="3357021"/>
                      <a:ext cx="393192" cy="393192"/>
                      <a:chOff x="5354637" y="3446463"/>
                      <a:chExt cx="214313" cy="214313"/>
                    </a:xfrm>
                  </p:grpSpPr>
                  <p:sp>
                    <p:nvSpPr>
                      <p:cNvPr id="19294" name="Arc 19293">
                        <a:extLst>
                          <a:ext uri="{FF2B5EF4-FFF2-40B4-BE49-F238E27FC236}">
                            <a16:creationId xmlns:a16="http://schemas.microsoft.com/office/drawing/2014/main" id="{69FF8653-63D7-B824-E0E7-AC084D232AF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295" name="Arc 19294">
                        <a:extLst>
                          <a:ext uri="{FF2B5EF4-FFF2-40B4-BE49-F238E27FC236}">
                            <a16:creationId xmlns:a16="http://schemas.microsoft.com/office/drawing/2014/main" id="{A3AB3FD1-CFD1-2003-3C49-CFB2BBE4A1C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286" name="Group 19285">
                      <a:extLst>
                        <a:ext uri="{FF2B5EF4-FFF2-40B4-BE49-F238E27FC236}">
                          <a16:creationId xmlns:a16="http://schemas.microsoft.com/office/drawing/2014/main" id="{85C85E4D-A2E2-C015-C0D7-C374F277B7D7}"/>
                        </a:ext>
                      </a:extLst>
                    </p:cNvPr>
                    <p:cNvGrpSpPr/>
                    <p:nvPr/>
                  </p:nvGrpSpPr>
                  <p:grpSpPr>
                    <a:xfrm>
                      <a:off x="6434137" y="3402011"/>
                      <a:ext cx="303213" cy="303213"/>
                      <a:chOff x="6434137" y="3402011"/>
                      <a:chExt cx="303213" cy="303213"/>
                    </a:xfrm>
                  </p:grpSpPr>
                  <p:grpSp>
                    <p:nvGrpSpPr>
                      <p:cNvPr id="19287" name="Group 19286">
                        <a:extLst>
                          <a:ext uri="{FF2B5EF4-FFF2-40B4-BE49-F238E27FC236}">
                            <a16:creationId xmlns:a16="http://schemas.microsoft.com/office/drawing/2014/main" id="{D14C38CB-3B9A-96C7-2B5B-1DE0EC2A9CE3}"/>
                          </a:ext>
                        </a:extLst>
                      </p:cNvPr>
                      <p:cNvGrpSpPr/>
                      <p:nvPr/>
                    </p:nvGrpSpPr>
                    <p:grpSpPr>
                      <a:xfrm flipH="1">
                        <a:off x="6478587" y="3446461"/>
                        <a:ext cx="214313" cy="214313"/>
                        <a:chOff x="5354637" y="3446463"/>
                        <a:chExt cx="214313" cy="214313"/>
                      </a:xfrm>
                    </p:grpSpPr>
                    <p:sp>
                      <p:nvSpPr>
                        <p:cNvPr id="19292" name="Arc 19291">
                          <a:extLst>
                            <a:ext uri="{FF2B5EF4-FFF2-40B4-BE49-F238E27FC236}">
                              <a16:creationId xmlns:a16="http://schemas.microsoft.com/office/drawing/2014/main" id="{E5A3A9C8-738F-DBCA-3B3C-59C321231B9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293" name="Arc 19292">
                          <a:extLst>
                            <a:ext uri="{FF2B5EF4-FFF2-40B4-BE49-F238E27FC236}">
                              <a16:creationId xmlns:a16="http://schemas.microsoft.com/office/drawing/2014/main" id="{D728F772-D201-8FF0-1626-278D870E804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288" name="Group 19287">
                        <a:extLst>
                          <a:ext uri="{FF2B5EF4-FFF2-40B4-BE49-F238E27FC236}">
                            <a16:creationId xmlns:a16="http://schemas.microsoft.com/office/drawing/2014/main" id="{F74EC083-6563-994B-1C9C-0A4FDBB431A7}"/>
                          </a:ext>
                        </a:extLst>
                      </p:cNvPr>
                      <p:cNvGrpSpPr/>
                      <p:nvPr/>
                    </p:nvGrpSpPr>
                    <p:grpSpPr>
                      <a:xfrm rot="14400000" flipH="1">
                        <a:off x="6434137" y="3402011"/>
                        <a:ext cx="303213" cy="303213"/>
                        <a:chOff x="5354637" y="3446463"/>
                        <a:chExt cx="214313" cy="214313"/>
                      </a:xfrm>
                    </p:grpSpPr>
                    <p:sp>
                      <p:nvSpPr>
                        <p:cNvPr id="19290" name="Arc 19289">
                          <a:extLst>
                            <a:ext uri="{FF2B5EF4-FFF2-40B4-BE49-F238E27FC236}">
                              <a16:creationId xmlns:a16="http://schemas.microsoft.com/office/drawing/2014/main" id="{5EEA12A0-6699-187F-978A-FCBE23860CA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291" name="Arc 19290">
                          <a:extLst>
                            <a:ext uri="{FF2B5EF4-FFF2-40B4-BE49-F238E27FC236}">
                              <a16:creationId xmlns:a16="http://schemas.microsoft.com/office/drawing/2014/main" id="{A5C0E085-5DAF-013B-D3D0-08F4F86907E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289" name="TextBox 19288">
                        <a:extLst>
                          <a:ext uri="{FF2B5EF4-FFF2-40B4-BE49-F238E27FC236}">
                            <a16:creationId xmlns:a16="http://schemas.microsoft.com/office/drawing/2014/main" id="{FDDBB790-C605-EA14-16B9-BC65C13AEB66}"/>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274" name="Group 19273">
                    <a:extLst>
                      <a:ext uri="{FF2B5EF4-FFF2-40B4-BE49-F238E27FC236}">
                        <a16:creationId xmlns:a16="http://schemas.microsoft.com/office/drawing/2014/main" id="{E376C13D-C4AF-463D-F121-4DD82A79449E}"/>
                      </a:ext>
                    </a:extLst>
                  </p:cNvPr>
                  <p:cNvGrpSpPr/>
                  <p:nvPr/>
                </p:nvGrpSpPr>
                <p:grpSpPr>
                  <a:xfrm>
                    <a:off x="6197413" y="3225768"/>
                    <a:ext cx="393192" cy="393192"/>
                    <a:chOff x="6389147" y="3932622"/>
                    <a:chExt cx="393192" cy="393192"/>
                  </a:xfrm>
                </p:grpSpPr>
                <p:grpSp>
                  <p:nvGrpSpPr>
                    <p:cNvPr id="19275" name="Group 19274">
                      <a:extLst>
                        <a:ext uri="{FF2B5EF4-FFF2-40B4-BE49-F238E27FC236}">
                          <a16:creationId xmlns:a16="http://schemas.microsoft.com/office/drawing/2014/main" id="{48944A4E-0BE2-CD56-DAA3-2FCB4D4200E4}"/>
                        </a:ext>
                      </a:extLst>
                    </p:cNvPr>
                    <p:cNvGrpSpPr/>
                    <p:nvPr/>
                  </p:nvGrpSpPr>
                  <p:grpSpPr>
                    <a:xfrm flipH="1">
                      <a:off x="6478587" y="4022061"/>
                      <a:ext cx="214313" cy="214313"/>
                      <a:chOff x="5354637" y="3446463"/>
                      <a:chExt cx="214313" cy="214313"/>
                    </a:xfrm>
                  </p:grpSpPr>
                  <p:sp>
                    <p:nvSpPr>
                      <p:cNvPr id="19283" name="Arc 19282">
                        <a:extLst>
                          <a:ext uri="{FF2B5EF4-FFF2-40B4-BE49-F238E27FC236}">
                            <a16:creationId xmlns:a16="http://schemas.microsoft.com/office/drawing/2014/main" id="{C98334AE-4450-3FF8-AFC5-4A21B962C7F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284" name="Arc 19283">
                        <a:extLst>
                          <a:ext uri="{FF2B5EF4-FFF2-40B4-BE49-F238E27FC236}">
                            <a16:creationId xmlns:a16="http://schemas.microsoft.com/office/drawing/2014/main" id="{DCBB3331-CA12-4B24-CE02-FD475412B8B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276" name="Group 19275">
                      <a:extLst>
                        <a:ext uri="{FF2B5EF4-FFF2-40B4-BE49-F238E27FC236}">
                          <a16:creationId xmlns:a16="http://schemas.microsoft.com/office/drawing/2014/main" id="{4E860159-E779-A50E-FC9B-E52674C37542}"/>
                        </a:ext>
                      </a:extLst>
                    </p:cNvPr>
                    <p:cNvGrpSpPr/>
                    <p:nvPr/>
                  </p:nvGrpSpPr>
                  <p:grpSpPr>
                    <a:xfrm rot="7200000" flipH="1">
                      <a:off x="6434137" y="3977611"/>
                      <a:ext cx="303213" cy="303213"/>
                      <a:chOff x="5354637" y="3446463"/>
                      <a:chExt cx="214313" cy="214313"/>
                    </a:xfrm>
                  </p:grpSpPr>
                  <p:sp>
                    <p:nvSpPr>
                      <p:cNvPr id="19281" name="Arc 19280">
                        <a:extLst>
                          <a:ext uri="{FF2B5EF4-FFF2-40B4-BE49-F238E27FC236}">
                            <a16:creationId xmlns:a16="http://schemas.microsoft.com/office/drawing/2014/main" id="{05B30931-3F09-52B6-A275-7CE05479DD7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282" name="Arc 19281">
                        <a:extLst>
                          <a:ext uri="{FF2B5EF4-FFF2-40B4-BE49-F238E27FC236}">
                            <a16:creationId xmlns:a16="http://schemas.microsoft.com/office/drawing/2014/main" id="{ADD2AA7D-C450-A49D-83C9-6ED837A0D18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277" name="Group 19276">
                      <a:extLst>
                        <a:ext uri="{FF2B5EF4-FFF2-40B4-BE49-F238E27FC236}">
                          <a16:creationId xmlns:a16="http://schemas.microsoft.com/office/drawing/2014/main" id="{98D70F81-2629-E017-0983-E1FC45750BF8}"/>
                        </a:ext>
                      </a:extLst>
                    </p:cNvPr>
                    <p:cNvGrpSpPr/>
                    <p:nvPr/>
                  </p:nvGrpSpPr>
                  <p:grpSpPr>
                    <a:xfrm rot="14400000" flipH="1">
                      <a:off x="6389147" y="3932622"/>
                      <a:ext cx="393192" cy="393192"/>
                      <a:chOff x="5354637" y="3446463"/>
                      <a:chExt cx="214313" cy="214313"/>
                    </a:xfrm>
                  </p:grpSpPr>
                  <p:sp>
                    <p:nvSpPr>
                      <p:cNvPr id="19279" name="Arc 19278">
                        <a:extLst>
                          <a:ext uri="{FF2B5EF4-FFF2-40B4-BE49-F238E27FC236}">
                            <a16:creationId xmlns:a16="http://schemas.microsoft.com/office/drawing/2014/main" id="{942F25B8-AA64-C32F-7455-64763D49B8C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280" name="Arc 19279">
                        <a:extLst>
                          <a:ext uri="{FF2B5EF4-FFF2-40B4-BE49-F238E27FC236}">
                            <a16:creationId xmlns:a16="http://schemas.microsoft.com/office/drawing/2014/main" id="{650CBCBC-24F5-229A-71B2-8EBDDEAE1D5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278" name="TextBox 19277">
                      <a:extLst>
                        <a:ext uri="{FF2B5EF4-FFF2-40B4-BE49-F238E27FC236}">
                          <a16:creationId xmlns:a16="http://schemas.microsoft.com/office/drawing/2014/main" id="{570B45F0-753A-AF5B-127C-041AC53586C1}"/>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224" name="Group 19223">
                  <a:extLst>
                    <a:ext uri="{FF2B5EF4-FFF2-40B4-BE49-F238E27FC236}">
                      <a16:creationId xmlns:a16="http://schemas.microsoft.com/office/drawing/2014/main" id="{91213101-E3BC-9300-3EEF-D72EF0B0C22E}"/>
                    </a:ext>
                  </a:extLst>
                </p:cNvPr>
                <p:cNvGrpSpPr/>
                <p:nvPr/>
              </p:nvGrpSpPr>
              <p:grpSpPr>
                <a:xfrm>
                  <a:off x="6069086" y="3246228"/>
                  <a:ext cx="1019224" cy="991639"/>
                  <a:chOff x="5886431" y="3225768"/>
                  <a:chExt cx="1019224" cy="991639"/>
                </a:xfrm>
              </p:grpSpPr>
              <p:grpSp>
                <p:nvGrpSpPr>
                  <p:cNvPr id="19225" name="Group 19224">
                    <a:extLst>
                      <a:ext uri="{FF2B5EF4-FFF2-40B4-BE49-F238E27FC236}">
                        <a16:creationId xmlns:a16="http://schemas.microsoft.com/office/drawing/2014/main" id="{0E84483E-8A6D-8184-D60D-7FBD11A5D5A5}"/>
                      </a:ext>
                    </a:extLst>
                  </p:cNvPr>
                  <p:cNvGrpSpPr/>
                  <p:nvPr/>
                </p:nvGrpSpPr>
                <p:grpSpPr>
                  <a:xfrm>
                    <a:off x="6197413" y="3824215"/>
                    <a:ext cx="393192" cy="393192"/>
                    <a:chOff x="5265196" y="3357021"/>
                    <a:chExt cx="393192" cy="393192"/>
                  </a:xfrm>
                </p:grpSpPr>
                <p:grpSp>
                  <p:nvGrpSpPr>
                    <p:cNvPr id="19260" name="Group 19259">
                      <a:extLst>
                        <a:ext uri="{FF2B5EF4-FFF2-40B4-BE49-F238E27FC236}">
                          <a16:creationId xmlns:a16="http://schemas.microsoft.com/office/drawing/2014/main" id="{0BCB8D92-9C50-06C7-A7B6-46057F7CD815}"/>
                        </a:ext>
                      </a:extLst>
                    </p:cNvPr>
                    <p:cNvGrpSpPr/>
                    <p:nvPr/>
                  </p:nvGrpSpPr>
                  <p:grpSpPr>
                    <a:xfrm rot="14400000">
                      <a:off x="5265196" y="3357021"/>
                      <a:ext cx="393192" cy="393192"/>
                      <a:chOff x="5354637" y="3446463"/>
                      <a:chExt cx="214313" cy="214313"/>
                    </a:xfrm>
                  </p:grpSpPr>
                  <p:sp>
                    <p:nvSpPr>
                      <p:cNvPr id="19269" name="Arc 19268">
                        <a:extLst>
                          <a:ext uri="{FF2B5EF4-FFF2-40B4-BE49-F238E27FC236}">
                            <a16:creationId xmlns:a16="http://schemas.microsoft.com/office/drawing/2014/main" id="{FC323421-6FB7-B338-D38B-1C2B21597B0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270" name="Arc 19269">
                        <a:extLst>
                          <a:ext uri="{FF2B5EF4-FFF2-40B4-BE49-F238E27FC236}">
                            <a16:creationId xmlns:a16="http://schemas.microsoft.com/office/drawing/2014/main" id="{25122CAE-B3DC-4D76-2568-5696DB31A42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261" name="Group 19260">
                      <a:extLst>
                        <a:ext uri="{FF2B5EF4-FFF2-40B4-BE49-F238E27FC236}">
                          <a16:creationId xmlns:a16="http://schemas.microsoft.com/office/drawing/2014/main" id="{07772CBA-7570-6BB9-D1EF-8731BC31133D}"/>
                        </a:ext>
                      </a:extLst>
                    </p:cNvPr>
                    <p:cNvGrpSpPr/>
                    <p:nvPr/>
                  </p:nvGrpSpPr>
                  <p:grpSpPr>
                    <a:xfrm>
                      <a:off x="5310186" y="3402011"/>
                      <a:ext cx="303213" cy="303213"/>
                      <a:chOff x="5310186" y="3402011"/>
                      <a:chExt cx="303213" cy="303213"/>
                    </a:xfrm>
                  </p:grpSpPr>
                  <p:grpSp>
                    <p:nvGrpSpPr>
                      <p:cNvPr id="19262" name="Group 19261">
                        <a:extLst>
                          <a:ext uri="{FF2B5EF4-FFF2-40B4-BE49-F238E27FC236}">
                            <a16:creationId xmlns:a16="http://schemas.microsoft.com/office/drawing/2014/main" id="{C08D5312-5DFA-D911-00A9-D327D050D7FF}"/>
                          </a:ext>
                        </a:extLst>
                      </p:cNvPr>
                      <p:cNvGrpSpPr/>
                      <p:nvPr/>
                    </p:nvGrpSpPr>
                    <p:grpSpPr>
                      <a:xfrm>
                        <a:off x="5354636" y="3446461"/>
                        <a:ext cx="214313" cy="214313"/>
                        <a:chOff x="5354637" y="3446463"/>
                        <a:chExt cx="214313" cy="214313"/>
                      </a:xfrm>
                    </p:grpSpPr>
                    <p:sp>
                      <p:nvSpPr>
                        <p:cNvPr id="19267" name="Arc 19266">
                          <a:extLst>
                            <a:ext uri="{FF2B5EF4-FFF2-40B4-BE49-F238E27FC236}">
                              <a16:creationId xmlns:a16="http://schemas.microsoft.com/office/drawing/2014/main" id="{6F1EB32C-72E3-A7FF-79A5-38B64A2A5C0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268" name="Arc 19267">
                          <a:extLst>
                            <a:ext uri="{FF2B5EF4-FFF2-40B4-BE49-F238E27FC236}">
                              <a16:creationId xmlns:a16="http://schemas.microsoft.com/office/drawing/2014/main" id="{B3D40E11-39B7-66C0-580D-FEB0932E441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263" name="Group 19262">
                        <a:extLst>
                          <a:ext uri="{FF2B5EF4-FFF2-40B4-BE49-F238E27FC236}">
                            <a16:creationId xmlns:a16="http://schemas.microsoft.com/office/drawing/2014/main" id="{E66462B4-F93E-9CFF-9135-F66DBA81D61D}"/>
                          </a:ext>
                        </a:extLst>
                      </p:cNvPr>
                      <p:cNvGrpSpPr/>
                      <p:nvPr/>
                    </p:nvGrpSpPr>
                    <p:grpSpPr>
                      <a:xfrm rot="7200000">
                        <a:off x="5310186" y="3402011"/>
                        <a:ext cx="303213" cy="303213"/>
                        <a:chOff x="5354637" y="3446463"/>
                        <a:chExt cx="214313" cy="214313"/>
                      </a:xfrm>
                    </p:grpSpPr>
                    <p:sp>
                      <p:nvSpPr>
                        <p:cNvPr id="19265" name="Arc 19264">
                          <a:extLst>
                            <a:ext uri="{FF2B5EF4-FFF2-40B4-BE49-F238E27FC236}">
                              <a16:creationId xmlns:a16="http://schemas.microsoft.com/office/drawing/2014/main" id="{965805A7-CB38-40D6-64B8-E9D916DE641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266" name="Arc 19265">
                          <a:extLst>
                            <a:ext uri="{FF2B5EF4-FFF2-40B4-BE49-F238E27FC236}">
                              <a16:creationId xmlns:a16="http://schemas.microsoft.com/office/drawing/2014/main" id="{A7E21F5D-DED9-BCFA-540C-356D4656259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264" name="TextBox 19263">
                        <a:extLst>
                          <a:ext uri="{FF2B5EF4-FFF2-40B4-BE49-F238E27FC236}">
                            <a16:creationId xmlns:a16="http://schemas.microsoft.com/office/drawing/2014/main" id="{AE045433-AD49-728B-9449-EF559729F5BB}"/>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226" name="Group 19225">
                    <a:extLst>
                      <a:ext uri="{FF2B5EF4-FFF2-40B4-BE49-F238E27FC236}">
                        <a16:creationId xmlns:a16="http://schemas.microsoft.com/office/drawing/2014/main" id="{0D8947FD-0F69-8B47-A879-6B3299D50408}"/>
                      </a:ext>
                    </a:extLst>
                  </p:cNvPr>
                  <p:cNvGrpSpPr/>
                  <p:nvPr/>
                </p:nvGrpSpPr>
                <p:grpSpPr>
                  <a:xfrm>
                    <a:off x="5886431" y="3525040"/>
                    <a:ext cx="393192" cy="393192"/>
                    <a:chOff x="5265196" y="3932619"/>
                    <a:chExt cx="393192" cy="393192"/>
                  </a:xfrm>
                </p:grpSpPr>
                <p:grpSp>
                  <p:nvGrpSpPr>
                    <p:cNvPr id="19250" name="Group 19249">
                      <a:extLst>
                        <a:ext uri="{FF2B5EF4-FFF2-40B4-BE49-F238E27FC236}">
                          <a16:creationId xmlns:a16="http://schemas.microsoft.com/office/drawing/2014/main" id="{CA0BA3BB-8A07-9754-1E89-996D6E54FCBD}"/>
                        </a:ext>
                      </a:extLst>
                    </p:cNvPr>
                    <p:cNvGrpSpPr/>
                    <p:nvPr/>
                  </p:nvGrpSpPr>
                  <p:grpSpPr>
                    <a:xfrm>
                      <a:off x="5354636" y="4022061"/>
                      <a:ext cx="214313" cy="214313"/>
                      <a:chOff x="5354637" y="3446463"/>
                      <a:chExt cx="214313" cy="214313"/>
                    </a:xfrm>
                  </p:grpSpPr>
                  <p:sp>
                    <p:nvSpPr>
                      <p:cNvPr id="19258" name="Arc 19257">
                        <a:extLst>
                          <a:ext uri="{FF2B5EF4-FFF2-40B4-BE49-F238E27FC236}">
                            <a16:creationId xmlns:a16="http://schemas.microsoft.com/office/drawing/2014/main" id="{D9E0E2F3-1150-58B4-E940-99613F6FF78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259" name="Arc 19258">
                        <a:extLst>
                          <a:ext uri="{FF2B5EF4-FFF2-40B4-BE49-F238E27FC236}">
                            <a16:creationId xmlns:a16="http://schemas.microsoft.com/office/drawing/2014/main" id="{00B89E31-376F-86A9-9E1B-442BDB2B852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251" name="Group 19250">
                      <a:extLst>
                        <a:ext uri="{FF2B5EF4-FFF2-40B4-BE49-F238E27FC236}">
                          <a16:creationId xmlns:a16="http://schemas.microsoft.com/office/drawing/2014/main" id="{5233AD49-1445-D0D1-AA87-49C05CBB5FD4}"/>
                        </a:ext>
                      </a:extLst>
                    </p:cNvPr>
                    <p:cNvGrpSpPr/>
                    <p:nvPr/>
                  </p:nvGrpSpPr>
                  <p:grpSpPr>
                    <a:xfrm rot="14400000">
                      <a:off x="5310186" y="3977611"/>
                      <a:ext cx="303213" cy="303213"/>
                      <a:chOff x="5354637" y="3446463"/>
                      <a:chExt cx="214313" cy="214313"/>
                    </a:xfrm>
                  </p:grpSpPr>
                  <p:sp>
                    <p:nvSpPr>
                      <p:cNvPr id="19256" name="Arc 19255">
                        <a:extLst>
                          <a:ext uri="{FF2B5EF4-FFF2-40B4-BE49-F238E27FC236}">
                            <a16:creationId xmlns:a16="http://schemas.microsoft.com/office/drawing/2014/main" id="{B7EBDA71-4C6D-C058-A728-92F16E54113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257" name="Arc 19256">
                        <a:extLst>
                          <a:ext uri="{FF2B5EF4-FFF2-40B4-BE49-F238E27FC236}">
                            <a16:creationId xmlns:a16="http://schemas.microsoft.com/office/drawing/2014/main" id="{33132D49-39E9-7ECA-7F46-3C13BFDA853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252" name="Group 19251">
                      <a:extLst>
                        <a:ext uri="{FF2B5EF4-FFF2-40B4-BE49-F238E27FC236}">
                          <a16:creationId xmlns:a16="http://schemas.microsoft.com/office/drawing/2014/main" id="{42134624-5878-3330-6CF4-32C57E203E42}"/>
                        </a:ext>
                      </a:extLst>
                    </p:cNvPr>
                    <p:cNvGrpSpPr/>
                    <p:nvPr/>
                  </p:nvGrpSpPr>
                  <p:grpSpPr>
                    <a:xfrm rot="7200000">
                      <a:off x="5265196" y="3932619"/>
                      <a:ext cx="393192" cy="393192"/>
                      <a:chOff x="5354637" y="3446463"/>
                      <a:chExt cx="214313" cy="214313"/>
                    </a:xfrm>
                  </p:grpSpPr>
                  <p:sp>
                    <p:nvSpPr>
                      <p:cNvPr id="19254" name="Arc 19253">
                        <a:extLst>
                          <a:ext uri="{FF2B5EF4-FFF2-40B4-BE49-F238E27FC236}">
                            <a16:creationId xmlns:a16="http://schemas.microsoft.com/office/drawing/2014/main" id="{2995E300-4B8F-F628-6B44-15031AEADC8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255" name="Arc 19254">
                        <a:extLst>
                          <a:ext uri="{FF2B5EF4-FFF2-40B4-BE49-F238E27FC236}">
                            <a16:creationId xmlns:a16="http://schemas.microsoft.com/office/drawing/2014/main" id="{2023AD45-F77E-5FB9-1EC5-FD2A705D2AB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253" name="TextBox 19252">
                      <a:extLst>
                        <a:ext uri="{FF2B5EF4-FFF2-40B4-BE49-F238E27FC236}">
                          <a16:creationId xmlns:a16="http://schemas.microsoft.com/office/drawing/2014/main" id="{A94273D4-249F-4E2E-E27D-9A290AA458B6}"/>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9227" name="Group 19226">
                    <a:extLst>
                      <a:ext uri="{FF2B5EF4-FFF2-40B4-BE49-F238E27FC236}">
                        <a16:creationId xmlns:a16="http://schemas.microsoft.com/office/drawing/2014/main" id="{ABEDCF6F-0EA9-EE2C-48E3-8578A95E88B7}"/>
                      </a:ext>
                    </a:extLst>
                  </p:cNvPr>
                  <p:cNvGrpSpPr/>
                  <p:nvPr/>
                </p:nvGrpSpPr>
                <p:grpSpPr>
                  <a:xfrm>
                    <a:off x="6512463" y="3525040"/>
                    <a:ext cx="393192" cy="393192"/>
                    <a:chOff x="6389147" y="3357021"/>
                    <a:chExt cx="393192" cy="393192"/>
                  </a:xfrm>
                </p:grpSpPr>
                <p:grpSp>
                  <p:nvGrpSpPr>
                    <p:cNvPr id="19239" name="Group 19238">
                      <a:extLst>
                        <a:ext uri="{FF2B5EF4-FFF2-40B4-BE49-F238E27FC236}">
                          <a16:creationId xmlns:a16="http://schemas.microsoft.com/office/drawing/2014/main" id="{F6F2AE0D-6386-D1FF-DE48-BCCAA61D686F}"/>
                        </a:ext>
                      </a:extLst>
                    </p:cNvPr>
                    <p:cNvGrpSpPr/>
                    <p:nvPr/>
                  </p:nvGrpSpPr>
                  <p:grpSpPr>
                    <a:xfrm rot="7200000" flipH="1">
                      <a:off x="6389147" y="3357021"/>
                      <a:ext cx="393192" cy="393192"/>
                      <a:chOff x="5354637" y="3446463"/>
                      <a:chExt cx="214313" cy="214313"/>
                    </a:xfrm>
                  </p:grpSpPr>
                  <p:sp>
                    <p:nvSpPr>
                      <p:cNvPr id="19248" name="Arc 19247">
                        <a:extLst>
                          <a:ext uri="{FF2B5EF4-FFF2-40B4-BE49-F238E27FC236}">
                            <a16:creationId xmlns:a16="http://schemas.microsoft.com/office/drawing/2014/main" id="{504F1ACD-C060-F0F6-3FA2-0230953DB61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249" name="Arc 19248">
                        <a:extLst>
                          <a:ext uri="{FF2B5EF4-FFF2-40B4-BE49-F238E27FC236}">
                            <a16:creationId xmlns:a16="http://schemas.microsoft.com/office/drawing/2014/main" id="{32F10961-9650-E46E-4A70-CEF2D4A91B0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240" name="Group 19239">
                      <a:extLst>
                        <a:ext uri="{FF2B5EF4-FFF2-40B4-BE49-F238E27FC236}">
                          <a16:creationId xmlns:a16="http://schemas.microsoft.com/office/drawing/2014/main" id="{F9428FFB-C32E-0F24-A913-2445F282CDF9}"/>
                        </a:ext>
                      </a:extLst>
                    </p:cNvPr>
                    <p:cNvGrpSpPr/>
                    <p:nvPr/>
                  </p:nvGrpSpPr>
                  <p:grpSpPr>
                    <a:xfrm>
                      <a:off x="6434137" y="3402011"/>
                      <a:ext cx="303213" cy="303213"/>
                      <a:chOff x="6434137" y="3402011"/>
                      <a:chExt cx="303213" cy="303213"/>
                    </a:xfrm>
                  </p:grpSpPr>
                  <p:grpSp>
                    <p:nvGrpSpPr>
                      <p:cNvPr id="19241" name="Group 19240">
                        <a:extLst>
                          <a:ext uri="{FF2B5EF4-FFF2-40B4-BE49-F238E27FC236}">
                            <a16:creationId xmlns:a16="http://schemas.microsoft.com/office/drawing/2014/main" id="{2E4C3B90-E6F7-7733-81DC-09F7A4447479}"/>
                          </a:ext>
                        </a:extLst>
                      </p:cNvPr>
                      <p:cNvGrpSpPr/>
                      <p:nvPr/>
                    </p:nvGrpSpPr>
                    <p:grpSpPr>
                      <a:xfrm flipH="1">
                        <a:off x="6478587" y="3446461"/>
                        <a:ext cx="214313" cy="214313"/>
                        <a:chOff x="5354637" y="3446463"/>
                        <a:chExt cx="214313" cy="214313"/>
                      </a:xfrm>
                    </p:grpSpPr>
                    <p:sp>
                      <p:nvSpPr>
                        <p:cNvPr id="19246" name="Arc 19245">
                          <a:extLst>
                            <a:ext uri="{FF2B5EF4-FFF2-40B4-BE49-F238E27FC236}">
                              <a16:creationId xmlns:a16="http://schemas.microsoft.com/office/drawing/2014/main" id="{74FDCEF1-2535-AB8A-F7DA-67044E1A782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247" name="Arc 19246">
                          <a:extLst>
                            <a:ext uri="{FF2B5EF4-FFF2-40B4-BE49-F238E27FC236}">
                              <a16:creationId xmlns:a16="http://schemas.microsoft.com/office/drawing/2014/main" id="{9DD0D44A-4798-D62B-E08E-CC51FFCDBC8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242" name="Group 19241">
                        <a:extLst>
                          <a:ext uri="{FF2B5EF4-FFF2-40B4-BE49-F238E27FC236}">
                            <a16:creationId xmlns:a16="http://schemas.microsoft.com/office/drawing/2014/main" id="{D979809D-1C75-A728-5112-A37E05A2B995}"/>
                          </a:ext>
                        </a:extLst>
                      </p:cNvPr>
                      <p:cNvGrpSpPr/>
                      <p:nvPr/>
                    </p:nvGrpSpPr>
                    <p:grpSpPr>
                      <a:xfrm rot="14400000" flipH="1">
                        <a:off x="6434137" y="3402011"/>
                        <a:ext cx="303213" cy="303213"/>
                        <a:chOff x="5354637" y="3446463"/>
                        <a:chExt cx="214313" cy="214313"/>
                      </a:xfrm>
                    </p:grpSpPr>
                    <p:sp>
                      <p:nvSpPr>
                        <p:cNvPr id="19244" name="Arc 19243">
                          <a:extLst>
                            <a:ext uri="{FF2B5EF4-FFF2-40B4-BE49-F238E27FC236}">
                              <a16:creationId xmlns:a16="http://schemas.microsoft.com/office/drawing/2014/main" id="{DEC793EF-2100-8F83-0251-BB84E9526AA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245" name="Arc 19244">
                          <a:extLst>
                            <a:ext uri="{FF2B5EF4-FFF2-40B4-BE49-F238E27FC236}">
                              <a16:creationId xmlns:a16="http://schemas.microsoft.com/office/drawing/2014/main" id="{44C5FF93-AFC1-4D88-CA52-B68161EC9FD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243" name="TextBox 19242">
                        <a:extLst>
                          <a:ext uri="{FF2B5EF4-FFF2-40B4-BE49-F238E27FC236}">
                            <a16:creationId xmlns:a16="http://schemas.microsoft.com/office/drawing/2014/main" id="{22B1323F-73AF-C98A-F354-682016166979}"/>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228" name="Group 19227">
                    <a:extLst>
                      <a:ext uri="{FF2B5EF4-FFF2-40B4-BE49-F238E27FC236}">
                        <a16:creationId xmlns:a16="http://schemas.microsoft.com/office/drawing/2014/main" id="{75C15FD2-CBD4-6707-0DA7-D42614472A42}"/>
                      </a:ext>
                    </a:extLst>
                  </p:cNvPr>
                  <p:cNvGrpSpPr/>
                  <p:nvPr/>
                </p:nvGrpSpPr>
                <p:grpSpPr>
                  <a:xfrm>
                    <a:off x="6197413" y="3225768"/>
                    <a:ext cx="393192" cy="393192"/>
                    <a:chOff x="6389147" y="3932622"/>
                    <a:chExt cx="393192" cy="393192"/>
                  </a:xfrm>
                </p:grpSpPr>
                <p:grpSp>
                  <p:nvGrpSpPr>
                    <p:cNvPr id="19229" name="Group 19228">
                      <a:extLst>
                        <a:ext uri="{FF2B5EF4-FFF2-40B4-BE49-F238E27FC236}">
                          <a16:creationId xmlns:a16="http://schemas.microsoft.com/office/drawing/2014/main" id="{382C3742-77BE-4E99-2C9B-B4AA697F98BE}"/>
                        </a:ext>
                      </a:extLst>
                    </p:cNvPr>
                    <p:cNvGrpSpPr/>
                    <p:nvPr/>
                  </p:nvGrpSpPr>
                  <p:grpSpPr>
                    <a:xfrm flipH="1">
                      <a:off x="6478587" y="4022061"/>
                      <a:ext cx="214313" cy="214313"/>
                      <a:chOff x="5354637" y="3446463"/>
                      <a:chExt cx="214313" cy="214313"/>
                    </a:xfrm>
                  </p:grpSpPr>
                  <p:sp>
                    <p:nvSpPr>
                      <p:cNvPr id="19237" name="Arc 19236">
                        <a:extLst>
                          <a:ext uri="{FF2B5EF4-FFF2-40B4-BE49-F238E27FC236}">
                            <a16:creationId xmlns:a16="http://schemas.microsoft.com/office/drawing/2014/main" id="{22E65955-EA29-894F-FF1B-0061E54EBF7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238" name="Arc 19237">
                        <a:extLst>
                          <a:ext uri="{FF2B5EF4-FFF2-40B4-BE49-F238E27FC236}">
                            <a16:creationId xmlns:a16="http://schemas.microsoft.com/office/drawing/2014/main" id="{01B93220-1491-3C22-4A42-D4111157766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230" name="Group 19229">
                      <a:extLst>
                        <a:ext uri="{FF2B5EF4-FFF2-40B4-BE49-F238E27FC236}">
                          <a16:creationId xmlns:a16="http://schemas.microsoft.com/office/drawing/2014/main" id="{C462B638-0714-7B65-6B39-51641B56B1F8}"/>
                        </a:ext>
                      </a:extLst>
                    </p:cNvPr>
                    <p:cNvGrpSpPr/>
                    <p:nvPr/>
                  </p:nvGrpSpPr>
                  <p:grpSpPr>
                    <a:xfrm rot="7200000" flipH="1">
                      <a:off x="6434137" y="3977611"/>
                      <a:ext cx="303213" cy="303213"/>
                      <a:chOff x="5354637" y="3446463"/>
                      <a:chExt cx="214313" cy="214313"/>
                    </a:xfrm>
                  </p:grpSpPr>
                  <p:sp>
                    <p:nvSpPr>
                      <p:cNvPr id="19235" name="Arc 19234">
                        <a:extLst>
                          <a:ext uri="{FF2B5EF4-FFF2-40B4-BE49-F238E27FC236}">
                            <a16:creationId xmlns:a16="http://schemas.microsoft.com/office/drawing/2014/main" id="{35A6C794-1692-E29B-CC4F-211C2CEB46E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236" name="Arc 19235">
                        <a:extLst>
                          <a:ext uri="{FF2B5EF4-FFF2-40B4-BE49-F238E27FC236}">
                            <a16:creationId xmlns:a16="http://schemas.microsoft.com/office/drawing/2014/main" id="{EF56B554-5554-5D2D-B9F8-F06CE5D905C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231" name="Group 19230">
                      <a:extLst>
                        <a:ext uri="{FF2B5EF4-FFF2-40B4-BE49-F238E27FC236}">
                          <a16:creationId xmlns:a16="http://schemas.microsoft.com/office/drawing/2014/main" id="{56C8B32B-58CA-759B-304A-DA6495A6EF35}"/>
                        </a:ext>
                      </a:extLst>
                    </p:cNvPr>
                    <p:cNvGrpSpPr/>
                    <p:nvPr/>
                  </p:nvGrpSpPr>
                  <p:grpSpPr>
                    <a:xfrm rot="14400000" flipH="1">
                      <a:off x="6389147" y="3932622"/>
                      <a:ext cx="393192" cy="393192"/>
                      <a:chOff x="5354637" y="3446463"/>
                      <a:chExt cx="214313" cy="214313"/>
                    </a:xfrm>
                  </p:grpSpPr>
                  <p:sp>
                    <p:nvSpPr>
                      <p:cNvPr id="19233" name="Arc 19232">
                        <a:extLst>
                          <a:ext uri="{FF2B5EF4-FFF2-40B4-BE49-F238E27FC236}">
                            <a16:creationId xmlns:a16="http://schemas.microsoft.com/office/drawing/2014/main" id="{D1D7C5BF-30A9-C0EB-44EB-7C289E0AC5F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234" name="Arc 19233">
                        <a:extLst>
                          <a:ext uri="{FF2B5EF4-FFF2-40B4-BE49-F238E27FC236}">
                            <a16:creationId xmlns:a16="http://schemas.microsoft.com/office/drawing/2014/main" id="{196C47ED-7A3A-BF14-0CEE-8992E1F7CB9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232" name="TextBox 19231">
                      <a:extLst>
                        <a:ext uri="{FF2B5EF4-FFF2-40B4-BE49-F238E27FC236}">
                          <a16:creationId xmlns:a16="http://schemas.microsoft.com/office/drawing/2014/main" id="{53E748E9-51B2-493C-CCBE-E8C9A014580D}"/>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9128" name="Group 19127">
                <a:extLst>
                  <a:ext uri="{FF2B5EF4-FFF2-40B4-BE49-F238E27FC236}">
                    <a16:creationId xmlns:a16="http://schemas.microsoft.com/office/drawing/2014/main" id="{7BE4D5CC-F5E2-6143-AAF9-AE765D300A43}"/>
                  </a:ext>
                </a:extLst>
              </p:cNvPr>
              <p:cNvGrpSpPr/>
              <p:nvPr/>
            </p:nvGrpSpPr>
            <p:grpSpPr>
              <a:xfrm>
                <a:off x="6065340" y="2039507"/>
                <a:ext cx="1643204" cy="1593124"/>
                <a:chOff x="5445106" y="2644743"/>
                <a:chExt cx="1643204" cy="1593124"/>
              </a:xfrm>
            </p:grpSpPr>
            <p:grpSp>
              <p:nvGrpSpPr>
                <p:cNvPr id="19129" name="Group 19128">
                  <a:extLst>
                    <a:ext uri="{FF2B5EF4-FFF2-40B4-BE49-F238E27FC236}">
                      <a16:creationId xmlns:a16="http://schemas.microsoft.com/office/drawing/2014/main" id="{0D34702F-647B-4A1F-917D-8CD6A68F5222}"/>
                    </a:ext>
                  </a:extLst>
                </p:cNvPr>
                <p:cNvGrpSpPr/>
                <p:nvPr/>
              </p:nvGrpSpPr>
              <p:grpSpPr>
                <a:xfrm>
                  <a:off x="5445106" y="2644743"/>
                  <a:ext cx="1019224" cy="991639"/>
                  <a:chOff x="5886431" y="3225768"/>
                  <a:chExt cx="1019224" cy="991639"/>
                </a:xfrm>
              </p:grpSpPr>
              <p:grpSp>
                <p:nvGrpSpPr>
                  <p:cNvPr id="19177" name="Group 19176">
                    <a:extLst>
                      <a:ext uri="{FF2B5EF4-FFF2-40B4-BE49-F238E27FC236}">
                        <a16:creationId xmlns:a16="http://schemas.microsoft.com/office/drawing/2014/main" id="{CC7702E7-60A2-301C-8626-33A942F4949D}"/>
                      </a:ext>
                    </a:extLst>
                  </p:cNvPr>
                  <p:cNvGrpSpPr/>
                  <p:nvPr/>
                </p:nvGrpSpPr>
                <p:grpSpPr>
                  <a:xfrm>
                    <a:off x="6197413" y="3824215"/>
                    <a:ext cx="393192" cy="393192"/>
                    <a:chOff x="5265196" y="3357021"/>
                    <a:chExt cx="393192" cy="393192"/>
                  </a:xfrm>
                </p:grpSpPr>
                <p:grpSp>
                  <p:nvGrpSpPr>
                    <p:cNvPr id="19212" name="Group 19211">
                      <a:extLst>
                        <a:ext uri="{FF2B5EF4-FFF2-40B4-BE49-F238E27FC236}">
                          <a16:creationId xmlns:a16="http://schemas.microsoft.com/office/drawing/2014/main" id="{F49B6BAF-9CD2-D6AF-A926-D7BD681AC3D2}"/>
                        </a:ext>
                      </a:extLst>
                    </p:cNvPr>
                    <p:cNvGrpSpPr/>
                    <p:nvPr/>
                  </p:nvGrpSpPr>
                  <p:grpSpPr>
                    <a:xfrm rot="14400000">
                      <a:off x="5265196" y="3357021"/>
                      <a:ext cx="393192" cy="393192"/>
                      <a:chOff x="5354637" y="3446463"/>
                      <a:chExt cx="214313" cy="214313"/>
                    </a:xfrm>
                  </p:grpSpPr>
                  <p:sp>
                    <p:nvSpPr>
                      <p:cNvPr id="19221" name="Arc 19220">
                        <a:extLst>
                          <a:ext uri="{FF2B5EF4-FFF2-40B4-BE49-F238E27FC236}">
                            <a16:creationId xmlns:a16="http://schemas.microsoft.com/office/drawing/2014/main" id="{11CEA07C-AAA6-7CF1-346A-DEFC3B318DB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222" name="Arc 19221">
                        <a:extLst>
                          <a:ext uri="{FF2B5EF4-FFF2-40B4-BE49-F238E27FC236}">
                            <a16:creationId xmlns:a16="http://schemas.microsoft.com/office/drawing/2014/main" id="{0E924689-6B2E-EB19-F0D3-86AC637433A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213" name="Group 19212">
                      <a:extLst>
                        <a:ext uri="{FF2B5EF4-FFF2-40B4-BE49-F238E27FC236}">
                          <a16:creationId xmlns:a16="http://schemas.microsoft.com/office/drawing/2014/main" id="{BE9EAF23-1456-8371-3EFC-A2AF2413E54F}"/>
                        </a:ext>
                      </a:extLst>
                    </p:cNvPr>
                    <p:cNvGrpSpPr/>
                    <p:nvPr/>
                  </p:nvGrpSpPr>
                  <p:grpSpPr>
                    <a:xfrm>
                      <a:off x="5310186" y="3402011"/>
                      <a:ext cx="303213" cy="303213"/>
                      <a:chOff x="5310186" y="3402011"/>
                      <a:chExt cx="303213" cy="303213"/>
                    </a:xfrm>
                  </p:grpSpPr>
                  <p:grpSp>
                    <p:nvGrpSpPr>
                      <p:cNvPr id="19214" name="Group 19213">
                        <a:extLst>
                          <a:ext uri="{FF2B5EF4-FFF2-40B4-BE49-F238E27FC236}">
                            <a16:creationId xmlns:a16="http://schemas.microsoft.com/office/drawing/2014/main" id="{E05C6948-A3DF-2EA0-283F-BCFA9918E0E2}"/>
                          </a:ext>
                        </a:extLst>
                      </p:cNvPr>
                      <p:cNvGrpSpPr/>
                      <p:nvPr/>
                    </p:nvGrpSpPr>
                    <p:grpSpPr>
                      <a:xfrm>
                        <a:off x="5354636" y="3446461"/>
                        <a:ext cx="214313" cy="214313"/>
                        <a:chOff x="5354637" y="3446463"/>
                        <a:chExt cx="214313" cy="214313"/>
                      </a:xfrm>
                    </p:grpSpPr>
                    <p:sp>
                      <p:nvSpPr>
                        <p:cNvPr id="19219" name="Arc 19218">
                          <a:extLst>
                            <a:ext uri="{FF2B5EF4-FFF2-40B4-BE49-F238E27FC236}">
                              <a16:creationId xmlns:a16="http://schemas.microsoft.com/office/drawing/2014/main" id="{E73F6BA4-B725-BAE3-D2E1-E3BFF47F82E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220" name="Arc 19219">
                          <a:extLst>
                            <a:ext uri="{FF2B5EF4-FFF2-40B4-BE49-F238E27FC236}">
                              <a16:creationId xmlns:a16="http://schemas.microsoft.com/office/drawing/2014/main" id="{2FF8671B-82AA-E345-CC04-E5889C2E427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215" name="Group 19214">
                        <a:extLst>
                          <a:ext uri="{FF2B5EF4-FFF2-40B4-BE49-F238E27FC236}">
                            <a16:creationId xmlns:a16="http://schemas.microsoft.com/office/drawing/2014/main" id="{2D6E25E4-2C40-EC5E-17DB-90D8337D0CB7}"/>
                          </a:ext>
                        </a:extLst>
                      </p:cNvPr>
                      <p:cNvGrpSpPr/>
                      <p:nvPr/>
                    </p:nvGrpSpPr>
                    <p:grpSpPr>
                      <a:xfrm rot="7200000">
                        <a:off x="5310186" y="3402011"/>
                        <a:ext cx="303213" cy="303213"/>
                        <a:chOff x="5354637" y="3446463"/>
                        <a:chExt cx="214313" cy="214313"/>
                      </a:xfrm>
                    </p:grpSpPr>
                    <p:sp>
                      <p:nvSpPr>
                        <p:cNvPr id="19217" name="Arc 19216">
                          <a:extLst>
                            <a:ext uri="{FF2B5EF4-FFF2-40B4-BE49-F238E27FC236}">
                              <a16:creationId xmlns:a16="http://schemas.microsoft.com/office/drawing/2014/main" id="{CEEF1CBF-32D6-3A36-0507-26051704C2A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218" name="Arc 19217">
                          <a:extLst>
                            <a:ext uri="{FF2B5EF4-FFF2-40B4-BE49-F238E27FC236}">
                              <a16:creationId xmlns:a16="http://schemas.microsoft.com/office/drawing/2014/main" id="{3AF3AA80-571A-95D2-04DC-D684F552511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216" name="TextBox 19215">
                        <a:extLst>
                          <a:ext uri="{FF2B5EF4-FFF2-40B4-BE49-F238E27FC236}">
                            <a16:creationId xmlns:a16="http://schemas.microsoft.com/office/drawing/2014/main" id="{E378965E-E8D4-1E4C-F0D7-8ABB4DC78B9F}"/>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178" name="Group 19177">
                    <a:extLst>
                      <a:ext uri="{FF2B5EF4-FFF2-40B4-BE49-F238E27FC236}">
                        <a16:creationId xmlns:a16="http://schemas.microsoft.com/office/drawing/2014/main" id="{42D3075E-FBBF-4A71-FDAD-621ABB4200E8}"/>
                      </a:ext>
                    </a:extLst>
                  </p:cNvPr>
                  <p:cNvGrpSpPr/>
                  <p:nvPr/>
                </p:nvGrpSpPr>
                <p:grpSpPr>
                  <a:xfrm>
                    <a:off x="5886431" y="3525040"/>
                    <a:ext cx="393192" cy="393192"/>
                    <a:chOff x="5265196" y="3932619"/>
                    <a:chExt cx="393192" cy="393192"/>
                  </a:xfrm>
                </p:grpSpPr>
                <p:grpSp>
                  <p:nvGrpSpPr>
                    <p:cNvPr id="19202" name="Group 19201">
                      <a:extLst>
                        <a:ext uri="{FF2B5EF4-FFF2-40B4-BE49-F238E27FC236}">
                          <a16:creationId xmlns:a16="http://schemas.microsoft.com/office/drawing/2014/main" id="{082174FF-AC0B-1AD0-75DA-2C077D4459D8}"/>
                        </a:ext>
                      </a:extLst>
                    </p:cNvPr>
                    <p:cNvGrpSpPr/>
                    <p:nvPr/>
                  </p:nvGrpSpPr>
                  <p:grpSpPr>
                    <a:xfrm>
                      <a:off x="5354636" y="4022061"/>
                      <a:ext cx="214313" cy="214313"/>
                      <a:chOff x="5354637" y="3446463"/>
                      <a:chExt cx="214313" cy="214313"/>
                    </a:xfrm>
                  </p:grpSpPr>
                  <p:sp>
                    <p:nvSpPr>
                      <p:cNvPr id="19210" name="Arc 19209">
                        <a:extLst>
                          <a:ext uri="{FF2B5EF4-FFF2-40B4-BE49-F238E27FC236}">
                            <a16:creationId xmlns:a16="http://schemas.microsoft.com/office/drawing/2014/main" id="{5FCBF186-4E26-6772-BE23-F1E246B451D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211" name="Arc 19210">
                        <a:extLst>
                          <a:ext uri="{FF2B5EF4-FFF2-40B4-BE49-F238E27FC236}">
                            <a16:creationId xmlns:a16="http://schemas.microsoft.com/office/drawing/2014/main" id="{54C7F18D-F254-E1FA-550E-D870B124FC0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203" name="Group 19202">
                      <a:extLst>
                        <a:ext uri="{FF2B5EF4-FFF2-40B4-BE49-F238E27FC236}">
                          <a16:creationId xmlns:a16="http://schemas.microsoft.com/office/drawing/2014/main" id="{1323D395-2BE4-E97C-354D-2BED982F926C}"/>
                        </a:ext>
                      </a:extLst>
                    </p:cNvPr>
                    <p:cNvGrpSpPr/>
                    <p:nvPr/>
                  </p:nvGrpSpPr>
                  <p:grpSpPr>
                    <a:xfrm rot="14400000">
                      <a:off x="5310186" y="3977611"/>
                      <a:ext cx="303213" cy="303213"/>
                      <a:chOff x="5354637" y="3446463"/>
                      <a:chExt cx="214313" cy="214313"/>
                    </a:xfrm>
                  </p:grpSpPr>
                  <p:sp>
                    <p:nvSpPr>
                      <p:cNvPr id="19208" name="Arc 19207">
                        <a:extLst>
                          <a:ext uri="{FF2B5EF4-FFF2-40B4-BE49-F238E27FC236}">
                            <a16:creationId xmlns:a16="http://schemas.microsoft.com/office/drawing/2014/main" id="{D955DA06-DC5C-B88F-BB4C-7A5256523C2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209" name="Arc 19208">
                        <a:extLst>
                          <a:ext uri="{FF2B5EF4-FFF2-40B4-BE49-F238E27FC236}">
                            <a16:creationId xmlns:a16="http://schemas.microsoft.com/office/drawing/2014/main" id="{CE4E9CC3-F499-9161-BBAB-71032B55C3C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204" name="Group 19203">
                      <a:extLst>
                        <a:ext uri="{FF2B5EF4-FFF2-40B4-BE49-F238E27FC236}">
                          <a16:creationId xmlns:a16="http://schemas.microsoft.com/office/drawing/2014/main" id="{D2B795F3-2EFD-C51B-A33D-B1250F98953E}"/>
                        </a:ext>
                      </a:extLst>
                    </p:cNvPr>
                    <p:cNvGrpSpPr/>
                    <p:nvPr/>
                  </p:nvGrpSpPr>
                  <p:grpSpPr>
                    <a:xfrm rot="7200000">
                      <a:off x="5265196" y="3932619"/>
                      <a:ext cx="393192" cy="393192"/>
                      <a:chOff x="5354637" y="3446463"/>
                      <a:chExt cx="214313" cy="214313"/>
                    </a:xfrm>
                  </p:grpSpPr>
                  <p:sp>
                    <p:nvSpPr>
                      <p:cNvPr id="19206" name="Arc 19205">
                        <a:extLst>
                          <a:ext uri="{FF2B5EF4-FFF2-40B4-BE49-F238E27FC236}">
                            <a16:creationId xmlns:a16="http://schemas.microsoft.com/office/drawing/2014/main" id="{8A796235-5D90-8694-26BF-9D245105490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207" name="Arc 19206">
                        <a:extLst>
                          <a:ext uri="{FF2B5EF4-FFF2-40B4-BE49-F238E27FC236}">
                            <a16:creationId xmlns:a16="http://schemas.microsoft.com/office/drawing/2014/main" id="{01FE93E4-7BDE-9804-7A2A-33E5C07C089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205" name="TextBox 19204">
                      <a:extLst>
                        <a:ext uri="{FF2B5EF4-FFF2-40B4-BE49-F238E27FC236}">
                          <a16:creationId xmlns:a16="http://schemas.microsoft.com/office/drawing/2014/main" id="{6F504378-47CE-3695-7430-3139ADE08B1B}"/>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9179" name="Group 19178">
                    <a:extLst>
                      <a:ext uri="{FF2B5EF4-FFF2-40B4-BE49-F238E27FC236}">
                        <a16:creationId xmlns:a16="http://schemas.microsoft.com/office/drawing/2014/main" id="{ABB99DCB-E02C-DD32-6B17-1F7DE6278345}"/>
                      </a:ext>
                    </a:extLst>
                  </p:cNvPr>
                  <p:cNvGrpSpPr/>
                  <p:nvPr/>
                </p:nvGrpSpPr>
                <p:grpSpPr>
                  <a:xfrm>
                    <a:off x="6512463" y="3525040"/>
                    <a:ext cx="393192" cy="393192"/>
                    <a:chOff x="6389147" y="3357021"/>
                    <a:chExt cx="393192" cy="393192"/>
                  </a:xfrm>
                </p:grpSpPr>
                <p:grpSp>
                  <p:nvGrpSpPr>
                    <p:cNvPr id="19191" name="Group 19190">
                      <a:extLst>
                        <a:ext uri="{FF2B5EF4-FFF2-40B4-BE49-F238E27FC236}">
                          <a16:creationId xmlns:a16="http://schemas.microsoft.com/office/drawing/2014/main" id="{0399A062-5128-CED6-CEA2-52A50A81B027}"/>
                        </a:ext>
                      </a:extLst>
                    </p:cNvPr>
                    <p:cNvGrpSpPr/>
                    <p:nvPr/>
                  </p:nvGrpSpPr>
                  <p:grpSpPr>
                    <a:xfrm rot="7200000" flipH="1">
                      <a:off x="6389147" y="3357021"/>
                      <a:ext cx="393192" cy="393192"/>
                      <a:chOff x="5354637" y="3446463"/>
                      <a:chExt cx="214313" cy="214313"/>
                    </a:xfrm>
                  </p:grpSpPr>
                  <p:sp>
                    <p:nvSpPr>
                      <p:cNvPr id="19200" name="Arc 19199">
                        <a:extLst>
                          <a:ext uri="{FF2B5EF4-FFF2-40B4-BE49-F238E27FC236}">
                            <a16:creationId xmlns:a16="http://schemas.microsoft.com/office/drawing/2014/main" id="{2523BAEA-86E7-3595-FBC9-9EE6B02BE58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201" name="Arc 19200">
                        <a:extLst>
                          <a:ext uri="{FF2B5EF4-FFF2-40B4-BE49-F238E27FC236}">
                            <a16:creationId xmlns:a16="http://schemas.microsoft.com/office/drawing/2014/main" id="{9D711CDE-3269-4C84-9C8E-CA7441520B2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192" name="Group 19191">
                      <a:extLst>
                        <a:ext uri="{FF2B5EF4-FFF2-40B4-BE49-F238E27FC236}">
                          <a16:creationId xmlns:a16="http://schemas.microsoft.com/office/drawing/2014/main" id="{8432A3C5-48FF-8C41-8ED3-11679E163976}"/>
                        </a:ext>
                      </a:extLst>
                    </p:cNvPr>
                    <p:cNvGrpSpPr/>
                    <p:nvPr/>
                  </p:nvGrpSpPr>
                  <p:grpSpPr>
                    <a:xfrm>
                      <a:off x="6434137" y="3402011"/>
                      <a:ext cx="303213" cy="303213"/>
                      <a:chOff x="6434137" y="3402011"/>
                      <a:chExt cx="303213" cy="303213"/>
                    </a:xfrm>
                  </p:grpSpPr>
                  <p:grpSp>
                    <p:nvGrpSpPr>
                      <p:cNvPr id="19193" name="Group 19192">
                        <a:extLst>
                          <a:ext uri="{FF2B5EF4-FFF2-40B4-BE49-F238E27FC236}">
                            <a16:creationId xmlns:a16="http://schemas.microsoft.com/office/drawing/2014/main" id="{47DA145B-0E60-8232-1C64-EF8636239FAD}"/>
                          </a:ext>
                        </a:extLst>
                      </p:cNvPr>
                      <p:cNvGrpSpPr/>
                      <p:nvPr/>
                    </p:nvGrpSpPr>
                    <p:grpSpPr>
                      <a:xfrm flipH="1">
                        <a:off x="6478587" y="3446461"/>
                        <a:ext cx="214313" cy="214313"/>
                        <a:chOff x="5354637" y="3446463"/>
                        <a:chExt cx="214313" cy="214313"/>
                      </a:xfrm>
                    </p:grpSpPr>
                    <p:sp>
                      <p:nvSpPr>
                        <p:cNvPr id="19198" name="Arc 19197">
                          <a:extLst>
                            <a:ext uri="{FF2B5EF4-FFF2-40B4-BE49-F238E27FC236}">
                              <a16:creationId xmlns:a16="http://schemas.microsoft.com/office/drawing/2014/main" id="{08066850-6629-867E-689E-67A0D5BBF6C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199" name="Arc 19198">
                          <a:extLst>
                            <a:ext uri="{FF2B5EF4-FFF2-40B4-BE49-F238E27FC236}">
                              <a16:creationId xmlns:a16="http://schemas.microsoft.com/office/drawing/2014/main" id="{39EB8524-4791-634C-1BE3-A921CE092C7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194" name="Group 19193">
                        <a:extLst>
                          <a:ext uri="{FF2B5EF4-FFF2-40B4-BE49-F238E27FC236}">
                            <a16:creationId xmlns:a16="http://schemas.microsoft.com/office/drawing/2014/main" id="{35962B9D-14EC-63E6-3B04-5A316F8CB007}"/>
                          </a:ext>
                        </a:extLst>
                      </p:cNvPr>
                      <p:cNvGrpSpPr/>
                      <p:nvPr/>
                    </p:nvGrpSpPr>
                    <p:grpSpPr>
                      <a:xfrm rot="14400000" flipH="1">
                        <a:off x="6434137" y="3402011"/>
                        <a:ext cx="303213" cy="303213"/>
                        <a:chOff x="5354637" y="3446463"/>
                        <a:chExt cx="214313" cy="214313"/>
                      </a:xfrm>
                    </p:grpSpPr>
                    <p:sp>
                      <p:nvSpPr>
                        <p:cNvPr id="19196" name="Arc 19195">
                          <a:extLst>
                            <a:ext uri="{FF2B5EF4-FFF2-40B4-BE49-F238E27FC236}">
                              <a16:creationId xmlns:a16="http://schemas.microsoft.com/office/drawing/2014/main" id="{614097B6-5BD5-409C-D089-F98D70F865C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197" name="Arc 19196">
                          <a:extLst>
                            <a:ext uri="{FF2B5EF4-FFF2-40B4-BE49-F238E27FC236}">
                              <a16:creationId xmlns:a16="http://schemas.microsoft.com/office/drawing/2014/main" id="{76804BE3-F181-EC6D-AE25-EB159B837BA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195" name="TextBox 19194">
                        <a:extLst>
                          <a:ext uri="{FF2B5EF4-FFF2-40B4-BE49-F238E27FC236}">
                            <a16:creationId xmlns:a16="http://schemas.microsoft.com/office/drawing/2014/main" id="{15270E3E-8E7D-65AB-CC07-76CF25B2A6BB}"/>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180" name="Group 19179">
                    <a:extLst>
                      <a:ext uri="{FF2B5EF4-FFF2-40B4-BE49-F238E27FC236}">
                        <a16:creationId xmlns:a16="http://schemas.microsoft.com/office/drawing/2014/main" id="{07C63DDF-DCB0-18EF-A937-905528616E00}"/>
                      </a:ext>
                    </a:extLst>
                  </p:cNvPr>
                  <p:cNvGrpSpPr/>
                  <p:nvPr/>
                </p:nvGrpSpPr>
                <p:grpSpPr>
                  <a:xfrm>
                    <a:off x="6197413" y="3225768"/>
                    <a:ext cx="393192" cy="393192"/>
                    <a:chOff x="6389147" y="3932622"/>
                    <a:chExt cx="393192" cy="393192"/>
                  </a:xfrm>
                </p:grpSpPr>
                <p:grpSp>
                  <p:nvGrpSpPr>
                    <p:cNvPr id="19181" name="Group 19180">
                      <a:extLst>
                        <a:ext uri="{FF2B5EF4-FFF2-40B4-BE49-F238E27FC236}">
                          <a16:creationId xmlns:a16="http://schemas.microsoft.com/office/drawing/2014/main" id="{DF9A6FF7-BB25-6E14-1D75-1E956FF22B25}"/>
                        </a:ext>
                      </a:extLst>
                    </p:cNvPr>
                    <p:cNvGrpSpPr/>
                    <p:nvPr/>
                  </p:nvGrpSpPr>
                  <p:grpSpPr>
                    <a:xfrm flipH="1">
                      <a:off x="6478587" y="4022061"/>
                      <a:ext cx="214313" cy="214313"/>
                      <a:chOff x="5354637" y="3446463"/>
                      <a:chExt cx="214313" cy="214313"/>
                    </a:xfrm>
                  </p:grpSpPr>
                  <p:sp>
                    <p:nvSpPr>
                      <p:cNvPr id="19189" name="Arc 19188">
                        <a:extLst>
                          <a:ext uri="{FF2B5EF4-FFF2-40B4-BE49-F238E27FC236}">
                            <a16:creationId xmlns:a16="http://schemas.microsoft.com/office/drawing/2014/main" id="{A4D1F24E-4DFE-F7BC-F5B1-42C5CE6637D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190" name="Arc 19189">
                        <a:extLst>
                          <a:ext uri="{FF2B5EF4-FFF2-40B4-BE49-F238E27FC236}">
                            <a16:creationId xmlns:a16="http://schemas.microsoft.com/office/drawing/2014/main" id="{AE64EA3B-032A-3DA2-7B47-5C521688395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182" name="Group 19181">
                      <a:extLst>
                        <a:ext uri="{FF2B5EF4-FFF2-40B4-BE49-F238E27FC236}">
                          <a16:creationId xmlns:a16="http://schemas.microsoft.com/office/drawing/2014/main" id="{9833C2EB-37DE-E66F-9174-ECA85B69E6CB}"/>
                        </a:ext>
                      </a:extLst>
                    </p:cNvPr>
                    <p:cNvGrpSpPr/>
                    <p:nvPr/>
                  </p:nvGrpSpPr>
                  <p:grpSpPr>
                    <a:xfrm rot="7200000" flipH="1">
                      <a:off x="6434137" y="3977611"/>
                      <a:ext cx="303213" cy="303213"/>
                      <a:chOff x="5354637" y="3446463"/>
                      <a:chExt cx="214313" cy="214313"/>
                    </a:xfrm>
                  </p:grpSpPr>
                  <p:sp>
                    <p:nvSpPr>
                      <p:cNvPr id="19187" name="Arc 19186">
                        <a:extLst>
                          <a:ext uri="{FF2B5EF4-FFF2-40B4-BE49-F238E27FC236}">
                            <a16:creationId xmlns:a16="http://schemas.microsoft.com/office/drawing/2014/main" id="{0FF41344-2452-D40F-7E7B-FA639AFA875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188" name="Arc 19187">
                        <a:extLst>
                          <a:ext uri="{FF2B5EF4-FFF2-40B4-BE49-F238E27FC236}">
                            <a16:creationId xmlns:a16="http://schemas.microsoft.com/office/drawing/2014/main" id="{7E6C8764-263B-4138-E8E5-68DE3469390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183" name="Group 19182">
                      <a:extLst>
                        <a:ext uri="{FF2B5EF4-FFF2-40B4-BE49-F238E27FC236}">
                          <a16:creationId xmlns:a16="http://schemas.microsoft.com/office/drawing/2014/main" id="{AD616AA5-54DE-E262-4907-1FE024263ADA}"/>
                        </a:ext>
                      </a:extLst>
                    </p:cNvPr>
                    <p:cNvGrpSpPr/>
                    <p:nvPr/>
                  </p:nvGrpSpPr>
                  <p:grpSpPr>
                    <a:xfrm rot="14400000" flipH="1">
                      <a:off x="6389147" y="3932622"/>
                      <a:ext cx="393192" cy="393192"/>
                      <a:chOff x="5354637" y="3446463"/>
                      <a:chExt cx="214313" cy="214313"/>
                    </a:xfrm>
                  </p:grpSpPr>
                  <p:sp>
                    <p:nvSpPr>
                      <p:cNvPr id="19185" name="Arc 19184">
                        <a:extLst>
                          <a:ext uri="{FF2B5EF4-FFF2-40B4-BE49-F238E27FC236}">
                            <a16:creationId xmlns:a16="http://schemas.microsoft.com/office/drawing/2014/main" id="{D9E395D2-454E-A418-34F5-EAF26D48A2A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186" name="Arc 19185">
                        <a:extLst>
                          <a:ext uri="{FF2B5EF4-FFF2-40B4-BE49-F238E27FC236}">
                            <a16:creationId xmlns:a16="http://schemas.microsoft.com/office/drawing/2014/main" id="{5FA4BFE9-BE9D-347C-45A0-C48590BD6EC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184" name="TextBox 19183">
                      <a:extLst>
                        <a:ext uri="{FF2B5EF4-FFF2-40B4-BE49-F238E27FC236}">
                          <a16:creationId xmlns:a16="http://schemas.microsoft.com/office/drawing/2014/main" id="{E20671FF-442C-1F6C-BDB8-CAEAB537D342}"/>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130" name="Group 19129">
                  <a:extLst>
                    <a:ext uri="{FF2B5EF4-FFF2-40B4-BE49-F238E27FC236}">
                      <a16:creationId xmlns:a16="http://schemas.microsoft.com/office/drawing/2014/main" id="{7EF4B7B9-3D6D-DCEB-C0DC-778504DA4F18}"/>
                    </a:ext>
                  </a:extLst>
                </p:cNvPr>
                <p:cNvGrpSpPr/>
                <p:nvPr/>
              </p:nvGrpSpPr>
              <p:grpSpPr>
                <a:xfrm>
                  <a:off x="6069086" y="3246228"/>
                  <a:ext cx="1019224" cy="991639"/>
                  <a:chOff x="5886431" y="3225768"/>
                  <a:chExt cx="1019224" cy="991639"/>
                </a:xfrm>
              </p:grpSpPr>
              <p:grpSp>
                <p:nvGrpSpPr>
                  <p:cNvPr id="19131" name="Group 19130">
                    <a:extLst>
                      <a:ext uri="{FF2B5EF4-FFF2-40B4-BE49-F238E27FC236}">
                        <a16:creationId xmlns:a16="http://schemas.microsoft.com/office/drawing/2014/main" id="{EDE0B92C-5A97-A0BC-E0C5-9E14FEB89132}"/>
                      </a:ext>
                    </a:extLst>
                  </p:cNvPr>
                  <p:cNvGrpSpPr/>
                  <p:nvPr/>
                </p:nvGrpSpPr>
                <p:grpSpPr>
                  <a:xfrm>
                    <a:off x="6197413" y="3824215"/>
                    <a:ext cx="393192" cy="393192"/>
                    <a:chOff x="5265196" y="3357021"/>
                    <a:chExt cx="393192" cy="393192"/>
                  </a:xfrm>
                </p:grpSpPr>
                <p:grpSp>
                  <p:nvGrpSpPr>
                    <p:cNvPr id="19166" name="Group 19165">
                      <a:extLst>
                        <a:ext uri="{FF2B5EF4-FFF2-40B4-BE49-F238E27FC236}">
                          <a16:creationId xmlns:a16="http://schemas.microsoft.com/office/drawing/2014/main" id="{CAF543C5-B65A-F3C4-0E41-724A86DAE74F}"/>
                        </a:ext>
                      </a:extLst>
                    </p:cNvPr>
                    <p:cNvGrpSpPr/>
                    <p:nvPr/>
                  </p:nvGrpSpPr>
                  <p:grpSpPr>
                    <a:xfrm rot="14400000">
                      <a:off x="5265196" y="3357021"/>
                      <a:ext cx="393192" cy="393192"/>
                      <a:chOff x="5354637" y="3446463"/>
                      <a:chExt cx="214313" cy="214313"/>
                    </a:xfrm>
                  </p:grpSpPr>
                  <p:sp>
                    <p:nvSpPr>
                      <p:cNvPr id="19175" name="Arc 19174">
                        <a:extLst>
                          <a:ext uri="{FF2B5EF4-FFF2-40B4-BE49-F238E27FC236}">
                            <a16:creationId xmlns:a16="http://schemas.microsoft.com/office/drawing/2014/main" id="{3DC01864-611F-0F6F-EAD6-6F624E3D726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176" name="Arc 19175">
                        <a:extLst>
                          <a:ext uri="{FF2B5EF4-FFF2-40B4-BE49-F238E27FC236}">
                            <a16:creationId xmlns:a16="http://schemas.microsoft.com/office/drawing/2014/main" id="{AA058A58-9DBA-7B74-F7DD-6B4465D78FD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167" name="Group 19166">
                      <a:extLst>
                        <a:ext uri="{FF2B5EF4-FFF2-40B4-BE49-F238E27FC236}">
                          <a16:creationId xmlns:a16="http://schemas.microsoft.com/office/drawing/2014/main" id="{D09EDB71-2183-8ABA-B86D-3ABC29E8AE16}"/>
                        </a:ext>
                      </a:extLst>
                    </p:cNvPr>
                    <p:cNvGrpSpPr/>
                    <p:nvPr/>
                  </p:nvGrpSpPr>
                  <p:grpSpPr>
                    <a:xfrm>
                      <a:off x="5310186" y="3402011"/>
                      <a:ext cx="303213" cy="303213"/>
                      <a:chOff x="5310186" y="3402011"/>
                      <a:chExt cx="303213" cy="303213"/>
                    </a:xfrm>
                  </p:grpSpPr>
                  <p:grpSp>
                    <p:nvGrpSpPr>
                      <p:cNvPr id="19168" name="Group 19167">
                        <a:extLst>
                          <a:ext uri="{FF2B5EF4-FFF2-40B4-BE49-F238E27FC236}">
                            <a16:creationId xmlns:a16="http://schemas.microsoft.com/office/drawing/2014/main" id="{DAFA6081-4F06-413C-33BA-6995B7D4A0CB}"/>
                          </a:ext>
                        </a:extLst>
                      </p:cNvPr>
                      <p:cNvGrpSpPr/>
                      <p:nvPr/>
                    </p:nvGrpSpPr>
                    <p:grpSpPr>
                      <a:xfrm>
                        <a:off x="5354636" y="3446461"/>
                        <a:ext cx="214313" cy="214313"/>
                        <a:chOff x="5354637" y="3446463"/>
                        <a:chExt cx="214313" cy="214313"/>
                      </a:xfrm>
                    </p:grpSpPr>
                    <p:sp>
                      <p:nvSpPr>
                        <p:cNvPr id="19173" name="Arc 19172">
                          <a:extLst>
                            <a:ext uri="{FF2B5EF4-FFF2-40B4-BE49-F238E27FC236}">
                              <a16:creationId xmlns:a16="http://schemas.microsoft.com/office/drawing/2014/main" id="{D81271EC-6B14-C8CD-61A6-7A1E458073B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174" name="Arc 19173">
                          <a:extLst>
                            <a:ext uri="{FF2B5EF4-FFF2-40B4-BE49-F238E27FC236}">
                              <a16:creationId xmlns:a16="http://schemas.microsoft.com/office/drawing/2014/main" id="{52BC15A5-7F8A-49CD-6800-EBE0BC0B205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169" name="Group 19168">
                        <a:extLst>
                          <a:ext uri="{FF2B5EF4-FFF2-40B4-BE49-F238E27FC236}">
                            <a16:creationId xmlns:a16="http://schemas.microsoft.com/office/drawing/2014/main" id="{1616C456-A6EF-01B1-96CD-AACE7A90A58D}"/>
                          </a:ext>
                        </a:extLst>
                      </p:cNvPr>
                      <p:cNvGrpSpPr/>
                      <p:nvPr/>
                    </p:nvGrpSpPr>
                    <p:grpSpPr>
                      <a:xfrm rot="7200000">
                        <a:off x="5310186" y="3402011"/>
                        <a:ext cx="303213" cy="303213"/>
                        <a:chOff x="5354637" y="3446463"/>
                        <a:chExt cx="214313" cy="214313"/>
                      </a:xfrm>
                    </p:grpSpPr>
                    <p:sp>
                      <p:nvSpPr>
                        <p:cNvPr id="19171" name="Arc 19170">
                          <a:extLst>
                            <a:ext uri="{FF2B5EF4-FFF2-40B4-BE49-F238E27FC236}">
                              <a16:creationId xmlns:a16="http://schemas.microsoft.com/office/drawing/2014/main" id="{622C9403-88EA-06DA-0484-07C9CD8F4BC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172" name="Arc 19171">
                          <a:extLst>
                            <a:ext uri="{FF2B5EF4-FFF2-40B4-BE49-F238E27FC236}">
                              <a16:creationId xmlns:a16="http://schemas.microsoft.com/office/drawing/2014/main" id="{7F7B3820-7329-AB4E-80E9-4F7EE0B38D4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170" name="TextBox 19169">
                        <a:extLst>
                          <a:ext uri="{FF2B5EF4-FFF2-40B4-BE49-F238E27FC236}">
                            <a16:creationId xmlns:a16="http://schemas.microsoft.com/office/drawing/2014/main" id="{6E3A3512-8834-6BF1-6973-E961D0A0E921}"/>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132" name="Group 19131">
                    <a:extLst>
                      <a:ext uri="{FF2B5EF4-FFF2-40B4-BE49-F238E27FC236}">
                        <a16:creationId xmlns:a16="http://schemas.microsoft.com/office/drawing/2014/main" id="{3B3C7706-0D16-0D4B-53B2-C8911EDD32A4}"/>
                      </a:ext>
                    </a:extLst>
                  </p:cNvPr>
                  <p:cNvGrpSpPr/>
                  <p:nvPr/>
                </p:nvGrpSpPr>
                <p:grpSpPr>
                  <a:xfrm>
                    <a:off x="5886431" y="3525040"/>
                    <a:ext cx="393192" cy="393192"/>
                    <a:chOff x="5265196" y="3932619"/>
                    <a:chExt cx="393192" cy="393192"/>
                  </a:xfrm>
                </p:grpSpPr>
                <p:grpSp>
                  <p:nvGrpSpPr>
                    <p:cNvPr id="19156" name="Group 19155">
                      <a:extLst>
                        <a:ext uri="{FF2B5EF4-FFF2-40B4-BE49-F238E27FC236}">
                          <a16:creationId xmlns:a16="http://schemas.microsoft.com/office/drawing/2014/main" id="{5FB107AE-E51D-5433-0383-7D98BC8EE6C9}"/>
                        </a:ext>
                      </a:extLst>
                    </p:cNvPr>
                    <p:cNvGrpSpPr/>
                    <p:nvPr/>
                  </p:nvGrpSpPr>
                  <p:grpSpPr>
                    <a:xfrm>
                      <a:off x="5354636" y="4022061"/>
                      <a:ext cx="214313" cy="214313"/>
                      <a:chOff x="5354637" y="3446463"/>
                      <a:chExt cx="214313" cy="214313"/>
                    </a:xfrm>
                  </p:grpSpPr>
                  <p:sp>
                    <p:nvSpPr>
                      <p:cNvPr id="19164" name="Arc 19163">
                        <a:extLst>
                          <a:ext uri="{FF2B5EF4-FFF2-40B4-BE49-F238E27FC236}">
                            <a16:creationId xmlns:a16="http://schemas.microsoft.com/office/drawing/2014/main" id="{FF6F3C06-A4A2-9555-FACC-EA2BC0FB610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165" name="Arc 19164">
                        <a:extLst>
                          <a:ext uri="{FF2B5EF4-FFF2-40B4-BE49-F238E27FC236}">
                            <a16:creationId xmlns:a16="http://schemas.microsoft.com/office/drawing/2014/main" id="{34B87328-395C-0EFD-3DB5-D78007890B6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157" name="Group 19156">
                      <a:extLst>
                        <a:ext uri="{FF2B5EF4-FFF2-40B4-BE49-F238E27FC236}">
                          <a16:creationId xmlns:a16="http://schemas.microsoft.com/office/drawing/2014/main" id="{1B525A37-303E-FD3F-2907-ED17D28322DD}"/>
                        </a:ext>
                      </a:extLst>
                    </p:cNvPr>
                    <p:cNvGrpSpPr/>
                    <p:nvPr/>
                  </p:nvGrpSpPr>
                  <p:grpSpPr>
                    <a:xfrm rot="14400000">
                      <a:off x="5310186" y="3977611"/>
                      <a:ext cx="303213" cy="303213"/>
                      <a:chOff x="5354637" y="3446463"/>
                      <a:chExt cx="214313" cy="214313"/>
                    </a:xfrm>
                  </p:grpSpPr>
                  <p:sp>
                    <p:nvSpPr>
                      <p:cNvPr id="19162" name="Arc 19161">
                        <a:extLst>
                          <a:ext uri="{FF2B5EF4-FFF2-40B4-BE49-F238E27FC236}">
                            <a16:creationId xmlns:a16="http://schemas.microsoft.com/office/drawing/2014/main" id="{C3FC05C9-376E-DBAC-9C0A-F341BC710DE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163" name="Arc 19162">
                        <a:extLst>
                          <a:ext uri="{FF2B5EF4-FFF2-40B4-BE49-F238E27FC236}">
                            <a16:creationId xmlns:a16="http://schemas.microsoft.com/office/drawing/2014/main" id="{1E2EC08A-59F4-B8AD-6A1E-F04EE2F4E8A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158" name="Group 19157">
                      <a:extLst>
                        <a:ext uri="{FF2B5EF4-FFF2-40B4-BE49-F238E27FC236}">
                          <a16:creationId xmlns:a16="http://schemas.microsoft.com/office/drawing/2014/main" id="{86DAFCA5-2352-8A10-DC08-CB5D87B386FF}"/>
                        </a:ext>
                      </a:extLst>
                    </p:cNvPr>
                    <p:cNvGrpSpPr/>
                    <p:nvPr/>
                  </p:nvGrpSpPr>
                  <p:grpSpPr>
                    <a:xfrm rot="7200000">
                      <a:off x="5265196" y="3932619"/>
                      <a:ext cx="393192" cy="393192"/>
                      <a:chOff x="5354637" y="3446463"/>
                      <a:chExt cx="214313" cy="214313"/>
                    </a:xfrm>
                  </p:grpSpPr>
                  <p:sp>
                    <p:nvSpPr>
                      <p:cNvPr id="19160" name="Arc 19159">
                        <a:extLst>
                          <a:ext uri="{FF2B5EF4-FFF2-40B4-BE49-F238E27FC236}">
                            <a16:creationId xmlns:a16="http://schemas.microsoft.com/office/drawing/2014/main" id="{F7A5A664-DC81-6B28-BB81-3175CCFD828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161" name="Arc 19160">
                        <a:extLst>
                          <a:ext uri="{FF2B5EF4-FFF2-40B4-BE49-F238E27FC236}">
                            <a16:creationId xmlns:a16="http://schemas.microsoft.com/office/drawing/2014/main" id="{DAA7F5E4-E538-8B50-A717-E70394DC019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159" name="TextBox 19158">
                      <a:extLst>
                        <a:ext uri="{FF2B5EF4-FFF2-40B4-BE49-F238E27FC236}">
                          <a16:creationId xmlns:a16="http://schemas.microsoft.com/office/drawing/2014/main" id="{91CB97FD-13B5-BB45-0231-7645AC139B43}"/>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9133" name="Group 19132">
                    <a:extLst>
                      <a:ext uri="{FF2B5EF4-FFF2-40B4-BE49-F238E27FC236}">
                        <a16:creationId xmlns:a16="http://schemas.microsoft.com/office/drawing/2014/main" id="{528F31B7-FEF6-BA8C-56B9-941A54C84F96}"/>
                      </a:ext>
                    </a:extLst>
                  </p:cNvPr>
                  <p:cNvGrpSpPr/>
                  <p:nvPr/>
                </p:nvGrpSpPr>
                <p:grpSpPr>
                  <a:xfrm>
                    <a:off x="6512463" y="3525040"/>
                    <a:ext cx="393192" cy="393192"/>
                    <a:chOff x="6389147" y="3357021"/>
                    <a:chExt cx="393192" cy="393192"/>
                  </a:xfrm>
                </p:grpSpPr>
                <p:grpSp>
                  <p:nvGrpSpPr>
                    <p:cNvPr id="19145" name="Group 19144">
                      <a:extLst>
                        <a:ext uri="{FF2B5EF4-FFF2-40B4-BE49-F238E27FC236}">
                          <a16:creationId xmlns:a16="http://schemas.microsoft.com/office/drawing/2014/main" id="{C53869DE-17A7-5320-B7AF-F565BB1D85F5}"/>
                        </a:ext>
                      </a:extLst>
                    </p:cNvPr>
                    <p:cNvGrpSpPr/>
                    <p:nvPr/>
                  </p:nvGrpSpPr>
                  <p:grpSpPr>
                    <a:xfrm rot="7200000" flipH="1">
                      <a:off x="6389147" y="3357021"/>
                      <a:ext cx="393192" cy="393192"/>
                      <a:chOff x="5354637" y="3446463"/>
                      <a:chExt cx="214313" cy="214313"/>
                    </a:xfrm>
                  </p:grpSpPr>
                  <p:sp>
                    <p:nvSpPr>
                      <p:cNvPr id="19154" name="Arc 19153">
                        <a:extLst>
                          <a:ext uri="{FF2B5EF4-FFF2-40B4-BE49-F238E27FC236}">
                            <a16:creationId xmlns:a16="http://schemas.microsoft.com/office/drawing/2014/main" id="{CD0C167B-1145-01F9-8381-B5286F14A9A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155" name="Arc 19154">
                        <a:extLst>
                          <a:ext uri="{FF2B5EF4-FFF2-40B4-BE49-F238E27FC236}">
                            <a16:creationId xmlns:a16="http://schemas.microsoft.com/office/drawing/2014/main" id="{AF965DC1-3BB0-AA3E-8F9A-AB75474D42D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146" name="Group 19145">
                      <a:extLst>
                        <a:ext uri="{FF2B5EF4-FFF2-40B4-BE49-F238E27FC236}">
                          <a16:creationId xmlns:a16="http://schemas.microsoft.com/office/drawing/2014/main" id="{4C0FA3FA-15F8-3B9E-7754-CA1D4930F022}"/>
                        </a:ext>
                      </a:extLst>
                    </p:cNvPr>
                    <p:cNvGrpSpPr/>
                    <p:nvPr/>
                  </p:nvGrpSpPr>
                  <p:grpSpPr>
                    <a:xfrm>
                      <a:off x="6434137" y="3402011"/>
                      <a:ext cx="303213" cy="303213"/>
                      <a:chOff x="6434137" y="3402011"/>
                      <a:chExt cx="303213" cy="303213"/>
                    </a:xfrm>
                  </p:grpSpPr>
                  <p:grpSp>
                    <p:nvGrpSpPr>
                      <p:cNvPr id="19147" name="Group 19146">
                        <a:extLst>
                          <a:ext uri="{FF2B5EF4-FFF2-40B4-BE49-F238E27FC236}">
                            <a16:creationId xmlns:a16="http://schemas.microsoft.com/office/drawing/2014/main" id="{700EBC1E-91DE-7EE9-4E8F-934029DA9164}"/>
                          </a:ext>
                        </a:extLst>
                      </p:cNvPr>
                      <p:cNvGrpSpPr/>
                      <p:nvPr/>
                    </p:nvGrpSpPr>
                    <p:grpSpPr>
                      <a:xfrm flipH="1">
                        <a:off x="6478587" y="3446461"/>
                        <a:ext cx="214313" cy="214313"/>
                        <a:chOff x="5354637" y="3446463"/>
                        <a:chExt cx="214313" cy="214313"/>
                      </a:xfrm>
                    </p:grpSpPr>
                    <p:sp>
                      <p:nvSpPr>
                        <p:cNvPr id="19152" name="Arc 19151">
                          <a:extLst>
                            <a:ext uri="{FF2B5EF4-FFF2-40B4-BE49-F238E27FC236}">
                              <a16:creationId xmlns:a16="http://schemas.microsoft.com/office/drawing/2014/main" id="{E29A09AF-219C-E8AE-0EE3-01CAFEC8DF8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153" name="Arc 19152">
                          <a:extLst>
                            <a:ext uri="{FF2B5EF4-FFF2-40B4-BE49-F238E27FC236}">
                              <a16:creationId xmlns:a16="http://schemas.microsoft.com/office/drawing/2014/main" id="{D5F5F992-0E05-9F42-8713-2F0B45ABB1A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148" name="Group 19147">
                        <a:extLst>
                          <a:ext uri="{FF2B5EF4-FFF2-40B4-BE49-F238E27FC236}">
                            <a16:creationId xmlns:a16="http://schemas.microsoft.com/office/drawing/2014/main" id="{C15819AF-9B74-9AF5-5A52-2B1EE197D75A}"/>
                          </a:ext>
                        </a:extLst>
                      </p:cNvPr>
                      <p:cNvGrpSpPr/>
                      <p:nvPr/>
                    </p:nvGrpSpPr>
                    <p:grpSpPr>
                      <a:xfrm rot="14400000" flipH="1">
                        <a:off x="6434137" y="3402011"/>
                        <a:ext cx="303213" cy="303213"/>
                        <a:chOff x="5354637" y="3446463"/>
                        <a:chExt cx="214313" cy="214313"/>
                      </a:xfrm>
                    </p:grpSpPr>
                    <p:sp>
                      <p:nvSpPr>
                        <p:cNvPr id="19150" name="Arc 19149">
                          <a:extLst>
                            <a:ext uri="{FF2B5EF4-FFF2-40B4-BE49-F238E27FC236}">
                              <a16:creationId xmlns:a16="http://schemas.microsoft.com/office/drawing/2014/main" id="{7EBF874F-22E5-0A6D-4903-080BACE9FC3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151" name="Arc 19150">
                          <a:extLst>
                            <a:ext uri="{FF2B5EF4-FFF2-40B4-BE49-F238E27FC236}">
                              <a16:creationId xmlns:a16="http://schemas.microsoft.com/office/drawing/2014/main" id="{AF33533D-7C12-5E10-51A5-06C975D5267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149" name="TextBox 19148">
                        <a:extLst>
                          <a:ext uri="{FF2B5EF4-FFF2-40B4-BE49-F238E27FC236}">
                            <a16:creationId xmlns:a16="http://schemas.microsoft.com/office/drawing/2014/main" id="{C8CC355A-9727-2B58-A3C0-2C5231D9372E}"/>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134" name="Group 19133">
                    <a:extLst>
                      <a:ext uri="{FF2B5EF4-FFF2-40B4-BE49-F238E27FC236}">
                        <a16:creationId xmlns:a16="http://schemas.microsoft.com/office/drawing/2014/main" id="{03395EB1-545C-3FFF-672B-2AEB175C1917}"/>
                      </a:ext>
                    </a:extLst>
                  </p:cNvPr>
                  <p:cNvGrpSpPr/>
                  <p:nvPr/>
                </p:nvGrpSpPr>
                <p:grpSpPr>
                  <a:xfrm>
                    <a:off x="6197413" y="3225768"/>
                    <a:ext cx="393192" cy="393192"/>
                    <a:chOff x="6389147" y="3932622"/>
                    <a:chExt cx="393192" cy="393192"/>
                  </a:xfrm>
                </p:grpSpPr>
                <p:grpSp>
                  <p:nvGrpSpPr>
                    <p:cNvPr id="19135" name="Group 19134">
                      <a:extLst>
                        <a:ext uri="{FF2B5EF4-FFF2-40B4-BE49-F238E27FC236}">
                          <a16:creationId xmlns:a16="http://schemas.microsoft.com/office/drawing/2014/main" id="{1B57E8A1-A2A4-1DFA-4B71-FE25FEED0CF7}"/>
                        </a:ext>
                      </a:extLst>
                    </p:cNvPr>
                    <p:cNvGrpSpPr/>
                    <p:nvPr/>
                  </p:nvGrpSpPr>
                  <p:grpSpPr>
                    <a:xfrm flipH="1">
                      <a:off x="6478587" y="4022061"/>
                      <a:ext cx="214313" cy="214313"/>
                      <a:chOff x="5354637" y="3446463"/>
                      <a:chExt cx="214313" cy="214313"/>
                    </a:xfrm>
                  </p:grpSpPr>
                  <p:sp>
                    <p:nvSpPr>
                      <p:cNvPr id="19143" name="Arc 19142">
                        <a:extLst>
                          <a:ext uri="{FF2B5EF4-FFF2-40B4-BE49-F238E27FC236}">
                            <a16:creationId xmlns:a16="http://schemas.microsoft.com/office/drawing/2014/main" id="{6172B5A7-0AAE-EFEA-3E47-6E4876E4729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144" name="Arc 19143">
                        <a:extLst>
                          <a:ext uri="{FF2B5EF4-FFF2-40B4-BE49-F238E27FC236}">
                            <a16:creationId xmlns:a16="http://schemas.microsoft.com/office/drawing/2014/main" id="{CEB4A798-0600-3479-05E6-12B8D3058F4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136" name="Group 19135">
                      <a:extLst>
                        <a:ext uri="{FF2B5EF4-FFF2-40B4-BE49-F238E27FC236}">
                          <a16:creationId xmlns:a16="http://schemas.microsoft.com/office/drawing/2014/main" id="{68666EBE-3C0D-E71D-CEDC-BCB2F5F604EF}"/>
                        </a:ext>
                      </a:extLst>
                    </p:cNvPr>
                    <p:cNvGrpSpPr/>
                    <p:nvPr/>
                  </p:nvGrpSpPr>
                  <p:grpSpPr>
                    <a:xfrm rot="7200000" flipH="1">
                      <a:off x="6434137" y="3977611"/>
                      <a:ext cx="303213" cy="303213"/>
                      <a:chOff x="5354637" y="3446463"/>
                      <a:chExt cx="214313" cy="214313"/>
                    </a:xfrm>
                  </p:grpSpPr>
                  <p:sp>
                    <p:nvSpPr>
                      <p:cNvPr id="19141" name="Arc 19140">
                        <a:extLst>
                          <a:ext uri="{FF2B5EF4-FFF2-40B4-BE49-F238E27FC236}">
                            <a16:creationId xmlns:a16="http://schemas.microsoft.com/office/drawing/2014/main" id="{AA1D156C-997E-D641-3BCF-7EB6D33ADAA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142" name="Arc 19141">
                        <a:extLst>
                          <a:ext uri="{FF2B5EF4-FFF2-40B4-BE49-F238E27FC236}">
                            <a16:creationId xmlns:a16="http://schemas.microsoft.com/office/drawing/2014/main" id="{B1193174-2F35-8ED7-11D6-6087ED66550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137" name="Group 19136">
                      <a:extLst>
                        <a:ext uri="{FF2B5EF4-FFF2-40B4-BE49-F238E27FC236}">
                          <a16:creationId xmlns:a16="http://schemas.microsoft.com/office/drawing/2014/main" id="{5DDCD8D9-8954-D51F-648A-367CCC26AB55}"/>
                        </a:ext>
                      </a:extLst>
                    </p:cNvPr>
                    <p:cNvGrpSpPr/>
                    <p:nvPr/>
                  </p:nvGrpSpPr>
                  <p:grpSpPr>
                    <a:xfrm rot="14400000" flipH="1">
                      <a:off x="6389147" y="3932622"/>
                      <a:ext cx="393192" cy="393192"/>
                      <a:chOff x="5354637" y="3446463"/>
                      <a:chExt cx="214313" cy="214313"/>
                    </a:xfrm>
                  </p:grpSpPr>
                  <p:sp>
                    <p:nvSpPr>
                      <p:cNvPr id="19139" name="Arc 19138">
                        <a:extLst>
                          <a:ext uri="{FF2B5EF4-FFF2-40B4-BE49-F238E27FC236}">
                            <a16:creationId xmlns:a16="http://schemas.microsoft.com/office/drawing/2014/main" id="{4E6D51E9-2556-CFB5-7B64-ACD49435A9A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140" name="Arc 19139">
                        <a:extLst>
                          <a:ext uri="{FF2B5EF4-FFF2-40B4-BE49-F238E27FC236}">
                            <a16:creationId xmlns:a16="http://schemas.microsoft.com/office/drawing/2014/main" id="{823AAE3F-F843-3224-E1FA-D62A284FBF9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138" name="TextBox 19137">
                      <a:extLst>
                        <a:ext uri="{FF2B5EF4-FFF2-40B4-BE49-F238E27FC236}">
                          <a16:creationId xmlns:a16="http://schemas.microsoft.com/office/drawing/2014/main" id="{9D7847FE-6014-B97F-6EB5-509242F3FF58}"/>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8363" name="Group 18362">
              <a:extLst>
                <a:ext uri="{FF2B5EF4-FFF2-40B4-BE49-F238E27FC236}">
                  <a16:creationId xmlns:a16="http://schemas.microsoft.com/office/drawing/2014/main" id="{8C05D8EC-E48F-10B6-B8DB-ADA3836C13C5}"/>
                </a:ext>
              </a:extLst>
            </p:cNvPr>
            <p:cNvGrpSpPr/>
            <p:nvPr/>
          </p:nvGrpSpPr>
          <p:grpSpPr>
            <a:xfrm>
              <a:off x="3119327" y="697943"/>
              <a:ext cx="2263438" cy="2198360"/>
              <a:chOff x="5445106" y="2039507"/>
              <a:chExt cx="2263438" cy="2198360"/>
            </a:xfrm>
          </p:grpSpPr>
          <p:grpSp>
            <p:nvGrpSpPr>
              <p:cNvPr id="18937" name="Group 18936">
                <a:extLst>
                  <a:ext uri="{FF2B5EF4-FFF2-40B4-BE49-F238E27FC236}">
                    <a16:creationId xmlns:a16="http://schemas.microsoft.com/office/drawing/2014/main" id="{B746F2F3-A598-56CD-A9F7-8328F52DCCD1}"/>
                  </a:ext>
                </a:extLst>
              </p:cNvPr>
              <p:cNvGrpSpPr/>
              <p:nvPr/>
            </p:nvGrpSpPr>
            <p:grpSpPr>
              <a:xfrm>
                <a:off x="5445106" y="2644743"/>
                <a:ext cx="1643204" cy="1593124"/>
                <a:chOff x="5445106" y="2644743"/>
                <a:chExt cx="1643204" cy="1593124"/>
              </a:xfrm>
            </p:grpSpPr>
            <p:grpSp>
              <p:nvGrpSpPr>
                <p:cNvPr id="19033" name="Group 19032">
                  <a:extLst>
                    <a:ext uri="{FF2B5EF4-FFF2-40B4-BE49-F238E27FC236}">
                      <a16:creationId xmlns:a16="http://schemas.microsoft.com/office/drawing/2014/main" id="{4E4CFB9F-F5F0-88DF-A768-7534C692EA1C}"/>
                    </a:ext>
                  </a:extLst>
                </p:cNvPr>
                <p:cNvGrpSpPr/>
                <p:nvPr/>
              </p:nvGrpSpPr>
              <p:grpSpPr>
                <a:xfrm>
                  <a:off x="5445106" y="2644743"/>
                  <a:ext cx="1019224" cy="991639"/>
                  <a:chOff x="5886431" y="3225768"/>
                  <a:chExt cx="1019224" cy="991639"/>
                </a:xfrm>
              </p:grpSpPr>
              <p:grpSp>
                <p:nvGrpSpPr>
                  <p:cNvPr id="19081" name="Group 19080">
                    <a:extLst>
                      <a:ext uri="{FF2B5EF4-FFF2-40B4-BE49-F238E27FC236}">
                        <a16:creationId xmlns:a16="http://schemas.microsoft.com/office/drawing/2014/main" id="{6F891DAF-A9D6-2DB7-A975-03849BE42A21}"/>
                      </a:ext>
                    </a:extLst>
                  </p:cNvPr>
                  <p:cNvGrpSpPr/>
                  <p:nvPr/>
                </p:nvGrpSpPr>
                <p:grpSpPr>
                  <a:xfrm>
                    <a:off x="6197413" y="3824215"/>
                    <a:ext cx="393192" cy="393192"/>
                    <a:chOff x="5265196" y="3357021"/>
                    <a:chExt cx="393192" cy="393192"/>
                  </a:xfrm>
                </p:grpSpPr>
                <p:grpSp>
                  <p:nvGrpSpPr>
                    <p:cNvPr id="19116" name="Group 19115">
                      <a:extLst>
                        <a:ext uri="{FF2B5EF4-FFF2-40B4-BE49-F238E27FC236}">
                          <a16:creationId xmlns:a16="http://schemas.microsoft.com/office/drawing/2014/main" id="{F5E1C2ED-5567-CEE8-2A62-6861ACFB9882}"/>
                        </a:ext>
                      </a:extLst>
                    </p:cNvPr>
                    <p:cNvGrpSpPr/>
                    <p:nvPr/>
                  </p:nvGrpSpPr>
                  <p:grpSpPr>
                    <a:xfrm rot="14400000">
                      <a:off x="5265196" y="3357021"/>
                      <a:ext cx="393192" cy="393192"/>
                      <a:chOff x="5354637" y="3446463"/>
                      <a:chExt cx="214313" cy="214313"/>
                    </a:xfrm>
                  </p:grpSpPr>
                  <p:sp>
                    <p:nvSpPr>
                      <p:cNvPr id="19125" name="Arc 19124">
                        <a:extLst>
                          <a:ext uri="{FF2B5EF4-FFF2-40B4-BE49-F238E27FC236}">
                            <a16:creationId xmlns:a16="http://schemas.microsoft.com/office/drawing/2014/main" id="{D13E025F-1700-688E-B601-383E4EC36DC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126" name="Arc 19125">
                        <a:extLst>
                          <a:ext uri="{FF2B5EF4-FFF2-40B4-BE49-F238E27FC236}">
                            <a16:creationId xmlns:a16="http://schemas.microsoft.com/office/drawing/2014/main" id="{755D4466-9ABA-4BDE-EA6D-E68E18F5662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117" name="Group 19116">
                      <a:extLst>
                        <a:ext uri="{FF2B5EF4-FFF2-40B4-BE49-F238E27FC236}">
                          <a16:creationId xmlns:a16="http://schemas.microsoft.com/office/drawing/2014/main" id="{3216D40C-91BE-9B39-D728-08B9907AB359}"/>
                        </a:ext>
                      </a:extLst>
                    </p:cNvPr>
                    <p:cNvGrpSpPr/>
                    <p:nvPr/>
                  </p:nvGrpSpPr>
                  <p:grpSpPr>
                    <a:xfrm>
                      <a:off x="5310186" y="3402011"/>
                      <a:ext cx="303213" cy="303213"/>
                      <a:chOff x="5310186" y="3402011"/>
                      <a:chExt cx="303213" cy="303213"/>
                    </a:xfrm>
                  </p:grpSpPr>
                  <p:grpSp>
                    <p:nvGrpSpPr>
                      <p:cNvPr id="19118" name="Group 19117">
                        <a:extLst>
                          <a:ext uri="{FF2B5EF4-FFF2-40B4-BE49-F238E27FC236}">
                            <a16:creationId xmlns:a16="http://schemas.microsoft.com/office/drawing/2014/main" id="{52825310-9954-29EB-3758-C59B1935B404}"/>
                          </a:ext>
                        </a:extLst>
                      </p:cNvPr>
                      <p:cNvGrpSpPr/>
                      <p:nvPr/>
                    </p:nvGrpSpPr>
                    <p:grpSpPr>
                      <a:xfrm>
                        <a:off x="5354636" y="3446461"/>
                        <a:ext cx="214313" cy="214313"/>
                        <a:chOff x="5354637" y="3446463"/>
                        <a:chExt cx="214313" cy="214313"/>
                      </a:xfrm>
                    </p:grpSpPr>
                    <p:sp>
                      <p:nvSpPr>
                        <p:cNvPr id="19123" name="Arc 19122">
                          <a:extLst>
                            <a:ext uri="{FF2B5EF4-FFF2-40B4-BE49-F238E27FC236}">
                              <a16:creationId xmlns:a16="http://schemas.microsoft.com/office/drawing/2014/main" id="{20631E67-7234-D64D-FB0B-191270F5470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124" name="Arc 19123">
                          <a:extLst>
                            <a:ext uri="{FF2B5EF4-FFF2-40B4-BE49-F238E27FC236}">
                              <a16:creationId xmlns:a16="http://schemas.microsoft.com/office/drawing/2014/main" id="{CBB06DCE-19B5-D7B3-AEB1-965B1C8217A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119" name="Group 19118">
                        <a:extLst>
                          <a:ext uri="{FF2B5EF4-FFF2-40B4-BE49-F238E27FC236}">
                            <a16:creationId xmlns:a16="http://schemas.microsoft.com/office/drawing/2014/main" id="{94B861C6-5E53-C70F-E12F-3241B6246795}"/>
                          </a:ext>
                        </a:extLst>
                      </p:cNvPr>
                      <p:cNvGrpSpPr/>
                      <p:nvPr/>
                    </p:nvGrpSpPr>
                    <p:grpSpPr>
                      <a:xfrm rot="7200000">
                        <a:off x="5310186" y="3402011"/>
                        <a:ext cx="303213" cy="303213"/>
                        <a:chOff x="5354637" y="3446463"/>
                        <a:chExt cx="214313" cy="214313"/>
                      </a:xfrm>
                    </p:grpSpPr>
                    <p:sp>
                      <p:nvSpPr>
                        <p:cNvPr id="19121" name="Arc 19120">
                          <a:extLst>
                            <a:ext uri="{FF2B5EF4-FFF2-40B4-BE49-F238E27FC236}">
                              <a16:creationId xmlns:a16="http://schemas.microsoft.com/office/drawing/2014/main" id="{DEC0C317-AEBF-D793-AA37-A7921483BBB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122" name="Arc 19121">
                          <a:extLst>
                            <a:ext uri="{FF2B5EF4-FFF2-40B4-BE49-F238E27FC236}">
                              <a16:creationId xmlns:a16="http://schemas.microsoft.com/office/drawing/2014/main" id="{51F99690-25C4-F704-82E0-E3E3CFCE762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120" name="TextBox 19119">
                        <a:extLst>
                          <a:ext uri="{FF2B5EF4-FFF2-40B4-BE49-F238E27FC236}">
                            <a16:creationId xmlns:a16="http://schemas.microsoft.com/office/drawing/2014/main" id="{3CE9265D-7917-4C57-61E1-ED1FDF9B8B2B}"/>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082" name="Group 19081">
                    <a:extLst>
                      <a:ext uri="{FF2B5EF4-FFF2-40B4-BE49-F238E27FC236}">
                        <a16:creationId xmlns:a16="http://schemas.microsoft.com/office/drawing/2014/main" id="{72803D76-25A3-EC7F-6C19-1BE4DA3C9790}"/>
                      </a:ext>
                    </a:extLst>
                  </p:cNvPr>
                  <p:cNvGrpSpPr/>
                  <p:nvPr/>
                </p:nvGrpSpPr>
                <p:grpSpPr>
                  <a:xfrm>
                    <a:off x="5886431" y="3525040"/>
                    <a:ext cx="393192" cy="393192"/>
                    <a:chOff x="5265196" y="3932619"/>
                    <a:chExt cx="393192" cy="393192"/>
                  </a:xfrm>
                </p:grpSpPr>
                <p:grpSp>
                  <p:nvGrpSpPr>
                    <p:cNvPr id="19106" name="Group 19105">
                      <a:extLst>
                        <a:ext uri="{FF2B5EF4-FFF2-40B4-BE49-F238E27FC236}">
                          <a16:creationId xmlns:a16="http://schemas.microsoft.com/office/drawing/2014/main" id="{B621AEB1-5294-8093-E9FE-5CB9852E9028}"/>
                        </a:ext>
                      </a:extLst>
                    </p:cNvPr>
                    <p:cNvGrpSpPr/>
                    <p:nvPr/>
                  </p:nvGrpSpPr>
                  <p:grpSpPr>
                    <a:xfrm>
                      <a:off x="5354636" y="4022061"/>
                      <a:ext cx="214313" cy="214313"/>
                      <a:chOff x="5354637" y="3446463"/>
                      <a:chExt cx="214313" cy="214313"/>
                    </a:xfrm>
                  </p:grpSpPr>
                  <p:sp>
                    <p:nvSpPr>
                      <p:cNvPr id="19114" name="Arc 19113">
                        <a:extLst>
                          <a:ext uri="{FF2B5EF4-FFF2-40B4-BE49-F238E27FC236}">
                            <a16:creationId xmlns:a16="http://schemas.microsoft.com/office/drawing/2014/main" id="{C43719D1-29F3-A03B-8815-6CD6027ECD7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115" name="Arc 19114">
                        <a:extLst>
                          <a:ext uri="{FF2B5EF4-FFF2-40B4-BE49-F238E27FC236}">
                            <a16:creationId xmlns:a16="http://schemas.microsoft.com/office/drawing/2014/main" id="{526CC1F0-43C6-B96C-FDEF-58571E37684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107" name="Group 19106">
                      <a:extLst>
                        <a:ext uri="{FF2B5EF4-FFF2-40B4-BE49-F238E27FC236}">
                          <a16:creationId xmlns:a16="http://schemas.microsoft.com/office/drawing/2014/main" id="{C0FF23F6-0787-A351-4BB9-CC192BF6530A}"/>
                        </a:ext>
                      </a:extLst>
                    </p:cNvPr>
                    <p:cNvGrpSpPr/>
                    <p:nvPr/>
                  </p:nvGrpSpPr>
                  <p:grpSpPr>
                    <a:xfrm rot="14400000">
                      <a:off x="5310186" y="3977611"/>
                      <a:ext cx="303213" cy="303213"/>
                      <a:chOff x="5354637" y="3446463"/>
                      <a:chExt cx="214313" cy="214313"/>
                    </a:xfrm>
                  </p:grpSpPr>
                  <p:sp>
                    <p:nvSpPr>
                      <p:cNvPr id="19112" name="Arc 19111">
                        <a:extLst>
                          <a:ext uri="{FF2B5EF4-FFF2-40B4-BE49-F238E27FC236}">
                            <a16:creationId xmlns:a16="http://schemas.microsoft.com/office/drawing/2014/main" id="{DC8F0DDB-B029-49C4-3FC2-9B1C1421EB3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113" name="Arc 19112">
                        <a:extLst>
                          <a:ext uri="{FF2B5EF4-FFF2-40B4-BE49-F238E27FC236}">
                            <a16:creationId xmlns:a16="http://schemas.microsoft.com/office/drawing/2014/main" id="{19949D88-9A71-85BA-0E3B-1F38995D114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108" name="Group 19107">
                      <a:extLst>
                        <a:ext uri="{FF2B5EF4-FFF2-40B4-BE49-F238E27FC236}">
                          <a16:creationId xmlns:a16="http://schemas.microsoft.com/office/drawing/2014/main" id="{0A6C70CE-A6A3-D88A-E2FB-A5BE10952950}"/>
                        </a:ext>
                      </a:extLst>
                    </p:cNvPr>
                    <p:cNvGrpSpPr/>
                    <p:nvPr/>
                  </p:nvGrpSpPr>
                  <p:grpSpPr>
                    <a:xfrm rot="7200000">
                      <a:off x="5265196" y="3932619"/>
                      <a:ext cx="393192" cy="393192"/>
                      <a:chOff x="5354637" y="3446463"/>
                      <a:chExt cx="214313" cy="214313"/>
                    </a:xfrm>
                  </p:grpSpPr>
                  <p:sp>
                    <p:nvSpPr>
                      <p:cNvPr id="19110" name="Arc 19109">
                        <a:extLst>
                          <a:ext uri="{FF2B5EF4-FFF2-40B4-BE49-F238E27FC236}">
                            <a16:creationId xmlns:a16="http://schemas.microsoft.com/office/drawing/2014/main" id="{74BC69A2-AE3C-8133-1BDD-85AFB6908A8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111" name="Arc 19110">
                        <a:extLst>
                          <a:ext uri="{FF2B5EF4-FFF2-40B4-BE49-F238E27FC236}">
                            <a16:creationId xmlns:a16="http://schemas.microsoft.com/office/drawing/2014/main" id="{90416F47-8AB4-CDCE-DCB5-E63DFE052F3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109" name="TextBox 19108">
                      <a:extLst>
                        <a:ext uri="{FF2B5EF4-FFF2-40B4-BE49-F238E27FC236}">
                          <a16:creationId xmlns:a16="http://schemas.microsoft.com/office/drawing/2014/main" id="{CDE2AE77-A419-3BAA-B26D-14C1D85A4288}"/>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9083" name="Group 19082">
                    <a:extLst>
                      <a:ext uri="{FF2B5EF4-FFF2-40B4-BE49-F238E27FC236}">
                        <a16:creationId xmlns:a16="http://schemas.microsoft.com/office/drawing/2014/main" id="{4CEA5AF8-27F5-4D82-8286-62CBAB994760}"/>
                      </a:ext>
                    </a:extLst>
                  </p:cNvPr>
                  <p:cNvGrpSpPr/>
                  <p:nvPr/>
                </p:nvGrpSpPr>
                <p:grpSpPr>
                  <a:xfrm>
                    <a:off x="6512463" y="3525040"/>
                    <a:ext cx="393192" cy="393192"/>
                    <a:chOff x="6389147" y="3357021"/>
                    <a:chExt cx="393192" cy="393192"/>
                  </a:xfrm>
                </p:grpSpPr>
                <p:grpSp>
                  <p:nvGrpSpPr>
                    <p:cNvPr id="19095" name="Group 19094">
                      <a:extLst>
                        <a:ext uri="{FF2B5EF4-FFF2-40B4-BE49-F238E27FC236}">
                          <a16:creationId xmlns:a16="http://schemas.microsoft.com/office/drawing/2014/main" id="{15A49D5A-0BC4-28C2-C1CC-B2DC262B3C47}"/>
                        </a:ext>
                      </a:extLst>
                    </p:cNvPr>
                    <p:cNvGrpSpPr/>
                    <p:nvPr/>
                  </p:nvGrpSpPr>
                  <p:grpSpPr>
                    <a:xfrm rot="7200000" flipH="1">
                      <a:off x="6389147" y="3357021"/>
                      <a:ext cx="393192" cy="393192"/>
                      <a:chOff x="5354637" y="3446463"/>
                      <a:chExt cx="214313" cy="214313"/>
                    </a:xfrm>
                  </p:grpSpPr>
                  <p:sp>
                    <p:nvSpPr>
                      <p:cNvPr id="19104" name="Arc 19103">
                        <a:extLst>
                          <a:ext uri="{FF2B5EF4-FFF2-40B4-BE49-F238E27FC236}">
                            <a16:creationId xmlns:a16="http://schemas.microsoft.com/office/drawing/2014/main" id="{7EF3BEF2-D181-3B7E-1866-005373C9C59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105" name="Arc 19104">
                        <a:extLst>
                          <a:ext uri="{FF2B5EF4-FFF2-40B4-BE49-F238E27FC236}">
                            <a16:creationId xmlns:a16="http://schemas.microsoft.com/office/drawing/2014/main" id="{87D272B9-509B-8B73-5464-1E1BA8B5DD3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096" name="Group 19095">
                      <a:extLst>
                        <a:ext uri="{FF2B5EF4-FFF2-40B4-BE49-F238E27FC236}">
                          <a16:creationId xmlns:a16="http://schemas.microsoft.com/office/drawing/2014/main" id="{B55D09D7-3A9F-46A5-13C9-25D79EBA45E7}"/>
                        </a:ext>
                      </a:extLst>
                    </p:cNvPr>
                    <p:cNvGrpSpPr/>
                    <p:nvPr/>
                  </p:nvGrpSpPr>
                  <p:grpSpPr>
                    <a:xfrm>
                      <a:off x="6434137" y="3402011"/>
                      <a:ext cx="303213" cy="303213"/>
                      <a:chOff x="6434137" y="3402011"/>
                      <a:chExt cx="303213" cy="303213"/>
                    </a:xfrm>
                  </p:grpSpPr>
                  <p:grpSp>
                    <p:nvGrpSpPr>
                      <p:cNvPr id="19097" name="Group 19096">
                        <a:extLst>
                          <a:ext uri="{FF2B5EF4-FFF2-40B4-BE49-F238E27FC236}">
                            <a16:creationId xmlns:a16="http://schemas.microsoft.com/office/drawing/2014/main" id="{048F438C-C95E-47B8-4565-37D9D1DD8241}"/>
                          </a:ext>
                        </a:extLst>
                      </p:cNvPr>
                      <p:cNvGrpSpPr/>
                      <p:nvPr/>
                    </p:nvGrpSpPr>
                    <p:grpSpPr>
                      <a:xfrm flipH="1">
                        <a:off x="6478587" y="3446461"/>
                        <a:ext cx="214313" cy="214313"/>
                        <a:chOff x="5354637" y="3446463"/>
                        <a:chExt cx="214313" cy="214313"/>
                      </a:xfrm>
                    </p:grpSpPr>
                    <p:sp>
                      <p:nvSpPr>
                        <p:cNvPr id="19102" name="Arc 19101">
                          <a:extLst>
                            <a:ext uri="{FF2B5EF4-FFF2-40B4-BE49-F238E27FC236}">
                              <a16:creationId xmlns:a16="http://schemas.microsoft.com/office/drawing/2014/main" id="{114C544D-152E-7529-75DE-A2E283CA57D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103" name="Arc 19102">
                          <a:extLst>
                            <a:ext uri="{FF2B5EF4-FFF2-40B4-BE49-F238E27FC236}">
                              <a16:creationId xmlns:a16="http://schemas.microsoft.com/office/drawing/2014/main" id="{89562257-035B-58E0-6248-DBA287F8BD8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098" name="Group 19097">
                        <a:extLst>
                          <a:ext uri="{FF2B5EF4-FFF2-40B4-BE49-F238E27FC236}">
                            <a16:creationId xmlns:a16="http://schemas.microsoft.com/office/drawing/2014/main" id="{6F417FEB-CA73-0B26-45FD-D9A162BCA84A}"/>
                          </a:ext>
                        </a:extLst>
                      </p:cNvPr>
                      <p:cNvGrpSpPr/>
                      <p:nvPr/>
                    </p:nvGrpSpPr>
                    <p:grpSpPr>
                      <a:xfrm rot="14400000" flipH="1">
                        <a:off x="6434137" y="3402011"/>
                        <a:ext cx="303213" cy="303213"/>
                        <a:chOff x="5354637" y="3446463"/>
                        <a:chExt cx="214313" cy="214313"/>
                      </a:xfrm>
                    </p:grpSpPr>
                    <p:sp>
                      <p:nvSpPr>
                        <p:cNvPr id="19100" name="Arc 19099">
                          <a:extLst>
                            <a:ext uri="{FF2B5EF4-FFF2-40B4-BE49-F238E27FC236}">
                              <a16:creationId xmlns:a16="http://schemas.microsoft.com/office/drawing/2014/main" id="{15BD1BF7-7277-5178-EF27-BE5218635BA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101" name="Arc 19100">
                          <a:extLst>
                            <a:ext uri="{FF2B5EF4-FFF2-40B4-BE49-F238E27FC236}">
                              <a16:creationId xmlns:a16="http://schemas.microsoft.com/office/drawing/2014/main" id="{915CC9E0-568D-F985-78ED-3EDA652FB15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099" name="TextBox 19098">
                        <a:extLst>
                          <a:ext uri="{FF2B5EF4-FFF2-40B4-BE49-F238E27FC236}">
                            <a16:creationId xmlns:a16="http://schemas.microsoft.com/office/drawing/2014/main" id="{3281B8DF-59E3-6824-1617-9D9D820D0A55}"/>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084" name="Group 19083">
                    <a:extLst>
                      <a:ext uri="{FF2B5EF4-FFF2-40B4-BE49-F238E27FC236}">
                        <a16:creationId xmlns:a16="http://schemas.microsoft.com/office/drawing/2014/main" id="{03270029-1226-E796-2DFF-61C84D015954}"/>
                      </a:ext>
                    </a:extLst>
                  </p:cNvPr>
                  <p:cNvGrpSpPr/>
                  <p:nvPr/>
                </p:nvGrpSpPr>
                <p:grpSpPr>
                  <a:xfrm>
                    <a:off x="6197413" y="3225768"/>
                    <a:ext cx="393192" cy="393192"/>
                    <a:chOff x="6389147" y="3932622"/>
                    <a:chExt cx="393192" cy="393192"/>
                  </a:xfrm>
                </p:grpSpPr>
                <p:grpSp>
                  <p:nvGrpSpPr>
                    <p:cNvPr id="19085" name="Group 19084">
                      <a:extLst>
                        <a:ext uri="{FF2B5EF4-FFF2-40B4-BE49-F238E27FC236}">
                          <a16:creationId xmlns:a16="http://schemas.microsoft.com/office/drawing/2014/main" id="{916EF3F3-58CF-920B-889E-3A1FA0219489}"/>
                        </a:ext>
                      </a:extLst>
                    </p:cNvPr>
                    <p:cNvGrpSpPr/>
                    <p:nvPr/>
                  </p:nvGrpSpPr>
                  <p:grpSpPr>
                    <a:xfrm flipH="1">
                      <a:off x="6478587" y="4022061"/>
                      <a:ext cx="214313" cy="214313"/>
                      <a:chOff x="5354637" y="3446463"/>
                      <a:chExt cx="214313" cy="214313"/>
                    </a:xfrm>
                  </p:grpSpPr>
                  <p:sp>
                    <p:nvSpPr>
                      <p:cNvPr id="19093" name="Arc 19092">
                        <a:extLst>
                          <a:ext uri="{FF2B5EF4-FFF2-40B4-BE49-F238E27FC236}">
                            <a16:creationId xmlns:a16="http://schemas.microsoft.com/office/drawing/2014/main" id="{AB796E22-7B63-17A7-423F-4F622022E07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094" name="Arc 19093">
                        <a:extLst>
                          <a:ext uri="{FF2B5EF4-FFF2-40B4-BE49-F238E27FC236}">
                            <a16:creationId xmlns:a16="http://schemas.microsoft.com/office/drawing/2014/main" id="{47B162E9-AA2B-57B0-29A3-280A738DB3C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086" name="Group 19085">
                      <a:extLst>
                        <a:ext uri="{FF2B5EF4-FFF2-40B4-BE49-F238E27FC236}">
                          <a16:creationId xmlns:a16="http://schemas.microsoft.com/office/drawing/2014/main" id="{3F9AA38D-A949-4D1A-1CD7-D0618EEA48A5}"/>
                        </a:ext>
                      </a:extLst>
                    </p:cNvPr>
                    <p:cNvGrpSpPr/>
                    <p:nvPr/>
                  </p:nvGrpSpPr>
                  <p:grpSpPr>
                    <a:xfrm rot="7200000" flipH="1">
                      <a:off x="6434137" y="3977611"/>
                      <a:ext cx="303213" cy="303213"/>
                      <a:chOff x="5354637" y="3446463"/>
                      <a:chExt cx="214313" cy="214313"/>
                    </a:xfrm>
                  </p:grpSpPr>
                  <p:sp>
                    <p:nvSpPr>
                      <p:cNvPr id="19091" name="Arc 19090">
                        <a:extLst>
                          <a:ext uri="{FF2B5EF4-FFF2-40B4-BE49-F238E27FC236}">
                            <a16:creationId xmlns:a16="http://schemas.microsoft.com/office/drawing/2014/main" id="{4C2CEF19-1044-E0EB-6F4E-30B1DFE0D3C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092" name="Arc 19091">
                        <a:extLst>
                          <a:ext uri="{FF2B5EF4-FFF2-40B4-BE49-F238E27FC236}">
                            <a16:creationId xmlns:a16="http://schemas.microsoft.com/office/drawing/2014/main" id="{4FB95F59-6DC6-4662-819F-A7F74956922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087" name="Group 19086">
                      <a:extLst>
                        <a:ext uri="{FF2B5EF4-FFF2-40B4-BE49-F238E27FC236}">
                          <a16:creationId xmlns:a16="http://schemas.microsoft.com/office/drawing/2014/main" id="{B3BE99D2-4CAB-0F01-84E0-10BFDF6A0594}"/>
                        </a:ext>
                      </a:extLst>
                    </p:cNvPr>
                    <p:cNvGrpSpPr/>
                    <p:nvPr/>
                  </p:nvGrpSpPr>
                  <p:grpSpPr>
                    <a:xfrm rot="14400000" flipH="1">
                      <a:off x="6389147" y="3932622"/>
                      <a:ext cx="393192" cy="393192"/>
                      <a:chOff x="5354637" y="3446463"/>
                      <a:chExt cx="214313" cy="214313"/>
                    </a:xfrm>
                  </p:grpSpPr>
                  <p:sp>
                    <p:nvSpPr>
                      <p:cNvPr id="19089" name="Arc 19088">
                        <a:extLst>
                          <a:ext uri="{FF2B5EF4-FFF2-40B4-BE49-F238E27FC236}">
                            <a16:creationId xmlns:a16="http://schemas.microsoft.com/office/drawing/2014/main" id="{B56966E0-8523-8C39-E092-CBA2C458418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090" name="Arc 19089">
                        <a:extLst>
                          <a:ext uri="{FF2B5EF4-FFF2-40B4-BE49-F238E27FC236}">
                            <a16:creationId xmlns:a16="http://schemas.microsoft.com/office/drawing/2014/main" id="{E772A728-5F66-6BA7-F24B-6A34E25F1C0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088" name="TextBox 19087">
                      <a:extLst>
                        <a:ext uri="{FF2B5EF4-FFF2-40B4-BE49-F238E27FC236}">
                          <a16:creationId xmlns:a16="http://schemas.microsoft.com/office/drawing/2014/main" id="{25ECF1B5-E4B7-F5DE-DC29-08AB645387FA}"/>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034" name="Group 19033">
                  <a:extLst>
                    <a:ext uri="{FF2B5EF4-FFF2-40B4-BE49-F238E27FC236}">
                      <a16:creationId xmlns:a16="http://schemas.microsoft.com/office/drawing/2014/main" id="{7E69C423-C2F0-730B-DF98-6F3C5C74D823}"/>
                    </a:ext>
                  </a:extLst>
                </p:cNvPr>
                <p:cNvGrpSpPr/>
                <p:nvPr/>
              </p:nvGrpSpPr>
              <p:grpSpPr>
                <a:xfrm>
                  <a:off x="6069086" y="3246228"/>
                  <a:ext cx="1019224" cy="991639"/>
                  <a:chOff x="5886431" y="3225768"/>
                  <a:chExt cx="1019224" cy="991639"/>
                </a:xfrm>
              </p:grpSpPr>
              <p:grpSp>
                <p:nvGrpSpPr>
                  <p:cNvPr id="19035" name="Group 19034">
                    <a:extLst>
                      <a:ext uri="{FF2B5EF4-FFF2-40B4-BE49-F238E27FC236}">
                        <a16:creationId xmlns:a16="http://schemas.microsoft.com/office/drawing/2014/main" id="{3739C4A9-357B-5EAE-4823-A66154CB5933}"/>
                      </a:ext>
                    </a:extLst>
                  </p:cNvPr>
                  <p:cNvGrpSpPr/>
                  <p:nvPr/>
                </p:nvGrpSpPr>
                <p:grpSpPr>
                  <a:xfrm>
                    <a:off x="6197413" y="3824215"/>
                    <a:ext cx="393192" cy="393192"/>
                    <a:chOff x="5265196" y="3357021"/>
                    <a:chExt cx="393192" cy="393192"/>
                  </a:xfrm>
                </p:grpSpPr>
                <p:grpSp>
                  <p:nvGrpSpPr>
                    <p:cNvPr id="19070" name="Group 19069">
                      <a:extLst>
                        <a:ext uri="{FF2B5EF4-FFF2-40B4-BE49-F238E27FC236}">
                          <a16:creationId xmlns:a16="http://schemas.microsoft.com/office/drawing/2014/main" id="{1812D7C9-CDF1-5170-58AA-50BBD82CAC9D}"/>
                        </a:ext>
                      </a:extLst>
                    </p:cNvPr>
                    <p:cNvGrpSpPr/>
                    <p:nvPr/>
                  </p:nvGrpSpPr>
                  <p:grpSpPr>
                    <a:xfrm rot="14400000">
                      <a:off x="5265196" y="3357021"/>
                      <a:ext cx="393192" cy="393192"/>
                      <a:chOff x="5354637" y="3446463"/>
                      <a:chExt cx="214313" cy="214313"/>
                    </a:xfrm>
                  </p:grpSpPr>
                  <p:sp>
                    <p:nvSpPr>
                      <p:cNvPr id="19079" name="Arc 19078">
                        <a:extLst>
                          <a:ext uri="{FF2B5EF4-FFF2-40B4-BE49-F238E27FC236}">
                            <a16:creationId xmlns:a16="http://schemas.microsoft.com/office/drawing/2014/main" id="{238023FF-D1FE-D13D-6D37-C2693318E39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080" name="Arc 19079">
                        <a:extLst>
                          <a:ext uri="{FF2B5EF4-FFF2-40B4-BE49-F238E27FC236}">
                            <a16:creationId xmlns:a16="http://schemas.microsoft.com/office/drawing/2014/main" id="{4CB30A11-7E94-7A11-6E3D-715DC44793E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071" name="Group 19070">
                      <a:extLst>
                        <a:ext uri="{FF2B5EF4-FFF2-40B4-BE49-F238E27FC236}">
                          <a16:creationId xmlns:a16="http://schemas.microsoft.com/office/drawing/2014/main" id="{34464889-0EB2-DFC4-F671-2A7BC4252F85}"/>
                        </a:ext>
                      </a:extLst>
                    </p:cNvPr>
                    <p:cNvGrpSpPr/>
                    <p:nvPr/>
                  </p:nvGrpSpPr>
                  <p:grpSpPr>
                    <a:xfrm>
                      <a:off x="5310186" y="3402011"/>
                      <a:ext cx="303213" cy="303213"/>
                      <a:chOff x="5310186" y="3402011"/>
                      <a:chExt cx="303213" cy="303213"/>
                    </a:xfrm>
                  </p:grpSpPr>
                  <p:grpSp>
                    <p:nvGrpSpPr>
                      <p:cNvPr id="19072" name="Group 19071">
                        <a:extLst>
                          <a:ext uri="{FF2B5EF4-FFF2-40B4-BE49-F238E27FC236}">
                            <a16:creationId xmlns:a16="http://schemas.microsoft.com/office/drawing/2014/main" id="{41F65640-E97E-F420-E982-BB706A3E61C0}"/>
                          </a:ext>
                        </a:extLst>
                      </p:cNvPr>
                      <p:cNvGrpSpPr/>
                      <p:nvPr/>
                    </p:nvGrpSpPr>
                    <p:grpSpPr>
                      <a:xfrm>
                        <a:off x="5354636" y="3446461"/>
                        <a:ext cx="214313" cy="214313"/>
                        <a:chOff x="5354637" y="3446463"/>
                        <a:chExt cx="214313" cy="214313"/>
                      </a:xfrm>
                    </p:grpSpPr>
                    <p:sp>
                      <p:nvSpPr>
                        <p:cNvPr id="19077" name="Arc 19076">
                          <a:extLst>
                            <a:ext uri="{FF2B5EF4-FFF2-40B4-BE49-F238E27FC236}">
                              <a16:creationId xmlns:a16="http://schemas.microsoft.com/office/drawing/2014/main" id="{69186E5F-6095-E9AA-ABFD-9D3CD27C471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078" name="Arc 19077">
                          <a:extLst>
                            <a:ext uri="{FF2B5EF4-FFF2-40B4-BE49-F238E27FC236}">
                              <a16:creationId xmlns:a16="http://schemas.microsoft.com/office/drawing/2014/main" id="{CC677B72-1E24-ED1A-AE70-FF503A01E5D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073" name="Group 19072">
                        <a:extLst>
                          <a:ext uri="{FF2B5EF4-FFF2-40B4-BE49-F238E27FC236}">
                            <a16:creationId xmlns:a16="http://schemas.microsoft.com/office/drawing/2014/main" id="{649A0AC9-637F-446F-3E90-79818A809AFB}"/>
                          </a:ext>
                        </a:extLst>
                      </p:cNvPr>
                      <p:cNvGrpSpPr/>
                      <p:nvPr/>
                    </p:nvGrpSpPr>
                    <p:grpSpPr>
                      <a:xfrm rot="7200000">
                        <a:off x="5310186" y="3402011"/>
                        <a:ext cx="303213" cy="303213"/>
                        <a:chOff x="5354637" y="3446463"/>
                        <a:chExt cx="214313" cy="214313"/>
                      </a:xfrm>
                    </p:grpSpPr>
                    <p:sp>
                      <p:nvSpPr>
                        <p:cNvPr id="19075" name="Arc 19074">
                          <a:extLst>
                            <a:ext uri="{FF2B5EF4-FFF2-40B4-BE49-F238E27FC236}">
                              <a16:creationId xmlns:a16="http://schemas.microsoft.com/office/drawing/2014/main" id="{25F9325E-FA2B-B292-A64E-9B540F591CB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076" name="Arc 19075">
                          <a:extLst>
                            <a:ext uri="{FF2B5EF4-FFF2-40B4-BE49-F238E27FC236}">
                              <a16:creationId xmlns:a16="http://schemas.microsoft.com/office/drawing/2014/main" id="{465B5416-2FAD-8FBC-2D2D-4AEE2CE7181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074" name="TextBox 19073">
                        <a:extLst>
                          <a:ext uri="{FF2B5EF4-FFF2-40B4-BE49-F238E27FC236}">
                            <a16:creationId xmlns:a16="http://schemas.microsoft.com/office/drawing/2014/main" id="{122EBBF3-AF29-5E8D-C160-C979810F5C06}"/>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036" name="Group 19035">
                    <a:extLst>
                      <a:ext uri="{FF2B5EF4-FFF2-40B4-BE49-F238E27FC236}">
                        <a16:creationId xmlns:a16="http://schemas.microsoft.com/office/drawing/2014/main" id="{AA1A1DFC-EDBB-8744-3626-B45384F42933}"/>
                      </a:ext>
                    </a:extLst>
                  </p:cNvPr>
                  <p:cNvGrpSpPr/>
                  <p:nvPr/>
                </p:nvGrpSpPr>
                <p:grpSpPr>
                  <a:xfrm>
                    <a:off x="5886431" y="3525040"/>
                    <a:ext cx="393192" cy="393192"/>
                    <a:chOff x="5265196" y="3932619"/>
                    <a:chExt cx="393192" cy="393192"/>
                  </a:xfrm>
                </p:grpSpPr>
                <p:grpSp>
                  <p:nvGrpSpPr>
                    <p:cNvPr id="19060" name="Group 19059">
                      <a:extLst>
                        <a:ext uri="{FF2B5EF4-FFF2-40B4-BE49-F238E27FC236}">
                          <a16:creationId xmlns:a16="http://schemas.microsoft.com/office/drawing/2014/main" id="{8A762D2F-F05D-BDEF-EB2E-53DADC88FF8B}"/>
                        </a:ext>
                      </a:extLst>
                    </p:cNvPr>
                    <p:cNvGrpSpPr/>
                    <p:nvPr/>
                  </p:nvGrpSpPr>
                  <p:grpSpPr>
                    <a:xfrm>
                      <a:off x="5354636" y="4022061"/>
                      <a:ext cx="214313" cy="214313"/>
                      <a:chOff x="5354637" y="3446463"/>
                      <a:chExt cx="214313" cy="214313"/>
                    </a:xfrm>
                  </p:grpSpPr>
                  <p:sp>
                    <p:nvSpPr>
                      <p:cNvPr id="19068" name="Arc 19067">
                        <a:extLst>
                          <a:ext uri="{FF2B5EF4-FFF2-40B4-BE49-F238E27FC236}">
                            <a16:creationId xmlns:a16="http://schemas.microsoft.com/office/drawing/2014/main" id="{F7E41FC7-99DB-8BDB-2D85-EC6E5BCD21A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069" name="Arc 19068">
                        <a:extLst>
                          <a:ext uri="{FF2B5EF4-FFF2-40B4-BE49-F238E27FC236}">
                            <a16:creationId xmlns:a16="http://schemas.microsoft.com/office/drawing/2014/main" id="{AE84B314-1077-1933-0D3E-BC9C907B63F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061" name="Group 19060">
                      <a:extLst>
                        <a:ext uri="{FF2B5EF4-FFF2-40B4-BE49-F238E27FC236}">
                          <a16:creationId xmlns:a16="http://schemas.microsoft.com/office/drawing/2014/main" id="{15F368CA-DD69-570D-7D6C-C71A089CDEFD}"/>
                        </a:ext>
                      </a:extLst>
                    </p:cNvPr>
                    <p:cNvGrpSpPr/>
                    <p:nvPr/>
                  </p:nvGrpSpPr>
                  <p:grpSpPr>
                    <a:xfrm rot="14400000">
                      <a:off x="5310186" y="3977611"/>
                      <a:ext cx="303213" cy="303213"/>
                      <a:chOff x="5354637" y="3446463"/>
                      <a:chExt cx="214313" cy="214313"/>
                    </a:xfrm>
                  </p:grpSpPr>
                  <p:sp>
                    <p:nvSpPr>
                      <p:cNvPr id="19066" name="Arc 19065">
                        <a:extLst>
                          <a:ext uri="{FF2B5EF4-FFF2-40B4-BE49-F238E27FC236}">
                            <a16:creationId xmlns:a16="http://schemas.microsoft.com/office/drawing/2014/main" id="{780ABCD5-A9DC-110F-07AE-864781AADA0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067" name="Arc 19066">
                        <a:extLst>
                          <a:ext uri="{FF2B5EF4-FFF2-40B4-BE49-F238E27FC236}">
                            <a16:creationId xmlns:a16="http://schemas.microsoft.com/office/drawing/2014/main" id="{139E841B-D0B2-80C0-F595-9734788659B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062" name="Group 19061">
                      <a:extLst>
                        <a:ext uri="{FF2B5EF4-FFF2-40B4-BE49-F238E27FC236}">
                          <a16:creationId xmlns:a16="http://schemas.microsoft.com/office/drawing/2014/main" id="{32BD960A-9BC8-CA29-A5F5-D67618446474}"/>
                        </a:ext>
                      </a:extLst>
                    </p:cNvPr>
                    <p:cNvGrpSpPr/>
                    <p:nvPr/>
                  </p:nvGrpSpPr>
                  <p:grpSpPr>
                    <a:xfrm rot="7200000">
                      <a:off x="5265196" y="3932619"/>
                      <a:ext cx="393192" cy="393192"/>
                      <a:chOff x="5354637" y="3446463"/>
                      <a:chExt cx="214313" cy="214313"/>
                    </a:xfrm>
                  </p:grpSpPr>
                  <p:sp>
                    <p:nvSpPr>
                      <p:cNvPr id="19064" name="Arc 19063">
                        <a:extLst>
                          <a:ext uri="{FF2B5EF4-FFF2-40B4-BE49-F238E27FC236}">
                            <a16:creationId xmlns:a16="http://schemas.microsoft.com/office/drawing/2014/main" id="{80C70702-FAD7-7B53-34D1-5FB23BA8938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065" name="Arc 19064">
                        <a:extLst>
                          <a:ext uri="{FF2B5EF4-FFF2-40B4-BE49-F238E27FC236}">
                            <a16:creationId xmlns:a16="http://schemas.microsoft.com/office/drawing/2014/main" id="{8D05D57B-55DA-24D2-1819-F81CE9BA3D1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063" name="TextBox 19062">
                      <a:extLst>
                        <a:ext uri="{FF2B5EF4-FFF2-40B4-BE49-F238E27FC236}">
                          <a16:creationId xmlns:a16="http://schemas.microsoft.com/office/drawing/2014/main" id="{80F6A5BC-84CC-B807-FA09-F3A4FE098FDD}"/>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9037" name="Group 19036">
                    <a:extLst>
                      <a:ext uri="{FF2B5EF4-FFF2-40B4-BE49-F238E27FC236}">
                        <a16:creationId xmlns:a16="http://schemas.microsoft.com/office/drawing/2014/main" id="{D3640732-18A9-2234-08D2-C9E34E923C52}"/>
                      </a:ext>
                    </a:extLst>
                  </p:cNvPr>
                  <p:cNvGrpSpPr/>
                  <p:nvPr/>
                </p:nvGrpSpPr>
                <p:grpSpPr>
                  <a:xfrm>
                    <a:off x="6512463" y="3525040"/>
                    <a:ext cx="393192" cy="393192"/>
                    <a:chOff x="6389147" y="3357021"/>
                    <a:chExt cx="393192" cy="393192"/>
                  </a:xfrm>
                </p:grpSpPr>
                <p:grpSp>
                  <p:nvGrpSpPr>
                    <p:cNvPr id="19049" name="Group 19048">
                      <a:extLst>
                        <a:ext uri="{FF2B5EF4-FFF2-40B4-BE49-F238E27FC236}">
                          <a16:creationId xmlns:a16="http://schemas.microsoft.com/office/drawing/2014/main" id="{FC003CD8-6C2D-0257-A82C-46CC8BF97C84}"/>
                        </a:ext>
                      </a:extLst>
                    </p:cNvPr>
                    <p:cNvGrpSpPr/>
                    <p:nvPr/>
                  </p:nvGrpSpPr>
                  <p:grpSpPr>
                    <a:xfrm rot="7200000" flipH="1">
                      <a:off x="6389147" y="3357021"/>
                      <a:ext cx="393192" cy="393192"/>
                      <a:chOff x="5354637" y="3446463"/>
                      <a:chExt cx="214313" cy="214313"/>
                    </a:xfrm>
                  </p:grpSpPr>
                  <p:sp>
                    <p:nvSpPr>
                      <p:cNvPr id="19058" name="Arc 19057">
                        <a:extLst>
                          <a:ext uri="{FF2B5EF4-FFF2-40B4-BE49-F238E27FC236}">
                            <a16:creationId xmlns:a16="http://schemas.microsoft.com/office/drawing/2014/main" id="{80650CCF-DD8A-4E23-4833-0E2A5D928F8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059" name="Arc 19058">
                        <a:extLst>
                          <a:ext uri="{FF2B5EF4-FFF2-40B4-BE49-F238E27FC236}">
                            <a16:creationId xmlns:a16="http://schemas.microsoft.com/office/drawing/2014/main" id="{E34F5387-3E0A-AA54-1B8F-19D3CE11BA4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050" name="Group 19049">
                      <a:extLst>
                        <a:ext uri="{FF2B5EF4-FFF2-40B4-BE49-F238E27FC236}">
                          <a16:creationId xmlns:a16="http://schemas.microsoft.com/office/drawing/2014/main" id="{8AA9CB33-3B0E-7361-9820-D9625F03F362}"/>
                        </a:ext>
                      </a:extLst>
                    </p:cNvPr>
                    <p:cNvGrpSpPr/>
                    <p:nvPr/>
                  </p:nvGrpSpPr>
                  <p:grpSpPr>
                    <a:xfrm>
                      <a:off x="6434137" y="3402011"/>
                      <a:ext cx="303213" cy="303213"/>
                      <a:chOff x="6434137" y="3402011"/>
                      <a:chExt cx="303213" cy="303213"/>
                    </a:xfrm>
                  </p:grpSpPr>
                  <p:grpSp>
                    <p:nvGrpSpPr>
                      <p:cNvPr id="19051" name="Group 19050">
                        <a:extLst>
                          <a:ext uri="{FF2B5EF4-FFF2-40B4-BE49-F238E27FC236}">
                            <a16:creationId xmlns:a16="http://schemas.microsoft.com/office/drawing/2014/main" id="{E7C86998-AB18-A504-8676-2960C787BFAE}"/>
                          </a:ext>
                        </a:extLst>
                      </p:cNvPr>
                      <p:cNvGrpSpPr/>
                      <p:nvPr/>
                    </p:nvGrpSpPr>
                    <p:grpSpPr>
                      <a:xfrm flipH="1">
                        <a:off x="6478587" y="3446461"/>
                        <a:ext cx="214313" cy="214313"/>
                        <a:chOff x="5354637" y="3446463"/>
                        <a:chExt cx="214313" cy="214313"/>
                      </a:xfrm>
                    </p:grpSpPr>
                    <p:sp>
                      <p:nvSpPr>
                        <p:cNvPr id="19056" name="Arc 19055">
                          <a:extLst>
                            <a:ext uri="{FF2B5EF4-FFF2-40B4-BE49-F238E27FC236}">
                              <a16:creationId xmlns:a16="http://schemas.microsoft.com/office/drawing/2014/main" id="{D2E9B683-A6D4-D155-06A2-67A0CBEFCC2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057" name="Arc 19056">
                          <a:extLst>
                            <a:ext uri="{FF2B5EF4-FFF2-40B4-BE49-F238E27FC236}">
                              <a16:creationId xmlns:a16="http://schemas.microsoft.com/office/drawing/2014/main" id="{00354569-03B4-1877-D1DB-753BE9E57F8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052" name="Group 19051">
                        <a:extLst>
                          <a:ext uri="{FF2B5EF4-FFF2-40B4-BE49-F238E27FC236}">
                            <a16:creationId xmlns:a16="http://schemas.microsoft.com/office/drawing/2014/main" id="{5A01F49B-B642-A4B1-1AEF-8A27C329138A}"/>
                          </a:ext>
                        </a:extLst>
                      </p:cNvPr>
                      <p:cNvGrpSpPr/>
                      <p:nvPr/>
                    </p:nvGrpSpPr>
                    <p:grpSpPr>
                      <a:xfrm rot="14400000" flipH="1">
                        <a:off x="6434137" y="3402011"/>
                        <a:ext cx="303213" cy="303213"/>
                        <a:chOff x="5354637" y="3446463"/>
                        <a:chExt cx="214313" cy="214313"/>
                      </a:xfrm>
                    </p:grpSpPr>
                    <p:sp>
                      <p:nvSpPr>
                        <p:cNvPr id="19054" name="Arc 19053">
                          <a:extLst>
                            <a:ext uri="{FF2B5EF4-FFF2-40B4-BE49-F238E27FC236}">
                              <a16:creationId xmlns:a16="http://schemas.microsoft.com/office/drawing/2014/main" id="{E6FA56A8-F73A-37E3-3278-4BDAD34EA49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055" name="Arc 19054">
                          <a:extLst>
                            <a:ext uri="{FF2B5EF4-FFF2-40B4-BE49-F238E27FC236}">
                              <a16:creationId xmlns:a16="http://schemas.microsoft.com/office/drawing/2014/main" id="{CA035761-574B-8975-585E-8332E895635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053" name="TextBox 19052">
                        <a:extLst>
                          <a:ext uri="{FF2B5EF4-FFF2-40B4-BE49-F238E27FC236}">
                            <a16:creationId xmlns:a16="http://schemas.microsoft.com/office/drawing/2014/main" id="{35E6726D-557B-443F-9B8E-EC84402F3E14}"/>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9038" name="Group 19037">
                    <a:extLst>
                      <a:ext uri="{FF2B5EF4-FFF2-40B4-BE49-F238E27FC236}">
                        <a16:creationId xmlns:a16="http://schemas.microsoft.com/office/drawing/2014/main" id="{8F9169EA-041C-FD09-E998-95EB5D22F725}"/>
                      </a:ext>
                    </a:extLst>
                  </p:cNvPr>
                  <p:cNvGrpSpPr/>
                  <p:nvPr/>
                </p:nvGrpSpPr>
                <p:grpSpPr>
                  <a:xfrm>
                    <a:off x="6197413" y="3225768"/>
                    <a:ext cx="393192" cy="393192"/>
                    <a:chOff x="6389147" y="3932622"/>
                    <a:chExt cx="393192" cy="393192"/>
                  </a:xfrm>
                </p:grpSpPr>
                <p:grpSp>
                  <p:nvGrpSpPr>
                    <p:cNvPr id="19039" name="Group 19038">
                      <a:extLst>
                        <a:ext uri="{FF2B5EF4-FFF2-40B4-BE49-F238E27FC236}">
                          <a16:creationId xmlns:a16="http://schemas.microsoft.com/office/drawing/2014/main" id="{223D6ECB-E85D-A899-8B90-D2329C3681ED}"/>
                        </a:ext>
                      </a:extLst>
                    </p:cNvPr>
                    <p:cNvGrpSpPr/>
                    <p:nvPr/>
                  </p:nvGrpSpPr>
                  <p:grpSpPr>
                    <a:xfrm flipH="1">
                      <a:off x="6478587" y="4022061"/>
                      <a:ext cx="214313" cy="214313"/>
                      <a:chOff x="5354637" y="3446463"/>
                      <a:chExt cx="214313" cy="214313"/>
                    </a:xfrm>
                  </p:grpSpPr>
                  <p:sp>
                    <p:nvSpPr>
                      <p:cNvPr id="19047" name="Arc 19046">
                        <a:extLst>
                          <a:ext uri="{FF2B5EF4-FFF2-40B4-BE49-F238E27FC236}">
                            <a16:creationId xmlns:a16="http://schemas.microsoft.com/office/drawing/2014/main" id="{5CE6B45D-112D-3CB7-29C4-BB638736E25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048" name="Arc 19047">
                        <a:extLst>
                          <a:ext uri="{FF2B5EF4-FFF2-40B4-BE49-F238E27FC236}">
                            <a16:creationId xmlns:a16="http://schemas.microsoft.com/office/drawing/2014/main" id="{4694F737-320C-0E83-C5B7-0065AE87D62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040" name="Group 19039">
                      <a:extLst>
                        <a:ext uri="{FF2B5EF4-FFF2-40B4-BE49-F238E27FC236}">
                          <a16:creationId xmlns:a16="http://schemas.microsoft.com/office/drawing/2014/main" id="{9281DA34-57E9-B4A6-8577-EFC899857923}"/>
                        </a:ext>
                      </a:extLst>
                    </p:cNvPr>
                    <p:cNvGrpSpPr/>
                    <p:nvPr/>
                  </p:nvGrpSpPr>
                  <p:grpSpPr>
                    <a:xfrm rot="7200000" flipH="1">
                      <a:off x="6434137" y="3977611"/>
                      <a:ext cx="303213" cy="303213"/>
                      <a:chOff x="5354637" y="3446463"/>
                      <a:chExt cx="214313" cy="214313"/>
                    </a:xfrm>
                  </p:grpSpPr>
                  <p:sp>
                    <p:nvSpPr>
                      <p:cNvPr id="19045" name="Arc 19044">
                        <a:extLst>
                          <a:ext uri="{FF2B5EF4-FFF2-40B4-BE49-F238E27FC236}">
                            <a16:creationId xmlns:a16="http://schemas.microsoft.com/office/drawing/2014/main" id="{7331EFEE-6661-4E26-CF66-E26ED313B4A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046" name="Arc 19045">
                        <a:extLst>
                          <a:ext uri="{FF2B5EF4-FFF2-40B4-BE49-F238E27FC236}">
                            <a16:creationId xmlns:a16="http://schemas.microsoft.com/office/drawing/2014/main" id="{C0C6E4BC-54C5-FB95-C33D-BFB3F50C09F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041" name="Group 19040">
                      <a:extLst>
                        <a:ext uri="{FF2B5EF4-FFF2-40B4-BE49-F238E27FC236}">
                          <a16:creationId xmlns:a16="http://schemas.microsoft.com/office/drawing/2014/main" id="{7EBACDE0-165C-6A7B-EFED-1750EEADE103}"/>
                        </a:ext>
                      </a:extLst>
                    </p:cNvPr>
                    <p:cNvGrpSpPr/>
                    <p:nvPr/>
                  </p:nvGrpSpPr>
                  <p:grpSpPr>
                    <a:xfrm rot="14400000" flipH="1">
                      <a:off x="6389147" y="3932622"/>
                      <a:ext cx="393192" cy="393192"/>
                      <a:chOff x="5354637" y="3446463"/>
                      <a:chExt cx="214313" cy="214313"/>
                    </a:xfrm>
                  </p:grpSpPr>
                  <p:sp>
                    <p:nvSpPr>
                      <p:cNvPr id="19043" name="Arc 19042">
                        <a:extLst>
                          <a:ext uri="{FF2B5EF4-FFF2-40B4-BE49-F238E27FC236}">
                            <a16:creationId xmlns:a16="http://schemas.microsoft.com/office/drawing/2014/main" id="{AA5C68F3-F717-ADAF-D103-9BA483B1273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044" name="Arc 19043">
                        <a:extLst>
                          <a:ext uri="{FF2B5EF4-FFF2-40B4-BE49-F238E27FC236}">
                            <a16:creationId xmlns:a16="http://schemas.microsoft.com/office/drawing/2014/main" id="{31FE7F21-B4AB-37AD-C2BE-B6009A62171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042" name="TextBox 19041">
                      <a:extLst>
                        <a:ext uri="{FF2B5EF4-FFF2-40B4-BE49-F238E27FC236}">
                          <a16:creationId xmlns:a16="http://schemas.microsoft.com/office/drawing/2014/main" id="{2C4DB56D-46F4-867B-18EE-E4E344074918}"/>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8938" name="Group 18937">
                <a:extLst>
                  <a:ext uri="{FF2B5EF4-FFF2-40B4-BE49-F238E27FC236}">
                    <a16:creationId xmlns:a16="http://schemas.microsoft.com/office/drawing/2014/main" id="{AD18A966-3857-C12B-2E16-EC8C035E1D7D}"/>
                  </a:ext>
                </a:extLst>
              </p:cNvPr>
              <p:cNvGrpSpPr/>
              <p:nvPr/>
            </p:nvGrpSpPr>
            <p:grpSpPr>
              <a:xfrm>
                <a:off x="6065340" y="2039507"/>
                <a:ext cx="1643204" cy="1593124"/>
                <a:chOff x="5445106" y="2644743"/>
                <a:chExt cx="1643204" cy="1593124"/>
              </a:xfrm>
            </p:grpSpPr>
            <p:grpSp>
              <p:nvGrpSpPr>
                <p:cNvPr id="18939" name="Group 18938">
                  <a:extLst>
                    <a:ext uri="{FF2B5EF4-FFF2-40B4-BE49-F238E27FC236}">
                      <a16:creationId xmlns:a16="http://schemas.microsoft.com/office/drawing/2014/main" id="{BC7C80AF-EF4F-9DE0-B83C-361B6F9799BE}"/>
                    </a:ext>
                  </a:extLst>
                </p:cNvPr>
                <p:cNvGrpSpPr/>
                <p:nvPr/>
              </p:nvGrpSpPr>
              <p:grpSpPr>
                <a:xfrm>
                  <a:off x="5445106" y="2644743"/>
                  <a:ext cx="1019224" cy="991639"/>
                  <a:chOff x="5886431" y="3225768"/>
                  <a:chExt cx="1019224" cy="991639"/>
                </a:xfrm>
              </p:grpSpPr>
              <p:grpSp>
                <p:nvGrpSpPr>
                  <p:cNvPr id="18987" name="Group 18986">
                    <a:extLst>
                      <a:ext uri="{FF2B5EF4-FFF2-40B4-BE49-F238E27FC236}">
                        <a16:creationId xmlns:a16="http://schemas.microsoft.com/office/drawing/2014/main" id="{D48DFCC3-55CA-1A48-5925-7A444092FA4F}"/>
                      </a:ext>
                    </a:extLst>
                  </p:cNvPr>
                  <p:cNvGrpSpPr/>
                  <p:nvPr/>
                </p:nvGrpSpPr>
                <p:grpSpPr>
                  <a:xfrm>
                    <a:off x="6197413" y="3824215"/>
                    <a:ext cx="393192" cy="393192"/>
                    <a:chOff x="5265196" y="3357021"/>
                    <a:chExt cx="393192" cy="393192"/>
                  </a:xfrm>
                </p:grpSpPr>
                <p:grpSp>
                  <p:nvGrpSpPr>
                    <p:cNvPr id="19022" name="Group 19021">
                      <a:extLst>
                        <a:ext uri="{FF2B5EF4-FFF2-40B4-BE49-F238E27FC236}">
                          <a16:creationId xmlns:a16="http://schemas.microsoft.com/office/drawing/2014/main" id="{5F5E5B02-9415-E683-0957-D7271C772394}"/>
                        </a:ext>
                      </a:extLst>
                    </p:cNvPr>
                    <p:cNvGrpSpPr/>
                    <p:nvPr/>
                  </p:nvGrpSpPr>
                  <p:grpSpPr>
                    <a:xfrm rot="14400000">
                      <a:off x="5265196" y="3357021"/>
                      <a:ext cx="393192" cy="393192"/>
                      <a:chOff x="5354637" y="3446463"/>
                      <a:chExt cx="214313" cy="214313"/>
                    </a:xfrm>
                  </p:grpSpPr>
                  <p:sp>
                    <p:nvSpPr>
                      <p:cNvPr id="19031" name="Arc 19030">
                        <a:extLst>
                          <a:ext uri="{FF2B5EF4-FFF2-40B4-BE49-F238E27FC236}">
                            <a16:creationId xmlns:a16="http://schemas.microsoft.com/office/drawing/2014/main" id="{216DC0F1-5486-A966-253E-E042A13CE6A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032" name="Arc 19031">
                        <a:extLst>
                          <a:ext uri="{FF2B5EF4-FFF2-40B4-BE49-F238E27FC236}">
                            <a16:creationId xmlns:a16="http://schemas.microsoft.com/office/drawing/2014/main" id="{A5A4EC62-93AF-B4F3-1ED6-5FF9601BE9A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023" name="Group 19022">
                      <a:extLst>
                        <a:ext uri="{FF2B5EF4-FFF2-40B4-BE49-F238E27FC236}">
                          <a16:creationId xmlns:a16="http://schemas.microsoft.com/office/drawing/2014/main" id="{99FEFB6A-21B6-4070-BDDD-FA9CD58F1187}"/>
                        </a:ext>
                      </a:extLst>
                    </p:cNvPr>
                    <p:cNvGrpSpPr/>
                    <p:nvPr/>
                  </p:nvGrpSpPr>
                  <p:grpSpPr>
                    <a:xfrm>
                      <a:off x="5310186" y="3402011"/>
                      <a:ext cx="303213" cy="303213"/>
                      <a:chOff x="5310186" y="3402011"/>
                      <a:chExt cx="303213" cy="303213"/>
                    </a:xfrm>
                  </p:grpSpPr>
                  <p:grpSp>
                    <p:nvGrpSpPr>
                      <p:cNvPr id="19024" name="Group 19023">
                        <a:extLst>
                          <a:ext uri="{FF2B5EF4-FFF2-40B4-BE49-F238E27FC236}">
                            <a16:creationId xmlns:a16="http://schemas.microsoft.com/office/drawing/2014/main" id="{573EBFBA-07ED-1B5A-DA6C-C65C5A767796}"/>
                          </a:ext>
                        </a:extLst>
                      </p:cNvPr>
                      <p:cNvGrpSpPr/>
                      <p:nvPr/>
                    </p:nvGrpSpPr>
                    <p:grpSpPr>
                      <a:xfrm>
                        <a:off x="5354636" y="3446461"/>
                        <a:ext cx="214313" cy="214313"/>
                        <a:chOff x="5354637" y="3446463"/>
                        <a:chExt cx="214313" cy="214313"/>
                      </a:xfrm>
                    </p:grpSpPr>
                    <p:sp>
                      <p:nvSpPr>
                        <p:cNvPr id="19029" name="Arc 19028">
                          <a:extLst>
                            <a:ext uri="{FF2B5EF4-FFF2-40B4-BE49-F238E27FC236}">
                              <a16:creationId xmlns:a16="http://schemas.microsoft.com/office/drawing/2014/main" id="{BE9DAFD5-E630-B780-2D66-E29E4A45D5D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030" name="Arc 19029">
                          <a:extLst>
                            <a:ext uri="{FF2B5EF4-FFF2-40B4-BE49-F238E27FC236}">
                              <a16:creationId xmlns:a16="http://schemas.microsoft.com/office/drawing/2014/main" id="{FB51EDD2-C4EC-E20F-EEB4-69EAD74889D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025" name="Group 19024">
                        <a:extLst>
                          <a:ext uri="{FF2B5EF4-FFF2-40B4-BE49-F238E27FC236}">
                            <a16:creationId xmlns:a16="http://schemas.microsoft.com/office/drawing/2014/main" id="{E1ADA547-BA88-B8C9-82D3-96080913C7C1}"/>
                          </a:ext>
                        </a:extLst>
                      </p:cNvPr>
                      <p:cNvGrpSpPr/>
                      <p:nvPr/>
                    </p:nvGrpSpPr>
                    <p:grpSpPr>
                      <a:xfrm rot="7200000">
                        <a:off x="5310186" y="3402011"/>
                        <a:ext cx="303213" cy="303213"/>
                        <a:chOff x="5354637" y="3446463"/>
                        <a:chExt cx="214313" cy="214313"/>
                      </a:xfrm>
                    </p:grpSpPr>
                    <p:sp>
                      <p:nvSpPr>
                        <p:cNvPr id="19027" name="Arc 19026">
                          <a:extLst>
                            <a:ext uri="{FF2B5EF4-FFF2-40B4-BE49-F238E27FC236}">
                              <a16:creationId xmlns:a16="http://schemas.microsoft.com/office/drawing/2014/main" id="{0DA958C5-05F3-B9F2-957E-282753B8C98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028" name="Arc 19027">
                          <a:extLst>
                            <a:ext uri="{FF2B5EF4-FFF2-40B4-BE49-F238E27FC236}">
                              <a16:creationId xmlns:a16="http://schemas.microsoft.com/office/drawing/2014/main" id="{C85FAE1F-7487-E724-86D0-D5D65E19B5C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026" name="TextBox 19025">
                        <a:extLst>
                          <a:ext uri="{FF2B5EF4-FFF2-40B4-BE49-F238E27FC236}">
                            <a16:creationId xmlns:a16="http://schemas.microsoft.com/office/drawing/2014/main" id="{B61DA09C-2FFA-F249-B60B-0061608B1E8C}"/>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988" name="Group 18987">
                    <a:extLst>
                      <a:ext uri="{FF2B5EF4-FFF2-40B4-BE49-F238E27FC236}">
                        <a16:creationId xmlns:a16="http://schemas.microsoft.com/office/drawing/2014/main" id="{4DEE8FB6-E994-F28B-7D87-1DCC6D0FCDD9}"/>
                      </a:ext>
                    </a:extLst>
                  </p:cNvPr>
                  <p:cNvGrpSpPr/>
                  <p:nvPr/>
                </p:nvGrpSpPr>
                <p:grpSpPr>
                  <a:xfrm>
                    <a:off x="5886431" y="3525040"/>
                    <a:ext cx="393192" cy="393192"/>
                    <a:chOff x="5265196" y="3932619"/>
                    <a:chExt cx="393192" cy="393192"/>
                  </a:xfrm>
                </p:grpSpPr>
                <p:grpSp>
                  <p:nvGrpSpPr>
                    <p:cNvPr id="19012" name="Group 19011">
                      <a:extLst>
                        <a:ext uri="{FF2B5EF4-FFF2-40B4-BE49-F238E27FC236}">
                          <a16:creationId xmlns:a16="http://schemas.microsoft.com/office/drawing/2014/main" id="{7344DCA3-2476-39BD-DF40-4CE34788089E}"/>
                        </a:ext>
                      </a:extLst>
                    </p:cNvPr>
                    <p:cNvGrpSpPr/>
                    <p:nvPr/>
                  </p:nvGrpSpPr>
                  <p:grpSpPr>
                    <a:xfrm>
                      <a:off x="5354636" y="4022061"/>
                      <a:ext cx="214313" cy="214313"/>
                      <a:chOff x="5354637" y="3446463"/>
                      <a:chExt cx="214313" cy="214313"/>
                    </a:xfrm>
                  </p:grpSpPr>
                  <p:sp>
                    <p:nvSpPr>
                      <p:cNvPr id="19020" name="Arc 19019">
                        <a:extLst>
                          <a:ext uri="{FF2B5EF4-FFF2-40B4-BE49-F238E27FC236}">
                            <a16:creationId xmlns:a16="http://schemas.microsoft.com/office/drawing/2014/main" id="{FAB6C079-3AC7-BD6D-6381-74ED35111BF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021" name="Arc 19020">
                        <a:extLst>
                          <a:ext uri="{FF2B5EF4-FFF2-40B4-BE49-F238E27FC236}">
                            <a16:creationId xmlns:a16="http://schemas.microsoft.com/office/drawing/2014/main" id="{F5F83C2D-6ABC-56D7-D991-A37796DB141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013" name="Group 19012">
                      <a:extLst>
                        <a:ext uri="{FF2B5EF4-FFF2-40B4-BE49-F238E27FC236}">
                          <a16:creationId xmlns:a16="http://schemas.microsoft.com/office/drawing/2014/main" id="{1CF3BACA-E730-F218-5030-8BA8AB4434AD}"/>
                        </a:ext>
                      </a:extLst>
                    </p:cNvPr>
                    <p:cNvGrpSpPr/>
                    <p:nvPr/>
                  </p:nvGrpSpPr>
                  <p:grpSpPr>
                    <a:xfrm rot="14400000">
                      <a:off x="5310186" y="3977611"/>
                      <a:ext cx="303213" cy="303213"/>
                      <a:chOff x="5354637" y="3446463"/>
                      <a:chExt cx="214313" cy="214313"/>
                    </a:xfrm>
                  </p:grpSpPr>
                  <p:sp>
                    <p:nvSpPr>
                      <p:cNvPr id="19018" name="Arc 19017">
                        <a:extLst>
                          <a:ext uri="{FF2B5EF4-FFF2-40B4-BE49-F238E27FC236}">
                            <a16:creationId xmlns:a16="http://schemas.microsoft.com/office/drawing/2014/main" id="{5C074099-B248-5F61-E889-76AE7B45DAD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019" name="Arc 19018">
                        <a:extLst>
                          <a:ext uri="{FF2B5EF4-FFF2-40B4-BE49-F238E27FC236}">
                            <a16:creationId xmlns:a16="http://schemas.microsoft.com/office/drawing/2014/main" id="{AA42F433-7CA0-0FE1-8905-A956E66DF14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014" name="Group 19013">
                      <a:extLst>
                        <a:ext uri="{FF2B5EF4-FFF2-40B4-BE49-F238E27FC236}">
                          <a16:creationId xmlns:a16="http://schemas.microsoft.com/office/drawing/2014/main" id="{5D0AD3B7-CCA2-5206-E2A5-CFD93723F62D}"/>
                        </a:ext>
                      </a:extLst>
                    </p:cNvPr>
                    <p:cNvGrpSpPr/>
                    <p:nvPr/>
                  </p:nvGrpSpPr>
                  <p:grpSpPr>
                    <a:xfrm rot="7200000">
                      <a:off x="5265196" y="3932619"/>
                      <a:ext cx="393192" cy="393192"/>
                      <a:chOff x="5354637" y="3446463"/>
                      <a:chExt cx="214313" cy="214313"/>
                    </a:xfrm>
                  </p:grpSpPr>
                  <p:sp>
                    <p:nvSpPr>
                      <p:cNvPr id="19016" name="Arc 19015">
                        <a:extLst>
                          <a:ext uri="{FF2B5EF4-FFF2-40B4-BE49-F238E27FC236}">
                            <a16:creationId xmlns:a16="http://schemas.microsoft.com/office/drawing/2014/main" id="{6A8E376B-ADCC-C221-40EC-8702D7612A8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017" name="Arc 19016">
                        <a:extLst>
                          <a:ext uri="{FF2B5EF4-FFF2-40B4-BE49-F238E27FC236}">
                            <a16:creationId xmlns:a16="http://schemas.microsoft.com/office/drawing/2014/main" id="{824F089A-E726-0676-838B-715ABFB5BEC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015" name="TextBox 19014">
                      <a:extLst>
                        <a:ext uri="{FF2B5EF4-FFF2-40B4-BE49-F238E27FC236}">
                          <a16:creationId xmlns:a16="http://schemas.microsoft.com/office/drawing/2014/main" id="{4829C20C-DBC2-AB86-1DC0-E4E91A9DAAFB}"/>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8989" name="Group 18988">
                    <a:extLst>
                      <a:ext uri="{FF2B5EF4-FFF2-40B4-BE49-F238E27FC236}">
                        <a16:creationId xmlns:a16="http://schemas.microsoft.com/office/drawing/2014/main" id="{A7FB2DF8-9423-C4E6-AC8B-633ABBA97F21}"/>
                      </a:ext>
                    </a:extLst>
                  </p:cNvPr>
                  <p:cNvGrpSpPr/>
                  <p:nvPr/>
                </p:nvGrpSpPr>
                <p:grpSpPr>
                  <a:xfrm>
                    <a:off x="6512463" y="3525040"/>
                    <a:ext cx="393192" cy="393192"/>
                    <a:chOff x="6389147" y="3357021"/>
                    <a:chExt cx="393192" cy="393192"/>
                  </a:xfrm>
                </p:grpSpPr>
                <p:grpSp>
                  <p:nvGrpSpPr>
                    <p:cNvPr id="19001" name="Group 19000">
                      <a:extLst>
                        <a:ext uri="{FF2B5EF4-FFF2-40B4-BE49-F238E27FC236}">
                          <a16:creationId xmlns:a16="http://schemas.microsoft.com/office/drawing/2014/main" id="{FAA64C37-B339-9489-788D-6D9FD49F6AE8}"/>
                        </a:ext>
                      </a:extLst>
                    </p:cNvPr>
                    <p:cNvGrpSpPr/>
                    <p:nvPr/>
                  </p:nvGrpSpPr>
                  <p:grpSpPr>
                    <a:xfrm rot="7200000" flipH="1">
                      <a:off x="6389147" y="3357021"/>
                      <a:ext cx="393192" cy="393192"/>
                      <a:chOff x="5354637" y="3446463"/>
                      <a:chExt cx="214313" cy="214313"/>
                    </a:xfrm>
                  </p:grpSpPr>
                  <p:sp>
                    <p:nvSpPr>
                      <p:cNvPr id="19010" name="Arc 19009">
                        <a:extLst>
                          <a:ext uri="{FF2B5EF4-FFF2-40B4-BE49-F238E27FC236}">
                            <a16:creationId xmlns:a16="http://schemas.microsoft.com/office/drawing/2014/main" id="{32A26155-43D2-A850-0997-16D9A015F88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011" name="Arc 19010">
                        <a:extLst>
                          <a:ext uri="{FF2B5EF4-FFF2-40B4-BE49-F238E27FC236}">
                            <a16:creationId xmlns:a16="http://schemas.microsoft.com/office/drawing/2014/main" id="{A0D8B017-1B2C-47C4-08F0-F4582DBDEB9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002" name="Group 19001">
                      <a:extLst>
                        <a:ext uri="{FF2B5EF4-FFF2-40B4-BE49-F238E27FC236}">
                          <a16:creationId xmlns:a16="http://schemas.microsoft.com/office/drawing/2014/main" id="{EDFAD77A-5249-B607-A800-5E3CEAE75B85}"/>
                        </a:ext>
                      </a:extLst>
                    </p:cNvPr>
                    <p:cNvGrpSpPr/>
                    <p:nvPr/>
                  </p:nvGrpSpPr>
                  <p:grpSpPr>
                    <a:xfrm>
                      <a:off x="6434137" y="3402011"/>
                      <a:ext cx="303213" cy="303213"/>
                      <a:chOff x="6434137" y="3402011"/>
                      <a:chExt cx="303213" cy="303213"/>
                    </a:xfrm>
                  </p:grpSpPr>
                  <p:grpSp>
                    <p:nvGrpSpPr>
                      <p:cNvPr id="19003" name="Group 19002">
                        <a:extLst>
                          <a:ext uri="{FF2B5EF4-FFF2-40B4-BE49-F238E27FC236}">
                            <a16:creationId xmlns:a16="http://schemas.microsoft.com/office/drawing/2014/main" id="{BD20CBD7-CACE-2BC6-4379-824BF2C4D4C6}"/>
                          </a:ext>
                        </a:extLst>
                      </p:cNvPr>
                      <p:cNvGrpSpPr/>
                      <p:nvPr/>
                    </p:nvGrpSpPr>
                    <p:grpSpPr>
                      <a:xfrm flipH="1">
                        <a:off x="6478587" y="3446461"/>
                        <a:ext cx="214313" cy="214313"/>
                        <a:chOff x="5354637" y="3446463"/>
                        <a:chExt cx="214313" cy="214313"/>
                      </a:xfrm>
                    </p:grpSpPr>
                    <p:sp>
                      <p:nvSpPr>
                        <p:cNvPr id="19008" name="Arc 19007">
                          <a:extLst>
                            <a:ext uri="{FF2B5EF4-FFF2-40B4-BE49-F238E27FC236}">
                              <a16:creationId xmlns:a16="http://schemas.microsoft.com/office/drawing/2014/main" id="{3E8AB7CA-A579-FA5E-0FE2-8710D52BD3B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009" name="Arc 19008">
                          <a:extLst>
                            <a:ext uri="{FF2B5EF4-FFF2-40B4-BE49-F238E27FC236}">
                              <a16:creationId xmlns:a16="http://schemas.microsoft.com/office/drawing/2014/main" id="{9A9BD63E-7B87-5E45-9A36-155E21D07F4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9004" name="Group 19003">
                        <a:extLst>
                          <a:ext uri="{FF2B5EF4-FFF2-40B4-BE49-F238E27FC236}">
                            <a16:creationId xmlns:a16="http://schemas.microsoft.com/office/drawing/2014/main" id="{26B02168-DA17-0DB1-E0F9-3CC061AB5FA5}"/>
                          </a:ext>
                        </a:extLst>
                      </p:cNvPr>
                      <p:cNvGrpSpPr/>
                      <p:nvPr/>
                    </p:nvGrpSpPr>
                    <p:grpSpPr>
                      <a:xfrm rot="14400000" flipH="1">
                        <a:off x="6434137" y="3402011"/>
                        <a:ext cx="303213" cy="303213"/>
                        <a:chOff x="5354637" y="3446463"/>
                        <a:chExt cx="214313" cy="214313"/>
                      </a:xfrm>
                    </p:grpSpPr>
                    <p:sp>
                      <p:nvSpPr>
                        <p:cNvPr id="19006" name="Arc 19005">
                          <a:extLst>
                            <a:ext uri="{FF2B5EF4-FFF2-40B4-BE49-F238E27FC236}">
                              <a16:creationId xmlns:a16="http://schemas.microsoft.com/office/drawing/2014/main" id="{86E88BB0-7827-84F9-D914-C695754BFBC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007" name="Arc 19006">
                          <a:extLst>
                            <a:ext uri="{FF2B5EF4-FFF2-40B4-BE49-F238E27FC236}">
                              <a16:creationId xmlns:a16="http://schemas.microsoft.com/office/drawing/2014/main" id="{B6B6BF1B-CB97-631B-BC39-093658FFB4D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9005" name="TextBox 19004">
                        <a:extLst>
                          <a:ext uri="{FF2B5EF4-FFF2-40B4-BE49-F238E27FC236}">
                            <a16:creationId xmlns:a16="http://schemas.microsoft.com/office/drawing/2014/main" id="{32D55BE4-12B4-BB3A-F78C-96D8E94D7B84}"/>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990" name="Group 18989">
                    <a:extLst>
                      <a:ext uri="{FF2B5EF4-FFF2-40B4-BE49-F238E27FC236}">
                        <a16:creationId xmlns:a16="http://schemas.microsoft.com/office/drawing/2014/main" id="{BCE008D0-7773-B544-19F3-8BE5321B0B7E}"/>
                      </a:ext>
                    </a:extLst>
                  </p:cNvPr>
                  <p:cNvGrpSpPr/>
                  <p:nvPr/>
                </p:nvGrpSpPr>
                <p:grpSpPr>
                  <a:xfrm>
                    <a:off x="6197413" y="3225768"/>
                    <a:ext cx="393192" cy="393192"/>
                    <a:chOff x="6389147" y="3932622"/>
                    <a:chExt cx="393192" cy="393192"/>
                  </a:xfrm>
                </p:grpSpPr>
                <p:grpSp>
                  <p:nvGrpSpPr>
                    <p:cNvPr id="18991" name="Group 18990">
                      <a:extLst>
                        <a:ext uri="{FF2B5EF4-FFF2-40B4-BE49-F238E27FC236}">
                          <a16:creationId xmlns:a16="http://schemas.microsoft.com/office/drawing/2014/main" id="{C28B93DA-3871-CD36-5426-4FEB92CA3105}"/>
                        </a:ext>
                      </a:extLst>
                    </p:cNvPr>
                    <p:cNvGrpSpPr/>
                    <p:nvPr/>
                  </p:nvGrpSpPr>
                  <p:grpSpPr>
                    <a:xfrm flipH="1">
                      <a:off x="6478587" y="4022061"/>
                      <a:ext cx="214313" cy="214313"/>
                      <a:chOff x="5354637" y="3446463"/>
                      <a:chExt cx="214313" cy="214313"/>
                    </a:xfrm>
                  </p:grpSpPr>
                  <p:sp>
                    <p:nvSpPr>
                      <p:cNvPr id="18999" name="Arc 18998">
                        <a:extLst>
                          <a:ext uri="{FF2B5EF4-FFF2-40B4-BE49-F238E27FC236}">
                            <a16:creationId xmlns:a16="http://schemas.microsoft.com/office/drawing/2014/main" id="{DA90C37F-5E3C-7141-3CBB-0D1A15E1002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000" name="Arc 18999">
                        <a:extLst>
                          <a:ext uri="{FF2B5EF4-FFF2-40B4-BE49-F238E27FC236}">
                            <a16:creationId xmlns:a16="http://schemas.microsoft.com/office/drawing/2014/main" id="{4537DB40-9D2C-2903-E82D-A24F58FCBAE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992" name="Group 18991">
                      <a:extLst>
                        <a:ext uri="{FF2B5EF4-FFF2-40B4-BE49-F238E27FC236}">
                          <a16:creationId xmlns:a16="http://schemas.microsoft.com/office/drawing/2014/main" id="{9FE0171C-C6B3-F426-CC04-6175CEF969F8}"/>
                        </a:ext>
                      </a:extLst>
                    </p:cNvPr>
                    <p:cNvGrpSpPr/>
                    <p:nvPr/>
                  </p:nvGrpSpPr>
                  <p:grpSpPr>
                    <a:xfrm rot="7200000" flipH="1">
                      <a:off x="6434137" y="3977611"/>
                      <a:ext cx="303213" cy="303213"/>
                      <a:chOff x="5354637" y="3446463"/>
                      <a:chExt cx="214313" cy="214313"/>
                    </a:xfrm>
                  </p:grpSpPr>
                  <p:sp>
                    <p:nvSpPr>
                      <p:cNvPr id="18997" name="Arc 18996">
                        <a:extLst>
                          <a:ext uri="{FF2B5EF4-FFF2-40B4-BE49-F238E27FC236}">
                            <a16:creationId xmlns:a16="http://schemas.microsoft.com/office/drawing/2014/main" id="{55DAB338-7C24-67DA-F78D-8AF04001728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998" name="Arc 18997">
                        <a:extLst>
                          <a:ext uri="{FF2B5EF4-FFF2-40B4-BE49-F238E27FC236}">
                            <a16:creationId xmlns:a16="http://schemas.microsoft.com/office/drawing/2014/main" id="{4B084ADC-B5BE-AB93-B633-37F1A36AF0A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993" name="Group 18992">
                      <a:extLst>
                        <a:ext uri="{FF2B5EF4-FFF2-40B4-BE49-F238E27FC236}">
                          <a16:creationId xmlns:a16="http://schemas.microsoft.com/office/drawing/2014/main" id="{0D0EAB1F-04E8-E01F-F6BF-B3B280193EA4}"/>
                        </a:ext>
                      </a:extLst>
                    </p:cNvPr>
                    <p:cNvGrpSpPr/>
                    <p:nvPr/>
                  </p:nvGrpSpPr>
                  <p:grpSpPr>
                    <a:xfrm rot="14400000" flipH="1">
                      <a:off x="6389147" y="3932622"/>
                      <a:ext cx="393192" cy="393192"/>
                      <a:chOff x="5354637" y="3446463"/>
                      <a:chExt cx="214313" cy="214313"/>
                    </a:xfrm>
                  </p:grpSpPr>
                  <p:sp>
                    <p:nvSpPr>
                      <p:cNvPr id="18995" name="Arc 18994">
                        <a:extLst>
                          <a:ext uri="{FF2B5EF4-FFF2-40B4-BE49-F238E27FC236}">
                            <a16:creationId xmlns:a16="http://schemas.microsoft.com/office/drawing/2014/main" id="{63E63372-073B-7428-4EB9-88F5E6F19BD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996" name="Arc 18995">
                        <a:extLst>
                          <a:ext uri="{FF2B5EF4-FFF2-40B4-BE49-F238E27FC236}">
                            <a16:creationId xmlns:a16="http://schemas.microsoft.com/office/drawing/2014/main" id="{F9FBE3C2-67B1-2A84-EA35-2F8EA02815A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994" name="TextBox 18993">
                      <a:extLst>
                        <a:ext uri="{FF2B5EF4-FFF2-40B4-BE49-F238E27FC236}">
                          <a16:creationId xmlns:a16="http://schemas.microsoft.com/office/drawing/2014/main" id="{F524308D-72C2-C7CB-8A7E-8DF928A86F07}"/>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940" name="Group 18939">
                  <a:extLst>
                    <a:ext uri="{FF2B5EF4-FFF2-40B4-BE49-F238E27FC236}">
                      <a16:creationId xmlns:a16="http://schemas.microsoft.com/office/drawing/2014/main" id="{05D09B1D-504F-1544-2EC4-CA5A6E4A89A4}"/>
                    </a:ext>
                  </a:extLst>
                </p:cNvPr>
                <p:cNvGrpSpPr/>
                <p:nvPr/>
              </p:nvGrpSpPr>
              <p:grpSpPr>
                <a:xfrm>
                  <a:off x="6069086" y="3246228"/>
                  <a:ext cx="1019224" cy="991639"/>
                  <a:chOff x="5886431" y="3225768"/>
                  <a:chExt cx="1019224" cy="991639"/>
                </a:xfrm>
              </p:grpSpPr>
              <p:grpSp>
                <p:nvGrpSpPr>
                  <p:cNvPr id="18941" name="Group 18940">
                    <a:extLst>
                      <a:ext uri="{FF2B5EF4-FFF2-40B4-BE49-F238E27FC236}">
                        <a16:creationId xmlns:a16="http://schemas.microsoft.com/office/drawing/2014/main" id="{E313633B-FEC1-16D3-0F3B-79F701577167}"/>
                      </a:ext>
                    </a:extLst>
                  </p:cNvPr>
                  <p:cNvGrpSpPr/>
                  <p:nvPr/>
                </p:nvGrpSpPr>
                <p:grpSpPr>
                  <a:xfrm>
                    <a:off x="6197413" y="3824215"/>
                    <a:ext cx="393192" cy="393192"/>
                    <a:chOff x="5265196" y="3357021"/>
                    <a:chExt cx="393192" cy="393192"/>
                  </a:xfrm>
                </p:grpSpPr>
                <p:grpSp>
                  <p:nvGrpSpPr>
                    <p:cNvPr id="18976" name="Group 18975">
                      <a:extLst>
                        <a:ext uri="{FF2B5EF4-FFF2-40B4-BE49-F238E27FC236}">
                          <a16:creationId xmlns:a16="http://schemas.microsoft.com/office/drawing/2014/main" id="{19D3C79E-6522-7519-EF3D-3062FE9A7EA7}"/>
                        </a:ext>
                      </a:extLst>
                    </p:cNvPr>
                    <p:cNvGrpSpPr/>
                    <p:nvPr/>
                  </p:nvGrpSpPr>
                  <p:grpSpPr>
                    <a:xfrm rot="14400000">
                      <a:off x="5265196" y="3357021"/>
                      <a:ext cx="393192" cy="393192"/>
                      <a:chOff x="5354637" y="3446463"/>
                      <a:chExt cx="214313" cy="214313"/>
                    </a:xfrm>
                  </p:grpSpPr>
                  <p:sp>
                    <p:nvSpPr>
                      <p:cNvPr id="18985" name="Arc 18984">
                        <a:extLst>
                          <a:ext uri="{FF2B5EF4-FFF2-40B4-BE49-F238E27FC236}">
                            <a16:creationId xmlns:a16="http://schemas.microsoft.com/office/drawing/2014/main" id="{0526F823-5678-2192-9BE6-8A3EF001325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986" name="Arc 18985">
                        <a:extLst>
                          <a:ext uri="{FF2B5EF4-FFF2-40B4-BE49-F238E27FC236}">
                            <a16:creationId xmlns:a16="http://schemas.microsoft.com/office/drawing/2014/main" id="{FE28BCB9-46C2-29A1-38D5-52EA61B7BEA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977" name="Group 18976">
                      <a:extLst>
                        <a:ext uri="{FF2B5EF4-FFF2-40B4-BE49-F238E27FC236}">
                          <a16:creationId xmlns:a16="http://schemas.microsoft.com/office/drawing/2014/main" id="{203A88E0-0092-E9F9-DBF3-FD83D908DC43}"/>
                        </a:ext>
                      </a:extLst>
                    </p:cNvPr>
                    <p:cNvGrpSpPr/>
                    <p:nvPr/>
                  </p:nvGrpSpPr>
                  <p:grpSpPr>
                    <a:xfrm>
                      <a:off x="5310186" y="3402011"/>
                      <a:ext cx="303213" cy="303213"/>
                      <a:chOff x="5310186" y="3402011"/>
                      <a:chExt cx="303213" cy="303213"/>
                    </a:xfrm>
                  </p:grpSpPr>
                  <p:grpSp>
                    <p:nvGrpSpPr>
                      <p:cNvPr id="18978" name="Group 18977">
                        <a:extLst>
                          <a:ext uri="{FF2B5EF4-FFF2-40B4-BE49-F238E27FC236}">
                            <a16:creationId xmlns:a16="http://schemas.microsoft.com/office/drawing/2014/main" id="{D306D8BF-B0A9-43BA-D300-6B528A6045FF}"/>
                          </a:ext>
                        </a:extLst>
                      </p:cNvPr>
                      <p:cNvGrpSpPr/>
                      <p:nvPr/>
                    </p:nvGrpSpPr>
                    <p:grpSpPr>
                      <a:xfrm>
                        <a:off x="5354636" y="3446461"/>
                        <a:ext cx="214313" cy="214313"/>
                        <a:chOff x="5354637" y="3446463"/>
                        <a:chExt cx="214313" cy="214313"/>
                      </a:xfrm>
                    </p:grpSpPr>
                    <p:sp>
                      <p:nvSpPr>
                        <p:cNvPr id="18983" name="Arc 18982">
                          <a:extLst>
                            <a:ext uri="{FF2B5EF4-FFF2-40B4-BE49-F238E27FC236}">
                              <a16:creationId xmlns:a16="http://schemas.microsoft.com/office/drawing/2014/main" id="{96FEE124-A848-88D7-2E38-5E54DFC6065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984" name="Arc 18983">
                          <a:extLst>
                            <a:ext uri="{FF2B5EF4-FFF2-40B4-BE49-F238E27FC236}">
                              <a16:creationId xmlns:a16="http://schemas.microsoft.com/office/drawing/2014/main" id="{A490E3C3-A948-BADE-F4C2-CA6437AC70E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979" name="Group 18978">
                        <a:extLst>
                          <a:ext uri="{FF2B5EF4-FFF2-40B4-BE49-F238E27FC236}">
                            <a16:creationId xmlns:a16="http://schemas.microsoft.com/office/drawing/2014/main" id="{2569B248-CA64-0954-AB7F-9C4A69D0FEDB}"/>
                          </a:ext>
                        </a:extLst>
                      </p:cNvPr>
                      <p:cNvGrpSpPr/>
                      <p:nvPr/>
                    </p:nvGrpSpPr>
                    <p:grpSpPr>
                      <a:xfrm rot="7200000">
                        <a:off x="5310186" y="3402011"/>
                        <a:ext cx="303213" cy="303213"/>
                        <a:chOff x="5354637" y="3446463"/>
                        <a:chExt cx="214313" cy="214313"/>
                      </a:xfrm>
                    </p:grpSpPr>
                    <p:sp>
                      <p:nvSpPr>
                        <p:cNvPr id="18981" name="Arc 18980">
                          <a:extLst>
                            <a:ext uri="{FF2B5EF4-FFF2-40B4-BE49-F238E27FC236}">
                              <a16:creationId xmlns:a16="http://schemas.microsoft.com/office/drawing/2014/main" id="{3740D0F1-40EA-3F02-5C97-2EB57FE03AC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982" name="Arc 18981">
                          <a:extLst>
                            <a:ext uri="{FF2B5EF4-FFF2-40B4-BE49-F238E27FC236}">
                              <a16:creationId xmlns:a16="http://schemas.microsoft.com/office/drawing/2014/main" id="{F9D852A7-4D6B-DFF3-ED08-CF95C62FA24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980" name="TextBox 18979">
                        <a:extLst>
                          <a:ext uri="{FF2B5EF4-FFF2-40B4-BE49-F238E27FC236}">
                            <a16:creationId xmlns:a16="http://schemas.microsoft.com/office/drawing/2014/main" id="{B58210B4-E387-F76C-BA9C-C503FABEA204}"/>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942" name="Group 18941">
                    <a:extLst>
                      <a:ext uri="{FF2B5EF4-FFF2-40B4-BE49-F238E27FC236}">
                        <a16:creationId xmlns:a16="http://schemas.microsoft.com/office/drawing/2014/main" id="{70EEB1F8-1A88-1D62-3798-87FE9302CC46}"/>
                      </a:ext>
                    </a:extLst>
                  </p:cNvPr>
                  <p:cNvGrpSpPr/>
                  <p:nvPr/>
                </p:nvGrpSpPr>
                <p:grpSpPr>
                  <a:xfrm>
                    <a:off x="5886431" y="3525040"/>
                    <a:ext cx="393192" cy="393192"/>
                    <a:chOff x="5265196" y="3932619"/>
                    <a:chExt cx="393192" cy="393192"/>
                  </a:xfrm>
                </p:grpSpPr>
                <p:grpSp>
                  <p:nvGrpSpPr>
                    <p:cNvPr id="18966" name="Group 18965">
                      <a:extLst>
                        <a:ext uri="{FF2B5EF4-FFF2-40B4-BE49-F238E27FC236}">
                          <a16:creationId xmlns:a16="http://schemas.microsoft.com/office/drawing/2014/main" id="{961C0B22-BADD-3F2D-9DD2-C3B131F7C166}"/>
                        </a:ext>
                      </a:extLst>
                    </p:cNvPr>
                    <p:cNvGrpSpPr/>
                    <p:nvPr/>
                  </p:nvGrpSpPr>
                  <p:grpSpPr>
                    <a:xfrm>
                      <a:off x="5354636" y="4022061"/>
                      <a:ext cx="214313" cy="214313"/>
                      <a:chOff x="5354637" y="3446463"/>
                      <a:chExt cx="214313" cy="214313"/>
                    </a:xfrm>
                  </p:grpSpPr>
                  <p:sp>
                    <p:nvSpPr>
                      <p:cNvPr id="18974" name="Arc 18973">
                        <a:extLst>
                          <a:ext uri="{FF2B5EF4-FFF2-40B4-BE49-F238E27FC236}">
                            <a16:creationId xmlns:a16="http://schemas.microsoft.com/office/drawing/2014/main" id="{7D2F59D2-18D7-F5D8-0DA9-338456945C8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975" name="Arc 18974">
                        <a:extLst>
                          <a:ext uri="{FF2B5EF4-FFF2-40B4-BE49-F238E27FC236}">
                            <a16:creationId xmlns:a16="http://schemas.microsoft.com/office/drawing/2014/main" id="{5D66EC22-0016-54B9-1C7E-954A1CA9A83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967" name="Group 18966">
                      <a:extLst>
                        <a:ext uri="{FF2B5EF4-FFF2-40B4-BE49-F238E27FC236}">
                          <a16:creationId xmlns:a16="http://schemas.microsoft.com/office/drawing/2014/main" id="{AD01FC60-8D06-3D14-A28F-F1827A9634DA}"/>
                        </a:ext>
                      </a:extLst>
                    </p:cNvPr>
                    <p:cNvGrpSpPr/>
                    <p:nvPr/>
                  </p:nvGrpSpPr>
                  <p:grpSpPr>
                    <a:xfrm rot="14400000">
                      <a:off x="5310186" y="3977611"/>
                      <a:ext cx="303213" cy="303213"/>
                      <a:chOff x="5354637" y="3446463"/>
                      <a:chExt cx="214313" cy="214313"/>
                    </a:xfrm>
                  </p:grpSpPr>
                  <p:sp>
                    <p:nvSpPr>
                      <p:cNvPr id="18972" name="Arc 18971">
                        <a:extLst>
                          <a:ext uri="{FF2B5EF4-FFF2-40B4-BE49-F238E27FC236}">
                            <a16:creationId xmlns:a16="http://schemas.microsoft.com/office/drawing/2014/main" id="{F599ECB3-322B-CD47-FA8D-96C4D535F91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973" name="Arc 18972">
                        <a:extLst>
                          <a:ext uri="{FF2B5EF4-FFF2-40B4-BE49-F238E27FC236}">
                            <a16:creationId xmlns:a16="http://schemas.microsoft.com/office/drawing/2014/main" id="{F0B76892-DB5B-34EC-46B7-06363D276E1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968" name="Group 18967">
                      <a:extLst>
                        <a:ext uri="{FF2B5EF4-FFF2-40B4-BE49-F238E27FC236}">
                          <a16:creationId xmlns:a16="http://schemas.microsoft.com/office/drawing/2014/main" id="{58454556-C69C-FAAF-A729-245EBE716E50}"/>
                        </a:ext>
                      </a:extLst>
                    </p:cNvPr>
                    <p:cNvGrpSpPr/>
                    <p:nvPr/>
                  </p:nvGrpSpPr>
                  <p:grpSpPr>
                    <a:xfrm rot="7200000">
                      <a:off x="5265196" y="3932619"/>
                      <a:ext cx="393192" cy="393192"/>
                      <a:chOff x="5354637" y="3446463"/>
                      <a:chExt cx="214313" cy="214313"/>
                    </a:xfrm>
                  </p:grpSpPr>
                  <p:sp>
                    <p:nvSpPr>
                      <p:cNvPr id="18970" name="Arc 18969">
                        <a:extLst>
                          <a:ext uri="{FF2B5EF4-FFF2-40B4-BE49-F238E27FC236}">
                            <a16:creationId xmlns:a16="http://schemas.microsoft.com/office/drawing/2014/main" id="{7A58CAC5-C56A-6FCA-FAE5-204CF36D4B8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971" name="Arc 18970">
                        <a:extLst>
                          <a:ext uri="{FF2B5EF4-FFF2-40B4-BE49-F238E27FC236}">
                            <a16:creationId xmlns:a16="http://schemas.microsoft.com/office/drawing/2014/main" id="{143FD098-8A57-A1BD-D22A-18D39780515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969" name="TextBox 18968">
                      <a:extLst>
                        <a:ext uri="{FF2B5EF4-FFF2-40B4-BE49-F238E27FC236}">
                          <a16:creationId xmlns:a16="http://schemas.microsoft.com/office/drawing/2014/main" id="{04A416E8-D669-92C1-7064-2608E88A1252}"/>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8943" name="Group 18942">
                    <a:extLst>
                      <a:ext uri="{FF2B5EF4-FFF2-40B4-BE49-F238E27FC236}">
                        <a16:creationId xmlns:a16="http://schemas.microsoft.com/office/drawing/2014/main" id="{25C5FCB6-0183-35BA-53E0-3A4730041A8A}"/>
                      </a:ext>
                    </a:extLst>
                  </p:cNvPr>
                  <p:cNvGrpSpPr/>
                  <p:nvPr/>
                </p:nvGrpSpPr>
                <p:grpSpPr>
                  <a:xfrm>
                    <a:off x="6512463" y="3525040"/>
                    <a:ext cx="393192" cy="393192"/>
                    <a:chOff x="6389147" y="3357021"/>
                    <a:chExt cx="393192" cy="393192"/>
                  </a:xfrm>
                </p:grpSpPr>
                <p:grpSp>
                  <p:nvGrpSpPr>
                    <p:cNvPr id="18955" name="Group 18954">
                      <a:extLst>
                        <a:ext uri="{FF2B5EF4-FFF2-40B4-BE49-F238E27FC236}">
                          <a16:creationId xmlns:a16="http://schemas.microsoft.com/office/drawing/2014/main" id="{9C62FD7A-5B78-3C01-D747-860850052CFA}"/>
                        </a:ext>
                      </a:extLst>
                    </p:cNvPr>
                    <p:cNvGrpSpPr/>
                    <p:nvPr/>
                  </p:nvGrpSpPr>
                  <p:grpSpPr>
                    <a:xfrm rot="7200000" flipH="1">
                      <a:off x="6389147" y="3357021"/>
                      <a:ext cx="393192" cy="393192"/>
                      <a:chOff x="5354637" y="3446463"/>
                      <a:chExt cx="214313" cy="214313"/>
                    </a:xfrm>
                  </p:grpSpPr>
                  <p:sp>
                    <p:nvSpPr>
                      <p:cNvPr id="18964" name="Arc 18963">
                        <a:extLst>
                          <a:ext uri="{FF2B5EF4-FFF2-40B4-BE49-F238E27FC236}">
                            <a16:creationId xmlns:a16="http://schemas.microsoft.com/office/drawing/2014/main" id="{D3A1FC5D-AB6C-830D-3D61-EAD8805291E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965" name="Arc 18964">
                        <a:extLst>
                          <a:ext uri="{FF2B5EF4-FFF2-40B4-BE49-F238E27FC236}">
                            <a16:creationId xmlns:a16="http://schemas.microsoft.com/office/drawing/2014/main" id="{1AD6227E-0068-28DB-A132-64731DFBD9B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956" name="Group 18955">
                      <a:extLst>
                        <a:ext uri="{FF2B5EF4-FFF2-40B4-BE49-F238E27FC236}">
                          <a16:creationId xmlns:a16="http://schemas.microsoft.com/office/drawing/2014/main" id="{127B474A-FBAB-E227-B31A-9C61E6B3FB5F}"/>
                        </a:ext>
                      </a:extLst>
                    </p:cNvPr>
                    <p:cNvGrpSpPr/>
                    <p:nvPr/>
                  </p:nvGrpSpPr>
                  <p:grpSpPr>
                    <a:xfrm>
                      <a:off x="6434137" y="3402011"/>
                      <a:ext cx="303213" cy="303213"/>
                      <a:chOff x="6434137" y="3402011"/>
                      <a:chExt cx="303213" cy="303213"/>
                    </a:xfrm>
                  </p:grpSpPr>
                  <p:grpSp>
                    <p:nvGrpSpPr>
                      <p:cNvPr id="18957" name="Group 18956">
                        <a:extLst>
                          <a:ext uri="{FF2B5EF4-FFF2-40B4-BE49-F238E27FC236}">
                            <a16:creationId xmlns:a16="http://schemas.microsoft.com/office/drawing/2014/main" id="{7F9A4DFD-9FD7-3A10-90EB-7448033718BC}"/>
                          </a:ext>
                        </a:extLst>
                      </p:cNvPr>
                      <p:cNvGrpSpPr/>
                      <p:nvPr/>
                    </p:nvGrpSpPr>
                    <p:grpSpPr>
                      <a:xfrm flipH="1">
                        <a:off x="6478587" y="3446461"/>
                        <a:ext cx="214313" cy="214313"/>
                        <a:chOff x="5354637" y="3446463"/>
                        <a:chExt cx="214313" cy="214313"/>
                      </a:xfrm>
                    </p:grpSpPr>
                    <p:sp>
                      <p:nvSpPr>
                        <p:cNvPr id="18962" name="Arc 18961">
                          <a:extLst>
                            <a:ext uri="{FF2B5EF4-FFF2-40B4-BE49-F238E27FC236}">
                              <a16:creationId xmlns:a16="http://schemas.microsoft.com/office/drawing/2014/main" id="{BD029B52-902B-C7B1-B21C-4480A0F0529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963" name="Arc 18962">
                          <a:extLst>
                            <a:ext uri="{FF2B5EF4-FFF2-40B4-BE49-F238E27FC236}">
                              <a16:creationId xmlns:a16="http://schemas.microsoft.com/office/drawing/2014/main" id="{552DC8D4-C51B-9121-5053-09B64397341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958" name="Group 18957">
                        <a:extLst>
                          <a:ext uri="{FF2B5EF4-FFF2-40B4-BE49-F238E27FC236}">
                            <a16:creationId xmlns:a16="http://schemas.microsoft.com/office/drawing/2014/main" id="{BF062522-4203-5698-67C5-316216BDEDAF}"/>
                          </a:ext>
                        </a:extLst>
                      </p:cNvPr>
                      <p:cNvGrpSpPr/>
                      <p:nvPr/>
                    </p:nvGrpSpPr>
                    <p:grpSpPr>
                      <a:xfrm rot="14400000" flipH="1">
                        <a:off x="6434137" y="3402011"/>
                        <a:ext cx="303213" cy="303213"/>
                        <a:chOff x="5354637" y="3446463"/>
                        <a:chExt cx="214313" cy="214313"/>
                      </a:xfrm>
                    </p:grpSpPr>
                    <p:sp>
                      <p:nvSpPr>
                        <p:cNvPr id="18960" name="Arc 18959">
                          <a:extLst>
                            <a:ext uri="{FF2B5EF4-FFF2-40B4-BE49-F238E27FC236}">
                              <a16:creationId xmlns:a16="http://schemas.microsoft.com/office/drawing/2014/main" id="{BF888C29-D36B-6191-FA26-91AA4ECDD16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961" name="Arc 18960">
                          <a:extLst>
                            <a:ext uri="{FF2B5EF4-FFF2-40B4-BE49-F238E27FC236}">
                              <a16:creationId xmlns:a16="http://schemas.microsoft.com/office/drawing/2014/main" id="{9D5C0F27-137F-CD1E-5807-BBB823897E0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959" name="TextBox 18958">
                        <a:extLst>
                          <a:ext uri="{FF2B5EF4-FFF2-40B4-BE49-F238E27FC236}">
                            <a16:creationId xmlns:a16="http://schemas.microsoft.com/office/drawing/2014/main" id="{3EC59E33-786A-4E9F-5473-4AE503F9F2E3}"/>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944" name="Group 18943">
                    <a:extLst>
                      <a:ext uri="{FF2B5EF4-FFF2-40B4-BE49-F238E27FC236}">
                        <a16:creationId xmlns:a16="http://schemas.microsoft.com/office/drawing/2014/main" id="{12EFD127-BA6A-B855-C497-F7A9617F20CB}"/>
                      </a:ext>
                    </a:extLst>
                  </p:cNvPr>
                  <p:cNvGrpSpPr/>
                  <p:nvPr/>
                </p:nvGrpSpPr>
                <p:grpSpPr>
                  <a:xfrm>
                    <a:off x="6197413" y="3225768"/>
                    <a:ext cx="393192" cy="393192"/>
                    <a:chOff x="6389147" y="3932622"/>
                    <a:chExt cx="393192" cy="393192"/>
                  </a:xfrm>
                </p:grpSpPr>
                <p:grpSp>
                  <p:nvGrpSpPr>
                    <p:cNvPr id="18945" name="Group 18944">
                      <a:extLst>
                        <a:ext uri="{FF2B5EF4-FFF2-40B4-BE49-F238E27FC236}">
                          <a16:creationId xmlns:a16="http://schemas.microsoft.com/office/drawing/2014/main" id="{042D855E-1096-9721-B12D-F88E36C77336}"/>
                        </a:ext>
                      </a:extLst>
                    </p:cNvPr>
                    <p:cNvGrpSpPr/>
                    <p:nvPr/>
                  </p:nvGrpSpPr>
                  <p:grpSpPr>
                    <a:xfrm flipH="1">
                      <a:off x="6478587" y="4022061"/>
                      <a:ext cx="214313" cy="214313"/>
                      <a:chOff x="5354637" y="3446463"/>
                      <a:chExt cx="214313" cy="214313"/>
                    </a:xfrm>
                  </p:grpSpPr>
                  <p:sp>
                    <p:nvSpPr>
                      <p:cNvPr id="18953" name="Arc 18952">
                        <a:extLst>
                          <a:ext uri="{FF2B5EF4-FFF2-40B4-BE49-F238E27FC236}">
                            <a16:creationId xmlns:a16="http://schemas.microsoft.com/office/drawing/2014/main" id="{9056DD75-97FD-D381-2092-482ACDB6A65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954" name="Arc 18953">
                        <a:extLst>
                          <a:ext uri="{FF2B5EF4-FFF2-40B4-BE49-F238E27FC236}">
                            <a16:creationId xmlns:a16="http://schemas.microsoft.com/office/drawing/2014/main" id="{475823ED-D5D5-FBF6-6C60-6E9521C48FE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946" name="Group 18945">
                      <a:extLst>
                        <a:ext uri="{FF2B5EF4-FFF2-40B4-BE49-F238E27FC236}">
                          <a16:creationId xmlns:a16="http://schemas.microsoft.com/office/drawing/2014/main" id="{AAE5ABC7-DAE7-BF70-5CFC-743A591C63B1}"/>
                        </a:ext>
                      </a:extLst>
                    </p:cNvPr>
                    <p:cNvGrpSpPr/>
                    <p:nvPr/>
                  </p:nvGrpSpPr>
                  <p:grpSpPr>
                    <a:xfrm rot="7200000" flipH="1">
                      <a:off x="6434137" y="3977611"/>
                      <a:ext cx="303213" cy="303213"/>
                      <a:chOff x="5354637" y="3446463"/>
                      <a:chExt cx="214313" cy="214313"/>
                    </a:xfrm>
                  </p:grpSpPr>
                  <p:sp>
                    <p:nvSpPr>
                      <p:cNvPr id="18951" name="Arc 18950">
                        <a:extLst>
                          <a:ext uri="{FF2B5EF4-FFF2-40B4-BE49-F238E27FC236}">
                            <a16:creationId xmlns:a16="http://schemas.microsoft.com/office/drawing/2014/main" id="{51657010-A123-FF3B-6DB1-98243E4DF46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952" name="Arc 18951">
                        <a:extLst>
                          <a:ext uri="{FF2B5EF4-FFF2-40B4-BE49-F238E27FC236}">
                            <a16:creationId xmlns:a16="http://schemas.microsoft.com/office/drawing/2014/main" id="{AECA172C-CBD2-1AA0-EAF5-563822379FF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947" name="Group 18946">
                      <a:extLst>
                        <a:ext uri="{FF2B5EF4-FFF2-40B4-BE49-F238E27FC236}">
                          <a16:creationId xmlns:a16="http://schemas.microsoft.com/office/drawing/2014/main" id="{31628DF7-8648-4B7A-653C-A8B4A9441015}"/>
                        </a:ext>
                      </a:extLst>
                    </p:cNvPr>
                    <p:cNvGrpSpPr/>
                    <p:nvPr/>
                  </p:nvGrpSpPr>
                  <p:grpSpPr>
                    <a:xfrm rot="14400000" flipH="1">
                      <a:off x="6389147" y="3932622"/>
                      <a:ext cx="393192" cy="393192"/>
                      <a:chOff x="5354637" y="3446463"/>
                      <a:chExt cx="214313" cy="214313"/>
                    </a:xfrm>
                  </p:grpSpPr>
                  <p:sp>
                    <p:nvSpPr>
                      <p:cNvPr id="18949" name="Arc 18948">
                        <a:extLst>
                          <a:ext uri="{FF2B5EF4-FFF2-40B4-BE49-F238E27FC236}">
                            <a16:creationId xmlns:a16="http://schemas.microsoft.com/office/drawing/2014/main" id="{7F2D1EC8-EE70-C9B1-BB8D-E04CD85DBC1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950" name="Arc 18949">
                        <a:extLst>
                          <a:ext uri="{FF2B5EF4-FFF2-40B4-BE49-F238E27FC236}">
                            <a16:creationId xmlns:a16="http://schemas.microsoft.com/office/drawing/2014/main" id="{36614833-D06A-6F8E-5731-29320742778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948" name="TextBox 18947">
                      <a:extLst>
                        <a:ext uri="{FF2B5EF4-FFF2-40B4-BE49-F238E27FC236}">
                          <a16:creationId xmlns:a16="http://schemas.microsoft.com/office/drawing/2014/main" id="{3E90F490-75B7-2F2D-5F04-6606DDB2B750}"/>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8364" name="Group 18363">
              <a:extLst>
                <a:ext uri="{FF2B5EF4-FFF2-40B4-BE49-F238E27FC236}">
                  <a16:creationId xmlns:a16="http://schemas.microsoft.com/office/drawing/2014/main" id="{C422D979-A641-3FAD-F7E6-7C84855C7E60}"/>
                </a:ext>
              </a:extLst>
            </p:cNvPr>
            <p:cNvGrpSpPr/>
            <p:nvPr/>
          </p:nvGrpSpPr>
          <p:grpSpPr>
            <a:xfrm>
              <a:off x="-111183" y="663612"/>
              <a:ext cx="2263438" cy="2198360"/>
              <a:chOff x="5445106" y="2039507"/>
              <a:chExt cx="2263438" cy="2198360"/>
            </a:xfrm>
          </p:grpSpPr>
          <p:grpSp>
            <p:nvGrpSpPr>
              <p:cNvPr id="18747" name="Group 18746">
                <a:extLst>
                  <a:ext uri="{FF2B5EF4-FFF2-40B4-BE49-F238E27FC236}">
                    <a16:creationId xmlns:a16="http://schemas.microsoft.com/office/drawing/2014/main" id="{F90F7A8D-1384-3077-37D1-C8591AEC61A3}"/>
                  </a:ext>
                </a:extLst>
              </p:cNvPr>
              <p:cNvGrpSpPr/>
              <p:nvPr/>
            </p:nvGrpSpPr>
            <p:grpSpPr>
              <a:xfrm>
                <a:off x="5445106" y="2644743"/>
                <a:ext cx="1643204" cy="1593124"/>
                <a:chOff x="5445106" y="2644743"/>
                <a:chExt cx="1643204" cy="1593124"/>
              </a:xfrm>
            </p:grpSpPr>
            <p:grpSp>
              <p:nvGrpSpPr>
                <p:cNvPr id="18843" name="Group 18842">
                  <a:extLst>
                    <a:ext uri="{FF2B5EF4-FFF2-40B4-BE49-F238E27FC236}">
                      <a16:creationId xmlns:a16="http://schemas.microsoft.com/office/drawing/2014/main" id="{A481BBA6-25A7-7590-D38C-D1CD059A4F35}"/>
                    </a:ext>
                  </a:extLst>
                </p:cNvPr>
                <p:cNvGrpSpPr/>
                <p:nvPr/>
              </p:nvGrpSpPr>
              <p:grpSpPr>
                <a:xfrm>
                  <a:off x="5445106" y="2644743"/>
                  <a:ext cx="1019224" cy="991639"/>
                  <a:chOff x="5886431" y="3225768"/>
                  <a:chExt cx="1019224" cy="991639"/>
                </a:xfrm>
              </p:grpSpPr>
              <p:grpSp>
                <p:nvGrpSpPr>
                  <p:cNvPr id="18891" name="Group 18890">
                    <a:extLst>
                      <a:ext uri="{FF2B5EF4-FFF2-40B4-BE49-F238E27FC236}">
                        <a16:creationId xmlns:a16="http://schemas.microsoft.com/office/drawing/2014/main" id="{E5A4BD8C-DFCA-BD83-56EA-1D28FEB1F51F}"/>
                      </a:ext>
                    </a:extLst>
                  </p:cNvPr>
                  <p:cNvGrpSpPr/>
                  <p:nvPr/>
                </p:nvGrpSpPr>
                <p:grpSpPr>
                  <a:xfrm>
                    <a:off x="6197413" y="3824215"/>
                    <a:ext cx="393192" cy="393192"/>
                    <a:chOff x="5265196" y="3357021"/>
                    <a:chExt cx="393192" cy="393192"/>
                  </a:xfrm>
                </p:grpSpPr>
                <p:grpSp>
                  <p:nvGrpSpPr>
                    <p:cNvPr id="18926" name="Group 18925">
                      <a:extLst>
                        <a:ext uri="{FF2B5EF4-FFF2-40B4-BE49-F238E27FC236}">
                          <a16:creationId xmlns:a16="http://schemas.microsoft.com/office/drawing/2014/main" id="{32C8C052-898E-1A9B-4D94-56F4802981D1}"/>
                        </a:ext>
                      </a:extLst>
                    </p:cNvPr>
                    <p:cNvGrpSpPr/>
                    <p:nvPr/>
                  </p:nvGrpSpPr>
                  <p:grpSpPr>
                    <a:xfrm rot="14400000">
                      <a:off x="5265196" y="3357021"/>
                      <a:ext cx="393192" cy="393192"/>
                      <a:chOff x="5354637" y="3446463"/>
                      <a:chExt cx="214313" cy="214313"/>
                    </a:xfrm>
                  </p:grpSpPr>
                  <p:sp>
                    <p:nvSpPr>
                      <p:cNvPr id="18935" name="Arc 18934">
                        <a:extLst>
                          <a:ext uri="{FF2B5EF4-FFF2-40B4-BE49-F238E27FC236}">
                            <a16:creationId xmlns:a16="http://schemas.microsoft.com/office/drawing/2014/main" id="{D6ABED77-3760-8374-7A58-623DF56A9BE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936" name="Arc 18935">
                        <a:extLst>
                          <a:ext uri="{FF2B5EF4-FFF2-40B4-BE49-F238E27FC236}">
                            <a16:creationId xmlns:a16="http://schemas.microsoft.com/office/drawing/2014/main" id="{9D00000B-9AF1-3FCF-C152-CE7E23AC254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927" name="Group 18926">
                      <a:extLst>
                        <a:ext uri="{FF2B5EF4-FFF2-40B4-BE49-F238E27FC236}">
                          <a16:creationId xmlns:a16="http://schemas.microsoft.com/office/drawing/2014/main" id="{92D1D8F6-FEE8-0FC9-17CA-97ACE3572704}"/>
                        </a:ext>
                      </a:extLst>
                    </p:cNvPr>
                    <p:cNvGrpSpPr/>
                    <p:nvPr/>
                  </p:nvGrpSpPr>
                  <p:grpSpPr>
                    <a:xfrm>
                      <a:off x="5310186" y="3402011"/>
                      <a:ext cx="303213" cy="303213"/>
                      <a:chOff x="5310186" y="3402011"/>
                      <a:chExt cx="303213" cy="303213"/>
                    </a:xfrm>
                  </p:grpSpPr>
                  <p:grpSp>
                    <p:nvGrpSpPr>
                      <p:cNvPr id="18928" name="Group 18927">
                        <a:extLst>
                          <a:ext uri="{FF2B5EF4-FFF2-40B4-BE49-F238E27FC236}">
                            <a16:creationId xmlns:a16="http://schemas.microsoft.com/office/drawing/2014/main" id="{9F5AF18C-057C-34D1-07CA-1C958F47A43A}"/>
                          </a:ext>
                        </a:extLst>
                      </p:cNvPr>
                      <p:cNvGrpSpPr/>
                      <p:nvPr/>
                    </p:nvGrpSpPr>
                    <p:grpSpPr>
                      <a:xfrm>
                        <a:off x="5354636" y="3446461"/>
                        <a:ext cx="214313" cy="214313"/>
                        <a:chOff x="5354637" y="3446463"/>
                        <a:chExt cx="214313" cy="214313"/>
                      </a:xfrm>
                    </p:grpSpPr>
                    <p:sp>
                      <p:nvSpPr>
                        <p:cNvPr id="18933" name="Arc 18932">
                          <a:extLst>
                            <a:ext uri="{FF2B5EF4-FFF2-40B4-BE49-F238E27FC236}">
                              <a16:creationId xmlns:a16="http://schemas.microsoft.com/office/drawing/2014/main" id="{6262361A-C221-0A19-F001-58B0BD4C156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934" name="Arc 18933">
                          <a:extLst>
                            <a:ext uri="{FF2B5EF4-FFF2-40B4-BE49-F238E27FC236}">
                              <a16:creationId xmlns:a16="http://schemas.microsoft.com/office/drawing/2014/main" id="{98213476-59DB-CF44-2BDE-EA370B20748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929" name="Group 18928">
                        <a:extLst>
                          <a:ext uri="{FF2B5EF4-FFF2-40B4-BE49-F238E27FC236}">
                            <a16:creationId xmlns:a16="http://schemas.microsoft.com/office/drawing/2014/main" id="{812780FC-D6FB-7FF1-EE4B-21EA79C22C6F}"/>
                          </a:ext>
                        </a:extLst>
                      </p:cNvPr>
                      <p:cNvGrpSpPr/>
                      <p:nvPr/>
                    </p:nvGrpSpPr>
                    <p:grpSpPr>
                      <a:xfrm rot="7200000">
                        <a:off x="5310186" y="3402011"/>
                        <a:ext cx="303213" cy="303213"/>
                        <a:chOff x="5354637" y="3446463"/>
                        <a:chExt cx="214313" cy="214313"/>
                      </a:xfrm>
                    </p:grpSpPr>
                    <p:sp>
                      <p:nvSpPr>
                        <p:cNvPr id="18931" name="Arc 18930">
                          <a:extLst>
                            <a:ext uri="{FF2B5EF4-FFF2-40B4-BE49-F238E27FC236}">
                              <a16:creationId xmlns:a16="http://schemas.microsoft.com/office/drawing/2014/main" id="{EC28CA53-B709-4ED7-32FB-E470FCFC02D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932" name="Arc 18931">
                          <a:extLst>
                            <a:ext uri="{FF2B5EF4-FFF2-40B4-BE49-F238E27FC236}">
                              <a16:creationId xmlns:a16="http://schemas.microsoft.com/office/drawing/2014/main" id="{CA25B99B-E03B-23C2-63F1-86491F07A6B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930" name="TextBox 18929">
                        <a:extLst>
                          <a:ext uri="{FF2B5EF4-FFF2-40B4-BE49-F238E27FC236}">
                            <a16:creationId xmlns:a16="http://schemas.microsoft.com/office/drawing/2014/main" id="{90095E56-B1E1-68BF-0BE6-B654CBA81167}"/>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892" name="Group 18891">
                    <a:extLst>
                      <a:ext uri="{FF2B5EF4-FFF2-40B4-BE49-F238E27FC236}">
                        <a16:creationId xmlns:a16="http://schemas.microsoft.com/office/drawing/2014/main" id="{6BD46162-310E-3A75-4DE9-F9C627F43EBE}"/>
                      </a:ext>
                    </a:extLst>
                  </p:cNvPr>
                  <p:cNvGrpSpPr/>
                  <p:nvPr/>
                </p:nvGrpSpPr>
                <p:grpSpPr>
                  <a:xfrm>
                    <a:off x="5886431" y="3525040"/>
                    <a:ext cx="393192" cy="393192"/>
                    <a:chOff x="5265196" y="3932619"/>
                    <a:chExt cx="393192" cy="393192"/>
                  </a:xfrm>
                </p:grpSpPr>
                <p:grpSp>
                  <p:nvGrpSpPr>
                    <p:cNvPr id="18916" name="Group 18915">
                      <a:extLst>
                        <a:ext uri="{FF2B5EF4-FFF2-40B4-BE49-F238E27FC236}">
                          <a16:creationId xmlns:a16="http://schemas.microsoft.com/office/drawing/2014/main" id="{49A3F431-45B6-A160-B2E9-A66206175053}"/>
                        </a:ext>
                      </a:extLst>
                    </p:cNvPr>
                    <p:cNvGrpSpPr/>
                    <p:nvPr/>
                  </p:nvGrpSpPr>
                  <p:grpSpPr>
                    <a:xfrm>
                      <a:off x="5354636" y="4022061"/>
                      <a:ext cx="214313" cy="214313"/>
                      <a:chOff x="5354637" y="3446463"/>
                      <a:chExt cx="214313" cy="214313"/>
                    </a:xfrm>
                  </p:grpSpPr>
                  <p:sp>
                    <p:nvSpPr>
                      <p:cNvPr id="18924" name="Arc 18923">
                        <a:extLst>
                          <a:ext uri="{FF2B5EF4-FFF2-40B4-BE49-F238E27FC236}">
                            <a16:creationId xmlns:a16="http://schemas.microsoft.com/office/drawing/2014/main" id="{9681CC25-1086-69DA-C2C5-1F113ADE547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925" name="Arc 18924">
                        <a:extLst>
                          <a:ext uri="{FF2B5EF4-FFF2-40B4-BE49-F238E27FC236}">
                            <a16:creationId xmlns:a16="http://schemas.microsoft.com/office/drawing/2014/main" id="{151E06A6-023C-F448-E182-3F571FE866E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917" name="Group 18916">
                      <a:extLst>
                        <a:ext uri="{FF2B5EF4-FFF2-40B4-BE49-F238E27FC236}">
                          <a16:creationId xmlns:a16="http://schemas.microsoft.com/office/drawing/2014/main" id="{0C326D4B-0AED-E9A9-785A-0F20BBC3B425}"/>
                        </a:ext>
                      </a:extLst>
                    </p:cNvPr>
                    <p:cNvGrpSpPr/>
                    <p:nvPr/>
                  </p:nvGrpSpPr>
                  <p:grpSpPr>
                    <a:xfrm rot="14400000">
                      <a:off x="5310186" y="3977611"/>
                      <a:ext cx="303213" cy="303213"/>
                      <a:chOff x="5354637" y="3446463"/>
                      <a:chExt cx="214313" cy="214313"/>
                    </a:xfrm>
                  </p:grpSpPr>
                  <p:sp>
                    <p:nvSpPr>
                      <p:cNvPr id="18922" name="Arc 18921">
                        <a:extLst>
                          <a:ext uri="{FF2B5EF4-FFF2-40B4-BE49-F238E27FC236}">
                            <a16:creationId xmlns:a16="http://schemas.microsoft.com/office/drawing/2014/main" id="{AB94611B-3E44-CC94-31A8-FF6BA8F9ACD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923" name="Arc 18922">
                        <a:extLst>
                          <a:ext uri="{FF2B5EF4-FFF2-40B4-BE49-F238E27FC236}">
                            <a16:creationId xmlns:a16="http://schemas.microsoft.com/office/drawing/2014/main" id="{032142D1-4A15-D59B-3FAB-93528F3291F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918" name="Group 18917">
                      <a:extLst>
                        <a:ext uri="{FF2B5EF4-FFF2-40B4-BE49-F238E27FC236}">
                          <a16:creationId xmlns:a16="http://schemas.microsoft.com/office/drawing/2014/main" id="{A8E65D51-4617-189A-FF0B-39D5179D60D7}"/>
                        </a:ext>
                      </a:extLst>
                    </p:cNvPr>
                    <p:cNvGrpSpPr/>
                    <p:nvPr/>
                  </p:nvGrpSpPr>
                  <p:grpSpPr>
                    <a:xfrm rot="7200000">
                      <a:off x="5265196" y="3932619"/>
                      <a:ext cx="393192" cy="393192"/>
                      <a:chOff x="5354637" y="3446463"/>
                      <a:chExt cx="214313" cy="214313"/>
                    </a:xfrm>
                  </p:grpSpPr>
                  <p:sp>
                    <p:nvSpPr>
                      <p:cNvPr id="18920" name="Arc 18919">
                        <a:extLst>
                          <a:ext uri="{FF2B5EF4-FFF2-40B4-BE49-F238E27FC236}">
                            <a16:creationId xmlns:a16="http://schemas.microsoft.com/office/drawing/2014/main" id="{D3EBC902-C4C6-BAE3-1116-4F965CEBD71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921" name="Arc 18920">
                        <a:extLst>
                          <a:ext uri="{FF2B5EF4-FFF2-40B4-BE49-F238E27FC236}">
                            <a16:creationId xmlns:a16="http://schemas.microsoft.com/office/drawing/2014/main" id="{16AC4677-37A7-93F2-6743-CFFB08C925F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919" name="TextBox 18918">
                      <a:extLst>
                        <a:ext uri="{FF2B5EF4-FFF2-40B4-BE49-F238E27FC236}">
                          <a16:creationId xmlns:a16="http://schemas.microsoft.com/office/drawing/2014/main" id="{0CF5242B-BAD8-D2AF-DB7B-05D28694E0B8}"/>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8893" name="Group 18892">
                    <a:extLst>
                      <a:ext uri="{FF2B5EF4-FFF2-40B4-BE49-F238E27FC236}">
                        <a16:creationId xmlns:a16="http://schemas.microsoft.com/office/drawing/2014/main" id="{2E287D54-41FD-41BA-3DED-A7FE7762DFB6}"/>
                      </a:ext>
                    </a:extLst>
                  </p:cNvPr>
                  <p:cNvGrpSpPr/>
                  <p:nvPr/>
                </p:nvGrpSpPr>
                <p:grpSpPr>
                  <a:xfrm>
                    <a:off x="6512463" y="3525040"/>
                    <a:ext cx="393192" cy="393192"/>
                    <a:chOff x="6389147" y="3357021"/>
                    <a:chExt cx="393192" cy="393192"/>
                  </a:xfrm>
                </p:grpSpPr>
                <p:grpSp>
                  <p:nvGrpSpPr>
                    <p:cNvPr id="18905" name="Group 18904">
                      <a:extLst>
                        <a:ext uri="{FF2B5EF4-FFF2-40B4-BE49-F238E27FC236}">
                          <a16:creationId xmlns:a16="http://schemas.microsoft.com/office/drawing/2014/main" id="{65AC7557-8105-38D1-3B7B-BA121B895032}"/>
                        </a:ext>
                      </a:extLst>
                    </p:cNvPr>
                    <p:cNvGrpSpPr/>
                    <p:nvPr/>
                  </p:nvGrpSpPr>
                  <p:grpSpPr>
                    <a:xfrm rot="7200000" flipH="1">
                      <a:off x="6389147" y="3357021"/>
                      <a:ext cx="393192" cy="393192"/>
                      <a:chOff x="5354637" y="3446463"/>
                      <a:chExt cx="214313" cy="214313"/>
                    </a:xfrm>
                  </p:grpSpPr>
                  <p:sp>
                    <p:nvSpPr>
                      <p:cNvPr id="18914" name="Arc 18913">
                        <a:extLst>
                          <a:ext uri="{FF2B5EF4-FFF2-40B4-BE49-F238E27FC236}">
                            <a16:creationId xmlns:a16="http://schemas.microsoft.com/office/drawing/2014/main" id="{F8023CFF-9008-77B0-D389-09BDACE38EA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915" name="Arc 18914">
                        <a:extLst>
                          <a:ext uri="{FF2B5EF4-FFF2-40B4-BE49-F238E27FC236}">
                            <a16:creationId xmlns:a16="http://schemas.microsoft.com/office/drawing/2014/main" id="{AE199C38-197C-C32D-518A-981CEEBC50D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906" name="Group 18905">
                      <a:extLst>
                        <a:ext uri="{FF2B5EF4-FFF2-40B4-BE49-F238E27FC236}">
                          <a16:creationId xmlns:a16="http://schemas.microsoft.com/office/drawing/2014/main" id="{70BD02E0-3AC3-0443-F287-9B4C2A2663E1}"/>
                        </a:ext>
                      </a:extLst>
                    </p:cNvPr>
                    <p:cNvGrpSpPr/>
                    <p:nvPr/>
                  </p:nvGrpSpPr>
                  <p:grpSpPr>
                    <a:xfrm>
                      <a:off x="6434137" y="3402011"/>
                      <a:ext cx="303213" cy="303213"/>
                      <a:chOff x="6434137" y="3402011"/>
                      <a:chExt cx="303213" cy="303213"/>
                    </a:xfrm>
                  </p:grpSpPr>
                  <p:grpSp>
                    <p:nvGrpSpPr>
                      <p:cNvPr id="18907" name="Group 18906">
                        <a:extLst>
                          <a:ext uri="{FF2B5EF4-FFF2-40B4-BE49-F238E27FC236}">
                            <a16:creationId xmlns:a16="http://schemas.microsoft.com/office/drawing/2014/main" id="{C8E8B634-6727-4639-9B26-5DF078CF9761}"/>
                          </a:ext>
                        </a:extLst>
                      </p:cNvPr>
                      <p:cNvGrpSpPr/>
                      <p:nvPr/>
                    </p:nvGrpSpPr>
                    <p:grpSpPr>
                      <a:xfrm flipH="1">
                        <a:off x="6478587" y="3446461"/>
                        <a:ext cx="214313" cy="214313"/>
                        <a:chOff x="5354637" y="3446463"/>
                        <a:chExt cx="214313" cy="214313"/>
                      </a:xfrm>
                    </p:grpSpPr>
                    <p:sp>
                      <p:nvSpPr>
                        <p:cNvPr id="18912" name="Arc 18911">
                          <a:extLst>
                            <a:ext uri="{FF2B5EF4-FFF2-40B4-BE49-F238E27FC236}">
                              <a16:creationId xmlns:a16="http://schemas.microsoft.com/office/drawing/2014/main" id="{9354B45D-4899-F280-E7A0-ACA46A6C599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913" name="Arc 18912">
                          <a:extLst>
                            <a:ext uri="{FF2B5EF4-FFF2-40B4-BE49-F238E27FC236}">
                              <a16:creationId xmlns:a16="http://schemas.microsoft.com/office/drawing/2014/main" id="{EDBD6FA2-4BDD-2094-961E-6DCE52AB9CD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908" name="Group 18907">
                        <a:extLst>
                          <a:ext uri="{FF2B5EF4-FFF2-40B4-BE49-F238E27FC236}">
                            <a16:creationId xmlns:a16="http://schemas.microsoft.com/office/drawing/2014/main" id="{FDCCE872-14A6-0B41-1BC5-CD9536EB8369}"/>
                          </a:ext>
                        </a:extLst>
                      </p:cNvPr>
                      <p:cNvGrpSpPr/>
                      <p:nvPr/>
                    </p:nvGrpSpPr>
                    <p:grpSpPr>
                      <a:xfrm rot="14400000" flipH="1">
                        <a:off x="6434137" y="3402011"/>
                        <a:ext cx="303213" cy="303213"/>
                        <a:chOff x="5354637" y="3446463"/>
                        <a:chExt cx="214313" cy="214313"/>
                      </a:xfrm>
                    </p:grpSpPr>
                    <p:sp>
                      <p:nvSpPr>
                        <p:cNvPr id="18910" name="Arc 18909">
                          <a:extLst>
                            <a:ext uri="{FF2B5EF4-FFF2-40B4-BE49-F238E27FC236}">
                              <a16:creationId xmlns:a16="http://schemas.microsoft.com/office/drawing/2014/main" id="{E87FE4AE-D2FE-7D45-0615-95D39E34886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911" name="Arc 18910">
                          <a:extLst>
                            <a:ext uri="{FF2B5EF4-FFF2-40B4-BE49-F238E27FC236}">
                              <a16:creationId xmlns:a16="http://schemas.microsoft.com/office/drawing/2014/main" id="{76412E05-1E7F-1DD9-5AD9-264344361E2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909" name="TextBox 18908">
                        <a:extLst>
                          <a:ext uri="{FF2B5EF4-FFF2-40B4-BE49-F238E27FC236}">
                            <a16:creationId xmlns:a16="http://schemas.microsoft.com/office/drawing/2014/main" id="{06C6F413-7BE1-871B-C9EF-DD772CA37BD5}"/>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894" name="Group 18893">
                    <a:extLst>
                      <a:ext uri="{FF2B5EF4-FFF2-40B4-BE49-F238E27FC236}">
                        <a16:creationId xmlns:a16="http://schemas.microsoft.com/office/drawing/2014/main" id="{ED48B63B-79C8-157C-87AA-D26B3B621688}"/>
                      </a:ext>
                    </a:extLst>
                  </p:cNvPr>
                  <p:cNvGrpSpPr/>
                  <p:nvPr/>
                </p:nvGrpSpPr>
                <p:grpSpPr>
                  <a:xfrm>
                    <a:off x="6197413" y="3225768"/>
                    <a:ext cx="393192" cy="393192"/>
                    <a:chOff x="6389147" y="3932622"/>
                    <a:chExt cx="393192" cy="393192"/>
                  </a:xfrm>
                </p:grpSpPr>
                <p:grpSp>
                  <p:nvGrpSpPr>
                    <p:cNvPr id="18895" name="Group 18894">
                      <a:extLst>
                        <a:ext uri="{FF2B5EF4-FFF2-40B4-BE49-F238E27FC236}">
                          <a16:creationId xmlns:a16="http://schemas.microsoft.com/office/drawing/2014/main" id="{064D2630-2BEA-EFF6-6DFC-A19953EC29EF}"/>
                        </a:ext>
                      </a:extLst>
                    </p:cNvPr>
                    <p:cNvGrpSpPr/>
                    <p:nvPr/>
                  </p:nvGrpSpPr>
                  <p:grpSpPr>
                    <a:xfrm flipH="1">
                      <a:off x="6478587" y="4022061"/>
                      <a:ext cx="214313" cy="214313"/>
                      <a:chOff x="5354637" y="3446463"/>
                      <a:chExt cx="214313" cy="214313"/>
                    </a:xfrm>
                  </p:grpSpPr>
                  <p:sp>
                    <p:nvSpPr>
                      <p:cNvPr id="18903" name="Arc 18902">
                        <a:extLst>
                          <a:ext uri="{FF2B5EF4-FFF2-40B4-BE49-F238E27FC236}">
                            <a16:creationId xmlns:a16="http://schemas.microsoft.com/office/drawing/2014/main" id="{F342BAC8-D4CF-046A-CF54-9397A9FB00C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904" name="Arc 18903">
                        <a:extLst>
                          <a:ext uri="{FF2B5EF4-FFF2-40B4-BE49-F238E27FC236}">
                            <a16:creationId xmlns:a16="http://schemas.microsoft.com/office/drawing/2014/main" id="{81881358-006C-3636-806E-336CD456201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896" name="Group 18895">
                      <a:extLst>
                        <a:ext uri="{FF2B5EF4-FFF2-40B4-BE49-F238E27FC236}">
                          <a16:creationId xmlns:a16="http://schemas.microsoft.com/office/drawing/2014/main" id="{84579AB3-92E7-DA0F-06A7-525D5E700528}"/>
                        </a:ext>
                      </a:extLst>
                    </p:cNvPr>
                    <p:cNvGrpSpPr/>
                    <p:nvPr/>
                  </p:nvGrpSpPr>
                  <p:grpSpPr>
                    <a:xfrm rot="7200000" flipH="1">
                      <a:off x="6434137" y="3977611"/>
                      <a:ext cx="303213" cy="303213"/>
                      <a:chOff x="5354637" y="3446463"/>
                      <a:chExt cx="214313" cy="214313"/>
                    </a:xfrm>
                  </p:grpSpPr>
                  <p:sp>
                    <p:nvSpPr>
                      <p:cNvPr id="18901" name="Arc 18900">
                        <a:extLst>
                          <a:ext uri="{FF2B5EF4-FFF2-40B4-BE49-F238E27FC236}">
                            <a16:creationId xmlns:a16="http://schemas.microsoft.com/office/drawing/2014/main" id="{B8215514-CCEB-0507-62DB-B7D9E55A6F2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902" name="Arc 18901">
                        <a:extLst>
                          <a:ext uri="{FF2B5EF4-FFF2-40B4-BE49-F238E27FC236}">
                            <a16:creationId xmlns:a16="http://schemas.microsoft.com/office/drawing/2014/main" id="{D9C3266E-809F-ED8C-E8AA-8F3D55BE645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897" name="Group 18896">
                      <a:extLst>
                        <a:ext uri="{FF2B5EF4-FFF2-40B4-BE49-F238E27FC236}">
                          <a16:creationId xmlns:a16="http://schemas.microsoft.com/office/drawing/2014/main" id="{1EBFB4D0-E3F1-4F8A-1937-4D6D4F0B4E40}"/>
                        </a:ext>
                      </a:extLst>
                    </p:cNvPr>
                    <p:cNvGrpSpPr/>
                    <p:nvPr/>
                  </p:nvGrpSpPr>
                  <p:grpSpPr>
                    <a:xfrm rot="14400000" flipH="1">
                      <a:off x="6389147" y="3932622"/>
                      <a:ext cx="393192" cy="393192"/>
                      <a:chOff x="5354637" y="3446463"/>
                      <a:chExt cx="214313" cy="214313"/>
                    </a:xfrm>
                  </p:grpSpPr>
                  <p:sp>
                    <p:nvSpPr>
                      <p:cNvPr id="18899" name="Arc 18898">
                        <a:extLst>
                          <a:ext uri="{FF2B5EF4-FFF2-40B4-BE49-F238E27FC236}">
                            <a16:creationId xmlns:a16="http://schemas.microsoft.com/office/drawing/2014/main" id="{3CED5F60-C80C-99D0-37FF-F4B8B9B64EF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900" name="Arc 18899">
                        <a:extLst>
                          <a:ext uri="{FF2B5EF4-FFF2-40B4-BE49-F238E27FC236}">
                            <a16:creationId xmlns:a16="http://schemas.microsoft.com/office/drawing/2014/main" id="{32A17700-9AFE-8DBE-3F0B-8565AAF8B00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898" name="TextBox 18897">
                      <a:extLst>
                        <a:ext uri="{FF2B5EF4-FFF2-40B4-BE49-F238E27FC236}">
                          <a16:creationId xmlns:a16="http://schemas.microsoft.com/office/drawing/2014/main" id="{0DB89060-78B6-77F5-BA62-A37AB083CEED}"/>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844" name="Group 18843">
                  <a:extLst>
                    <a:ext uri="{FF2B5EF4-FFF2-40B4-BE49-F238E27FC236}">
                      <a16:creationId xmlns:a16="http://schemas.microsoft.com/office/drawing/2014/main" id="{443977CE-400D-C151-E98F-0D6F4AE0BE62}"/>
                    </a:ext>
                  </a:extLst>
                </p:cNvPr>
                <p:cNvGrpSpPr/>
                <p:nvPr/>
              </p:nvGrpSpPr>
              <p:grpSpPr>
                <a:xfrm>
                  <a:off x="6069086" y="3246228"/>
                  <a:ext cx="1019224" cy="991639"/>
                  <a:chOff x="5886431" y="3225768"/>
                  <a:chExt cx="1019224" cy="991639"/>
                </a:xfrm>
              </p:grpSpPr>
              <p:grpSp>
                <p:nvGrpSpPr>
                  <p:cNvPr id="18845" name="Group 18844">
                    <a:extLst>
                      <a:ext uri="{FF2B5EF4-FFF2-40B4-BE49-F238E27FC236}">
                        <a16:creationId xmlns:a16="http://schemas.microsoft.com/office/drawing/2014/main" id="{7C9F900F-E349-0806-B2BA-FF722F3AF6C4}"/>
                      </a:ext>
                    </a:extLst>
                  </p:cNvPr>
                  <p:cNvGrpSpPr/>
                  <p:nvPr/>
                </p:nvGrpSpPr>
                <p:grpSpPr>
                  <a:xfrm>
                    <a:off x="6197413" y="3824215"/>
                    <a:ext cx="393192" cy="393192"/>
                    <a:chOff x="5265196" y="3357021"/>
                    <a:chExt cx="393192" cy="393192"/>
                  </a:xfrm>
                </p:grpSpPr>
                <p:grpSp>
                  <p:nvGrpSpPr>
                    <p:cNvPr id="18880" name="Group 18879">
                      <a:extLst>
                        <a:ext uri="{FF2B5EF4-FFF2-40B4-BE49-F238E27FC236}">
                          <a16:creationId xmlns:a16="http://schemas.microsoft.com/office/drawing/2014/main" id="{89ABE1A3-B67E-5FAC-FDC9-A031FC26824D}"/>
                        </a:ext>
                      </a:extLst>
                    </p:cNvPr>
                    <p:cNvGrpSpPr/>
                    <p:nvPr/>
                  </p:nvGrpSpPr>
                  <p:grpSpPr>
                    <a:xfrm rot="14400000">
                      <a:off x="5265196" y="3357021"/>
                      <a:ext cx="393192" cy="393192"/>
                      <a:chOff x="5354637" y="3446463"/>
                      <a:chExt cx="214313" cy="214313"/>
                    </a:xfrm>
                  </p:grpSpPr>
                  <p:sp>
                    <p:nvSpPr>
                      <p:cNvPr id="18889" name="Arc 18888">
                        <a:extLst>
                          <a:ext uri="{FF2B5EF4-FFF2-40B4-BE49-F238E27FC236}">
                            <a16:creationId xmlns:a16="http://schemas.microsoft.com/office/drawing/2014/main" id="{6EB30AFC-A91C-87D7-DF69-3336A449277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890" name="Arc 18889">
                        <a:extLst>
                          <a:ext uri="{FF2B5EF4-FFF2-40B4-BE49-F238E27FC236}">
                            <a16:creationId xmlns:a16="http://schemas.microsoft.com/office/drawing/2014/main" id="{976C9D19-4771-F8C9-15BB-6266F682376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881" name="Group 18880">
                      <a:extLst>
                        <a:ext uri="{FF2B5EF4-FFF2-40B4-BE49-F238E27FC236}">
                          <a16:creationId xmlns:a16="http://schemas.microsoft.com/office/drawing/2014/main" id="{32AB9107-6537-6909-317C-8100BF597A96}"/>
                        </a:ext>
                      </a:extLst>
                    </p:cNvPr>
                    <p:cNvGrpSpPr/>
                    <p:nvPr/>
                  </p:nvGrpSpPr>
                  <p:grpSpPr>
                    <a:xfrm>
                      <a:off x="5310186" y="3402011"/>
                      <a:ext cx="303213" cy="303213"/>
                      <a:chOff x="5310186" y="3402011"/>
                      <a:chExt cx="303213" cy="303213"/>
                    </a:xfrm>
                  </p:grpSpPr>
                  <p:grpSp>
                    <p:nvGrpSpPr>
                      <p:cNvPr id="18882" name="Group 18881">
                        <a:extLst>
                          <a:ext uri="{FF2B5EF4-FFF2-40B4-BE49-F238E27FC236}">
                            <a16:creationId xmlns:a16="http://schemas.microsoft.com/office/drawing/2014/main" id="{7478D6BB-3C68-39EB-D6BF-88B906175308}"/>
                          </a:ext>
                        </a:extLst>
                      </p:cNvPr>
                      <p:cNvGrpSpPr/>
                      <p:nvPr/>
                    </p:nvGrpSpPr>
                    <p:grpSpPr>
                      <a:xfrm>
                        <a:off x="5354636" y="3446461"/>
                        <a:ext cx="214313" cy="214313"/>
                        <a:chOff x="5354637" y="3446463"/>
                        <a:chExt cx="214313" cy="214313"/>
                      </a:xfrm>
                    </p:grpSpPr>
                    <p:sp>
                      <p:nvSpPr>
                        <p:cNvPr id="18887" name="Arc 18886">
                          <a:extLst>
                            <a:ext uri="{FF2B5EF4-FFF2-40B4-BE49-F238E27FC236}">
                              <a16:creationId xmlns:a16="http://schemas.microsoft.com/office/drawing/2014/main" id="{DB9E8284-4CEB-BA8D-865C-9A00427C68F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888" name="Arc 18887">
                          <a:extLst>
                            <a:ext uri="{FF2B5EF4-FFF2-40B4-BE49-F238E27FC236}">
                              <a16:creationId xmlns:a16="http://schemas.microsoft.com/office/drawing/2014/main" id="{62290D10-82F2-8483-FA1F-3EC0DC2267B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883" name="Group 18882">
                        <a:extLst>
                          <a:ext uri="{FF2B5EF4-FFF2-40B4-BE49-F238E27FC236}">
                            <a16:creationId xmlns:a16="http://schemas.microsoft.com/office/drawing/2014/main" id="{E15317F0-7732-9359-24D8-4EB0343201B9}"/>
                          </a:ext>
                        </a:extLst>
                      </p:cNvPr>
                      <p:cNvGrpSpPr/>
                      <p:nvPr/>
                    </p:nvGrpSpPr>
                    <p:grpSpPr>
                      <a:xfrm rot="7200000">
                        <a:off x="5310186" y="3402011"/>
                        <a:ext cx="303213" cy="303213"/>
                        <a:chOff x="5354637" y="3446463"/>
                        <a:chExt cx="214313" cy="214313"/>
                      </a:xfrm>
                    </p:grpSpPr>
                    <p:sp>
                      <p:nvSpPr>
                        <p:cNvPr id="18885" name="Arc 18884">
                          <a:extLst>
                            <a:ext uri="{FF2B5EF4-FFF2-40B4-BE49-F238E27FC236}">
                              <a16:creationId xmlns:a16="http://schemas.microsoft.com/office/drawing/2014/main" id="{33D93E37-15CB-A2C7-249C-7C33A4EB6A3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886" name="Arc 18885">
                          <a:extLst>
                            <a:ext uri="{FF2B5EF4-FFF2-40B4-BE49-F238E27FC236}">
                              <a16:creationId xmlns:a16="http://schemas.microsoft.com/office/drawing/2014/main" id="{A01A0A18-F988-14F3-A1EA-44FF8341EE2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884" name="TextBox 18883">
                        <a:extLst>
                          <a:ext uri="{FF2B5EF4-FFF2-40B4-BE49-F238E27FC236}">
                            <a16:creationId xmlns:a16="http://schemas.microsoft.com/office/drawing/2014/main" id="{8F7A7FEE-A32B-662F-EDCD-8E60A0D4BF87}"/>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846" name="Group 18845">
                    <a:extLst>
                      <a:ext uri="{FF2B5EF4-FFF2-40B4-BE49-F238E27FC236}">
                        <a16:creationId xmlns:a16="http://schemas.microsoft.com/office/drawing/2014/main" id="{DB5654BA-E94A-F7DD-7B09-16CC0A3BF64C}"/>
                      </a:ext>
                    </a:extLst>
                  </p:cNvPr>
                  <p:cNvGrpSpPr/>
                  <p:nvPr/>
                </p:nvGrpSpPr>
                <p:grpSpPr>
                  <a:xfrm>
                    <a:off x="5886431" y="3525040"/>
                    <a:ext cx="393192" cy="393192"/>
                    <a:chOff x="5265196" y="3932619"/>
                    <a:chExt cx="393192" cy="393192"/>
                  </a:xfrm>
                </p:grpSpPr>
                <p:grpSp>
                  <p:nvGrpSpPr>
                    <p:cNvPr id="18870" name="Group 18869">
                      <a:extLst>
                        <a:ext uri="{FF2B5EF4-FFF2-40B4-BE49-F238E27FC236}">
                          <a16:creationId xmlns:a16="http://schemas.microsoft.com/office/drawing/2014/main" id="{2BCC18F6-42BC-8D9D-F7AD-6740277E24D5}"/>
                        </a:ext>
                      </a:extLst>
                    </p:cNvPr>
                    <p:cNvGrpSpPr/>
                    <p:nvPr/>
                  </p:nvGrpSpPr>
                  <p:grpSpPr>
                    <a:xfrm>
                      <a:off x="5354636" y="4022061"/>
                      <a:ext cx="214313" cy="214313"/>
                      <a:chOff x="5354637" y="3446463"/>
                      <a:chExt cx="214313" cy="214313"/>
                    </a:xfrm>
                  </p:grpSpPr>
                  <p:sp>
                    <p:nvSpPr>
                      <p:cNvPr id="18878" name="Arc 18877">
                        <a:extLst>
                          <a:ext uri="{FF2B5EF4-FFF2-40B4-BE49-F238E27FC236}">
                            <a16:creationId xmlns:a16="http://schemas.microsoft.com/office/drawing/2014/main" id="{413F7FF8-BC4F-6BEB-A3C0-DAABB06B2B8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879" name="Arc 18878">
                        <a:extLst>
                          <a:ext uri="{FF2B5EF4-FFF2-40B4-BE49-F238E27FC236}">
                            <a16:creationId xmlns:a16="http://schemas.microsoft.com/office/drawing/2014/main" id="{1C4617F8-D3B8-B448-4014-E3B5E54A697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871" name="Group 18870">
                      <a:extLst>
                        <a:ext uri="{FF2B5EF4-FFF2-40B4-BE49-F238E27FC236}">
                          <a16:creationId xmlns:a16="http://schemas.microsoft.com/office/drawing/2014/main" id="{C309724A-DB43-1AE9-3542-AF213B62B08F}"/>
                        </a:ext>
                      </a:extLst>
                    </p:cNvPr>
                    <p:cNvGrpSpPr/>
                    <p:nvPr/>
                  </p:nvGrpSpPr>
                  <p:grpSpPr>
                    <a:xfrm rot="14400000">
                      <a:off x="5310186" y="3977611"/>
                      <a:ext cx="303213" cy="303213"/>
                      <a:chOff x="5354637" y="3446463"/>
                      <a:chExt cx="214313" cy="214313"/>
                    </a:xfrm>
                  </p:grpSpPr>
                  <p:sp>
                    <p:nvSpPr>
                      <p:cNvPr id="18876" name="Arc 18875">
                        <a:extLst>
                          <a:ext uri="{FF2B5EF4-FFF2-40B4-BE49-F238E27FC236}">
                            <a16:creationId xmlns:a16="http://schemas.microsoft.com/office/drawing/2014/main" id="{BFA8B4A5-BFDC-EB6C-8AA9-21FDA4593AC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877" name="Arc 18876">
                        <a:extLst>
                          <a:ext uri="{FF2B5EF4-FFF2-40B4-BE49-F238E27FC236}">
                            <a16:creationId xmlns:a16="http://schemas.microsoft.com/office/drawing/2014/main" id="{604C4477-2F0D-E88B-55C7-F81C6F4A641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872" name="Group 18871">
                      <a:extLst>
                        <a:ext uri="{FF2B5EF4-FFF2-40B4-BE49-F238E27FC236}">
                          <a16:creationId xmlns:a16="http://schemas.microsoft.com/office/drawing/2014/main" id="{71D813D3-BD42-0543-2D2F-E40274404A1D}"/>
                        </a:ext>
                      </a:extLst>
                    </p:cNvPr>
                    <p:cNvGrpSpPr/>
                    <p:nvPr/>
                  </p:nvGrpSpPr>
                  <p:grpSpPr>
                    <a:xfrm rot="7200000">
                      <a:off x="5265196" y="3932619"/>
                      <a:ext cx="393192" cy="393192"/>
                      <a:chOff x="5354637" y="3446463"/>
                      <a:chExt cx="214313" cy="214313"/>
                    </a:xfrm>
                  </p:grpSpPr>
                  <p:sp>
                    <p:nvSpPr>
                      <p:cNvPr id="18874" name="Arc 18873">
                        <a:extLst>
                          <a:ext uri="{FF2B5EF4-FFF2-40B4-BE49-F238E27FC236}">
                            <a16:creationId xmlns:a16="http://schemas.microsoft.com/office/drawing/2014/main" id="{CC793BB7-3FF6-5EB0-AEBF-5A2B05B76DE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875" name="Arc 18874">
                        <a:extLst>
                          <a:ext uri="{FF2B5EF4-FFF2-40B4-BE49-F238E27FC236}">
                            <a16:creationId xmlns:a16="http://schemas.microsoft.com/office/drawing/2014/main" id="{1DE5AF7A-F30D-FEE2-B822-BE2AC5EE373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873" name="TextBox 18872">
                      <a:extLst>
                        <a:ext uri="{FF2B5EF4-FFF2-40B4-BE49-F238E27FC236}">
                          <a16:creationId xmlns:a16="http://schemas.microsoft.com/office/drawing/2014/main" id="{F7D3FA50-1D84-CFAE-4775-6C07F738476A}"/>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8847" name="Group 18846">
                    <a:extLst>
                      <a:ext uri="{FF2B5EF4-FFF2-40B4-BE49-F238E27FC236}">
                        <a16:creationId xmlns:a16="http://schemas.microsoft.com/office/drawing/2014/main" id="{695777E5-F340-31F1-1797-4122219772CD}"/>
                      </a:ext>
                    </a:extLst>
                  </p:cNvPr>
                  <p:cNvGrpSpPr/>
                  <p:nvPr/>
                </p:nvGrpSpPr>
                <p:grpSpPr>
                  <a:xfrm>
                    <a:off x="6512463" y="3525040"/>
                    <a:ext cx="393192" cy="393192"/>
                    <a:chOff x="6389147" y="3357021"/>
                    <a:chExt cx="393192" cy="393192"/>
                  </a:xfrm>
                </p:grpSpPr>
                <p:grpSp>
                  <p:nvGrpSpPr>
                    <p:cNvPr id="18859" name="Group 18858">
                      <a:extLst>
                        <a:ext uri="{FF2B5EF4-FFF2-40B4-BE49-F238E27FC236}">
                          <a16:creationId xmlns:a16="http://schemas.microsoft.com/office/drawing/2014/main" id="{4D33170B-18D4-DD87-97BA-0FC2DE174AEC}"/>
                        </a:ext>
                      </a:extLst>
                    </p:cNvPr>
                    <p:cNvGrpSpPr/>
                    <p:nvPr/>
                  </p:nvGrpSpPr>
                  <p:grpSpPr>
                    <a:xfrm rot="7200000" flipH="1">
                      <a:off x="6389147" y="3357021"/>
                      <a:ext cx="393192" cy="393192"/>
                      <a:chOff x="5354637" y="3446463"/>
                      <a:chExt cx="214313" cy="214313"/>
                    </a:xfrm>
                  </p:grpSpPr>
                  <p:sp>
                    <p:nvSpPr>
                      <p:cNvPr id="18868" name="Arc 18867">
                        <a:extLst>
                          <a:ext uri="{FF2B5EF4-FFF2-40B4-BE49-F238E27FC236}">
                            <a16:creationId xmlns:a16="http://schemas.microsoft.com/office/drawing/2014/main" id="{C8DBAF5D-48FC-2F80-D0E6-D5FB89B4733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869" name="Arc 18868">
                        <a:extLst>
                          <a:ext uri="{FF2B5EF4-FFF2-40B4-BE49-F238E27FC236}">
                            <a16:creationId xmlns:a16="http://schemas.microsoft.com/office/drawing/2014/main" id="{67ACD37D-88D2-E1D5-9316-8D574EF6C45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860" name="Group 18859">
                      <a:extLst>
                        <a:ext uri="{FF2B5EF4-FFF2-40B4-BE49-F238E27FC236}">
                          <a16:creationId xmlns:a16="http://schemas.microsoft.com/office/drawing/2014/main" id="{5B997F34-FD62-B0A4-20A7-65D0ED6220D4}"/>
                        </a:ext>
                      </a:extLst>
                    </p:cNvPr>
                    <p:cNvGrpSpPr/>
                    <p:nvPr/>
                  </p:nvGrpSpPr>
                  <p:grpSpPr>
                    <a:xfrm>
                      <a:off x="6434137" y="3402011"/>
                      <a:ext cx="303213" cy="303213"/>
                      <a:chOff x="6434137" y="3402011"/>
                      <a:chExt cx="303213" cy="303213"/>
                    </a:xfrm>
                  </p:grpSpPr>
                  <p:grpSp>
                    <p:nvGrpSpPr>
                      <p:cNvPr id="18861" name="Group 18860">
                        <a:extLst>
                          <a:ext uri="{FF2B5EF4-FFF2-40B4-BE49-F238E27FC236}">
                            <a16:creationId xmlns:a16="http://schemas.microsoft.com/office/drawing/2014/main" id="{DCBF0601-6F01-114B-E51D-37E05466503E}"/>
                          </a:ext>
                        </a:extLst>
                      </p:cNvPr>
                      <p:cNvGrpSpPr/>
                      <p:nvPr/>
                    </p:nvGrpSpPr>
                    <p:grpSpPr>
                      <a:xfrm flipH="1">
                        <a:off x="6478587" y="3446461"/>
                        <a:ext cx="214313" cy="214313"/>
                        <a:chOff x="5354637" y="3446463"/>
                        <a:chExt cx="214313" cy="214313"/>
                      </a:xfrm>
                    </p:grpSpPr>
                    <p:sp>
                      <p:nvSpPr>
                        <p:cNvPr id="18866" name="Arc 18865">
                          <a:extLst>
                            <a:ext uri="{FF2B5EF4-FFF2-40B4-BE49-F238E27FC236}">
                              <a16:creationId xmlns:a16="http://schemas.microsoft.com/office/drawing/2014/main" id="{D95BDC26-3DAD-6834-2E17-9DC8AAB4ACB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867" name="Arc 18866">
                          <a:extLst>
                            <a:ext uri="{FF2B5EF4-FFF2-40B4-BE49-F238E27FC236}">
                              <a16:creationId xmlns:a16="http://schemas.microsoft.com/office/drawing/2014/main" id="{BFA7EBC0-6BC6-F7D4-CE02-FBE8F3407FD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862" name="Group 18861">
                        <a:extLst>
                          <a:ext uri="{FF2B5EF4-FFF2-40B4-BE49-F238E27FC236}">
                            <a16:creationId xmlns:a16="http://schemas.microsoft.com/office/drawing/2014/main" id="{BF4B42A8-A774-FF04-5FD1-F45C4EA8FA9B}"/>
                          </a:ext>
                        </a:extLst>
                      </p:cNvPr>
                      <p:cNvGrpSpPr/>
                      <p:nvPr/>
                    </p:nvGrpSpPr>
                    <p:grpSpPr>
                      <a:xfrm rot="14400000" flipH="1">
                        <a:off x="6434137" y="3402011"/>
                        <a:ext cx="303213" cy="303213"/>
                        <a:chOff x="5354637" y="3446463"/>
                        <a:chExt cx="214313" cy="214313"/>
                      </a:xfrm>
                    </p:grpSpPr>
                    <p:sp>
                      <p:nvSpPr>
                        <p:cNvPr id="18864" name="Arc 18863">
                          <a:extLst>
                            <a:ext uri="{FF2B5EF4-FFF2-40B4-BE49-F238E27FC236}">
                              <a16:creationId xmlns:a16="http://schemas.microsoft.com/office/drawing/2014/main" id="{C34D57CF-DEC9-EB34-1644-5D1F5DA80AB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865" name="Arc 18864">
                          <a:extLst>
                            <a:ext uri="{FF2B5EF4-FFF2-40B4-BE49-F238E27FC236}">
                              <a16:creationId xmlns:a16="http://schemas.microsoft.com/office/drawing/2014/main" id="{04589B5F-44E5-CC11-CAC3-EBBCC5E4B70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863" name="TextBox 18862">
                        <a:extLst>
                          <a:ext uri="{FF2B5EF4-FFF2-40B4-BE49-F238E27FC236}">
                            <a16:creationId xmlns:a16="http://schemas.microsoft.com/office/drawing/2014/main" id="{F7DD6DBB-551E-7AF8-03D2-E31EB0DD9FA6}"/>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848" name="Group 18847">
                    <a:extLst>
                      <a:ext uri="{FF2B5EF4-FFF2-40B4-BE49-F238E27FC236}">
                        <a16:creationId xmlns:a16="http://schemas.microsoft.com/office/drawing/2014/main" id="{FBF5D8FF-7543-D9BC-B2CE-49C28E08C61E}"/>
                      </a:ext>
                    </a:extLst>
                  </p:cNvPr>
                  <p:cNvGrpSpPr/>
                  <p:nvPr/>
                </p:nvGrpSpPr>
                <p:grpSpPr>
                  <a:xfrm>
                    <a:off x="6197413" y="3225768"/>
                    <a:ext cx="393192" cy="393192"/>
                    <a:chOff x="6389147" y="3932622"/>
                    <a:chExt cx="393192" cy="393192"/>
                  </a:xfrm>
                </p:grpSpPr>
                <p:grpSp>
                  <p:nvGrpSpPr>
                    <p:cNvPr id="18849" name="Group 18848">
                      <a:extLst>
                        <a:ext uri="{FF2B5EF4-FFF2-40B4-BE49-F238E27FC236}">
                          <a16:creationId xmlns:a16="http://schemas.microsoft.com/office/drawing/2014/main" id="{A22624B0-D057-56A3-3A84-3151EB64E5F3}"/>
                        </a:ext>
                      </a:extLst>
                    </p:cNvPr>
                    <p:cNvGrpSpPr/>
                    <p:nvPr/>
                  </p:nvGrpSpPr>
                  <p:grpSpPr>
                    <a:xfrm flipH="1">
                      <a:off x="6478587" y="4022061"/>
                      <a:ext cx="214313" cy="214313"/>
                      <a:chOff x="5354637" y="3446463"/>
                      <a:chExt cx="214313" cy="214313"/>
                    </a:xfrm>
                  </p:grpSpPr>
                  <p:sp>
                    <p:nvSpPr>
                      <p:cNvPr id="18857" name="Arc 18856">
                        <a:extLst>
                          <a:ext uri="{FF2B5EF4-FFF2-40B4-BE49-F238E27FC236}">
                            <a16:creationId xmlns:a16="http://schemas.microsoft.com/office/drawing/2014/main" id="{B950A6AA-E3A0-2C06-B1D9-5DDD8770AE1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858" name="Arc 18857">
                        <a:extLst>
                          <a:ext uri="{FF2B5EF4-FFF2-40B4-BE49-F238E27FC236}">
                            <a16:creationId xmlns:a16="http://schemas.microsoft.com/office/drawing/2014/main" id="{902C3C9C-34D5-5437-538E-E44CBE80335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850" name="Group 18849">
                      <a:extLst>
                        <a:ext uri="{FF2B5EF4-FFF2-40B4-BE49-F238E27FC236}">
                          <a16:creationId xmlns:a16="http://schemas.microsoft.com/office/drawing/2014/main" id="{E8AEA923-26A9-8B19-5CE4-FAAA8FA8EB95}"/>
                        </a:ext>
                      </a:extLst>
                    </p:cNvPr>
                    <p:cNvGrpSpPr/>
                    <p:nvPr/>
                  </p:nvGrpSpPr>
                  <p:grpSpPr>
                    <a:xfrm rot="7200000" flipH="1">
                      <a:off x="6434137" y="3977611"/>
                      <a:ext cx="303213" cy="303213"/>
                      <a:chOff x="5354637" y="3446463"/>
                      <a:chExt cx="214313" cy="214313"/>
                    </a:xfrm>
                  </p:grpSpPr>
                  <p:sp>
                    <p:nvSpPr>
                      <p:cNvPr id="18855" name="Arc 18854">
                        <a:extLst>
                          <a:ext uri="{FF2B5EF4-FFF2-40B4-BE49-F238E27FC236}">
                            <a16:creationId xmlns:a16="http://schemas.microsoft.com/office/drawing/2014/main" id="{CD502F0C-1133-1EC8-CAD7-56D2C809252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856" name="Arc 18855">
                        <a:extLst>
                          <a:ext uri="{FF2B5EF4-FFF2-40B4-BE49-F238E27FC236}">
                            <a16:creationId xmlns:a16="http://schemas.microsoft.com/office/drawing/2014/main" id="{F6F6AFF2-4A60-A68D-92AC-CF2A5CD1178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851" name="Group 18850">
                      <a:extLst>
                        <a:ext uri="{FF2B5EF4-FFF2-40B4-BE49-F238E27FC236}">
                          <a16:creationId xmlns:a16="http://schemas.microsoft.com/office/drawing/2014/main" id="{971A4942-700C-96DD-BAF1-9DF4BAD1AFE7}"/>
                        </a:ext>
                      </a:extLst>
                    </p:cNvPr>
                    <p:cNvGrpSpPr/>
                    <p:nvPr/>
                  </p:nvGrpSpPr>
                  <p:grpSpPr>
                    <a:xfrm rot="14400000" flipH="1">
                      <a:off x="6389147" y="3932622"/>
                      <a:ext cx="393192" cy="393192"/>
                      <a:chOff x="5354637" y="3446463"/>
                      <a:chExt cx="214313" cy="214313"/>
                    </a:xfrm>
                  </p:grpSpPr>
                  <p:sp>
                    <p:nvSpPr>
                      <p:cNvPr id="18853" name="Arc 18852">
                        <a:extLst>
                          <a:ext uri="{FF2B5EF4-FFF2-40B4-BE49-F238E27FC236}">
                            <a16:creationId xmlns:a16="http://schemas.microsoft.com/office/drawing/2014/main" id="{B7FBE041-C77B-B357-6B52-0B4D3E456B4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854" name="Arc 18853">
                        <a:extLst>
                          <a:ext uri="{FF2B5EF4-FFF2-40B4-BE49-F238E27FC236}">
                            <a16:creationId xmlns:a16="http://schemas.microsoft.com/office/drawing/2014/main" id="{260CD92D-3120-FD4D-960F-BB5D030462A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852" name="TextBox 18851">
                      <a:extLst>
                        <a:ext uri="{FF2B5EF4-FFF2-40B4-BE49-F238E27FC236}">
                          <a16:creationId xmlns:a16="http://schemas.microsoft.com/office/drawing/2014/main" id="{41AF278B-C085-69D9-154E-074EE6CD3F9D}"/>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8748" name="Group 18747">
                <a:extLst>
                  <a:ext uri="{FF2B5EF4-FFF2-40B4-BE49-F238E27FC236}">
                    <a16:creationId xmlns:a16="http://schemas.microsoft.com/office/drawing/2014/main" id="{E99EFFB9-4C6A-867A-E500-6125C3E99548}"/>
                  </a:ext>
                </a:extLst>
              </p:cNvPr>
              <p:cNvGrpSpPr/>
              <p:nvPr/>
            </p:nvGrpSpPr>
            <p:grpSpPr>
              <a:xfrm>
                <a:off x="6065340" y="2039507"/>
                <a:ext cx="1643204" cy="1593124"/>
                <a:chOff x="5445106" y="2644743"/>
                <a:chExt cx="1643204" cy="1593124"/>
              </a:xfrm>
            </p:grpSpPr>
            <p:grpSp>
              <p:nvGrpSpPr>
                <p:cNvPr id="18749" name="Group 18748">
                  <a:extLst>
                    <a:ext uri="{FF2B5EF4-FFF2-40B4-BE49-F238E27FC236}">
                      <a16:creationId xmlns:a16="http://schemas.microsoft.com/office/drawing/2014/main" id="{96D9F8EB-C6CA-63CC-E976-1FFEB88B73B8}"/>
                    </a:ext>
                  </a:extLst>
                </p:cNvPr>
                <p:cNvGrpSpPr/>
                <p:nvPr/>
              </p:nvGrpSpPr>
              <p:grpSpPr>
                <a:xfrm>
                  <a:off x="5445106" y="2644743"/>
                  <a:ext cx="1019224" cy="991639"/>
                  <a:chOff x="5886431" y="3225768"/>
                  <a:chExt cx="1019224" cy="991639"/>
                </a:xfrm>
              </p:grpSpPr>
              <p:grpSp>
                <p:nvGrpSpPr>
                  <p:cNvPr id="18797" name="Group 18796">
                    <a:extLst>
                      <a:ext uri="{FF2B5EF4-FFF2-40B4-BE49-F238E27FC236}">
                        <a16:creationId xmlns:a16="http://schemas.microsoft.com/office/drawing/2014/main" id="{9C221E1E-AC42-3D15-0242-D6345AF24EDE}"/>
                      </a:ext>
                    </a:extLst>
                  </p:cNvPr>
                  <p:cNvGrpSpPr/>
                  <p:nvPr/>
                </p:nvGrpSpPr>
                <p:grpSpPr>
                  <a:xfrm>
                    <a:off x="6197413" y="3824215"/>
                    <a:ext cx="393192" cy="393192"/>
                    <a:chOff x="5265196" y="3357021"/>
                    <a:chExt cx="393192" cy="393192"/>
                  </a:xfrm>
                </p:grpSpPr>
                <p:grpSp>
                  <p:nvGrpSpPr>
                    <p:cNvPr id="18832" name="Group 18831">
                      <a:extLst>
                        <a:ext uri="{FF2B5EF4-FFF2-40B4-BE49-F238E27FC236}">
                          <a16:creationId xmlns:a16="http://schemas.microsoft.com/office/drawing/2014/main" id="{8A56B741-D955-49FC-4C10-0492F54C4E81}"/>
                        </a:ext>
                      </a:extLst>
                    </p:cNvPr>
                    <p:cNvGrpSpPr/>
                    <p:nvPr/>
                  </p:nvGrpSpPr>
                  <p:grpSpPr>
                    <a:xfrm rot="14400000">
                      <a:off x="5265196" y="3357021"/>
                      <a:ext cx="393192" cy="393192"/>
                      <a:chOff x="5354637" y="3446463"/>
                      <a:chExt cx="214313" cy="214313"/>
                    </a:xfrm>
                  </p:grpSpPr>
                  <p:sp>
                    <p:nvSpPr>
                      <p:cNvPr id="18841" name="Arc 18840">
                        <a:extLst>
                          <a:ext uri="{FF2B5EF4-FFF2-40B4-BE49-F238E27FC236}">
                            <a16:creationId xmlns:a16="http://schemas.microsoft.com/office/drawing/2014/main" id="{19BF23A0-58AF-1620-6E8D-2FE6EF8166F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842" name="Arc 18841">
                        <a:extLst>
                          <a:ext uri="{FF2B5EF4-FFF2-40B4-BE49-F238E27FC236}">
                            <a16:creationId xmlns:a16="http://schemas.microsoft.com/office/drawing/2014/main" id="{B6616EC5-7F40-BEA1-541A-1FD0A4A33EE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833" name="Group 18832">
                      <a:extLst>
                        <a:ext uri="{FF2B5EF4-FFF2-40B4-BE49-F238E27FC236}">
                          <a16:creationId xmlns:a16="http://schemas.microsoft.com/office/drawing/2014/main" id="{FA5935D6-15CD-2AFE-4870-BE8549DF2518}"/>
                        </a:ext>
                      </a:extLst>
                    </p:cNvPr>
                    <p:cNvGrpSpPr/>
                    <p:nvPr/>
                  </p:nvGrpSpPr>
                  <p:grpSpPr>
                    <a:xfrm>
                      <a:off x="5310186" y="3402011"/>
                      <a:ext cx="303213" cy="303213"/>
                      <a:chOff x="5310186" y="3402011"/>
                      <a:chExt cx="303213" cy="303213"/>
                    </a:xfrm>
                  </p:grpSpPr>
                  <p:grpSp>
                    <p:nvGrpSpPr>
                      <p:cNvPr id="18834" name="Group 18833">
                        <a:extLst>
                          <a:ext uri="{FF2B5EF4-FFF2-40B4-BE49-F238E27FC236}">
                            <a16:creationId xmlns:a16="http://schemas.microsoft.com/office/drawing/2014/main" id="{0A6F2721-1596-14B5-27F3-27A02F782F9C}"/>
                          </a:ext>
                        </a:extLst>
                      </p:cNvPr>
                      <p:cNvGrpSpPr/>
                      <p:nvPr/>
                    </p:nvGrpSpPr>
                    <p:grpSpPr>
                      <a:xfrm>
                        <a:off x="5354636" y="3446461"/>
                        <a:ext cx="214313" cy="214313"/>
                        <a:chOff x="5354637" y="3446463"/>
                        <a:chExt cx="214313" cy="214313"/>
                      </a:xfrm>
                    </p:grpSpPr>
                    <p:sp>
                      <p:nvSpPr>
                        <p:cNvPr id="18839" name="Arc 18838">
                          <a:extLst>
                            <a:ext uri="{FF2B5EF4-FFF2-40B4-BE49-F238E27FC236}">
                              <a16:creationId xmlns:a16="http://schemas.microsoft.com/office/drawing/2014/main" id="{DD27F6F3-9128-8B31-866D-F6D6A9CEBD6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840" name="Arc 18839">
                          <a:extLst>
                            <a:ext uri="{FF2B5EF4-FFF2-40B4-BE49-F238E27FC236}">
                              <a16:creationId xmlns:a16="http://schemas.microsoft.com/office/drawing/2014/main" id="{B541A062-B71F-A681-A28F-E4859AC1417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835" name="Group 18834">
                        <a:extLst>
                          <a:ext uri="{FF2B5EF4-FFF2-40B4-BE49-F238E27FC236}">
                            <a16:creationId xmlns:a16="http://schemas.microsoft.com/office/drawing/2014/main" id="{2CA4A75E-5E7F-2157-A559-884674FD5653}"/>
                          </a:ext>
                        </a:extLst>
                      </p:cNvPr>
                      <p:cNvGrpSpPr/>
                      <p:nvPr/>
                    </p:nvGrpSpPr>
                    <p:grpSpPr>
                      <a:xfrm rot="7200000">
                        <a:off x="5310186" y="3402011"/>
                        <a:ext cx="303213" cy="303213"/>
                        <a:chOff x="5354637" y="3446463"/>
                        <a:chExt cx="214313" cy="214313"/>
                      </a:xfrm>
                    </p:grpSpPr>
                    <p:sp>
                      <p:nvSpPr>
                        <p:cNvPr id="18837" name="Arc 18836">
                          <a:extLst>
                            <a:ext uri="{FF2B5EF4-FFF2-40B4-BE49-F238E27FC236}">
                              <a16:creationId xmlns:a16="http://schemas.microsoft.com/office/drawing/2014/main" id="{5045F69C-6EB8-D63D-C33D-3BBC814C82B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838" name="Arc 18837">
                          <a:extLst>
                            <a:ext uri="{FF2B5EF4-FFF2-40B4-BE49-F238E27FC236}">
                              <a16:creationId xmlns:a16="http://schemas.microsoft.com/office/drawing/2014/main" id="{ACE77A8E-1831-3725-EFED-74CEB36FCC3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836" name="TextBox 18835">
                        <a:extLst>
                          <a:ext uri="{FF2B5EF4-FFF2-40B4-BE49-F238E27FC236}">
                            <a16:creationId xmlns:a16="http://schemas.microsoft.com/office/drawing/2014/main" id="{8E9D82CA-EF56-8042-07FF-14B566DA7D73}"/>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798" name="Group 18797">
                    <a:extLst>
                      <a:ext uri="{FF2B5EF4-FFF2-40B4-BE49-F238E27FC236}">
                        <a16:creationId xmlns:a16="http://schemas.microsoft.com/office/drawing/2014/main" id="{AB88E5E8-248F-A15E-C423-DCAE69693B05}"/>
                      </a:ext>
                    </a:extLst>
                  </p:cNvPr>
                  <p:cNvGrpSpPr/>
                  <p:nvPr/>
                </p:nvGrpSpPr>
                <p:grpSpPr>
                  <a:xfrm>
                    <a:off x="5886431" y="3525040"/>
                    <a:ext cx="393192" cy="393192"/>
                    <a:chOff x="5265196" y="3932619"/>
                    <a:chExt cx="393192" cy="393192"/>
                  </a:xfrm>
                </p:grpSpPr>
                <p:grpSp>
                  <p:nvGrpSpPr>
                    <p:cNvPr id="18822" name="Group 18821">
                      <a:extLst>
                        <a:ext uri="{FF2B5EF4-FFF2-40B4-BE49-F238E27FC236}">
                          <a16:creationId xmlns:a16="http://schemas.microsoft.com/office/drawing/2014/main" id="{B931A438-6931-EAB0-F29D-55A5F1A89EB6}"/>
                        </a:ext>
                      </a:extLst>
                    </p:cNvPr>
                    <p:cNvGrpSpPr/>
                    <p:nvPr/>
                  </p:nvGrpSpPr>
                  <p:grpSpPr>
                    <a:xfrm>
                      <a:off x="5354636" y="4022061"/>
                      <a:ext cx="214313" cy="214313"/>
                      <a:chOff x="5354637" y="3446463"/>
                      <a:chExt cx="214313" cy="214313"/>
                    </a:xfrm>
                  </p:grpSpPr>
                  <p:sp>
                    <p:nvSpPr>
                      <p:cNvPr id="18830" name="Arc 18829">
                        <a:extLst>
                          <a:ext uri="{FF2B5EF4-FFF2-40B4-BE49-F238E27FC236}">
                            <a16:creationId xmlns:a16="http://schemas.microsoft.com/office/drawing/2014/main" id="{8D0C249A-7CA1-E3F4-7FC7-68893502EB6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831" name="Arc 18830">
                        <a:extLst>
                          <a:ext uri="{FF2B5EF4-FFF2-40B4-BE49-F238E27FC236}">
                            <a16:creationId xmlns:a16="http://schemas.microsoft.com/office/drawing/2014/main" id="{EF70685E-EF29-19A7-F0B2-D787F599723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823" name="Group 18822">
                      <a:extLst>
                        <a:ext uri="{FF2B5EF4-FFF2-40B4-BE49-F238E27FC236}">
                          <a16:creationId xmlns:a16="http://schemas.microsoft.com/office/drawing/2014/main" id="{EE65BFB0-225A-13DF-BF23-EB695BC1A59B}"/>
                        </a:ext>
                      </a:extLst>
                    </p:cNvPr>
                    <p:cNvGrpSpPr/>
                    <p:nvPr/>
                  </p:nvGrpSpPr>
                  <p:grpSpPr>
                    <a:xfrm rot="14400000">
                      <a:off x="5310186" y="3977611"/>
                      <a:ext cx="303213" cy="303213"/>
                      <a:chOff x="5354637" y="3446463"/>
                      <a:chExt cx="214313" cy="214313"/>
                    </a:xfrm>
                  </p:grpSpPr>
                  <p:sp>
                    <p:nvSpPr>
                      <p:cNvPr id="18828" name="Arc 18827">
                        <a:extLst>
                          <a:ext uri="{FF2B5EF4-FFF2-40B4-BE49-F238E27FC236}">
                            <a16:creationId xmlns:a16="http://schemas.microsoft.com/office/drawing/2014/main" id="{B6569E00-6417-A13C-3450-44775029A07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829" name="Arc 18828">
                        <a:extLst>
                          <a:ext uri="{FF2B5EF4-FFF2-40B4-BE49-F238E27FC236}">
                            <a16:creationId xmlns:a16="http://schemas.microsoft.com/office/drawing/2014/main" id="{29DFF8BB-3D1A-A303-A875-4032098761D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824" name="Group 18823">
                      <a:extLst>
                        <a:ext uri="{FF2B5EF4-FFF2-40B4-BE49-F238E27FC236}">
                          <a16:creationId xmlns:a16="http://schemas.microsoft.com/office/drawing/2014/main" id="{BFB348B0-8670-FDB3-3815-06F83CC012E8}"/>
                        </a:ext>
                      </a:extLst>
                    </p:cNvPr>
                    <p:cNvGrpSpPr/>
                    <p:nvPr/>
                  </p:nvGrpSpPr>
                  <p:grpSpPr>
                    <a:xfrm rot="7200000">
                      <a:off x="5265196" y="3932619"/>
                      <a:ext cx="393192" cy="393192"/>
                      <a:chOff x="5354637" y="3446463"/>
                      <a:chExt cx="214313" cy="214313"/>
                    </a:xfrm>
                  </p:grpSpPr>
                  <p:sp>
                    <p:nvSpPr>
                      <p:cNvPr id="18826" name="Arc 18825">
                        <a:extLst>
                          <a:ext uri="{FF2B5EF4-FFF2-40B4-BE49-F238E27FC236}">
                            <a16:creationId xmlns:a16="http://schemas.microsoft.com/office/drawing/2014/main" id="{8685C209-12C2-82A6-6328-08690620399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827" name="Arc 18826">
                        <a:extLst>
                          <a:ext uri="{FF2B5EF4-FFF2-40B4-BE49-F238E27FC236}">
                            <a16:creationId xmlns:a16="http://schemas.microsoft.com/office/drawing/2014/main" id="{0331BD4B-2126-FCFC-DCCB-640423CFF37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825" name="TextBox 18824">
                      <a:extLst>
                        <a:ext uri="{FF2B5EF4-FFF2-40B4-BE49-F238E27FC236}">
                          <a16:creationId xmlns:a16="http://schemas.microsoft.com/office/drawing/2014/main" id="{3B4B5EFF-C53A-DF5C-59D4-BA6741D67AB1}"/>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8799" name="Group 18798">
                    <a:extLst>
                      <a:ext uri="{FF2B5EF4-FFF2-40B4-BE49-F238E27FC236}">
                        <a16:creationId xmlns:a16="http://schemas.microsoft.com/office/drawing/2014/main" id="{6A7A7E72-98D8-4144-13D3-37BD38AE14F5}"/>
                      </a:ext>
                    </a:extLst>
                  </p:cNvPr>
                  <p:cNvGrpSpPr/>
                  <p:nvPr/>
                </p:nvGrpSpPr>
                <p:grpSpPr>
                  <a:xfrm>
                    <a:off x="6512463" y="3525040"/>
                    <a:ext cx="393192" cy="393192"/>
                    <a:chOff x="6389147" y="3357021"/>
                    <a:chExt cx="393192" cy="393192"/>
                  </a:xfrm>
                </p:grpSpPr>
                <p:grpSp>
                  <p:nvGrpSpPr>
                    <p:cNvPr id="18811" name="Group 18810">
                      <a:extLst>
                        <a:ext uri="{FF2B5EF4-FFF2-40B4-BE49-F238E27FC236}">
                          <a16:creationId xmlns:a16="http://schemas.microsoft.com/office/drawing/2014/main" id="{661BA7F1-B2E4-03E5-9442-AF4E84F5634D}"/>
                        </a:ext>
                      </a:extLst>
                    </p:cNvPr>
                    <p:cNvGrpSpPr/>
                    <p:nvPr/>
                  </p:nvGrpSpPr>
                  <p:grpSpPr>
                    <a:xfrm rot="7200000" flipH="1">
                      <a:off x="6389147" y="3357021"/>
                      <a:ext cx="393192" cy="393192"/>
                      <a:chOff x="5354637" y="3446463"/>
                      <a:chExt cx="214313" cy="214313"/>
                    </a:xfrm>
                  </p:grpSpPr>
                  <p:sp>
                    <p:nvSpPr>
                      <p:cNvPr id="18820" name="Arc 18819">
                        <a:extLst>
                          <a:ext uri="{FF2B5EF4-FFF2-40B4-BE49-F238E27FC236}">
                            <a16:creationId xmlns:a16="http://schemas.microsoft.com/office/drawing/2014/main" id="{F27CA6AB-0945-902B-35F4-6DB3E43DABC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821" name="Arc 18820">
                        <a:extLst>
                          <a:ext uri="{FF2B5EF4-FFF2-40B4-BE49-F238E27FC236}">
                            <a16:creationId xmlns:a16="http://schemas.microsoft.com/office/drawing/2014/main" id="{998EFC38-2A83-720C-85EA-687EC84A533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812" name="Group 18811">
                      <a:extLst>
                        <a:ext uri="{FF2B5EF4-FFF2-40B4-BE49-F238E27FC236}">
                          <a16:creationId xmlns:a16="http://schemas.microsoft.com/office/drawing/2014/main" id="{9D73E0EE-FFEC-BADB-E112-5F36B773B107}"/>
                        </a:ext>
                      </a:extLst>
                    </p:cNvPr>
                    <p:cNvGrpSpPr/>
                    <p:nvPr/>
                  </p:nvGrpSpPr>
                  <p:grpSpPr>
                    <a:xfrm>
                      <a:off x="6434137" y="3402011"/>
                      <a:ext cx="303213" cy="303213"/>
                      <a:chOff x="6434137" y="3402011"/>
                      <a:chExt cx="303213" cy="303213"/>
                    </a:xfrm>
                  </p:grpSpPr>
                  <p:grpSp>
                    <p:nvGrpSpPr>
                      <p:cNvPr id="18813" name="Group 18812">
                        <a:extLst>
                          <a:ext uri="{FF2B5EF4-FFF2-40B4-BE49-F238E27FC236}">
                            <a16:creationId xmlns:a16="http://schemas.microsoft.com/office/drawing/2014/main" id="{0E6DD9FD-2CBF-47BA-AF9C-F8E4FD6E6CDF}"/>
                          </a:ext>
                        </a:extLst>
                      </p:cNvPr>
                      <p:cNvGrpSpPr/>
                      <p:nvPr/>
                    </p:nvGrpSpPr>
                    <p:grpSpPr>
                      <a:xfrm flipH="1">
                        <a:off x="6478587" y="3446461"/>
                        <a:ext cx="214313" cy="214313"/>
                        <a:chOff x="5354637" y="3446463"/>
                        <a:chExt cx="214313" cy="214313"/>
                      </a:xfrm>
                    </p:grpSpPr>
                    <p:sp>
                      <p:nvSpPr>
                        <p:cNvPr id="18818" name="Arc 18817">
                          <a:extLst>
                            <a:ext uri="{FF2B5EF4-FFF2-40B4-BE49-F238E27FC236}">
                              <a16:creationId xmlns:a16="http://schemas.microsoft.com/office/drawing/2014/main" id="{120BC6B8-C2D4-22D7-D094-A917A442816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819" name="Arc 18818">
                          <a:extLst>
                            <a:ext uri="{FF2B5EF4-FFF2-40B4-BE49-F238E27FC236}">
                              <a16:creationId xmlns:a16="http://schemas.microsoft.com/office/drawing/2014/main" id="{3F47DB30-8E23-B81B-32E4-E3E97DF2292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814" name="Group 18813">
                        <a:extLst>
                          <a:ext uri="{FF2B5EF4-FFF2-40B4-BE49-F238E27FC236}">
                            <a16:creationId xmlns:a16="http://schemas.microsoft.com/office/drawing/2014/main" id="{D59B17EE-5CF5-4A42-AB3B-3197CD6C1E0D}"/>
                          </a:ext>
                        </a:extLst>
                      </p:cNvPr>
                      <p:cNvGrpSpPr/>
                      <p:nvPr/>
                    </p:nvGrpSpPr>
                    <p:grpSpPr>
                      <a:xfrm rot="14400000" flipH="1">
                        <a:off x="6434137" y="3402011"/>
                        <a:ext cx="303213" cy="303213"/>
                        <a:chOff x="5354637" y="3446463"/>
                        <a:chExt cx="214313" cy="214313"/>
                      </a:xfrm>
                    </p:grpSpPr>
                    <p:sp>
                      <p:nvSpPr>
                        <p:cNvPr id="18816" name="Arc 18815">
                          <a:extLst>
                            <a:ext uri="{FF2B5EF4-FFF2-40B4-BE49-F238E27FC236}">
                              <a16:creationId xmlns:a16="http://schemas.microsoft.com/office/drawing/2014/main" id="{E2690FC3-BE81-569A-B4F0-D7A3580D868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817" name="Arc 18816">
                          <a:extLst>
                            <a:ext uri="{FF2B5EF4-FFF2-40B4-BE49-F238E27FC236}">
                              <a16:creationId xmlns:a16="http://schemas.microsoft.com/office/drawing/2014/main" id="{2B6398BB-DEC5-7212-8551-A227DD3AA55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815" name="TextBox 18814">
                        <a:extLst>
                          <a:ext uri="{FF2B5EF4-FFF2-40B4-BE49-F238E27FC236}">
                            <a16:creationId xmlns:a16="http://schemas.microsoft.com/office/drawing/2014/main" id="{25FB2AA5-EB04-41E3-C5D8-D98C38FA932A}"/>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800" name="Group 18799">
                    <a:extLst>
                      <a:ext uri="{FF2B5EF4-FFF2-40B4-BE49-F238E27FC236}">
                        <a16:creationId xmlns:a16="http://schemas.microsoft.com/office/drawing/2014/main" id="{5904AEE5-613A-504C-A00B-C89E70BF797A}"/>
                      </a:ext>
                    </a:extLst>
                  </p:cNvPr>
                  <p:cNvGrpSpPr/>
                  <p:nvPr/>
                </p:nvGrpSpPr>
                <p:grpSpPr>
                  <a:xfrm>
                    <a:off x="6197413" y="3225768"/>
                    <a:ext cx="393192" cy="393192"/>
                    <a:chOff x="6389147" y="3932622"/>
                    <a:chExt cx="393192" cy="393192"/>
                  </a:xfrm>
                </p:grpSpPr>
                <p:grpSp>
                  <p:nvGrpSpPr>
                    <p:cNvPr id="18801" name="Group 18800">
                      <a:extLst>
                        <a:ext uri="{FF2B5EF4-FFF2-40B4-BE49-F238E27FC236}">
                          <a16:creationId xmlns:a16="http://schemas.microsoft.com/office/drawing/2014/main" id="{4169E7E7-6191-E598-BE8B-F2963FB1949C}"/>
                        </a:ext>
                      </a:extLst>
                    </p:cNvPr>
                    <p:cNvGrpSpPr/>
                    <p:nvPr/>
                  </p:nvGrpSpPr>
                  <p:grpSpPr>
                    <a:xfrm flipH="1">
                      <a:off x="6478587" y="4022061"/>
                      <a:ext cx="214313" cy="214313"/>
                      <a:chOff x="5354637" y="3446463"/>
                      <a:chExt cx="214313" cy="214313"/>
                    </a:xfrm>
                  </p:grpSpPr>
                  <p:sp>
                    <p:nvSpPr>
                      <p:cNvPr id="18809" name="Arc 18808">
                        <a:extLst>
                          <a:ext uri="{FF2B5EF4-FFF2-40B4-BE49-F238E27FC236}">
                            <a16:creationId xmlns:a16="http://schemas.microsoft.com/office/drawing/2014/main" id="{C3ACF2AA-5492-AFFB-6ED1-8EA819E89F1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810" name="Arc 18809">
                        <a:extLst>
                          <a:ext uri="{FF2B5EF4-FFF2-40B4-BE49-F238E27FC236}">
                            <a16:creationId xmlns:a16="http://schemas.microsoft.com/office/drawing/2014/main" id="{44EB737E-B563-5027-9AAC-F41AB2A7572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802" name="Group 18801">
                      <a:extLst>
                        <a:ext uri="{FF2B5EF4-FFF2-40B4-BE49-F238E27FC236}">
                          <a16:creationId xmlns:a16="http://schemas.microsoft.com/office/drawing/2014/main" id="{7FE290F2-8DBB-A4A0-B41D-5C9747659FEA}"/>
                        </a:ext>
                      </a:extLst>
                    </p:cNvPr>
                    <p:cNvGrpSpPr/>
                    <p:nvPr/>
                  </p:nvGrpSpPr>
                  <p:grpSpPr>
                    <a:xfrm rot="7200000" flipH="1">
                      <a:off x="6434137" y="3977611"/>
                      <a:ext cx="303213" cy="303213"/>
                      <a:chOff x="5354637" y="3446463"/>
                      <a:chExt cx="214313" cy="214313"/>
                    </a:xfrm>
                  </p:grpSpPr>
                  <p:sp>
                    <p:nvSpPr>
                      <p:cNvPr id="18807" name="Arc 18806">
                        <a:extLst>
                          <a:ext uri="{FF2B5EF4-FFF2-40B4-BE49-F238E27FC236}">
                            <a16:creationId xmlns:a16="http://schemas.microsoft.com/office/drawing/2014/main" id="{F60072FE-C93E-27ED-BBD4-37872F55A21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808" name="Arc 18807">
                        <a:extLst>
                          <a:ext uri="{FF2B5EF4-FFF2-40B4-BE49-F238E27FC236}">
                            <a16:creationId xmlns:a16="http://schemas.microsoft.com/office/drawing/2014/main" id="{741D4281-6ED0-67A1-3C20-AA1240E5AAF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803" name="Group 18802">
                      <a:extLst>
                        <a:ext uri="{FF2B5EF4-FFF2-40B4-BE49-F238E27FC236}">
                          <a16:creationId xmlns:a16="http://schemas.microsoft.com/office/drawing/2014/main" id="{03B9CB2F-C621-FA43-378E-F2155C7B52AD}"/>
                        </a:ext>
                      </a:extLst>
                    </p:cNvPr>
                    <p:cNvGrpSpPr/>
                    <p:nvPr/>
                  </p:nvGrpSpPr>
                  <p:grpSpPr>
                    <a:xfrm rot="14400000" flipH="1">
                      <a:off x="6389147" y="3932622"/>
                      <a:ext cx="393192" cy="393192"/>
                      <a:chOff x="5354637" y="3446463"/>
                      <a:chExt cx="214313" cy="214313"/>
                    </a:xfrm>
                  </p:grpSpPr>
                  <p:sp>
                    <p:nvSpPr>
                      <p:cNvPr id="18805" name="Arc 18804">
                        <a:extLst>
                          <a:ext uri="{FF2B5EF4-FFF2-40B4-BE49-F238E27FC236}">
                            <a16:creationId xmlns:a16="http://schemas.microsoft.com/office/drawing/2014/main" id="{F4DFF6C3-73F5-DFD0-E269-2A5B739EEAF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806" name="Arc 18805">
                        <a:extLst>
                          <a:ext uri="{FF2B5EF4-FFF2-40B4-BE49-F238E27FC236}">
                            <a16:creationId xmlns:a16="http://schemas.microsoft.com/office/drawing/2014/main" id="{F9573B62-0DC4-C1FF-02BA-9D0373C5B94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804" name="TextBox 18803">
                      <a:extLst>
                        <a:ext uri="{FF2B5EF4-FFF2-40B4-BE49-F238E27FC236}">
                          <a16:creationId xmlns:a16="http://schemas.microsoft.com/office/drawing/2014/main" id="{ACFA54C7-82CA-44A2-3CC7-C12F302E5CCF}"/>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750" name="Group 18749">
                  <a:extLst>
                    <a:ext uri="{FF2B5EF4-FFF2-40B4-BE49-F238E27FC236}">
                      <a16:creationId xmlns:a16="http://schemas.microsoft.com/office/drawing/2014/main" id="{9C131250-7AFB-1071-47AA-63445E704F66}"/>
                    </a:ext>
                  </a:extLst>
                </p:cNvPr>
                <p:cNvGrpSpPr/>
                <p:nvPr/>
              </p:nvGrpSpPr>
              <p:grpSpPr>
                <a:xfrm>
                  <a:off x="6069086" y="3246228"/>
                  <a:ext cx="1019224" cy="991639"/>
                  <a:chOff x="5886431" y="3225768"/>
                  <a:chExt cx="1019224" cy="991639"/>
                </a:xfrm>
              </p:grpSpPr>
              <p:grpSp>
                <p:nvGrpSpPr>
                  <p:cNvPr id="18751" name="Group 18750">
                    <a:extLst>
                      <a:ext uri="{FF2B5EF4-FFF2-40B4-BE49-F238E27FC236}">
                        <a16:creationId xmlns:a16="http://schemas.microsoft.com/office/drawing/2014/main" id="{8E2B1C65-5D0B-E891-5212-8E97B4F5B026}"/>
                      </a:ext>
                    </a:extLst>
                  </p:cNvPr>
                  <p:cNvGrpSpPr/>
                  <p:nvPr/>
                </p:nvGrpSpPr>
                <p:grpSpPr>
                  <a:xfrm>
                    <a:off x="6197413" y="3824215"/>
                    <a:ext cx="393192" cy="393192"/>
                    <a:chOff x="5265196" y="3357021"/>
                    <a:chExt cx="393192" cy="393192"/>
                  </a:xfrm>
                </p:grpSpPr>
                <p:grpSp>
                  <p:nvGrpSpPr>
                    <p:cNvPr id="18786" name="Group 18785">
                      <a:extLst>
                        <a:ext uri="{FF2B5EF4-FFF2-40B4-BE49-F238E27FC236}">
                          <a16:creationId xmlns:a16="http://schemas.microsoft.com/office/drawing/2014/main" id="{9475935E-D34F-621D-AADF-EB4127EEDB30}"/>
                        </a:ext>
                      </a:extLst>
                    </p:cNvPr>
                    <p:cNvGrpSpPr/>
                    <p:nvPr/>
                  </p:nvGrpSpPr>
                  <p:grpSpPr>
                    <a:xfrm rot="14400000">
                      <a:off x="5265196" y="3357021"/>
                      <a:ext cx="393192" cy="393192"/>
                      <a:chOff x="5354637" y="3446463"/>
                      <a:chExt cx="214313" cy="214313"/>
                    </a:xfrm>
                  </p:grpSpPr>
                  <p:sp>
                    <p:nvSpPr>
                      <p:cNvPr id="18795" name="Arc 18794">
                        <a:extLst>
                          <a:ext uri="{FF2B5EF4-FFF2-40B4-BE49-F238E27FC236}">
                            <a16:creationId xmlns:a16="http://schemas.microsoft.com/office/drawing/2014/main" id="{2B5C172E-92D1-1A28-4C1A-C1C47886E21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796" name="Arc 18795">
                        <a:extLst>
                          <a:ext uri="{FF2B5EF4-FFF2-40B4-BE49-F238E27FC236}">
                            <a16:creationId xmlns:a16="http://schemas.microsoft.com/office/drawing/2014/main" id="{4122AF23-1A32-7495-A5BB-1F1D1D668D6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787" name="Group 18786">
                      <a:extLst>
                        <a:ext uri="{FF2B5EF4-FFF2-40B4-BE49-F238E27FC236}">
                          <a16:creationId xmlns:a16="http://schemas.microsoft.com/office/drawing/2014/main" id="{0B6CEBB0-CB87-EDE7-78CE-867622C62621}"/>
                        </a:ext>
                      </a:extLst>
                    </p:cNvPr>
                    <p:cNvGrpSpPr/>
                    <p:nvPr/>
                  </p:nvGrpSpPr>
                  <p:grpSpPr>
                    <a:xfrm>
                      <a:off x="5310186" y="3402011"/>
                      <a:ext cx="303213" cy="303213"/>
                      <a:chOff x="5310186" y="3402011"/>
                      <a:chExt cx="303213" cy="303213"/>
                    </a:xfrm>
                  </p:grpSpPr>
                  <p:grpSp>
                    <p:nvGrpSpPr>
                      <p:cNvPr id="18788" name="Group 18787">
                        <a:extLst>
                          <a:ext uri="{FF2B5EF4-FFF2-40B4-BE49-F238E27FC236}">
                            <a16:creationId xmlns:a16="http://schemas.microsoft.com/office/drawing/2014/main" id="{84989683-77C0-BBAF-12D6-33DA4B746C03}"/>
                          </a:ext>
                        </a:extLst>
                      </p:cNvPr>
                      <p:cNvGrpSpPr/>
                      <p:nvPr/>
                    </p:nvGrpSpPr>
                    <p:grpSpPr>
                      <a:xfrm>
                        <a:off x="5354636" y="3446461"/>
                        <a:ext cx="214313" cy="214313"/>
                        <a:chOff x="5354637" y="3446463"/>
                        <a:chExt cx="214313" cy="214313"/>
                      </a:xfrm>
                    </p:grpSpPr>
                    <p:sp>
                      <p:nvSpPr>
                        <p:cNvPr id="18793" name="Arc 18792">
                          <a:extLst>
                            <a:ext uri="{FF2B5EF4-FFF2-40B4-BE49-F238E27FC236}">
                              <a16:creationId xmlns:a16="http://schemas.microsoft.com/office/drawing/2014/main" id="{B206800D-E5F6-BA2D-E24C-5C4C238736D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794" name="Arc 18793">
                          <a:extLst>
                            <a:ext uri="{FF2B5EF4-FFF2-40B4-BE49-F238E27FC236}">
                              <a16:creationId xmlns:a16="http://schemas.microsoft.com/office/drawing/2014/main" id="{E0728E0D-E51C-83A7-EE7D-21AE91B6630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789" name="Group 18788">
                        <a:extLst>
                          <a:ext uri="{FF2B5EF4-FFF2-40B4-BE49-F238E27FC236}">
                            <a16:creationId xmlns:a16="http://schemas.microsoft.com/office/drawing/2014/main" id="{3568C611-C6F1-C80E-F98F-E60105A4B085}"/>
                          </a:ext>
                        </a:extLst>
                      </p:cNvPr>
                      <p:cNvGrpSpPr/>
                      <p:nvPr/>
                    </p:nvGrpSpPr>
                    <p:grpSpPr>
                      <a:xfrm rot="7200000">
                        <a:off x="5310186" y="3402011"/>
                        <a:ext cx="303213" cy="303213"/>
                        <a:chOff x="5354637" y="3446463"/>
                        <a:chExt cx="214313" cy="214313"/>
                      </a:xfrm>
                    </p:grpSpPr>
                    <p:sp>
                      <p:nvSpPr>
                        <p:cNvPr id="18791" name="Arc 18790">
                          <a:extLst>
                            <a:ext uri="{FF2B5EF4-FFF2-40B4-BE49-F238E27FC236}">
                              <a16:creationId xmlns:a16="http://schemas.microsoft.com/office/drawing/2014/main" id="{AC0216E7-3BAC-4E78-1951-527823BD7B2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792" name="Arc 18791">
                          <a:extLst>
                            <a:ext uri="{FF2B5EF4-FFF2-40B4-BE49-F238E27FC236}">
                              <a16:creationId xmlns:a16="http://schemas.microsoft.com/office/drawing/2014/main" id="{2946586F-280B-4437-7680-2D1845FACD2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790" name="TextBox 18789">
                        <a:extLst>
                          <a:ext uri="{FF2B5EF4-FFF2-40B4-BE49-F238E27FC236}">
                            <a16:creationId xmlns:a16="http://schemas.microsoft.com/office/drawing/2014/main" id="{8B66B82C-C992-6D39-C530-D13043D01EAD}"/>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752" name="Group 18751">
                    <a:extLst>
                      <a:ext uri="{FF2B5EF4-FFF2-40B4-BE49-F238E27FC236}">
                        <a16:creationId xmlns:a16="http://schemas.microsoft.com/office/drawing/2014/main" id="{590B387F-9861-D997-DA42-44EE883BD342}"/>
                      </a:ext>
                    </a:extLst>
                  </p:cNvPr>
                  <p:cNvGrpSpPr/>
                  <p:nvPr/>
                </p:nvGrpSpPr>
                <p:grpSpPr>
                  <a:xfrm>
                    <a:off x="5886431" y="3525040"/>
                    <a:ext cx="393192" cy="393192"/>
                    <a:chOff x="5265196" y="3932619"/>
                    <a:chExt cx="393192" cy="393192"/>
                  </a:xfrm>
                </p:grpSpPr>
                <p:grpSp>
                  <p:nvGrpSpPr>
                    <p:cNvPr id="18776" name="Group 18775">
                      <a:extLst>
                        <a:ext uri="{FF2B5EF4-FFF2-40B4-BE49-F238E27FC236}">
                          <a16:creationId xmlns:a16="http://schemas.microsoft.com/office/drawing/2014/main" id="{6D8E2DF6-319F-6152-C60F-76E11D44845D}"/>
                        </a:ext>
                      </a:extLst>
                    </p:cNvPr>
                    <p:cNvGrpSpPr/>
                    <p:nvPr/>
                  </p:nvGrpSpPr>
                  <p:grpSpPr>
                    <a:xfrm>
                      <a:off x="5354636" y="4022061"/>
                      <a:ext cx="214313" cy="214313"/>
                      <a:chOff x="5354637" y="3446463"/>
                      <a:chExt cx="214313" cy="214313"/>
                    </a:xfrm>
                  </p:grpSpPr>
                  <p:sp>
                    <p:nvSpPr>
                      <p:cNvPr id="18784" name="Arc 18783">
                        <a:extLst>
                          <a:ext uri="{FF2B5EF4-FFF2-40B4-BE49-F238E27FC236}">
                            <a16:creationId xmlns:a16="http://schemas.microsoft.com/office/drawing/2014/main" id="{88A88506-1815-BD86-5B16-91990D5840F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785" name="Arc 18784">
                        <a:extLst>
                          <a:ext uri="{FF2B5EF4-FFF2-40B4-BE49-F238E27FC236}">
                            <a16:creationId xmlns:a16="http://schemas.microsoft.com/office/drawing/2014/main" id="{0F274A55-A72C-23FE-8B88-85296F7DB39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777" name="Group 18776">
                      <a:extLst>
                        <a:ext uri="{FF2B5EF4-FFF2-40B4-BE49-F238E27FC236}">
                          <a16:creationId xmlns:a16="http://schemas.microsoft.com/office/drawing/2014/main" id="{E202EACC-37C4-78E5-541C-EBD7E00D8D42}"/>
                        </a:ext>
                      </a:extLst>
                    </p:cNvPr>
                    <p:cNvGrpSpPr/>
                    <p:nvPr/>
                  </p:nvGrpSpPr>
                  <p:grpSpPr>
                    <a:xfrm rot="14400000">
                      <a:off x="5310186" y="3977611"/>
                      <a:ext cx="303213" cy="303213"/>
                      <a:chOff x="5354637" y="3446463"/>
                      <a:chExt cx="214313" cy="214313"/>
                    </a:xfrm>
                  </p:grpSpPr>
                  <p:sp>
                    <p:nvSpPr>
                      <p:cNvPr id="18782" name="Arc 18781">
                        <a:extLst>
                          <a:ext uri="{FF2B5EF4-FFF2-40B4-BE49-F238E27FC236}">
                            <a16:creationId xmlns:a16="http://schemas.microsoft.com/office/drawing/2014/main" id="{F255CB7C-DA16-ED7F-54F7-C6E5C2800A0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783" name="Arc 18782">
                        <a:extLst>
                          <a:ext uri="{FF2B5EF4-FFF2-40B4-BE49-F238E27FC236}">
                            <a16:creationId xmlns:a16="http://schemas.microsoft.com/office/drawing/2014/main" id="{A976AC59-BB0D-B15E-1FA4-E3885EAB601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778" name="Group 18777">
                      <a:extLst>
                        <a:ext uri="{FF2B5EF4-FFF2-40B4-BE49-F238E27FC236}">
                          <a16:creationId xmlns:a16="http://schemas.microsoft.com/office/drawing/2014/main" id="{E50760F1-82CE-F14B-E91F-F398A6237CD6}"/>
                        </a:ext>
                      </a:extLst>
                    </p:cNvPr>
                    <p:cNvGrpSpPr/>
                    <p:nvPr/>
                  </p:nvGrpSpPr>
                  <p:grpSpPr>
                    <a:xfrm rot="7200000">
                      <a:off x="5265196" y="3932619"/>
                      <a:ext cx="393192" cy="393192"/>
                      <a:chOff x="5354637" y="3446463"/>
                      <a:chExt cx="214313" cy="214313"/>
                    </a:xfrm>
                  </p:grpSpPr>
                  <p:sp>
                    <p:nvSpPr>
                      <p:cNvPr id="18780" name="Arc 18779">
                        <a:extLst>
                          <a:ext uri="{FF2B5EF4-FFF2-40B4-BE49-F238E27FC236}">
                            <a16:creationId xmlns:a16="http://schemas.microsoft.com/office/drawing/2014/main" id="{475F5089-F4E2-7009-99CB-EE42E6A782E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781" name="Arc 18780">
                        <a:extLst>
                          <a:ext uri="{FF2B5EF4-FFF2-40B4-BE49-F238E27FC236}">
                            <a16:creationId xmlns:a16="http://schemas.microsoft.com/office/drawing/2014/main" id="{05E562C2-75DF-CAB5-74E7-FAD98C7544A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779" name="TextBox 18778">
                      <a:extLst>
                        <a:ext uri="{FF2B5EF4-FFF2-40B4-BE49-F238E27FC236}">
                          <a16:creationId xmlns:a16="http://schemas.microsoft.com/office/drawing/2014/main" id="{9C21F05C-9BCF-60D9-0307-32C4704206B1}"/>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8753" name="Group 18752">
                    <a:extLst>
                      <a:ext uri="{FF2B5EF4-FFF2-40B4-BE49-F238E27FC236}">
                        <a16:creationId xmlns:a16="http://schemas.microsoft.com/office/drawing/2014/main" id="{28585B5C-CAB4-7CDE-D262-A292C80434BC}"/>
                      </a:ext>
                    </a:extLst>
                  </p:cNvPr>
                  <p:cNvGrpSpPr/>
                  <p:nvPr/>
                </p:nvGrpSpPr>
                <p:grpSpPr>
                  <a:xfrm>
                    <a:off x="6512463" y="3525040"/>
                    <a:ext cx="393192" cy="393192"/>
                    <a:chOff x="6389147" y="3357021"/>
                    <a:chExt cx="393192" cy="393192"/>
                  </a:xfrm>
                </p:grpSpPr>
                <p:grpSp>
                  <p:nvGrpSpPr>
                    <p:cNvPr id="18765" name="Group 18764">
                      <a:extLst>
                        <a:ext uri="{FF2B5EF4-FFF2-40B4-BE49-F238E27FC236}">
                          <a16:creationId xmlns:a16="http://schemas.microsoft.com/office/drawing/2014/main" id="{2BAC35F2-F439-DF0A-CDE9-6E044F1280E3}"/>
                        </a:ext>
                      </a:extLst>
                    </p:cNvPr>
                    <p:cNvGrpSpPr/>
                    <p:nvPr/>
                  </p:nvGrpSpPr>
                  <p:grpSpPr>
                    <a:xfrm rot="7200000" flipH="1">
                      <a:off x="6389147" y="3357021"/>
                      <a:ext cx="393192" cy="393192"/>
                      <a:chOff x="5354637" y="3446463"/>
                      <a:chExt cx="214313" cy="214313"/>
                    </a:xfrm>
                  </p:grpSpPr>
                  <p:sp>
                    <p:nvSpPr>
                      <p:cNvPr id="18774" name="Arc 18773">
                        <a:extLst>
                          <a:ext uri="{FF2B5EF4-FFF2-40B4-BE49-F238E27FC236}">
                            <a16:creationId xmlns:a16="http://schemas.microsoft.com/office/drawing/2014/main" id="{4AD7F22F-2380-2EDB-B400-DB0E2654177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775" name="Arc 18774">
                        <a:extLst>
                          <a:ext uri="{FF2B5EF4-FFF2-40B4-BE49-F238E27FC236}">
                            <a16:creationId xmlns:a16="http://schemas.microsoft.com/office/drawing/2014/main" id="{F4982136-A429-2DC6-6A0A-905B3812DC5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766" name="Group 18765">
                      <a:extLst>
                        <a:ext uri="{FF2B5EF4-FFF2-40B4-BE49-F238E27FC236}">
                          <a16:creationId xmlns:a16="http://schemas.microsoft.com/office/drawing/2014/main" id="{C1FE6D15-2682-C909-8BF3-858250B5576E}"/>
                        </a:ext>
                      </a:extLst>
                    </p:cNvPr>
                    <p:cNvGrpSpPr/>
                    <p:nvPr/>
                  </p:nvGrpSpPr>
                  <p:grpSpPr>
                    <a:xfrm>
                      <a:off x="6434137" y="3402011"/>
                      <a:ext cx="303213" cy="303213"/>
                      <a:chOff x="6434137" y="3402011"/>
                      <a:chExt cx="303213" cy="303213"/>
                    </a:xfrm>
                  </p:grpSpPr>
                  <p:grpSp>
                    <p:nvGrpSpPr>
                      <p:cNvPr id="18767" name="Group 18766">
                        <a:extLst>
                          <a:ext uri="{FF2B5EF4-FFF2-40B4-BE49-F238E27FC236}">
                            <a16:creationId xmlns:a16="http://schemas.microsoft.com/office/drawing/2014/main" id="{97BEB9E4-16D7-EC4C-130F-2F9CC657689E}"/>
                          </a:ext>
                        </a:extLst>
                      </p:cNvPr>
                      <p:cNvGrpSpPr/>
                      <p:nvPr/>
                    </p:nvGrpSpPr>
                    <p:grpSpPr>
                      <a:xfrm flipH="1">
                        <a:off x="6478587" y="3446461"/>
                        <a:ext cx="214313" cy="214313"/>
                        <a:chOff x="5354637" y="3446463"/>
                        <a:chExt cx="214313" cy="214313"/>
                      </a:xfrm>
                    </p:grpSpPr>
                    <p:sp>
                      <p:nvSpPr>
                        <p:cNvPr id="18772" name="Arc 18771">
                          <a:extLst>
                            <a:ext uri="{FF2B5EF4-FFF2-40B4-BE49-F238E27FC236}">
                              <a16:creationId xmlns:a16="http://schemas.microsoft.com/office/drawing/2014/main" id="{A2AFE228-8578-7FF3-B094-EEF56C841F3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773" name="Arc 18772">
                          <a:extLst>
                            <a:ext uri="{FF2B5EF4-FFF2-40B4-BE49-F238E27FC236}">
                              <a16:creationId xmlns:a16="http://schemas.microsoft.com/office/drawing/2014/main" id="{24F004C1-8CA1-D174-B4FA-7740CA8C092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768" name="Group 18767">
                        <a:extLst>
                          <a:ext uri="{FF2B5EF4-FFF2-40B4-BE49-F238E27FC236}">
                            <a16:creationId xmlns:a16="http://schemas.microsoft.com/office/drawing/2014/main" id="{25C685CE-1C82-1439-2109-DE7CF109B34B}"/>
                          </a:ext>
                        </a:extLst>
                      </p:cNvPr>
                      <p:cNvGrpSpPr/>
                      <p:nvPr/>
                    </p:nvGrpSpPr>
                    <p:grpSpPr>
                      <a:xfrm rot="14400000" flipH="1">
                        <a:off x="6434137" y="3402011"/>
                        <a:ext cx="303213" cy="303213"/>
                        <a:chOff x="5354637" y="3446463"/>
                        <a:chExt cx="214313" cy="214313"/>
                      </a:xfrm>
                    </p:grpSpPr>
                    <p:sp>
                      <p:nvSpPr>
                        <p:cNvPr id="18770" name="Arc 18769">
                          <a:extLst>
                            <a:ext uri="{FF2B5EF4-FFF2-40B4-BE49-F238E27FC236}">
                              <a16:creationId xmlns:a16="http://schemas.microsoft.com/office/drawing/2014/main" id="{F198BD0D-965F-F4E7-B4F5-EBAB25C41C0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771" name="Arc 18770">
                          <a:extLst>
                            <a:ext uri="{FF2B5EF4-FFF2-40B4-BE49-F238E27FC236}">
                              <a16:creationId xmlns:a16="http://schemas.microsoft.com/office/drawing/2014/main" id="{3AAF7B53-4782-CC94-C020-DF34380EBC2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769" name="TextBox 18768">
                        <a:extLst>
                          <a:ext uri="{FF2B5EF4-FFF2-40B4-BE49-F238E27FC236}">
                            <a16:creationId xmlns:a16="http://schemas.microsoft.com/office/drawing/2014/main" id="{B9FCFE3B-3CE9-04C7-896B-46D6A5C99092}"/>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754" name="Group 18753">
                    <a:extLst>
                      <a:ext uri="{FF2B5EF4-FFF2-40B4-BE49-F238E27FC236}">
                        <a16:creationId xmlns:a16="http://schemas.microsoft.com/office/drawing/2014/main" id="{363107A7-247A-39A7-B3C8-9FFD14DAD513}"/>
                      </a:ext>
                    </a:extLst>
                  </p:cNvPr>
                  <p:cNvGrpSpPr/>
                  <p:nvPr/>
                </p:nvGrpSpPr>
                <p:grpSpPr>
                  <a:xfrm>
                    <a:off x="6197413" y="3225768"/>
                    <a:ext cx="393192" cy="393192"/>
                    <a:chOff x="6389147" y="3932622"/>
                    <a:chExt cx="393192" cy="393192"/>
                  </a:xfrm>
                </p:grpSpPr>
                <p:grpSp>
                  <p:nvGrpSpPr>
                    <p:cNvPr id="18755" name="Group 18754">
                      <a:extLst>
                        <a:ext uri="{FF2B5EF4-FFF2-40B4-BE49-F238E27FC236}">
                          <a16:creationId xmlns:a16="http://schemas.microsoft.com/office/drawing/2014/main" id="{B0DE284E-75A0-BB85-61B0-51A4242AB057}"/>
                        </a:ext>
                      </a:extLst>
                    </p:cNvPr>
                    <p:cNvGrpSpPr/>
                    <p:nvPr/>
                  </p:nvGrpSpPr>
                  <p:grpSpPr>
                    <a:xfrm flipH="1">
                      <a:off x="6478587" y="4022061"/>
                      <a:ext cx="214313" cy="214313"/>
                      <a:chOff x="5354637" y="3446463"/>
                      <a:chExt cx="214313" cy="214313"/>
                    </a:xfrm>
                  </p:grpSpPr>
                  <p:sp>
                    <p:nvSpPr>
                      <p:cNvPr id="18763" name="Arc 18762">
                        <a:extLst>
                          <a:ext uri="{FF2B5EF4-FFF2-40B4-BE49-F238E27FC236}">
                            <a16:creationId xmlns:a16="http://schemas.microsoft.com/office/drawing/2014/main" id="{7FDE24D0-50D9-702D-E810-8BEC7D77D96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764" name="Arc 18763">
                        <a:extLst>
                          <a:ext uri="{FF2B5EF4-FFF2-40B4-BE49-F238E27FC236}">
                            <a16:creationId xmlns:a16="http://schemas.microsoft.com/office/drawing/2014/main" id="{508D685D-C8CC-CAEF-D369-D5F3F616FB5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756" name="Group 18755">
                      <a:extLst>
                        <a:ext uri="{FF2B5EF4-FFF2-40B4-BE49-F238E27FC236}">
                          <a16:creationId xmlns:a16="http://schemas.microsoft.com/office/drawing/2014/main" id="{EC473E5A-D7E0-D4C0-5955-8223FC90A0AE}"/>
                        </a:ext>
                      </a:extLst>
                    </p:cNvPr>
                    <p:cNvGrpSpPr/>
                    <p:nvPr/>
                  </p:nvGrpSpPr>
                  <p:grpSpPr>
                    <a:xfrm rot="7200000" flipH="1">
                      <a:off x="6434137" y="3977611"/>
                      <a:ext cx="303213" cy="303213"/>
                      <a:chOff x="5354637" y="3446463"/>
                      <a:chExt cx="214313" cy="214313"/>
                    </a:xfrm>
                  </p:grpSpPr>
                  <p:sp>
                    <p:nvSpPr>
                      <p:cNvPr id="18761" name="Arc 18760">
                        <a:extLst>
                          <a:ext uri="{FF2B5EF4-FFF2-40B4-BE49-F238E27FC236}">
                            <a16:creationId xmlns:a16="http://schemas.microsoft.com/office/drawing/2014/main" id="{C7FD0C86-2900-70DF-7872-CADE11EFF0B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762" name="Arc 18761">
                        <a:extLst>
                          <a:ext uri="{FF2B5EF4-FFF2-40B4-BE49-F238E27FC236}">
                            <a16:creationId xmlns:a16="http://schemas.microsoft.com/office/drawing/2014/main" id="{D3CB9ED0-4338-28C4-7789-A9651B63B99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757" name="Group 18756">
                      <a:extLst>
                        <a:ext uri="{FF2B5EF4-FFF2-40B4-BE49-F238E27FC236}">
                          <a16:creationId xmlns:a16="http://schemas.microsoft.com/office/drawing/2014/main" id="{56D6AA18-5C3A-56BA-71B0-FDFCD8E49AA4}"/>
                        </a:ext>
                      </a:extLst>
                    </p:cNvPr>
                    <p:cNvGrpSpPr/>
                    <p:nvPr/>
                  </p:nvGrpSpPr>
                  <p:grpSpPr>
                    <a:xfrm rot="14400000" flipH="1">
                      <a:off x="6389147" y="3932622"/>
                      <a:ext cx="393192" cy="393192"/>
                      <a:chOff x="5354637" y="3446463"/>
                      <a:chExt cx="214313" cy="214313"/>
                    </a:xfrm>
                  </p:grpSpPr>
                  <p:sp>
                    <p:nvSpPr>
                      <p:cNvPr id="18759" name="Arc 18758">
                        <a:extLst>
                          <a:ext uri="{FF2B5EF4-FFF2-40B4-BE49-F238E27FC236}">
                            <a16:creationId xmlns:a16="http://schemas.microsoft.com/office/drawing/2014/main" id="{FC70B25A-FB59-0B31-5D04-996DE2CA50D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760" name="Arc 18759">
                        <a:extLst>
                          <a:ext uri="{FF2B5EF4-FFF2-40B4-BE49-F238E27FC236}">
                            <a16:creationId xmlns:a16="http://schemas.microsoft.com/office/drawing/2014/main" id="{CFEC894B-44E5-E243-5A76-392F1DB2F03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758" name="TextBox 18757">
                      <a:extLst>
                        <a:ext uri="{FF2B5EF4-FFF2-40B4-BE49-F238E27FC236}">
                          <a16:creationId xmlns:a16="http://schemas.microsoft.com/office/drawing/2014/main" id="{1398E1AC-25F6-9BAA-60B6-7C40A39C61B3}"/>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8365" name="Group 18364">
              <a:extLst>
                <a:ext uri="{FF2B5EF4-FFF2-40B4-BE49-F238E27FC236}">
                  <a16:creationId xmlns:a16="http://schemas.microsoft.com/office/drawing/2014/main" id="{78F29F8D-91B2-DABD-AA43-AFB3B8A2347E}"/>
                </a:ext>
              </a:extLst>
            </p:cNvPr>
            <p:cNvGrpSpPr/>
            <p:nvPr/>
          </p:nvGrpSpPr>
          <p:grpSpPr>
            <a:xfrm>
              <a:off x="1677244" y="638235"/>
              <a:ext cx="2263438" cy="2198360"/>
              <a:chOff x="5445106" y="2039507"/>
              <a:chExt cx="2263438" cy="2198360"/>
            </a:xfrm>
          </p:grpSpPr>
          <p:grpSp>
            <p:nvGrpSpPr>
              <p:cNvPr id="18557" name="Group 18556">
                <a:extLst>
                  <a:ext uri="{FF2B5EF4-FFF2-40B4-BE49-F238E27FC236}">
                    <a16:creationId xmlns:a16="http://schemas.microsoft.com/office/drawing/2014/main" id="{7679BCCE-3EA5-8767-D1F7-48CEF49E2BCB}"/>
                  </a:ext>
                </a:extLst>
              </p:cNvPr>
              <p:cNvGrpSpPr/>
              <p:nvPr/>
            </p:nvGrpSpPr>
            <p:grpSpPr>
              <a:xfrm>
                <a:off x="5445106" y="2644743"/>
                <a:ext cx="1643204" cy="1593124"/>
                <a:chOff x="5445106" y="2644743"/>
                <a:chExt cx="1643204" cy="1593124"/>
              </a:xfrm>
            </p:grpSpPr>
            <p:grpSp>
              <p:nvGrpSpPr>
                <p:cNvPr id="18653" name="Group 18652">
                  <a:extLst>
                    <a:ext uri="{FF2B5EF4-FFF2-40B4-BE49-F238E27FC236}">
                      <a16:creationId xmlns:a16="http://schemas.microsoft.com/office/drawing/2014/main" id="{EA795694-816D-8BC6-C94D-DAAAB45F19C3}"/>
                    </a:ext>
                  </a:extLst>
                </p:cNvPr>
                <p:cNvGrpSpPr/>
                <p:nvPr/>
              </p:nvGrpSpPr>
              <p:grpSpPr>
                <a:xfrm>
                  <a:off x="5445106" y="2644743"/>
                  <a:ext cx="1019224" cy="991639"/>
                  <a:chOff x="5886431" y="3225768"/>
                  <a:chExt cx="1019224" cy="991639"/>
                </a:xfrm>
              </p:grpSpPr>
              <p:grpSp>
                <p:nvGrpSpPr>
                  <p:cNvPr id="18701" name="Group 18700">
                    <a:extLst>
                      <a:ext uri="{FF2B5EF4-FFF2-40B4-BE49-F238E27FC236}">
                        <a16:creationId xmlns:a16="http://schemas.microsoft.com/office/drawing/2014/main" id="{BED2DB42-B588-46E7-DF2A-59CEAA4931D0}"/>
                      </a:ext>
                    </a:extLst>
                  </p:cNvPr>
                  <p:cNvGrpSpPr/>
                  <p:nvPr/>
                </p:nvGrpSpPr>
                <p:grpSpPr>
                  <a:xfrm>
                    <a:off x="6197413" y="3824215"/>
                    <a:ext cx="393192" cy="393192"/>
                    <a:chOff x="5265196" y="3357021"/>
                    <a:chExt cx="393192" cy="393192"/>
                  </a:xfrm>
                </p:grpSpPr>
                <p:grpSp>
                  <p:nvGrpSpPr>
                    <p:cNvPr id="18736" name="Group 18735">
                      <a:extLst>
                        <a:ext uri="{FF2B5EF4-FFF2-40B4-BE49-F238E27FC236}">
                          <a16:creationId xmlns:a16="http://schemas.microsoft.com/office/drawing/2014/main" id="{68F0E2A4-C857-FB92-72C7-D8B6367F17F6}"/>
                        </a:ext>
                      </a:extLst>
                    </p:cNvPr>
                    <p:cNvGrpSpPr/>
                    <p:nvPr/>
                  </p:nvGrpSpPr>
                  <p:grpSpPr>
                    <a:xfrm rot="14400000">
                      <a:off x="5265196" y="3357021"/>
                      <a:ext cx="393192" cy="393192"/>
                      <a:chOff x="5354637" y="3446463"/>
                      <a:chExt cx="214313" cy="214313"/>
                    </a:xfrm>
                  </p:grpSpPr>
                  <p:sp>
                    <p:nvSpPr>
                      <p:cNvPr id="18745" name="Arc 18744">
                        <a:extLst>
                          <a:ext uri="{FF2B5EF4-FFF2-40B4-BE49-F238E27FC236}">
                            <a16:creationId xmlns:a16="http://schemas.microsoft.com/office/drawing/2014/main" id="{E95EBE63-EB52-7B4B-A0D8-7DC7E612B6D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746" name="Arc 18745">
                        <a:extLst>
                          <a:ext uri="{FF2B5EF4-FFF2-40B4-BE49-F238E27FC236}">
                            <a16:creationId xmlns:a16="http://schemas.microsoft.com/office/drawing/2014/main" id="{F531ECF3-3251-C98C-3BC8-CAA2BE426B9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737" name="Group 18736">
                      <a:extLst>
                        <a:ext uri="{FF2B5EF4-FFF2-40B4-BE49-F238E27FC236}">
                          <a16:creationId xmlns:a16="http://schemas.microsoft.com/office/drawing/2014/main" id="{A6FBF34A-79D3-B3A3-D946-D4BC2DA1598E}"/>
                        </a:ext>
                      </a:extLst>
                    </p:cNvPr>
                    <p:cNvGrpSpPr/>
                    <p:nvPr/>
                  </p:nvGrpSpPr>
                  <p:grpSpPr>
                    <a:xfrm>
                      <a:off x="5310186" y="3402011"/>
                      <a:ext cx="303213" cy="303213"/>
                      <a:chOff x="5310186" y="3402011"/>
                      <a:chExt cx="303213" cy="303213"/>
                    </a:xfrm>
                  </p:grpSpPr>
                  <p:grpSp>
                    <p:nvGrpSpPr>
                      <p:cNvPr id="18738" name="Group 18737">
                        <a:extLst>
                          <a:ext uri="{FF2B5EF4-FFF2-40B4-BE49-F238E27FC236}">
                            <a16:creationId xmlns:a16="http://schemas.microsoft.com/office/drawing/2014/main" id="{980672CC-4B6B-4441-411B-CB64BD5961FC}"/>
                          </a:ext>
                        </a:extLst>
                      </p:cNvPr>
                      <p:cNvGrpSpPr/>
                      <p:nvPr/>
                    </p:nvGrpSpPr>
                    <p:grpSpPr>
                      <a:xfrm>
                        <a:off x="5354636" y="3446461"/>
                        <a:ext cx="214313" cy="214313"/>
                        <a:chOff x="5354637" y="3446463"/>
                        <a:chExt cx="214313" cy="214313"/>
                      </a:xfrm>
                    </p:grpSpPr>
                    <p:sp>
                      <p:nvSpPr>
                        <p:cNvPr id="18743" name="Arc 18742">
                          <a:extLst>
                            <a:ext uri="{FF2B5EF4-FFF2-40B4-BE49-F238E27FC236}">
                              <a16:creationId xmlns:a16="http://schemas.microsoft.com/office/drawing/2014/main" id="{E5F3162F-0B2C-CBC2-84CD-E17608C8579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744" name="Arc 18743">
                          <a:extLst>
                            <a:ext uri="{FF2B5EF4-FFF2-40B4-BE49-F238E27FC236}">
                              <a16:creationId xmlns:a16="http://schemas.microsoft.com/office/drawing/2014/main" id="{F60CECA4-56A1-E9D1-8D01-C6E69740C26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739" name="Group 18738">
                        <a:extLst>
                          <a:ext uri="{FF2B5EF4-FFF2-40B4-BE49-F238E27FC236}">
                            <a16:creationId xmlns:a16="http://schemas.microsoft.com/office/drawing/2014/main" id="{A3582F28-B23B-8D05-9E13-DB1296B0543B}"/>
                          </a:ext>
                        </a:extLst>
                      </p:cNvPr>
                      <p:cNvGrpSpPr/>
                      <p:nvPr/>
                    </p:nvGrpSpPr>
                    <p:grpSpPr>
                      <a:xfrm rot="7200000">
                        <a:off x="5310186" y="3402011"/>
                        <a:ext cx="303213" cy="303213"/>
                        <a:chOff x="5354637" y="3446463"/>
                        <a:chExt cx="214313" cy="214313"/>
                      </a:xfrm>
                    </p:grpSpPr>
                    <p:sp>
                      <p:nvSpPr>
                        <p:cNvPr id="18741" name="Arc 18740">
                          <a:extLst>
                            <a:ext uri="{FF2B5EF4-FFF2-40B4-BE49-F238E27FC236}">
                              <a16:creationId xmlns:a16="http://schemas.microsoft.com/office/drawing/2014/main" id="{10DBE2E7-6619-3191-F4CA-6262FB5A567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742" name="Arc 18741">
                          <a:extLst>
                            <a:ext uri="{FF2B5EF4-FFF2-40B4-BE49-F238E27FC236}">
                              <a16:creationId xmlns:a16="http://schemas.microsoft.com/office/drawing/2014/main" id="{CA543A9D-B4C2-A1F1-4E88-627459A1BF7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740" name="TextBox 18739">
                        <a:extLst>
                          <a:ext uri="{FF2B5EF4-FFF2-40B4-BE49-F238E27FC236}">
                            <a16:creationId xmlns:a16="http://schemas.microsoft.com/office/drawing/2014/main" id="{D00C666E-1CDE-A077-6966-FCC3521C50C5}"/>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702" name="Group 18701">
                    <a:extLst>
                      <a:ext uri="{FF2B5EF4-FFF2-40B4-BE49-F238E27FC236}">
                        <a16:creationId xmlns:a16="http://schemas.microsoft.com/office/drawing/2014/main" id="{4249E59D-1DD5-A7CA-8ADA-ED6CF4DD7648}"/>
                      </a:ext>
                    </a:extLst>
                  </p:cNvPr>
                  <p:cNvGrpSpPr/>
                  <p:nvPr/>
                </p:nvGrpSpPr>
                <p:grpSpPr>
                  <a:xfrm>
                    <a:off x="5886431" y="3525040"/>
                    <a:ext cx="393192" cy="393192"/>
                    <a:chOff x="5265196" y="3932619"/>
                    <a:chExt cx="393192" cy="393192"/>
                  </a:xfrm>
                </p:grpSpPr>
                <p:grpSp>
                  <p:nvGrpSpPr>
                    <p:cNvPr id="18726" name="Group 18725">
                      <a:extLst>
                        <a:ext uri="{FF2B5EF4-FFF2-40B4-BE49-F238E27FC236}">
                          <a16:creationId xmlns:a16="http://schemas.microsoft.com/office/drawing/2014/main" id="{85D90868-F932-8B68-0276-BE6194EF09E5}"/>
                        </a:ext>
                      </a:extLst>
                    </p:cNvPr>
                    <p:cNvGrpSpPr/>
                    <p:nvPr/>
                  </p:nvGrpSpPr>
                  <p:grpSpPr>
                    <a:xfrm>
                      <a:off x="5354636" y="4022061"/>
                      <a:ext cx="214313" cy="214313"/>
                      <a:chOff x="5354637" y="3446463"/>
                      <a:chExt cx="214313" cy="214313"/>
                    </a:xfrm>
                  </p:grpSpPr>
                  <p:sp>
                    <p:nvSpPr>
                      <p:cNvPr id="18734" name="Arc 18733">
                        <a:extLst>
                          <a:ext uri="{FF2B5EF4-FFF2-40B4-BE49-F238E27FC236}">
                            <a16:creationId xmlns:a16="http://schemas.microsoft.com/office/drawing/2014/main" id="{D9F3D64C-07D0-5537-1C49-7FFBB4E975D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735" name="Arc 18734">
                        <a:extLst>
                          <a:ext uri="{FF2B5EF4-FFF2-40B4-BE49-F238E27FC236}">
                            <a16:creationId xmlns:a16="http://schemas.microsoft.com/office/drawing/2014/main" id="{5C90DA97-7364-BDD4-90A4-7C6A6FCF4C0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727" name="Group 18726">
                      <a:extLst>
                        <a:ext uri="{FF2B5EF4-FFF2-40B4-BE49-F238E27FC236}">
                          <a16:creationId xmlns:a16="http://schemas.microsoft.com/office/drawing/2014/main" id="{9E66A535-D5E0-0151-0A43-68C66A021A54}"/>
                        </a:ext>
                      </a:extLst>
                    </p:cNvPr>
                    <p:cNvGrpSpPr/>
                    <p:nvPr/>
                  </p:nvGrpSpPr>
                  <p:grpSpPr>
                    <a:xfrm rot="14400000">
                      <a:off x="5310186" y="3977611"/>
                      <a:ext cx="303213" cy="303213"/>
                      <a:chOff x="5354637" y="3446463"/>
                      <a:chExt cx="214313" cy="214313"/>
                    </a:xfrm>
                  </p:grpSpPr>
                  <p:sp>
                    <p:nvSpPr>
                      <p:cNvPr id="18732" name="Arc 18731">
                        <a:extLst>
                          <a:ext uri="{FF2B5EF4-FFF2-40B4-BE49-F238E27FC236}">
                            <a16:creationId xmlns:a16="http://schemas.microsoft.com/office/drawing/2014/main" id="{DF1C0E0C-359D-21AC-5CDD-13D385883F9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733" name="Arc 18732">
                        <a:extLst>
                          <a:ext uri="{FF2B5EF4-FFF2-40B4-BE49-F238E27FC236}">
                            <a16:creationId xmlns:a16="http://schemas.microsoft.com/office/drawing/2014/main" id="{155E97C0-5510-5004-F77F-26518392710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728" name="Group 18727">
                      <a:extLst>
                        <a:ext uri="{FF2B5EF4-FFF2-40B4-BE49-F238E27FC236}">
                          <a16:creationId xmlns:a16="http://schemas.microsoft.com/office/drawing/2014/main" id="{286173D9-BBFD-3D33-74A1-EF2C520E8E56}"/>
                        </a:ext>
                      </a:extLst>
                    </p:cNvPr>
                    <p:cNvGrpSpPr/>
                    <p:nvPr/>
                  </p:nvGrpSpPr>
                  <p:grpSpPr>
                    <a:xfrm rot="7200000">
                      <a:off x="5265196" y="3932619"/>
                      <a:ext cx="393192" cy="393192"/>
                      <a:chOff x="5354637" y="3446463"/>
                      <a:chExt cx="214313" cy="214313"/>
                    </a:xfrm>
                  </p:grpSpPr>
                  <p:sp>
                    <p:nvSpPr>
                      <p:cNvPr id="18730" name="Arc 18729">
                        <a:extLst>
                          <a:ext uri="{FF2B5EF4-FFF2-40B4-BE49-F238E27FC236}">
                            <a16:creationId xmlns:a16="http://schemas.microsoft.com/office/drawing/2014/main" id="{EB35B4FB-C9DB-1820-83D8-CD3F61A2C69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731" name="Arc 18730">
                        <a:extLst>
                          <a:ext uri="{FF2B5EF4-FFF2-40B4-BE49-F238E27FC236}">
                            <a16:creationId xmlns:a16="http://schemas.microsoft.com/office/drawing/2014/main" id="{6EE2846E-1274-7843-F766-17790EB45BE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729" name="TextBox 18728">
                      <a:extLst>
                        <a:ext uri="{FF2B5EF4-FFF2-40B4-BE49-F238E27FC236}">
                          <a16:creationId xmlns:a16="http://schemas.microsoft.com/office/drawing/2014/main" id="{1BADCEE5-D396-28C0-2F05-244DCA08DD84}"/>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8703" name="Group 18702">
                    <a:extLst>
                      <a:ext uri="{FF2B5EF4-FFF2-40B4-BE49-F238E27FC236}">
                        <a16:creationId xmlns:a16="http://schemas.microsoft.com/office/drawing/2014/main" id="{24EB589F-569A-CD4B-0D92-1D8F247A5B36}"/>
                      </a:ext>
                    </a:extLst>
                  </p:cNvPr>
                  <p:cNvGrpSpPr/>
                  <p:nvPr/>
                </p:nvGrpSpPr>
                <p:grpSpPr>
                  <a:xfrm>
                    <a:off x="6512463" y="3525040"/>
                    <a:ext cx="393192" cy="393192"/>
                    <a:chOff x="6389147" y="3357021"/>
                    <a:chExt cx="393192" cy="393192"/>
                  </a:xfrm>
                </p:grpSpPr>
                <p:grpSp>
                  <p:nvGrpSpPr>
                    <p:cNvPr id="18715" name="Group 18714">
                      <a:extLst>
                        <a:ext uri="{FF2B5EF4-FFF2-40B4-BE49-F238E27FC236}">
                          <a16:creationId xmlns:a16="http://schemas.microsoft.com/office/drawing/2014/main" id="{0ECF15A6-96A9-D5F0-4D05-916BDA60FDDD}"/>
                        </a:ext>
                      </a:extLst>
                    </p:cNvPr>
                    <p:cNvGrpSpPr/>
                    <p:nvPr/>
                  </p:nvGrpSpPr>
                  <p:grpSpPr>
                    <a:xfrm rot="7200000" flipH="1">
                      <a:off x="6389147" y="3357021"/>
                      <a:ext cx="393192" cy="393192"/>
                      <a:chOff x="5354637" y="3446463"/>
                      <a:chExt cx="214313" cy="214313"/>
                    </a:xfrm>
                  </p:grpSpPr>
                  <p:sp>
                    <p:nvSpPr>
                      <p:cNvPr id="18724" name="Arc 18723">
                        <a:extLst>
                          <a:ext uri="{FF2B5EF4-FFF2-40B4-BE49-F238E27FC236}">
                            <a16:creationId xmlns:a16="http://schemas.microsoft.com/office/drawing/2014/main" id="{27A20169-07B1-4386-E087-2B7A5515791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725" name="Arc 18724">
                        <a:extLst>
                          <a:ext uri="{FF2B5EF4-FFF2-40B4-BE49-F238E27FC236}">
                            <a16:creationId xmlns:a16="http://schemas.microsoft.com/office/drawing/2014/main" id="{A80308B9-C604-DE3D-985C-81434E377A7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716" name="Group 18715">
                      <a:extLst>
                        <a:ext uri="{FF2B5EF4-FFF2-40B4-BE49-F238E27FC236}">
                          <a16:creationId xmlns:a16="http://schemas.microsoft.com/office/drawing/2014/main" id="{AD9BE1E1-1277-7203-ED86-6492F3DA979E}"/>
                        </a:ext>
                      </a:extLst>
                    </p:cNvPr>
                    <p:cNvGrpSpPr/>
                    <p:nvPr/>
                  </p:nvGrpSpPr>
                  <p:grpSpPr>
                    <a:xfrm>
                      <a:off x="6434137" y="3402011"/>
                      <a:ext cx="303213" cy="303213"/>
                      <a:chOff x="6434137" y="3402011"/>
                      <a:chExt cx="303213" cy="303213"/>
                    </a:xfrm>
                  </p:grpSpPr>
                  <p:grpSp>
                    <p:nvGrpSpPr>
                      <p:cNvPr id="18717" name="Group 18716">
                        <a:extLst>
                          <a:ext uri="{FF2B5EF4-FFF2-40B4-BE49-F238E27FC236}">
                            <a16:creationId xmlns:a16="http://schemas.microsoft.com/office/drawing/2014/main" id="{39AF8CBE-D82A-85EB-D545-D4FE03652E77}"/>
                          </a:ext>
                        </a:extLst>
                      </p:cNvPr>
                      <p:cNvGrpSpPr/>
                      <p:nvPr/>
                    </p:nvGrpSpPr>
                    <p:grpSpPr>
                      <a:xfrm flipH="1">
                        <a:off x="6478587" y="3446461"/>
                        <a:ext cx="214313" cy="214313"/>
                        <a:chOff x="5354637" y="3446463"/>
                        <a:chExt cx="214313" cy="214313"/>
                      </a:xfrm>
                    </p:grpSpPr>
                    <p:sp>
                      <p:nvSpPr>
                        <p:cNvPr id="18722" name="Arc 18721">
                          <a:extLst>
                            <a:ext uri="{FF2B5EF4-FFF2-40B4-BE49-F238E27FC236}">
                              <a16:creationId xmlns:a16="http://schemas.microsoft.com/office/drawing/2014/main" id="{2CA61B76-42A9-26F2-BAA8-3214FD32E28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723" name="Arc 18722">
                          <a:extLst>
                            <a:ext uri="{FF2B5EF4-FFF2-40B4-BE49-F238E27FC236}">
                              <a16:creationId xmlns:a16="http://schemas.microsoft.com/office/drawing/2014/main" id="{09AD1814-30E7-2DE5-3498-A120D76C3DD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718" name="Group 18717">
                        <a:extLst>
                          <a:ext uri="{FF2B5EF4-FFF2-40B4-BE49-F238E27FC236}">
                            <a16:creationId xmlns:a16="http://schemas.microsoft.com/office/drawing/2014/main" id="{DED3455A-BD1D-8DB2-AC2E-E0DDF3DB7748}"/>
                          </a:ext>
                        </a:extLst>
                      </p:cNvPr>
                      <p:cNvGrpSpPr/>
                      <p:nvPr/>
                    </p:nvGrpSpPr>
                    <p:grpSpPr>
                      <a:xfrm rot="14400000" flipH="1">
                        <a:off x="6434137" y="3402011"/>
                        <a:ext cx="303213" cy="303213"/>
                        <a:chOff x="5354637" y="3446463"/>
                        <a:chExt cx="214313" cy="214313"/>
                      </a:xfrm>
                    </p:grpSpPr>
                    <p:sp>
                      <p:nvSpPr>
                        <p:cNvPr id="18720" name="Arc 18719">
                          <a:extLst>
                            <a:ext uri="{FF2B5EF4-FFF2-40B4-BE49-F238E27FC236}">
                              <a16:creationId xmlns:a16="http://schemas.microsoft.com/office/drawing/2014/main" id="{EABC91DB-7E71-9B8E-8702-B6F985505DD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721" name="Arc 18720">
                          <a:extLst>
                            <a:ext uri="{FF2B5EF4-FFF2-40B4-BE49-F238E27FC236}">
                              <a16:creationId xmlns:a16="http://schemas.microsoft.com/office/drawing/2014/main" id="{267B9A3C-4CE3-A661-D8F7-597B1DBBAED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719" name="TextBox 18718">
                        <a:extLst>
                          <a:ext uri="{FF2B5EF4-FFF2-40B4-BE49-F238E27FC236}">
                            <a16:creationId xmlns:a16="http://schemas.microsoft.com/office/drawing/2014/main" id="{28FA9875-CB0C-6381-91F7-B64024C5ED72}"/>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704" name="Group 18703">
                    <a:extLst>
                      <a:ext uri="{FF2B5EF4-FFF2-40B4-BE49-F238E27FC236}">
                        <a16:creationId xmlns:a16="http://schemas.microsoft.com/office/drawing/2014/main" id="{69263569-C01D-8041-AE7B-2C5C11774DF2}"/>
                      </a:ext>
                    </a:extLst>
                  </p:cNvPr>
                  <p:cNvGrpSpPr/>
                  <p:nvPr/>
                </p:nvGrpSpPr>
                <p:grpSpPr>
                  <a:xfrm>
                    <a:off x="6197413" y="3225768"/>
                    <a:ext cx="393192" cy="393192"/>
                    <a:chOff x="6389147" y="3932622"/>
                    <a:chExt cx="393192" cy="393192"/>
                  </a:xfrm>
                </p:grpSpPr>
                <p:grpSp>
                  <p:nvGrpSpPr>
                    <p:cNvPr id="18705" name="Group 18704">
                      <a:extLst>
                        <a:ext uri="{FF2B5EF4-FFF2-40B4-BE49-F238E27FC236}">
                          <a16:creationId xmlns:a16="http://schemas.microsoft.com/office/drawing/2014/main" id="{0AB61A3C-7A30-7151-F028-01E49AC0BEA9}"/>
                        </a:ext>
                      </a:extLst>
                    </p:cNvPr>
                    <p:cNvGrpSpPr/>
                    <p:nvPr/>
                  </p:nvGrpSpPr>
                  <p:grpSpPr>
                    <a:xfrm flipH="1">
                      <a:off x="6478587" y="4022061"/>
                      <a:ext cx="214313" cy="214313"/>
                      <a:chOff x="5354637" y="3446463"/>
                      <a:chExt cx="214313" cy="214313"/>
                    </a:xfrm>
                  </p:grpSpPr>
                  <p:sp>
                    <p:nvSpPr>
                      <p:cNvPr id="18713" name="Arc 18712">
                        <a:extLst>
                          <a:ext uri="{FF2B5EF4-FFF2-40B4-BE49-F238E27FC236}">
                            <a16:creationId xmlns:a16="http://schemas.microsoft.com/office/drawing/2014/main" id="{B71F9085-1E08-E956-7EDE-C750C7C6F1C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714" name="Arc 18713">
                        <a:extLst>
                          <a:ext uri="{FF2B5EF4-FFF2-40B4-BE49-F238E27FC236}">
                            <a16:creationId xmlns:a16="http://schemas.microsoft.com/office/drawing/2014/main" id="{C71B95FB-42C8-E449-8DBB-66211DA8549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706" name="Group 18705">
                      <a:extLst>
                        <a:ext uri="{FF2B5EF4-FFF2-40B4-BE49-F238E27FC236}">
                          <a16:creationId xmlns:a16="http://schemas.microsoft.com/office/drawing/2014/main" id="{76589784-D2AD-A2DC-1852-7731BB620CAB}"/>
                        </a:ext>
                      </a:extLst>
                    </p:cNvPr>
                    <p:cNvGrpSpPr/>
                    <p:nvPr/>
                  </p:nvGrpSpPr>
                  <p:grpSpPr>
                    <a:xfrm rot="7200000" flipH="1">
                      <a:off x="6434137" y="3977611"/>
                      <a:ext cx="303213" cy="303213"/>
                      <a:chOff x="5354637" y="3446463"/>
                      <a:chExt cx="214313" cy="214313"/>
                    </a:xfrm>
                  </p:grpSpPr>
                  <p:sp>
                    <p:nvSpPr>
                      <p:cNvPr id="18711" name="Arc 18710">
                        <a:extLst>
                          <a:ext uri="{FF2B5EF4-FFF2-40B4-BE49-F238E27FC236}">
                            <a16:creationId xmlns:a16="http://schemas.microsoft.com/office/drawing/2014/main" id="{C9100652-CEAD-C948-1B98-427A498346C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712" name="Arc 18711">
                        <a:extLst>
                          <a:ext uri="{FF2B5EF4-FFF2-40B4-BE49-F238E27FC236}">
                            <a16:creationId xmlns:a16="http://schemas.microsoft.com/office/drawing/2014/main" id="{1FCA0A58-6532-A35F-BE2C-C7E578A86CF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707" name="Group 18706">
                      <a:extLst>
                        <a:ext uri="{FF2B5EF4-FFF2-40B4-BE49-F238E27FC236}">
                          <a16:creationId xmlns:a16="http://schemas.microsoft.com/office/drawing/2014/main" id="{78238A7F-D6D7-9B48-504A-B082CBBB4408}"/>
                        </a:ext>
                      </a:extLst>
                    </p:cNvPr>
                    <p:cNvGrpSpPr/>
                    <p:nvPr/>
                  </p:nvGrpSpPr>
                  <p:grpSpPr>
                    <a:xfrm rot="14400000" flipH="1">
                      <a:off x="6389147" y="3932622"/>
                      <a:ext cx="393192" cy="393192"/>
                      <a:chOff x="5354637" y="3446463"/>
                      <a:chExt cx="214313" cy="214313"/>
                    </a:xfrm>
                  </p:grpSpPr>
                  <p:sp>
                    <p:nvSpPr>
                      <p:cNvPr id="18709" name="Arc 18708">
                        <a:extLst>
                          <a:ext uri="{FF2B5EF4-FFF2-40B4-BE49-F238E27FC236}">
                            <a16:creationId xmlns:a16="http://schemas.microsoft.com/office/drawing/2014/main" id="{AFBFEB24-2F76-8841-6620-38D59D0BA67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710" name="Arc 18709">
                        <a:extLst>
                          <a:ext uri="{FF2B5EF4-FFF2-40B4-BE49-F238E27FC236}">
                            <a16:creationId xmlns:a16="http://schemas.microsoft.com/office/drawing/2014/main" id="{246CA250-2352-34D6-7768-809D7292A76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708" name="TextBox 18707">
                      <a:extLst>
                        <a:ext uri="{FF2B5EF4-FFF2-40B4-BE49-F238E27FC236}">
                          <a16:creationId xmlns:a16="http://schemas.microsoft.com/office/drawing/2014/main" id="{7EEF1D6B-693C-F5C3-D8FB-57ADEA05FE15}"/>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654" name="Group 18653">
                  <a:extLst>
                    <a:ext uri="{FF2B5EF4-FFF2-40B4-BE49-F238E27FC236}">
                      <a16:creationId xmlns:a16="http://schemas.microsoft.com/office/drawing/2014/main" id="{8427D59D-A9B5-DBAA-B67F-4DC7DE57796A}"/>
                    </a:ext>
                  </a:extLst>
                </p:cNvPr>
                <p:cNvGrpSpPr/>
                <p:nvPr/>
              </p:nvGrpSpPr>
              <p:grpSpPr>
                <a:xfrm>
                  <a:off x="6069086" y="3246228"/>
                  <a:ext cx="1019224" cy="991639"/>
                  <a:chOff x="5886431" y="3225768"/>
                  <a:chExt cx="1019224" cy="991639"/>
                </a:xfrm>
              </p:grpSpPr>
              <p:grpSp>
                <p:nvGrpSpPr>
                  <p:cNvPr id="18655" name="Group 18654">
                    <a:extLst>
                      <a:ext uri="{FF2B5EF4-FFF2-40B4-BE49-F238E27FC236}">
                        <a16:creationId xmlns:a16="http://schemas.microsoft.com/office/drawing/2014/main" id="{E27A3753-83E1-2033-F8E7-F3985316F276}"/>
                      </a:ext>
                    </a:extLst>
                  </p:cNvPr>
                  <p:cNvGrpSpPr/>
                  <p:nvPr/>
                </p:nvGrpSpPr>
                <p:grpSpPr>
                  <a:xfrm>
                    <a:off x="6197413" y="3824215"/>
                    <a:ext cx="393192" cy="393192"/>
                    <a:chOff x="5265196" y="3357021"/>
                    <a:chExt cx="393192" cy="393192"/>
                  </a:xfrm>
                </p:grpSpPr>
                <p:grpSp>
                  <p:nvGrpSpPr>
                    <p:cNvPr id="18690" name="Group 18689">
                      <a:extLst>
                        <a:ext uri="{FF2B5EF4-FFF2-40B4-BE49-F238E27FC236}">
                          <a16:creationId xmlns:a16="http://schemas.microsoft.com/office/drawing/2014/main" id="{D426756F-5325-2F78-F91A-CC7AFA866CC0}"/>
                        </a:ext>
                      </a:extLst>
                    </p:cNvPr>
                    <p:cNvGrpSpPr/>
                    <p:nvPr/>
                  </p:nvGrpSpPr>
                  <p:grpSpPr>
                    <a:xfrm rot="14400000">
                      <a:off x="5265196" y="3357021"/>
                      <a:ext cx="393192" cy="393192"/>
                      <a:chOff x="5354637" y="3446463"/>
                      <a:chExt cx="214313" cy="214313"/>
                    </a:xfrm>
                  </p:grpSpPr>
                  <p:sp>
                    <p:nvSpPr>
                      <p:cNvPr id="18699" name="Arc 18698">
                        <a:extLst>
                          <a:ext uri="{FF2B5EF4-FFF2-40B4-BE49-F238E27FC236}">
                            <a16:creationId xmlns:a16="http://schemas.microsoft.com/office/drawing/2014/main" id="{F9DE9C61-D1B6-22F4-AE50-581FDAAA836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700" name="Arc 18699">
                        <a:extLst>
                          <a:ext uri="{FF2B5EF4-FFF2-40B4-BE49-F238E27FC236}">
                            <a16:creationId xmlns:a16="http://schemas.microsoft.com/office/drawing/2014/main" id="{4713DE39-CFC7-E672-0261-674B5841A92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691" name="Group 18690">
                      <a:extLst>
                        <a:ext uri="{FF2B5EF4-FFF2-40B4-BE49-F238E27FC236}">
                          <a16:creationId xmlns:a16="http://schemas.microsoft.com/office/drawing/2014/main" id="{1AE03B2F-BB6F-D014-9E8B-FE08319E52A7}"/>
                        </a:ext>
                      </a:extLst>
                    </p:cNvPr>
                    <p:cNvGrpSpPr/>
                    <p:nvPr/>
                  </p:nvGrpSpPr>
                  <p:grpSpPr>
                    <a:xfrm>
                      <a:off x="5310186" y="3402011"/>
                      <a:ext cx="303213" cy="303213"/>
                      <a:chOff x="5310186" y="3402011"/>
                      <a:chExt cx="303213" cy="303213"/>
                    </a:xfrm>
                  </p:grpSpPr>
                  <p:grpSp>
                    <p:nvGrpSpPr>
                      <p:cNvPr id="18692" name="Group 18691">
                        <a:extLst>
                          <a:ext uri="{FF2B5EF4-FFF2-40B4-BE49-F238E27FC236}">
                            <a16:creationId xmlns:a16="http://schemas.microsoft.com/office/drawing/2014/main" id="{0D126A69-3347-6EE4-7121-D73F77397EB3}"/>
                          </a:ext>
                        </a:extLst>
                      </p:cNvPr>
                      <p:cNvGrpSpPr/>
                      <p:nvPr/>
                    </p:nvGrpSpPr>
                    <p:grpSpPr>
                      <a:xfrm>
                        <a:off x="5354636" y="3446461"/>
                        <a:ext cx="214313" cy="214313"/>
                        <a:chOff x="5354637" y="3446463"/>
                        <a:chExt cx="214313" cy="214313"/>
                      </a:xfrm>
                    </p:grpSpPr>
                    <p:sp>
                      <p:nvSpPr>
                        <p:cNvPr id="18697" name="Arc 18696">
                          <a:extLst>
                            <a:ext uri="{FF2B5EF4-FFF2-40B4-BE49-F238E27FC236}">
                              <a16:creationId xmlns:a16="http://schemas.microsoft.com/office/drawing/2014/main" id="{B289A571-5E4A-D276-2B46-252C163EEA0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698" name="Arc 18697">
                          <a:extLst>
                            <a:ext uri="{FF2B5EF4-FFF2-40B4-BE49-F238E27FC236}">
                              <a16:creationId xmlns:a16="http://schemas.microsoft.com/office/drawing/2014/main" id="{04E22D54-9315-6275-8D0A-99CDA61D31B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693" name="Group 18692">
                        <a:extLst>
                          <a:ext uri="{FF2B5EF4-FFF2-40B4-BE49-F238E27FC236}">
                            <a16:creationId xmlns:a16="http://schemas.microsoft.com/office/drawing/2014/main" id="{0C25763B-48B7-2FCD-3BD9-AB3E26110C5B}"/>
                          </a:ext>
                        </a:extLst>
                      </p:cNvPr>
                      <p:cNvGrpSpPr/>
                      <p:nvPr/>
                    </p:nvGrpSpPr>
                    <p:grpSpPr>
                      <a:xfrm rot="7200000">
                        <a:off x="5310186" y="3402011"/>
                        <a:ext cx="303213" cy="303213"/>
                        <a:chOff x="5354637" y="3446463"/>
                        <a:chExt cx="214313" cy="214313"/>
                      </a:xfrm>
                    </p:grpSpPr>
                    <p:sp>
                      <p:nvSpPr>
                        <p:cNvPr id="18695" name="Arc 18694">
                          <a:extLst>
                            <a:ext uri="{FF2B5EF4-FFF2-40B4-BE49-F238E27FC236}">
                              <a16:creationId xmlns:a16="http://schemas.microsoft.com/office/drawing/2014/main" id="{B86CA37A-8A49-D441-B248-F045D5DD45A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696" name="Arc 18695">
                          <a:extLst>
                            <a:ext uri="{FF2B5EF4-FFF2-40B4-BE49-F238E27FC236}">
                              <a16:creationId xmlns:a16="http://schemas.microsoft.com/office/drawing/2014/main" id="{99F8E528-0045-E4CA-205D-4F28FD6EE1F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694" name="TextBox 18693">
                        <a:extLst>
                          <a:ext uri="{FF2B5EF4-FFF2-40B4-BE49-F238E27FC236}">
                            <a16:creationId xmlns:a16="http://schemas.microsoft.com/office/drawing/2014/main" id="{EAB1F8AB-14B3-7BCE-FE2D-A6C0FCD9FC7A}"/>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656" name="Group 18655">
                    <a:extLst>
                      <a:ext uri="{FF2B5EF4-FFF2-40B4-BE49-F238E27FC236}">
                        <a16:creationId xmlns:a16="http://schemas.microsoft.com/office/drawing/2014/main" id="{0FD5D697-F70D-17AC-3DAA-9ED3B629A8C5}"/>
                      </a:ext>
                    </a:extLst>
                  </p:cNvPr>
                  <p:cNvGrpSpPr/>
                  <p:nvPr/>
                </p:nvGrpSpPr>
                <p:grpSpPr>
                  <a:xfrm>
                    <a:off x="5886431" y="3525040"/>
                    <a:ext cx="393192" cy="393192"/>
                    <a:chOff x="5265196" y="3932619"/>
                    <a:chExt cx="393192" cy="393192"/>
                  </a:xfrm>
                </p:grpSpPr>
                <p:grpSp>
                  <p:nvGrpSpPr>
                    <p:cNvPr id="18680" name="Group 18679">
                      <a:extLst>
                        <a:ext uri="{FF2B5EF4-FFF2-40B4-BE49-F238E27FC236}">
                          <a16:creationId xmlns:a16="http://schemas.microsoft.com/office/drawing/2014/main" id="{442B22C1-040A-5F5F-3EB8-B9DBF26566CF}"/>
                        </a:ext>
                      </a:extLst>
                    </p:cNvPr>
                    <p:cNvGrpSpPr/>
                    <p:nvPr/>
                  </p:nvGrpSpPr>
                  <p:grpSpPr>
                    <a:xfrm>
                      <a:off x="5354636" y="4022061"/>
                      <a:ext cx="214313" cy="214313"/>
                      <a:chOff x="5354637" y="3446463"/>
                      <a:chExt cx="214313" cy="214313"/>
                    </a:xfrm>
                  </p:grpSpPr>
                  <p:sp>
                    <p:nvSpPr>
                      <p:cNvPr id="18688" name="Arc 18687">
                        <a:extLst>
                          <a:ext uri="{FF2B5EF4-FFF2-40B4-BE49-F238E27FC236}">
                            <a16:creationId xmlns:a16="http://schemas.microsoft.com/office/drawing/2014/main" id="{B2E4B673-E978-E2AC-76FF-40466C03BC3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689" name="Arc 18688">
                        <a:extLst>
                          <a:ext uri="{FF2B5EF4-FFF2-40B4-BE49-F238E27FC236}">
                            <a16:creationId xmlns:a16="http://schemas.microsoft.com/office/drawing/2014/main" id="{484534C0-04B9-2296-BFE1-5895075B6B0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681" name="Group 18680">
                      <a:extLst>
                        <a:ext uri="{FF2B5EF4-FFF2-40B4-BE49-F238E27FC236}">
                          <a16:creationId xmlns:a16="http://schemas.microsoft.com/office/drawing/2014/main" id="{CAB78276-7560-1241-D226-07766FE6F948}"/>
                        </a:ext>
                      </a:extLst>
                    </p:cNvPr>
                    <p:cNvGrpSpPr/>
                    <p:nvPr/>
                  </p:nvGrpSpPr>
                  <p:grpSpPr>
                    <a:xfrm rot="14400000">
                      <a:off x="5310186" y="3977611"/>
                      <a:ext cx="303213" cy="303213"/>
                      <a:chOff x="5354637" y="3446463"/>
                      <a:chExt cx="214313" cy="214313"/>
                    </a:xfrm>
                  </p:grpSpPr>
                  <p:sp>
                    <p:nvSpPr>
                      <p:cNvPr id="18686" name="Arc 18685">
                        <a:extLst>
                          <a:ext uri="{FF2B5EF4-FFF2-40B4-BE49-F238E27FC236}">
                            <a16:creationId xmlns:a16="http://schemas.microsoft.com/office/drawing/2014/main" id="{2422235B-F88D-723C-680A-3DDF3ADC8EE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687" name="Arc 18686">
                        <a:extLst>
                          <a:ext uri="{FF2B5EF4-FFF2-40B4-BE49-F238E27FC236}">
                            <a16:creationId xmlns:a16="http://schemas.microsoft.com/office/drawing/2014/main" id="{BB1B3F2C-1FEA-996C-9C9E-75DC4D5D7A7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682" name="Group 18681">
                      <a:extLst>
                        <a:ext uri="{FF2B5EF4-FFF2-40B4-BE49-F238E27FC236}">
                          <a16:creationId xmlns:a16="http://schemas.microsoft.com/office/drawing/2014/main" id="{F1769CD5-84C6-E150-8C80-0BFF66EC77CB}"/>
                        </a:ext>
                      </a:extLst>
                    </p:cNvPr>
                    <p:cNvGrpSpPr/>
                    <p:nvPr/>
                  </p:nvGrpSpPr>
                  <p:grpSpPr>
                    <a:xfrm rot="7200000">
                      <a:off x="5265196" y="3932619"/>
                      <a:ext cx="393192" cy="393192"/>
                      <a:chOff x="5354637" y="3446463"/>
                      <a:chExt cx="214313" cy="214313"/>
                    </a:xfrm>
                  </p:grpSpPr>
                  <p:sp>
                    <p:nvSpPr>
                      <p:cNvPr id="18684" name="Arc 18683">
                        <a:extLst>
                          <a:ext uri="{FF2B5EF4-FFF2-40B4-BE49-F238E27FC236}">
                            <a16:creationId xmlns:a16="http://schemas.microsoft.com/office/drawing/2014/main" id="{56FD0CB7-B158-CF20-F3CB-9BC5517FE63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685" name="Arc 18684">
                        <a:extLst>
                          <a:ext uri="{FF2B5EF4-FFF2-40B4-BE49-F238E27FC236}">
                            <a16:creationId xmlns:a16="http://schemas.microsoft.com/office/drawing/2014/main" id="{BCD6E6E2-B319-60D7-1EC7-F94A5D27C1F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683" name="TextBox 18682">
                      <a:extLst>
                        <a:ext uri="{FF2B5EF4-FFF2-40B4-BE49-F238E27FC236}">
                          <a16:creationId xmlns:a16="http://schemas.microsoft.com/office/drawing/2014/main" id="{38A859C1-D44B-AB5E-458C-11BF1F3A47B5}"/>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8657" name="Group 18656">
                    <a:extLst>
                      <a:ext uri="{FF2B5EF4-FFF2-40B4-BE49-F238E27FC236}">
                        <a16:creationId xmlns:a16="http://schemas.microsoft.com/office/drawing/2014/main" id="{12076BF6-C577-27E8-2626-7670DF44E755}"/>
                      </a:ext>
                    </a:extLst>
                  </p:cNvPr>
                  <p:cNvGrpSpPr/>
                  <p:nvPr/>
                </p:nvGrpSpPr>
                <p:grpSpPr>
                  <a:xfrm>
                    <a:off x="6512463" y="3525040"/>
                    <a:ext cx="393192" cy="393192"/>
                    <a:chOff x="6389147" y="3357021"/>
                    <a:chExt cx="393192" cy="393192"/>
                  </a:xfrm>
                </p:grpSpPr>
                <p:grpSp>
                  <p:nvGrpSpPr>
                    <p:cNvPr id="18669" name="Group 18668">
                      <a:extLst>
                        <a:ext uri="{FF2B5EF4-FFF2-40B4-BE49-F238E27FC236}">
                          <a16:creationId xmlns:a16="http://schemas.microsoft.com/office/drawing/2014/main" id="{D33D7583-9E78-5BBE-3FA1-4ED767BF219B}"/>
                        </a:ext>
                      </a:extLst>
                    </p:cNvPr>
                    <p:cNvGrpSpPr/>
                    <p:nvPr/>
                  </p:nvGrpSpPr>
                  <p:grpSpPr>
                    <a:xfrm rot="7200000" flipH="1">
                      <a:off x="6389147" y="3357021"/>
                      <a:ext cx="393192" cy="393192"/>
                      <a:chOff x="5354637" y="3446463"/>
                      <a:chExt cx="214313" cy="214313"/>
                    </a:xfrm>
                  </p:grpSpPr>
                  <p:sp>
                    <p:nvSpPr>
                      <p:cNvPr id="18678" name="Arc 18677">
                        <a:extLst>
                          <a:ext uri="{FF2B5EF4-FFF2-40B4-BE49-F238E27FC236}">
                            <a16:creationId xmlns:a16="http://schemas.microsoft.com/office/drawing/2014/main" id="{F93E64C4-C8B7-868B-5D97-A8B0BBB7EF4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679" name="Arc 18678">
                        <a:extLst>
                          <a:ext uri="{FF2B5EF4-FFF2-40B4-BE49-F238E27FC236}">
                            <a16:creationId xmlns:a16="http://schemas.microsoft.com/office/drawing/2014/main" id="{4FA75BE8-FC62-E4B6-051F-4699D361E94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670" name="Group 18669">
                      <a:extLst>
                        <a:ext uri="{FF2B5EF4-FFF2-40B4-BE49-F238E27FC236}">
                          <a16:creationId xmlns:a16="http://schemas.microsoft.com/office/drawing/2014/main" id="{20C9C9D7-E5DA-37C5-051E-5FD44ED77D75}"/>
                        </a:ext>
                      </a:extLst>
                    </p:cNvPr>
                    <p:cNvGrpSpPr/>
                    <p:nvPr/>
                  </p:nvGrpSpPr>
                  <p:grpSpPr>
                    <a:xfrm>
                      <a:off x="6434137" y="3402011"/>
                      <a:ext cx="303213" cy="303213"/>
                      <a:chOff x="6434137" y="3402011"/>
                      <a:chExt cx="303213" cy="303213"/>
                    </a:xfrm>
                  </p:grpSpPr>
                  <p:grpSp>
                    <p:nvGrpSpPr>
                      <p:cNvPr id="18671" name="Group 18670">
                        <a:extLst>
                          <a:ext uri="{FF2B5EF4-FFF2-40B4-BE49-F238E27FC236}">
                            <a16:creationId xmlns:a16="http://schemas.microsoft.com/office/drawing/2014/main" id="{F98A6579-BC13-0869-03E4-438ACA65D8F8}"/>
                          </a:ext>
                        </a:extLst>
                      </p:cNvPr>
                      <p:cNvGrpSpPr/>
                      <p:nvPr/>
                    </p:nvGrpSpPr>
                    <p:grpSpPr>
                      <a:xfrm flipH="1">
                        <a:off x="6478587" y="3446461"/>
                        <a:ext cx="214313" cy="214313"/>
                        <a:chOff x="5354637" y="3446463"/>
                        <a:chExt cx="214313" cy="214313"/>
                      </a:xfrm>
                    </p:grpSpPr>
                    <p:sp>
                      <p:nvSpPr>
                        <p:cNvPr id="18676" name="Arc 18675">
                          <a:extLst>
                            <a:ext uri="{FF2B5EF4-FFF2-40B4-BE49-F238E27FC236}">
                              <a16:creationId xmlns:a16="http://schemas.microsoft.com/office/drawing/2014/main" id="{C2FFF1AF-1D40-8F1B-3284-7F72786F029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677" name="Arc 18676">
                          <a:extLst>
                            <a:ext uri="{FF2B5EF4-FFF2-40B4-BE49-F238E27FC236}">
                              <a16:creationId xmlns:a16="http://schemas.microsoft.com/office/drawing/2014/main" id="{56CBD5EC-30F2-DA36-C967-04C04D8307A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672" name="Group 18671">
                        <a:extLst>
                          <a:ext uri="{FF2B5EF4-FFF2-40B4-BE49-F238E27FC236}">
                            <a16:creationId xmlns:a16="http://schemas.microsoft.com/office/drawing/2014/main" id="{928397CA-EB2D-A94D-D168-F3DA387DE3B0}"/>
                          </a:ext>
                        </a:extLst>
                      </p:cNvPr>
                      <p:cNvGrpSpPr/>
                      <p:nvPr/>
                    </p:nvGrpSpPr>
                    <p:grpSpPr>
                      <a:xfrm rot="14400000" flipH="1">
                        <a:off x="6434137" y="3402011"/>
                        <a:ext cx="303213" cy="303213"/>
                        <a:chOff x="5354637" y="3446463"/>
                        <a:chExt cx="214313" cy="214313"/>
                      </a:xfrm>
                    </p:grpSpPr>
                    <p:sp>
                      <p:nvSpPr>
                        <p:cNvPr id="18674" name="Arc 18673">
                          <a:extLst>
                            <a:ext uri="{FF2B5EF4-FFF2-40B4-BE49-F238E27FC236}">
                              <a16:creationId xmlns:a16="http://schemas.microsoft.com/office/drawing/2014/main" id="{50499BBB-DCB2-BA8A-6F20-1B921F78F07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675" name="Arc 18674">
                          <a:extLst>
                            <a:ext uri="{FF2B5EF4-FFF2-40B4-BE49-F238E27FC236}">
                              <a16:creationId xmlns:a16="http://schemas.microsoft.com/office/drawing/2014/main" id="{745C2421-5CB4-7677-87BD-F773521D7D5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673" name="TextBox 18672">
                        <a:extLst>
                          <a:ext uri="{FF2B5EF4-FFF2-40B4-BE49-F238E27FC236}">
                            <a16:creationId xmlns:a16="http://schemas.microsoft.com/office/drawing/2014/main" id="{CFEF53BE-9A8E-F37C-1B59-1D25D636BFE3}"/>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658" name="Group 18657">
                    <a:extLst>
                      <a:ext uri="{FF2B5EF4-FFF2-40B4-BE49-F238E27FC236}">
                        <a16:creationId xmlns:a16="http://schemas.microsoft.com/office/drawing/2014/main" id="{074424FE-1DF8-84DD-42EA-36BFA7FD005F}"/>
                      </a:ext>
                    </a:extLst>
                  </p:cNvPr>
                  <p:cNvGrpSpPr/>
                  <p:nvPr/>
                </p:nvGrpSpPr>
                <p:grpSpPr>
                  <a:xfrm>
                    <a:off x="6197413" y="3225768"/>
                    <a:ext cx="393192" cy="393192"/>
                    <a:chOff x="6389147" y="3932622"/>
                    <a:chExt cx="393192" cy="393192"/>
                  </a:xfrm>
                </p:grpSpPr>
                <p:grpSp>
                  <p:nvGrpSpPr>
                    <p:cNvPr id="18659" name="Group 18658">
                      <a:extLst>
                        <a:ext uri="{FF2B5EF4-FFF2-40B4-BE49-F238E27FC236}">
                          <a16:creationId xmlns:a16="http://schemas.microsoft.com/office/drawing/2014/main" id="{90D453B5-20FE-873D-A059-DA1D81CEE48C}"/>
                        </a:ext>
                      </a:extLst>
                    </p:cNvPr>
                    <p:cNvGrpSpPr/>
                    <p:nvPr/>
                  </p:nvGrpSpPr>
                  <p:grpSpPr>
                    <a:xfrm flipH="1">
                      <a:off x="6478587" y="4022061"/>
                      <a:ext cx="214313" cy="214313"/>
                      <a:chOff x="5354637" y="3446463"/>
                      <a:chExt cx="214313" cy="214313"/>
                    </a:xfrm>
                  </p:grpSpPr>
                  <p:sp>
                    <p:nvSpPr>
                      <p:cNvPr id="18667" name="Arc 18666">
                        <a:extLst>
                          <a:ext uri="{FF2B5EF4-FFF2-40B4-BE49-F238E27FC236}">
                            <a16:creationId xmlns:a16="http://schemas.microsoft.com/office/drawing/2014/main" id="{80FC9A36-EA6B-0800-2255-75F7FA21FA6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668" name="Arc 18667">
                        <a:extLst>
                          <a:ext uri="{FF2B5EF4-FFF2-40B4-BE49-F238E27FC236}">
                            <a16:creationId xmlns:a16="http://schemas.microsoft.com/office/drawing/2014/main" id="{9CB7E4FE-341A-1DFD-BAEA-472C0A1B02B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660" name="Group 18659">
                      <a:extLst>
                        <a:ext uri="{FF2B5EF4-FFF2-40B4-BE49-F238E27FC236}">
                          <a16:creationId xmlns:a16="http://schemas.microsoft.com/office/drawing/2014/main" id="{9743ED17-F878-7A37-8039-AA970A78E9B8}"/>
                        </a:ext>
                      </a:extLst>
                    </p:cNvPr>
                    <p:cNvGrpSpPr/>
                    <p:nvPr/>
                  </p:nvGrpSpPr>
                  <p:grpSpPr>
                    <a:xfrm rot="7200000" flipH="1">
                      <a:off x="6434137" y="3977611"/>
                      <a:ext cx="303213" cy="303213"/>
                      <a:chOff x="5354637" y="3446463"/>
                      <a:chExt cx="214313" cy="214313"/>
                    </a:xfrm>
                  </p:grpSpPr>
                  <p:sp>
                    <p:nvSpPr>
                      <p:cNvPr id="18665" name="Arc 18664">
                        <a:extLst>
                          <a:ext uri="{FF2B5EF4-FFF2-40B4-BE49-F238E27FC236}">
                            <a16:creationId xmlns:a16="http://schemas.microsoft.com/office/drawing/2014/main" id="{6F61ABAB-7B9E-7913-06FE-19DA3947EB5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666" name="Arc 18665">
                        <a:extLst>
                          <a:ext uri="{FF2B5EF4-FFF2-40B4-BE49-F238E27FC236}">
                            <a16:creationId xmlns:a16="http://schemas.microsoft.com/office/drawing/2014/main" id="{768B444D-1575-9CF7-14FE-63BFA99892C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661" name="Group 18660">
                      <a:extLst>
                        <a:ext uri="{FF2B5EF4-FFF2-40B4-BE49-F238E27FC236}">
                          <a16:creationId xmlns:a16="http://schemas.microsoft.com/office/drawing/2014/main" id="{F04AF9E0-6E7D-74EA-FB53-F52EBA05C07D}"/>
                        </a:ext>
                      </a:extLst>
                    </p:cNvPr>
                    <p:cNvGrpSpPr/>
                    <p:nvPr/>
                  </p:nvGrpSpPr>
                  <p:grpSpPr>
                    <a:xfrm rot="14400000" flipH="1">
                      <a:off x="6389147" y="3932622"/>
                      <a:ext cx="393192" cy="393192"/>
                      <a:chOff x="5354637" y="3446463"/>
                      <a:chExt cx="214313" cy="214313"/>
                    </a:xfrm>
                  </p:grpSpPr>
                  <p:sp>
                    <p:nvSpPr>
                      <p:cNvPr id="18663" name="Arc 18662">
                        <a:extLst>
                          <a:ext uri="{FF2B5EF4-FFF2-40B4-BE49-F238E27FC236}">
                            <a16:creationId xmlns:a16="http://schemas.microsoft.com/office/drawing/2014/main" id="{542E9321-AE8B-6136-EF3C-FB15C90816D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664" name="Arc 18663">
                        <a:extLst>
                          <a:ext uri="{FF2B5EF4-FFF2-40B4-BE49-F238E27FC236}">
                            <a16:creationId xmlns:a16="http://schemas.microsoft.com/office/drawing/2014/main" id="{58B5D706-6922-38BB-A535-022EC54DD95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662" name="TextBox 18661">
                      <a:extLst>
                        <a:ext uri="{FF2B5EF4-FFF2-40B4-BE49-F238E27FC236}">
                          <a16:creationId xmlns:a16="http://schemas.microsoft.com/office/drawing/2014/main" id="{B63EA636-4DD3-3DFB-167B-21A44A9954B1}"/>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8558" name="Group 18557">
                <a:extLst>
                  <a:ext uri="{FF2B5EF4-FFF2-40B4-BE49-F238E27FC236}">
                    <a16:creationId xmlns:a16="http://schemas.microsoft.com/office/drawing/2014/main" id="{95ABD919-9EA5-7994-577F-1F1856C1208C}"/>
                  </a:ext>
                </a:extLst>
              </p:cNvPr>
              <p:cNvGrpSpPr/>
              <p:nvPr/>
            </p:nvGrpSpPr>
            <p:grpSpPr>
              <a:xfrm>
                <a:off x="6065340" y="2039507"/>
                <a:ext cx="1643204" cy="1593124"/>
                <a:chOff x="5445106" y="2644743"/>
                <a:chExt cx="1643204" cy="1593124"/>
              </a:xfrm>
            </p:grpSpPr>
            <p:grpSp>
              <p:nvGrpSpPr>
                <p:cNvPr id="18559" name="Group 18558">
                  <a:extLst>
                    <a:ext uri="{FF2B5EF4-FFF2-40B4-BE49-F238E27FC236}">
                      <a16:creationId xmlns:a16="http://schemas.microsoft.com/office/drawing/2014/main" id="{BA896B1D-3953-DF12-3504-79C0103F317F}"/>
                    </a:ext>
                  </a:extLst>
                </p:cNvPr>
                <p:cNvGrpSpPr/>
                <p:nvPr/>
              </p:nvGrpSpPr>
              <p:grpSpPr>
                <a:xfrm>
                  <a:off x="5445106" y="2644743"/>
                  <a:ext cx="1019224" cy="991639"/>
                  <a:chOff x="5886431" y="3225768"/>
                  <a:chExt cx="1019224" cy="991639"/>
                </a:xfrm>
              </p:grpSpPr>
              <p:grpSp>
                <p:nvGrpSpPr>
                  <p:cNvPr id="18607" name="Group 18606">
                    <a:extLst>
                      <a:ext uri="{FF2B5EF4-FFF2-40B4-BE49-F238E27FC236}">
                        <a16:creationId xmlns:a16="http://schemas.microsoft.com/office/drawing/2014/main" id="{7033E09C-FCE3-6FA9-E643-E1D2F007A735}"/>
                      </a:ext>
                    </a:extLst>
                  </p:cNvPr>
                  <p:cNvGrpSpPr/>
                  <p:nvPr/>
                </p:nvGrpSpPr>
                <p:grpSpPr>
                  <a:xfrm>
                    <a:off x="6197413" y="3824215"/>
                    <a:ext cx="393192" cy="393192"/>
                    <a:chOff x="5265196" y="3357021"/>
                    <a:chExt cx="393192" cy="393192"/>
                  </a:xfrm>
                </p:grpSpPr>
                <p:grpSp>
                  <p:nvGrpSpPr>
                    <p:cNvPr id="18642" name="Group 18641">
                      <a:extLst>
                        <a:ext uri="{FF2B5EF4-FFF2-40B4-BE49-F238E27FC236}">
                          <a16:creationId xmlns:a16="http://schemas.microsoft.com/office/drawing/2014/main" id="{1C53DA22-1489-4D81-9176-246E786242B7}"/>
                        </a:ext>
                      </a:extLst>
                    </p:cNvPr>
                    <p:cNvGrpSpPr/>
                    <p:nvPr/>
                  </p:nvGrpSpPr>
                  <p:grpSpPr>
                    <a:xfrm rot="14400000">
                      <a:off x="5265196" y="3357021"/>
                      <a:ext cx="393192" cy="393192"/>
                      <a:chOff x="5354637" y="3446463"/>
                      <a:chExt cx="214313" cy="214313"/>
                    </a:xfrm>
                  </p:grpSpPr>
                  <p:sp>
                    <p:nvSpPr>
                      <p:cNvPr id="18651" name="Arc 18650">
                        <a:extLst>
                          <a:ext uri="{FF2B5EF4-FFF2-40B4-BE49-F238E27FC236}">
                            <a16:creationId xmlns:a16="http://schemas.microsoft.com/office/drawing/2014/main" id="{05C2F154-8BB7-F9AE-81BF-2EA1CA34237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652" name="Arc 18651">
                        <a:extLst>
                          <a:ext uri="{FF2B5EF4-FFF2-40B4-BE49-F238E27FC236}">
                            <a16:creationId xmlns:a16="http://schemas.microsoft.com/office/drawing/2014/main" id="{55776209-B67F-5A9B-63EC-9489B3F95AD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643" name="Group 18642">
                      <a:extLst>
                        <a:ext uri="{FF2B5EF4-FFF2-40B4-BE49-F238E27FC236}">
                          <a16:creationId xmlns:a16="http://schemas.microsoft.com/office/drawing/2014/main" id="{98325C96-40CE-ACB2-6BC7-038C4896EE72}"/>
                        </a:ext>
                      </a:extLst>
                    </p:cNvPr>
                    <p:cNvGrpSpPr/>
                    <p:nvPr/>
                  </p:nvGrpSpPr>
                  <p:grpSpPr>
                    <a:xfrm>
                      <a:off x="5310186" y="3402011"/>
                      <a:ext cx="303213" cy="303213"/>
                      <a:chOff x="5310186" y="3402011"/>
                      <a:chExt cx="303213" cy="303213"/>
                    </a:xfrm>
                  </p:grpSpPr>
                  <p:grpSp>
                    <p:nvGrpSpPr>
                      <p:cNvPr id="18644" name="Group 18643">
                        <a:extLst>
                          <a:ext uri="{FF2B5EF4-FFF2-40B4-BE49-F238E27FC236}">
                            <a16:creationId xmlns:a16="http://schemas.microsoft.com/office/drawing/2014/main" id="{047B7806-F4E5-7A25-7EA5-80CEDA0ED66E}"/>
                          </a:ext>
                        </a:extLst>
                      </p:cNvPr>
                      <p:cNvGrpSpPr/>
                      <p:nvPr/>
                    </p:nvGrpSpPr>
                    <p:grpSpPr>
                      <a:xfrm>
                        <a:off x="5354636" y="3446461"/>
                        <a:ext cx="214313" cy="214313"/>
                        <a:chOff x="5354637" y="3446463"/>
                        <a:chExt cx="214313" cy="214313"/>
                      </a:xfrm>
                    </p:grpSpPr>
                    <p:sp>
                      <p:nvSpPr>
                        <p:cNvPr id="18649" name="Arc 18648">
                          <a:extLst>
                            <a:ext uri="{FF2B5EF4-FFF2-40B4-BE49-F238E27FC236}">
                              <a16:creationId xmlns:a16="http://schemas.microsoft.com/office/drawing/2014/main" id="{DE2928B5-7CC4-AABB-7DCA-B90319B890C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650" name="Arc 18649">
                          <a:extLst>
                            <a:ext uri="{FF2B5EF4-FFF2-40B4-BE49-F238E27FC236}">
                              <a16:creationId xmlns:a16="http://schemas.microsoft.com/office/drawing/2014/main" id="{2908AA30-95BA-40F0-91A5-7F1F80F9AC9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645" name="Group 18644">
                        <a:extLst>
                          <a:ext uri="{FF2B5EF4-FFF2-40B4-BE49-F238E27FC236}">
                            <a16:creationId xmlns:a16="http://schemas.microsoft.com/office/drawing/2014/main" id="{3040C794-52E4-F895-99D9-5E0AADC90D30}"/>
                          </a:ext>
                        </a:extLst>
                      </p:cNvPr>
                      <p:cNvGrpSpPr/>
                      <p:nvPr/>
                    </p:nvGrpSpPr>
                    <p:grpSpPr>
                      <a:xfrm rot="7200000">
                        <a:off x="5310186" y="3402011"/>
                        <a:ext cx="303213" cy="303213"/>
                        <a:chOff x="5354637" y="3446463"/>
                        <a:chExt cx="214313" cy="214313"/>
                      </a:xfrm>
                    </p:grpSpPr>
                    <p:sp>
                      <p:nvSpPr>
                        <p:cNvPr id="18647" name="Arc 18646">
                          <a:extLst>
                            <a:ext uri="{FF2B5EF4-FFF2-40B4-BE49-F238E27FC236}">
                              <a16:creationId xmlns:a16="http://schemas.microsoft.com/office/drawing/2014/main" id="{61FA27B8-146C-EE44-B4F1-3EB10B660EB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648" name="Arc 18647">
                          <a:extLst>
                            <a:ext uri="{FF2B5EF4-FFF2-40B4-BE49-F238E27FC236}">
                              <a16:creationId xmlns:a16="http://schemas.microsoft.com/office/drawing/2014/main" id="{44F8CC82-BF3F-0A7D-4C14-D355602B04D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646" name="TextBox 18645">
                        <a:extLst>
                          <a:ext uri="{FF2B5EF4-FFF2-40B4-BE49-F238E27FC236}">
                            <a16:creationId xmlns:a16="http://schemas.microsoft.com/office/drawing/2014/main" id="{B2AFA9C2-90F0-A485-21A3-7A7F983CA9BE}"/>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608" name="Group 18607">
                    <a:extLst>
                      <a:ext uri="{FF2B5EF4-FFF2-40B4-BE49-F238E27FC236}">
                        <a16:creationId xmlns:a16="http://schemas.microsoft.com/office/drawing/2014/main" id="{C6BE9AF9-A046-5353-5E44-79480E5829E0}"/>
                      </a:ext>
                    </a:extLst>
                  </p:cNvPr>
                  <p:cNvGrpSpPr/>
                  <p:nvPr/>
                </p:nvGrpSpPr>
                <p:grpSpPr>
                  <a:xfrm>
                    <a:off x="5886431" y="3525040"/>
                    <a:ext cx="393192" cy="393192"/>
                    <a:chOff x="5265196" y="3932619"/>
                    <a:chExt cx="393192" cy="393192"/>
                  </a:xfrm>
                </p:grpSpPr>
                <p:grpSp>
                  <p:nvGrpSpPr>
                    <p:cNvPr id="18632" name="Group 18631">
                      <a:extLst>
                        <a:ext uri="{FF2B5EF4-FFF2-40B4-BE49-F238E27FC236}">
                          <a16:creationId xmlns:a16="http://schemas.microsoft.com/office/drawing/2014/main" id="{9DC4D223-C9B4-10A1-CF53-37C644DD7C5C}"/>
                        </a:ext>
                      </a:extLst>
                    </p:cNvPr>
                    <p:cNvGrpSpPr/>
                    <p:nvPr/>
                  </p:nvGrpSpPr>
                  <p:grpSpPr>
                    <a:xfrm>
                      <a:off x="5354636" y="4022061"/>
                      <a:ext cx="214313" cy="214313"/>
                      <a:chOff x="5354637" y="3446463"/>
                      <a:chExt cx="214313" cy="214313"/>
                    </a:xfrm>
                  </p:grpSpPr>
                  <p:sp>
                    <p:nvSpPr>
                      <p:cNvPr id="18640" name="Arc 18639">
                        <a:extLst>
                          <a:ext uri="{FF2B5EF4-FFF2-40B4-BE49-F238E27FC236}">
                            <a16:creationId xmlns:a16="http://schemas.microsoft.com/office/drawing/2014/main" id="{F39CA798-6638-82A1-04B4-5428E1AAE56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641" name="Arc 18640">
                        <a:extLst>
                          <a:ext uri="{FF2B5EF4-FFF2-40B4-BE49-F238E27FC236}">
                            <a16:creationId xmlns:a16="http://schemas.microsoft.com/office/drawing/2014/main" id="{9AECE4E8-483B-5878-E21E-FC3C5AEDCE4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633" name="Group 18632">
                      <a:extLst>
                        <a:ext uri="{FF2B5EF4-FFF2-40B4-BE49-F238E27FC236}">
                          <a16:creationId xmlns:a16="http://schemas.microsoft.com/office/drawing/2014/main" id="{B061FCDB-9913-9C56-0310-11871BD23456}"/>
                        </a:ext>
                      </a:extLst>
                    </p:cNvPr>
                    <p:cNvGrpSpPr/>
                    <p:nvPr/>
                  </p:nvGrpSpPr>
                  <p:grpSpPr>
                    <a:xfrm rot="14400000">
                      <a:off x="5310186" y="3977611"/>
                      <a:ext cx="303213" cy="303213"/>
                      <a:chOff x="5354637" y="3446463"/>
                      <a:chExt cx="214313" cy="214313"/>
                    </a:xfrm>
                  </p:grpSpPr>
                  <p:sp>
                    <p:nvSpPr>
                      <p:cNvPr id="18638" name="Arc 18637">
                        <a:extLst>
                          <a:ext uri="{FF2B5EF4-FFF2-40B4-BE49-F238E27FC236}">
                            <a16:creationId xmlns:a16="http://schemas.microsoft.com/office/drawing/2014/main" id="{6B208F58-1EC1-21E7-7C6F-CD261114EDD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639" name="Arc 18638">
                        <a:extLst>
                          <a:ext uri="{FF2B5EF4-FFF2-40B4-BE49-F238E27FC236}">
                            <a16:creationId xmlns:a16="http://schemas.microsoft.com/office/drawing/2014/main" id="{3425A888-7825-CFB6-A899-2DFF127E2FE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634" name="Group 18633">
                      <a:extLst>
                        <a:ext uri="{FF2B5EF4-FFF2-40B4-BE49-F238E27FC236}">
                          <a16:creationId xmlns:a16="http://schemas.microsoft.com/office/drawing/2014/main" id="{C545C948-9737-BD56-9690-603F496798E5}"/>
                        </a:ext>
                      </a:extLst>
                    </p:cNvPr>
                    <p:cNvGrpSpPr/>
                    <p:nvPr/>
                  </p:nvGrpSpPr>
                  <p:grpSpPr>
                    <a:xfrm rot="7200000">
                      <a:off x="5265196" y="3932619"/>
                      <a:ext cx="393192" cy="393192"/>
                      <a:chOff x="5354637" y="3446463"/>
                      <a:chExt cx="214313" cy="214313"/>
                    </a:xfrm>
                  </p:grpSpPr>
                  <p:sp>
                    <p:nvSpPr>
                      <p:cNvPr id="18636" name="Arc 18635">
                        <a:extLst>
                          <a:ext uri="{FF2B5EF4-FFF2-40B4-BE49-F238E27FC236}">
                            <a16:creationId xmlns:a16="http://schemas.microsoft.com/office/drawing/2014/main" id="{B8F058D4-F941-43B6-6D64-FAB9489EFB5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637" name="Arc 18636">
                        <a:extLst>
                          <a:ext uri="{FF2B5EF4-FFF2-40B4-BE49-F238E27FC236}">
                            <a16:creationId xmlns:a16="http://schemas.microsoft.com/office/drawing/2014/main" id="{0F743202-3548-557D-3FCD-29FCAE00363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635" name="TextBox 18634">
                      <a:extLst>
                        <a:ext uri="{FF2B5EF4-FFF2-40B4-BE49-F238E27FC236}">
                          <a16:creationId xmlns:a16="http://schemas.microsoft.com/office/drawing/2014/main" id="{764550FF-BEF2-2E03-A008-C2E7CED8D04F}"/>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8609" name="Group 18608">
                    <a:extLst>
                      <a:ext uri="{FF2B5EF4-FFF2-40B4-BE49-F238E27FC236}">
                        <a16:creationId xmlns:a16="http://schemas.microsoft.com/office/drawing/2014/main" id="{E964EEA7-E9BA-52E0-2906-2EC1ACB2A884}"/>
                      </a:ext>
                    </a:extLst>
                  </p:cNvPr>
                  <p:cNvGrpSpPr/>
                  <p:nvPr/>
                </p:nvGrpSpPr>
                <p:grpSpPr>
                  <a:xfrm>
                    <a:off x="6512463" y="3525040"/>
                    <a:ext cx="393192" cy="393192"/>
                    <a:chOff x="6389147" y="3357021"/>
                    <a:chExt cx="393192" cy="393192"/>
                  </a:xfrm>
                </p:grpSpPr>
                <p:grpSp>
                  <p:nvGrpSpPr>
                    <p:cNvPr id="18621" name="Group 18620">
                      <a:extLst>
                        <a:ext uri="{FF2B5EF4-FFF2-40B4-BE49-F238E27FC236}">
                          <a16:creationId xmlns:a16="http://schemas.microsoft.com/office/drawing/2014/main" id="{36BA6A94-B64E-F0A6-ABCE-204ED4FD5210}"/>
                        </a:ext>
                      </a:extLst>
                    </p:cNvPr>
                    <p:cNvGrpSpPr/>
                    <p:nvPr/>
                  </p:nvGrpSpPr>
                  <p:grpSpPr>
                    <a:xfrm rot="7200000" flipH="1">
                      <a:off x="6389147" y="3357021"/>
                      <a:ext cx="393192" cy="393192"/>
                      <a:chOff x="5354637" y="3446463"/>
                      <a:chExt cx="214313" cy="214313"/>
                    </a:xfrm>
                  </p:grpSpPr>
                  <p:sp>
                    <p:nvSpPr>
                      <p:cNvPr id="18630" name="Arc 18629">
                        <a:extLst>
                          <a:ext uri="{FF2B5EF4-FFF2-40B4-BE49-F238E27FC236}">
                            <a16:creationId xmlns:a16="http://schemas.microsoft.com/office/drawing/2014/main" id="{2A5DFC24-A33E-EDB2-D627-4081ECB5B72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631" name="Arc 18630">
                        <a:extLst>
                          <a:ext uri="{FF2B5EF4-FFF2-40B4-BE49-F238E27FC236}">
                            <a16:creationId xmlns:a16="http://schemas.microsoft.com/office/drawing/2014/main" id="{27E50E89-0DC2-7071-E62C-D05B44A6FA0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622" name="Group 18621">
                      <a:extLst>
                        <a:ext uri="{FF2B5EF4-FFF2-40B4-BE49-F238E27FC236}">
                          <a16:creationId xmlns:a16="http://schemas.microsoft.com/office/drawing/2014/main" id="{72487A32-0CAF-2348-6234-2C9FA53BDF68}"/>
                        </a:ext>
                      </a:extLst>
                    </p:cNvPr>
                    <p:cNvGrpSpPr/>
                    <p:nvPr/>
                  </p:nvGrpSpPr>
                  <p:grpSpPr>
                    <a:xfrm>
                      <a:off x="6434137" y="3402011"/>
                      <a:ext cx="303213" cy="303213"/>
                      <a:chOff x="6434137" y="3402011"/>
                      <a:chExt cx="303213" cy="303213"/>
                    </a:xfrm>
                  </p:grpSpPr>
                  <p:grpSp>
                    <p:nvGrpSpPr>
                      <p:cNvPr id="18623" name="Group 18622">
                        <a:extLst>
                          <a:ext uri="{FF2B5EF4-FFF2-40B4-BE49-F238E27FC236}">
                            <a16:creationId xmlns:a16="http://schemas.microsoft.com/office/drawing/2014/main" id="{60CCE7DF-BD4F-1634-FFD3-5E50B4DB481F}"/>
                          </a:ext>
                        </a:extLst>
                      </p:cNvPr>
                      <p:cNvGrpSpPr/>
                      <p:nvPr/>
                    </p:nvGrpSpPr>
                    <p:grpSpPr>
                      <a:xfrm flipH="1">
                        <a:off x="6478587" y="3446461"/>
                        <a:ext cx="214313" cy="214313"/>
                        <a:chOff x="5354637" y="3446463"/>
                        <a:chExt cx="214313" cy="214313"/>
                      </a:xfrm>
                    </p:grpSpPr>
                    <p:sp>
                      <p:nvSpPr>
                        <p:cNvPr id="18628" name="Arc 18627">
                          <a:extLst>
                            <a:ext uri="{FF2B5EF4-FFF2-40B4-BE49-F238E27FC236}">
                              <a16:creationId xmlns:a16="http://schemas.microsoft.com/office/drawing/2014/main" id="{36DF10C9-F57A-CC9C-F702-A64174C2A04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629" name="Arc 18628">
                          <a:extLst>
                            <a:ext uri="{FF2B5EF4-FFF2-40B4-BE49-F238E27FC236}">
                              <a16:creationId xmlns:a16="http://schemas.microsoft.com/office/drawing/2014/main" id="{3F71D3D1-07C3-7A6C-C85B-B8802D070A3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624" name="Group 18623">
                        <a:extLst>
                          <a:ext uri="{FF2B5EF4-FFF2-40B4-BE49-F238E27FC236}">
                            <a16:creationId xmlns:a16="http://schemas.microsoft.com/office/drawing/2014/main" id="{6E07E5ED-8AE7-ED63-64BD-50499F739BCA}"/>
                          </a:ext>
                        </a:extLst>
                      </p:cNvPr>
                      <p:cNvGrpSpPr/>
                      <p:nvPr/>
                    </p:nvGrpSpPr>
                    <p:grpSpPr>
                      <a:xfrm rot="14400000" flipH="1">
                        <a:off x="6434137" y="3402011"/>
                        <a:ext cx="303213" cy="303213"/>
                        <a:chOff x="5354637" y="3446463"/>
                        <a:chExt cx="214313" cy="214313"/>
                      </a:xfrm>
                    </p:grpSpPr>
                    <p:sp>
                      <p:nvSpPr>
                        <p:cNvPr id="18626" name="Arc 18625">
                          <a:extLst>
                            <a:ext uri="{FF2B5EF4-FFF2-40B4-BE49-F238E27FC236}">
                              <a16:creationId xmlns:a16="http://schemas.microsoft.com/office/drawing/2014/main" id="{5852A4BD-C9CF-1086-4899-53BBFFA4F58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627" name="Arc 18626">
                          <a:extLst>
                            <a:ext uri="{FF2B5EF4-FFF2-40B4-BE49-F238E27FC236}">
                              <a16:creationId xmlns:a16="http://schemas.microsoft.com/office/drawing/2014/main" id="{2345D3EB-204C-BFD1-78DF-98BF58E7844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625" name="TextBox 18624">
                        <a:extLst>
                          <a:ext uri="{FF2B5EF4-FFF2-40B4-BE49-F238E27FC236}">
                            <a16:creationId xmlns:a16="http://schemas.microsoft.com/office/drawing/2014/main" id="{AB77FE22-226B-E50B-4234-522DE8E7D249}"/>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610" name="Group 18609">
                    <a:extLst>
                      <a:ext uri="{FF2B5EF4-FFF2-40B4-BE49-F238E27FC236}">
                        <a16:creationId xmlns:a16="http://schemas.microsoft.com/office/drawing/2014/main" id="{BA0ADFFE-2621-D134-0557-48EB062E01B7}"/>
                      </a:ext>
                    </a:extLst>
                  </p:cNvPr>
                  <p:cNvGrpSpPr/>
                  <p:nvPr/>
                </p:nvGrpSpPr>
                <p:grpSpPr>
                  <a:xfrm>
                    <a:off x="6197413" y="3225768"/>
                    <a:ext cx="393192" cy="393192"/>
                    <a:chOff x="6389147" y="3932622"/>
                    <a:chExt cx="393192" cy="393192"/>
                  </a:xfrm>
                </p:grpSpPr>
                <p:grpSp>
                  <p:nvGrpSpPr>
                    <p:cNvPr id="18611" name="Group 18610">
                      <a:extLst>
                        <a:ext uri="{FF2B5EF4-FFF2-40B4-BE49-F238E27FC236}">
                          <a16:creationId xmlns:a16="http://schemas.microsoft.com/office/drawing/2014/main" id="{02147C3F-3CFA-5722-6305-28FBF2B79DD7}"/>
                        </a:ext>
                      </a:extLst>
                    </p:cNvPr>
                    <p:cNvGrpSpPr/>
                    <p:nvPr/>
                  </p:nvGrpSpPr>
                  <p:grpSpPr>
                    <a:xfrm flipH="1">
                      <a:off x="6478587" y="4022061"/>
                      <a:ext cx="214313" cy="214313"/>
                      <a:chOff x="5354637" y="3446463"/>
                      <a:chExt cx="214313" cy="214313"/>
                    </a:xfrm>
                  </p:grpSpPr>
                  <p:sp>
                    <p:nvSpPr>
                      <p:cNvPr id="18619" name="Arc 18618">
                        <a:extLst>
                          <a:ext uri="{FF2B5EF4-FFF2-40B4-BE49-F238E27FC236}">
                            <a16:creationId xmlns:a16="http://schemas.microsoft.com/office/drawing/2014/main" id="{565929F5-E4FB-B87E-62AA-F26FF538400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620" name="Arc 18619">
                        <a:extLst>
                          <a:ext uri="{FF2B5EF4-FFF2-40B4-BE49-F238E27FC236}">
                            <a16:creationId xmlns:a16="http://schemas.microsoft.com/office/drawing/2014/main" id="{22BD4C4B-A82B-3672-2EDC-369EB1149F6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612" name="Group 18611">
                      <a:extLst>
                        <a:ext uri="{FF2B5EF4-FFF2-40B4-BE49-F238E27FC236}">
                          <a16:creationId xmlns:a16="http://schemas.microsoft.com/office/drawing/2014/main" id="{CD7A3E94-578F-64AE-9F7B-AAFB8EEB0424}"/>
                        </a:ext>
                      </a:extLst>
                    </p:cNvPr>
                    <p:cNvGrpSpPr/>
                    <p:nvPr/>
                  </p:nvGrpSpPr>
                  <p:grpSpPr>
                    <a:xfrm rot="7200000" flipH="1">
                      <a:off x="6434137" y="3977611"/>
                      <a:ext cx="303213" cy="303213"/>
                      <a:chOff x="5354637" y="3446463"/>
                      <a:chExt cx="214313" cy="214313"/>
                    </a:xfrm>
                  </p:grpSpPr>
                  <p:sp>
                    <p:nvSpPr>
                      <p:cNvPr id="18617" name="Arc 18616">
                        <a:extLst>
                          <a:ext uri="{FF2B5EF4-FFF2-40B4-BE49-F238E27FC236}">
                            <a16:creationId xmlns:a16="http://schemas.microsoft.com/office/drawing/2014/main" id="{1FB0C586-B13A-0B8C-000D-8C86FA4D166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618" name="Arc 18617">
                        <a:extLst>
                          <a:ext uri="{FF2B5EF4-FFF2-40B4-BE49-F238E27FC236}">
                            <a16:creationId xmlns:a16="http://schemas.microsoft.com/office/drawing/2014/main" id="{AACEEA23-F224-1A72-05BF-277497B6465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613" name="Group 18612">
                      <a:extLst>
                        <a:ext uri="{FF2B5EF4-FFF2-40B4-BE49-F238E27FC236}">
                          <a16:creationId xmlns:a16="http://schemas.microsoft.com/office/drawing/2014/main" id="{763696C7-CF23-364A-A61F-43F61148FE9C}"/>
                        </a:ext>
                      </a:extLst>
                    </p:cNvPr>
                    <p:cNvGrpSpPr/>
                    <p:nvPr/>
                  </p:nvGrpSpPr>
                  <p:grpSpPr>
                    <a:xfrm rot="14400000" flipH="1">
                      <a:off x="6389147" y="3932622"/>
                      <a:ext cx="393192" cy="393192"/>
                      <a:chOff x="5354637" y="3446463"/>
                      <a:chExt cx="214313" cy="214313"/>
                    </a:xfrm>
                  </p:grpSpPr>
                  <p:sp>
                    <p:nvSpPr>
                      <p:cNvPr id="18615" name="Arc 18614">
                        <a:extLst>
                          <a:ext uri="{FF2B5EF4-FFF2-40B4-BE49-F238E27FC236}">
                            <a16:creationId xmlns:a16="http://schemas.microsoft.com/office/drawing/2014/main" id="{3160B0EC-B8CF-29EA-9549-42B9ADDD9C4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616" name="Arc 18615">
                        <a:extLst>
                          <a:ext uri="{FF2B5EF4-FFF2-40B4-BE49-F238E27FC236}">
                            <a16:creationId xmlns:a16="http://schemas.microsoft.com/office/drawing/2014/main" id="{D0F0EA3B-AB1B-205A-F062-EC75E931A18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614" name="TextBox 18613">
                      <a:extLst>
                        <a:ext uri="{FF2B5EF4-FFF2-40B4-BE49-F238E27FC236}">
                          <a16:creationId xmlns:a16="http://schemas.microsoft.com/office/drawing/2014/main" id="{F38BFDA3-A3DF-720E-2D05-F88B8D93C97B}"/>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560" name="Group 18559">
                  <a:extLst>
                    <a:ext uri="{FF2B5EF4-FFF2-40B4-BE49-F238E27FC236}">
                      <a16:creationId xmlns:a16="http://schemas.microsoft.com/office/drawing/2014/main" id="{27EEB515-FA71-DA0C-4870-E523625B99EF}"/>
                    </a:ext>
                  </a:extLst>
                </p:cNvPr>
                <p:cNvGrpSpPr/>
                <p:nvPr/>
              </p:nvGrpSpPr>
              <p:grpSpPr>
                <a:xfrm>
                  <a:off x="6069086" y="3246228"/>
                  <a:ext cx="1019224" cy="991639"/>
                  <a:chOff x="5886431" y="3225768"/>
                  <a:chExt cx="1019224" cy="991639"/>
                </a:xfrm>
              </p:grpSpPr>
              <p:grpSp>
                <p:nvGrpSpPr>
                  <p:cNvPr id="18561" name="Group 18560">
                    <a:extLst>
                      <a:ext uri="{FF2B5EF4-FFF2-40B4-BE49-F238E27FC236}">
                        <a16:creationId xmlns:a16="http://schemas.microsoft.com/office/drawing/2014/main" id="{560E684F-C6DA-3D48-8BE0-485C3921E3EA}"/>
                      </a:ext>
                    </a:extLst>
                  </p:cNvPr>
                  <p:cNvGrpSpPr/>
                  <p:nvPr/>
                </p:nvGrpSpPr>
                <p:grpSpPr>
                  <a:xfrm>
                    <a:off x="6197413" y="3824215"/>
                    <a:ext cx="393192" cy="393192"/>
                    <a:chOff x="5265196" y="3357021"/>
                    <a:chExt cx="393192" cy="393192"/>
                  </a:xfrm>
                </p:grpSpPr>
                <p:grpSp>
                  <p:nvGrpSpPr>
                    <p:cNvPr id="18596" name="Group 18595">
                      <a:extLst>
                        <a:ext uri="{FF2B5EF4-FFF2-40B4-BE49-F238E27FC236}">
                          <a16:creationId xmlns:a16="http://schemas.microsoft.com/office/drawing/2014/main" id="{DF39E638-B73C-ADAA-BD50-D8505F879F9B}"/>
                        </a:ext>
                      </a:extLst>
                    </p:cNvPr>
                    <p:cNvGrpSpPr/>
                    <p:nvPr/>
                  </p:nvGrpSpPr>
                  <p:grpSpPr>
                    <a:xfrm rot="14400000">
                      <a:off x="5265196" y="3357021"/>
                      <a:ext cx="393192" cy="393192"/>
                      <a:chOff x="5354637" y="3446463"/>
                      <a:chExt cx="214313" cy="214313"/>
                    </a:xfrm>
                  </p:grpSpPr>
                  <p:sp>
                    <p:nvSpPr>
                      <p:cNvPr id="18605" name="Arc 18604">
                        <a:extLst>
                          <a:ext uri="{FF2B5EF4-FFF2-40B4-BE49-F238E27FC236}">
                            <a16:creationId xmlns:a16="http://schemas.microsoft.com/office/drawing/2014/main" id="{B08EF6AC-9358-E5DA-23E6-2F8E3116588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606" name="Arc 18605">
                        <a:extLst>
                          <a:ext uri="{FF2B5EF4-FFF2-40B4-BE49-F238E27FC236}">
                            <a16:creationId xmlns:a16="http://schemas.microsoft.com/office/drawing/2014/main" id="{3E6A9ACC-438A-CF90-E98E-827486FBB4B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597" name="Group 18596">
                      <a:extLst>
                        <a:ext uri="{FF2B5EF4-FFF2-40B4-BE49-F238E27FC236}">
                          <a16:creationId xmlns:a16="http://schemas.microsoft.com/office/drawing/2014/main" id="{ECB7EDBC-414F-A07D-E630-D81F86CE36CB}"/>
                        </a:ext>
                      </a:extLst>
                    </p:cNvPr>
                    <p:cNvGrpSpPr/>
                    <p:nvPr/>
                  </p:nvGrpSpPr>
                  <p:grpSpPr>
                    <a:xfrm>
                      <a:off x="5310186" y="3402011"/>
                      <a:ext cx="303213" cy="303213"/>
                      <a:chOff x="5310186" y="3402011"/>
                      <a:chExt cx="303213" cy="303213"/>
                    </a:xfrm>
                  </p:grpSpPr>
                  <p:grpSp>
                    <p:nvGrpSpPr>
                      <p:cNvPr id="18598" name="Group 18597">
                        <a:extLst>
                          <a:ext uri="{FF2B5EF4-FFF2-40B4-BE49-F238E27FC236}">
                            <a16:creationId xmlns:a16="http://schemas.microsoft.com/office/drawing/2014/main" id="{33858B60-AD4C-4921-CCDB-0D878ABD7703}"/>
                          </a:ext>
                        </a:extLst>
                      </p:cNvPr>
                      <p:cNvGrpSpPr/>
                      <p:nvPr/>
                    </p:nvGrpSpPr>
                    <p:grpSpPr>
                      <a:xfrm>
                        <a:off x="5354636" y="3446461"/>
                        <a:ext cx="214313" cy="214313"/>
                        <a:chOff x="5354637" y="3446463"/>
                        <a:chExt cx="214313" cy="214313"/>
                      </a:xfrm>
                    </p:grpSpPr>
                    <p:sp>
                      <p:nvSpPr>
                        <p:cNvPr id="18603" name="Arc 18602">
                          <a:extLst>
                            <a:ext uri="{FF2B5EF4-FFF2-40B4-BE49-F238E27FC236}">
                              <a16:creationId xmlns:a16="http://schemas.microsoft.com/office/drawing/2014/main" id="{9BFEA472-7EFE-A5C5-3CAA-3A8B77807CC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604" name="Arc 18603">
                          <a:extLst>
                            <a:ext uri="{FF2B5EF4-FFF2-40B4-BE49-F238E27FC236}">
                              <a16:creationId xmlns:a16="http://schemas.microsoft.com/office/drawing/2014/main" id="{A3AF7E66-D2C7-19B9-4BD9-86D70CB1656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599" name="Group 18598">
                        <a:extLst>
                          <a:ext uri="{FF2B5EF4-FFF2-40B4-BE49-F238E27FC236}">
                            <a16:creationId xmlns:a16="http://schemas.microsoft.com/office/drawing/2014/main" id="{7C307125-4391-7BB7-8154-DA5AF5C1D2CF}"/>
                          </a:ext>
                        </a:extLst>
                      </p:cNvPr>
                      <p:cNvGrpSpPr/>
                      <p:nvPr/>
                    </p:nvGrpSpPr>
                    <p:grpSpPr>
                      <a:xfrm rot="7200000">
                        <a:off x="5310186" y="3402011"/>
                        <a:ext cx="303213" cy="303213"/>
                        <a:chOff x="5354637" y="3446463"/>
                        <a:chExt cx="214313" cy="214313"/>
                      </a:xfrm>
                    </p:grpSpPr>
                    <p:sp>
                      <p:nvSpPr>
                        <p:cNvPr id="18601" name="Arc 18600">
                          <a:extLst>
                            <a:ext uri="{FF2B5EF4-FFF2-40B4-BE49-F238E27FC236}">
                              <a16:creationId xmlns:a16="http://schemas.microsoft.com/office/drawing/2014/main" id="{EFF7F877-61D2-D0ED-8402-89D6672E0EB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602" name="Arc 18601">
                          <a:extLst>
                            <a:ext uri="{FF2B5EF4-FFF2-40B4-BE49-F238E27FC236}">
                              <a16:creationId xmlns:a16="http://schemas.microsoft.com/office/drawing/2014/main" id="{DC6F7670-088C-A5A7-A92E-FCAA43FD832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600" name="TextBox 18599">
                        <a:extLst>
                          <a:ext uri="{FF2B5EF4-FFF2-40B4-BE49-F238E27FC236}">
                            <a16:creationId xmlns:a16="http://schemas.microsoft.com/office/drawing/2014/main" id="{E8CB2129-68B3-D0DB-6E10-66ECD408BB79}"/>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562" name="Group 18561">
                    <a:extLst>
                      <a:ext uri="{FF2B5EF4-FFF2-40B4-BE49-F238E27FC236}">
                        <a16:creationId xmlns:a16="http://schemas.microsoft.com/office/drawing/2014/main" id="{7F4AD4EC-07D3-EDE5-38F5-1E1235A4D975}"/>
                      </a:ext>
                    </a:extLst>
                  </p:cNvPr>
                  <p:cNvGrpSpPr/>
                  <p:nvPr/>
                </p:nvGrpSpPr>
                <p:grpSpPr>
                  <a:xfrm>
                    <a:off x="5886431" y="3525040"/>
                    <a:ext cx="393192" cy="393192"/>
                    <a:chOff x="5265196" y="3932619"/>
                    <a:chExt cx="393192" cy="393192"/>
                  </a:xfrm>
                </p:grpSpPr>
                <p:grpSp>
                  <p:nvGrpSpPr>
                    <p:cNvPr id="18586" name="Group 18585">
                      <a:extLst>
                        <a:ext uri="{FF2B5EF4-FFF2-40B4-BE49-F238E27FC236}">
                          <a16:creationId xmlns:a16="http://schemas.microsoft.com/office/drawing/2014/main" id="{40029451-FFE7-FFF6-2B24-3CAB9EB98F68}"/>
                        </a:ext>
                      </a:extLst>
                    </p:cNvPr>
                    <p:cNvGrpSpPr/>
                    <p:nvPr/>
                  </p:nvGrpSpPr>
                  <p:grpSpPr>
                    <a:xfrm>
                      <a:off x="5354636" y="4022061"/>
                      <a:ext cx="214313" cy="214313"/>
                      <a:chOff x="5354637" y="3446463"/>
                      <a:chExt cx="214313" cy="214313"/>
                    </a:xfrm>
                  </p:grpSpPr>
                  <p:sp>
                    <p:nvSpPr>
                      <p:cNvPr id="18594" name="Arc 18593">
                        <a:extLst>
                          <a:ext uri="{FF2B5EF4-FFF2-40B4-BE49-F238E27FC236}">
                            <a16:creationId xmlns:a16="http://schemas.microsoft.com/office/drawing/2014/main" id="{472D5E1E-74C0-94FD-001E-6566762C179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595" name="Arc 18594">
                        <a:extLst>
                          <a:ext uri="{FF2B5EF4-FFF2-40B4-BE49-F238E27FC236}">
                            <a16:creationId xmlns:a16="http://schemas.microsoft.com/office/drawing/2014/main" id="{64065692-FC85-3379-584F-C2B63C4C51A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587" name="Group 18586">
                      <a:extLst>
                        <a:ext uri="{FF2B5EF4-FFF2-40B4-BE49-F238E27FC236}">
                          <a16:creationId xmlns:a16="http://schemas.microsoft.com/office/drawing/2014/main" id="{A85FCEBF-F3AF-90F8-E034-701B5B7DD903}"/>
                        </a:ext>
                      </a:extLst>
                    </p:cNvPr>
                    <p:cNvGrpSpPr/>
                    <p:nvPr/>
                  </p:nvGrpSpPr>
                  <p:grpSpPr>
                    <a:xfrm rot="14400000">
                      <a:off x="5310186" y="3977611"/>
                      <a:ext cx="303213" cy="303213"/>
                      <a:chOff x="5354637" y="3446463"/>
                      <a:chExt cx="214313" cy="214313"/>
                    </a:xfrm>
                  </p:grpSpPr>
                  <p:sp>
                    <p:nvSpPr>
                      <p:cNvPr id="18592" name="Arc 18591">
                        <a:extLst>
                          <a:ext uri="{FF2B5EF4-FFF2-40B4-BE49-F238E27FC236}">
                            <a16:creationId xmlns:a16="http://schemas.microsoft.com/office/drawing/2014/main" id="{7692391A-3994-F94F-C810-FA23CD403C7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593" name="Arc 18592">
                        <a:extLst>
                          <a:ext uri="{FF2B5EF4-FFF2-40B4-BE49-F238E27FC236}">
                            <a16:creationId xmlns:a16="http://schemas.microsoft.com/office/drawing/2014/main" id="{6D16E7F8-B957-D13B-F945-CFA043D0B46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588" name="Group 18587">
                      <a:extLst>
                        <a:ext uri="{FF2B5EF4-FFF2-40B4-BE49-F238E27FC236}">
                          <a16:creationId xmlns:a16="http://schemas.microsoft.com/office/drawing/2014/main" id="{0621C7D0-41DC-293D-12B8-E56E41332F60}"/>
                        </a:ext>
                      </a:extLst>
                    </p:cNvPr>
                    <p:cNvGrpSpPr/>
                    <p:nvPr/>
                  </p:nvGrpSpPr>
                  <p:grpSpPr>
                    <a:xfrm rot="7200000">
                      <a:off x="5265196" y="3932619"/>
                      <a:ext cx="393192" cy="393192"/>
                      <a:chOff x="5354637" y="3446463"/>
                      <a:chExt cx="214313" cy="214313"/>
                    </a:xfrm>
                  </p:grpSpPr>
                  <p:sp>
                    <p:nvSpPr>
                      <p:cNvPr id="18590" name="Arc 18589">
                        <a:extLst>
                          <a:ext uri="{FF2B5EF4-FFF2-40B4-BE49-F238E27FC236}">
                            <a16:creationId xmlns:a16="http://schemas.microsoft.com/office/drawing/2014/main" id="{C2EDF547-DEC9-EAEB-D50F-3F30C29E34C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591" name="Arc 18590">
                        <a:extLst>
                          <a:ext uri="{FF2B5EF4-FFF2-40B4-BE49-F238E27FC236}">
                            <a16:creationId xmlns:a16="http://schemas.microsoft.com/office/drawing/2014/main" id="{BB76981C-0471-D12E-63DD-B3551771EA3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589" name="TextBox 18588">
                      <a:extLst>
                        <a:ext uri="{FF2B5EF4-FFF2-40B4-BE49-F238E27FC236}">
                          <a16:creationId xmlns:a16="http://schemas.microsoft.com/office/drawing/2014/main" id="{42D58F05-7201-5A45-FE49-CF7031F989F7}"/>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8563" name="Group 18562">
                    <a:extLst>
                      <a:ext uri="{FF2B5EF4-FFF2-40B4-BE49-F238E27FC236}">
                        <a16:creationId xmlns:a16="http://schemas.microsoft.com/office/drawing/2014/main" id="{3983C382-1A26-5088-DB30-A36D1CA8EBDB}"/>
                      </a:ext>
                    </a:extLst>
                  </p:cNvPr>
                  <p:cNvGrpSpPr/>
                  <p:nvPr/>
                </p:nvGrpSpPr>
                <p:grpSpPr>
                  <a:xfrm>
                    <a:off x="6512463" y="3525040"/>
                    <a:ext cx="393192" cy="393192"/>
                    <a:chOff x="6389147" y="3357021"/>
                    <a:chExt cx="393192" cy="393192"/>
                  </a:xfrm>
                </p:grpSpPr>
                <p:grpSp>
                  <p:nvGrpSpPr>
                    <p:cNvPr id="18575" name="Group 18574">
                      <a:extLst>
                        <a:ext uri="{FF2B5EF4-FFF2-40B4-BE49-F238E27FC236}">
                          <a16:creationId xmlns:a16="http://schemas.microsoft.com/office/drawing/2014/main" id="{67744B8D-188F-65FD-BD56-69A3C8657E37}"/>
                        </a:ext>
                      </a:extLst>
                    </p:cNvPr>
                    <p:cNvGrpSpPr/>
                    <p:nvPr/>
                  </p:nvGrpSpPr>
                  <p:grpSpPr>
                    <a:xfrm rot="7200000" flipH="1">
                      <a:off x="6389147" y="3357021"/>
                      <a:ext cx="393192" cy="393192"/>
                      <a:chOff x="5354637" y="3446463"/>
                      <a:chExt cx="214313" cy="214313"/>
                    </a:xfrm>
                  </p:grpSpPr>
                  <p:sp>
                    <p:nvSpPr>
                      <p:cNvPr id="18584" name="Arc 18583">
                        <a:extLst>
                          <a:ext uri="{FF2B5EF4-FFF2-40B4-BE49-F238E27FC236}">
                            <a16:creationId xmlns:a16="http://schemas.microsoft.com/office/drawing/2014/main" id="{F4DBB6D2-125D-2A5F-42AD-6B481DC3B6A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585" name="Arc 18584">
                        <a:extLst>
                          <a:ext uri="{FF2B5EF4-FFF2-40B4-BE49-F238E27FC236}">
                            <a16:creationId xmlns:a16="http://schemas.microsoft.com/office/drawing/2014/main" id="{651AE04E-B80B-76A6-DD36-9923A674B54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576" name="Group 18575">
                      <a:extLst>
                        <a:ext uri="{FF2B5EF4-FFF2-40B4-BE49-F238E27FC236}">
                          <a16:creationId xmlns:a16="http://schemas.microsoft.com/office/drawing/2014/main" id="{F1A906DB-0360-4164-3179-4890DA56F745}"/>
                        </a:ext>
                      </a:extLst>
                    </p:cNvPr>
                    <p:cNvGrpSpPr/>
                    <p:nvPr/>
                  </p:nvGrpSpPr>
                  <p:grpSpPr>
                    <a:xfrm>
                      <a:off x="6434137" y="3402011"/>
                      <a:ext cx="303213" cy="303213"/>
                      <a:chOff x="6434137" y="3402011"/>
                      <a:chExt cx="303213" cy="303213"/>
                    </a:xfrm>
                  </p:grpSpPr>
                  <p:grpSp>
                    <p:nvGrpSpPr>
                      <p:cNvPr id="18577" name="Group 18576">
                        <a:extLst>
                          <a:ext uri="{FF2B5EF4-FFF2-40B4-BE49-F238E27FC236}">
                            <a16:creationId xmlns:a16="http://schemas.microsoft.com/office/drawing/2014/main" id="{FD5A9F8F-3ABB-47C5-298A-4B39E2C0FD50}"/>
                          </a:ext>
                        </a:extLst>
                      </p:cNvPr>
                      <p:cNvGrpSpPr/>
                      <p:nvPr/>
                    </p:nvGrpSpPr>
                    <p:grpSpPr>
                      <a:xfrm flipH="1">
                        <a:off x="6478587" y="3446461"/>
                        <a:ext cx="214313" cy="214313"/>
                        <a:chOff x="5354637" y="3446463"/>
                        <a:chExt cx="214313" cy="214313"/>
                      </a:xfrm>
                    </p:grpSpPr>
                    <p:sp>
                      <p:nvSpPr>
                        <p:cNvPr id="18582" name="Arc 18581">
                          <a:extLst>
                            <a:ext uri="{FF2B5EF4-FFF2-40B4-BE49-F238E27FC236}">
                              <a16:creationId xmlns:a16="http://schemas.microsoft.com/office/drawing/2014/main" id="{0417DA23-2A45-5865-D01B-404E5BB3AD5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583" name="Arc 18582">
                          <a:extLst>
                            <a:ext uri="{FF2B5EF4-FFF2-40B4-BE49-F238E27FC236}">
                              <a16:creationId xmlns:a16="http://schemas.microsoft.com/office/drawing/2014/main" id="{551A4CED-A43A-5FBB-EC0F-4A7E2279A82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578" name="Group 18577">
                        <a:extLst>
                          <a:ext uri="{FF2B5EF4-FFF2-40B4-BE49-F238E27FC236}">
                            <a16:creationId xmlns:a16="http://schemas.microsoft.com/office/drawing/2014/main" id="{7565F4DE-C11F-E439-0520-12A873C1A222}"/>
                          </a:ext>
                        </a:extLst>
                      </p:cNvPr>
                      <p:cNvGrpSpPr/>
                      <p:nvPr/>
                    </p:nvGrpSpPr>
                    <p:grpSpPr>
                      <a:xfrm rot="14400000" flipH="1">
                        <a:off x="6434137" y="3402011"/>
                        <a:ext cx="303213" cy="303213"/>
                        <a:chOff x="5354637" y="3446463"/>
                        <a:chExt cx="214313" cy="214313"/>
                      </a:xfrm>
                    </p:grpSpPr>
                    <p:sp>
                      <p:nvSpPr>
                        <p:cNvPr id="18580" name="Arc 18579">
                          <a:extLst>
                            <a:ext uri="{FF2B5EF4-FFF2-40B4-BE49-F238E27FC236}">
                              <a16:creationId xmlns:a16="http://schemas.microsoft.com/office/drawing/2014/main" id="{95B17826-200B-9A5D-AD89-37720C594B0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581" name="Arc 18580">
                          <a:extLst>
                            <a:ext uri="{FF2B5EF4-FFF2-40B4-BE49-F238E27FC236}">
                              <a16:creationId xmlns:a16="http://schemas.microsoft.com/office/drawing/2014/main" id="{819653F1-F817-49BF-DDBE-8907A857293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579" name="TextBox 18578">
                        <a:extLst>
                          <a:ext uri="{FF2B5EF4-FFF2-40B4-BE49-F238E27FC236}">
                            <a16:creationId xmlns:a16="http://schemas.microsoft.com/office/drawing/2014/main" id="{FAD4B966-88DD-A629-8165-5B1CDBEA7664}"/>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564" name="Group 18563">
                    <a:extLst>
                      <a:ext uri="{FF2B5EF4-FFF2-40B4-BE49-F238E27FC236}">
                        <a16:creationId xmlns:a16="http://schemas.microsoft.com/office/drawing/2014/main" id="{6340CC94-C312-6F07-6170-DC71391C6155}"/>
                      </a:ext>
                    </a:extLst>
                  </p:cNvPr>
                  <p:cNvGrpSpPr/>
                  <p:nvPr/>
                </p:nvGrpSpPr>
                <p:grpSpPr>
                  <a:xfrm>
                    <a:off x="6197413" y="3225768"/>
                    <a:ext cx="393192" cy="393192"/>
                    <a:chOff x="6389147" y="3932622"/>
                    <a:chExt cx="393192" cy="393192"/>
                  </a:xfrm>
                </p:grpSpPr>
                <p:grpSp>
                  <p:nvGrpSpPr>
                    <p:cNvPr id="18565" name="Group 18564">
                      <a:extLst>
                        <a:ext uri="{FF2B5EF4-FFF2-40B4-BE49-F238E27FC236}">
                          <a16:creationId xmlns:a16="http://schemas.microsoft.com/office/drawing/2014/main" id="{D20D0CF6-D25B-46C3-4EEE-8258E766CB71}"/>
                        </a:ext>
                      </a:extLst>
                    </p:cNvPr>
                    <p:cNvGrpSpPr/>
                    <p:nvPr/>
                  </p:nvGrpSpPr>
                  <p:grpSpPr>
                    <a:xfrm flipH="1">
                      <a:off x="6478587" y="4022061"/>
                      <a:ext cx="214313" cy="214313"/>
                      <a:chOff x="5354637" y="3446463"/>
                      <a:chExt cx="214313" cy="214313"/>
                    </a:xfrm>
                  </p:grpSpPr>
                  <p:sp>
                    <p:nvSpPr>
                      <p:cNvPr id="18573" name="Arc 18572">
                        <a:extLst>
                          <a:ext uri="{FF2B5EF4-FFF2-40B4-BE49-F238E27FC236}">
                            <a16:creationId xmlns:a16="http://schemas.microsoft.com/office/drawing/2014/main" id="{52D72F6B-805F-E141-5516-F0CFA94A63D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574" name="Arc 18573">
                        <a:extLst>
                          <a:ext uri="{FF2B5EF4-FFF2-40B4-BE49-F238E27FC236}">
                            <a16:creationId xmlns:a16="http://schemas.microsoft.com/office/drawing/2014/main" id="{7F9F9780-8092-E7A6-4292-BEADFDC63C7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566" name="Group 18565">
                      <a:extLst>
                        <a:ext uri="{FF2B5EF4-FFF2-40B4-BE49-F238E27FC236}">
                          <a16:creationId xmlns:a16="http://schemas.microsoft.com/office/drawing/2014/main" id="{819035F6-F55F-E5DA-EBA2-29AD36E31303}"/>
                        </a:ext>
                      </a:extLst>
                    </p:cNvPr>
                    <p:cNvGrpSpPr/>
                    <p:nvPr/>
                  </p:nvGrpSpPr>
                  <p:grpSpPr>
                    <a:xfrm rot="7200000" flipH="1">
                      <a:off x="6434137" y="3977611"/>
                      <a:ext cx="303213" cy="303213"/>
                      <a:chOff x="5354637" y="3446463"/>
                      <a:chExt cx="214313" cy="214313"/>
                    </a:xfrm>
                  </p:grpSpPr>
                  <p:sp>
                    <p:nvSpPr>
                      <p:cNvPr id="18571" name="Arc 18570">
                        <a:extLst>
                          <a:ext uri="{FF2B5EF4-FFF2-40B4-BE49-F238E27FC236}">
                            <a16:creationId xmlns:a16="http://schemas.microsoft.com/office/drawing/2014/main" id="{E681332F-FAFA-A855-0EC2-23546E93F00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572" name="Arc 18571">
                        <a:extLst>
                          <a:ext uri="{FF2B5EF4-FFF2-40B4-BE49-F238E27FC236}">
                            <a16:creationId xmlns:a16="http://schemas.microsoft.com/office/drawing/2014/main" id="{A9EF11E8-8E46-D9BC-720F-24A5C9206D2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567" name="Group 18566">
                      <a:extLst>
                        <a:ext uri="{FF2B5EF4-FFF2-40B4-BE49-F238E27FC236}">
                          <a16:creationId xmlns:a16="http://schemas.microsoft.com/office/drawing/2014/main" id="{9C276EA4-810B-6215-2E33-B06F368B1964}"/>
                        </a:ext>
                      </a:extLst>
                    </p:cNvPr>
                    <p:cNvGrpSpPr/>
                    <p:nvPr/>
                  </p:nvGrpSpPr>
                  <p:grpSpPr>
                    <a:xfrm rot="14400000" flipH="1">
                      <a:off x="6389147" y="3932622"/>
                      <a:ext cx="393192" cy="393192"/>
                      <a:chOff x="5354637" y="3446463"/>
                      <a:chExt cx="214313" cy="214313"/>
                    </a:xfrm>
                  </p:grpSpPr>
                  <p:sp>
                    <p:nvSpPr>
                      <p:cNvPr id="18569" name="Arc 18568">
                        <a:extLst>
                          <a:ext uri="{FF2B5EF4-FFF2-40B4-BE49-F238E27FC236}">
                            <a16:creationId xmlns:a16="http://schemas.microsoft.com/office/drawing/2014/main" id="{58C6DAA7-773A-0E5A-94E8-F7DCAEE9749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570" name="Arc 18569">
                        <a:extLst>
                          <a:ext uri="{FF2B5EF4-FFF2-40B4-BE49-F238E27FC236}">
                            <a16:creationId xmlns:a16="http://schemas.microsoft.com/office/drawing/2014/main" id="{62A5C412-D235-8C88-6CDC-62476C3B8A8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568" name="TextBox 18567">
                      <a:extLst>
                        <a:ext uri="{FF2B5EF4-FFF2-40B4-BE49-F238E27FC236}">
                          <a16:creationId xmlns:a16="http://schemas.microsoft.com/office/drawing/2014/main" id="{D4805847-90D1-3FE4-9BAD-7017DD5E9F41}"/>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18366" name="Group 18365">
              <a:extLst>
                <a:ext uri="{FF2B5EF4-FFF2-40B4-BE49-F238E27FC236}">
                  <a16:creationId xmlns:a16="http://schemas.microsoft.com/office/drawing/2014/main" id="{8A0DDEAA-6623-ACCE-4B4C-3AC7420EF6ED}"/>
                </a:ext>
              </a:extLst>
            </p:cNvPr>
            <p:cNvGrpSpPr/>
            <p:nvPr/>
          </p:nvGrpSpPr>
          <p:grpSpPr>
            <a:xfrm>
              <a:off x="10942563" y="432400"/>
              <a:ext cx="2263438" cy="2198360"/>
              <a:chOff x="5445106" y="2039507"/>
              <a:chExt cx="2263438" cy="2198360"/>
            </a:xfrm>
          </p:grpSpPr>
          <p:grpSp>
            <p:nvGrpSpPr>
              <p:cNvPr id="18367" name="Group 18366">
                <a:extLst>
                  <a:ext uri="{FF2B5EF4-FFF2-40B4-BE49-F238E27FC236}">
                    <a16:creationId xmlns:a16="http://schemas.microsoft.com/office/drawing/2014/main" id="{AF49BF54-4A4A-B74E-8526-34F89111E3C2}"/>
                  </a:ext>
                </a:extLst>
              </p:cNvPr>
              <p:cNvGrpSpPr/>
              <p:nvPr/>
            </p:nvGrpSpPr>
            <p:grpSpPr>
              <a:xfrm>
                <a:off x="5445106" y="2644743"/>
                <a:ext cx="1643204" cy="1593124"/>
                <a:chOff x="5445106" y="2644743"/>
                <a:chExt cx="1643204" cy="1593124"/>
              </a:xfrm>
            </p:grpSpPr>
            <p:grpSp>
              <p:nvGrpSpPr>
                <p:cNvPr id="18463" name="Group 18462">
                  <a:extLst>
                    <a:ext uri="{FF2B5EF4-FFF2-40B4-BE49-F238E27FC236}">
                      <a16:creationId xmlns:a16="http://schemas.microsoft.com/office/drawing/2014/main" id="{5AA7E0A6-F08D-2A6C-3689-6D9A238F9922}"/>
                    </a:ext>
                  </a:extLst>
                </p:cNvPr>
                <p:cNvGrpSpPr/>
                <p:nvPr/>
              </p:nvGrpSpPr>
              <p:grpSpPr>
                <a:xfrm>
                  <a:off x="5445106" y="2644743"/>
                  <a:ext cx="1019224" cy="991639"/>
                  <a:chOff x="5886431" y="3225768"/>
                  <a:chExt cx="1019224" cy="991639"/>
                </a:xfrm>
              </p:grpSpPr>
              <p:grpSp>
                <p:nvGrpSpPr>
                  <p:cNvPr id="18511" name="Group 18510">
                    <a:extLst>
                      <a:ext uri="{FF2B5EF4-FFF2-40B4-BE49-F238E27FC236}">
                        <a16:creationId xmlns:a16="http://schemas.microsoft.com/office/drawing/2014/main" id="{2D23064C-3674-F798-6100-0261C3A39B0F}"/>
                      </a:ext>
                    </a:extLst>
                  </p:cNvPr>
                  <p:cNvGrpSpPr/>
                  <p:nvPr/>
                </p:nvGrpSpPr>
                <p:grpSpPr>
                  <a:xfrm>
                    <a:off x="6197413" y="3824215"/>
                    <a:ext cx="393192" cy="393192"/>
                    <a:chOff x="5265196" y="3357021"/>
                    <a:chExt cx="393192" cy="393192"/>
                  </a:xfrm>
                </p:grpSpPr>
                <p:grpSp>
                  <p:nvGrpSpPr>
                    <p:cNvPr id="18546" name="Group 18545">
                      <a:extLst>
                        <a:ext uri="{FF2B5EF4-FFF2-40B4-BE49-F238E27FC236}">
                          <a16:creationId xmlns:a16="http://schemas.microsoft.com/office/drawing/2014/main" id="{11D20FD6-0199-6986-5D56-8596422DEC58}"/>
                        </a:ext>
                      </a:extLst>
                    </p:cNvPr>
                    <p:cNvGrpSpPr/>
                    <p:nvPr/>
                  </p:nvGrpSpPr>
                  <p:grpSpPr>
                    <a:xfrm rot="14400000">
                      <a:off x="5265196" y="3357021"/>
                      <a:ext cx="393192" cy="393192"/>
                      <a:chOff x="5354637" y="3446463"/>
                      <a:chExt cx="214313" cy="214313"/>
                    </a:xfrm>
                  </p:grpSpPr>
                  <p:sp>
                    <p:nvSpPr>
                      <p:cNvPr id="18555" name="Arc 18554">
                        <a:extLst>
                          <a:ext uri="{FF2B5EF4-FFF2-40B4-BE49-F238E27FC236}">
                            <a16:creationId xmlns:a16="http://schemas.microsoft.com/office/drawing/2014/main" id="{1CF1CEC4-D455-1D16-BB97-E5F8C3997EA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556" name="Arc 18555">
                        <a:extLst>
                          <a:ext uri="{FF2B5EF4-FFF2-40B4-BE49-F238E27FC236}">
                            <a16:creationId xmlns:a16="http://schemas.microsoft.com/office/drawing/2014/main" id="{54316471-18BE-33DA-2A51-2CBA5A5B549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547" name="Group 18546">
                      <a:extLst>
                        <a:ext uri="{FF2B5EF4-FFF2-40B4-BE49-F238E27FC236}">
                          <a16:creationId xmlns:a16="http://schemas.microsoft.com/office/drawing/2014/main" id="{D1AF0C38-3AE4-03D3-7197-A347ACDDAE2B}"/>
                        </a:ext>
                      </a:extLst>
                    </p:cNvPr>
                    <p:cNvGrpSpPr/>
                    <p:nvPr/>
                  </p:nvGrpSpPr>
                  <p:grpSpPr>
                    <a:xfrm>
                      <a:off x="5310186" y="3402011"/>
                      <a:ext cx="303213" cy="303213"/>
                      <a:chOff x="5310186" y="3402011"/>
                      <a:chExt cx="303213" cy="303213"/>
                    </a:xfrm>
                  </p:grpSpPr>
                  <p:grpSp>
                    <p:nvGrpSpPr>
                      <p:cNvPr id="18548" name="Group 18547">
                        <a:extLst>
                          <a:ext uri="{FF2B5EF4-FFF2-40B4-BE49-F238E27FC236}">
                            <a16:creationId xmlns:a16="http://schemas.microsoft.com/office/drawing/2014/main" id="{60FAF4E2-BD06-2678-8A7A-549C2758F7BC}"/>
                          </a:ext>
                        </a:extLst>
                      </p:cNvPr>
                      <p:cNvGrpSpPr/>
                      <p:nvPr/>
                    </p:nvGrpSpPr>
                    <p:grpSpPr>
                      <a:xfrm>
                        <a:off x="5354636" y="3446461"/>
                        <a:ext cx="214313" cy="214313"/>
                        <a:chOff x="5354637" y="3446463"/>
                        <a:chExt cx="214313" cy="214313"/>
                      </a:xfrm>
                    </p:grpSpPr>
                    <p:sp>
                      <p:nvSpPr>
                        <p:cNvPr id="18553" name="Arc 18552">
                          <a:extLst>
                            <a:ext uri="{FF2B5EF4-FFF2-40B4-BE49-F238E27FC236}">
                              <a16:creationId xmlns:a16="http://schemas.microsoft.com/office/drawing/2014/main" id="{54F8A6F5-B233-998A-0E9A-1DE99AA6691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554" name="Arc 18553">
                          <a:extLst>
                            <a:ext uri="{FF2B5EF4-FFF2-40B4-BE49-F238E27FC236}">
                              <a16:creationId xmlns:a16="http://schemas.microsoft.com/office/drawing/2014/main" id="{0C0583E0-139A-5DA5-81E2-E4591119D08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549" name="Group 18548">
                        <a:extLst>
                          <a:ext uri="{FF2B5EF4-FFF2-40B4-BE49-F238E27FC236}">
                            <a16:creationId xmlns:a16="http://schemas.microsoft.com/office/drawing/2014/main" id="{976C203F-CF21-8300-6054-5F395C0B136B}"/>
                          </a:ext>
                        </a:extLst>
                      </p:cNvPr>
                      <p:cNvGrpSpPr/>
                      <p:nvPr/>
                    </p:nvGrpSpPr>
                    <p:grpSpPr>
                      <a:xfrm rot="7200000">
                        <a:off x="5310186" y="3402011"/>
                        <a:ext cx="303213" cy="303213"/>
                        <a:chOff x="5354637" y="3446463"/>
                        <a:chExt cx="214313" cy="214313"/>
                      </a:xfrm>
                    </p:grpSpPr>
                    <p:sp>
                      <p:nvSpPr>
                        <p:cNvPr id="18551" name="Arc 18550">
                          <a:extLst>
                            <a:ext uri="{FF2B5EF4-FFF2-40B4-BE49-F238E27FC236}">
                              <a16:creationId xmlns:a16="http://schemas.microsoft.com/office/drawing/2014/main" id="{964F0924-A88E-8BAD-FAB1-16E38691706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552" name="Arc 18551">
                          <a:extLst>
                            <a:ext uri="{FF2B5EF4-FFF2-40B4-BE49-F238E27FC236}">
                              <a16:creationId xmlns:a16="http://schemas.microsoft.com/office/drawing/2014/main" id="{7977549D-8D93-4CF5-A3AE-392E8FDF088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550" name="TextBox 18549">
                        <a:extLst>
                          <a:ext uri="{FF2B5EF4-FFF2-40B4-BE49-F238E27FC236}">
                            <a16:creationId xmlns:a16="http://schemas.microsoft.com/office/drawing/2014/main" id="{9BBAEE57-6441-1C55-0273-D8274F520E0C}"/>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512" name="Group 18511">
                    <a:extLst>
                      <a:ext uri="{FF2B5EF4-FFF2-40B4-BE49-F238E27FC236}">
                        <a16:creationId xmlns:a16="http://schemas.microsoft.com/office/drawing/2014/main" id="{A319A4B3-FD75-AF5D-69A1-E0A2699B8C35}"/>
                      </a:ext>
                    </a:extLst>
                  </p:cNvPr>
                  <p:cNvGrpSpPr/>
                  <p:nvPr/>
                </p:nvGrpSpPr>
                <p:grpSpPr>
                  <a:xfrm>
                    <a:off x="5886431" y="3525040"/>
                    <a:ext cx="393192" cy="393192"/>
                    <a:chOff x="5265196" y="3932619"/>
                    <a:chExt cx="393192" cy="393192"/>
                  </a:xfrm>
                </p:grpSpPr>
                <p:grpSp>
                  <p:nvGrpSpPr>
                    <p:cNvPr id="18536" name="Group 18535">
                      <a:extLst>
                        <a:ext uri="{FF2B5EF4-FFF2-40B4-BE49-F238E27FC236}">
                          <a16:creationId xmlns:a16="http://schemas.microsoft.com/office/drawing/2014/main" id="{463B4B5A-2151-E60A-C3B1-F92387674AAA}"/>
                        </a:ext>
                      </a:extLst>
                    </p:cNvPr>
                    <p:cNvGrpSpPr/>
                    <p:nvPr/>
                  </p:nvGrpSpPr>
                  <p:grpSpPr>
                    <a:xfrm>
                      <a:off x="5354636" y="4022061"/>
                      <a:ext cx="214313" cy="214313"/>
                      <a:chOff x="5354637" y="3446463"/>
                      <a:chExt cx="214313" cy="214313"/>
                    </a:xfrm>
                  </p:grpSpPr>
                  <p:sp>
                    <p:nvSpPr>
                      <p:cNvPr id="18544" name="Arc 18543">
                        <a:extLst>
                          <a:ext uri="{FF2B5EF4-FFF2-40B4-BE49-F238E27FC236}">
                            <a16:creationId xmlns:a16="http://schemas.microsoft.com/office/drawing/2014/main" id="{FD0738A4-38E9-8155-DBFD-5FBED1C8690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545" name="Arc 18544">
                        <a:extLst>
                          <a:ext uri="{FF2B5EF4-FFF2-40B4-BE49-F238E27FC236}">
                            <a16:creationId xmlns:a16="http://schemas.microsoft.com/office/drawing/2014/main" id="{2E9344A5-9CA7-51F9-2D52-78DC2FCFB9B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537" name="Group 18536">
                      <a:extLst>
                        <a:ext uri="{FF2B5EF4-FFF2-40B4-BE49-F238E27FC236}">
                          <a16:creationId xmlns:a16="http://schemas.microsoft.com/office/drawing/2014/main" id="{14D0012C-FD84-6EFE-800F-0C7CBB39222A}"/>
                        </a:ext>
                      </a:extLst>
                    </p:cNvPr>
                    <p:cNvGrpSpPr/>
                    <p:nvPr/>
                  </p:nvGrpSpPr>
                  <p:grpSpPr>
                    <a:xfrm rot="14400000">
                      <a:off x="5310186" y="3977611"/>
                      <a:ext cx="303213" cy="303213"/>
                      <a:chOff x="5354637" y="3446463"/>
                      <a:chExt cx="214313" cy="214313"/>
                    </a:xfrm>
                  </p:grpSpPr>
                  <p:sp>
                    <p:nvSpPr>
                      <p:cNvPr id="18542" name="Arc 18541">
                        <a:extLst>
                          <a:ext uri="{FF2B5EF4-FFF2-40B4-BE49-F238E27FC236}">
                            <a16:creationId xmlns:a16="http://schemas.microsoft.com/office/drawing/2014/main" id="{5004A727-06C5-EDA8-E7C2-22477310224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543" name="Arc 18542">
                        <a:extLst>
                          <a:ext uri="{FF2B5EF4-FFF2-40B4-BE49-F238E27FC236}">
                            <a16:creationId xmlns:a16="http://schemas.microsoft.com/office/drawing/2014/main" id="{57B7CA92-EEF9-B98C-F87D-7750A44177E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538" name="Group 18537">
                      <a:extLst>
                        <a:ext uri="{FF2B5EF4-FFF2-40B4-BE49-F238E27FC236}">
                          <a16:creationId xmlns:a16="http://schemas.microsoft.com/office/drawing/2014/main" id="{CE5043C3-389B-BF5C-F103-ADCBF90693E5}"/>
                        </a:ext>
                      </a:extLst>
                    </p:cNvPr>
                    <p:cNvGrpSpPr/>
                    <p:nvPr/>
                  </p:nvGrpSpPr>
                  <p:grpSpPr>
                    <a:xfrm rot="7200000">
                      <a:off x="5265196" y="3932619"/>
                      <a:ext cx="393192" cy="393192"/>
                      <a:chOff x="5354637" y="3446463"/>
                      <a:chExt cx="214313" cy="214313"/>
                    </a:xfrm>
                  </p:grpSpPr>
                  <p:sp>
                    <p:nvSpPr>
                      <p:cNvPr id="18540" name="Arc 18539">
                        <a:extLst>
                          <a:ext uri="{FF2B5EF4-FFF2-40B4-BE49-F238E27FC236}">
                            <a16:creationId xmlns:a16="http://schemas.microsoft.com/office/drawing/2014/main" id="{17AB3C0D-4B9D-D3BF-14AB-A2803C5C2FA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541" name="Arc 18540">
                        <a:extLst>
                          <a:ext uri="{FF2B5EF4-FFF2-40B4-BE49-F238E27FC236}">
                            <a16:creationId xmlns:a16="http://schemas.microsoft.com/office/drawing/2014/main" id="{351CA25F-052F-F919-8F0C-E63D5575EB1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539" name="TextBox 18538">
                      <a:extLst>
                        <a:ext uri="{FF2B5EF4-FFF2-40B4-BE49-F238E27FC236}">
                          <a16:creationId xmlns:a16="http://schemas.microsoft.com/office/drawing/2014/main" id="{2924B3AB-F476-E623-0991-67C622997E86}"/>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8513" name="Group 18512">
                    <a:extLst>
                      <a:ext uri="{FF2B5EF4-FFF2-40B4-BE49-F238E27FC236}">
                        <a16:creationId xmlns:a16="http://schemas.microsoft.com/office/drawing/2014/main" id="{32E61566-D391-409B-C8BA-4B356CE1AD2A}"/>
                      </a:ext>
                    </a:extLst>
                  </p:cNvPr>
                  <p:cNvGrpSpPr/>
                  <p:nvPr/>
                </p:nvGrpSpPr>
                <p:grpSpPr>
                  <a:xfrm>
                    <a:off x="6512463" y="3525040"/>
                    <a:ext cx="393192" cy="393192"/>
                    <a:chOff x="6389147" y="3357021"/>
                    <a:chExt cx="393192" cy="393192"/>
                  </a:xfrm>
                </p:grpSpPr>
                <p:grpSp>
                  <p:nvGrpSpPr>
                    <p:cNvPr id="18525" name="Group 18524">
                      <a:extLst>
                        <a:ext uri="{FF2B5EF4-FFF2-40B4-BE49-F238E27FC236}">
                          <a16:creationId xmlns:a16="http://schemas.microsoft.com/office/drawing/2014/main" id="{59585A7B-E0B1-ABE0-CCC2-BA54615BA9B6}"/>
                        </a:ext>
                      </a:extLst>
                    </p:cNvPr>
                    <p:cNvGrpSpPr/>
                    <p:nvPr/>
                  </p:nvGrpSpPr>
                  <p:grpSpPr>
                    <a:xfrm rot="7200000" flipH="1">
                      <a:off x="6389147" y="3357021"/>
                      <a:ext cx="393192" cy="393192"/>
                      <a:chOff x="5354637" y="3446463"/>
                      <a:chExt cx="214313" cy="214313"/>
                    </a:xfrm>
                  </p:grpSpPr>
                  <p:sp>
                    <p:nvSpPr>
                      <p:cNvPr id="18534" name="Arc 18533">
                        <a:extLst>
                          <a:ext uri="{FF2B5EF4-FFF2-40B4-BE49-F238E27FC236}">
                            <a16:creationId xmlns:a16="http://schemas.microsoft.com/office/drawing/2014/main" id="{305CB551-1DA9-AD88-7775-F1D33F6108F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535" name="Arc 18534">
                        <a:extLst>
                          <a:ext uri="{FF2B5EF4-FFF2-40B4-BE49-F238E27FC236}">
                            <a16:creationId xmlns:a16="http://schemas.microsoft.com/office/drawing/2014/main" id="{502BFC96-3209-11DF-3192-DE94F63FC7A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526" name="Group 18525">
                      <a:extLst>
                        <a:ext uri="{FF2B5EF4-FFF2-40B4-BE49-F238E27FC236}">
                          <a16:creationId xmlns:a16="http://schemas.microsoft.com/office/drawing/2014/main" id="{FE91BE4C-C9AF-F688-BA6C-6EB1A8656225}"/>
                        </a:ext>
                      </a:extLst>
                    </p:cNvPr>
                    <p:cNvGrpSpPr/>
                    <p:nvPr/>
                  </p:nvGrpSpPr>
                  <p:grpSpPr>
                    <a:xfrm>
                      <a:off x="6434137" y="3402011"/>
                      <a:ext cx="303213" cy="303213"/>
                      <a:chOff x="6434137" y="3402011"/>
                      <a:chExt cx="303213" cy="303213"/>
                    </a:xfrm>
                  </p:grpSpPr>
                  <p:grpSp>
                    <p:nvGrpSpPr>
                      <p:cNvPr id="18527" name="Group 18526">
                        <a:extLst>
                          <a:ext uri="{FF2B5EF4-FFF2-40B4-BE49-F238E27FC236}">
                            <a16:creationId xmlns:a16="http://schemas.microsoft.com/office/drawing/2014/main" id="{AE412DF0-552C-9C0D-4D66-FDDFE1835B2A}"/>
                          </a:ext>
                        </a:extLst>
                      </p:cNvPr>
                      <p:cNvGrpSpPr/>
                      <p:nvPr/>
                    </p:nvGrpSpPr>
                    <p:grpSpPr>
                      <a:xfrm flipH="1">
                        <a:off x="6478587" y="3446461"/>
                        <a:ext cx="214313" cy="214313"/>
                        <a:chOff x="5354637" y="3446463"/>
                        <a:chExt cx="214313" cy="214313"/>
                      </a:xfrm>
                    </p:grpSpPr>
                    <p:sp>
                      <p:nvSpPr>
                        <p:cNvPr id="18532" name="Arc 18531">
                          <a:extLst>
                            <a:ext uri="{FF2B5EF4-FFF2-40B4-BE49-F238E27FC236}">
                              <a16:creationId xmlns:a16="http://schemas.microsoft.com/office/drawing/2014/main" id="{A1593CAC-7EF2-1D2E-63A0-CCFC51AD8B9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533" name="Arc 18532">
                          <a:extLst>
                            <a:ext uri="{FF2B5EF4-FFF2-40B4-BE49-F238E27FC236}">
                              <a16:creationId xmlns:a16="http://schemas.microsoft.com/office/drawing/2014/main" id="{C6616D1E-A32D-3E7D-4B1F-63D1C0F82A5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528" name="Group 18527">
                        <a:extLst>
                          <a:ext uri="{FF2B5EF4-FFF2-40B4-BE49-F238E27FC236}">
                            <a16:creationId xmlns:a16="http://schemas.microsoft.com/office/drawing/2014/main" id="{3A5506D8-9602-269A-EA1D-C8F235147241}"/>
                          </a:ext>
                        </a:extLst>
                      </p:cNvPr>
                      <p:cNvGrpSpPr/>
                      <p:nvPr/>
                    </p:nvGrpSpPr>
                    <p:grpSpPr>
                      <a:xfrm rot="14400000" flipH="1">
                        <a:off x="6434137" y="3402011"/>
                        <a:ext cx="303213" cy="303213"/>
                        <a:chOff x="5354637" y="3446463"/>
                        <a:chExt cx="214313" cy="214313"/>
                      </a:xfrm>
                    </p:grpSpPr>
                    <p:sp>
                      <p:nvSpPr>
                        <p:cNvPr id="18530" name="Arc 18529">
                          <a:extLst>
                            <a:ext uri="{FF2B5EF4-FFF2-40B4-BE49-F238E27FC236}">
                              <a16:creationId xmlns:a16="http://schemas.microsoft.com/office/drawing/2014/main" id="{49C2F5DA-C9FF-C000-F2F0-8BB93084974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531" name="Arc 18530">
                          <a:extLst>
                            <a:ext uri="{FF2B5EF4-FFF2-40B4-BE49-F238E27FC236}">
                              <a16:creationId xmlns:a16="http://schemas.microsoft.com/office/drawing/2014/main" id="{766160F7-9796-3FBB-EA60-8376F8032D8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529" name="TextBox 18528">
                        <a:extLst>
                          <a:ext uri="{FF2B5EF4-FFF2-40B4-BE49-F238E27FC236}">
                            <a16:creationId xmlns:a16="http://schemas.microsoft.com/office/drawing/2014/main" id="{73543040-E928-573B-A267-98B3A83C454D}"/>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514" name="Group 18513">
                    <a:extLst>
                      <a:ext uri="{FF2B5EF4-FFF2-40B4-BE49-F238E27FC236}">
                        <a16:creationId xmlns:a16="http://schemas.microsoft.com/office/drawing/2014/main" id="{47B747CC-3969-A851-B437-DCE18B756321}"/>
                      </a:ext>
                    </a:extLst>
                  </p:cNvPr>
                  <p:cNvGrpSpPr/>
                  <p:nvPr/>
                </p:nvGrpSpPr>
                <p:grpSpPr>
                  <a:xfrm>
                    <a:off x="6197413" y="3225768"/>
                    <a:ext cx="393192" cy="393192"/>
                    <a:chOff x="6389147" y="3932622"/>
                    <a:chExt cx="393192" cy="393192"/>
                  </a:xfrm>
                </p:grpSpPr>
                <p:grpSp>
                  <p:nvGrpSpPr>
                    <p:cNvPr id="18515" name="Group 18514">
                      <a:extLst>
                        <a:ext uri="{FF2B5EF4-FFF2-40B4-BE49-F238E27FC236}">
                          <a16:creationId xmlns:a16="http://schemas.microsoft.com/office/drawing/2014/main" id="{1F7BD5CC-57D3-036A-AE43-5B7559F52B44}"/>
                        </a:ext>
                      </a:extLst>
                    </p:cNvPr>
                    <p:cNvGrpSpPr/>
                    <p:nvPr/>
                  </p:nvGrpSpPr>
                  <p:grpSpPr>
                    <a:xfrm flipH="1">
                      <a:off x="6478587" y="4022061"/>
                      <a:ext cx="214313" cy="214313"/>
                      <a:chOff x="5354637" y="3446463"/>
                      <a:chExt cx="214313" cy="214313"/>
                    </a:xfrm>
                  </p:grpSpPr>
                  <p:sp>
                    <p:nvSpPr>
                      <p:cNvPr id="18523" name="Arc 18522">
                        <a:extLst>
                          <a:ext uri="{FF2B5EF4-FFF2-40B4-BE49-F238E27FC236}">
                            <a16:creationId xmlns:a16="http://schemas.microsoft.com/office/drawing/2014/main" id="{32874F17-524B-A437-13A4-3E615D326F4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524" name="Arc 18523">
                        <a:extLst>
                          <a:ext uri="{FF2B5EF4-FFF2-40B4-BE49-F238E27FC236}">
                            <a16:creationId xmlns:a16="http://schemas.microsoft.com/office/drawing/2014/main" id="{66653F0F-8504-B79A-037A-3434905E5E2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516" name="Group 18515">
                      <a:extLst>
                        <a:ext uri="{FF2B5EF4-FFF2-40B4-BE49-F238E27FC236}">
                          <a16:creationId xmlns:a16="http://schemas.microsoft.com/office/drawing/2014/main" id="{AD11D651-F861-8B05-16E6-4AC151DFF4AB}"/>
                        </a:ext>
                      </a:extLst>
                    </p:cNvPr>
                    <p:cNvGrpSpPr/>
                    <p:nvPr/>
                  </p:nvGrpSpPr>
                  <p:grpSpPr>
                    <a:xfrm rot="7200000" flipH="1">
                      <a:off x="6434137" y="3977611"/>
                      <a:ext cx="303213" cy="303213"/>
                      <a:chOff x="5354637" y="3446463"/>
                      <a:chExt cx="214313" cy="214313"/>
                    </a:xfrm>
                  </p:grpSpPr>
                  <p:sp>
                    <p:nvSpPr>
                      <p:cNvPr id="18521" name="Arc 18520">
                        <a:extLst>
                          <a:ext uri="{FF2B5EF4-FFF2-40B4-BE49-F238E27FC236}">
                            <a16:creationId xmlns:a16="http://schemas.microsoft.com/office/drawing/2014/main" id="{26789025-25A0-477F-C509-B1841D6BD59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522" name="Arc 18521">
                        <a:extLst>
                          <a:ext uri="{FF2B5EF4-FFF2-40B4-BE49-F238E27FC236}">
                            <a16:creationId xmlns:a16="http://schemas.microsoft.com/office/drawing/2014/main" id="{778BBF1B-150E-30E4-3070-3D71491A0C4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517" name="Group 18516">
                      <a:extLst>
                        <a:ext uri="{FF2B5EF4-FFF2-40B4-BE49-F238E27FC236}">
                          <a16:creationId xmlns:a16="http://schemas.microsoft.com/office/drawing/2014/main" id="{D16C5BFA-6BBA-0EBA-9FAC-A4634E5FF57D}"/>
                        </a:ext>
                      </a:extLst>
                    </p:cNvPr>
                    <p:cNvGrpSpPr/>
                    <p:nvPr/>
                  </p:nvGrpSpPr>
                  <p:grpSpPr>
                    <a:xfrm rot="14400000" flipH="1">
                      <a:off x="6389147" y="3932622"/>
                      <a:ext cx="393192" cy="393192"/>
                      <a:chOff x="5354637" y="3446463"/>
                      <a:chExt cx="214313" cy="214313"/>
                    </a:xfrm>
                  </p:grpSpPr>
                  <p:sp>
                    <p:nvSpPr>
                      <p:cNvPr id="18519" name="Arc 18518">
                        <a:extLst>
                          <a:ext uri="{FF2B5EF4-FFF2-40B4-BE49-F238E27FC236}">
                            <a16:creationId xmlns:a16="http://schemas.microsoft.com/office/drawing/2014/main" id="{CC1A6A9B-39ED-129E-7945-F9D92B95AD8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520" name="Arc 18519">
                        <a:extLst>
                          <a:ext uri="{FF2B5EF4-FFF2-40B4-BE49-F238E27FC236}">
                            <a16:creationId xmlns:a16="http://schemas.microsoft.com/office/drawing/2014/main" id="{9AFE49E8-8DAC-F28A-4A31-78020A24836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518" name="TextBox 18517">
                      <a:extLst>
                        <a:ext uri="{FF2B5EF4-FFF2-40B4-BE49-F238E27FC236}">
                          <a16:creationId xmlns:a16="http://schemas.microsoft.com/office/drawing/2014/main" id="{8EAA1E1A-7024-36A6-76BE-271082AE4B51}"/>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464" name="Group 18463">
                  <a:extLst>
                    <a:ext uri="{FF2B5EF4-FFF2-40B4-BE49-F238E27FC236}">
                      <a16:creationId xmlns:a16="http://schemas.microsoft.com/office/drawing/2014/main" id="{BBF83436-AEFC-484C-DCC0-3C7F0E1629B3}"/>
                    </a:ext>
                  </a:extLst>
                </p:cNvPr>
                <p:cNvGrpSpPr/>
                <p:nvPr/>
              </p:nvGrpSpPr>
              <p:grpSpPr>
                <a:xfrm>
                  <a:off x="6069086" y="3246228"/>
                  <a:ext cx="1019224" cy="991639"/>
                  <a:chOff x="5886431" y="3225768"/>
                  <a:chExt cx="1019224" cy="991639"/>
                </a:xfrm>
              </p:grpSpPr>
              <p:grpSp>
                <p:nvGrpSpPr>
                  <p:cNvPr id="18465" name="Group 18464">
                    <a:extLst>
                      <a:ext uri="{FF2B5EF4-FFF2-40B4-BE49-F238E27FC236}">
                        <a16:creationId xmlns:a16="http://schemas.microsoft.com/office/drawing/2014/main" id="{0F8872F3-EBCB-B0DB-7F8A-3B64C77C532A}"/>
                      </a:ext>
                    </a:extLst>
                  </p:cNvPr>
                  <p:cNvGrpSpPr/>
                  <p:nvPr/>
                </p:nvGrpSpPr>
                <p:grpSpPr>
                  <a:xfrm>
                    <a:off x="6197413" y="3824215"/>
                    <a:ext cx="393192" cy="393192"/>
                    <a:chOff x="5265196" y="3357021"/>
                    <a:chExt cx="393192" cy="393192"/>
                  </a:xfrm>
                </p:grpSpPr>
                <p:grpSp>
                  <p:nvGrpSpPr>
                    <p:cNvPr id="18500" name="Group 18499">
                      <a:extLst>
                        <a:ext uri="{FF2B5EF4-FFF2-40B4-BE49-F238E27FC236}">
                          <a16:creationId xmlns:a16="http://schemas.microsoft.com/office/drawing/2014/main" id="{CB3266D1-313D-0152-F250-698283531696}"/>
                        </a:ext>
                      </a:extLst>
                    </p:cNvPr>
                    <p:cNvGrpSpPr/>
                    <p:nvPr/>
                  </p:nvGrpSpPr>
                  <p:grpSpPr>
                    <a:xfrm rot="14400000">
                      <a:off x="5265196" y="3357021"/>
                      <a:ext cx="393192" cy="393192"/>
                      <a:chOff x="5354637" y="3446463"/>
                      <a:chExt cx="214313" cy="214313"/>
                    </a:xfrm>
                  </p:grpSpPr>
                  <p:sp>
                    <p:nvSpPr>
                      <p:cNvPr id="18509" name="Arc 18508">
                        <a:extLst>
                          <a:ext uri="{FF2B5EF4-FFF2-40B4-BE49-F238E27FC236}">
                            <a16:creationId xmlns:a16="http://schemas.microsoft.com/office/drawing/2014/main" id="{8473FC9E-540A-45E3-9FEE-5ED63126302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510" name="Arc 18509">
                        <a:extLst>
                          <a:ext uri="{FF2B5EF4-FFF2-40B4-BE49-F238E27FC236}">
                            <a16:creationId xmlns:a16="http://schemas.microsoft.com/office/drawing/2014/main" id="{1A5F847D-B98C-82BE-FF75-5DD1A2E3A8A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501" name="Group 18500">
                      <a:extLst>
                        <a:ext uri="{FF2B5EF4-FFF2-40B4-BE49-F238E27FC236}">
                          <a16:creationId xmlns:a16="http://schemas.microsoft.com/office/drawing/2014/main" id="{C533DE38-53E7-3055-34E4-F9B80AC6A2C1}"/>
                        </a:ext>
                      </a:extLst>
                    </p:cNvPr>
                    <p:cNvGrpSpPr/>
                    <p:nvPr/>
                  </p:nvGrpSpPr>
                  <p:grpSpPr>
                    <a:xfrm>
                      <a:off x="5310186" y="3402011"/>
                      <a:ext cx="303213" cy="303213"/>
                      <a:chOff x="5310186" y="3402011"/>
                      <a:chExt cx="303213" cy="303213"/>
                    </a:xfrm>
                  </p:grpSpPr>
                  <p:grpSp>
                    <p:nvGrpSpPr>
                      <p:cNvPr id="18502" name="Group 18501">
                        <a:extLst>
                          <a:ext uri="{FF2B5EF4-FFF2-40B4-BE49-F238E27FC236}">
                            <a16:creationId xmlns:a16="http://schemas.microsoft.com/office/drawing/2014/main" id="{8D50B25F-C7CA-3D4F-1802-2DA72290C9D5}"/>
                          </a:ext>
                        </a:extLst>
                      </p:cNvPr>
                      <p:cNvGrpSpPr/>
                      <p:nvPr/>
                    </p:nvGrpSpPr>
                    <p:grpSpPr>
                      <a:xfrm>
                        <a:off x="5354636" y="3446461"/>
                        <a:ext cx="214313" cy="214313"/>
                        <a:chOff x="5354637" y="3446463"/>
                        <a:chExt cx="214313" cy="214313"/>
                      </a:xfrm>
                    </p:grpSpPr>
                    <p:sp>
                      <p:nvSpPr>
                        <p:cNvPr id="18507" name="Arc 18506">
                          <a:extLst>
                            <a:ext uri="{FF2B5EF4-FFF2-40B4-BE49-F238E27FC236}">
                              <a16:creationId xmlns:a16="http://schemas.microsoft.com/office/drawing/2014/main" id="{A1998EC6-2373-D785-92BE-DC3C7E28211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508" name="Arc 18507">
                          <a:extLst>
                            <a:ext uri="{FF2B5EF4-FFF2-40B4-BE49-F238E27FC236}">
                              <a16:creationId xmlns:a16="http://schemas.microsoft.com/office/drawing/2014/main" id="{44147587-758E-740D-0C47-9B5B54BB53E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503" name="Group 18502">
                        <a:extLst>
                          <a:ext uri="{FF2B5EF4-FFF2-40B4-BE49-F238E27FC236}">
                            <a16:creationId xmlns:a16="http://schemas.microsoft.com/office/drawing/2014/main" id="{E4213BDE-A649-E1A7-21E3-1CBB2557118E}"/>
                          </a:ext>
                        </a:extLst>
                      </p:cNvPr>
                      <p:cNvGrpSpPr/>
                      <p:nvPr/>
                    </p:nvGrpSpPr>
                    <p:grpSpPr>
                      <a:xfrm rot="7200000">
                        <a:off x="5310186" y="3402011"/>
                        <a:ext cx="303213" cy="303213"/>
                        <a:chOff x="5354637" y="3446463"/>
                        <a:chExt cx="214313" cy="214313"/>
                      </a:xfrm>
                    </p:grpSpPr>
                    <p:sp>
                      <p:nvSpPr>
                        <p:cNvPr id="18505" name="Arc 18504">
                          <a:extLst>
                            <a:ext uri="{FF2B5EF4-FFF2-40B4-BE49-F238E27FC236}">
                              <a16:creationId xmlns:a16="http://schemas.microsoft.com/office/drawing/2014/main" id="{E4ABB923-FEB6-123D-A6B0-38E1260989A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506" name="Arc 18505">
                          <a:extLst>
                            <a:ext uri="{FF2B5EF4-FFF2-40B4-BE49-F238E27FC236}">
                              <a16:creationId xmlns:a16="http://schemas.microsoft.com/office/drawing/2014/main" id="{B54512D7-F52B-87A5-38E4-D58E442FEC5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504" name="TextBox 18503">
                        <a:extLst>
                          <a:ext uri="{FF2B5EF4-FFF2-40B4-BE49-F238E27FC236}">
                            <a16:creationId xmlns:a16="http://schemas.microsoft.com/office/drawing/2014/main" id="{2D772B1D-3B81-BEA2-7914-93B3588AFF47}"/>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466" name="Group 18465">
                    <a:extLst>
                      <a:ext uri="{FF2B5EF4-FFF2-40B4-BE49-F238E27FC236}">
                        <a16:creationId xmlns:a16="http://schemas.microsoft.com/office/drawing/2014/main" id="{BDA913E8-B398-D028-DC62-1E493E04505A}"/>
                      </a:ext>
                    </a:extLst>
                  </p:cNvPr>
                  <p:cNvGrpSpPr/>
                  <p:nvPr/>
                </p:nvGrpSpPr>
                <p:grpSpPr>
                  <a:xfrm>
                    <a:off x="5886431" y="3525040"/>
                    <a:ext cx="393192" cy="393192"/>
                    <a:chOff x="5265196" y="3932619"/>
                    <a:chExt cx="393192" cy="393192"/>
                  </a:xfrm>
                </p:grpSpPr>
                <p:grpSp>
                  <p:nvGrpSpPr>
                    <p:cNvPr id="18490" name="Group 18489">
                      <a:extLst>
                        <a:ext uri="{FF2B5EF4-FFF2-40B4-BE49-F238E27FC236}">
                          <a16:creationId xmlns:a16="http://schemas.microsoft.com/office/drawing/2014/main" id="{467C7CF4-146E-8FB8-C003-1B3BFBE41652}"/>
                        </a:ext>
                      </a:extLst>
                    </p:cNvPr>
                    <p:cNvGrpSpPr/>
                    <p:nvPr/>
                  </p:nvGrpSpPr>
                  <p:grpSpPr>
                    <a:xfrm>
                      <a:off x="5354636" y="4022061"/>
                      <a:ext cx="214313" cy="214313"/>
                      <a:chOff x="5354637" y="3446463"/>
                      <a:chExt cx="214313" cy="214313"/>
                    </a:xfrm>
                  </p:grpSpPr>
                  <p:sp>
                    <p:nvSpPr>
                      <p:cNvPr id="18498" name="Arc 18497">
                        <a:extLst>
                          <a:ext uri="{FF2B5EF4-FFF2-40B4-BE49-F238E27FC236}">
                            <a16:creationId xmlns:a16="http://schemas.microsoft.com/office/drawing/2014/main" id="{CC589A59-9D2E-1CCC-4C2A-171E7345941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499" name="Arc 18498">
                        <a:extLst>
                          <a:ext uri="{FF2B5EF4-FFF2-40B4-BE49-F238E27FC236}">
                            <a16:creationId xmlns:a16="http://schemas.microsoft.com/office/drawing/2014/main" id="{7F993503-BA35-DCD9-994B-79CAD140D61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491" name="Group 18490">
                      <a:extLst>
                        <a:ext uri="{FF2B5EF4-FFF2-40B4-BE49-F238E27FC236}">
                          <a16:creationId xmlns:a16="http://schemas.microsoft.com/office/drawing/2014/main" id="{B3B8A033-6178-679A-21EB-99AB9AB95295}"/>
                        </a:ext>
                      </a:extLst>
                    </p:cNvPr>
                    <p:cNvGrpSpPr/>
                    <p:nvPr/>
                  </p:nvGrpSpPr>
                  <p:grpSpPr>
                    <a:xfrm rot="14400000">
                      <a:off x="5310186" y="3977611"/>
                      <a:ext cx="303213" cy="303213"/>
                      <a:chOff x="5354637" y="3446463"/>
                      <a:chExt cx="214313" cy="214313"/>
                    </a:xfrm>
                  </p:grpSpPr>
                  <p:sp>
                    <p:nvSpPr>
                      <p:cNvPr id="18496" name="Arc 18495">
                        <a:extLst>
                          <a:ext uri="{FF2B5EF4-FFF2-40B4-BE49-F238E27FC236}">
                            <a16:creationId xmlns:a16="http://schemas.microsoft.com/office/drawing/2014/main" id="{0A89407B-6F7F-9323-362B-33961314A8B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497" name="Arc 18496">
                        <a:extLst>
                          <a:ext uri="{FF2B5EF4-FFF2-40B4-BE49-F238E27FC236}">
                            <a16:creationId xmlns:a16="http://schemas.microsoft.com/office/drawing/2014/main" id="{7DB56748-C35D-592F-9EC4-E2461025611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492" name="Group 18491">
                      <a:extLst>
                        <a:ext uri="{FF2B5EF4-FFF2-40B4-BE49-F238E27FC236}">
                          <a16:creationId xmlns:a16="http://schemas.microsoft.com/office/drawing/2014/main" id="{C060F57D-8E17-53F5-31DF-A32F38C44DD4}"/>
                        </a:ext>
                      </a:extLst>
                    </p:cNvPr>
                    <p:cNvGrpSpPr/>
                    <p:nvPr/>
                  </p:nvGrpSpPr>
                  <p:grpSpPr>
                    <a:xfrm rot="7200000">
                      <a:off x="5265196" y="3932619"/>
                      <a:ext cx="393192" cy="393192"/>
                      <a:chOff x="5354637" y="3446463"/>
                      <a:chExt cx="214313" cy="214313"/>
                    </a:xfrm>
                  </p:grpSpPr>
                  <p:sp>
                    <p:nvSpPr>
                      <p:cNvPr id="18494" name="Arc 18493">
                        <a:extLst>
                          <a:ext uri="{FF2B5EF4-FFF2-40B4-BE49-F238E27FC236}">
                            <a16:creationId xmlns:a16="http://schemas.microsoft.com/office/drawing/2014/main" id="{BBC1AEA4-0C10-BD5E-0026-2CE4126F79C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495" name="Arc 18494">
                        <a:extLst>
                          <a:ext uri="{FF2B5EF4-FFF2-40B4-BE49-F238E27FC236}">
                            <a16:creationId xmlns:a16="http://schemas.microsoft.com/office/drawing/2014/main" id="{2D403D83-CF5F-5162-426B-10A102E3278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493" name="TextBox 18492">
                      <a:extLst>
                        <a:ext uri="{FF2B5EF4-FFF2-40B4-BE49-F238E27FC236}">
                          <a16:creationId xmlns:a16="http://schemas.microsoft.com/office/drawing/2014/main" id="{2989E6FC-CA79-111A-B5DC-1D9BD3F86048}"/>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8467" name="Group 18466">
                    <a:extLst>
                      <a:ext uri="{FF2B5EF4-FFF2-40B4-BE49-F238E27FC236}">
                        <a16:creationId xmlns:a16="http://schemas.microsoft.com/office/drawing/2014/main" id="{FF52CDD9-3D38-D7FA-2F05-AC26BD859E1F}"/>
                      </a:ext>
                    </a:extLst>
                  </p:cNvPr>
                  <p:cNvGrpSpPr/>
                  <p:nvPr/>
                </p:nvGrpSpPr>
                <p:grpSpPr>
                  <a:xfrm>
                    <a:off x="6512463" y="3525040"/>
                    <a:ext cx="393192" cy="393192"/>
                    <a:chOff x="6389147" y="3357021"/>
                    <a:chExt cx="393192" cy="393192"/>
                  </a:xfrm>
                </p:grpSpPr>
                <p:grpSp>
                  <p:nvGrpSpPr>
                    <p:cNvPr id="18479" name="Group 18478">
                      <a:extLst>
                        <a:ext uri="{FF2B5EF4-FFF2-40B4-BE49-F238E27FC236}">
                          <a16:creationId xmlns:a16="http://schemas.microsoft.com/office/drawing/2014/main" id="{A8E3667B-D099-6662-B44C-7B46B62F8581}"/>
                        </a:ext>
                      </a:extLst>
                    </p:cNvPr>
                    <p:cNvGrpSpPr/>
                    <p:nvPr/>
                  </p:nvGrpSpPr>
                  <p:grpSpPr>
                    <a:xfrm rot="7200000" flipH="1">
                      <a:off x="6389147" y="3357021"/>
                      <a:ext cx="393192" cy="393192"/>
                      <a:chOff x="5354637" y="3446463"/>
                      <a:chExt cx="214313" cy="214313"/>
                    </a:xfrm>
                  </p:grpSpPr>
                  <p:sp>
                    <p:nvSpPr>
                      <p:cNvPr id="18488" name="Arc 18487">
                        <a:extLst>
                          <a:ext uri="{FF2B5EF4-FFF2-40B4-BE49-F238E27FC236}">
                            <a16:creationId xmlns:a16="http://schemas.microsoft.com/office/drawing/2014/main" id="{597560CA-574A-1F4D-1107-9C6827AC3D2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489" name="Arc 18488">
                        <a:extLst>
                          <a:ext uri="{FF2B5EF4-FFF2-40B4-BE49-F238E27FC236}">
                            <a16:creationId xmlns:a16="http://schemas.microsoft.com/office/drawing/2014/main" id="{2E7AD7DF-14F8-F438-F205-C5A809BF7E0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480" name="Group 18479">
                      <a:extLst>
                        <a:ext uri="{FF2B5EF4-FFF2-40B4-BE49-F238E27FC236}">
                          <a16:creationId xmlns:a16="http://schemas.microsoft.com/office/drawing/2014/main" id="{DBBE63D3-B7DF-5399-08B6-F76C4B4A1508}"/>
                        </a:ext>
                      </a:extLst>
                    </p:cNvPr>
                    <p:cNvGrpSpPr/>
                    <p:nvPr/>
                  </p:nvGrpSpPr>
                  <p:grpSpPr>
                    <a:xfrm>
                      <a:off x="6434137" y="3402011"/>
                      <a:ext cx="303213" cy="303213"/>
                      <a:chOff x="6434137" y="3402011"/>
                      <a:chExt cx="303213" cy="303213"/>
                    </a:xfrm>
                  </p:grpSpPr>
                  <p:grpSp>
                    <p:nvGrpSpPr>
                      <p:cNvPr id="18481" name="Group 18480">
                        <a:extLst>
                          <a:ext uri="{FF2B5EF4-FFF2-40B4-BE49-F238E27FC236}">
                            <a16:creationId xmlns:a16="http://schemas.microsoft.com/office/drawing/2014/main" id="{630CA068-17AE-BFAC-D1EF-D83EF6859304}"/>
                          </a:ext>
                        </a:extLst>
                      </p:cNvPr>
                      <p:cNvGrpSpPr/>
                      <p:nvPr/>
                    </p:nvGrpSpPr>
                    <p:grpSpPr>
                      <a:xfrm flipH="1">
                        <a:off x="6478587" y="3446461"/>
                        <a:ext cx="214313" cy="214313"/>
                        <a:chOff x="5354637" y="3446463"/>
                        <a:chExt cx="214313" cy="214313"/>
                      </a:xfrm>
                    </p:grpSpPr>
                    <p:sp>
                      <p:nvSpPr>
                        <p:cNvPr id="18486" name="Arc 18485">
                          <a:extLst>
                            <a:ext uri="{FF2B5EF4-FFF2-40B4-BE49-F238E27FC236}">
                              <a16:creationId xmlns:a16="http://schemas.microsoft.com/office/drawing/2014/main" id="{D4CBBC0D-CD44-CA88-382C-A12F31974BA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487" name="Arc 18486">
                          <a:extLst>
                            <a:ext uri="{FF2B5EF4-FFF2-40B4-BE49-F238E27FC236}">
                              <a16:creationId xmlns:a16="http://schemas.microsoft.com/office/drawing/2014/main" id="{5F2FBDC5-66BF-F871-5512-00C39030AC5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482" name="Group 18481">
                        <a:extLst>
                          <a:ext uri="{FF2B5EF4-FFF2-40B4-BE49-F238E27FC236}">
                            <a16:creationId xmlns:a16="http://schemas.microsoft.com/office/drawing/2014/main" id="{55EA76EE-4BFF-F33B-565D-1E8959BBCFC3}"/>
                          </a:ext>
                        </a:extLst>
                      </p:cNvPr>
                      <p:cNvGrpSpPr/>
                      <p:nvPr/>
                    </p:nvGrpSpPr>
                    <p:grpSpPr>
                      <a:xfrm rot="14400000" flipH="1">
                        <a:off x="6434137" y="3402011"/>
                        <a:ext cx="303213" cy="303213"/>
                        <a:chOff x="5354637" y="3446463"/>
                        <a:chExt cx="214313" cy="214313"/>
                      </a:xfrm>
                    </p:grpSpPr>
                    <p:sp>
                      <p:nvSpPr>
                        <p:cNvPr id="18484" name="Arc 18483">
                          <a:extLst>
                            <a:ext uri="{FF2B5EF4-FFF2-40B4-BE49-F238E27FC236}">
                              <a16:creationId xmlns:a16="http://schemas.microsoft.com/office/drawing/2014/main" id="{6F3B6C7E-64EB-7B7F-3A8A-5FA5E94DAC7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485" name="Arc 18484">
                          <a:extLst>
                            <a:ext uri="{FF2B5EF4-FFF2-40B4-BE49-F238E27FC236}">
                              <a16:creationId xmlns:a16="http://schemas.microsoft.com/office/drawing/2014/main" id="{5B7B50BF-6F26-32A5-1908-2A3A394C424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483" name="TextBox 18482">
                        <a:extLst>
                          <a:ext uri="{FF2B5EF4-FFF2-40B4-BE49-F238E27FC236}">
                            <a16:creationId xmlns:a16="http://schemas.microsoft.com/office/drawing/2014/main" id="{DFAC2A0A-AA86-1AA9-0751-6E4762BE997F}"/>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468" name="Group 18467">
                    <a:extLst>
                      <a:ext uri="{FF2B5EF4-FFF2-40B4-BE49-F238E27FC236}">
                        <a16:creationId xmlns:a16="http://schemas.microsoft.com/office/drawing/2014/main" id="{EED42723-0D40-2F06-0CCA-9C5EC657445C}"/>
                      </a:ext>
                    </a:extLst>
                  </p:cNvPr>
                  <p:cNvGrpSpPr/>
                  <p:nvPr/>
                </p:nvGrpSpPr>
                <p:grpSpPr>
                  <a:xfrm>
                    <a:off x="6197413" y="3225768"/>
                    <a:ext cx="393192" cy="393192"/>
                    <a:chOff x="6389147" y="3932622"/>
                    <a:chExt cx="393192" cy="393192"/>
                  </a:xfrm>
                </p:grpSpPr>
                <p:grpSp>
                  <p:nvGrpSpPr>
                    <p:cNvPr id="18469" name="Group 18468">
                      <a:extLst>
                        <a:ext uri="{FF2B5EF4-FFF2-40B4-BE49-F238E27FC236}">
                          <a16:creationId xmlns:a16="http://schemas.microsoft.com/office/drawing/2014/main" id="{56303893-2344-7883-2D3B-77DFFE8180BF}"/>
                        </a:ext>
                      </a:extLst>
                    </p:cNvPr>
                    <p:cNvGrpSpPr/>
                    <p:nvPr/>
                  </p:nvGrpSpPr>
                  <p:grpSpPr>
                    <a:xfrm flipH="1">
                      <a:off x="6478587" y="4022061"/>
                      <a:ext cx="214313" cy="214313"/>
                      <a:chOff x="5354637" y="3446463"/>
                      <a:chExt cx="214313" cy="214313"/>
                    </a:xfrm>
                  </p:grpSpPr>
                  <p:sp>
                    <p:nvSpPr>
                      <p:cNvPr id="18477" name="Arc 18476">
                        <a:extLst>
                          <a:ext uri="{FF2B5EF4-FFF2-40B4-BE49-F238E27FC236}">
                            <a16:creationId xmlns:a16="http://schemas.microsoft.com/office/drawing/2014/main" id="{0B9D4F3F-70A7-9E39-E86E-A2852F48D2D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478" name="Arc 18477">
                        <a:extLst>
                          <a:ext uri="{FF2B5EF4-FFF2-40B4-BE49-F238E27FC236}">
                            <a16:creationId xmlns:a16="http://schemas.microsoft.com/office/drawing/2014/main" id="{A1891042-C893-C7B6-B7B7-3337F4EEEC4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470" name="Group 18469">
                      <a:extLst>
                        <a:ext uri="{FF2B5EF4-FFF2-40B4-BE49-F238E27FC236}">
                          <a16:creationId xmlns:a16="http://schemas.microsoft.com/office/drawing/2014/main" id="{4FE23B18-FB2C-5DEE-EFC0-3D901626F35E}"/>
                        </a:ext>
                      </a:extLst>
                    </p:cNvPr>
                    <p:cNvGrpSpPr/>
                    <p:nvPr/>
                  </p:nvGrpSpPr>
                  <p:grpSpPr>
                    <a:xfrm rot="7200000" flipH="1">
                      <a:off x="6434137" y="3977611"/>
                      <a:ext cx="303213" cy="303213"/>
                      <a:chOff x="5354637" y="3446463"/>
                      <a:chExt cx="214313" cy="214313"/>
                    </a:xfrm>
                  </p:grpSpPr>
                  <p:sp>
                    <p:nvSpPr>
                      <p:cNvPr id="18475" name="Arc 18474">
                        <a:extLst>
                          <a:ext uri="{FF2B5EF4-FFF2-40B4-BE49-F238E27FC236}">
                            <a16:creationId xmlns:a16="http://schemas.microsoft.com/office/drawing/2014/main" id="{A5E6BAD8-993A-ED21-E2BA-3B8B93EBA4D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476" name="Arc 18475">
                        <a:extLst>
                          <a:ext uri="{FF2B5EF4-FFF2-40B4-BE49-F238E27FC236}">
                            <a16:creationId xmlns:a16="http://schemas.microsoft.com/office/drawing/2014/main" id="{1260266D-D5DE-B749-78CD-413CAD338DE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471" name="Group 18470">
                      <a:extLst>
                        <a:ext uri="{FF2B5EF4-FFF2-40B4-BE49-F238E27FC236}">
                          <a16:creationId xmlns:a16="http://schemas.microsoft.com/office/drawing/2014/main" id="{7C2CFEBB-4993-7395-ADC6-BAC1FB8A8B70}"/>
                        </a:ext>
                      </a:extLst>
                    </p:cNvPr>
                    <p:cNvGrpSpPr/>
                    <p:nvPr/>
                  </p:nvGrpSpPr>
                  <p:grpSpPr>
                    <a:xfrm rot="14400000" flipH="1">
                      <a:off x="6389147" y="3932622"/>
                      <a:ext cx="393192" cy="393192"/>
                      <a:chOff x="5354637" y="3446463"/>
                      <a:chExt cx="214313" cy="214313"/>
                    </a:xfrm>
                  </p:grpSpPr>
                  <p:sp>
                    <p:nvSpPr>
                      <p:cNvPr id="18473" name="Arc 18472">
                        <a:extLst>
                          <a:ext uri="{FF2B5EF4-FFF2-40B4-BE49-F238E27FC236}">
                            <a16:creationId xmlns:a16="http://schemas.microsoft.com/office/drawing/2014/main" id="{F228B464-6F9A-DFC7-47DD-E9021CF8361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474" name="Arc 18473">
                        <a:extLst>
                          <a:ext uri="{FF2B5EF4-FFF2-40B4-BE49-F238E27FC236}">
                            <a16:creationId xmlns:a16="http://schemas.microsoft.com/office/drawing/2014/main" id="{F71AAEF4-A5FF-1681-2F53-8E90C127702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472" name="TextBox 18471">
                      <a:extLst>
                        <a:ext uri="{FF2B5EF4-FFF2-40B4-BE49-F238E27FC236}">
                          <a16:creationId xmlns:a16="http://schemas.microsoft.com/office/drawing/2014/main" id="{2AE30BED-1B50-A38B-F635-0FAAE9F030A6}"/>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8368" name="Group 18367">
                <a:extLst>
                  <a:ext uri="{FF2B5EF4-FFF2-40B4-BE49-F238E27FC236}">
                    <a16:creationId xmlns:a16="http://schemas.microsoft.com/office/drawing/2014/main" id="{CA68AEBB-49D4-D054-0612-773009E4F387}"/>
                  </a:ext>
                </a:extLst>
              </p:cNvPr>
              <p:cNvGrpSpPr/>
              <p:nvPr/>
            </p:nvGrpSpPr>
            <p:grpSpPr>
              <a:xfrm>
                <a:off x="6065340" y="2039507"/>
                <a:ext cx="1643204" cy="1593124"/>
                <a:chOff x="5445106" y="2644743"/>
                <a:chExt cx="1643204" cy="1593124"/>
              </a:xfrm>
            </p:grpSpPr>
            <p:grpSp>
              <p:nvGrpSpPr>
                <p:cNvPr id="18369" name="Group 18368">
                  <a:extLst>
                    <a:ext uri="{FF2B5EF4-FFF2-40B4-BE49-F238E27FC236}">
                      <a16:creationId xmlns:a16="http://schemas.microsoft.com/office/drawing/2014/main" id="{7DEDDA4E-0B60-0A9D-ECB5-DCAA4C05E4B0}"/>
                    </a:ext>
                  </a:extLst>
                </p:cNvPr>
                <p:cNvGrpSpPr/>
                <p:nvPr/>
              </p:nvGrpSpPr>
              <p:grpSpPr>
                <a:xfrm>
                  <a:off x="5445106" y="2644743"/>
                  <a:ext cx="1019224" cy="991639"/>
                  <a:chOff x="5886431" y="3225768"/>
                  <a:chExt cx="1019224" cy="991639"/>
                </a:xfrm>
              </p:grpSpPr>
              <p:grpSp>
                <p:nvGrpSpPr>
                  <p:cNvPr id="18417" name="Group 18416">
                    <a:extLst>
                      <a:ext uri="{FF2B5EF4-FFF2-40B4-BE49-F238E27FC236}">
                        <a16:creationId xmlns:a16="http://schemas.microsoft.com/office/drawing/2014/main" id="{80EE1FF3-48C9-0872-8DD4-CFF2BBD8E7B5}"/>
                      </a:ext>
                    </a:extLst>
                  </p:cNvPr>
                  <p:cNvGrpSpPr/>
                  <p:nvPr/>
                </p:nvGrpSpPr>
                <p:grpSpPr>
                  <a:xfrm>
                    <a:off x="6197413" y="3824215"/>
                    <a:ext cx="393192" cy="393192"/>
                    <a:chOff x="5265196" y="3357021"/>
                    <a:chExt cx="393192" cy="393192"/>
                  </a:xfrm>
                </p:grpSpPr>
                <p:grpSp>
                  <p:nvGrpSpPr>
                    <p:cNvPr id="18452" name="Group 18451">
                      <a:extLst>
                        <a:ext uri="{FF2B5EF4-FFF2-40B4-BE49-F238E27FC236}">
                          <a16:creationId xmlns:a16="http://schemas.microsoft.com/office/drawing/2014/main" id="{CE64FE40-7372-1AB9-F16B-B6D69ED4ABED}"/>
                        </a:ext>
                      </a:extLst>
                    </p:cNvPr>
                    <p:cNvGrpSpPr/>
                    <p:nvPr/>
                  </p:nvGrpSpPr>
                  <p:grpSpPr>
                    <a:xfrm rot="14400000">
                      <a:off x="5265196" y="3357021"/>
                      <a:ext cx="393192" cy="393192"/>
                      <a:chOff x="5354637" y="3446463"/>
                      <a:chExt cx="214313" cy="214313"/>
                    </a:xfrm>
                  </p:grpSpPr>
                  <p:sp>
                    <p:nvSpPr>
                      <p:cNvPr id="18461" name="Arc 18460">
                        <a:extLst>
                          <a:ext uri="{FF2B5EF4-FFF2-40B4-BE49-F238E27FC236}">
                            <a16:creationId xmlns:a16="http://schemas.microsoft.com/office/drawing/2014/main" id="{A01C49F0-338A-7F68-71B5-6F12C7D5E3C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462" name="Arc 18461">
                        <a:extLst>
                          <a:ext uri="{FF2B5EF4-FFF2-40B4-BE49-F238E27FC236}">
                            <a16:creationId xmlns:a16="http://schemas.microsoft.com/office/drawing/2014/main" id="{F95FD4BD-2B43-9D81-EBA4-83CAAADFBB1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453" name="Group 18452">
                      <a:extLst>
                        <a:ext uri="{FF2B5EF4-FFF2-40B4-BE49-F238E27FC236}">
                          <a16:creationId xmlns:a16="http://schemas.microsoft.com/office/drawing/2014/main" id="{A9307C6B-3D89-84C2-AE83-CE8CD691E3DA}"/>
                        </a:ext>
                      </a:extLst>
                    </p:cNvPr>
                    <p:cNvGrpSpPr/>
                    <p:nvPr/>
                  </p:nvGrpSpPr>
                  <p:grpSpPr>
                    <a:xfrm>
                      <a:off x="5310186" y="3402011"/>
                      <a:ext cx="303213" cy="303213"/>
                      <a:chOff x="5310186" y="3402011"/>
                      <a:chExt cx="303213" cy="303213"/>
                    </a:xfrm>
                  </p:grpSpPr>
                  <p:grpSp>
                    <p:nvGrpSpPr>
                      <p:cNvPr id="18454" name="Group 18453">
                        <a:extLst>
                          <a:ext uri="{FF2B5EF4-FFF2-40B4-BE49-F238E27FC236}">
                            <a16:creationId xmlns:a16="http://schemas.microsoft.com/office/drawing/2014/main" id="{E242DD59-0653-D137-2CC9-F5759C9803FA}"/>
                          </a:ext>
                        </a:extLst>
                      </p:cNvPr>
                      <p:cNvGrpSpPr/>
                      <p:nvPr/>
                    </p:nvGrpSpPr>
                    <p:grpSpPr>
                      <a:xfrm>
                        <a:off x="5354636" y="3446461"/>
                        <a:ext cx="214313" cy="214313"/>
                        <a:chOff x="5354637" y="3446463"/>
                        <a:chExt cx="214313" cy="214313"/>
                      </a:xfrm>
                    </p:grpSpPr>
                    <p:sp>
                      <p:nvSpPr>
                        <p:cNvPr id="18459" name="Arc 18458">
                          <a:extLst>
                            <a:ext uri="{FF2B5EF4-FFF2-40B4-BE49-F238E27FC236}">
                              <a16:creationId xmlns:a16="http://schemas.microsoft.com/office/drawing/2014/main" id="{2C8A31A4-96F1-D0E4-F130-BD47C0B1CF6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460" name="Arc 18459">
                          <a:extLst>
                            <a:ext uri="{FF2B5EF4-FFF2-40B4-BE49-F238E27FC236}">
                              <a16:creationId xmlns:a16="http://schemas.microsoft.com/office/drawing/2014/main" id="{919335E3-8B24-7CAF-E108-23B79129789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455" name="Group 18454">
                        <a:extLst>
                          <a:ext uri="{FF2B5EF4-FFF2-40B4-BE49-F238E27FC236}">
                            <a16:creationId xmlns:a16="http://schemas.microsoft.com/office/drawing/2014/main" id="{23BF5238-1073-5395-13A5-8B4756B0386E}"/>
                          </a:ext>
                        </a:extLst>
                      </p:cNvPr>
                      <p:cNvGrpSpPr/>
                      <p:nvPr/>
                    </p:nvGrpSpPr>
                    <p:grpSpPr>
                      <a:xfrm rot="7200000">
                        <a:off x="5310186" y="3402011"/>
                        <a:ext cx="303213" cy="303213"/>
                        <a:chOff x="5354637" y="3446463"/>
                        <a:chExt cx="214313" cy="214313"/>
                      </a:xfrm>
                    </p:grpSpPr>
                    <p:sp>
                      <p:nvSpPr>
                        <p:cNvPr id="18457" name="Arc 18456">
                          <a:extLst>
                            <a:ext uri="{FF2B5EF4-FFF2-40B4-BE49-F238E27FC236}">
                              <a16:creationId xmlns:a16="http://schemas.microsoft.com/office/drawing/2014/main" id="{427E46B3-C377-A35A-CBA9-243BFBC3612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458" name="Arc 18457">
                          <a:extLst>
                            <a:ext uri="{FF2B5EF4-FFF2-40B4-BE49-F238E27FC236}">
                              <a16:creationId xmlns:a16="http://schemas.microsoft.com/office/drawing/2014/main" id="{8E9F9AB2-66B5-E28D-5235-B7D3849A3AC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456" name="TextBox 18455">
                        <a:extLst>
                          <a:ext uri="{FF2B5EF4-FFF2-40B4-BE49-F238E27FC236}">
                            <a16:creationId xmlns:a16="http://schemas.microsoft.com/office/drawing/2014/main" id="{D734D42F-92C9-EEC1-FF1F-9E34856793BE}"/>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418" name="Group 18417">
                    <a:extLst>
                      <a:ext uri="{FF2B5EF4-FFF2-40B4-BE49-F238E27FC236}">
                        <a16:creationId xmlns:a16="http://schemas.microsoft.com/office/drawing/2014/main" id="{26A10DC5-BB6E-C73D-906D-8314D5A7CEDD}"/>
                      </a:ext>
                    </a:extLst>
                  </p:cNvPr>
                  <p:cNvGrpSpPr/>
                  <p:nvPr/>
                </p:nvGrpSpPr>
                <p:grpSpPr>
                  <a:xfrm>
                    <a:off x="5886431" y="3525040"/>
                    <a:ext cx="393192" cy="393192"/>
                    <a:chOff x="5265196" y="3932619"/>
                    <a:chExt cx="393192" cy="393192"/>
                  </a:xfrm>
                </p:grpSpPr>
                <p:grpSp>
                  <p:nvGrpSpPr>
                    <p:cNvPr id="18442" name="Group 18441">
                      <a:extLst>
                        <a:ext uri="{FF2B5EF4-FFF2-40B4-BE49-F238E27FC236}">
                          <a16:creationId xmlns:a16="http://schemas.microsoft.com/office/drawing/2014/main" id="{71433C72-94FD-E666-1482-816CF4E307D4}"/>
                        </a:ext>
                      </a:extLst>
                    </p:cNvPr>
                    <p:cNvGrpSpPr/>
                    <p:nvPr/>
                  </p:nvGrpSpPr>
                  <p:grpSpPr>
                    <a:xfrm>
                      <a:off x="5354636" y="4022061"/>
                      <a:ext cx="214313" cy="214313"/>
                      <a:chOff x="5354637" y="3446463"/>
                      <a:chExt cx="214313" cy="214313"/>
                    </a:xfrm>
                  </p:grpSpPr>
                  <p:sp>
                    <p:nvSpPr>
                      <p:cNvPr id="18450" name="Arc 18449">
                        <a:extLst>
                          <a:ext uri="{FF2B5EF4-FFF2-40B4-BE49-F238E27FC236}">
                            <a16:creationId xmlns:a16="http://schemas.microsoft.com/office/drawing/2014/main" id="{A40C724F-C4A3-4B24-2592-567971D39C2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451" name="Arc 18450">
                        <a:extLst>
                          <a:ext uri="{FF2B5EF4-FFF2-40B4-BE49-F238E27FC236}">
                            <a16:creationId xmlns:a16="http://schemas.microsoft.com/office/drawing/2014/main" id="{AECC4C6C-579C-D091-A161-976A0EBCC12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443" name="Group 18442">
                      <a:extLst>
                        <a:ext uri="{FF2B5EF4-FFF2-40B4-BE49-F238E27FC236}">
                          <a16:creationId xmlns:a16="http://schemas.microsoft.com/office/drawing/2014/main" id="{B60D64DC-C307-9675-4223-3FE54075210D}"/>
                        </a:ext>
                      </a:extLst>
                    </p:cNvPr>
                    <p:cNvGrpSpPr/>
                    <p:nvPr/>
                  </p:nvGrpSpPr>
                  <p:grpSpPr>
                    <a:xfrm rot="14400000">
                      <a:off x="5310186" y="3977611"/>
                      <a:ext cx="303213" cy="303213"/>
                      <a:chOff x="5354637" y="3446463"/>
                      <a:chExt cx="214313" cy="214313"/>
                    </a:xfrm>
                  </p:grpSpPr>
                  <p:sp>
                    <p:nvSpPr>
                      <p:cNvPr id="18448" name="Arc 18447">
                        <a:extLst>
                          <a:ext uri="{FF2B5EF4-FFF2-40B4-BE49-F238E27FC236}">
                            <a16:creationId xmlns:a16="http://schemas.microsoft.com/office/drawing/2014/main" id="{4EFC898C-57C6-4193-DE0C-48A3CD85CC8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449" name="Arc 18448">
                        <a:extLst>
                          <a:ext uri="{FF2B5EF4-FFF2-40B4-BE49-F238E27FC236}">
                            <a16:creationId xmlns:a16="http://schemas.microsoft.com/office/drawing/2014/main" id="{FB48D748-289A-C292-B3A4-A29A8FD9068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444" name="Group 18443">
                      <a:extLst>
                        <a:ext uri="{FF2B5EF4-FFF2-40B4-BE49-F238E27FC236}">
                          <a16:creationId xmlns:a16="http://schemas.microsoft.com/office/drawing/2014/main" id="{BD8A42A5-FA2D-EDB8-31CE-FF20927549F4}"/>
                        </a:ext>
                      </a:extLst>
                    </p:cNvPr>
                    <p:cNvGrpSpPr/>
                    <p:nvPr/>
                  </p:nvGrpSpPr>
                  <p:grpSpPr>
                    <a:xfrm rot="7200000">
                      <a:off x="5265196" y="3932619"/>
                      <a:ext cx="393192" cy="393192"/>
                      <a:chOff x="5354637" y="3446463"/>
                      <a:chExt cx="214313" cy="214313"/>
                    </a:xfrm>
                  </p:grpSpPr>
                  <p:sp>
                    <p:nvSpPr>
                      <p:cNvPr id="18446" name="Arc 18445">
                        <a:extLst>
                          <a:ext uri="{FF2B5EF4-FFF2-40B4-BE49-F238E27FC236}">
                            <a16:creationId xmlns:a16="http://schemas.microsoft.com/office/drawing/2014/main" id="{15A49118-1BE6-EE31-C331-13B8E14D1C5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447" name="Arc 18446">
                        <a:extLst>
                          <a:ext uri="{FF2B5EF4-FFF2-40B4-BE49-F238E27FC236}">
                            <a16:creationId xmlns:a16="http://schemas.microsoft.com/office/drawing/2014/main" id="{F3150B04-7B37-FDF5-4C47-C1EBBCCD8A7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445" name="TextBox 18444">
                      <a:extLst>
                        <a:ext uri="{FF2B5EF4-FFF2-40B4-BE49-F238E27FC236}">
                          <a16:creationId xmlns:a16="http://schemas.microsoft.com/office/drawing/2014/main" id="{E61ED9FA-6CD8-8834-6279-B3A3BE0DC65E}"/>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8419" name="Group 18418">
                    <a:extLst>
                      <a:ext uri="{FF2B5EF4-FFF2-40B4-BE49-F238E27FC236}">
                        <a16:creationId xmlns:a16="http://schemas.microsoft.com/office/drawing/2014/main" id="{EC3B4AE2-2719-AA33-11AD-F08AA50C8272}"/>
                      </a:ext>
                    </a:extLst>
                  </p:cNvPr>
                  <p:cNvGrpSpPr/>
                  <p:nvPr/>
                </p:nvGrpSpPr>
                <p:grpSpPr>
                  <a:xfrm>
                    <a:off x="6512463" y="3525040"/>
                    <a:ext cx="393192" cy="393192"/>
                    <a:chOff x="6389147" y="3357021"/>
                    <a:chExt cx="393192" cy="393192"/>
                  </a:xfrm>
                </p:grpSpPr>
                <p:grpSp>
                  <p:nvGrpSpPr>
                    <p:cNvPr id="18431" name="Group 18430">
                      <a:extLst>
                        <a:ext uri="{FF2B5EF4-FFF2-40B4-BE49-F238E27FC236}">
                          <a16:creationId xmlns:a16="http://schemas.microsoft.com/office/drawing/2014/main" id="{83D8266D-A301-191D-D2F6-2EC5662C525C}"/>
                        </a:ext>
                      </a:extLst>
                    </p:cNvPr>
                    <p:cNvGrpSpPr/>
                    <p:nvPr/>
                  </p:nvGrpSpPr>
                  <p:grpSpPr>
                    <a:xfrm rot="7200000" flipH="1">
                      <a:off x="6389147" y="3357021"/>
                      <a:ext cx="393192" cy="393192"/>
                      <a:chOff x="5354637" y="3446463"/>
                      <a:chExt cx="214313" cy="214313"/>
                    </a:xfrm>
                  </p:grpSpPr>
                  <p:sp>
                    <p:nvSpPr>
                      <p:cNvPr id="18440" name="Arc 18439">
                        <a:extLst>
                          <a:ext uri="{FF2B5EF4-FFF2-40B4-BE49-F238E27FC236}">
                            <a16:creationId xmlns:a16="http://schemas.microsoft.com/office/drawing/2014/main" id="{6E71DE8E-0001-1054-1611-3A9331773D6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441" name="Arc 18440">
                        <a:extLst>
                          <a:ext uri="{FF2B5EF4-FFF2-40B4-BE49-F238E27FC236}">
                            <a16:creationId xmlns:a16="http://schemas.microsoft.com/office/drawing/2014/main" id="{7DEF1D58-78B7-EA60-5FF7-AA4C5A581A8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432" name="Group 18431">
                      <a:extLst>
                        <a:ext uri="{FF2B5EF4-FFF2-40B4-BE49-F238E27FC236}">
                          <a16:creationId xmlns:a16="http://schemas.microsoft.com/office/drawing/2014/main" id="{7FB9FFE8-E7E4-7991-5E2C-8550406B9B3D}"/>
                        </a:ext>
                      </a:extLst>
                    </p:cNvPr>
                    <p:cNvGrpSpPr/>
                    <p:nvPr/>
                  </p:nvGrpSpPr>
                  <p:grpSpPr>
                    <a:xfrm>
                      <a:off x="6434137" y="3402011"/>
                      <a:ext cx="303213" cy="303213"/>
                      <a:chOff x="6434137" y="3402011"/>
                      <a:chExt cx="303213" cy="303213"/>
                    </a:xfrm>
                  </p:grpSpPr>
                  <p:grpSp>
                    <p:nvGrpSpPr>
                      <p:cNvPr id="18433" name="Group 18432">
                        <a:extLst>
                          <a:ext uri="{FF2B5EF4-FFF2-40B4-BE49-F238E27FC236}">
                            <a16:creationId xmlns:a16="http://schemas.microsoft.com/office/drawing/2014/main" id="{B1EDDB40-4F2C-2774-25C2-87F833D5B49B}"/>
                          </a:ext>
                        </a:extLst>
                      </p:cNvPr>
                      <p:cNvGrpSpPr/>
                      <p:nvPr/>
                    </p:nvGrpSpPr>
                    <p:grpSpPr>
                      <a:xfrm flipH="1">
                        <a:off x="6478587" y="3446461"/>
                        <a:ext cx="214313" cy="214313"/>
                        <a:chOff x="5354637" y="3446463"/>
                        <a:chExt cx="214313" cy="214313"/>
                      </a:xfrm>
                    </p:grpSpPr>
                    <p:sp>
                      <p:nvSpPr>
                        <p:cNvPr id="18438" name="Arc 18437">
                          <a:extLst>
                            <a:ext uri="{FF2B5EF4-FFF2-40B4-BE49-F238E27FC236}">
                              <a16:creationId xmlns:a16="http://schemas.microsoft.com/office/drawing/2014/main" id="{26213447-460C-8EB8-84FD-DE4636496E8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439" name="Arc 18438">
                          <a:extLst>
                            <a:ext uri="{FF2B5EF4-FFF2-40B4-BE49-F238E27FC236}">
                              <a16:creationId xmlns:a16="http://schemas.microsoft.com/office/drawing/2014/main" id="{3D6D71AB-4EB2-40A1-15D7-C3376D847C2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434" name="Group 18433">
                        <a:extLst>
                          <a:ext uri="{FF2B5EF4-FFF2-40B4-BE49-F238E27FC236}">
                            <a16:creationId xmlns:a16="http://schemas.microsoft.com/office/drawing/2014/main" id="{D1A95603-DEFB-3929-9AA9-15953AB06022}"/>
                          </a:ext>
                        </a:extLst>
                      </p:cNvPr>
                      <p:cNvGrpSpPr/>
                      <p:nvPr/>
                    </p:nvGrpSpPr>
                    <p:grpSpPr>
                      <a:xfrm rot="14400000" flipH="1">
                        <a:off x="6434137" y="3402011"/>
                        <a:ext cx="303213" cy="303213"/>
                        <a:chOff x="5354637" y="3446463"/>
                        <a:chExt cx="214313" cy="214313"/>
                      </a:xfrm>
                    </p:grpSpPr>
                    <p:sp>
                      <p:nvSpPr>
                        <p:cNvPr id="18436" name="Arc 18435">
                          <a:extLst>
                            <a:ext uri="{FF2B5EF4-FFF2-40B4-BE49-F238E27FC236}">
                              <a16:creationId xmlns:a16="http://schemas.microsoft.com/office/drawing/2014/main" id="{23F0CB82-490A-C355-3A97-E923FFCD822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437" name="Arc 18436">
                          <a:extLst>
                            <a:ext uri="{FF2B5EF4-FFF2-40B4-BE49-F238E27FC236}">
                              <a16:creationId xmlns:a16="http://schemas.microsoft.com/office/drawing/2014/main" id="{80BCAADB-E321-1B2B-9EA8-96DCB5CBB59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435" name="TextBox 18434">
                        <a:extLst>
                          <a:ext uri="{FF2B5EF4-FFF2-40B4-BE49-F238E27FC236}">
                            <a16:creationId xmlns:a16="http://schemas.microsoft.com/office/drawing/2014/main" id="{63C78671-FDCC-D7DE-2E42-7A1D0BA074BD}"/>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420" name="Group 18419">
                    <a:extLst>
                      <a:ext uri="{FF2B5EF4-FFF2-40B4-BE49-F238E27FC236}">
                        <a16:creationId xmlns:a16="http://schemas.microsoft.com/office/drawing/2014/main" id="{78E47C55-8DE8-5125-3518-5503A37180E8}"/>
                      </a:ext>
                    </a:extLst>
                  </p:cNvPr>
                  <p:cNvGrpSpPr/>
                  <p:nvPr/>
                </p:nvGrpSpPr>
                <p:grpSpPr>
                  <a:xfrm>
                    <a:off x="6197413" y="3225768"/>
                    <a:ext cx="393192" cy="393192"/>
                    <a:chOff x="6389147" y="3932622"/>
                    <a:chExt cx="393192" cy="393192"/>
                  </a:xfrm>
                </p:grpSpPr>
                <p:grpSp>
                  <p:nvGrpSpPr>
                    <p:cNvPr id="18421" name="Group 18420">
                      <a:extLst>
                        <a:ext uri="{FF2B5EF4-FFF2-40B4-BE49-F238E27FC236}">
                          <a16:creationId xmlns:a16="http://schemas.microsoft.com/office/drawing/2014/main" id="{78ED5A96-7BAC-8FB1-1ADF-60E99104234C}"/>
                        </a:ext>
                      </a:extLst>
                    </p:cNvPr>
                    <p:cNvGrpSpPr/>
                    <p:nvPr/>
                  </p:nvGrpSpPr>
                  <p:grpSpPr>
                    <a:xfrm flipH="1">
                      <a:off x="6478587" y="4022061"/>
                      <a:ext cx="214313" cy="214313"/>
                      <a:chOff x="5354637" y="3446463"/>
                      <a:chExt cx="214313" cy="214313"/>
                    </a:xfrm>
                  </p:grpSpPr>
                  <p:sp>
                    <p:nvSpPr>
                      <p:cNvPr id="18429" name="Arc 18428">
                        <a:extLst>
                          <a:ext uri="{FF2B5EF4-FFF2-40B4-BE49-F238E27FC236}">
                            <a16:creationId xmlns:a16="http://schemas.microsoft.com/office/drawing/2014/main" id="{168EDEB0-9F27-EBDC-C62F-F5BBA4BAAD1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430" name="Arc 18429">
                        <a:extLst>
                          <a:ext uri="{FF2B5EF4-FFF2-40B4-BE49-F238E27FC236}">
                            <a16:creationId xmlns:a16="http://schemas.microsoft.com/office/drawing/2014/main" id="{91176E3A-3820-564E-D76C-D3FC69413CE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422" name="Group 18421">
                      <a:extLst>
                        <a:ext uri="{FF2B5EF4-FFF2-40B4-BE49-F238E27FC236}">
                          <a16:creationId xmlns:a16="http://schemas.microsoft.com/office/drawing/2014/main" id="{0A4E7CCD-99D7-03C6-0965-E71CBD7F08CC}"/>
                        </a:ext>
                      </a:extLst>
                    </p:cNvPr>
                    <p:cNvGrpSpPr/>
                    <p:nvPr/>
                  </p:nvGrpSpPr>
                  <p:grpSpPr>
                    <a:xfrm rot="7200000" flipH="1">
                      <a:off x="6434137" y="3977611"/>
                      <a:ext cx="303213" cy="303213"/>
                      <a:chOff x="5354637" y="3446463"/>
                      <a:chExt cx="214313" cy="214313"/>
                    </a:xfrm>
                  </p:grpSpPr>
                  <p:sp>
                    <p:nvSpPr>
                      <p:cNvPr id="18427" name="Arc 18426">
                        <a:extLst>
                          <a:ext uri="{FF2B5EF4-FFF2-40B4-BE49-F238E27FC236}">
                            <a16:creationId xmlns:a16="http://schemas.microsoft.com/office/drawing/2014/main" id="{134852EE-564D-839F-E1B3-8FF4A29823C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428" name="Arc 18427">
                        <a:extLst>
                          <a:ext uri="{FF2B5EF4-FFF2-40B4-BE49-F238E27FC236}">
                            <a16:creationId xmlns:a16="http://schemas.microsoft.com/office/drawing/2014/main" id="{FD10041C-E358-7A5F-C0C0-D0E6F038E40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423" name="Group 18422">
                      <a:extLst>
                        <a:ext uri="{FF2B5EF4-FFF2-40B4-BE49-F238E27FC236}">
                          <a16:creationId xmlns:a16="http://schemas.microsoft.com/office/drawing/2014/main" id="{26CA61EA-CFB8-0CCD-DE17-D32BA85AB250}"/>
                        </a:ext>
                      </a:extLst>
                    </p:cNvPr>
                    <p:cNvGrpSpPr/>
                    <p:nvPr/>
                  </p:nvGrpSpPr>
                  <p:grpSpPr>
                    <a:xfrm rot="14400000" flipH="1">
                      <a:off x="6389147" y="3932622"/>
                      <a:ext cx="393192" cy="393192"/>
                      <a:chOff x="5354637" y="3446463"/>
                      <a:chExt cx="214313" cy="214313"/>
                    </a:xfrm>
                  </p:grpSpPr>
                  <p:sp>
                    <p:nvSpPr>
                      <p:cNvPr id="18425" name="Arc 18424">
                        <a:extLst>
                          <a:ext uri="{FF2B5EF4-FFF2-40B4-BE49-F238E27FC236}">
                            <a16:creationId xmlns:a16="http://schemas.microsoft.com/office/drawing/2014/main" id="{5494937A-586F-1000-EE9A-F504D84754E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426" name="Arc 18425">
                        <a:extLst>
                          <a:ext uri="{FF2B5EF4-FFF2-40B4-BE49-F238E27FC236}">
                            <a16:creationId xmlns:a16="http://schemas.microsoft.com/office/drawing/2014/main" id="{B1127FBA-5A99-CC8E-B480-8FD5FA8324A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424" name="TextBox 18423">
                      <a:extLst>
                        <a:ext uri="{FF2B5EF4-FFF2-40B4-BE49-F238E27FC236}">
                          <a16:creationId xmlns:a16="http://schemas.microsoft.com/office/drawing/2014/main" id="{6BF1F328-592A-51F8-B950-DC9595097633}"/>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370" name="Group 18369">
                  <a:extLst>
                    <a:ext uri="{FF2B5EF4-FFF2-40B4-BE49-F238E27FC236}">
                      <a16:creationId xmlns:a16="http://schemas.microsoft.com/office/drawing/2014/main" id="{3AE92E19-E120-5BBD-E6CC-3AC714A4EC02}"/>
                    </a:ext>
                  </a:extLst>
                </p:cNvPr>
                <p:cNvGrpSpPr/>
                <p:nvPr/>
              </p:nvGrpSpPr>
              <p:grpSpPr>
                <a:xfrm>
                  <a:off x="6069086" y="3246228"/>
                  <a:ext cx="1019224" cy="991639"/>
                  <a:chOff x="5886431" y="3225768"/>
                  <a:chExt cx="1019224" cy="991639"/>
                </a:xfrm>
              </p:grpSpPr>
              <p:grpSp>
                <p:nvGrpSpPr>
                  <p:cNvPr id="18371" name="Group 18370">
                    <a:extLst>
                      <a:ext uri="{FF2B5EF4-FFF2-40B4-BE49-F238E27FC236}">
                        <a16:creationId xmlns:a16="http://schemas.microsoft.com/office/drawing/2014/main" id="{15A30E7C-F938-D196-EAC9-CD82F93CD010}"/>
                      </a:ext>
                    </a:extLst>
                  </p:cNvPr>
                  <p:cNvGrpSpPr/>
                  <p:nvPr/>
                </p:nvGrpSpPr>
                <p:grpSpPr>
                  <a:xfrm>
                    <a:off x="6197413" y="3824215"/>
                    <a:ext cx="393192" cy="393192"/>
                    <a:chOff x="5265196" y="3357021"/>
                    <a:chExt cx="393192" cy="393192"/>
                  </a:xfrm>
                </p:grpSpPr>
                <p:grpSp>
                  <p:nvGrpSpPr>
                    <p:cNvPr id="18406" name="Group 18405">
                      <a:extLst>
                        <a:ext uri="{FF2B5EF4-FFF2-40B4-BE49-F238E27FC236}">
                          <a16:creationId xmlns:a16="http://schemas.microsoft.com/office/drawing/2014/main" id="{90B9EA32-479E-F703-B797-6C925BBF9537}"/>
                        </a:ext>
                      </a:extLst>
                    </p:cNvPr>
                    <p:cNvGrpSpPr/>
                    <p:nvPr/>
                  </p:nvGrpSpPr>
                  <p:grpSpPr>
                    <a:xfrm rot="14400000">
                      <a:off x="5265196" y="3357021"/>
                      <a:ext cx="393192" cy="393192"/>
                      <a:chOff x="5354637" y="3446463"/>
                      <a:chExt cx="214313" cy="214313"/>
                    </a:xfrm>
                  </p:grpSpPr>
                  <p:sp>
                    <p:nvSpPr>
                      <p:cNvPr id="18415" name="Arc 18414">
                        <a:extLst>
                          <a:ext uri="{FF2B5EF4-FFF2-40B4-BE49-F238E27FC236}">
                            <a16:creationId xmlns:a16="http://schemas.microsoft.com/office/drawing/2014/main" id="{9757780A-770D-4B70-D590-47C90BC9C97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416" name="Arc 18415">
                        <a:extLst>
                          <a:ext uri="{FF2B5EF4-FFF2-40B4-BE49-F238E27FC236}">
                            <a16:creationId xmlns:a16="http://schemas.microsoft.com/office/drawing/2014/main" id="{81D5BB2C-1654-CFE6-03DA-C1F3416C568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407" name="Group 18406">
                      <a:extLst>
                        <a:ext uri="{FF2B5EF4-FFF2-40B4-BE49-F238E27FC236}">
                          <a16:creationId xmlns:a16="http://schemas.microsoft.com/office/drawing/2014/main" id="{DE2442E3-E4FE-0A9A-1D4B-0111CBDB6E48}"/>
                        </a:ext>
                      </a:extLst>
                    </p:cNvPr>
                    <p:cNvGrpSpPr/>
                    <p:nvPr/>
                  </p:nvGrpSpPr>
                  <p:grpSpPr>
                    <a:xfrm>
                      <a:off x="5310186" y="3402011"/>
                      <a:ext cx="303213" cy="303213"/>
                      <a:chOff x="5310186" y="3402011"/>
                      <a:chExt cx="303213" cy="303213"/>
                    </a:xfrm>
                  </p:grpSpPr>
                  <p:grpSp>
                    <p:nvGrpSpPr>
                      <p:cNvPr id="18408" name="Group 18407">
                        <a:extLst>
                          <a:ext uri="{FF2B5EF4-FFF2-40B4-BE49-F238E27FC236}">
                            <a16:creationId xmlns:a16="http://schemas.microsoft.com/office/drawing/2014/main" id="{0A76718A-84E8-5512-1ECF-FDB6DBD13506}"/>
                          </a:ext>
                        </a:extLst>
                      </p:cNvPr>
                      <p:cNvGrpSpPr/>
                      <p:nvPr/>
                    </p:nvGrpSpPr>
                    <p:grpSpPr>
                      <a:xfrm>
                        <a:off x="5354636" y="3446461"/>
                        <a:ext cx="214313" cy="214313"/>
                        <a:chOff x="5354637" y="3446463"/>
                        <a:chExt cx="214313" cy="214313"/>
                      </a:xfrm>
                    </p:grpSpPr>
                    <p:sp>
                      <p:nvSpPr>
                        <p:cNvPr id="18413" name="Arc 18412">
                          <a:extLst>
                            <a:ext uri="{FF2B5EF4-FFF2-40B4-BE49-F238E27FC236}">
                              <a16:creationId xmlns:a16="http://schemas.microsoft.com/office/drawing/2014/main" id="{A00465DD-F1A7-5F45-2BD6-7523E6EE2E2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414" name="Arc 18413">
                          <a:extLst>
                            <a:ext uri="{FF2B5EF4-FFF2-40B4-BE49-F238E27FC236}">
                              <a16:creationId xmlns:a16="http://schemas.microsoft.com/office/drawing/2014/main" id="{FBC8D50F-6789-D9D8-E7A0-02724470B2A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409" name="Group 18408">
                        <a:extLst>
                          <a:ext uri="{FF2B5EF4-FFF2-40B4-BE49-F238E27FC236}">
                            <a16:creationId xmlns:a16="http://schemas.microsoft.com/office/drawing/2014/main" id="{B3CA4ACA-2C6C-6F1A-464A-C2D168F7C2A7}"/>
                          </a:ext>
                        </a:extLst>
                      </p:cNvPr>
                      <p:cNvGrpSpPr/>
                      <p:nvPr/>
                    </p:nvGrpSpPr>
                    <p:grpSpPr>
                      <a:xfrm rot="7200000">
                        <a:off x="5310186" y="3402011"/>
                        <a:ext cx="303213" cy="303213"/>
                        <a:chOff x="5354637" y="3446463"/>
                        <a:chExt cx="214313" cy="214313"/>
                      </a:xfrm>
                    </p:grpSpPr>
                    <p:sp>
                      <p:nvSpPr>
                        <p:cNvPr id="18411" name="Arc 18410">
                          <a:extLst>
                            <a:ext uri="{FF2B5EF4-FFF2-40B4-BE49-F238E27FC236}">
                              <a16:creationId xmlns:a16="http://schemas.microsoft.com/office/drawing/2014/main" id="{ECBFFC84-66CC-52A6-C243-73237EBB14F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412" name="Arc 18411">
                          <a:extLst>
                            <a:ext uri="{FF2B5EF4-FFF2-40B4-BE49-F238E27FC236}">
                              <a16:creationId xmlns:a16="http://schemas.microsoft.com/office/drawing/2014/main" id="{590BE2E3-FE36-1412-9727-0A2F61FB5A8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410" name="TextBox 18409">
                        <a:extLst>
                          <a:ext uri="{FF2B5EF4-FFF2-40B4-BE49-F238E27FC236}">
                            <a16:creationId xmlns:a16="http://schemas.microsoft.com/office/drawing/2014/main" id="{4CFF7FAD-C840-5FBC-FF31-AF77AE3DD8CE}"/>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372" name="Group 18371">
                    <a:extLst>
                      <a:ext uri="{FF2B5EF4-FFF2-40B4-BE49-F238E27FC236}">
                        <a16:creationId xmlns:a16="http://schemas.microsoft.com/office/drawing/2014/main" id="{08D2FD3A-58B1-679E-D1C9-9895BF5B46D8}"/>
                      </a:ext>
                    </a:extLst>
                  </p:cNvPr>
                  <p:cNvGrpSpPr/>
                  <p:nvPr/>
                </p:nvGrpSpPr>
                <p:grpSpPr>
                  <a:xfrm>
                    <a:off x="5886431" y="3525040"/>
                    <a:ext cx="393192" cy="393192"/>
                    <a:chOff x="5265196" y="3932619"/>
                    <a:chExt cx="393192" cy="393192"/>
                  </a:xfrm>
                </p:grpSpPr>
                <p:grpSp>
                  <p:nvGrpSpPr>
                    <p:cNvPr id="18396" name="Group 18395">
                      <a:extLst>
                        <a:ext uri="{FF2B5EF4-FFF2-40B4-BE49-F238E27FC236}">
                          <a16:creationId xmlns:a16="http://schemas.microsoft.com/office/drawing/2014/main" id="{CB5452D6-65B2-6C3E-59DD-0075DF292915}"/>
                        </a:ext>
                      </a:extLst>
                    </p:cNvPr>
                    <p:cNvGrpSpPr/>
                    <p:nvPr/>
                  </p:nvGrpSpPr>
                  <p:grpSpPr>
                    <a:xfrm>
                      <a:off x="5354636" y="4022061"/>
                      <a:ext cx="214313" cy="214313"/>
                      <a:chOff x="5354637" y="3446463"/>
                      <a:chExt cx="214313" cy="214313"/>
                    </a:xfrm>
                  </p:grpSpPr>
                  <p:sp>
                    <p:nvSpPr>
                      <p:cNvPr id="18404" name="Arc 18403">
                        <a:extLst>
                          <a:ext uri="{FF2B5EF4-FFF2-40B4-BE49-F238E27FC236}">
                            <a16:creationId xmlns:a16="http://schemas.microsoft.com/office/drawing/2014/main" id="{8B171580-3942-44B8-BD45-DB39B117809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405" name="Arc 18404">
                        <a:extLst>
                          <a:ext uri="{FF2B5EF4-FFF2-40B4-BE49-F238E27FC236}">
                            <a16:creationId xmlns:a16="http://schemas.microsoft.com/office/drawing/2014/main" id="{AA99CC45-E9A4-3B1A-A5E1-2562ACDAE93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397" name="Group 18396">
                      <a:extLst>
                        <a:ext uri="{FF2B5EF4-FFF2-40B4-BE49-F238E27FC236}">
                          <a16:creationId xmlns:a16="http://schemas.microsoft.com/office/drawing/2014/main" id="{52831E05-57C4-DF42-EEBC-CFAC1E932D9B}"/>
                        </a:ext>
                      </a:extLst>
                    </p:cNvPr>
                    <p:cNvGrpSpPr/>
                    <p:nvPr/>
                  </p:nvGrpSpPr>
                  <p:grpSpPr>
                    <a:xfrm rot="14400000">
                      <a:off x="5310186" y="3977611"/>
                      <a:ext cx="303213" cy="303213"/>
                      <a:chOff x="5354637" y="3446463"/>
                      <a:chExt cx="214313" cy="214313"/>
                    </a:xfrm>
                  </p:grpSpPr>
                  <p:sp>
                    <p:nvSpPr>
                      <p:cNvPr id="18402" name="Arc 18401">
                        <a:extLst>
                          <a:ext uri="{FF2B5EF4-FFF2-40B4-BE49-F238E27FC236}">
                            <a16:creationId xmlns:a16="http://schemas.microsoft.com/office/drawing/2014/main" id="{BC994647-73DB-8338-83A8-5CED229BBA0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403" name="Arc 18402">
                        <a:extLst>
                          <a:ext uri="{FF2B5EF4-FFF2-40B4-BE49-F238E27FC236}">
                            <a16:creationId xmlns:a16="http://schemas.microsoft.com/office/drawing/2014/main" id="{FF683A96-6E20-00AE-9F7D-6139F098792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398" name="Group 18397">
                      <a:extLst>
                        <a:ext uri="{FF2B5EF4-FFF2-40B4-BE49-F238E27FC236}">
                          <a16:creationId xmlns:a16="http://schemas.microsoft.com/office/drawing/2014/main" id="{8F800AAC-036D-A630-EF7C-8471C4F106CC}"/>
                        </a:ext>
                      </a:extLst>
                    </p:cNvPr>
                    <p:cNvGrpSpPr/>
                    <p:nvPr/>
                  </p:nvGrpSpPr>
                  <p:grpSpPr>
                    <a:xfrm rot="7200000">
                      <a:off x="5265196" y="3932619"/>
                      <a:ext cx="393192" cy="393192"/>
                      <a:chOff x="5354637" y="3446463"/>
                      <a:chExt cx="214313" cy="214313"/>
                    </a:xfrm>
                  </p:grpSpPr>
                  <p:sp>
                    <p:nvSpPr>
                      <p:cNvPr id="18400" name="Arc 18399">
                        <a:extLst>
                          <a:ext uri="{FF2B5EF4-FFF2-40B4-BE49-F238E27FC236}">
                            <a16:creationId xmlns:a16="http://schemas.microsoft.com/office/drawing/2014/main" id="{D8EA77D0-71E5-6507-4E6F-DD955171859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401" name="Arc 18400">
                        <a:extLst>
                          <a:ext uri="{FF2B5EF4-FFF2-40B4-BE49-F238E27FC236}">
                            <a16:creationId xmlns:a16="http://schemas.microsoft.com/office/drawing/2014/main" id="{EF42DF09-72E2-6D13-F4D9-3B5E39372B1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399" name="TextBox 18398">
                      <a:extLst>
                        <a:ext uri="{FF2B5EF4-FFF2-40B4-BE49-F238E27FC236}">
                          <a16:creationId xmlns:a16="http://schemas.microsoft.com/office/drawing/2014/main" id="{78BCAB3D-15E2-B58E-413B-23FB170CDF45}"/>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8373" name="Group 18372">
                    <a:extLst>
                      <a:ext uri="{FF2B5EF4-FFF2-40B4-BE49-F238E27FC236}">
                        <a16:creationId xmlns:a16="http://schemas.microsoft.com/office/drawing/2014/main" id="{E11061BE-074F-F559-11A2-E481B7148F42}"/>
                      </a:ext>
                    </a:extLst>
                  </p:cNvPr>
                  <p:cNvGrpSpPr/>
                  <p:nvPr/>
                </p:nvGrpSpPr>
                <p:grpSpPr>
                  <a:xfrm>
                    <a:off x="6512463" y="3525040"/>
                    <a:ext cx="393192" cy="393192"/>
                    <a:chOff x="6389147" y="3357021"/>
                    <a:chExt cx="393192" cy="393192"/>
                  </a:xfrm>
                </p:grpSpPr>
                <p:grpSp>
                  <p:nvGrpSpPr>
                    <p:cNvPr id="18385" name="Group 18384">
                      <a:extLst>
                        <a:ext uri="{FF2B5EF4-FFF2-40B4-BE49-F238E27FC236}">
                          <a16:creationId xmlns:a16="http://schemas.microsoft.com/office/drawing/2014/main" id="{CD198AF9-837C-8629-0B69-5CAB4D09138C}"/>
                        </a:ext>
                      </a:extLst>
                    </p:cNvPr>
                    <p:cNvGrpSpPr/>
                    <p:nvPr/>
                  </p:nvGrpSpPr>
                  <p:grpSpPr>
                    <a:xfrm rot="7200000" flipH="1">
                      <a:off x="6389147" y="3357021"/>
                      <a:ext cx="393192" cy="393192"/>
                      <a:chOff x="5354637" y="3446463"/>
                      <a:chExt cx="214313" cy="214313"/>
                    </a:xfrm>
                  </p:grpSpPr>
                  <p:sp>
                    <p:nvSpPr>
                      <p:cNvPr id="18394" name="Arc 18393">
                        <a:extLst>
                          <a:ext uri="{FF2B5EF4-FFF2-40B4-BE49-F238E27FC236}">
                            <a16:creationId xmlns:a16="http://schemas.microsoft.com/office/drawing/2014/main" id="{2A22DAF5-4B88-D728-2A66-260A90C53FE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395" name="Arc 18394">
                        <a:extLst>
                          <a:ext uri="{FF2B5EF4-FFF2-40B4-BE49-F238E27FC236}">
                            <a16:creationId xmlns:a16="http://schemas.microsoft.com/office/drawing/2014/main" id="{2C39F2B8-4DF0-6B5E-E15C-849AEE1FC3A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386" name="Group 18385">
                      <a:extLst>
                        <a:ext uri="{FF2B5EF4-FFF2-40B4-BE49-F238E27FC236}">
                          <a16:creationId xmlns:a16="http://schemas.microsoft.com/office/drawing/2014/main" id="{E51EB57D-6E59-2DAA-2283-6C1B370CB77F}"/>
                        </a:ext>
                      </a:extLst>
                    </p:cNvPr>
                    <p:cNvGrpSpPr/>
                    <p:nvPr/>
                  </p:nvGrpSpPr>
                  <p:grpSpPr>
                    <a:xfrm>
                      <a:off x="6434137" y="3402011"/>
                      <a:ext cx="303213" cy="303213"/>
                      <a:chOff x="6434137" y="3402011"/>
                      <a:chExt cx="303213" cy="303213"/>
                    </a:xfrm>
                  </p:grpSpPr>
                  <p:grpSp>
                    <p:nvGrpSpPr>
                      <p:cNvPr id="18387" name="Group 18386">
                        <a:extLst>
                          <a:ext uri="{FF2B5EF4-FFF2-40B4-BE49-F238E27FC236}">
                            <a16:creationId xmlns:a16="http://schemas.microsoft.com/office/drawing/2014/main" id="{A77890E3-507D-6A16-D45C-4D74CF9BDE7A}"/>
                          </a:ext>
                        </a:extLst>
                      </p:cNvPr>
                      <p:cNvGrpSpPr/>
                      <p:nvPr/>
                    </p:nvGrpSpPr>
                    <p:grpSpPr>
                      <a:xfrm flipH="1">
                        <a:off x="6478587" y="3446461"/>
                        <a:ext cx="214313" cy="214313"/>
                        <a:chOff x="5354637" y="3446463"/>
                        <a:chExt cx="214313" cy="214313"/>
                      </a:xfrm>
                    </p:grpSpPr>
                    <p:sp>
                      <p:nvSpPr>
                        <p:cNvPr id="18392" name="Arc 18391">
                          <a:extLst>
                            <a:ext uri="{FF2B5EF4-FFF2-40B4-BE49-F238E27FC236}">
                              <a16:creationId xmlns:a16="http://schemas.microsoft.com/office/drawing/2014/main" id="{7E0E97AD-DB25-B6B4-0F2C-FD9DAB054B1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393" name="Arc 18392">
                          <a:extLst>
                            <a:ext uri="{FF2B5EF4-FFF2-40B4-BE49-F238E27FC236}">
                              <a16:creationId xmlns:a16="http://schemas.microsoft.com/office/drawing/2014/main" id="{8F67A5C1-B42B-644D-4923-A7C93B84C20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388" name="Group 18387">
                        <a:extLst>
                          <a:ext uri="{FF2B5EF4-FFF2-40B4-BE49-F238E27FC236}">
                            <a16:creationId xmlns:a16="http://schemas.microsoft.com/office/drawing/2014/main" id="{D77B0AB6-DE80-A5D6-D047-F552E21CF5F3}"/>
                          </a:ext>
                        </a:extLst>
                      </p:cNvPr>
                      <p:cNvGrpSpPr/>
                      <p:nvPr/>
                    </p:nvGrpSpPr>
                    <p:grpSpPr>
                      <a:xfrm rot="14400000" flipH="1">
                        <a:off x="6434137" y="3402011"/>
                        <a:ext cx="303213" cy="303213"/>
                        <a:chOff x="5354637" y="3446463"/>
                        <a:chExt cx="214313" cy="214313"/>
                      </a:xfrm>
                    </p:grpSpPr>
                    <p:sp>
                      <p:nvSpPr>
                        <p:cNvPr id="18390" name="Arc 18389">
                          <a:extLst>
                            <a:ext uri="{FF2B5EF4-FFF2-40B4-BE49-F238E27FC236}">
                              <a16:creationId xmlns:a16="http://schemas.microsoft.com/office/drawing/2014/main" id="{F897CFDC-3A7B-E8C4-FF8B-696B61ABA97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391" name="Arc 18390">
                          <a:extLst>
                            <a:ext uri="{FF2B5EF4-FFF2-40B4-BE49-F238E27FC236}">
                              <a16:creationId xmlns:a16="http://schemas.microsoft.com/office/drawing/2014/main" id="{31056044-E1F2-9ED1-8587-B8F62557782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389" name="TextBox 18388">
                        <a:extLst>
                          <a:ext uri="{FF2B5EF4-FFF2-40B4-BE49-F238E27FC236}">
                            <a16:creationId xmlns:a16="http://schemas.microsoft.com/office/drawing/2014/main" id="{F47469D1-80DE-035F-8819-21097A8806DD}"/>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8374" name="Group 18373">
                    <a:extLst>
                      <a:ext uri="{FF2B5EF4-FFF2-40B4-BE49-F238E27FC236}">
                        <a16:creationId xmlns:a16="http://schemas.microsoft.com/office/drawing/2014/main" id="{93E139C1-AC16-36AE-D03C-8DFCE2446007}"/>
                      </a:ext>
                    </a:extLst>
                  </p:cNvPr>
                  <p:cNvGrpSpPr/>
                  <p:nvPr/>
                </p:nvGrpSpPr>
                <p:grpSpPr>
                  <a:xfrm>
                    <a:off x="6197413" y="3225768"/>
                    <a:ext cx="393192" cy="393192"/>
                    <a:chOff x="6389147" y="3932622"/>
                    <a:chExt cx="393192" cy="393192"/>
                  </a:xfrm>
                </p:grpSpPr>
                <p:grpSp>
                  <p:nvGrpSpPr>
                    <p:cNvPr id="18375" name="Group 18374">
                      <a:extLst>
                        <a:ext uri="{FF2B5EF4-FFF2-40B4-BE49-F238E27FC236}">
                          <a16:creationId xmlns:a16="http://schemas.microsoft.com/office/drawing/2014/main" id="{CDE0382A-522F-CCD8-CA62-C7396C25188E}"/>
                        </a:ext>
                      </a:extLst>
                    </p:cNvPr>
                    <p:cNvGrpSpPr/>
                    <p:nvPr/>
                  </p:nvGrpSpPr>
                  <p:grpSpPr>
                    <a:xfrm flipH="1">
                      <a:off x="6478587" y="4022061"/>
                      <a:ext cx="214313" cy="214313"/>
                      <a:chOff x="5354637" y="3446463"/>
                      <a:chExt cx="214313" cy="214313"/>
                    </a:xfrm>
                  </p:grpSpPr>
                  <p:sp>
                    <p:nvSpPr>
                      <p:cNvPr id="18383" name="Arc 18382">
                        <a:extLst>
                          <a:ext uri="{FF2B5EF4-FFF2-40B4-BE49-F238E27FC236}">
                            <a16:creationId xmlns:a16="http://schemas.microsoft.com/office/drawing/2014/main" id="{3BE1F71A-0866-1E3B-2942-BAD603FB10B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384" name="Arc 18383">
                        <a:extLst>
                          <a:ext uri="{FF2B5EF4-FFF2-40B4-BE49-F238E27FC236}">
                            <a16:creationId xmlns:a16="http://schemas.microsoft.com/office/drawing/2014/main" id="{B385158A-F355-596D-2735-ACD252742E8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376" name="Group 18375">
                      <a:extLst>
                        <a:ext uri="{FF2B5EF4-FFF2-40B4-BE49-F238E27FC236}">
                          <a16:creationId xmlns:a16="http://schemas.microsoft.com/office/drawing/2014/main" id="{DA3E7D04-4A5F-62FF-DA6F-69E6E74FBB96}"/>
                        </a:ext>
                      </a:extLst>
                    </p:cNvPr>
                    <p:cNvGrpSpPr/>
                    <p:nvPr/>
                  </p:nvGrpSpPr>
                  <p:grpSpPr>
                    <a:xfrm rot="7200000" flipH="1">
                      <a:off x="6434137" y="3977611"/>
                      <a:ext cx="303213" cy="303213"/>
                      <a:chOff x="5354637" y="3446463"/>
                      <a:chExt cx="214313" cy="214313"/>
                    </a:xfrm>
                  </p:grpSpPr>
                  <p:sp>
                    <p:nvSpPr>
                      <p:cNvPr id="18381" name="Arc 18380">
                        <a:extLst>
                          <a:ext uri="{FF2B5EF4-FFF2-40B4-BE49-F238E27FC236}">
                            <a16:creationId xmlns:a16="http://schemas.microsoft.com/office/drawing/2014/main" id="{711437B5-5199-7E96-3812-95876EACE26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382" name="Arc 18381">
                        <a:extLst>
                          <a:ext uri="{FF2B5EF4-FFF2-40B4-BE49-F238E27FC236}">
                            <a16:creationId xmlns:a16="http://schemas.microsoft.com/office/drawing/2014/main" id="{6DD49D5B-BBE3-3E5D-AC49-986DB0F8915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8377" name="Group 18376">
                      <a:extLst>
                        <a:ext uri="{FF2B5EF4-FFF2-40B4-BE49-F238E27FC236}">
                          <a16:creationId xmlns:a16="http://schemas.microsoft.com/office/drawing/2014/main" id="{9C1C4FE0-B81E-6679-B476-6B6B4B3A9AF4}"/>
                        </a:ext>
                      </a:extLst>
                    </p:cNvPr>
                    <p:cNvGrpSpPr/>
                    <p:nvPr/>
                  </p:nvGrpSpPr>
                  <p:grpSpPr>
                    <a:xfrm rot="14400000" flipH="1">
                      <a:off x="6389147" y="3932622"/>
                      <a:ext cx="393192" cy="393192"/>
                      <a:chOff x="5354637" y="3446463"/>
                      <a:chExt cx="214313" cy="214313"/>
                    </a:xfrm>
                  </p:grpSpPr>
                  <p:sp>
                    <p:nvSpPr>
                      <p:cNvPr id="18379" name="Arc 18378">
                        <a:extLst>
                          <a:ext uri="{FF2B5EF4-FFF2-40B4-BE49-F238E27FC236}">
                            <a16:creationId xmlns:a16="http://schemas.microsoft.com/office/drawing/2014/main" id="{A9EE3C52-BA1B-3292-8F61-AB73AAD1C09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380" name="Arc 18379">
                        <a:extLst>
                          <a:ext uri="{FF2B5EF4-FFF2-40B4-BE49-F238E27FC236}">
                            <a16:creationId xmlns:a16="http://schemas.microsoft.com/office/drawing/2014/main" id="{2DB1D156-4730-4D40-334F-94C49CDDEAB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8378" name="TextBox 18377">
                      <a:extLst>
                        <a:ext uri="{FF2B5EF4-FFF2-40B4-BE49-F238E27FC236}">
                          <a16:creationId xmlns:a16="http://schemas.microsoft.com/office/drawing/2014/main" id="{3EFCCA5D-FA56-2D8B-150D-40E0858A0416}"/>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sp>
        <p:nvSpPr>
          <p:cNvPr id="4" name="Footer Placeholder 3">
            <a:extLst>
              <a:ext uri="{FF2B5EF4-FFF2-40B4-BE49-F238E27FC236}">
                <a16:creationId xmlns:a16="http://schemas.microsoft.com/office/drawing/2014/main" id="{AE298B31-1BFF-FA43-BE03-3564E9784C3F}"/>
              </a:ext>
            </a:extLst>
          </p:cNvPr>
          <p:cNvSpPr>
            <a:spLocks noGrp="1"/>
          </p:cNvSpPr>
          <p:nvPr>
            <p:ph type="ftr" sz="quarter" idx="11"/>
          </p:nvPr>
        </p:nvSpPr>
        <p:spPr>
          <a:xfrm>
            <a:off x="5267049" y="6602391"/>
            <a:ext cx="4114800" cy="365125"/>
          </a:xfrm>
        </p:spPr>
        <p:txBody>
          <a:bodyPr/>
          <a:lstStyle/>
          <a:p>
            <a:r>
              <a:rPr lang="en-US" dirty="0"/>
              <a:t>J Mark Morris - Model of Nature</a:t>
            </a:r>
          </a:p>
        </p:txBody>
      </p:sp>
      <p:pic>
        <p:nvPicPr>
          <p:cNvPr id="5" name="Picture 4">
            <a:extLst>
              <a:ext uri="{FF2B5EF4-FFF2-40B4-BE49-F238E27FC236}">
                <a16:creationId xmlns:a16="http://schemas.microsoft.com/office/drawing/2014/main" id="{4953188C-3502-BE0E-E7DD-E55F55E79A4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04089" y="3522910"/>
            <a:ext cx="5796138" cy="3251272"/>
          </a:xfrm>
          <a:prstGeom prst="rect">
            <a:avLst/>
          </a:prstGeom>
          <a:noFill/>
          <a:extLst>
            <a:ext uri="{909E8E84-426E-40DD-AFC4-6F175D3DCCD1}">
              <a14:hiddenFill xmlns:a14="http://schemas.microsoft.com/office/drawing/2010/main">
                <a:solidFill>
                  <a:srgbClr val="FFFFFF"/>
                </a:solidFill>
              </a14:hiddenFill>
            </a:ext>
          </a:extLst>
        </p:spPr>
      </p:pic>
      <p:grpSp>
        <p:nvGrpSpPr>
          <p:cNvPr id="9178" name="Group 9177">
            <a:extLst>
              <a:ext uri="{FF2B5EF4-FFF2-40B4-BE49-F238E27FC236}">
                <a16:creationId xmlns:a16="http://schemas.microsoft.com/office/drawing/2014/main" id="{74BEEF2D-A89B-B7A1-403E-12C18A491768}"/>
              </a:ext>
            </a:extLst>
          </p:cNvPr>
          <p:cNvGrpSpPr/>
          <p:nvPr/>
        </p:nvGrpSpPr>
        <p:grpSpPr>
          <a:xfrm flipV="1">
            <a:off x="4824427" y="-457557"/>
            <a:ext cx="8726965" cy="2416401"/>
            <a:chOff x="-599392" y="-878204"/>
            <a:chExt cx="13805393" cy="3822563"/>
          </a:xfrm>
        </p:grpSpPr>
        <p:grpSp>
          <p:nvGrpSpPr>
            <p:cNvPr id="9179" name="Group 9178">
              <a:extLst>
                <a:ext uri="{FF2B5EF4-FFF2-40B4-BE49-F238E27FC236}">
                  <a16:creationId xmlns:a16="http://schemas.microsoft.com/office/drawing/2014/main" id="{8E360425-4607-07EE-514C-C8E4D2F8C280}"/>
                </a:ext>
              </a:extLst>
            </p:cNvPr>
            <p:cNvGrpSpPr/>
            <p:nvPr/>
          </p:nvGrpSpPr>
          <p:grpSpPr>
            <a:xfrm>
              <a:off x="6811099" y="-681609"/>
              <a:ext cx="2263438" cy="2198360"/>
              <a:chOff x="5445106" y="2039507"/>
              <a:chExt cx="2263438" cy="2198360"/>
            </a:xfrm>
          </p:grpSpPr>
          <p:grpSp>
            <p:nvGrpSpPr>
              <p:cNvPr id="12045" name="Group 12044">
                <a:extLst>
                  <a:ext uri="{FF2B5EF4-FFF2-40B4-BE49-F238E27FC236}">
                    <a16:creationId xmlns:a16="http://schemas.microsoft.com/office/drawing/2014/main" id="{9B56E898-1114-9548-D89C-80625D798B57}"/>
                  </a:ext>
                </a:extLst>
              </p:cNvPr>
              <p:cNvGrpSpPr/>
              <p:nvPr/>
            </p:nvGrpSpPr>
            <p:grpSpPr>
              <a:xfrm>
                <a:off x="5445106" y="2644743"/>
                <a:ext cx="1643204" cy="1593124"/>
                <a:chOff x="5445106" y="2644743"/>
                <a:chExt cx="1643204" cy="1593124"/>
              </a:xfrm>
            </p:grpSpPr>
            <p:grpSp>
              <p:nvGrpSpPr>
                <p:cNvPr id="12141" name="Group 12140">
                  <a:extLst>
                    <a:ext uri="{FF2B5EF4-FFF2-40B4-BE49-F238E27FC236}">
                      <a16:creationId xmlns:a16="http://schemas.microsoft.com/office/drawing/2014/main" id="{304D2798-0A0C-98DB-2958-17B1F0756B31}"/>
                    </a:ext>
                  </a:extLst>
                </p:cNvPr>
                <p:cNvGrpSpPr/>
                <p:nvPr/>
              </p:nvGrpSpPr>
              <p:grpSpPr>
                <a:xfrm>
                  <a:off x="5445106" y="2644743"/>
                  <a:ext cx="1019224" cy="991639"/>
                  <a:chOff x="5886431" y="3225768"/>
                  <a:chExt cx="1019224" cy="991639"/>
                </a:xfrm>
              </p:grpSpPr>
              <p:grpSp>
                <p:nvGrpSpPr>
                  <p:cNvPr id="12189" name="Group 12188">
                    <a:extLst>
                      <a:ext uri="{FF2B5EF4-FFF2-40B4-BE49-F238E27FC236}">
                        <a16:creationId xmlns:a16="http://schemas.microsoft.com/office/drawing/2014/main" id="{CFE387AF-2ADB-ACBE-D5B7-618B07D52D1E}"/>
                      </a:ext>
                    </a:extLst>
                  </p:cNvPr>
                  <p:cNvGrpSpPr/>
                  <p:nvPr/>
                </p:nvGrpSpPr>
                <p:grpSpPr>
                  <a:xfrm>
                    <a:off x="6197413" y="3824215"/>
                    <a:ext cx="393192" cy="393192"/>
                    <a:chOff x="5265196" y="3357021"/>
                    <a:chExt cx="393192" cy="393192"/>
                  </a:xfrm>
                </p:grpSpPr>
                <p:grpSp>
                  <p:nvGrpSpPr>
                    <p:cNvPr id="12224" name="Group 12223">
                      <a:extLst>
                        <a:ext uri="{FF2B5EF4-FFF2-40B4-BE49-F238E27FC236}">
                          <a16:creationId xmlns:a16="http://schemas.microsoft.com/office/drawing/2014/main" id="{84B62342-40F0-41B9-C027-73C7E0C94FFA}"/>
                        </a:ext>
                      </a:extLst>
                    </p:cNvPr>
                    <p:cNvGrpSpPr/>
                    <p:nvPr/>
                  </p:nvGrpSpPr>
                  <p:grpSpPr>
                    <a:xfrm rot="14400000">
                      <a:off x="5265196" y="3357021"/>
                      <a:ext cx="393192" cy="393192"/>
                      <a:chOff x="5354637" y="3446463"/>
                      <a:chExt cx="214313" cy="214313"/>
                    </a:xfrm>
                  </p:grpSpPr>
                  <p:sp>
                    <p:nvSpPr>
                      <p:cNvPr id="12233" name="Arc 12232">
                        <a:extLst>
                          <a:ext uri="{FF2B5EF4-FFF2-40B4-BE49-F238E27FC236}">
                            <a16:creationId xmlns:a16="http://schemas.microsoft.com/office/drawing/2014/main" id="{64D94D6B-2035-6FA4-6E96-AC1057AF39A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234" name="Arc 12233">
                        <a:extLst>
                          <a:ext uri="{FF2B5EF4-FFF2-40B4-BE49-F238E27FC236}">
                            <a16:creationId xmlns:a16="http://schemas.microsoft.com/office/drawing/2014/main" id="{11396A61-5059-471B-4988-61E0A6A3BF2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225" name="Group 12224">
                      <a:extLst>
                        <a:ext uri="{FF2B5EF4-FFF2-40B4-BE49-F238E27FC236}">
                          <a16:creationId xmlns:a16="http://schemas.microsoft.com/office/drawing/2014/main" id="{89A83617-F438-1878-9E15-731BA18FB87E}"/>
                        </a:ext>
                      </a:extLst>
                    </p:cNvPr>
                    <p:cNvGrpSpPr/>
                    <p:nvPr/>
                  </p:nvGrpSpPr>
                  <p:grpSpPr>
                    <a:xfrm>
                      <a:off x="5310186" y="3402011"/>
                      <a:ext cx="303213" cy="303213"/>
                      <a:chOff x="5310186" y="3402011"/>
                      <a:chExt cx="303213" cy="303213"/>
                    </a:xfrm>
                  </p:grpSpPr>
                  <p:grpSp>
                    <p:nvGrpSpPr>
                      <p:cNvPr id="12226" name="Group 12225">
                        <a:extLst>
                          <a:ext uri="{FF2B5EF4-FFF2-40B4-BE49-F238E27FC236}">
                            <a16:creationId xmlns:a16="http://schemas.microsoft.com/office/drawing/2014/main" id="{0D4C3B3C-2823-DBE9-9453-63123A7052ED}"/>
                          </a:ext>
                        </a:extLst>
                      </p:cNvPr>
                      <p:cNvGrpSpPr/>
                      <p:nvPr/>
                    </p:nvGrpSpPr>
                    <p:grpSpPr>
                      <a:xfrm>
                        <a:off x="5354636" y="3446461"/>
                        <a:ext cx="214313" cy="214313"/>
                        <a:chOff x="5354637" y="3446463"/>
                        <a:chExt cx="214313" cy="214313"/>
                      </a:xfrm>
                    </p:grpSpPr>
                    <p:sp>
                      <p:nvSpPr>
                        <p:cNvPr id="12231" name="Arc 12230">
                          <a:extLst>
                            <a:ext uri="{FF2B5EF4-FFF2-40B4-BE49-F238E27FC236}">
                              <a16:creationId xmlns:a16="http://schemas.microsoft.com/office/drawing/2014/main" id="{B682C377-E888-AAF0-6946-673E5C1C056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232" name="Arc 12231">
                          <a:extLst>
                            <a:ext uri="{FF2B5EF4-FFF2-40B4-BE49-F238E27FC236}">
                              <a16:creationId xmlns:a16="http://schemas.microsoft.com/office/drawing/2014/main" id="{1CBF50EF-9B68-CC57-915F-1AA96710443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227" name="Group 12226">
                        <a:extLst>
                          <a:ext uri="{FF2B5EF4-FFF2-40B4-BE49-F238E27FC236}">
                            <a16:creationId xmlns:a16="http://schemas.microsoft.com/office/drawing/2014/main" id="{790C60BF-85A6-7E45-F92D-7A29174426FB}"/>
                          </a:ext>
                        </a:extLst>
                      </p:cNvPr>
                      <p:cNvGrpSpPr/>
                      <p:nvPr/>
                    </p:nvGrpSpPr>
                    <p:grpSpPr>
                      <a:xfrm rot="7200000">
                        <a:off x="5310186" y="3402011"/>
                        <a:ext cx="303213" cy="303213"/>
                        <a:chOff x="5354637" y="3446463"/>
                        <a:chExt cx="214313" cy="214313"/>
                      </a:xfrm>
                    </p:grpSpPr>
                    <p:sp>
                      <p:nvSpPr>
                        <p:cNvPr id="12229" name="Arc 12228">
                          <a:extLst>
                            <a:ext uri="{FF2B5EF4-FFF2-40B4-BE49-F238E27FC236}">
                              <a16:creationId xmlns:a16="http://schemas.microsoft.com/office/drawing/2014/main" id="{0999937C-1614-F038-419B-138327EEBE6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230" name="Arc 12229">
                          <a:extLst>
                            <a:ext uri="{FF2B5EF4-FFF2-40B4-BE49-F238E27FC236}">
                              <a16:creationId xmlns:a16="http://schemas.microsoft.com/office/drawing/2014/main" id="{0703BE96-0BE0-D8C8-69D8-4C038C6C1A0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228" name="TextBox 12227">
                        <a:extLst>
                          <a:ext uri="{FF2B5EF4-FFF2-40B4-BE49-F238E27FC236}">
                            <a16:creationId xmlns:a16="http://schemas.microsoft.com/office/drawing/2014/main" id="{1CA09579-2824-8F07-3D6B-B49BDBD8D87F}"/>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190" name="Group 12189">
                    <a:extLst>
                      <a:ext uri="{FF2B5EF4-FFF2-40B4-BE49-F238E27FC236}">
                        <a16:creationId xmlns:a16="http://schemas.microsoft.com/office/drawing/2014/main" id="{BA6BB3E8-6DAF-14DE-B915-3C78BF2DDE82}"/>
                      </a:ext>
                    </a:extLst>
                  </p:cNvPr>
                  <p:cNvGrpSpPr/>
                  <p:nvPr/>
                </p:nvGrpSpPr>
                <p:grpSpPr>
                  <a:xfrm>
                    <a:off x="5886431" y="3525040"/>
                    <a:ext cx="393192" cy="393192"/>
                    <a:chOff x="5265196" y="3932619"/>
                    <a:chExt cx="393192" cy="393192"/>
                  </a:xfrm>
                </p:grpSpPr>
                <p:grpSp>
                  <p:nvGrpSpPr>
                    <p:cNvPr id="12214" name="Group 12213">
                      <a:extLst>
                        <a:ext uri="{FF2B5EF4-FFF2-40B4-BE49-F238E27FC236}">
                          <a16:creationId xmlns:a16="http://schemas.microsoft.com/office/drawing/2014/main" id="{C188287B-6A94-D5D4-172A-F185AC9520E3}"/>
                        </a:ext>
                      </a:extLst>
                    </p:cNvPr>
                    <p:cNvGrpSpPr/>
                    <p:nvPr/>
                  </p:nvGrpSpPr>
                  <p:grpSpPr>
                    <a:xfrm>
                      <a:off x="5354636" y="4022061"/>
                      <a:ext cx="214313" cy="214313"/>
                      <a:chOff x="5354637" y="3446463"/>
                      <a:chExt cx="214313" cy="214313"/>
                    </a:xfrm>
                  </p:grpSpPr>
                  <p:sp>
                    <p:nvSpPr>
                      <p:cNvPr id="12222" name="Arc 12221">
                        <a:extLst>
                          <a:ext uri="{FF2B5EF4-FFF2-40B4-BE49-F238E27FC236}">
                            <a16:creationId xmlns:a16="http://schemas.microsoft.com/office/drawing/2014/main" id="{37CA2352-38E5-BAEF-B4DA-DAD961F4154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223" name="Arc 12222">
                        <a:extLst>
                          <a:ext uri="{FF2B5EF4-FFF2-40B4-BE49-F238E27FC236}">
                            <a16:creationId xmlns:a16="http://schemas.microsoft.com/office/drawing/2014/main" id="{11434C2C-C4D5-D04A-D591-962324E80D1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215" name="Group 12214">
                      <a:extLst>
                        <a:ext uri="{FF2B5EF4-FFF2-40B4-BE49-F238E27FC236}">
                          <a16:creationId xmlns:a16="http://schemas.microsoft.com/office/drawing/2014/main" id="{CF3251D7-AE1E-0C74-1357-5948E00314A2}"/>
                        </a:ext>
                      </a:extLst>
                    </p:cNvPr>
                    <p:cNvGrpSpPr/>
                    <p:nvPr/>
                  </p:nvGrpSpPr>
                  <p:grpSpPr>
                    <a:xfrm rot="14400000">
                      <a:off x="5310186" y="3977611"/>
                      <a:ext cx="303213" cy="303213"/>
                      <a:chOff x="5354637" y="3446463"/>
                      <a:chExt cx="214313" cy="214313"/>
                    </a:xfrm>
                  </p:grpSpPr>
                  <p:sp>
                    <p:nvSpPr>
                      <p:cNvPr id="12220" name="Arc 12219">
                        <a:extLst>
                          <a:ext uri="{FF2B5EF4-FFF2-40B4-BE49-F238E27FC236}">
                            <a16:creationId xmlns:a16="http://schemas.microsoft.com/office/drawing/2014/main" id="{522C35F8-B873-CD44-E4DA-A2A35A9E716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221" name="Arc 12220">
                        <a:extLst>
                          <a:ext uri="{FF2B5EF4-FFF2-40B4-BE49-F238E27FC236}">
                            <a16:creationId xmlns:a16="http://schemas.microsoft.com/office/drawing/2014/main" id="{8D4E98EF-21CB-BD50-C0C9-6E050BB0D17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216" name="Group 12215">
                      <a:extLst>
                        <a:ext uri="{FF2B5EF4-FFF2-40B4-BE49-F238E27FC236}">
                          <a16:creationId xmlns:a16="http://schemas.microsoft.com/office/drawing/2014/main" id="{5299387E-1475-C74C-7F0A-DB756BDDFA71}"/>
                        </a:ext>
                      </a:extLst>
                    </p:cNvPr>
                    <p:cNvGrpSpPr/>
                    <p:nvPr/>
                  </p:nvGrpSpPr>
                  <p:grpSpPr>
                    <a:xfrm rot="7200000">
                      <a:off x="5265196" y="3932619"/>
                      <a:ext cx="393192" cy="393192"/>
                      <a:chOff x="5354637" y="3446463"/>
                      <a:chExt cx="214313" cy="214313"/>
                    </a:xfrm>
                  </p:grpSpPr>
                  <p:sp>
                    <p:nvSpPr>
                      <p:cNvPr id="12218" name="Arc 12217">
                        <a:extLst>
                          <a:ext uri="{FF2B5EF4-FFF2-40B4-BE49-F238E27FC236}">
                            <a16:creationId xmlns:a16="http://schemas.microsoft.com/office/drawing/2014/main" id="{397A4100-3163-7423-C975-5997CF1265C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219" name="Arc 12218">
                        <a:extLst>
                          <a:ext uri="{FF2B5EF4-FFF2-40B4-BE49-F238E27FC236}">
                            <a16:creationId xmlns:a16="http://schemas.microsoft.com/office/drawing/2014/main" id="{2860FA0C-055B-8FB5-9D33-2F4AC984D07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217" name="TextBox 12216">
                      <a:extLst>
                        <a:ext uri="{FF2B5EF4-FFF2-40B4-BE49-F238E27FC236}">
                          <a16:creationId xmlns:a16="http://schemas.microsoft.com/office/drawing/2014/main" id="{AE6CEA77-7D40-300B-2CDA-2F0ECA64A941}"/>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2191" name="Group 12190">
                    <a:extLst>
                      <a:ext uri="{FF2B5EF4-FFF2-40B4-BE49-F238E27FC236}">
                        <a16:creationId xmlns:a16="http://schemas.microsoft.com/office/drawing/2014/main" id="{319A6AE1-0680-89B0-FDC2-2BE177925F6F}"/>
                      </a:ext>
                    </a:extLst>
                  </p:cNvPr>
                  <p:cNvGrpSpPr/>
                  <p:nvPr/>
                </p:nvGrpSpPr>
                <p:grpSpPr>
                  <a:xfrm>
                    <a:off x="6512463" y="3525040"/>
                    <a:ext cx="393192" cy="393192"/>
                    <a:chOff x="6389147" y="3357021"/>
                    <a:chExt cx="393192" cy="393192"/>
                  </a:xfrm>
                </p:grpSpPr>
                <p:grpSp>
                  <p:nvGrpSpPr>
                    <p:cNvPr id="12203" name="Group 12202">
                      <a:extLst>
                        <a:ext uri="{FF2B5EF4-FFF2-40B4-BE49-F238E27FC236}">
                          <a16:creationId xmlns:a16="http://schemas.microsoft.com/office/drawing/2014/main" id="{C7E1D24D-7C98-CEC9-4320-A0F64D78C552}"/>
                        </a:ext>
                      </a:extLst>
                    </p:cNvPr>
                    <p:cNvGrpSpPr/>
                    <p:nvPr/>
                  </p:nvGrpSpPr>
                  <p:grpSpPr>
                    <a:xfrm rot="7200000" flipH="1">
                      <a:off x="6389147" y="3357021"/>
                      <a:ext cx="393192" cy="393192"/>
                      <a:chOff x="5354637" y="3446463"/>
                      <a:chExt cx="214313" cy="214313"/>
                    </a:xfrm>
                  </p:grpSpPr>
                  <p:sp>
                    <p:nvSpPr>
                      <p:cNvPr id="12212" name="Arc 12211">
                        <a:extLst>
                          <a:ext uri="{FF2B5EF4-FFF2-40B4-BE49-F238E27FC236}">
                            <a16:creationId xmlns:a16="http://schemas.microsoft.com/office/drawing/2014/main" id="{F2AF00ED-ABE4-7BA0-94CD-A62A5B10A8E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213" name="Arc 12212">
                        <a:extLst>
                          <a:ext uri="{FF2B5EF4-FFF2-40B4-BE49-F238E27FC236}">
                            <a16:creationId xmlns:a16="http://schemas.microsoft.com/office/drawing/2014/main" id="{AF23EEAE-1BA3-7A40-2D35-B76890717EF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204" name="Group 12203">
                      <a:extLst>
                        <a:ext uri="{FF2B5EF4-FFF2-40B4-BE49-F238E27FC236}">
                          <a16:creationId xmlns:a16="http://schemas.microsoft.com/office/drawing/2014/main" id="{4A9FBA49-C8EE-DDBF-05D6-351BE2A20847}"/>
                        </a:ext>
                      </a:extLst>
                    </p:cNvPr>
                    <p:cNvGrpSpPr/>
                    <p:nvPr/>
                  </p:nvGrpSpPr>
                  <p:grpSpPr>
                    <a:xfrm>
                      <a:off x="6434137" y="3402011"/>
                      <a:ext cx="303213" cy="303213"/>
                      <a:chOff x="6434137" y="3402011"/>
                      <a:chExt cx="303213" cy="303213"/>
                    </a:xfrm>
                  </p:grpSpPr>
                  <p:grpSp>
                    <p:nvGrpSpPr>
                      <p:cNvPr id="12205" name="Group 12204">
                        <a:extLst>
                          <a:ext uri="{FF2B5EF4-FFF2-40B4-BE49-F238E27FC236}">
                            <a16:creationId xmlns:a16="http://schemas.microsoft.com/office/drawing/2014/main" id="{21CC123D-A314-413E-167D-DF0BF7C78F84}"/>
                          </a:ext>
                        </a:extLst>
                      </p:cNvPr>
                      <p:cNvGrpSpPr/>
                      <p:nvPr/>
                    </p:nvGrpSpPr>
                    <p:grpSpPr>
                      <a:xfrm flipH="1">
                        <a:off x="6478587" y="3446461"/>
                        <a:ext cx="214313" cy="214313"/>
                        <a:chOff x="5354637" y="3446463"/>
                        <a:chExt cx="214313" cy="214313"/>
                      </a:xfrm>
                    </p:grpSpPr>
                    <p:sp>
                      <p:nvSpPr>
                        <p:cNvPr id="12210" name="Arc 12209">
                          <a:extLst>
                            <a:ext uri="{FF2B5EF4-FFF2-40B4-BE49-F238E27FC236}">
                              <a16:creationId xmlns:a16="http://schemas.microsoft.com/office/drawing/2014/main" id="{A5199CC5-74AC-693F-EE49-E4FDF976789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211" name="Arc 12210">
                          <a:extLst>
                            <a:ext uri="{FF2B5EF4-FFF2-40B4-BE49-F238E27FC236}">
                              <a16:creationId xmlns:a16="http://schemas.microsoft.com/office/drawing/2014/main" id="{82D0EE99-9801-AE56-C763-6C0CEC07317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206" name="Group 12205">
                        <a:extLst>
                          <a:ext uri="{FF2B5EF4-FFF2-40B4-BE49-F238E27FC236}">
                            <a16:creationId xmlns:a16="http://schemas.microsoft.com/office/drawing/2014/main" id="{AC6E3468-FDF6-6D31-A969-1C22CB4FC7BD}"/>
                          </a:ext>
                        </a:extLst>
                      </p:cNvPr>
                      <p:cNvGrpSpPr/>
                      <p:nvPr/>
                    </p:nvGrpSpPr>
                    <p:grpSpPr>
                      <a:xfrm rot="14400000" flipH="1">
                        <a:off x="6434137" y="3402011"/>
                        <a:ext cx="303213" cy="303213"/>
                        <a:chOff x="5354637" y="3446463"/>
                        <a:chExt cx="214313" cy="214313"/>
                      </a:xfrm>
                    </p:grpSpPr>
                    <p:sp>
                      <p:nvSpPr>
                        <p:cNvPr id="12208" name="Arc 12207">
                          <a:extLst>
                            <a:ext uri="{FF2B5EF4-FFF2-40B4-BE49-F238E27FC236}">
                              <a16:creationId xmlns:a16="http://schemas.microsoft.com/office/drawing/2014/main" id="{ED2BBF3C-345D-9069-2F09-7A1ED76E0D8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209" name="Arc 12208">
                          <a:extLst>
                            <a:ext uri="{FF2B5EF4-FFF2-40B4-BE49-F238E27FC236}">
                              <a16:creationId xmlns:a16="http://schemas.microsoft.com/office/drawing/2014/main" id="{06B78E07-336F-AA26-85E3-B3256E2C698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207" name="TextBox 12206">
                        <a:extLst>
                          <a:ext uri="{FF2B5EF4-FFF2-40B4-BE49-F238E27FC236}">
                            <a16:creationId xmlns:a16="http://schemas.microsoft.com/office/drawing/2014/main" id="{25189F25-D728-4494-97DD-8AB997337BED}"/>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192" name="Group 12191">
                    <a:extLst>
                      <a:ext uri="{FF2B5EF4-FFF2-40B4-BE49-F238E27FC236}">
                        <a16:creationId xmlns:a16="http://schemas.microsoft.com/office/drawing/2014/main" id="{6179B7F5-A6D0-D63C-DF9E-F612D36B7709}"/>
                      </a:ext>
                    </a:extLst>
                  </p:cNvPr>
                  <p:cNvGrpSpPr/>
                  <p:nvPr/>
                </p:nvGrpSpPr>
                <p:grpSpPr>
                  <a:xfrm>
                    <a:off x="6197413" y="3225768"/>
                    <a:ext cx="393192" cy="393192"/>
                    <a:chOff x="6389147" y="3932622"/>
                    <a:chExt cx="393192" cy="393192"/>
                  </a:xfrm>
                </p:grpSpPr>
                <p:grpSp>
                  <p:nvGrpSpPr>
                    <p:cNvPr id="12193" name="Group 12192">
                      <a:extLst>
                        <a:ext uri="{FF2B5EF4-FFF2-40B4-BE49-F238E27FC236}">
                          <a16:creationId xmlns:a16="http://schemas.microsoft.com/office/drawing/2014/main" id="{1E46EB58-F78C-E7C7-22E5-CE85A3182256}"/>
                        </a:ext>
                      </a:extLst>
                    </p:cNvPr>
                    <p:cNvGrpSpPr/>
                    <p:nvPr/>
                  </p:nvGrpSpPr>
                  <p:grpSpPr>
                    <a:xfrm flipH="1">
                      <a:off x="6478587" y="4022061"/>
                      <a:ext cx="214313" cy="214313"/>
                      <a:chOff x="5354637" y="3446463"/>
                      <a:chExt cx="214313" cy="214313"/>
                    </a:xfrm>
                  </p:grpSpPr>
                  <p:sp>
                    <p:nvSpPr>
                      <p:cNvPr id="12201" name="Arc 12200">
                        <a:extLst>
                          <a:ext uri="{FF2B5EF4-FFF2-40B4-BE49-F238E27FC236}">
                            <a16:creationId xmlns:a16="http://schemas.microsoft.com/office/drawing/2014/main" id="{26F81F1F-CB09-ADD2-1F8C-66BD4EF052B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202" name="Arc 12201">
                        <a:extLst>
                          <a:ext uri="{FF2B5EF4-FFF2-40B4-BE49-F238E27FC236}">
                            <a16:creationId xmlns:a16="http://schemas.microsoft.com/office/drawing/2014/main" id="{B5A8E572-62EA-BBDC-38DA-208748161A7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194" name="Group 12193">
                      <a:extLst>
                        <a:ext uri="{FF2B5EF4-FFF2-40B4-BE49-F238E27FC236}">
                          <a16:creationId xmlns:a16="http://schemas.microsoft.com/office/drawing/2014/main" id="{11A1DA24-838D-54F0-8B92-42A1B9A4D2E3}"/>
                        </a:ext>
                      </a:extLst>
                    </p:cNvPr>
                    <p:cNvGrpSpPr/>
                    <p:nvPr/>
                  </p:nvGrpSpPr>
                  <p:grpSpPr>
                    <a:xfrm rot="7200000" flipH="1">
                      <a:off x="6434137" y="3977611"/>
                      <a:ext cx="303213" cy="303213"/>
                      <a:chOff x="5354637" y="3446463"/>
                      <a:chExt cx="214313" cy="214313"/>
                    </a:xfrm>
                  </p:grpSpPr>
                  <p:sp>
                    <p:nvSpPr>
                      <p:cNvPr id="12199" name="Arc 12198">
                        <a:extLst>
                          <a:ext uri="{FF2B5EF4-FFF2-40B4-BE49-F238E27FC236}">
                            <a16:creationId xmlns:a16="http://schemas.microsoft.com/office/drawing/2014/main" id="{BBEAD5F1-2D19-A868-C85C-6BF712D3A5C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200" name="Arc 12199">
                        <a:extLst>
                          <a:ext uri="{FF2B5EF4-FFF2-40B4-BE49-F238E27FC236}">
                            <a16:creationId xmlns:a16="http://schemas.microsoft.com/office/drawing/2014/main" id="{1007B1C5-FC99-470F-897F-C6DFCECD115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195" name="Group 12194">
                      <a:extLst>
                        <a:ext uri="{FF2B5EF4-FFF2-40B4-BE49-F238E27FC236}">
                          <a16:creationId xmlns:a16="http://schemas.microsoft.com/office/drawing/2014/main" id="{E593A501-B2C1-B800-1CD2-2F4CAFAE5EC5}"/>
                        </a:ext>
                      </a:extLst>
                    </p:cNvPr>
                    <p:cNvGrpSpPr/>
                    <p:nvPr/>
                  </p:nvGrpSpPr>
                  <p:grpSpPr>
                    <a:xfrm rot="14400000" flipH="1">
                      <a:off x="6389147" y="3932622"/>
                      <a:ext cx="393192" cy="393192"/>
                      <a:chOff x="5354637" y="3446463"/>
                      <a:chExt cx="214313" cy="214313"/>
                    </a:xfrm>
                  </p:grpSpPr>
                  <p:sp>
                    <p:nvSpPr>
                      <p:cNvPr id="12197" name="Arc 12196">
                        <a:extLst>
                          <a:ext uri="{FF2B5EF4-FFF2-40B4-BE49-F238E27FC236}">
                            <a16:creationId xmlns:a16="http://schemas.microsoft.com/office/drawing/2014/main" id="{3B3FBDFF-CF9A-EE70-4345-E0C856F33EF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198" name="Arc 12197">
                        <a:extLst>
                          <a:ext uri="{FF2B5EF4-FFF2-40B4-BE49-F238E27FC236}">
                            <a16:creationId xmlns:a16="http://schemas.microsoft.com/office/drawing/2014/main" id="{72DDFAE2-006B-7B30-D5ED-264D1A66642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196" name="TextBox 12195">
                      <a:extLst>
                        <a:ext uri="{FF2B5EF4-FFF2-40B4-BE49-F238E27FC236}">
                          <a16:creationId xmlns:a16="http://schemas.microsoft.com/office/drawing/2014/main" id="{FA4FA9A3-9F98-F3A1-A4AA-291AE0B82011}"/>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142" name="Group 12141">
                  <a:extLst>
                    <a:ext uri="{FF2B5EF4-FFF2-40B4-BE49-F238E27FC236}">
                      <a16:creationId xmlns:a16="http://schemas.microsoft.com/office/drawing/2014/main" id="{A0E8E1ED-029A-EBE6-1633-C98EA7D9CAEE}"/>
                    </a:ext>
                  </a:extLst>
                </p:cNvPr>
                <p:cNvGrpSpPr/>
                <p:nvPr/>
              </p:nvGrpSpPr>
              <p:grpSpPr>
                <a:xfrm>
                  <a:off x="6069086" y="3246228"/>
                  <a:ext cx="1019224" cy="991639"/>
                  <a:chOff x="5886431" y="3225768"/>
                  <a:chExt cx="1019224" cy="991639"/>
                </a:xfrm>
              </p:grpSpPr>
              <p:grpSp>
                <p:nvGrpSpPr>
                  <p:cNvPr id="12143" name="Group 12142">
                    <a:extLst>
                      <a:ext uri="{FF2B5EF4-FFF2-40B4-BE49-F238E27FC236}">
                        <a16:creationId xmlns:a16="http://schemas.microsoft.com/office/drawing/2014/main" id="{F559A312-7A74-E65E-4F3A-5C75A5F54BE4}"/>
                      </a:ext>
                    </a:extLst>
                  </p:cNvPr>
                  <p:cNvGrpSpPr/>
                  <p:nvPr/>
                </p:nvGrpSpPr>
                <p:grpSpPr>
                  <a:xfrm>
                    <a:off x="6197413" y="3824215"/>
                    <a:ext cx="393192" cy="393192"/>
                    <a:chOff x="5265196" y="3357021"/>
                    <a:chExt cx="393192" cy="393192"/>
                  </a:xfrm>
                </p:grpSpPr>
                <p:grpSp>
                  <p:nvGrpSpPr>
                    <p:cNvPr id="12178" name="Group 12177">
                      <a:extLst>
                        <a:ext uri="{FF2B5EF4-FFF2-40B4-BE49-F238E27FC236}">
                          <a16:creationId xmlns:a16="http://schemas.microsoft.com/office/drawing/2014/main" id="{FB6A5EC3-1DFE-CDBA-7DB5-C59FB09BD111}"/>
                        </a:ext>
                      </a:extLst>
                    </p:cNvPr>
                    <p:cNvGrpSpPr/>
                    <p:nvPr/>
                  </p:nvGrpSpPr>
                  <p:grpSpPr>
                    <a:xfrm rot="14400000">
                      <a:off x="5265196" y="3357021"/>
                      <a:ext cx="393192" cy="393192"/>
                      <a:chOff x="5354637" y="3446463"/>
                      <a:chExt cx="214313" cy="214313"/>
                    </a:xfrm>
                  </p:grpSpPr>
                  <p:sp>
                    <p:nvSpPr>
                      <p:cNvPr id="12187" name="Arc 12186">
                        <a:extLst>
                          <a:ext uri="{FF2B5EF4-FFF2-40B4-BE49-F238E27FC236}">
                            <a16:creationId xmlns:a16="http://schemas.microsoft.com/office/drawing/2014/main" id="{CAD7ABF6-B682-79AB-2600-897124BCCE4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188" name="Arc 12187">
                        <a:extLst>
                          <a:ext uri="{FF2B5EF4-FFF2-40B4-BE49-F238E27FC236}">
                            <a16:creationId xmlns:a16="http://schemas.microsoft.com/office/drawing/2014/main" id="{0402B2E5-5587-DEB5-A053-611F0002CAB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179" name="Group 12178">
                      <a:extLst>
                        <a:ext uri="{FF2B5EF4-FFF2-40B4-BE49-F238E27FC236}">
                          <a16:creationId xmlns:a16="http://schemas.microsoft.com/office/drawing/2014/main" id="{7BB3F4FA-E5E2-0ABA-0CD1-0056C08D1EAF}"/>
                        </a:ext>
                      </a:extLst>
                    </p:cNvPr>
                    <p:cNvGrpSpPr/>
                    <p:nvPr/>
                  </p:nvGrpSpPr>
                  <p:grpSpPr>
                    <a:xfrm>
                      <a:off x="5310186" y="3402011"/>
                      <a:ext cx="303213" cy="303213"/>
                      <a:chOff x="5310186" y="3402011"/>
                      <a:chExt cx="303213" cy="303213"/>
                    </a:xfrm>
                  </p:grpSpPr>
                  <p:grpSp>
                    <p:nvGrpSpPr>
                      <p:cNvPr id="12180" name="Group 12179">
                        <a:extLst>
                          <a:ext uri="{FF2B5EF4-FFF2-40B4-BE49-F238E27FC236}">
                            <a16:creationId xmlns:a16="http://schemas.microsoft.com/office/drawing/2014/main" id="{643D83E5-C417-4847-D328-B9D262752169}"/>
                          </a:ext>
                        </a:extLst>
                      </p:cNvPr>
                      <p:cNvGrpSpPr/>
                      <p:nvPr/>
                    </p:nvGrpSpPr>
                    <p:grpSpPr>
                      <a:xfrm>
                        <a:off x="5354636" y="3446461"/>
                        <a:ext cx="214313" cy="214313"/>
                        <a:chOff x="5354637" y="3446463"/>
                        <a:chExt cx="214313" cy="214313"/>
                      </a:xfrm>
                    </p:grpSpPr>
                    <p:sp>
                      <p:nvSpPr>
                        <p:cNvPr id="12185" name="Arc 12184">
                          <a:extLst>
                            <a:ext uri="{FF2B5EF4-FFF2-40B4-BE49-F238E27FC236}">
                              <a16:creationId xmlns:a16="http://schemas.microsoft.com/office/drawing/2014/main" id="{E38FD9FD-6E44-D55F-C4FA-B31B92DDFB0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186" name="Arc 12185">
                          <a:extLst>
                            <a:ext uri="{FF2B5EF4-FFF2-40B4-BE49-F238E27FC236}">
                              <a16:creationId xmlns:a16="http://schemas.microsoft.com/office/drawing/2014/main" id="{3E926944-0A4C-A7F9-A873-906DC52988F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181" name="Group 12180">
                        <a:extLst>
                          <a:ext uri="{FF2B5EF4-FFF2-40B4-BE49-F238E27FC236}">
                            <a16:creationId xmlns:a16="http://schemas.microsoft.com/office/drawing/2014/main" id="{DF1D993A-677C-2741-2BA5-88906D9E2E22}"/>
                          </a:ext>
                        </a:extLst>
                      </p:cNvPr>
                      <p:cNvGrpSpPr/>
                      <p:nvPr/>
                    </p:nvGrpSpPr>
                    <p:grpSpPr>
                      <a:xfrm rot="7200000">
                        <a:off x="5310186" y="3402011"/>
                        <a:ext cx="303213" cy="303213"/>
                        <a:chOff x="5354637" y="3446463"/>
                        <a:chExt cx="214313" cy="214313"/>
                      </a:xfrm>
                    </p:grpSpPr>
                    <p:sp>
                      <p:nvSpPr>
                        <p:cNvPr id="12183" name="Arc 12182">
                          <a:extLst>
                            <a:ext uri="{FF2B5EF4-FFF2-40B4-BE49-F238E27FC236}">
                              <a16:creationId xmlns:a16="http://schemas.microsoft.com/office/drawing/2014/main" id="{C9BBE205-5DC5-0F03-CA4B-E84E0E3117B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184" name="Arc 12183">
                          <a:extLst>
                            <a:ext uri="{FF2B5EF4-FFF2-40B4-BE49-F238E27FC236}">
                              <a16:creationId xmlns:a16="http://schemas.microsoft.com/office/drawing/2014/main" id="{EC23D0DD-F338-00BF-E230-FDFF0B20398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182" name="TextBox 12181">
                        <a:extLst>
                          <a:ext uri="{FF2B5EF4-FFF2-40B4-BE49-F238E27FC236}">
                            <a16:creationId xmlns:a16="http://schemas.microsoft.com/office/drawing/2014/main" id="{4980AD5D-DB04-8E5A-511A-B953C36A64E3}"/>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144" name="Group 12143">
                    <a:extLst>
                      <a:ext uri="{FF2B5EF4-FFF2-40B4-BE49-F238E27FC236}">
                        <a16:creationId xmlns:a16="http://schemas.microsoft.com/office/drawing/2014/main" id="{58BE9D37-F9F8-C225-9DFA-768C6D729A83}"/>
                      </a:ext>
                    </a:extLst>
                  </p:cNvPr>
                  <p:cNvGrpSpPr/>
                  <p:nvPr/>
                </p:nvGrpSpPr>
                <p:grpSpPr>
                  <a:xfrm>
                    <a:off x="5886431" y="3525040"/>
                    <a:ext cx="393192" cy="393192"/>
                    <a:chOff x="5265196" y="3932619"/>
                    <a:chExt cx="393192" cy="393192"/>
                  </a:xfrm>
                </p:grpSpPr>
                <p:grpSp>
                  <p:nvGrpSpPr>
                    <p:cNvPr id="12168" name="Group 12167">
                      <a:extLst>
                        <a:ext uri="{FF2B5EF4-FFF2-40B4-BE49-F238E27FC236}">
                          <a16:creationId xmlns:a16="http://schemas.microsoft.com/office/drawing/2014/main" id="{9A2A2258-227F-82FA-2449-19AAB97A6894}"/>
                        </a:ext>
                      </a:extLst>
                    </p:cNvPr>
                    <p:cNvGrpSpPr/>
                    <p:nvPr/>
                  </p:nvGrpSpPr>
                  <p:grpSpPr>
                    <a:xfrm>
                      <a:off x="5354636" y="4022061"/>
                      <a:ext cx="214313" cy="214313"/>
                      <a:chOff x="5354637" y="3446463"/>
                      <a:chExt cx="214313" cy="214313"/>
                    </a:xfrm>
                  </p:grpSpPr>
                  <p:sp>
                    <p:nvSpPr>
                      <p:cNvPr id="12176" name="Arc 12175">
                        <a:extLst>
                          <a:ext uri="{FF2B5EF4-FFF2-40B4-BE49-F238E27FC236}">
                            <a16:creationId xmlns:a16="http://schemas.microsoft.com/office/drawing/2014/main" id="{638E1D0D-63F9-EA0C-DDF9-44D1557BCE7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177" name="Arc 12176">
                        <a:extLst>
                          <a:ext uri="{FF2B5EF4-FFF2-40B4-BE49-F238E27FC236}">
                            <a16:creationId xmlns:a16="http://schemas.microsoft.com/office/drawing/2014/main" id="{2FA28265-DBFE-6B9E-B5D9-6359D164B93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169" name="Group 12168">
                      <a:extLst>
                        <a:ext uri="{FF2B5EF4-FFF2-40B4-BE49-F238E27FC236}">
                          <a16:creationId xmlns:a16="http://schemas.microsoft.com/office/drawing/2014/main" id="{ECC485A2-5A53-3B74-780C-4159D0FB60B9}"/>
                        </a:ext>
                      </a:extLst>
                    </p:cNvPr>
                    <p:cNvGrpSpPr/>
                    <p:nvPr/>
                  </p:nvGrpSpPr>
                  <p:grpSpPr>
                    <a:xfrm rot="14400000">
                      <a:off x="5310186" y="3977611"/>
                      <a:ext cx="303213" cy="303213"/>
                      <a:chOff x="5354637" y="3446463"/>
                      <a:chExt cx="214313" cy="214313"/>
                    </a:xfrm>
                  </p:grpSpPr>
                  <p:sp>
                    <p:nvSpPr>
                      <p:cNvPr id="12174" name="Arc 12173">
                        <a:extLst>
                          <a:ext uri="{FF2B5EF4-FFF2-40B4-BE49-F238E27FC236}">
                            <a16:creationId xmlns:a16="http://schemas.microsoft.com/office/drawing/2014/main" id="{98FA1A9C-73D5-5EB9-D562-ECA60CE6997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175" name="Arc 12174">
                        <a:extLst>
                          <a:ext uri="{FF2B5EF4-FFF2-40B4-BE49-F238E27FC236}">
                            <a16:creationId xmlns:a16="http://schemas.microsoft.com/office/drawing/2014/main" id="{587DF5F2-DBB6-ACED-25DD-94B69057307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170" name="Group 12169">
                      <a:extLst>
                        <a:ext uri="{FF2B5EF4-FFF2-40B4-BE49-F238E27FC236}">
                          <a16:creationId xmlns:a16="http://schemas.microsoft.com/office/drawing/2014/main" id="{D7C86CCF-C9D0-76EA-D0D3-3789804BC60D}"/>
                        </a:ext>
                      </a:extLst>
                    </p:cNvPr>
                    <p:cNvGrpSpPr/>
                    <p:nvPr/>
                  </p:nvGrpSpPr>
                  <p:grpSpPr>
                    <a:xfrm rot="7200000">
                      <a:off x="5265196" y="3932619"/>
                      <a:ext cx="393192" cy="393192"/>
                      <a:chOff x="5354637" y="3446463"/>
                      <a:chExt cx="214313" cy="214313"/>
                    </a:xfrm>
                  </p:grpSpPr>
                  <p:sp>
                    <p:nvSpPr>
                      <p:cNvPr id="12172" name="Arc 12171">
                        <a:extLst>
                          <a:ext uri="{FF2B5EF4-FFF2-40B4-BE49-F238E27FC236}">
                            <a16:creationId xmlns:a16="http://schemas.microsoft.com/office/drawing/2014/main" id="{69CDE97C-40E0-A1AB-0BA0-57CB685EA0E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173" name="Arc 12172">
                        <a:extLst>
                          <a:ext uri="{FF2B5EF4-FFF2-40B4-BE49-F238E27FC236}">
                            <a16:creationId xmlns:a16="http://schemas.microsoft.com/office/drawing/2014/main" id="{49600AEB-9FAB-6706-AD3D-33EE6A2EE97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171" name="TextBox 12170">
                      <a:extLst>
                        <a:ext uri="{FF2B5EF4-FFF2-40B4-BE49-F238E27FC236}">
                          <a16:creationId xmlns:a16="http://schemas.microsoft.com/office/drawing/2014/main" id="{63AA39CE-6507-595A-004D-D3FEA26E3F98}"/>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2145" name="Group 12144">
                    <a:extLst>
                      <a:ext uri="{FF2B5EF4-FFF2-40B4-BE49-F238E27FC236}">
                        <a16:creationId xmlns:a16="http://schemas.microsoft.com/office/drawing/2014/main" id="{393E2C35-12B8-4992-7265-AD981173FC1E}"/>
                      </a:ext>
                    </a:extLst>
                  </p:cNvPr>
                  <p:cNvGrpSpPr/>
                  <p:nvPr/>
                </p:nvGrpSpPr>
                <p:grpSpPr>
                  <a:xfrm>
                    <a:off x="6512463" y="3525040"/>
                    <a:ext cx="393192" cy="393192"/>
                    <a:chOff x="6389147" y="3357021"/>
                    <a:chExt cx="393192" cy="393192"/>
                  </a:xfrm>
                </p:grpSpPr>
                <p:grpSp>
                  <p:nvGrpSpPr>
                    <p:cNvPr id="12157" name="Group 12156">
                      <a:extLst>
                        <a:ext uri="{FF2B5EF4-FFF2-40B4-BE49-F238E27FC236}">
                          <a16:creationId xmlns:a16="http://schemas.microsoft.com/office/drawing/2014/main" id="{309E7426-F644-6A98-0FF2-6B939B438F1E}"/>
                        </a:ext>
                      </a:extLst>
                    </p:cNvPr>
                    <p:cNvGrpSpPr/>
                    <p:nvPr/>
                  </p:nvGrpSpPr>
                  <p:grpSpPr>
                    <a:xfrm rot="7200000" flipH="1">
                      <a:off x="6389147" y="3357021"/>
                      <a:ext cx="393192" cy="393192"/>
                      <a:chOff x="5354637" y="3446463"/>
                      <a:chExt cx="214313" cy="214313"/>
                    </a:xfrm>
                  </p:grpSpPr>
                  <p:sp>
                    <p:nvSpPr>
                      <p:cNvPr id="12166" name="Arc 12165">
                        <a:extLst>
                          <a:ext uri="{FF2B5EF4-FFF2-40B4-BE49-F238E27FC236}">
                            <a16:creationId xmlns:a16="http://schemas.microsoft.com/office/drawing/2014/main" id="{78FD148E-B2E5-6329-AE05-6DA0A1DB827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167" name="Arc 12166">
                        <a:extLst>
                          <a:ext uri="{FF2B5EF4-FFF2-40B4-BE49-F238E27FC236}">
                            <a16:creationId xmlns:a16="http://schemas.microsoft.com/office/drawing/2014/main" id="{674BB82E-7966-2918-416B-B0E1C06C0F0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158" name="Group 12157">
                      <a:extLst>
                        <a:ext uri="{FF2B5EF4-FFF2-40B4-BE49-F238E27FC236}">
                          <a16:creationId xmlns:a16="http://schemas.microsoft.com/office/drawing/2014/main" id="{8ECAB88F-C5F9-B541-3805-6C37B608F4CB}"/>
                        </a:ext>
                      </a:extLst>
                    </p:cNvPr>
                    <p:cNvGrpSpPr/>
                    <p:nvPr/>
                  </p:nvGrpSpPr>
                  <p:grpSpPr>
                    <a:xfrm>
                      <a:off x="6434137" y="3402011"/>
                      <a:ext cx="303213" cy="303213"/>
                      <a:chOff x="6434137" y="3402011"/>
                      <a:chExt cx="303213" cy="303213"/>
                    </a:xfrm>
                  </p:grpSpPr>
                  <p:grpSp>
                    <p:nvGrpSpPr>
                      <p:cNvPr id="12159" name="Group 12158">
                        <a:extLst>
                          <a:ext uri="{FF2B5EF4-FFF2-40B4-BE49-F238E27FC236}">
                            <a16:creationId xmlns:a16="http://schemas.microsoft.com/office/drawing/2014/main" id="{76C7781A-0D47-D20E-0336-C4171B44E652}"/>
                          </a:ext>
                        </a:extLst>
                      </p:cNvPr>
                      <p:cNvGrpSpPr/>
                      <p:nvPr/>
                    </p:nvGrpSpPr>
                    <p:grpSpPr>
                      <a:xfrm flipH="1">
                        <a:off x="6478587" y="3446461"/>
                        <a:ext cx="214313" cy="214313"/>
                        <a:chOff x="5354637" y="3446463"/>
                        <a:chExt cx="214313" cy="214313"/>
                      </a:xfrm>
                    </p:grpSpPr>
                    <p:sp>
                      <p:nvSpPr>
                        <p:cNvPr id="12164" name="Arc 12163">
                          <a:extLst>
                            <a:ext uri="{FF2B5EF4-FFF2-40B4-BE49-F238E27FC236}">
                              <a16:creationId xmlns:a16="http://schemas.microsoft.com/office/drawing/2014/main" id="{1FC9D015-CB3C-AB26-8506-1BE8545D7EF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165" name="Arc 12164">
                          <a:extLst>
                            <a:ext uri="{FF2B5EF4-FFF2-40B4-BE49-F238E27FC236}">
                              <a16:creationId xmlns:a16="http://schemas.microsoft.com/office/drawing/2014/main" id="{21DE89B3-189B-9523-AA40-763BD2BAFFC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160" name="Group 12159">
                        <a:extLst>
                          <a:ext uri="{FF2B5EF4-FFF2-40B4-BE49-F238E27FC236}">
                            <a16:creationId xmlns:a16="http://schemas.microsoft.com/office/drawing/2014/main" id="{156CCABA-205E-B514-C4EF-3236E1942679}"/>
                          </a:ext>
                        </a:extLst>
                      </p:cNvPr>
                      <p:cNvGrpSpPr/>
                      <p:nvPr/>
                    </p:nvGrpSpPr>
                    <p:grpSpPr>
                      <a:xfrm rot="14400000" flipH="1">
                        <a:off x="6434137" y="3402011"/>
                        <a:ext cx="303213" cy="303213"/>
                        <a:chOff x="5354637" y="3446463"/>
                        <a:chExt cx="214313" cy="214313"/>
                      </a:xfrm>
                    </p:grpSpPr>
                    <p:sp>
                      <p:nvSpPr>
                        <p:cNvPr id="12162" name="Arc 12161">
                          <a:extLst>
                            <a:ext uri="{FF2B5EF4-FFF2-40B4-BE49-F238E27FC236}">
                              <a16:creationId xmlns:a16="http://schemas.microsoft.com/office/drawing/2014/main" id="{FC3C45C2-6CFE-7414-B001-70E72EA5B9C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163" name="Arc 12162">
                          <a:extLst>
                            <a:ext uri="{FF2B5EF4-FFF2-40B4-BE49-F238E27FC236}">
                              <a16:creationId xmlns:a16="http://schemas.microsoft.com/office/drawing/2014/main" id="{9DE10535-3128-C503-54E6-EEC0182419B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161" name="TextBox 12160">
                        <a:extLst>
                          <a:ext uri="{FF2B5EF4-FFF2-40B4-BE49-F238E27FC236}">
                            <a16:creationId xmlns:a16="http://schemas.microsoft.com/office/drawing/2014/main" id="{3B6DBC64-E10B-D983-D9D5-CFE3D496CC47}"/>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146" name="Group 12145">
                    <a:extLst>
                      <a:ext uri="{FF2B5EF4-FFF2-40B4-BE49-F238E27FC236}">
                        <a16:creationId xmlns:a16="http://schemas.microsoft.com/office/drawing/2014/main" id="{0B596974-BA87-DB7C-6CED-91D8F4E3C704}"/>
                      </a:ext>
                    </a:extLst>
                  </p:cNvPr>
                  <p:cNvGrpSpPr/>
                  <p:nvPr/>
                </p:nvGrpSpPr>
                <p:grpSpPr>
                  <a:xfrm>
                    <a:off x="6197413" y="3225768"/>
                    <a:ext cx="393192" cy="393192"/>
                    <a:chOff x="6389147" y="3932622"/>
                    <a:chExt cx="393192" cy="393192"/>
                  </a:xfrm>
                </p:grpSpPr>
                <p:grpSp>
                  <p:nvGrpSpPr>
                    <p:cNvPr id="12147" name="Group 12146">
                      <a:extLst>
                        <a:ext uri="{FF2B5EF4-FFF2-40B4-BE49-F238E27FC236}">
                          <a16:creationId xmlns:a16="http://schemas.microsoft.com/office/drawing/2014/main" id="{5E22BC0F-0C41-5BA3-9A00-DB5368B008FB}"/>
                        </a:ext>
                      </a:extLst>
                    </p:cNvPr>
                    <p:cNvGrpSpPr/>
                    <p:nvPr/>
                  </p:nvGrpSpPr>
                  <p:grpSpPr>
                    <a:xfrm flipH="1">
                      <a:off x="6478587" y="4022061"/>
                      <a:ext cx="214313" cy="214313"/>
                      <a:chOff x="5354637" y="3446463"/>
                      <a:chExt cx="214313" cy="214313"/>
                    </a:xfrm>
                  </p:grpSpPr>
                  <p:sp>
                    <p:nvSpPr>
                      <p:cNvPr id="12155" name="Arc 12154">
                        <a:extLst>
                          <a:ext uri="{FF2B5EF4-FFF2-40B4-BE49-F238E27FC236}">
                            <a16:creationId xmlns:a16="http://schemas.microsoft.com/office/drawing/2014/main" id="{810BA8C0-7E4B-99DB-E73F-1C519866A5B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156" name="Arc 12155">
                        <a:extLst>
                          <a:ext uri="{FF2B5EF4-FFF2-40B4-BE49-F238E27FC236}">
                            <a16:creationId xmlns:a16="http://schemas.microsoft.com/office/drawing/2014/main" id="{62483D62-EE73-DF76-8BAE-B1C95B227C5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148" name="Group 12147">
                      <a:extLst>
                        <a:ext uri="{FF2B5EF4-FFF2-40B4-BE49-F238E27FC236}">
                          <a16:creationId xmlns:a16="http://schemas.microsoft.com/office/drawing/2014/main" id="{A618D76F-3E55-0F2F-550F-400F52D999C1}"/>
                        </a:ext>
                      </a:extLst>
                    </p:cNvPr>
                    <p:cNvGrpSpPr/>
                    <p:nvPr/>
                  </p:nvGrpSpPr>
                  <p:grpSpPr>
                    <a:xfrm rot="7200000" flipH="1">
                      <a:off x="6434137" y="3977611"/>
                      <a:ext cx="303213" cy="303213"/>
                      <a:chOff x="5354637" y="3446463"/>
                      <a:chExt cx="214313" cy="214313"/>
                    </a:xfrm>
                  </p:grpSpPr>
                  <p:sp>
                    <p:nvSpPr>
                      <p:cNvPr id="12153" name="Arc 12152">
                        <a:extLst>
                          <a:ext uri="{FF2B5EF4-FFF2-40B4-BE49-F238E27FC236}">
                            <a16:creationId xmlns:a16="http://schemas.microsoft.com/office/drawing/2014/main" id="{7E1A0A2F-C73E-444D-3848-1A044CDA719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154" name="Arc 12153">
                        <a:extLst>
                          <a:ext uri="{FF2B5EF4-FFF2-40B4-BE49-F238E27FC236}">
                            <a16:creationId xmlns:a16="http://schemas.microsoft.com/office/drawing/2014/main" id="{2AFE7116-072F-375E-4BB6-52BCBA31E0C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149" name="Group 12148">
                      <a:extLst>
                        <a:ext uri="{FF2B5EF4-FFF2-40B4-BE49-F238E27FC236}">
                          <a16:creationId xmlns:a16="http://schemas.microsoft.com/office/drawing/2014/main" id="{BC032BB9-2BB5-1577-BC71-5EBD9D91B4A5}"/>
                        </a:ext>
                      </a:extLst>
                    </p:cNvPr>
                    <p:cNvGrpSpPr/>
                    <p:nvPr/>
                  </p:nvGrpSpPr>
                  <p:grpSpPr>
                    <a:xfrm rot="14400000" flipH="1">
                      <a:off x="6389147" y="3932622"/>
                      <a:ext cx="393192" cy="393192"/>
                      <a:chOff x="5354637" y="3446463"/>
                      <a:chExt cx="214313" cy="214313"/>
                    </a:xfrm>
                  </p:grpSpPr>
                  <p:sp>
                    <p:nvSpPr>
                      <p:cNvPr id="12151" name="Arc 12150">
                        <a:extLst>
                          <a:ext uri="{FF2B5EF4-FFF2-40B4-BE49-F238E27FC236}">
                            <a16:creationId xmlns:a16="http://schemas.microsoft.com/office/drawing/2014/main" id="{32A2B735-4AFE-1553-7FFB-7298DE24F2D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152" name="Arc 12151">
                        <a:extLst>
                          <a:ext uri="{FF2B5EF4-FFF2-40B4-BE49-F238E27FC236}">
                            <a16:creationId xmlns:a16="http://schemas.microsoft.com/office/drawing/2014/main" id="{B9565CE2-8A14-C041-2C42-0CA50AC13D8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150" name="TextBox 12149">
                      <a:extLst>
                        <a:ext uri="{FF2B5EF4-FFF2-40B4-BE49-F238E27FC236}">
                          <a16:creationId xmlns:a16="http://schemas.microsoft.com/office/drawing/2014/main" id="{C033B744-F992-0054-E9FC-42D3A8A7E6A5}"/>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2046" name="Group 12045">
                <a:extLst>
                  <a:ext uri="{FF2B5EF4-FFF2-40B4-BE49-F238E27FC236}">
                    <a16:creationId xmlns:a16="http://schemas.microsoft.com/office/drawing/2014/main" id="{C90204BC-D493-6114-7955-D25D907897E8}"/>
                  </a:ext>
                </a:extLst>
              </p:cNvPr>
              <p:cNvGrpSpPr/>
              <p:nvPr/>
            </p:nvGrpSpPr>
            <p:grpSpPr>
              <a:xfrm>
                <a:off x="6065340" y="2039507"/>
                <a:ext cx="1643204" cy="1593124"/>
                <a:chOff x="5445106" y="2644743"/>
                <a:chExt cx="1643204" cy="1593124"/>
              </a:xfrm>
            </p:grpSpPr>
            <p:grpSp>
              <p:nvGrpSpPr>
                <p:cNvPr id="12047" name="Group 12046">
                  <a:extLst>
                    <a:ext uri="{FF2B5EF4-FFF2-40B4-BE49-F238E27FC236}">
                      <a16:creationId xmlns:a16="http://schemas.microsoft.com/office/drawing/2014/main" id="{5A1C5F07-890E-0CEC-3295-225862B4CBA4}"/>
                    </a:ext>
                  </a:extLst>
                </p:cNvPr>
                <p:cNvGrpSpPr/>
                <p:nvPr/>
              </p:nvGrpSpPr>
              <p:grpSpPr>
                <a:xfrm>
                  <a:off x="5445106" y="2644743"/>
                  <a:ext cx="1019224" cy="991639"/>
                  <a:chOff x="5886431" y="3225768"/>
                  <a:chExt cx="1019224" cy="991639"/>
                </a:xfrm>
              </p:grpSpPr>
              <p:grpSp>
                <p:nvGrpSpPr>
                  <p:cNvPr id="12095" name="Group 12094">
                    <a:extLst>
                      <a:ext uri="{FF2B5EF4-FFF2-40B4-BE49-F238E27FC236}">
                        <a16:creationId xmlns:a16="http://schemas.microsoft.com/office/drawing/2014/main" id="{48D14081-4FA4-0387-56F4-B35AC8A0BDE2}"/>
                      </a:ext>
                    </a:extLst>
                  </p:cNvPr>
                  <p:cNvGrpSpPr/>
                  <p:nvPr/>
                </p:nvGrpSpPr>
                <p:grpSpPr>
                  <a:xfrm>
                    <a:off x="6197413" y="3824215"/>
                    <a:ext cx="393192" cy="393192"/>
                    <a:chOff x="5265196" y="3357021"/>
                    <a:chExt cx="393192" cy="393192"/>
                  </a:xfrm>
                </p:grpSpPr>
                <p:grpSp>
                  <p:nvGrpSpPr>
                    <p:cNvPr id="12130" name="Group 12129">
                      <a:extLst>
                        <a:ext uri="{FF2B5EF4-FFF2-40B4-BE49-F238E27FC236}">
                          <a16:creationId xmlns:a16="http://schemas.microsoft.com/office/drawing/2014/main" id="{FC62E671-4A6E-CF21-4FFA-5B02EF22F7DC}"/>
                        </a:ext>
                      </a:extLst>
                    </p:cNvPr>
                    <p:cNvGrpSpPr/>
                    <p:nvPr/>
                  </p:nvGrpSpPr>
                  <p:grpSpPr>
                    <a:xfrm rot="14400000">
                      <a:off x="5265196" y="3357021"/>
                      <a:ext cx="393192" cy="393192"/>
                      <a:chOff x="5354637" y="3446463"/>
                      <a:chExt cx="214313" cy="214313"/>
                    </a:xfrm>
                  </p:grpSpPr>
                  <p:sp>
                    <p:nvSpPr>
                      <p:cNvPr id="12139" name="Arc 12138">
                        <a:extLst>
                          <a:ext uri="{FF2B5EF4-FFF2-40B4-BE49-F238E27FC236}">
                            <a16:creationId xmlns:a16="http://schemas.microsoft.com/office/drawing/2014/main" id="{F75EC49C-AAA1-2460-6281-2E475D79DDA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140" name="Arc 12139">
                        <a:extLst>
                          <a:ext uri="{FF2B5EF4-FFF2-40B4-BE49-F238E27FC236}">
                            <a16:creationId xmlns:a16="http://schemas.microsoft.com/office/drawing/2014/main" id="{CD967185-70EB-DCF7-E668-DE2037D66E3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131" name="Group 12130">
                      <a:extLst>
                        <a:ext uri="{FF2B5EF4-FFF2-40B4-BE49-F238E27FC236}">
                          <a16:creationId xmlns:a16="http://schemas.microsoft.com/office/drawing/2014/main" id="{FD2EBB55-599F-4999-9DE7-D4F30FEBFE2D}"/>
                        </a:ext>
                      </a:extLst>
                    </p:cNvPr>
                    <p:cNvGrpSpPr/>
                    <p:nvPr/>
                  </p:nvGrpSpPr>
                  <p:grpSpPr>
                    <a:xfrm>
                      <a:off x="5310186" y="3402011"/>
                      <a:ext cx="303213" cy="303213"/>
                      <a:chOff x="5310186" y="3402011"/>
                      <a:chExt cx="303213" cy="303213"/>
                    </a:xfrm>
                  </p:grpSpPr>
                  <p:grpSp>
                    <p:nvGrpSpPr>
                      <p:cNvPr id="12132" name="Group 12131">
                        <a:extLst>
                          <a:ext uri="{FF2B5EF4-FFF2-40B4-BE49-F238E27FC236}">
                            <a16:creationId xmlns:a16="http://schemas.microsoft.com/office/drawing/2014/main" id="{33CAC004-1114-72C2-8C88-5BB0AE5BC1A4}"/>
                          </a:ext>
                        </a:extLst>
                      </p:cNvPr>
                      <p:cNvGrpSpPr/>
                      <p:nvPr/>
                    </p:nvGrpSpPr>
                    <p:grpSpPr>
                      <a:xfrm>
                        <a:off x="5354636" y="3446461"/>
                        <a:ext cx="214313" cy="214313"/>
                        <a:chOff x="5354637" y="3446463"/>
                        <a:chExt cx="214313" cy="214313"/>
                      </a:xfrm>
                    </p:grpSpPr>
                    <p:sp>
                      <p:nvSpPr>
                        <p:cNvPr id="12137" name="Arc 12136">
                          <a:extLst>
                            <a:ext uri="{FF2B5EF4-FFF2-40B4-BE49-F238E27FC236}">
                              <a16:creationId xmlns:a16="http://schemas.microsoft.com/office/drawing/2014/main" id="{5DCDF532-474F-C5B9-5AFB-95ABB8E0679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138" name="Arc 12137">
                          <a:extLst>
                            <a:ext uri="{FF2B5EF4-FFF2-40B4-BE49-F238E27FC236}">
                              <a16:creationId xmlns:a16="http://schemas.microsoft.com/office/drawing/2014/main" id="{0B7A0799-6030-C406-8DF6-3DD3FB2F593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133" name="Group 12132">
                        <a:extLst>
                          <a:ext uri="{FF2B5EF4-FFF2-40B4-BE49-F238E27FC236}">
                            <a16:creationId xmlns:a16="http://schemas.microsoft.com/office/drawing/2014/main" id="{8EA84539-D275-022B-CA7E-3A39721D208A}"/>
                          </a:ext>
                        </a:extLst>
                      </p:cNvPr>
                      <p:cNvGrpSpPr/>
                      <p:nvPr/>
                    </p:nvGrpSpPr>
                    <p:grpSpPr>
                      <a:xfrm rot="7200000">
                        <a:off x="5310186" y="3402011"/>
                        <a:ext cx="303213" cy="303213"/>
                        <a:chOff x="5354637" y="3446463"/>
                        <a:chExt cx="214313" cy="214313"/>
                      </a:xfrm>
                    </p:grpSpPr>
                    <p:sp>
                      <p:nvSpPr>
                        <p:cNvPr id="12135" name="Arc 12134">
                          <a:extLst>
                            <a:ext uri="{FF2B5EF4-FFF2-40B4-BE49-F238E27FC236}">
                              <a16:creationId xmlns:a16="http://schemas.microsoft.com/office/drawing/2014/main" id="{520192C7-F329-778B-AD67-8682342EC2A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136" name="Arc 12135">
                          <a:extLst>
                            <a:ext uri="{FF2B5EF4-FFF2-40B4-BE49-F238E27FC236}">
                              <a16:creationId xmlns:a16="http://schemas.microsoft.com/office/drawing/2014/main" id="{FFFFA248-4291-C0D7-4861-70FF9035E08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134" name="TextBox 12133">
                        <a:extLst>
                          <a:ext uri="{FF2B5EF4-FFF2-40B4-BE49-F238E27FC236}">
                            <a16:creationId xmlns:a16="http://schemas.microsoft.com/office/drawing/2014/main" id="{4202B96E-688F-D727-49F6-7522CFF8FA78}"/>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096" name="Group 12095">
                    <a:extLst>
                      <a:ext uri="{FF2B5EF4-FFF2-40B4-BE49-F238E27FC236}">
                        <a16:creationId xmlns:a16="http://schemas.microsoft.com/office/drawing/2014/main" id="{2D2A437E-2598-EC82-FC72-756EFB74411B}"/>
                      </a:ext>
                    </a:extLst>
                  </p:cNvPr>
                  <p:cNvGrpSpPr/>
                  <p:nvPr/>
                </p:nvGrpSpPr>
                <p:grpSpPr>
                  <a:xfrm>
                    <a:off x="5886431" y="3525040"/>
                    <a:ext cx="393192" cy="393192"/>
                    <a:chOff x="5265196" y="3932619"/>
                    <a:chExt cx="393192" cy="393192"/>
                  </a:xfrm>
                </p:grpSpPr>
                <p:grpSp>
                  <p:nvGrpSpPr>
                    <p:cNvPr id="12120" name="Group 12119">
                      <a:extLst>
                        <a:ext uri="{FF2B5EF4-FFF2-40B4-BE49-F238E27FC236}">
                          <a16:creationId xmlns:a16="http://schemas.microsoft.com/office/drawing/2014/main" id="{27BCA10E-5B19-552B-8E10-D75EB88E8024}"/>
                        </a:ext>
                      </a:extLst>
                    </p:cNvPr>
                    <p:cNvGrpSpPr/>
                    <p:nvPr/>
                  </p:nvGrpSpPr>
                  <p:grpSpPr>
                    <a:xfrm>
                      <a:off x="5354636" y="4022061"/>
                      <a:ext cx="214313" cy="214313"/>
                      <a:chOff x="5354637" y="3446463"/>
                      <a:chExt cx="214313" cy="214313"/>
                    </a:xfrm>
                  </p:grpSpPr>
                  <p:sp>
                    <p:nvSpPr>
                      <p:cNvPr id="12128" name="Arc 12127">
                        <a:extLst>
                          <a:ext uri="{FF2B5EF4-FFF2-40B4-BE49-F238E27FC236}">
                            <a16:creationId xmlns:a16="http://schemas.microsoft.com/office/drawing/2014/main" id="{F8E7DB82-7DB2-3CB6-E3FC-2471D4A1376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129" name="Arc 12128">
                        <a:extLst>
                          <a:ext uri="{FF2B5EF4-FFF2-40B4-BE49-F238E27FC236}">
                            <a16:creationId xmlns:a16="http://schemas.microsoft.com/office/drawing/2014/main" id="{E0A68616-8814-0CCC-4315-084EE6E082B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121" name="Group 12120">
                      <a:extLst>
                        <a:ext uri="{FF2B5EF4-FFF2-40B4-BE49-F238E27FC236}">
                          <a16:creationId xmlns:a16="http://schemas.microsoft.com/office/drawing/2014/main" id="{290D0501-1325-A7A1-AB2C-F38E2CC8F243}"/>
                        </a:ext>
                      </a:extLst>
                    </p:cNvPr>
                    <p:cNvGrpSpPr/>
                    <p:nvPr/>
                  </p:nvGrpSpPr>
                  <p:grpSpPr>
                    <a:xfrm rot="14400000">
                      <a:off x="5310186" y="3977611"/>
                      <a:ext cx="303213" cy="303213"/>
                      <a:chOff x="5354637" y="3446463"/>
                      <a:chExt cx="214313" cy="214313"/>
                    </a:xfrm>
                  </p:grpSpPr>
                  <p:sp>
                    <p:nvSpPr>
                      <p:cNvPr id="12126" name="Arc 12125">
                        <a:extLst>
                          <a:ext uri="{FF2B5EF4-FFF2-40B4-BE49-F238E27FC236}">
                            <a16:creationId xmlns:a16="http://schemas.microsoft.com/office/drawing/2014/main" id="{1BAD30E0-007E-0D15-AE66-74A535ED9CC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127" name="Arc 12126">
                        <a:extLst>
                          <a:ext uri="{FF2B5EF4-FFF2-40B4-BE49-F238E27FC236}">
                            <a16:creationId xmlns:a16="http://schemas.microsoft.com/office/drawing/2014/main" id="{648C0F1B-C73E-317F-D61F-9165E48B477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122" name="Group 12121">
                      <a:extLst>
                        <a:ext uri="{FF2B5EF4-FFF2-40B4-BE49-F238E27FC236}">
                          <a16:creationId xmlns:a16="http://schemas.microsoft.com/office/drawing/2014/main" id="{2DB5018A-2CEF-89A2-3209-9F04CEC316CF}"/>
                        </a:ext>
                      </a:extLst>
                    </p:cNvPr>
                    <p:cNvGrpSpPr/>
                    <p:nvPr/>
                  </p:nvGrpSpPr>
                  <p:grpSpPr>
                    <a:xfrm rot="7200000">
                      <a:off x="5265196" y="3932619"/>
                      <a:ext cx="393192" cy="393192"/>
                      <a:chOff x="5354637" y="3446463"/>
                      <a:chExt cx="214313" cy="214313"/>
                    </a:xfrm>
                  </p:grpSpPr>
                  <p:sp>
                    <p:nvSpPr>
                      <p:cNvPr id="12124" name="Arc 12123">
                        <a:extLst>
                          <a:ext uri="{FF2B5EF4-FFF2-40B4-BE49-F238E27FC236}">
                            <a16:creationId xmlns:a16="http://schemas.microsoft.com/office/drawing/2014/main" id="{8B3D276E-3C1F-909F-B7C3-3F784FF9238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125" name="Arc 12124">
                        <a:extLst>
                          <a:ext uri="{FF2B5EF4-FFF2-40B4-BE49-F238E27FC236}">
                            <a16:creationId xmlns:a16="http://schemas.microsoft.com/office/drawing/2014/main" id="{84E4A39C-924E-9AE0-EB77-D0A247CF0C6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123" name="TextBox 12122">
                      <a:extLst>
                        <a:ext uri="{FF2B5EF4-FFF2-40B4-BE49-F238E27FC236}">
                          <a16:creationId xmlns:a16="http://schemas.microsoft.com/office/drawing/2014/main" id="{F7401F65-D35A-484B-8A3A-908637BBA165}"/>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2097" name="Group 12096">
                    <a:extLst>
                      <a:ext uri="{FF2B5EF4-FFF2-40B4-BE49-F238E27FC236}">
                        <a16:creationId xmlns:a16="http://schemas.microsoft.com/office/drawing/2014/main" id="{E69934E5-DA63-AF61-7138-9C270CCE9946}"/>
                      </a:ext>
                    </a:extLst>
                  </p:cNvPr>
                  <p:cNvGrpSpPr/>
                  <p:nvPr/>
                </p:nvGrpSpPr>
                <p:grpSpPr>
                  <a:xfrm>
                    <a:off x="6512463" y="3525040"/>
                    <a:ext cx="393192" cy="393192"/>
                    <a:chOff x="6389147" y="3357021"/>
                    <a:chExt cx="393192" cy="393192"/>
                  </a:xfrm>
                </p:grpSpPr>
                <p:grpSp>
                  <p:nvGrpSpPr>
                    <p:cNvPr id="12109" name="Group 12108">
                      <a:extLst>
                        <a:ext uri="{FF2B5EF4-FFF2-40B4-BE49-F238E27FC236}">
                          <a16:creationId xmlns:a16="http://schemas.microsoft.com/office/drawing/2014/main" id="{DF65D77F-826A-4540-9A48-003A36972CD0}"/>
                        </a:ext>
                      </a:extLst>
                    </p:cNvPr>
                    <p:cNvGrpSpPr/>
                    <p:nvPr/>
                  </p:nvGrpSpPr>
                  <p:grpSpPr>
                    <a:xfrm rot="7200000" flipH="1">
                      <a:off x="6389147" y="3357021"/>
                      <a:ext cx="393192" cy="393192"/>
                      <a:chOff x="5354637" y="3446463"/>
                      <a:chExt cx="214313" cy="214313"/>
                    </a:xfrm>
                  </p:grpSpPr>
                  <p:sp>
                    <p:nvSpPr>
                      <p:cNvPr id="12118" name="Arc 12117">
                        <a:extLst>
                          <a:ext uri="{FF2B5EF4-FFF2-40B4-BE49-F238E27FC236}">
                            <a16:creationId xmlns:a16="http://schemas.microsoft.com/office/drawing/2014/main" id="{A5E0C432-33D2-B6DE-166C-1F0DE22994F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119" name="Arc 12118">
                        <a:extLst>
                          <a:ext uri="{FF2B5EF4-FFF2-40B4-BE49-F238E27FC236}">
                            <a16:creationId xmlns:a16="http://schemas.microsoft.com/office/drawing/2014/main" id="{A6B2CB5F-F8A0-2CA6-DF79-A18C4127421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110" name="Group 12109">
                      <a:extLst>
                        <a:ext uri="{FF2B5EF4-FFF2-40B4-BE49-F238E27FC236}">
                          <a16:creationId xmlns:a16="http://schemas.microsoft.com/office/drawing/2014/main" id="{F2E2F17B-F9E6-9351-CC00-579FA9B71C53}"/>
                        </a:ext>
                      </a:extLst>
                    </p:cNvPr>
                    <p:cNvGrpSpPr/>
                    <p:nvPr/>
                  </p:nvGrpSpPr>
                  <p:grpSpPr>
                    <a:xfrm>
                      <a:off x="6434137" y="3402011"/>
                      <a:ext cx="303213" cy="303213"/>
                      <a:chOff x="6434137" y="3402011"/>
                      <a:chExt cx="303213" cy="303213"/>
                    </a:xfrm>
                  </p:grpSpPr>
                  <p:grpSp>
                    <p:nvGrpSpPr>
                      <p:cNvPr id="12111" name="Group 12110">
                        <a:extLst>
                          <a:ext uri="{FF2B5EF4-FFF2-40B4-BE49-F238E27FC236}">
                            <a16:creationId xmlns:a16="http://schemas.microsoft.com/office/drawing/2014/main" id="{C4B993A0-CF1C-368F-C55E-AD865F23A0DE}"/>
                          </a:ext>
                        </a:extLst>
                      </p:cNvPr>
                      <p:cNvGrpSpPr/>
                      <p:nvPr/>
                    </p:nvGrpSpPr>
                    <p:grpSpPr>
                      <a:xfrm flipH="1">
                        <a:off x="6478587" y="3446461"/>
                        <a:ext cx="214313" cy="214313"/>
                        <a:chOff x="5354637" y="3446463"/>
                        <a:chExt cx="214313" cy="214313"/>
                      </a:xfrm>
                    </p:grpSpPr>
                    <p:sp>
                      <p:nvSpPr>
                        <p:cNvPr id="12116" name="Arc 12115">
                          <a:extLst>
                            <a:ext uri="{FF2B5EF4-FFF2-40B4-BE49-F238E27FC236}">
                              <a16:creationId xmlns:a16="http://schemas.microsoft.com/office/drawing/2014/main" id="{D1EE2B35-98D3-438B-F3EC-321D7A08DAB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117" name="Arc 12116">
                          <a:extLst>
                            <a:ext uri="{FF2B5EF4-FFF2-40B4-BE49-F238E27FC236}">
                              <a16:creationId xmlns:a16="http://schemas.microsoft.com/office/drawing/2014/main" id="{62DE5AC8-5EF8-B032-30F0-55B96CDA0DC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112" name="Group 12111">
                        <a:extLst>
                          <a:ext uri="{FF2B5EF4-FFF2-40B4-BE49-F238E27FC236}">
                            <a16:creationId xmlns:a16="http://schemas.microsoft.com/office/drawing/2014/main" id="{878ABE5B-A98C-EE00-2EC5-E0550C3D7F86}"/>
                          </a:ext>
                        </a:extLst>
                      </p:cNvPr>
                      <p:cNvGrpSpPr/>
                      <p:nvPr/>
                    </p:nvGrpSpPr>
                    <p:grpSpPr>
                      <a:xfrm rot="14400000" flipH="1">
                        <a:off x="6434137" y="3402011"/>
                        <a:ext cx="303213" cy="303213"/>
                        <a:chOff x="5354637" y="3446463"/>
                        <a:chExt cx="214313" cy="214313"/>
                      </a:xfrm>
                    </p:grpSpPr>
                    <p:sp>
                      <p:nvSpPr>
                        <p:cNvPr id="12114" name="Arc 12113">
                          <a:extLst>
                            <a:ext uri="{FF2B5EF4-FFF2-40B4-BE49-F238E27FC236}">
                              <a16:creationId xmlns:a16="http://schemas.microsoft.com/office/drawing/2014/main" id="{27C86CDF-7AFF-2FE7-87D9-F7CE4940A94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115" name="Arc 12114">
                          <a:extLst>
                            <a:ext uri="{FF2B5EF4-FFF2-40B4-BE49-F238E27FC236}">
                              <a16:creationId xmlns:a16="http://schemas.microsoft.com/office/drawing/2014/main" id="{F4C23AF6-34DD-8929-7699-7A18612E03B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113" name="TextBox 12112">
                        <a:extLst>
                          <a:ext uri="{FF2B5EF4-FFF2-40B4-BE49-F238E27FC236}">
                            <a16:creationId xmlns:a16="http://schemas.microsoft.com/office/drawing/2014/main" id="{1AD672CF-9B04-2826-D790-4BE5DA5F913E}"/>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098" name="Group 12097">
                    <a:extLst>
                      <a:ext uri="{FF2B5EF4-FFF2-40B4-BE49-F238E27FC236}">
                        <a16:creationId xmlns:a16="http://schemas.microsoft.com/office/drawing/2014/main" id="{66387FE4-66CD-D638-30BD-8269824E3433}"/>
                      </a:ext>
                    </a:extLst>
                  </p:cNvPr>
                  <p:cNvGrpSpPr/>
                  <p:nvPr/>
                </p:nvGrpSpPr>
                <p:grpSpPr>
                  <a:xfrm>
                    <a:off x="6197413" y="3225768"/>
                    <a:ext cx="393192" cy="393192"/>
                    <a:chOff x="6389147" y="3932622"/>
                    <a:chExt cx="393192" cy="393192"/>
                  </a:xfrm>
                </p:grpSpPr>
                <p:grpSp>
                  <p:nvGrpSpPr>
                    <p:cNvPr id="12099" name="Group 12098">
                      <a:extLst>
                        <a:ext uri="{FF2B5EF4-FFF2-40B4-BE49-F238E27FC236}">
                          <a16:creationId xmlns:a16="http://schemas.microsoft.com/office/drawing/2014/main" id="{45497933-CB61-8864-A6CE-FD5139C826C0}"/>
                        </a:ext>
                      </a:extLst>
                    </p:cNvPr>
                    <p:cNvGrpSpPr/>
                    <p:nvPr/>
                  </p:nvGrpSpPr>
                  <p:grpSpPr>
                    <a:xfrm flipH="1">
                      <a:off x="6478587" y="4022061"/>
                      <a:ext cx="214313" cy="214313"/>
                      <a:chOff x="5354637" y="3446463"/>
                      <a:chExt cx="214313" cy="214313"/>
                    </a:xfrm>
                  </p:grpSpPr>
                  <p:sp>
                    <p:nvSpPr>
                      <p:cNvPr id="12107" name="Arc 12106">
                        <a:extLst>
                          <a:ext uri="{FF2B5EF4-FFF2-40B4-BE49-F238E27FC236}">
                            <a16:creationId xmlns:a16="http://schemas.microsoft.com/office/drawing/2014/main" id="{1B661C9C-9B30-425C-6077-CD87AB6F353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108" name="Arc 12107">
                        <a:extLst>
                          <a:ext uri="{FF2B5EF4-FFF2-40B4-BE49-F238E27FC236}">
                            <a16:creationId xmlns:a16="http://schemas.microsoft.com/office/drawing/2014/main" id="{9F003DD2-2FF1-28A4-FCAA-08FA139C4F1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100" name="Group 12099">
                      <a:extLst>
                        <a:ext uri="{FF2B5EF4-FFF2-40B4-BE49-F238E27FC236}">
                          <a16:creationId xmlns:a16="http://schemas.microsoft.com/office/drawing/2014/main" id="{48994AEC-EC9B-0488-6298-E1F544989C0B}"/>
                        </a:ext>
                      </a:extLst>
                    </p:cNvPr>
                    <p:cNvGrpSpPr/>
                    <p:nvPr/>
                  </p:nvGrpSpPr>
                  <p:grpSpPr>
                    <a:xfrm rot="7200000" flipH="1">
                      <a:off x="6434137" y="3977611"/>
                      <a:ext cx="303213" cy="303213"/>
                      <a:chOff x="5354637" y="3446463"/>
                      <a:chExt cx="214313" cy="214313"/>
                    </a:xfrm>
                  </p:grpSpPr>
                  <p:sp>
                    <p:nvSpPr>
                      <p:cNvPr id="12105" name="Arc 12104">
                        <a:extLst>
                          <a:ext uri="{FF2B5EF4-FFF2-40B4-BE49-F238E27FC236}">
                            <a16:creationId xmlns:a16="http://schemas.microsoft.com/office/drawing/2014/main" id="{DF0BFC2D-7407-9D12-6F57-6163FDD9C0A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106" name="Arc 12105">
                        <a:extLst>
                          <a:ext uri="{FF2B5EF4-FFF2-40B4-BE49-F238E27FC236}">
                            <a16:creationId xmlns:a16="http://schemas.microsoft.com/office/drawing/2014/main" id="{CDA4BA7E-797A-0C08-DA1F-9F095623C36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101" name="Group 12100">
                      <a:extLst>
                        <a:ext uri="{FF2B5EF4-FFF2-40B4-BE49-F238E27FC236}">
                          <a16:creationId xmlns:a16="http://schemas.microsoft.com/office/drawing/2014/main" id="{64057133-82FB-9850-4084-1D959F1D133C}"/>
                        </a:ext>
                      </a:extLst>
                    </p:cNvPr>
                    <p:cNvGrpSpPr/>
                    <p:nvPr/>
                  </p:nvGrpSpPr>
                  <p:grpSpPr>
                    <a:xfrm rot="14400000" flipH="1">
                      <a:off x="6389147" y="3932622"/>
                      <a:ext cx="393192" cy="393192"/>
                      <a:chOff x="5354637" y="3446463"/>
                      <a:chExt cx="214313" cy="214313"/>
                    </a:xfrm>
                  </p:grpSpPr>
                  <p:sp>
                    <p:nvSpPr>
                      <p:cNvPr id="12103" name="Arc 12102">
                        <a:extLst>
                          <a:ext uri="{FF2B5EF4-FFF2-40B4-BE49-F238E27FC236}">
                            <a16:creationId xmlns:a16="http://schemas.microsoft.com/office/drawing/2014/main" id="{A41FD310-1367-9D18-8C78-1BC185396CD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104" name="Arc 12103">
                        <a:extLst>
                          <a:ext uri="{FF2B5EF4-FFF2-40B4-BE49-F238E27FC236}">
                            <a16:creationId xmlns:a16="http://schemas.microsoft.com/office/drawing/2014/main" id="{6F0445F6-D369-CFCE-7BC7-EE5DDBB0087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102" name="TextBox 12101">
                      <a:extLst>
                        <a:ext uri="{FF2B5EF4-FFF2-40B4-BE49-F238E27FC236}">
                          <a16:creationId xmlns:a16="http://schemas.microsoft.com/office/drawing/2014/main" id="{AF9159EA-56B9-9327-AF5E-0F9F44B89FE0}"/>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048" name="Group 12047">
                  <a:extLst>
                    <a:ext uri="{FF2B5EF4-FFF2-40B4-BE49-F238E27FC236}">
                      <a16:creationId xmlns:a16="http://schemas.microsoft.com/office/drawing/2014/main" id="{4C73808D-A3C6-5486-E418-16C91F2BD9B7}"/>
                    </a:ext>
                  </a:extLst>
                </p:cNvPr>
                <p:cNvGrpSpPr/>
                <p:nvPr/>
              </p:nvGrpSpPr>
              <p:grpSpPr>
                <a:xfrm>
                  <a:off x="6069086" y="3246228"/>
                  <a:ext cx="1019224" cy="991639"/>
                  <a:chOff x="5886431" y="3225768"/>
                  <a:chExt cx="1019224" cy="991639"/>
                </a:xfrm>
              </p:grpSpPr>
              <p:grpSp>
                <p:nvGrpSpPr>
                  <p:cNvPr id="12049" name="Group 12048">
                    <a:extLst>
                      <a:ext uri="{FF2B5EF4-FFF2-40B4-BE49-F238E27FC236}">
                        <a16:creationId xmlns:a16="http://schemas.microsoft.com/office/drawing/2014/main" id="{E5C18E4B-1925-7D2C-8904-11CC65C79E57}"/>
                      </a:ext>
                    </a:extLst>
                  </p:cNvPr>
                  <p:cNvGrpSpPr/>
                  <p:nvPr/>
                </p:nvGrpSpPr>
                <p:grpSpPr>
                  <a:xfrm>
                    <a:off x="6197413" y="3824215"/>
                    <a:ext cx="393192" cy="393192"/>
                    <a:chOff x="5265196" y="3357021"/>
                    <a:chExt cx="393192" cy="393192"/>
                  </a:xfrm>
                </p:grpSpPr>
                <p:grpSp>
                  <p:nvGrpSpPr>
                    <p:cNvPr id="12084" name="Group 12083">
                      <a:extLst>
                        <a:ext uri="{FF2B5EF4-FFF2-40B4-BE49-F238E27FC236}">
                          <a16:creationId xmlns:a16="http://schemas.microsoft.com/office/drawing/2014/main" id="{1938BC2C-9E15-4AA1-1DEF-69A819E7671E}"/>
                        </a:ext>
                      </a:extLst>
                    </p:cNvPr>
                    <p:cNvGrpSpPr/>
                    <p:nvPr/>
                  </p:nvGrpSpPr>
                  <p:grpSpPr>
                    <a:xfrm rot="14400000">
                      <a:off x="5265196" y="3357021"/>
                      <a:ext cx="393192" cy="393192"/>
                      <a:chOff x="5354637" y="3446463"/>
                      <a:chExt cx="214313" cy="214313"/>
                    </a:xfrm>
                  </p:grpSpPr>
                  <p:sp>
                    <p:nvSpPr>
                      <p:cNvPr id="12093" name="Arc 12092">
                        <a:extLst>
                          <a:ext uri="{FF2B5EF4-FFF2-40B4-BE49-F238E27FC236}">
                            <a16:creationId xmlns:a16="http://schemas.microsoft.com/office/drawing/2014/main" id="{1308CA20-9303-3B85-4AF7-38D681736C5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094" name="Arc 12093">
                        <a:extLst>
                          <a:ext uri="{FF2B5EF4-FFF2-40B4-BE49-F238E27FC236}">
                            <a16:creationId xmlns:a16="http://schemas.microsoft.com/office/drawing/2014/main" id="{11ED16DA-44F8-9157-7E29-148D0C7B378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085" name="Group 12084">
                      <a:extLst>
                        <a:ext uri="{FF2B5EF4-FFF2-40B4-BE49-F238E27FC236}">
                          <a16:creationId xmlns:a16="http://schemas.microsoft.com/office/drawing/2014/main" id="{3FC7CD1E-72A5-420A-1212-25F5528E4F0F}"/>
                        </a:ext>
                      </a:extLst>
                    </p:cNvPr>
                    <p:cNvGrpSpPr/>
                    <p:nvPr/>
                  </p:nvGrpSpPr>
                  <p:grpSpPr>
                    <a:xfrm>
                      <a:off x="5310186" y="3402011"/>
                      <a:ext cx="303213" cy="303213"/>
                      <a:chOff x="5310186" y="3402011"/>
                      <a:chExt cx="303213" cy="303213"/>
                    </a:xfrm>
                  </p:grpSpPr>
                  <p:grpSp>
                    <p:nvGrpSpPr>
                      <p:cNvPr id="12086" name="Group 12085">
                        <a:extLst>
                          <a:ext uri="{FF2B5EF4-FFF2-40B4-BE49-F238E27FC236}">
                            <a16:creationId xmlns:a16="http://schemas.microsoft.com/office/drawing/2014/main" id="{0AE77E1C-1FBF-97B5-7663-FDF68E80B91A}"/>
                          </a:ext>
                        </a:extLst>
                      </p:cNvPr>
                      <p:cNvGrpSpPr/>
                      <p:nvPr/>
                    </p:nvGrpSpPr>
                    <p:grpSpPr>
                      <a:xfrm>
                        <a:off x="5354636" y="3446461"/>
                        <a:ext cx="214313" cy="214313"/>
                        <a:chOff x="5354637" y="3446463"/>
                        <a:chExt cx="214313" cy="214313"/>
                      </a:xfrm>
                    </p:grpSpPr>
                    <p:sp>
                      <p:nvSpPr>
                        <p:cNvPr id="12091" name="Arc 12090">
                          <a:extLst>
                            <a:ext uri="{FF2B5EF4-FFF2-40B4-BE49-F238E27FC236}">
                              <a16:creationId xmlns:a16="http://schemas.microsoft.com/office/drawing/2014/main" id="{C727A165-7E3E-ECE7-E985-C268F3B3C0A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092" name="Arc 12091">
                          <a:extLst>
                            <a:ext uri="{FF2B5EF4-FFF2-40B4-BE49-F238E27FC236}">
                              <a16:creationId xmlns:a16="http://schemas.microsoft.com/office/drawing/2014/main" id="{0EBB0BEA-B65F-455F-C1F1-303575C6A1E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087" name="Group 12086">
                        <a:extLst>
                          <a:ext uri="{FF2B5EF4-FFF2-40B4-BE49-F238E27FC236}">
                            <a16:creationId xmlns:a16="http://schemas.microsoft.com/office/drawing/2014/main" id="{351825E9-53A5-4843-6FC6-53F685904EF4}"/>
                          </a:ext>
                        </a:extLst>
                      </p:cNvPr>
                      <p:cNvGrpSpPr/>
                      <p:nvPr/>
                    </p:nvGrpSpPr>
                    <p:grpSpPr>
                      <a:xfrm rot="7200000">
                        <a:off x="5310186" y="3402011"/>
                        <a:ext cx="303213" cy="303213"/>
                        <a:chOff x="5354637" y="3446463"/>
                        <a:chExt cx="214313" cy="214313"/>
                      </a:xfrm>
                    </p:grpSpPr>
                    <p:sp>
                      <p:nvSpPr>
                        <p:cNvPr id="12089" name="Arc 12088">
                          <a:extLst>
                            <a:ext uri="{FF2B5EF4-FFF2-40B4-BE49-F238E27FC236}">
                              <a16:creationId xmlns:a16="http://schemas.microsoft.com/office/drawing/2014/main" id="{CED50E3C-DDB3-621B-BAEB-41937EA4A67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090" name="Arc 12089">
                          <a:extLst>
                            <a:ext uri="{FF2B5EF4-FFF2-40B4-BE49-F238E27FC236}">
                              <a16:creationId xmlns:a16="http://schemas.microsoft.com/office/drawing/2014/main" id="{32721694-5296-265A-0CAF-A7AA0FEC53B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088" name="TextBox 12087">
                        <a:extLst>
                          <a:ext uri="{FF2B5EF4-FFF2-40B4-BE49-F238E27FC236}">
                            <a16:creationId xmlns:a16="http://schemas.microsoft.com/office/drawing/2014/main" id="{F683344B-32D1-7576-BE68-462A1D3F6765}"/>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050" name="Group 12049">
                    <a:extLst>
                      <a:ext uri="{FF2B5EF4-FFF2-40B4-BE49-F238E27FC236}">
                        <a16:creationId xmlns:a16="http://schemas.microsoft.com/office/drawing/2014/main" id="{62977B8F-2436-4CEE-4919-ED66D38E95AB}"/>
                      </a:ext>
                    </a:extLst>
                  </p:cNvPr>
                  <p:cNvGrpSpPr/>
                  <p:nvPr/>
                </p:nvGrpSpPr>
                <p:grpSpPr>
                  <a:xfrm>
                    <a:off x="5886431" y="3525040"/>
                    <a:ext cx="393192" cy="393192"/>
                    <a:chOff x="5265196" y="3932619"/>
                    <a:chExt cx="393192" cy="393192"/>
                  </a:xfrm>
                </p:grpSpPr>
                <p:grpSp>
                  <p:nvGrpSpPr>
                    <p:cNvPr id="12074" name="Group 12073">
                      <a:extLst>
                        <a:ext uri="{FF2B5EF4-FFF2-40B4-BE49-F238E27FC236}">
                          <a16:creationId xmlns:a16="http://schemas.microsoft.com/office/drawing/2014/main" id="{F8F9E453-6489-2D54-3A7E-E8B80F6EA9D0}"/>
                        </a:ext>
                      </a:extLst>
                    </p:cNvPr>
                    <p:cNvGrpSpPr/>
                    <p:nvPr/>
                  </p:nvGrpSpPr>
                  <p:grpSpPr>
                    <a:xfrm>
                      <a:off x="5354636" y="4022061"/>
                      <a:ext cx="214313" cy="214313"/>
                      <a:chOff x="5354637" y="3446463"/>
                      <a:chExt cx="214313" cy="214313"/>
                    </a:xfrm>
                  </p:grpSpPr>
                  <p:sp>
                    <p:nvSpPr>
                      <p:cNvPr id="12082" name="Arc 12081">
                        <a:extLst>
                          <a:ext uri="{FF2B5EF4-FFF2-40B4-BE49-F238E27FC236}">
                            <a16:creationId xmlns:a16="http://schemas.microsoft.com/office/drawing/2014/main" id="{65B0651F-61A4-73B7-B7FC-BF886F1B032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083" name="Arc 12082">
                        <a:extLst>
                          <a:ext uri="{FF2B5EF4-FFF2-40B4-BE49-F238E27FC236}">
                            <a16:creationId xmlns:a16="http://schemas.microsoft.com/office/drawing/2014/main" id="{1BCCF80B-825B-0303-9A78-D387DB269F3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075" name="Group 12074">
                      <a:extLst>
                        <a:ext uri="{FF2B5EF4-FFF2-40B4-BE49-F238E27FC236}">
                          <a16:creationId xmlns:a16="http://schemas.microsoft.com/office/drawing/2014/main" id="{A695F291-0540-29FA-685D-D6B746438F15}"/>
                        </a:ext>
                      </a:extLst>
                    </p:cNvPr>
                    <p:cNvGrpSpPr/>
                    <p:nvPr/>
                  </p:nvGrpSpPr>
                  <p:grpSpPr>
                    <a:xfrm rot="14400000">
                      <a:off x="5310186" y="3977611"/>
                      <a:ext cx="303213" cy="303213"/>
                      <a:chOff x="5354637" y="3446463"/>
                      <a:chExt cx="214313" cy="214313"/>
                    </a:xfrm>
                  </p:grpSpPr>
                  <p:sp>
                    <p:nvSpPr>
                      <p:cNvPr id="12080" name="Arc 12079">
                        <a:extLst>
                          <a:ext uri="{FF2B5EF4-FFF2-40B4-BE49-F238E27FC236}">
                            <a16:creationId xmlns:a16="http://schemas.microsoft.com/office/drawing/2014/main" id="{CF7F19E8-4C61-11B8-697D-7CB2700BCC8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081" name="Arc 12080">
                        <a:extLst>
                          <a:ext uri="{FF2B5EF4-FFF2-40B4-BE49-F238E27FC236}">
                            <a16:creationId xmlns:a16="http://schemas.microsoft.com/office/drawing/2014/main" id="{6DD7004E-AE09-94C7-3A40-9A84D745885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076" name="Group 12075">
                      <a:extLst>
                        <a:ext uri="{FF2B5EF4-FFF2-40B4-BE49-F238E27FC236}">
                          <a16:creationId xmlns:a16="http://schemas.microsoft.com/office/drawing/2014/main" id="{03D4FB22-AFD6-CC5C-7908-19660A0F1F6A}"/>
                        </a:ext>
                      </a:extLst>
                    </p:cNvPr>
                    <p:cNvGrpSpPr/>
                    <p:nvPr/>
                  </p:nvGrpSpPr>
                  <p:grpSpPr>
                    <a:xfrm rot="7200000">
                      <a:off x="5265196" y="3932619"/>
                      <a:ext cx="393192" cy="393192"/>
                      <a:chOff x="5354637" y="3446463"/>
                      <a:chExt cx="214313" cy="214313"/>
                    </a:xfrm>
                  </p:grpSpPr>
                  <p:sp>
                    <p:nvSpPr>
                      <p:cNvPr id="12078" name="Arc 12077">
                        <a:extLst>
                          <a:ext uri="{FF2B5EF4-FFF2-40B4-BE49-F238E27FC236}">
                            <a16:creationId xmlns:a16="http://schemas.microsoft.com/office/drawing/2014/main" id="{C77133C2-2C49-618D-14C5-93E6B4B0310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079" name="Arc 12078">
                        <a:extLst>
                          <a:ext uri="{FF2B5EF4-FFF2-40B4-BE49-F238E27FC236}">
                            <a16:creationId xmlns:a16="http://schemas.microsoft.com/office/drawing/2014/main" id="{CE4661FC-A945-34FA-BBA0-0F42CFCA2A1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077" name="TextBox 12076">
                      <a:extLst>
                        <a:ext uri="{FF2B5EF4-FFF2-40B4-BE49-F238E27FC236}">
                          <a16:creationId xmlns:a16="http://schemas.microsoft.com/office/drawing/2014/main" id="{EE93E7B1-50CF-FE7B-DBA8-2B1383ECED5E}"/>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2051" name="Group 12050">
                    <a:extLst>
                      <a:ext uri="{FF2B5EF4-FFF2-40B4-BE49-F238E27FC236}">
                        <a16:creationId xmlns:a16="http://schemas.microsoft.com/office/drawing/2014/main" id="{86964EF7-AF5B-26C2-FA1C-09230BBDE6C3}"/>
                      </a:ext>
                    </a:extLst>
                  </p:cNvPr>
                  <p:cNvGrpSpPr/>
                  <p:nvPr/>
                </p:nvGrpSpPr>
                <p:grpSpPr>
                  <a:xfrm>
                    <a:off x="6512463" y="3525040"/>
                    <a:ext cx="393192" cy="393192"/>
                    <a:chOff x="6389147" y="3357021"/>
                    <a:chExt cx="393192" cy="393192"/>
                  </a:xfrm>
                </p:grpSpPr>
                <p:grpSp>
                  <p:nvGrpSpPr>
                    <p:cNvPr id="12063" name="Group 12062">
                      <a:extLst>
                        <a:ext uri="{FF2B5EF4-FFF2-40B4-BE49-F238E27FC236}">
                          <a16:creationId xmlns:a16="http://schemas.microsoft.com/office/drawing/2014/main" id="{30A26873-C28D-97D1-F1BB-9FB8E6F3C23C}"/>
                        </a:ext>
                      </a:extLst>
                    </p:cNvPr>
                    <p:cNvGrpSpPr/>
                    <p:nvPr/>
                  </p:nvGrpSpPr>
                  <p:grpSpPr>
                    <a:xfrm rot="7200000" flipH="1">
                      <a:off x="6389147" y="3357021"/>
                      <a:ext cx="393192" cy="393192"/>
                      <a:chOff x="5354637" y="3446463"/>
                      <a:chExt cx="214313" cy="214313"/>
                    </a:xfrm>
                  </p:grpSpPr>
                  <p:sp>
                    <p:nvSpPr>
                      <p:cNvPr id="12072" name="Arc 12071">
                        <a:extLst>
                          <a:ext uri="{FF2B5EF4-FFF2-40B4-BE49-F238E27FC236}">
                            <a16:creationId xmlns:a16="http://schemas.microsoft.com/office/drawing/2014/main" id="{3E82AC6B-10A2-4CD5-AD2D-04A8E4E84D6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073" name="Arc 12072">
                        <a:extLst>
                          <a:ext uri="{FF2B5EF4-FFF2-40B4-BE49-F238E27FC236}">
                            <a16:creationId xmlns:a16="http://schemas.microsoft.com/office/drawing/2014/main" id="{1184E662-8998-72B0-CF9A-CB49A015746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064" name="Group 12063">
                      <a:extLst>
                        <a:ext uri="{FF2B5EF4-FFF2-40B4-BE49-F238E27FC236}">
                          <a16:creationId xmlns:a16="http://schemas.microsoft.com/office/drawing/2014/main" id="{01434845-BDB7-3316-8FFA-20385F46581C}"/>
                        </a:ext>
                      </a:extLst>
                    </p:cNvPr>
                    <p:cNvGrpSpPr/>
                    <p:nvPr/>
                  </p:nvGrpSpPr>
                  <p:grpSpPr>
                    <a:xfrm>
                      <a:off x="6434137" y="3402011"/>
                      <a:ext cx="303213" cy="303213"/>
                      <a:chOff x="6434137" y="3402011"/>
                      <a:chExt cx="303213" cy="303213"/>
                    </a:xfrm>
                  </p:grpSpPr>
                  <p:grpSp>
                    <p:nvGrpSpPr>
                      <p:cNvPr id="12065" name="Group 12064">
                        <a:extLst>
                          <a:ext uri="{FF2B5EF4-FFF2-40B4-BE49-F238E27FC236}">
                            <a16:creationId xmlns:a16="http://schemas.microsoft.com/office/drawing/2014/main" id="{4561F3B9-EF17-D2BB-53E2-6E4113026FC3}"/>
                          </a:ext>
                        </a:extLst>
                      </p:cNvPr>
                      <p:cNvGrpSpPr/>
                      <p:nvPr/>
                    </p:nvGrpSpPr>
                    <p:grpSpPr>
                      <a:xfrm flipH="1">
                        <a:off x="6478587" y="3446461"/>
                        <a:ext cx="214313" cy="214313"/>
                        <a:chOff x="5354637" y="3446463"/>
                        <a:chExt cx="214313" cy="214313"/>
                      </a:xfrm>
                    </p:grpSpPr>
                    <p:sp>
                      <p:nvSpPr>
                        <p:cNvPr id="12070" name="Arc 12069">
                          <a:extLst>
                            <a:ext uri="{FF2B5EF4-FFF2-40B4-BE49-F238E27FC236}">
                              <a16:creationId xmlns:a16="http://schemas.microsoft.com/office/drawing/2014/main" id="{90EC3A4E-B3C9-36AA-2B9E-E4A4507236B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071" name="Arc 12070">
                          <a:extLst>
                            <a:ext uri="{FF2B5EF4-FFF2-40B4-BE49-F238E27FC236}">
                              <a16:creationId xmlns:a16="http://schemas.microsoft.com/office/drawing/2014/main" id="{7D107732-2232-6B11-633E-12DE1B8397B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066" name="Group 12065">
                        <a:extLst>
                          <a:ext uri="{FF2B5EF4-FFF2-40B4-BE49-F238E27FC236}">
                            <a16:creationId xmlns:a16="http://schemas.microsoft.com/office/drawing/2014/main" id="{C508D410-B7A7-C625-95CE-E4E4F419986B}"/>
                          </a:ext>
                        </a:extLst>
                      </p:cNvPr>
                      <p:cNvGrpSpPr/>
                      <p:nvPr/>
                    </p:nvGrpSpPr>
                    <p:grpSpPr>
                      <a:xfrm rot="14400000" flipH="1">
                        <a:off x="6434137" y="3402011"/>
                        <a:ext cx="303213" cy="303213"/>
                        <a:chOff x="5354637" y="3446463"/>
                        <a:chExt cx="214313" cy="214313"/>
                      </a:xfrm>
                    </p:grpSpPr>
                    <p:sp>
                      <p:nvSpPr>
                        <p:cNvPr id="12068" name="Arc 12067">
                          <a:extLst>
                            <a:ext uri="{FF2B5EF4-FFF2-40B4-BE49-F238E27FC236}">
                              <a16:creationId xmlns:a16="http://schemas.microsoft.com/office/drawing/2014/main" id="{C3E21F64-B1DC-11CC-B5F4-E66CFB65D4F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069" name="Arc 12068">
                          <a:extLst>
                            <a:ext uri="{FF2B5EF4-FFF2-40B4-BE49-F238E27FC236}">
                              <a16:creationId xmlns:a16="http://schemas.microsoft.com/office/drawing/2014/main" id="{45F4002D-97EF-2047-27B8-BF9C1A2B11C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067" name="TextBox 12066">
                        <a:extLst>
                          <a:ext uri="{FF2B5EF4-FFF2-40B4-BE49-F238E27FC236}">
                            <a16:creationId xmlns:a16="http://schemas.microsoft.com/office/drawing/2014/main" id="{10ECBB8F-80FB-727E-D855-FE5F7FFD9C7D}"/>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052" name="Group 12051">
                    <a:extLst>
                      <a:ext uri="{FF2B5EF4-FFF2-40B4-BE49-F238E27FC236}">
                        <a16:creationId xmlns:a16="http://schemas.microsoft.com/office/drawing/2014/main" id="{E9372B0E-C7EE-85C5-7C53-70C82F69BDD4}"/>
                      </a:ext>
                    </a:extLst>
                  </p:cNvPr>
                  <p:cNvGrpSpPr/>
                  <p:nvPr/>
                </p:nvGrpSpPr>
                <p:grpSpPr>
                  <a:xfrm>
                    <a:off x="6197413" y="3225768"/>
                    <a:ext cx="393192" cy="393192"/>
                    <a:chOff x="6389147" y="3932622"/>
                    <a:chExt cx="393192" cy="393192"/>
                  </a:xfrm>
                </p:grpSpPr>
                <p:grpSp>
                  <p:nvGrpSpPr>
                    <p:cNvPr id="12053" name="Group 12052">
                      <a:extLst>
                        <a:ext uri="{FF2B5EF4-FFF2-40B4-BE49-F238E27FC236}">
                          <a16:creationId xmlns:a16="http://schemas.microsoft.com/office/drawing/2014/main" id="{8B7D5227-B382-1C8F-5664-0C1FA34A46C9}"/>
                        </a:ext>
                      </a:extLst>
                    </p:cNvPr>
                    <p:cNvGrpSpPr/>
                    <p:nvPr/>
                  </p:nvGrpSpPr>
                  <p:grpSpPr>
                    <a:xfrm flipH="1">
                      <a:off x="6478587" y="4022061"/>
                      <a:ext cx="214313" cy="214313"/>
                      <a:chOff x="5354637" y="3446463"/>
                      <a:chExt cx="214313" cy="214313"/>
                    </a:xfrm>
                  </p:grpSpPr>
                  <p:sp>
                    <p:nvSpPr>
                      <p:cNvPr id="12061" name="Arc 12060">
                        <a:extLst>
                          <a:ext uri="{FF2B5EF4-FFF2-40B4-BE49-F238E27FC236}">
                            <a16:creationId xmlns:a16="http://schemas.microsoft.com/office/drawing/2014/main" id="{FA00A547-2FB8-3379-9BF5-110007C87BA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062" name="Arc 12061">
                        <a:extLst>
                          <a:ext uri="{FF2B5EF4-FFF2-40B4-BE49-F238E27FC236}">
                            <a16:creationId xmlns:a16="http://schemas.microsoft.com/office/drawing/2014/main" id="{17EB5185-29BE-F074-86F2-8A42F8E9701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054" name="Group 12053">
                      <a:extLst>
                        <a:ext uri="{FF2B5EF4-FFF2-40B4-BE49-F238E27FC236}">
                          <a16:creationId xmlns:a16="http://schemas.microsoft.com/office/drawing/2014/main" id="{AEEA8EC5-CB0E-1C60-24E5-08169FEF487D}"/>
                        </a:ext>
                      </a:extLst>
                    </p:cNvPr>
                    <p:cNvGrpSpPr/>
                    <p:nvPr/>
                  </p:nvGrpSpPr>
                  <p:grpSpPr>
                    <a:xfrm rot="7200000" flipH="1">
                      <a:off x="6434137" y="3977611"/>
                      <a:ext cx="303213" cy="303213"/>
                      <a:chOff x="5354637" y="3446463"/>
                      <a:chExt cx="214313" cy="214313"/>
                    </a:xfrm>
                  </p:grpSpPr>
                  <p:sp>
                    <p:nvSpPr>
                      <p:cNvPr id="12059" name="Arc 12058">
                        <a:extLst>
                          <a:ext uri="{FF2B5EF4-FFF2-40B4-BE49-F238E27FC236}">
                            <a16:creationId xmlns:a16="http://schemas.microsoft.com/office/drawing/2014/main" id="{87C50C4F-E5BA-FEFA-D646-F89228A9E05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060" name="Arc 12059">
                        <a:extLst>
                          <a:ext uri="{FF2B5EF4-FFF2-40B4-BE49-F238E27FC236}">
                            <a16:creationId xmlns:a16="http://schemas.microsoft.com/office/drawing/2014/main" id="{FDBCAB9E-D539-C218-C20D-3E84DDB1D3A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055" name="Group 12054">
                      <a:extLst>
                        <a:ext uri="{FF2B5EF4-FFF2-40B4-BE49-F238E27FC236}">
                          <a16:creationId xmlns:a16="http://schemas.microsoft.com/office/drawing/2014/main" id="{23292A04-4D1B-D1CD-8821-FE4AF94CE728}"/>
                        </a:ext>
                      </a:extLst>
                    </p:cNvPr>
                    <p:cNvGrpSpPr/>
                    <p:nvPr/>
                  </p:nvGrpSpPr>
                  <p:grpSpPr>
                    <a:xfrm rot="14400000" flipH="1">
                      <a:off x="6389147" y="3932622"/>
                      <a:ext cx="393192" cy="393192"/>
                      <a:chOff x="5354637" y="3446463"/>
                      <a:chExt cx="214313" cy="214313"/>
                    </a:xfrm>
                  </p:grpSpPr>
                  <p:sp>
                    <p:nvSpPr>
                      <p:cNvPr id="12057" name="Arc 12056">
                        <a:extLst>
                          <a:ext uri="{FF2B5EF4-FFF2-40B4-BE49-F238E27FC236}">
                            <a16:creationId xmlns:a16="http://schemas.microsoft.com/office/drawing/2014/main" id="{C4A94498-204C-205A-7811-B533C425819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058" name="Arc 12057">
                        <a:extLst>
                          <a:ext uri="{FF2B5EF4-FFF2-40B4-BE49-F238E27FC236}">
                            <a16:creationId xmlns:a16="http://schemas.microsoft.com/office/drawing/2014/main" id="{61B48BA1-B88B-FEB3-FBA7-63452E4C476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056" name="TextBox 12055">
                      <a:extLst>
                        <a:ext uri="{FF2B5EF4-FFF2-40B4-BE49-F238E27FC236}">
                          <a16:creationId xmlns:a16="http://schemas.microsoft.com/office/drawing/2014/main" id="{E531D007-3BE2-BBB1-1BB9-2061484135E3}"/>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9180" name="Group 9179">
              <a:extLst>
                <a:ext uri="{FF2B5EF4-FFF2-40B4-BE49-F238E27FC236}">
                  <a16:creationId xmlns:a16="http://schemas.microsoft.com/office/drawing/2014/main" id="{1AD48FF6-3A37-5B35-AC75-ECD0BB8728D7}"/>
                </a:ext>
              </a:extLst>
            </p:cNvPr>
            <p:cNvGrpSpPr/>
            <p:nvPr/>
          </p:nvGrpSpPr>
          <p:grpSpPr>
            <a:xfrm>
              <a:off x="9197560" y="501825"/>
              <a:ext cx="2263438" cy="2198360"/>
              <a:chOff x="5445106" y="2039507"/>
              <a:chExt cx="2263438" cy="2198360"/>
            </a:xfrm>
          </p:grpSpPr>
          <p:grpSp>
            <p:nvGrpSpPr>
              <p:cNvPr id="11855" name="Group 11854">
                <a:extLst>
                  <a:ext uri="{FF2B5EF4-FFF2-40B4-BE49-F238E27FC236}">
                    <a16:creationId xmlns:a16="http://schemas.microsoft.com/office/drawing/2014/main" id="{FE15E728-95E1-3F1B-F0EA-00B59100AFC8}"/>
                  </a:ext>
                </a:extLst>
              </p:cNvPr>
              <p:cNvGrpSpPr/>
              <p:nvPr/>
            </p:nvGrpSpPr>
            <p:grpSpPr>
              <a:xfrm>
                <a:off x="5445106" y="2644743"/>
                <a:ext cx="1643204" cy="1593124"/>
                <a:chOff x="5445106" y="2644743"/>
                <a:chExt cx="1643204" cy="1593124"/>
              </a:xfrm>
            </p:grpSpPr>
            <p:grpSp>
              <p:nvGrpSpPr>
                <p:cNvPr id="11951" name="Group 11950">
                  <a:extLst>
                    <a:ext uri="{FF2B5EF4-FFF2-40B4-BE49-F238E27FC236}">
                      <a16:creationId xmlns:a16="http://schemas.microsoft.com/office/drawing/2014/main" id="{1C93AB76-A800-0A6C-119A-D5DBD47EC5E2}"/>
                    </a:ext>
                  </a:extLst>
                </p:cNvPr>
                <p:cNvGrpSpPr/>
                <p:nvPr/>
              </p:nvGrpSpPr>
              <p:grpSpPr>
                <a:xfrm>
                  <a:off x="5445106" y="2644743"/>
                  <a:ext cx="1019224" cy="991639"/>
                  <a:chOff x="5886431" y="3225768"/>
                  <a:chExt cx="1019224" cy="991639"/>
                </a:xfrm>
              </p:grpSpPr>
              <p:grpSp>
                <p:nvGrpSpPr>
                  <p:cNvPr id="11999" name="Group 11998">
                    <a:extLst>
                      <a:ext uri="{FF2B5EF4-FFF2-40B4-BE49-F238E27FC236}">
                        <a16:creationId xmlns:a16="http://schemas.microsoft.com/office/drawing/2014/main" id="{CA5A2E2B-BDC0-0128-D69C-1CB51A435AAB}"/>
                      </a:ext>
                    </a:extLst>
                  </p:cNvPr>
                  <p:cNvGrpSpPr/>
                  <p:nvPr/>
                </p:nvGrpSpPr>
                <p:grpSpPr>
                  <a:xfrm>
                    <a:off x="6197413" y="3824215"/>
                    <a:ext cx="393192" cy="393192"/>
                    <a:chOff x="5265196" y="3357021"/>
                    <a:chExt cx="393192" cy="393192"/>
                  </a:xfrm>
                </p:grpSpPr>
                <p:grpSp>
                  <p:nvGrpSpPr>
                    <p:cNvPr id="12034" name="Group 12033">
                      <a:extLst>
                        <a:ext uri="{FF2B5EF4-FFF2-40B4-BE49-F238E27FC236}">
                          <a16:creationId xmlns:a16="http://schemas.microsoft.com/office/drawing/2014/main" id="{C06FA59B-755B-A492-FD6D-7B78517B05FB}"/>
                        </a:ext>
                      </a:extLst>
                    </p:cNvPr>
                    <p:cNvGrpSpPr/>
                    <p:nvPr/>
                  </p:nvGrpSpPr>
                  <p:grpSpPr>
                    <a:xfrm rot="14400000">
                      <a:off x="5265196" y="3357021"/>
                      <a:ext cx="393192" cy="393192"/>
                      <a:chOff x="5354637" y="3446463"/>
                      <a:chExt cx="214313" cy="214313"/>
                    </a:xfrm>
                  </p:grpSpPr>
                  <p:sp>
                    <p:nvSpPr>
                      <p:cNvPr id="12043" name="Arc 12042">
                        <a:extLst>
                          <a:ext uri="{FF2B5EF4-FFF2-40B4-BE49-F238E27FC236}">
                            <a16:creationId xmlns:a16="http://schemas.microsoft.com/office/drawing/2014/main" id="{FABC82CA-3FC3-4D4F-9107-C19ED91567A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044" name="Arc 12043">
                        <a:extLst>
                          <a:ext uri="{FF2B5EF4-FFF2-40B4-BE49-F238E27FC236}">
                            <a16:creationId xmlns:a16="http://schemas.microsoft.com/office/drawing/2014/main" id="{AEFF08FD-8147-F857-2FDD-6710759BACC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035" name="Group 12034">
                      <a:extLst>
                        <a:ext uri="{FF2B5EF4-FFF2-40B4-BE49-F238E27FC236}">
                          <a16:creationId xmlns:a16="http://schemas.microsoft.com/office/drawing/2014/main" id="{51CDE6E6-4965-116C-D3A6-3BEBAA36B9E2}"/>
                        </a:ext>
                      </a:extLst>
                    </p:cNvPr>
                    <p:cNvGrpSpPr/>
                    <p:nvPr/>
                  </p:nvGrpSpPr>
                  <p:grpSpPr>
                    <a:xfrm>
                      <a:off x="5310186" y="3402011"/>
                      <a:ext cx="303213" cy="303213"/>
                      <a:chOff x="5310186" y="3402011"/>
                      <a:chExt cx="303213" cy="303213"/>
                    </a:xfrm>
                  </p:grpSpPr>
                  <p:grpSp>
                    <p:nvGrpSpPr>
                      <p:cNvPr id="12036" name="Group 12035">
                        <a:extLst>
                          <a:ext uri="{FF2B5EF4-FFF2-40B4-BE49-F238E27FC236}">
                            <a16:creationId xmlns:a16="http://schemas.microsoft.com/office/drawing/2014/main" id="{D69F266B-5693-97B5-D60B-50CF7F09A576}"/>
                          </a:ext>
                        </a:extLst>
                      </p:cNvPr>
                      <p:cNvGrpSpPr/>
                      <p:nvPr/>
                    </p:nvGrpSpPr>
                    <p:grpSpPr>
                      <a:xfrm>
                        <a:off x="5354636" y="3446461"/>
                        <a:ext cx="214313" cy="214313"/>
                        <a:chOff x="5354637" y="3446463"/>
                        <a:chExt cx="214313" cy="214313"/>
                      </a:xfrm>
                    </p:grpSpPr>
                    <p:sp>
                      <p:nvSpPr>
                        <p:cNvPr id="12041" name="Arc 12040">
                          <a:extLst>
                            <a:ext uri="{FF2B5EF4-FFF2-40B4-BE49-F238E27FC236}">
                              <a16:creationId xmlns:a16="http://schemas.microsoft.com/office/drawing/2014/main" id="{D22F3D74-08EA-0317-6D82-BCF01A329E0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042" name="Arc 12041">
                          <a:extLst>
                            <a:ext uri="{FF2B5EF4-FFF2-40B4-BE49-F238E27FC236}">
                              <a16:creationId xmlns:a16="http://schemas.microsoft.com/office/drawing/2014/main" id="{2CAB2BAC-E198-BCB2-1BEF-F6383D57C47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037" name="Group 12036">
                        <a:extLst>
                          <a:ext uri="{FF2B5EF4-FFF2-40B4-BE49-F238E27FC236}">
                            <a16:creationId xmlns:a16="http://schemas.microsoft.com/office/drawing/2014/main" id="{237A4F44-5BF2-19C3-5B78-BA80825165CC}"/>
                          </a:ext>
                        </a:extLst>
                      </p:cNvPr>
                      <p:cNvGrpSpPr/>
                      <p:nvPr/>
                    </p:nvGrpSpPr>
                    <p:grpSpPr>
                      <a:xfrm rot="7200000">
                        <a:off x="5310186" y="3402011"/>
                        <a:ext cx="303213" cy="303213"/>
                        <a:chOff x="5354637" y="3446463"/>
                        <a:chExt cx="214313" cy="214313"/>
                      </a:xfrm>
                    </p:grpSpPr>
                    <p:sp>
                      <p:nvSpPr>
                        <p:cNvPr id="12039" name="Arc 12038">
                          <a:extLst>
                            <a:ext uri="{FF2B5EF4-FFF2-40B4-BE49-F238E27FC236}">
                              <a16:creationId xmlns:a16="http://schemas.microsoft.com/office/drawing/2014/main" id="{2913F45F-EBC6-B955-CB47-7A0C507EA68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040" name="Arc 12039">
                          <a:extLst>
                            <a:ext uri="{FF2B5EF4-FFF2-40B4-BE49-F238E27FC236}">
                              <a16:creationId xmlns:a16="http://schemas.microsoft.com/office/drawing/2014/main" id="{57077421-3BFB-6F13-464E-BE5FFDA3264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038" name="TextBox 12037">
                        <a:extLst>
                          <a:ext uri="{FF2B5EF4-FFF2-40B4-BE49-F238E27FC236}">
                            <a16:creationId xmlns:a16="http://schemas.microsoft.com/office/drawing/2014/main" id="{B4802E75-03FA-767B-25FE-730775A9A3D8}"/>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000" name="Group 11999">
                    <a:extLst>
                      <a:ext uri="{FF2B5EF4-FFF2-40B4-BE49-F238E27FC236}">
                        <a16:creationId xmlns:a16="http://schemas.microsoft.com/office/drawing/2014/main" id="{1306E86B-2EAE-924C-BB58-9E7A4020DE1A}"/>
                      </a:ext>
                    </a:extLst>
                  </p:cNvPr>
                  <p:cNvGrpSpPr/>
                  <p:nvPr/>
                </p:nvGrpSpPr>
                <p:grpSpPr>
                  <a:xfrm>
                    <a:off x="5886431" y="3525040"/>
                    <a:ext cx="393192" cy="393192"/>
                    <a:chOff x="5265196" y="3932619"/>
                    <a:chExt cx="393192" cy="393192"/>
                  </a:xfrm>
                </p:grpSpPr>
                <p:grpSp>
                  <p:nvGrpSpPr>
                    <p:cNvPr id="12024" name="Group 12023">
                      <a:extLst>
                        <a:ext uri="{FF2B5EF4-FFF2-40B4-BE49-F238E27FC236}">
                          <a16:creationId xmlns:a16="http://schemas.microsoft.com/office/drawing/2014/main" id="{3E184ED5-8649-958F-42D8-0A64E5A567E4}"/>
                        </a:ext>
                      </a:extLst>
                    </p:cNvPr>
                    <p:cNvGrpSpPr/>
                    <p:nvPr/>
                  </p:nvGrpSpPr>
                  <p:grpSpPr>
                    <a:xfrm>
                      <a:off x="5354636" y="4022061"/>
                      <a:ext cx="214313" cy="214313"/>
                      <a:chOff x="5354637" y="3446463"/>
                      <a:chExt cx="214313" cy="214313"/>
                    </a:xfrm>
                  </p:grpSpPr>
                  <p:sp>
                    <p:nvSpPr>
                      <p:cNvPr id="12032" name="Arc 12031">
                        <a:extLst>
                          <a:ext uri="{FF2B5EF4-FFF2-40B4-BE49-F238E27FC236}">
                            <a16:creationId xmlns:a16="http://schemas.microsoft.com/office/drawing/2014/main" id="{8694A95D-AB77-C5DB-7ED8-B3B095738B3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033" name="Arc 12032">
                        <a:extLst>
                          <a:ext uri="{FF2B5EF4-FFF2-40B4-BE49-F238E27FC236}">
                            <a16:creationId xmlns:a16="http://schemas.microsoft.com/office/drawing/2014/main" id="{53832B71-0634-75A4-AEA9-CD3D984F0B8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025" name="Group 12024">
                      <a:extLst>
                        <a:ext uri="{FF2B5EF4-FFF2-40B4-BE49-F238E27FC236}">
                          <a16:creationId xmlns:a16="http://schemas.microsoft.com/office/drawing/2014/main" id="{C6EB2045-C939-BB3D-B12C-737BC1E7C42E}"/>
                        </a:ext>
                      </a:extLst>
                    </p:cNvPr>
                    <p:cNvGrpSpPr/>
                    <p:nvPr/>
                  </p:nvGrpSpPr>
                  <p:grpSpPr>
                    <a:xfrm rot="14400000">
                      <a:off x="5310186" y="3977611"/>
                      <a:ext cx="303213" cy="303213"/>
                      <a:chOff x="5354637" y="3446463"/>
                      <a:chExt cx="214313" cy="214313"/>
                    </a:xfrm>
                  </p:grpSpPr>
                  <p:sp>
                    <p:nvSpPr>
                      <p:cNvPr id="12030" name="Arc 12029">
                        <a:extLst>
                          <a:ext uri="{FF2B5EF4-FFF2-40B4-BE49-F238E27FC236}">
                            <a16:creationId xmlns:a16="http://schemas.microsoft.com/office/drawing/2014/main" id="{4F11BBE3-EF9B-4F96-CB91-2DC2E47BC97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031" name="Arc 12030">
                        <a:extLst>
                          <a:ext uri="{FF2B5EF4-FFF2-40B4-BE49-F238E27FC236}">
                            <a16:creationId xmlns:a16="http://schemas.microsoft.com/office/drawing/2014/main" id="{B6BCEEA5-5895-E561-A3DF-104723C624C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026" name="Group 12025">
                      <a:extLst>
                        <a:ext uri="{FF2B5EF4-FFF2-40B4-BE49-F238E27FC236}">
                          <a16:creationId xmlns:a16="http://schemas.microsoft.com/office/drawing/2014/main" id="{9EC3F028-D40D-08C6-AFD2-C220ABE29AE6}"/>
                        </a:ext>
                      </a:extLst>
                    </p:cNvPr>
                    <p:cNvGrpSpPr/>
                    <p:nvPr/>
                  </p:nvGrpSpPr>
                  <p:grpSpPr>
                    <a:xfrm rot="7200000">
                      <a:off x="5265196" y="3932619"/>
                      <a:ext cx="393192" cy="393192"/>
                      <a:chOff x="5354637" y="3446463"/>
                      <a:chExt cx="214313" cy="214313"/>
                    </a:xfrm>
                  </p:grpSpPr>
                  <p:sp>
                    <p:nvSpPr>
                      <p:cNvPr id="12028" name="Arc 12027">
                        <a:extLst>
                          <a:ext uri="{FF2B5EF4-FFF2-40B4-BE49-F238E27FC236}">
                            <a16:creationId xmlns:a16="http://schemas.microsoft.com/office/drawing/2014/main" id="{68380068-DC0D-A5CF-AE36-422C39E79A4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029" name="Arc 12028">
                        <a:extLst>
                          <a:ext uri="{FF2B5EF4-FFF2-40B4-BE49-F238E27FC236}">
                            <a16:creationId xmlns:a16="http://schemas.microsoft.com/office/drawing/2014/main" id="{BD084702-6B9D-F09A-5F0D-BF4551DAC6E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027" name="TextBox 12026">
                      <a:extLst>
                        <a:ext uri="{FF2B5EF4-FFF2-40B4-BE49-F238E27FC236}">
                          <a16:creationId xmlns:a16="http://schemas.microsoft.com/office/drawing/2014/main" id="{4D104033-C08B-985B-78DB-9D439ACEB03D}"/>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2001" name="Group 12000">
                    <a:extLst>
                      <a:ext uri="{FF2B5EF4-FFF2-40B4-BE49-F238E27FC236}">
                        <a16:creationId xmlns:a16="http://schemas.microsoft.com/office/drawing/2014/main" id="{8F0F4039-13C9-F520-8B36-F85B53F6C77A}"/>
                      </a:ext>
                    </a:extLst>
                  </p:cNvPr>
                  <p:cNvGrpSpPr/>
                  <p:nvPr/>
                </p:nvGrpSpPr>
                <p:grpSpPr>
                  <a:xfrm>
                    <a:off x="6512463" y="3525040"/>
                    <a:ext cx="393192" cy="393192"/>
                    <a:chOff x="6389147" y="3357021"/>
                    <a:chExt cx="393192" cy="393192"/>
                  </a:xfrm>
                </p:grpSpPr>
                <p:grpSp>
                  <p:nvGrpSpPr>
                    <p:cNvPr id="12013" name="Group 12012">
                      <a:extLst>
                        <a:ext uri="{FF2B5EF4-FFF2-40B4-BE49-F238E27FC236}">
                          <a16:creationId xmlns:a16="http://schemas.microsoft.com/office/drawing/2014/main" id="{2D5AF260-927D-92CD-F0AD-2BB91C749B12}"/>
                        </a:ext>
                      </a:extLst>
                    </p:cNvPr>
                    <p:cNvGrpSpPr/>
                    <p:nvPr/>
                  </p:nvGrpSpPr>
                  <p:grpSpPr>
                    <a:xfrm rot="7200000" flipH="1">
                      <a:off x="6389147" y="3357021"/>
                      <a:ext cx="393192" cy="393192"/>
                      <a:chOff x="5354637" y="3446463"/>
                      <a:chExt cx="214313" cy="214313"/>
                    </a:xfrm>
                  </p:grpSpPr>
                  <p:sp>
                    <p:nvSpPr>
                      <p:cNvPr id="12022" name="Arc 12021">
                        <a:extLst>
                          <a:ext uri="{FF2B5EF4-FFF2-40B4-BE49-F238E27FC236}">
                            <a16:creationId xmlns:a16="http://schemas.microsoft.com/office/drawing/2014/main" id="{F9B2EB3A-41FD-013F-1D4F-A8FDA5E5A79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023" name="Arc 12022">
                        <a:extLst>
                          <a:ext uri="{FF2B5EF4-FFF2-40B4-BE49-F238E27FC236}">
                            <a16:creationId xmlns:a16="http://schemas.microsoft.com/office/drawing/2014/main" id="{128AFD1B-5522-949E-BAB6-48E987F2F68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014" name="Group 12013">
                      <a:extLst>
                        <a:ext uri="{FF2B5EF4-FFF2-40B4-BE49-F238E27FC236}">
                          <a16:creationId xmlns:a16="http://schemas.microsoft.com/office/drawing/2014/main" id="{7F17A701-2302-DCE1-37B8-23CAC3E10954}"/>
                        </a:ext>
                      </a:extLst>
                    </p:cNvPr>
                    <p:cNvGrpSpPr/>
                    <p:nvPr/>
                  </p:nvGrpSpPr>
                  <p:grpSpPr>
                    <a:xfrm>
                      <a:off x="6434137" y="3402011"/>
                      <a:ext cx="303213" cy="303213"/>
                      <a:chOff x="6434137" y="3402011"/>
                      <a:chExt cx="303213" cy="303213"/>
                    </a:xfrm>
                  </p:grpSpPr>
                  <p:grpSp>
                    <p:nvGrpSpPr>
                      <p:cNvPr id="12015" name="Group 12014">
                        <a:extLst>
                          <a:ext uri="{FF2B5EF4-FFF2-40B4-BE49-F238E27FC236}">
                            <a16:creationId xmlns:a16="http://schemas.microsoft.com/office/drawing/2014/main" id="{046C4C49-5B18-747B-6773-4874BD922758}"/>
                          </a:ext>
                        </a:extLst>
                      </p:cNvPr>
                      <p:cNvGrpSpPr/>
                      <p:nvPr/>
                    </p:nvGrpSpPr>
                    <p:grpSpPr>
                      <a:xfrm flipH="1">
                        <a:off x="6478587" y="3446461"/>
                        <a:ext cx="214313" cy="214313"/>
                        <a:chOff x="5354637" y="3446463"/>
                        <a:chExt cx="214313" cy="214313"/>
                      </a:xfrm>
                    </p:grpSpPr>
                    <p:sp>
                      <p:nvSpPr>
                        <p:cNvPr id="12020" name="Arc 12019">
                          <a:extLst>
                            <a:ext uri="{FF2B5EF4-FFF2-40B4-BE49-F238E27FC236}">
                              <a16:creationId xmlns:a16="http://schemas.microsoft.com/office/drawing/2014/main" id="{AE995D51-67E9-9A0D-AE5A-C7F176FD943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021" name="Arc 12020">
                          <a:extLst>
                            <a:ext uri="{FF2B5EF4-FFF2-40B4-BE49-F238E27FC236}">
                              <a16:creationId xmlns:a16="http://schemas.microsoft.com/office/drawing/2014/main" id="{78F07B04-D838-24F4-5A57-C67149A6379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016" name="Group 12015">
                        <a:extLst>
                          <a:ext uri="{FF2B5EF4-FFF2-40B4-BE49-F238E27FC236}">
                            <a16:creationId xmlns:a16="http://schemas.microsoft.com/office/drawing/2014/main" id="{D41372F3-20A3-C49E-9B5B-C502E6D428B2}"/>
                          </a:ext>
                        </a:extLst>
                      </p:cNvPr>
                      <p:cNvGrpSpPr/>
                      <p:nvPr/>
                    </p:nvGrpSpPr>
                    <p:grpSpPr>
                      <a:xfrm rot="14400000" flipH="1">
                        <a:off x="6434137" y="3402011"/>
                        <a:ext cx="303213" cy="303213"/>
                        <a:chOff x="5354637" y="3446463"/>
                        <a:chExt cx="214313" cy="214313"/>
                      </a:xfrm>
                    </p:grpSpPr>
                    <p:sp>
                      <p:nvSpPr>
                        <p:cNvPr id="12018" name="Arc 12017">
                          <a:extLst>
                            <a:ext uri="{FF2B5EF4-FFF2-40B4-BE49-F238E27FC236}">
                              <a16:creationId xmlns:a16="http://schemas.microsoft.com/office/drawing/2014/main" id="{8A484B22-215E-A87D-D942-351EE1CE8C5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019" name="Arc 12018">
                          <a:extLst>
                            <a:ext uri="{FF2B5EF4-FFF2-40B4-BE49-F238E27FC236}">
                              <a16:creationId xmlns:a16="http://schemas.microsoft.com/office/drawing/2014/main" id="{2A4888C9-15F2-6A72-7605-51938B32233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017" name="TextBox 12016">
                        <a:extLst>
                          <a:ext uri="{FF2B5EF4-FFF2-40B4-BE49-F238E27FC236}">
                            <a16:creationId xmlns:a16="http://schemas.microsoft.com/office/drawing/2014/main" id="{67CA4BBD-1DC6-0E19-692D-FDFA5296232E}"/>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2002" name="Group 12001">
                    <a:extLst>
                      <a:ext uri="{FF2B5EF4-FFF2-40B4-BE49-F238E27FC236}">
                        <a16:creationId xmlns:a16="http://schemas.microsoft.com/office/drawing/2014/main" id="{2BC07B29-3065-E8C1-423C-2A7C25DAEDF5}"/>
                      </a:ext>
                    </a:extLst>
                  </p:cNvPr>
                  <p:cNvGrpSpPr/>
                  <p:nvPr/>
                </p:nvGrpSpPr>
                <p:grpSpPr>
                  <a:xfrm>
                    <a:off x="6197413" y="3225768"/>
                    <a:ext cx="393192" cy="393192"/>
                    <a:chOff x="6389147" y="3932622"/>
                    <a:chExt cx="393192" cy="393192"/>
                  </a:xfrm>
                </p:grpSpPr>
                <p:grpSp>
                  <p:nvGrpSpPr>
                    <p:cNvPr id="12003" name="Group 12002">
                      <a:extLst>
                        <a:ext uri="{FF2B5EF4-FFF2-40B4-BE49-F238E27FC236}">
                          <a16:creationId xmlns:a16="http://schemas.microsoft.com/office/drawing/2014/main" id="{1B444D77-3366-685A-87C3-489B4C07223C}"/>
                        </a:ext>
                      </a:extLst>
                    </p:cNvPr>
                    <p:cNvGrpSpPr/>
                    <p:nvPr/>
                  </p:nvGrpSpPr>
                  <p:grpSpPr>
                    <a:xfrm flipH="1">
                      <a:off x="6478587" y="4022061"/>
                      <a:ext cx="214313" cy="214313"/>
                      <a:chOff x="5354637" y="3446463"/>
                      <a:chExt cx="214313" cy="214313"/>
                    </a:xfrm>
                  </p:grpSpPr>
                  <p:sp>
                    <p:nvSpPr>
                      <p:cNvPr id="12011" name="Arc 12010">
                        <a:extLst>
                          <a:ext uri="{FF2B5EF4-FFF2-40B4-BE49-F238E27FC236}">
                            <a16:creationId xmlns:a16="http://schemas.microsoft.com/office/drawing/2014/main" id="{BD118D24-DA41-75D4-8727-2130BD29245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012" name="Arc 12011">
                        <a:extLst>
                          <a:ext uri="{FF2B5EF4-FFF2-40B4-BE49-F238E27FC236}">
                            <a16:creationId xmlns:a16="http://schemas.microsoft.com/office/drawing/2014/main" id="{996DFE4B-F3B1-2808-09E4-AF089008F15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004" name="Group 12003">
                      <a:extLst>
                        <a:ext uri="{FF2B5EF4-FFF2-40B4-BE49-F238E27FC236}">
                          <a16:creationId xmlns:a16="http://schemas.microsoft.com/office/drawing/2014/main" id="{6F63C7E1-8C91-90AF-88E8-FC2C1B4ED6E1}"/>
                        </a:ext>
                      </a:extLst>
                    </p:cNvPr>
                    <p:cNvGrpSpPr/>
                    <p:nvPr/>
                  </p:nvGrpSpPr>
                  <p:grpSpPr>
                    <a:xfrm rot="7200000" flipH="1">
                      <a:off x="6434137" y="3977611"/>
                      <a:ext cx="303213" cy="303213"/>
                      <a:chOff x="5354637" y="3446463"/>
                      <a:chExt cx="214313" cy="214313"/>
                    </a:xfrm>
                  </p:grpSpPr>
                  <p:sp>
                    <p:nvSpPr>
                      <p:cNvPr id="12009" name="Arc 12008">
                        <a:extLst>
                          <a:ext uri="{FF2B5EF4-FFF2-40B4-BE49-F238E27FC236}">
                            <a16:creationId xmlns:a16="http://schemas.microsoft.com/office/drawing/2014/main" id="{0267803F-B258-B482-F5F1-B58B4C856BD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010" name="Arc 12009">
                        <a:extLst>
                          <a:ext uri="{FF2B5EF4-FFF2-40B4-BE49-F238E27FC236}">
                            <a16:creationId xmlns:a16="http://schemas.microsoft.com/office/drawing/2014/main" id="{40E14B0F-0555-F3D9-7AAD-635DD4A6518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2005" name="Group 12004">
                      <a:extLst>
                        <a:ext uri="{FF2B5EF4-FFF2-40B4-BE49-F238E27FC236}">
                          <a16:creationId xmlns:a16="http://schemas.microsoft.com/office/drawing/2014/main" id="{E6A6B7CF-7012-8EC2-E829-4D9E946BB583}"/>
                        </a:ext>
                      </a:extLst>
                    </p:cNvPr>
                    <p:cNvGrpSpPr/>
                    <p:nvPr/>
                  </p:nvGrpSpPr>
                  <p:grpSpPr>
                    <a:xfrm rot="14400000" flipH="1">
                      <a:off x="6389147" y="3932622"/>
                      <a:ext cx="393192" cy="393192"/>
                      <a:chOff x="5354637" y="3446463"/>
                      <a:chExt cx="214313" cy="214313"/>
                    </a:xfrm>
                  </p:grpSpPr>
                  <p:sp>
                    <p:nvSpPr>
                      <p:cNvPr id="12007" name="Arc 12006">
                        <a:extLst>
                          <a:ext uri="{FF2B5EF4-FFF2-40B4-BE49-F238E27FC236}">
                            <a16:creationId xmlns:a16="http://schemas.microsoft.com/office/drawing/2014/main" id="{D84C5CAE-4A7B-D623-746A-2397BF767DA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008" name="Arc 12007">
                        <a:extLst>
                          <a:ext uri="{FF2B5EF4-FFF2-40B4-BE49-F238E27FC236}">
                            <a16:creationId xmlns:a16="http://schemas.microsoft.com/office/drawing/2014/main" id="{CE9E1EF4-FCAD-07D5-B03B-F32F9B8A950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2006" name="TextBox 12005">
                      <a:extLst>
                        <a:ext uri="{FF2B5EF4-FFF2-40B4-BE49-F238E27FC236}">
                          <a16:creationId xmlns:a16="http://schemas.microsoft.com/office/drawing/2014/main" id="{22E6A9CF-F713-0D57-213C-DC79ED744AFD}"/>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952" name="Group 11951">
                  <a:extLst>
                    <a:ext uri="{FF2B5EF4-FFF2-40B4-BE49-F238E27FC236}">
                      <a16:creationId xmlns:a16="http://schemas.microsoft.com/office/drawing/2014/main" id="{E52A2E90-9264-E2FD-A8B0-EB421D2AB66A}"/>
                    </a:ext>
                  </a:extLst>
                </p:cNvPr>
                <p:cNvGrpSpPr/>
                <p:nvPr/>
              </p:nvGrpSpPr>
              <p:grpSpPr>
                <a:xfrm>
                  <a:off x="6069086" y="3246228"/>
                  <a:ext cx="1019224" cy="991639"/>
                  <a:chOff x="5886431" y="3225768"/>
                  <a:chExt cx="1019224" cy="991639"/>
                </a:xfrm>
              </p:grpSpPr>
              <p:grpSp>
                <p:nvGrpSpPr>
                  <p:cNvPr id="11953" name="Group 11952">
                    <a:extLst>
                      <a:ext uri="{FF2B5EF4-FFF2-40B4-BE49-F238E27FC236}">
                        <a16:creationId xmlns:a16="http://schemas.microsoft.com/office/drawing/2014/main" id="{53FACACA-2E56-9B5E-A4F1-B35EA623DC46}"/>
                      </a:ext>
                    </a:extLst>
                  </p:cNvPr>
                  <p:cNvGrpSpPr/>
                  <p:nvPr/>
                </p:nvGrpSpPr>
                <p:grpSpPr>
                  <a:xfrm>
                    <a:off x="6197413" y="3824215"/>
                    <a:ext cx="393192" cy="393192"/>
                    <a:chOff x="5265196" y="3357021"/>
                    <a:chExt cx="393192" cy="393192"/>
                  </a:xfrm>
                </p:grpSpPr>
                <p:grpSp>
                  <p:nvGrpSpPr>
                    <p:cNvPr id="11988" name="Group 11987">
                      <a:extLst>
                        <a:ext uri="{FF2B5EF4-FFF2-40B4-BE49-F238E27FC236}">
                          <a16:creationId xmlns:a16="http://schemas.microsoft.com/office/drawing/2014/main" id="{6E30652C-1EC9-D7CC-C02B-5E93D1EFA5EE}"/>
                        </a:ext>
                      </a:extLst>
                    </p:cNvPr>
                    <p:cNvGrpSpPr/>
                    <p:nvPr/>
                  </p:nvGrpSpPr>
                  <p:grpSpPr>
                    <a:xfrm rot="14400000">
                      <a:off x="5265196" y="3357021"/>
                      <a:ext cx="393192" cy="393192"/>
                      <a:chOff x="5354637" y="3446463"/>
                      <a:chExt cx="214313" cy="214313"/>
                    </a:xfrm>
                  </p:grpSpPr>
                  <p:sp>
                    <p:nvSpPr>
                      <p:cNvPr id="11997" name="Arc 11996">
                        <a:extLst>
                          <a:ext uri="{FF2B5EF4-FFF2-40B4-BE49-F238E27FC236}">
                            <a16:creationId xmlns:a16="http://schemas.microsoft.com/office/drawing/2014/main" id="{F3A1EC6F-7F47-B17A-6D4A-908F51BD985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998" name="Arc 11997">
                        <a:extLst>
                          <a:ext uri="{FF2B5EF4-FFF2-40B4-BE49-F238E27FC236}">
                            <a16:creationId xmlns:a16="http://schemas.microsoft.com/office/drawing/2014/main" id="{F6DFA11E-D64C-D931-48ED-471801723BB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989" name="Group 11988">
                      <a:extLst>
                        <a:ext uri="{FF2B5EF4-FFF2-40B4-BE49-F238E27FC236}">
                          <a16:creationId xmlns:a16="http://schemas.microsoft.com/office/drawing/2014/main" id="{96B0D3D3-6B87-7923-3239-A2CB9132C9B6}"/>
                        </a:ext>
                      </a:extLst>
                    </p:cNvPr>
                    <p:cNvGrpSpPr/>
                    <p:nvPr/>
                  </p:nvGrpSpPr>
                  <p:grpSpPr>
                    <a:xfrm>
                      <a:off x="5310186" y="3402011"/>
                      <a:ext cx="303213" cy="303213"/>
                      <a:chOff x="5310186" y="3402011"/>
                      <a:chExt cx="303213" cy="303213"/>
                    </a:xfrm>
                  </p:grpSpPr>
                  <p:grpSp>
                    <p:nvGrpSpPr>
                      <p:cNvPr id="11990" name="Group 11989">
                        <a:extLst>
                          <a:ext uri="{FF2B5EF4-FFF2-40B4-BE49-F238E27FC236}">
                            <a16:creationId xmlns:a16="http://schemas.microsoft.com/office/drawing/2014/main" id="{1C7FC70F-6667-17C0-2308-F31044FC46B2}"/>
                          </a:ext>
                        </a:extLst>
                      </p:cNvPr>
                      <p:cNvGrpSpPr/>
                      <p:nvPr/>
                    </p:nvGrpSpPr>
                    <p:grpSpPr>
                      <a:xfrm>
                        <a:off x="5354636" y="3446461"/>
                        <a:ext cx="214313" cy="214313"/>
                        <a:chOff x="5354637" y="3446463"/>
                        <a:chExt cx="214313" cy="214313"/>
                      </a:xfrm>
                    </p:grpSpPr>
                    <p:sp>
                      <p:nvSpPr>
                        <p:cNvPr id="11995" name="Arc 11994">
                          <a:extLst>
                            <a:ext uri="{FF2B5EF4-FFF2-40B4-BE49-F238E27FC236}">
                              <a16:creationId xmlns:a16="http://schemas.microsoft.com/office/drawing/2014/main" id="{2FAC5B66-5EE0-4300-946F-7E9108DD2F0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996" name="Arc 11995">
                          <a:extLst>
                            <a:ext uri="{FF2B5EF4-FFF2-40B4-BE49-F238E27FC236}">
                              <a16:creationId xmlns:a16="http://schemas.microsoft.com/office/drawing/2014/main" id="{9CC3BD63-2819-65E9-E78D-E969535B49A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991" name="Group 11990">
                        <a:extLst>
                          <a:ext uri="{FF2B5EF4-FFF2-40B4-BE49-F238E27FC236}">
                            <a16:creationId xmlns:a16="http://schemas.microsoft.com/office/drawing/2014/main" id="{FE78D819-9C0C-0391-C6C1-F1ECD72AC0EE}"/>
                          </a:ext>
                        </a:extLst>
                      </p:cNvPr>
                      <p:cNvGrpSpPr/>
                      <p:nvPr/>
                    </p:nvGrpSpPr>
                    <p:grpSpPr>
                      <a:xfrm rot="7200000">
                        <a:off x="5310186" y="3402011"/>
                        <a:ext cx="303213" cy="303213"/>
                        <a:chOff x="5354637" y="3446463"/>
                        <a:chExt cx="214313" cy="214313"/>
                      </a:xfrm>
                    </p:grpSpPr>
                    <p:sp>
                      <p:nvSpPr>
                        <p:cNvPr id="11993" name="Arc 11992">
                          <a:extLst>
                            <a:ext uri="{FF2B5EF4-FFF2-40B4-BE49-F238E27FC236}">
                              <a16:creationId xmlns:a16="http://schemas.microsoft.com/office/drawing/2014/main" id="{BEB37288-5546-3638-E6DD-6F78BAB9AD3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994" name="Arc 11993">
                          <a:extLst>
                            <a:ext uri="{FF2B5EF4-FFF2-40B4-BE49-F238E27FC236}">
                              <a16:creationId xmlns:a16="http://schemas.microsoft.com/office/drawing/2014/main" id="{75BB069B-18FF-B346-AD65-197E2F3B211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992" name="TextBox 11991">
                        <a:extLst>
                          <a:ext uri="{FF2B5EF4-FFF2-40B4-BE49-F238E27FC236}">
                            <a16:creationId xmlns:a16="http://schemas.microsoft.com/office/drawing/2014/main" id="{77A3F47E-357D-A806-A5FF-BA74919F5A4F}"/>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954" name="Group 11953">
                    <a:extLst>
                      <a:ext uri="{FF2B5EF4-FFF2-40B4-BE49-F238E27FC236}">
                        <a16:creationId xmlns:a16="http://schemas.microsoft.com/office/drawing/2014/main" id="{74017B4A-7650-87FA-F567-2491FE846436}"/>
                      </a:ext>
                    </a:extLst>
                  </p:cNvPr>
                  <p:cNvGrpSpPr/>
                  <p:nvPr/>
                </p:nvGrpSpPr>
                <p:grpSpPr>
                  <a:xfrm>
                    <a:off x="5886431" y="3525040"/>
                    <a:ext cx="393192" cy="393192"/>
                    <a:chOff x="5265196" y="3932619"/>
                    <a:chExt cx="393192" cy="393192"/>
                  </a:xfrm>
                </p:grpSpPr>
                <p:grpSp>
                  <p:nvGrpSpPr>
                    <p:cNvPr id="11978" name="Group 11977">
                      <a:extLst>
                        <a:ext uri="{FF2B5EF4-FFF2-40B4-BE49-F238E27FC236}">
                          <a16:creationId xmlns:a16="http://schemas.microsoft.com/office/drawing/2014/main" id="{364C767E-2E1E-F91F-85E6-699A6E308204}"/>
                        </a:ext>
                      </a:extLst>
                    </p:cNvPr>
                    <p:cNvGrpSpPr/>
                    <p:nvPr/>
                  </p:nvGrpSpPr>
                  <p:grpSpPr>
                    <a:xfrm>
                      <a:off x="5354636" y="4022061"/>
                      <a:ext cx="214313" cy="214313"/>
                      <a:chOff x="5354637" y="3446463"/>
                      <a:chExt cx="214313" cy="214313"/>
                    </a:xfrm>
                  </p:grpSpPr>
                  <p:sp>
                    <p:nvSpPr>
                      <p:cNvPr id="11986" name="Arc 11985">
                        <a:extLst>
                          <a:ext uri="{FF2B5EF4-FFF2-40B4-BE49-F238E27FC236}">
                            <a16:creationId xmlns:a16="http://schemas.microsoft.com/office/drawing/2014/main" id="{47545F1F-5F02-1E04-EF95-A6CF1BEACD3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987" name="Arc 11986">
                        <a:extLst>
                          <a:ext uri="{FF2B5EF4-FFF2-40B4-BE49-F238E27FC236}">
                            <a16:creationId xmlns:a16="http://schemas.microsoft.com/office/drawing/2014/main" id="{3F1F2C1E-E86D-82DE-4C9B-3A4014A2433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979" name="Group 11978">
                      <a:extLst>
                        <a:ext uri="{FF2B5EF4-FFF2-40B4-BE49-F238E27FC236}">
                          <a16:creationId xmlns:a16="http://schemas.microsoft.com/office/drawing/2014/main" id="{53CE1C2A-8E48-8461-F447-6F9FD7B8581D}"/>
                        </a:ext>
                      </a:extLst>
                    </p:cNvPr>
                    <p:cNvGrpSpPr/>
                    <p:nvPr/>
                  </p:nvGrpSpPr>
                  <p:grpSpPr>
                    <a:xfrm rot="14400000">
                      <a:off x="5310186" y="3977611"/>
                      <a:ext cx="303213" cy="303213"/>
                      <a:chOff x="5354637" y="3446463"/>
                      <a:chExt cx="214313" cy="214313"/>
                    </a:xfrm>
                  </p:grpSpPr>
                  <p:sp>
                    <p:nvSpPr>
                      <p:cNvPr id="11984" name="Arc 11983">
                        <a:extLst>
                          <a:ext uri="{FF2B5EF4-FFF2-40B4-BE49-F238E27FC236}">
                            <a16:creationId xmlns:a16="http://schemas.microsoft.com/office/drawing/2014/main" id="{AD6937A5-EC58-FAC5-9CC8-D6FCC2C79C5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985" name="Arc 11984">
                        <a:extLst>
                          <a:ext uri="{FF2B5EF4-FFF2-40B4-BE49-F238E27FC236}">
                            <a16:creationId xmlns:a16="http://schemas.microsoft.com/office/drawing/2014/main" id="{5C3E7920-B98A-44F6-B562-30BD5EA96FF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980" name="Group 11979">
                      <a:extLst>
                        <a:ext uri="{FF2B5EF4-FFF2-40B4-BE49-F238E27FC236}">
                          <a16:creationId xmlns:a16="http://schemas.microsoft.com/office/drawing/2014/main" id="{79D286CE-6375-63D2-E394-6ABBE7882692}"/>
                        </a:ext>
                      </a:extLst>
                    </p:cNvPr>
                    <p:cNvGrpSpPr/>
                    <p:nvPr/>
                  </p:nvGrpSpPr>
                  <p:grpSpPr>
                    <a:xfrm rot="7200000">
                      <a:off x="5265196" y="3932619"/>
                      <a:ext cx="393192" cy="393192"/>
                      <a:chOff x="5354637" y="3446463"/>
                      <a:chExt cx="214313" cy="214313"/>
                    </a:xfrm>
                  </p:grpSpPr>
                  <p:sp>
                    <p:nvSpPr>
                      <p:cNvPr id="11982" name="Arc 11981">
                        <a:extLst>
                          <a:ext uri="{FF2B5EF4-FFF2-40B4-BE49-F238E27FC236}">
                            <a16:creationId xmlns:a16="http://schemas.microsoft.com/office/drawing/2014/main" id="{A6191A9D-4EDF-E169-C216-31846AC2ED4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983" name="Arc 11982">
                        <a:extLst>
                          <a:ext uri="{FF2B5EF4-FFF2-40B4-BE49-F238E27FC236}">
                            <a16:creationId xmlns:a16="http://schemas.microsoft.com/office/drawing/2014/main" id="{147EED21-F546-4AA2-C64E-053C223D334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981" name="TextBox 11980">
                      <a:extLst>
                        <a:ext uri="{FF2B5EF4-FFF2-40B4-BE49-F238E27FC236}">
                          <a16:creationId xmlns:a16="http://schemas.microsoft.com/office/drawing/2014/main" id="{65CB141E-2E26-42C3-2FB4-0481F0E0F3D4}"/>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1955" name="Group 11954">
                    <a:extLst>
                      <a:ext uri="{FF2B5EF4-FFF2-40B4-BE49-F238E27FC236}">
                        <a16:creationId xmlns:a16="http://schemas.microsoft.com/office/drawing/2014/main" id="{4BDB5C41-8D9D-2098-8D32-2D95E5CE5AF4}"/>
                      </a:ext>
                    </a:extLst>
                  </p:cNvPr>
                  <p:cNvGrpSpPr/>
                  <p:nvPr/>
                </p:nvGrpSpPr>
                <p:grpSpPr>
                  <a:xfrm>
                    <a:off x="6512463" y="3525040"/>
                    <a:ext cx="393192" cy="393192"/>
                    <a:chOff x="6389147" y="3357021"/>
                    <a:chExt cx="393192" cy="393192"/>
                  </a:xfrm>
                </p:grpSpPr>
                <p:grpSp>
                  <p:nvGrpSpPr>
                    <p:cNvPr id="11967" name="Group 11966">
                      <a:extLst>
                        <a:ext uri="{FF2B5EF4-FFF2-40B4-BE49-F238E27FC236}">
                          <a16:creationId xmlns:a16="http://schemas.microsoft.com/office/drawing/2014/main" id="{152749DE-A50E-1F77-A333-2F93A2E5326D}"/>
                        </a:ext>
                      </a:extLst>
                    </p:cNvPr>
                    <p:cNvGrpSpPr/>
                    <p:nvPr/>
                  </p:nvGrpSpPr>
                  <p:grpSpPr>
                    <a:xfrm rot="7200000" flipH="1">
                      <a:off x="6389147" y="3357021"/>
                      <a:ext cx="393192" cy="393192"/>
                      <a:chOff x="5354637" y="3446463"/>
                      <a:chExt cx="214313" cy="214313"/>
                    </a:xfrm>
                  </p:grpSpPr>
                  <p:sp>
                    <p:nvSpPr>
                      <p:cNvPr id="11976" name="Arc 11975">
                        <a:extLst>
                          <a:ext uri="{FF2B5EF4-FFF2-40B4-BE49-F238E27FC236}">
                            <a16:creationId xmlns:a16="http://schemas.microsoft.com/office/drawing/2014/main" id="{98FD9A8A-33C2-D5B9-B81E-1220B85497F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977" name="Arc 11976">
                        <a:extLst>
                          <a:ext uri="{FF2B5EF4-FFF2-40B4-BE49-F238E27FC236}">
                            <a16:creationId xmlns:a16="http://schemas.microsoft.com/office/drawing/2014/main" id="{7998159A-145E-7EC3-E74E-0AD4B220D08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968" name="Group 11967">
                      <a:extLst>
                        <a:ext uri="{FF2B5EF4-FFF2-40B4-BE49-F238E27FC236}">
                          <a16:creationId xmlns:a16="http://schemas.microsoft.com/office/drawing/2014/main" id="{272D3DA2-19A7-BC53-24AA-D467F445CF2B}"/>
                        </a:ext>
                      </a:extLst>
                    </p:cNvPr>
                    <p:cNvGrpSpPr/>
                    <p:nvPr/>
                  </p:nvGrpSpPr>
                  <p:grpSpPr>
                    <a:xfrm>
                      <a:off x="6434137" y="3402011"/>
                      <a:ext cx="303213" cy="303213"/>
                      <a:chOff x="6434137" y="3402011"/>
                      <a:chExt cx="303213" cy="303213"/>
                    </a:xfrm>
                  </p:grpSpPr>
                  <p:grpSp>
                    <p:nvGrpSpPr>
                      <p:cNvPr id="11969" name="Group 11968">
                        <a:extLst>
                          <a:ext uri="{FF2B5EF4-FFF2-40B4-BE49-F238E27FC236}">
                            <a16:creationId xmlns:a16="http://schemas.microsoft.com/office/drawing/2014/main" id="{465C8FB3-3732-C5C6-C53E-3A49A99B7927}"/>
                          </a:ext>
                        </a:extLst>
                      </p:cNvPr>
                      <p:cNvGrpSpPr/>
                      <p:nvPr/>
                    </p:nvGrpSpPr>
                    <p:grpSpPr>
                      <a:xfrm flipH="1">
                        <a:off x="6478587" y="3446461"/>
                        <a:ext cx="214313" cy="214313"/>
                        <a:chOff x="5354637" y="3446463"/>
                        <a:chExt cx="214313" cy="214313"/>
                      </a:xfrm>
                    </p:grpSpPr>
                    <p:sp>
                      <p:nvSpPr>
                        <p:cNvPr id="11974" name="Arc 11973">
                          <a:extLst>
                            <a:ext uri="{FF2B5EF4-FFF2-40B4-BE49-F238E27FC236}">
                              <a16:creationId xmlns:a16="http://schemas.microsoft.com/office/drawing/2014/main" id="{8D230628-F985-C7B9-773F-8B1393D2D7F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975" name="Arc 11974">
                          <a:extLst>
                            <a:ext uri="{FF2B5EF4-FFF2-40B4-BE49-F238E27FC236}">
                              <a16:creationId xmlns:a16="http://schemas.microsoft.com/office/drawing/2014/main" id="{33D9B25C-67E6-AE0B-1E07-DF103F33688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970" name="Group 11969">
                        <a:extLst>
                          <a:ext uri="{FF2B5EF4-FFF2-40B4-BE49-F238E27FC236}">
                            <a16:creationId xmlns:a16="http://schemas.microsoft.com/office/drawing/2014/main" id="{6F98B9B0-9223-E042-020E-A645B30457B1}"/>
                          </a:ext>
                        </a:extLst>
                      </p:cNvPr>
                      <p:cNvGrpSpPr/>
                      <p:nvPr/>
                    </p:nvGrpSpPr>
                    <p:grpSpPr>
                      <a:xfrm rot="14400000" flipH="1">
                        <a:off x="6434137" y="3402011"/>
                        <a:ext cx="303213" cy="303213"/>
                        <a:chOff x="5354637" y="3446463"/>
                        <a:chExt cx="214313" cy="214313"/>
                      </a:xfrm>
                    </p:grpSpPr>
                    <p:sp>
                      <p:nvSpPr>
                        <p:cNvPr id="11972" name="Arc 11971">
                          <a:extLst>
                            <a:ext uri="{FF2B5EF4-FFF2-40B4-BE49-F238E27FC236}">
                              <a16:creationId xmlns:a16="http://schemas.microsoft.com/office/drawing/2014/main" id="{0FD083C3-7237-A929-2F4E-76B9E2F7F46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973" name="Arc 11972">
                          <a:extLst>
                            <a:ext uri="{FF2B5EF4-FFF2-40B4-BE49-F238E27FC236}">
                              <a16:creationId xmlns:a16="http://schemas.microsoft.com/office/drawing/2014/main" id="{74503CD0-643E-7E6C-38CA-456F2EFEF22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971" name="TextBox 11970">
                        <a:extLst>
                          <a:ext uri="{FF2B5EF4-FFF2-40B4-BE49-F238E27FC236}">
                            <a16:creationId xmlns:a16="http://schemas.microsoft.com/office/drawing/2014/main" id="{CF977383-52C9-8C25-EE43-0EDE980C451F}"/>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956" name="Group 11955">
                    <a:extLst>
                      <a:ext uri="{FF2B5EF4-FFF2-40B4-BE49-F238E27FC236}">
                        <a16:creationId xmlns:a16="http://schemas.microsoft.com/office/drawing/2014/main" id="{2ED1B0FD-859B-9962-BF4E-D32F94797C68}"/>
                      </a:ext>
                    </a:extLst>
                  </p:cNvPr>
                  <p:cNvGrpSpPr/>
                  <p:nvPr/>
                </p:nvGrpSpPr>
                <p:grpSpPr>
                  <a:xfrm>
                    <a:off x="6197413" y="3225768"/>
                    <a:ext cx="393192" cy="393192"/>
                    <a:chOff x="6389147" y="3932622"/>
                    <a:chExt cx="393192" cy="393192"/>
                  </a:xfrm>
                </p:grpSpPr>
                <p:grpSp>
                  <p:nvGrpSpPr>
                    <p:cNvPr id="11957" name="Group 11956">
                      <a:extLst>
                        <a:ext uri="{FF2B5EF4-FFF2-40B4-BE49-F238E27FC236}">
                          <a16:creationId xmlns:a16="http://schemas.microsoft.com/office/drawing/2014/main" id="{33864A88-FDCE-922F-7F2B-7753441F8159}"/>
                        </a:ext>
                      </a:extLst>
                    </p:cNvPr>
                    <p:cNvGrpSpPr/>
                    <p:nvPr/>
                  </p:nvGrpSpPr>
                  <p:grpSpPr>
                    <a:xfrm flipH="1">
                      <a:off x="6478587" y="4022061"/>
                      <a:ext cx="214313" cy="214313"/>
                      <a:chOff x="5354637" y="3446463"/>
                      <a:chExt cx="214313" cy="214313"/>
                    </a:xfrm>
                  </p:grpSpPr>
                  <p:sp>
                    <p:nvSpPr>
                      <p:cNvPr id="11965" name="Arc 11964">
                        <a:extLst>
                          <a:ext uri="{FF2B5EF4-FFF2-40B4-BE49-F238E27FC236}">
                            <a16:creationId xmlns:a16="http://schemas.microsoft.com/office/drawing/2014/main" id="{9CF744F7-8C40-CFDA-1883-E83758FCD90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966" name="Arc 11965">
                        <a:extLst>
                          <a:ext uri="{FF2B5EF4-FFF2-40B4-BE49-F238E27FC236}">
                            <a16:creationId xmlns:a16="http://schemas.microsoft.com/office/drawing/2014/main" id="{9A6ABF15-01DD-C8C5-0368-412DEBFCB66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958" name="Group 11957">
                      <a:extLst>
                        <a:ext uri="{FF2B5EF4-FFF2-40B4-BE49-F238E27FC236}">
                          <a16:creationId xmlns:a16="http://schemas.microsoft.com/office/drawing/2014/main" id="{B0440455-A4F4-6B23-3008-721EC32DD8EE}"/>
                        </a:ext>
                      </a:extLst>
                    </p:cNvPr>
                    <p:cNvGrpSpPr/>
                    <p:nvPr/>
                  </p:nvGrpSpPr>
                  <p:grpSpPr>
                    <a:xfrm rot="7200000" flipH="1">
                      <a:off x="6434137" y="3977611"/>
                      <a:ext cx="303213" cy="303213"/>
                      <a:chOff x="5354637" y="3446463"/>
                      <a:chExt cx="214313" cy="214313"/>
                    </a:xfrm>
                  </p:grpSpPr>
                  <p:sp>
                    <p:nvSpPr>
                      <p:cNvPr id="11963" name="Arc 11962">
                        <a:extLst>
                          <a:ext uri="{FF2B5EF4-FFF2-40B4-BE49-F238E27FC236}">
                            <a16:creationId xmlns:a16="http://schemas.microsoft.com/office/drawing/2014/main" id="{0EBE1056-6DE1-D5F1-5671-622520CF267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964" name="Arc 11963">
                        <a:extLst>
                          <a:ext uri="{FF2B5EF4-FFF2-40B4-BE49-F238E27FC236}">
                            <a16:creationId xmlns:a16="http://schemas.microsoft.com/office/drawing/2014/main" id="{B8773F88-F0DA-A4E9-75A9-8090F3E0152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959" name="Group 11958">
                      <a:extLst>
                        <a:ext uri="{FF2B5EF4-FFF2-40B4-BE49-F238E27FC236}">
                          <a16:creationId xmlns:a16="http://schemas.microsoft.com/office/drawing/2014/main" id="{4429448A-AA51-E26F-31CA-482C3669C9D9}"/>
                        </a:ext>
                      </a:extLst>
                    </p:cNvPr>
                    <p:cNvGrpSpPr/>
                    <p:nvPr/>
                  </p:nvGrpSpPr>
                  <p:grpSpPr>
                    <a:xfrm rot="14400000" flipH="1">
                      <a:off x="6389147" y="3932622"/>
                      <a:ext cx="393192" cy="393192"/>
                      <a:chOff x="5354637" y="3446463"/>
                      <a:chExt cx="214313" cy="214313"/>
                    </a:xfrm>
                  </p:grpSpPr>
                  <p:sp>
                    <p:nvSpPr>
                      <p:cNvPr id="11961" name="Arc 11960">
                        <a:extLst>
                          <a:ext uri="{FF2B5EF4-FFF2-40B4-BE49-F238E27FC236}">
                            <a16:creationId xmlns:a16="http://schemas.microsoft.com/office/drawing/2014/main" id="{576BD2E2-11C7-18D7-06F7-9958D918FCB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962" name="Arc 11961">
                        <a:extLst>
                          <a:ext uri="{FF2B5EF4-FFF2-40B4-BE49-F238E27FC236}">
                            <a16:creationId xmlns:a16="http://schemas.microsoft.com/office/drawing/2014/main" id="{C235C843-6375-34DE-0EE2-EC597868E44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960" name="TextBox 11959">
                      <a:extLst>
                        <a:ext uri="{FF2B5EF4-FFF2-40B4-BE49-F238E27FC236}">
                          <a16:creationId xmlns:a16="http://schemas.microsoft.com/office/drawing/2014/main" id="{A3C811E9-BC18-8747-98D5-425C1EA21692}"/>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1856" name="Group 11855">
                <a:extLst>
                  <a:ext uri="{FF2B5EF4-FFF2-40B4-BE49-F238E27FC236}">
                    <a16:creationId xmlns:a16="http://schemas.microsoft.com/office/drawing/2014/main" id="{1E63FDE3-135B-32B9-501D-85748B56CEB1}"/>
                  </a:ext>
                </a:extLst>
              </p:cNvPr>
              <p:cNvGrpSpPr/>
              <p:nvPr/>
            </p:nvGrpSpPr>
            <p:grpSpPr>
              <a:xfrm>
                <a:off x="6065340" y="2039507"/>
                <a:ext cx="1643204" cy="1593124"/>
                <a:chOff x="5445106" y="2644743"/>
                <a:chExt cx="1643204" cy="1593124"/>
              </a:xfrm>
            </p:grpSpPr>
            <p:grpSp>
              <p:nvGrpSpPr>
                <p:cNvPr id="11857" name="Group 11856">
                  <a:extLst>
                    <a:ext uri="{FF2B5EF4-FFF2-40B4-BE49-F238E27FC236}">
                      <a16:creationId xmlns:a16="http://schemas.microsoft.com/office/drawing/2014/main" id="{EE59A511-6EC8-2B17-8F7A-2365C442055F}"/>
                    </a:ext>
                  </a:extLst>
                </p:cNvPr>
                <p:cNvGrpSpPr/>
                <p:nvPr/>
              </p:nvGrpSpPr>
              <p:grpSpPr>
                <a:xfrm>
                  <a:off x="5445106" y="2644743"/>
                  <a:ext cx="1019224" cy="991639"/>
                  <a:chOff x="5886431" y="3225768"/>
                  <a:chExt cx="1019224" cy="991639"/>
                </a:xfrm>
              </p:grpSpPr>
              <p:grpSp>
                <p:nvGrpSpPr>
                  <p:cNvPr id="11905" name="Group 11904">
                    <a:extLst>
                      <a:ext uri="{FF2B5EF4-FFF2-40B4-BE49-F238E27FC236}">
                        <a16:creationId xmlns:a16="http://schemas.microsoft.com/office/drawing/2014/main" id="{525D4641-712B-415F-DE06-BC25BCB9A688}"/>
                      </a:ext>
                    </a:extLst>
                  </p:cNvPr>
                  <p:cNvGrpSpPr/>
                  <p:nvPr/>
                </p:nvGrpSpPr>
                <p:grpSpPr>
                  <a:xfrm>
                    <a:off x="6197413" y="3824215"/>
                    <a:ext cx="393192" cy="393192"/>
                    <a:chOff x="5265196" y="3357021"/>
                    <a:chExt cx="393192" cy="393192"/>
                  </a:xfrm>
                </p:grpSpPr>
                <p:grpSp>
                  <p:nvGrpSpPr>
                    <p:cNvPr id="11940" name="Group 11939">
                      <a:extLst>
                        <a:ext uri="{FF2B5EF4-FFF2-40B4-BE49-F238E27FC236}">
                          <a16:creationId xmlns:a16="http://schemas.microsoft.com/office/drawing/2014/main" id="{80DE1A6E-C7F0-79B5-D454-486F7AE4E28C}"/>
                        </a:ext>
                      </a:extLst>
                    </p:cNvPr>
                    <p:cNvGrpSpPr/>
                    <p:nvPr/>
                  </p:nvGrpSpPr>
                  <p:grpSpPr>
                    <a:xfrm rot="14400000">
                      <a:off x="5265196" y="3357021"/>
                      <a:ext cx="393192" cy="393192"/>
                      <a:chOff x="5354637" y="3446463"/>
                      <a:chExt cx="214313" cy="214313"/>
                    </a:xfrm>
                  </p:grpSpPr>
                  <p:sp>
                    <p:nvSpPr>
                      <p:cNvPr id="11949" name="Arc 11948">
                        <a:extLst>
                          <a:ext uri="{FF2B5EF4-FFF2-40B4-BE49-F238E27FC236}">
                            <a16:creationId xmlns:a16="http://schemas.microsoft.com/office/drawing/2014/main" id="{7284C7D5-FF2F-D802-291C-7F6E105E075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950" name="Arc 11949">
                        <a:extLst>
                          <a:ext uri="{FF2B5EF4-FFF2-40B4-BE49-F238E27FC236}">
                            <a16:creationId xmlns:a16="http://schemas.microsoft.com/office/drawing/2014/main" id="{3D17D668-1429-AA97-DEEE-CBF0172F821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941" name="Group 11940">
                      <a:extLst>
                        <a:ext uri="{FF2B5EF4-FFF2-40B4-BE49-F238E27FC236}">
                          <a16:creationId xmlns:a16="http://schemas.microsoft.com/office/drawing/2014/main" id="{C582F170-0491-0879-9F07-E8A82FA9AA91}"/>
                        </a:ext>
                      </a:extLst>
                    </p:cNvPr>
                    <p:cNvGrpSpPr/>
                    <p:nvPr/>
                  </p:nvGrpSpPr>
                  <p:grpSpPr>
                    <a:xfrm>
                      <a:off x="5310186" y="3402011"/>
                      <a:ext cx="303213" cy="303213"/>
                      <a:chOff x="5310186" y="3402011"/>
                      <a:chExt cx="303213" cy="303213"/>
                    </a:xfrm>
                  </p:grpSpPr>
                  <p:grpSp>
                    <p:nvGrpSpPr>
                      <p:cNvPr id="11942" name="Group 11941">
                        <a:extLst>
                          <a:ext uri="{FF2B5EF4-FFF2-40B4-BE49-F238E27FC236}">
                            <a16:creationId xmlns:a16="http://schemas.microsoft.com/office/drawing/2014/main" id="{1F797C10-3284-704E-3752-6B110DE32D1D}"/>
                          </a:ext>
                        </a:extLst>
                      </p:cNvPr>
                      <p:cNvGrpSpPr/>
                      <p:nvPr/>
                    </p:nvGrpSpPr>
                    <p:grpSpPr>
                      <a:xfrm>
                        <a:off x="5354636" y="3446461"/>
                        <a:ext cx="214313" cy="214313"/>
                        <a:chOff x="5354637" y="3446463"/>
                        <a:chExt cx="214313" cy="214313"/>
                      </a:xfrm>
                    </p:grpSpPr>
                    <p:sp>
                      <p:nvSpPr>
                        <p:cNvPr id="11947" name="Arc 11946">
                          <a:extLst>
                            <a:ext uri="{FF2B5EF4-FFF2-40B4-BE49-F238E27FC236}">
                              <a16:creationId xmlns:a16="http://schemas.microsoft.com/office/drawing/2014/main" id="{D904B635-8CE8-4E97-7669-6AD024404B7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948" name="Arc 11947">
                          <a:extLst>
                            <a:ext uri="{FF2B5EF4-FFF2-40B4-BE49-F238E27FC236}">
                              <a16:creationId xmlns:a16="http://schemas.microsoft.com/office/drawing/2014/main" id="{5DE0F0E8-2D7F-02B8-ED97-6575E5EBD9A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943" name="Group 11942">
                        <a:extLst>
                          <a:ext uri="{FF2B5EF4-FFF2-40B4-BE49-F238E27FC236}">
                            <a16:creationId xmlns:a16="http://schemas.microsoft.com/office/drawing/2014/main" id="{58BEBB86-FDE8-6048-3A4C-6DB1DFAC4AE8}"/>
                          </a:ext>
                        </a:extLst>
                      </p:cNvPr>
                      <p:cNvGrpSpPr/>
                      <p:nvPr/>
                    </p:nvGrpSpPr>
                    <p:grpSpPr>
                      <a:xfrm rot="7200000">
                        <a:off x="5310186" y="3402011"/>
                        <a:ext cx="303213" cy="303213"/>
                        <a:chOff x="5354637" y="3446463"/>
                        <a:chExt cx="214313" cy="214313"/>
                      </a:xfrm>
                    </p:grpSpPr>
                    <p:sp>
                      <p:nvSpPr>
                        <p:cNvPr id="11945" name="Arc 11944">
                          <a:extLst>
                            <a:ext uri="{FF2B5EF4-FFF2-40B4-BE49-F238E27FC236}">
                              <a16:creationId xmlns:a16="http://schemas.microsoft.com/office/drawing/2014/main" id="{1BF52AB6-08D7-C974-15CF-05F88D96920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946" name="Arc 11945">
                          <a:extLst>
                            <a:ext uri="{FF2B5EF4-FFF2-40B4-BE49-F238E27FC236}">
                              <a16:creationId xmlns:a16="http://schemas.microsoft.com/office/drawing/2014/main" id="{DA6AB6A7-5CB8-3CA7-E534-91F76C92D0E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944" name="TextBox 11943">
                        <a:extLst>
                          <a:ext uri="{FF2B5EF4-FFF2-40B4-BE49-F238E27FC236}">
                            <a16:creationId xmlns:a16="http://schemas.microsoft.com/office/drawing/2014/main" id="{E15719B2-7506-5657-2DDA-AFA4B84D746C}"/>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906" name="Group 11905">
                    <a:extLst>
                      <a:ext uri="{FF2B5EF4-FFF2-40B4-BE49-F238E27FC236}">
                        <a16:creationId xmlns:a16="http://schemas.microsoft.com/office/drawing/2014/main" id="{4C09CCCA-F98F-B636-5A27-EBD4F6576113}"/>
                      </a:ext>
                    </a:extLst>
                  </p:cNvPr>
                  <p:cNvGrpSpPr/>
                  <p:nvPr/>
                </p:nvGrpSpPr>
                <p:grpSpPr>
                  <a:xfrm>
                    <a:off x="5886431" y="3525040"/>
                    <a:ext cx="393192" cy="393192"/>
                    <a:chOff x="5265196" y="3932619"/>
                    <a:chExt cx="393192" cy="393192"/>
                  </a:xfrm>
                </p:grpSpPr>
                <p:grpSp>
                  <p:nvGrpSpPr>
                    <p:cNvPr id="11930" name="Group 11929">
                      <a:extLst>
                        <a:ext uri="{FF2B5EF4-FFF2-40B4-BE49-F238E27FC236}">
                          <a16:creationId xmlns:a16="http://schemas.microsoft.com/office/drawing/2014/main" id="{F4B99A7B-18B8-2076-D696-3828E360C2C6}"/>
                        </a:ext>
                      </a:extLst>
                    </p:cNvPr>
                    <p:cNvGrpSpPr/>
                    <p:nvPr/>
                  </p:nvGrpSpPr>
                  <p:grpSpPr>
                    <a:xfrm>
                      <a:off x="5354636" y="4022061"/>
                      <a:ext cx="214313" cy="214313"/>
                      <a:chOff x="5354637" y="3446463"/>
                      <a:chExt cx="214313" cy="214313"/>
                    </a:xfrm>
                  </p:grpSpPr>
                  <p:sp>
                    <p:nvSpPr>
                      <p:cNvPr id="11938" name="Arc 11937">
                        <a:extLst>
                          <a:ext uri="{FF2B5EF4-FFF2-40B4-BE49-F238E27FC236}">
                            <a16:creationId xmlns:a16="http://schemas.microsoft.com/office/drawing/2014/main" id="{F84CD55F-6636-4DD2-09A9-DF8DA55C73A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939" name="Arc 11938">
                        <a:extLst>
                          <a:ext uri="{FF2B5EF4-FFF2-40B4-BE49-F238E27FC236}">
                            <a16:creationId xmlns:a16="http://schemas.microsoft.com/office/drawing/2014/main" id="{5D6378DA-DBD8-8A49-F018-99F55FAD9CE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931" name="Group 11930">
                      <a:extLst>
                        <a:ext uri="{FF2B5EF4-FFF2-40B4-BE49-F238E27FC236}">
                          <a16:creationId xmlns:a16="http://schemas.microsoft.com/office/drawing/2014/main" id="{F05E4435-B9C3-5E8C-2E06-7A17CF7DB15E}"/>
                        </a:ext>
                      </a:extLst>
                    </p:cNvPr>
                    <p:cNvGrpSpPr/>
                    <p:nvPr/>
                  </p:nvGrpSpPr>
                  <p:grpSpPr>
                    <a:xfrm rot="14400000">
                      <a:off x="5310186" y="3977611"/>
                      <a:ext cx="303213" cy="303213"/>
                      <a:chOff x="5354637" y="3446463"/>
                      <a:chExt cx="214313" cy="214313"/>
                    </a:xfrm>
                  </p:grpSpPr>
                  <p:sp>
                    <p:nvSpPr>
                      <p:cNvPr id="11936" name="Arc 11935">
                        <a:extLst>
                          <a:ext uri="{FF2B5EF4-FFF2-40B4-BE49-F238E27FC236}">
                            <a16:creationId xmlns:a16="http://schemas.microsoft.com/office/drawing/2014/main" id="{D42A48DD-A474-66F7-7B12-E1E6BCC3492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937" name="Arc 11936">
                        <a:extLst>
                          <a:ext uri="{FF2B5EF4-FFF2-40B4-BE49-F238E27FC236}">
                            <a16:creationId xmlns:a16="http://schemas.microsoft.com/office/drawing/2014/main" id="{34E6D6D0-56BB-D86F-4A72-61FF18FB740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932" name="Group 11931">
                      <a:extLst>
                        <a:ext uri="{FF2B5EF4-FFF2-40B4-BE49-F238E27FC236}">
                          <a16:creationId xmlns:a16="http://schemas.microsoft.com/office/drawing/2014/main" id="{04207532-0494-B9C7-D00B-BF2F57F74EC3}"/>
                        </a:ext>
                      </a:extLst>
                    </p:cNvPr>
                    <p:cNvGrpSpPr/>
                    <p:nvPr/>
                  </p:nvGrpSpPr>
                  <p:grpSpPr>
                    <a:xfrm rot="7200000">
                      <a:off x="5265196" y="3932619"/>
                      <a:ext cx="393192" cy="393192"/>
                      <a:chOff x="5354637" y="3446463"/>
                      <a:chExt cx="214313" cy="214313"/>
                    </a:xfrm>
                  </p:grpSpPr>
                  <p:sp>
                    <p:nvSpPr>
                      <p:cNvPr id="11934" name="Arc 11933">
                        <a:extLst>
                          <a:ext uri="{FF2B5EF4-FFF2-40B4-BE49-F238E27FC236}">
                            <a16:creationId xmlns:a16="http://schemas.microsoft.com/office/drawing/2014/main" id="{F8F5192F-C46E-D1AB-F673-7B7ECC0C961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935" name="Arc 11934">
                        <a:extLst>
                          <a:ext uri="{FF2B5EF4-FFF2-40B4-BE49-F238E27FC236}">
                            <a16:creationId xmlns:a16="http://schemas.microsoft.com/office/drawing/2014/main" id="{F9793FAE-8AC9-072B-5519-DC0916C458C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933" name="TextBox 11932">
                      <a:extLst>
                        <a:ext uri="{FF2B5EF4-FFF2-40B4-BE49-F238E27FC236}">
                          <a16:creationId xmlns:a16="http://schemas.microsoft.com/office/drawing/2014/main" id="{F24A3CA1-AC0C-BDE0-A789-B8F0453EA5C3}"/>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1907" name="Group 11906">
                    <a:extLst>
                      <a:ext uri="{FF2B5EF4-FFF2-40B4-BE49-F238E27FC236}">
                        <a16:creationId xmlns:a16="http://schemas.microsoft.com/office/drawing/2014/main" id="{FA02A2EA-90F3-16E9-0767-77F45CDADE0B}"/>
                      </a:ext>
                    </a:extLst>
                  </p:cNvPr>
                  <p:cNvGrpSpPr/>
                  <p:nvPr/>
                </p:nvGrpSpPr>
                <p:grpSpPr>
                  <a:xfrm>
                    <a:off x="6512463" y="3525040"/>
                    <a:ext cx="393192" cy="393192"/>
                    <a:chOff x="6389147" y="3357021"/>
                    <a:chExt cx="393192" cy="393192"/>
                  </a:xfrm>
                </p:grpSpPr>
                <p:grpSp>
                  <p:nvGrpSpPr>
                    <p:cNvPr id="11919" name="Group 11918">
                      <a:extLst>
                        <a:ext uri="{FF2B5EF4-FFF2-40B4-BE49-F238E27FC236}">
                          <a16:creationId xmlns:a16="http://schemas.microsoft.com/office/drawing/2014/main" id="{015B0A24-191B-CB9D-7A4A-02BF72D69CDF}"/>
                        </a:ext>
                      </a:extLst>
                    </p:cNvPr>
                    <p:cNvGrpSpPr/>
                    <p:nvPr/>
                  </p:nvGrpSpPr>
                  <p:grpSpPr>
                    <a:xfrm rot="7200000" flipH="1">
                      <a:off x="6389147" y="3357021"/>
                      <a:ext cx="393192" cy="393192"/>
                      <a:chOff x="5354637" y="3446463"/>
                      <a:chExt cx="214313" cy="214313"/>
                    </a:xfrm>
                  </p:grpSpPr>
                  <p:sp>
                    <p:nvSpPr>
                      <p:cNvPr id="11928" name="Arc 11927">
                        <a:extLst>
                          <a:ext uri="{FF2B5EF4-FFF2-40B4-BE49-F238E27FC236}">
                            <a16:creationId xmlns:a16="http://schemas.microsoft.com/office/drawing/2014/main" id="{9F51E14C-3DF1-7FB1-3C16-53CCBB2FDE4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929" name="Arc 11928">
                        <a:extLst>
                          <a:ext uri="{FF2B5EF4-FFF2-40B4-BE49-F238E27FC236}">
                            <a16:creationId xmlns:a16="http://schemas.microsoft.com/office/drawing/2014/main" id="{345DD0FA-607D-8565-6172-397B6AE73C1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920" name="Group 11919">
                      <a:extLst>
                        <a:ext uri="{FF2B5EF4-FFF2-40B4-BE49-F238E27FC236}">
                          <a16:creationId xmlns:a16="http://schemas.microsoft.com/office/drawing/2014/main" id="{D8F99FA1-9EE5-2EE0-1C69-3B815D6C386B}"/>
                        </a:ext>
                      </a:extLst>
                    </p:cNvPr>
                    <p:cNvGrpSpPr/>
                    <p:nvPr/>
                  </p:nvGrpSpPr>
                  <p:grpSpPr>
                    <a:xfrm>
                      <a:off x="6434137" y="3402011"/>
                      <a:ext cx="303213" cy="303213"/>
                      <a:chOff x="6434137" y="3402011"/>
                      <a:chExt cx="303213" cy="303213"/>
                    </a:xfrm>
                  </p:grpSpPr>
                  <p:grpSp>
                    <p:nvGrpSpPr>
                      <p:cNvPr id="11921" name="Group 11920">
                        <a:extLst>
                          <a:ext uri="{FF2B5EF4-FFF2-40B4-BE49-F238E27FC236}">
                            <a16:creationId xmlns:a16="http://schemas.microsoft.com/office/drawing/2014/main" id="{FEE25314-8489-2582-4D3C-71EA0EBBE490}"/>
                          </a:ext>
                        </a:extLst>
                      </p:cNvPr>
                      <p:cNvGrpSpPr/>
                      <p:nvPr/>
                    </p:nvGrpSpPr>
                    <p:grpSpPr>
                      <a:xfrm flipH="1">
                        <a:off x="6478587" y="3446461"/>
                        <a:ext cx="214313" cy="214313"/>
                        <a:chOff x="5354637" y="3446463"/>
                        <a:chExt cx="214313" cy="214313"/>
                      </a:xfrm>
                    </p:grpSpPr>
                    <p:sp>
                      <p:nvSpPr>
                        <p:cNvPr id="11926" name="Arc 11925">
                          <a:extLst>
                            <a:ext uri="{FF2B5EF4-FFF2-40B4-BE49-F238E27FC236}">
                              <a16:creationId xmlns:a16="http://schemas.microsoft.com/office/drawing/2014/main" id="{A1110BFE-B2E6-8DB8-CEA3-DB673221D44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927" name="Arc 11926">
                          <a:extLst>
                            <a:ext uri="{FF2B5EF4-FFF2-40B4-BE49-F238E27FC236}">
                              <a16:creationId xmlns:a16="http://schemas.microsoft.com/office/drawing/2014/main" id="{D8B64712-D69B-C3C7-313C-99C9772ACCC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922" name="Group 11921">
                        <a:extLst>
                          <a:ext uri="{FF2B5EF4-FFF2-40B4-BE49-F238E27FC236}">
                            <a16:creationId xmlns:a16="http://schemas.microsoft.com/office/drawing/2014/main" id="{5DCFC53C-C540-C1D8-9D16-98B6B9ABEDB3}"/>
                          </a:ext>
                        </a:extLst>
                      </p:cNvPr>
                      <p:cNvGrpSpPr/>
                      <p:nvPr/>
                    </p:nvGrpSpPr>
                    <p:grpSpPr>
                      <a:xfrm rot="14400000" flipH="1">
                        <a:off x="6434137" y="3402011"/>
                        <a:ext cx="303213" cy="303213"/>
                        <a:chOff x="5354637" y="3446463"/>
                        <a:chExt cx="214313" cy="214313"/>
                      </a:xfrm>
                    </p:grpSpPr>
                    <p:sp>
                      <p:nvSpPr>
                        <p:cNvPr id="11924" name="Arc 11923">
                          <a:extLst>
                            <a:ext uri="{FF2B5EF4-FFF2-40B4-BE49-F238E27FC236}">
                              <a16:creationId xmlns:a16="http://schemas.microsoft.com/office/drawing/2014/main" id="{E431DB53-E218-BBFF-B3FE-25EE787B7BE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925" name="Arc 11924">
                          <a:extLst>
                            <a:ext uri="{FF2B5EF4-FFF2-40B4-BE49-F238E27FC236}">
                              <a16:creationId xmlns:a16="http://schemas.microsoft.com/office/drawing/2014/main" id="{694AF1D3-EC84-6A46-0E42-12B488CABFB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923" name="TextBox 11922">
                        <a:extLst>
                          <a:ext uri="{FF2B5EF4-FFF2-40B4-BE49-F238E27FC236}">
                            <a16:creationId xmlns:a16="http://schemas.microsoft.com/office/drawing/2014/main" id="{F8687578-4AC1-7609-1BA5-E3203CBE2B70}"/>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908" name="Group 11907">
                    <a:extLst>
                      <a:ext uri="{FF2B5EF4-FFF2-40B4-BE49-F238E27FC236}">
                        <a16:creationId xmlns:a16="http://schemas.microsoft.com/office/drawing/2014/main" id="{5070207A-F7B7-55BE-B5A9-2DB0222B3F61}"/>
                      </a:ext>
                    </a:extLst>
                  </p:cNvPr>
                  <p:cNvGrpSpPr/>
                  <p:nvPr/>
                </p:nvGrpSpPr>
                <p:grpSpPr>
                  <a:xfrm>
                    <a:off x="6197413" y="3225768"/>
                    <a:ext cx="393192" cy="393192"/>
                    <a:chOff x="6389147" y="3932622"/>
                    <a:chExt cx="393192" cy="393192"/>
                  </a:xfrm>
                </p:grpSpPr>
                <p:grpSp>
                  <p:nvGrpSpPr>
                    <p:cNvPr id="11909" name="Group 11908">
                      <a:extLst>
                        <a:ext uri="{FF2B5EF4-FFF2-40B4-BE49-F238E27FC236}">
                          <a16:creationId xmlns:a16="http://schemas.microsoft.com/office/drawing/2014/main" id="{EEC03FC4-3337-E9C3-D584-F85CAC30639A}"/>
                        </a:ext>
                      </a:extLst>
                    </p:cNvPr>
                    <p:cNvGrpSpPr/>
                    <p:nvPr/>
                  </p:nvGrpSpPr>
                  <p:grpSpPr>
                    <a:xfrm flipH="1">
                      <a:off x="6478587" y="4022061"/>
                      <a:ext cx="214313" cy="214313"/>
                      <a:chOff x="5354637" y="3446463"/>
                      <a:chExt cx="214313" cy="214313"/>
                    </a:xfrm>
                  </p:grpSpPr>
                  <p:sp>
                    <p:nvSpPr>
                      <p:cNvPr id="11917" name="Arc 11916">
                        <a:extLst>
                          <a:ext uri="{FF2B5EF4-FFF2-40B4-BE49-F238E27FC236}">
                            <a16:creationId xmlns:a16="http://schemas.microsoft.com/office/drawing/2014/main" id="{B74A45DB-0C78-02A5-CE27-E0A1D4AC082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918" name="Arc 11917">
                        <a:extLst>
                          <a:ext uri="{FF2B5EF4-FFF2-40B4-BE49-F238E27FC236}">
                            <a16:creationId xmlns:a16="http://schemas.microsoft.com/office/drawing/2014/main" id="{42467C17-94D2-9088-EAAD-0A509AFBD90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910" name="Group 11909">
                      <a:extLst>
                        <a:ext uri="{FF2B5EF4-FFF2-40B4-BE49-F238E27FC236}">
                          <a16:creationId xmlns:a16="http://schemas.microsoft.com/office/drawing/2014/main" id="{2BCB8CC4-9EE7-4E84-EA00-D2692F8D5D14}"/>
                        </a:ext>
                      </a:extLst>
                    </p:cNvPr>
                    <p:cNvGrpSpPr/>
                    <p:nvPr/>
                  </p:nvGrpSpPr>
                  <p:grpSpPr>
                    <a:xfrm rot="7200000" flipH="1">
                      <a:off x="6434137" y="3977611"/>
                      <a:ext cx="303213" cy="303213"/>
                      <a:chOff x="5354637" y="3446463"/>
                      <a:chExt cx="214313" cy="214313"/>
                    </a:xfrm>
                  </p:grpSpPr>
                  <p:sp>
                    <p:nvSpPr>
                      <p:cNvPr id="11915" name="Arc 11914">
                        <a:extLst>
                          <a:ext uri="{FF2B5EF4-FFF2-40B4-BE49-F238E27FC236}">
                            <a16:creationId xmlns:a16="http://schemas.microsoft.com/office/drawing/2014/main" id="{7B3D15B8-9BEA-F7E0-0552-EB488160CF5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916" name="Arc 11915">
                        <a:extLst>
                          <a:ext uri="{FF2B5EF4-FFF2-40B4-BE49-F238E27FC236}">
                            <a16:creationId xmlns:a16="http://schemas.microsoft.com/office/drawing/2014/main" id="{130C5FCC-A81E-CD73-0BE9-A81BD021C95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911" name="Group 11910">
                      <a:extLst>
                        <a:ext uri="{FF2B5EF4-FFF2-40B4-BE49-F238E27FC236}">
                          <a16:creationId xmlns:a16="http://schemas.microsoft.com/office/drawing/2014/main" id="{D0FE822C-0545-DF22-8F43-CD6B7415FC15}"/>
                        </a:ext>
                      </a:extLst>
                    </p:cNvPr>
                    <p:cNvGrpSpPr/>
                    <p:nvPr/>
                  </p:nvGrpSpPr>
                  <p:grpSpPr>
                    <a:xfrm rot="14400000" flipH="1">
                      <a:off x="6389147" y="3932622"/>
                      <a:ext cx="393192" cy="393192"/>
                      <a:chOff x="5354637" y="3446463"/>
                      <a:chExt cx="214313" cy="214313"/>
                    </a:xfrm>
                  </p:grpSpPr>
                  <p:sp>
                    <p:nvSpPr>
                      <p:cNvPr id="11913" name="Arc 11912">
                        <a:extLst>
                          <a:ext uri="{FF2B5EF4-FFF2-40B4-BE49-F238E27FC236}">
                            <a16:creationId xmlns:a16="http://schemas.microsoft.com/office/drawing/2014/main" id="{DD09444E-F358-8A75-4166-DB7B355BB4F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914" name="Arc 11913">
                        <a:extLst>
                          <a:ext uri="{FF2B5EF4-FFF2-40B4-BE49-F238E27FC236}">
                            <a16:creationId xmlns:a16="http://schemas.microsoft.com/office/drawing/2014/main" id="{689C4139-BA83-C241-1BFF-4A937D85666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912" name="TextBox 11911">
                      <a:extLst>
                        <a:ext uri="{FF2B5EF4-FFF2-40B4-BE49-F238E27FC236}">
                          <a16:creationId xmlns:a16="http://schemas.microsoft.com/office/drawing/2014/main" id="{B37E48F2-8341-F8D1-CE97-7E30F1279398}"/>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858" name="Group 11857">
                  <a:extLst>
                    <a:ext uri="{FF2B5EF4-FFF2-40B4-BE49-F238E27FC236}">
                      <a16:creationId xmlns:a16="http://schemas.microsoft.com/office/drawing/2014/main" id="{3BAF9C76-5716-1D89-BF8F-49D399D99A80}"/>
                    </a:ext>
                  </a:extLst>
                </p:cNvPr>
                <p:cNvGrpSpPr/>
                <p:nvPr/>
              </p:nvGrpSpPr>
              <p:grpSpPr>
                <a:xfrm>
                  <a:off x="6069086" y="3246228"/>
                  <a:ext cx="1019224" cy="991639"/>
                  <a:chOff x="5886431" y="3225768"/>
                  <a:chExt cx="1019224" cy="991639"/>
                </a:xfrm>
              </p:grpSpPr>
              <p:grpSp>
                <p:nvGrpSpPr>
                  <p:cNvPr id="11859" name="Group 11858">
                    <a:extLst>
                      <a:ext uri="{FF2B5EF4-FFF2-40B4-BE49-F238E27FC236}">
                        <a16:creationId xmlns:a16="http://schemas.microsoft.com/office/drawing/2014/main" id="{4D606D90-A8E2-20E4-428B-45CDBBBDB415}"/>
                      </a:ext>
                    </a:extLst>
                  </p:cNvPr>
                  <p:cNvGrpSpPr/>
                  <p:nvPr/>
                </p:nvGrpSpPr>
                <p:grpSpPr>
                  <a:xfrm>
                    <a:off x="6197413" y="3824215"/>
                    <a:ext cx="393192" cy="393192"/>
                    <a:chOff x="5265196" y="3357021"/>
                    <a:chExt cx="393192" cy="393192"/>
                  </a:xfrm>
                </p:grpSpPr>
                <p:grpSp>
                  <p:nvGrpSpPr>
                    <p:cNvPr id="11894" name="Group 11893">
                      <a:extLst>
                        <a:ext uri="{FF2B5EF4-FFF2-40B4-BE49-F238E27FC236}">
                          <a16:creationId xmlns:a16="http://schemas.microsoft.com/office/drawing/2014/main" id="{C8692827-7402-98D4-AA7E-FB7514909A63}"/>
                        </a:ext>
                      </a:extLst>
                    </p:cNvPr>
                    <p:cNvGrpSpPr/>
                    <p:nvPr/>
                  </p:nvGrpSpPr>
                  <p:grpSpPr>
                    <a:xfrm rot="14400000">
                      <a:off x="5265196" y="3357021"/>
                      <a:ext cx="393192" cy="393192"/>
                      <a:chOff x="5354637" y="3446463"/>
                      <a:chExt cx="214313" cy="214313"/>
                    </a:xfrm>
                  </p:grpSpPr>
                  <p:sp>
                    <p:nvSpPr>
                      <p:cNvPr id="11903" name="Arc 11902">
                        <a:extLst>
                          <a:ext uri="{FF2B5EF4-FFF2-40B4-BE49-F238E27FC236}">
                            <a16:creationId xmlns:a16="http://schemas.microsoft.com/office/drawing/2014/main" id="{EB904A21-87B3-DEC2-06FC-51D53D59E2A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904" name="Arc 11903">
                        <a:extLst>
                          <a:ext uri="{FF2B5EF4-FFF2-40B4-BE49-F238E27FC236}">
                            <a16:creationId xmlns:a16="http://schemas.microsoft.com/office/drawing/2014/main" id="{9C5F2C6A-C3C3-E6EA-6EEB-ED782E94FE4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895" name="Group 11894">
                      <a:extLst>
                        <a:ext uri="{FF2B5EF4-FFF2-40B4-BE49-F238E27FC236}">
                          <a16:creationId xmlns:a16="http://schemas.microsoft.com/office/drawing/2014/main" id="{238035A1-CAB4-55BF-768D-744AE5C5584C}"/>
                        </a:ext>
                      </a:extLst>
                    </p:cNvPr>
                    <p:cNvGrpSpPr/>
                    <p:nvPr/>
                  </p:nvGrpSpPr>
                  <p:grpSpPr>
                    <a:xfrm>
                      <a:off x="5310186" y="3402011"/>
                      <a:ext cx="303213" cy="303213"/>
                      <a:chOff x="5310186" y="3402011"/>
                      <a:chExt cx="303213" cy="303213"/>
                    </a:xfrm>
                  </p:grpSpPr>
                  <p:grpSp>
                    <p:nvGrpSpPr>
                      <p:cNvPr id="11896" name="Group 11895">
                        <a:extLst>
                          <a:ext uri="{FF2B5EF4-FFF2-40B4-BE49-F238E27FC236}">
                            <a16:creationId xmlns:a16="http://schemas.microsoft.com/office/drawing/2014/main" id="{0DD38DC4-CD35-F777-41F0-2AD792F148F9}"/>
                          </a:ext>
                        </a:extLst>
                      </p:cNvPr>
                      <p:cNvGrpSpPr/>
                      <p:nvPr/>
                    </p:nvGrpSpPr>
                    <p:grpSpPr>
                      <a:xfrm>
                        <a:off x="5354636" y="3446461"/>
                        <a:ext cx="214313" cy="214313"/>
                        <a:chOff x="5354637" y="3446463"/>
                        <a:chExt cx="214313" cy="214313"/>
                      </a:xfrm>
                    </p:grpSpPr>
                    <p:sp>
                      <p:nvSpPr>
                        <p:cNvPr id="11901" name="Arc 11900">
                          <a:extLst>
                            <a:ext uri="{FF2B5EF4-FFF2-40B4-BE49-F238E27FC236}">
                              <a16:creationId xmlns:a16="http://schemas.microsoft.com/office/drawing/2014/main" id="{D3840556-7292-0E7D-DF84-6541706616C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902" name="Arc 11901">
                          <a:extLst>
                            <a:ext uri="{FF2B5EF4-FFF2-40B4-BE49-F238E27FC236}">
                              <a16:creationId xmlns:a16="http://schemas.microsoft.com/office/drawing/2014/main" id="{009A8423-B4AB-31D8-4617-A93EBD7E462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897" name="Group 11896">
                        <a:extLst>
                          <a:ext uri="{FF2B5EF4-FFF2-40B4-BE49-F238E27FC236}">
                            <a16:creationId xmlns:a16="http://schemas.microsoft.com/office/drawing/2014/main" id="{E8EA70DE-5B11-8DF1-99AB-00049B461E90}"/>
                          </a:ext>
                        </a:extLst>
                      </p:cNvPr>
                      <p:cNvGrpSpPr/>
                      <p:nvPr/>
                    </p:nvGrpSpPr>
                    <p:grpSpPr>
                      <a:xfrm rot="7200000">
                        <a:off x="5310186" y="3402011"/>
                        <a:ext cx="303213" cy="303213"/>
                        <a:chOff x="5354637" y="3446463"/>
                        <a:chExt cx="214313" cy="214313"/>
                      </a:xfrm>
                    </p:grpSpPr>
                    <p:sp>
                      <p:nvSpPr>
                        <p:cNvPr id="11899" name="Arc 11898">
                          <a:extLst>
                            <a:ext uri="{FF2B5EF4-FFF2-40B4-BE49-F238E27FC236}">
                              <a16:creationId xmlns:a16="http://schemas.microsoft.com/office/drawing/2014/main" id="{689AFAF4-107B-2C0C-4EA1-052F6A0E1F5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900" name="Arc 11899">
                          <a:extLst>
                            <a:ext uri="{FF2B5EF4-FFF2-40B4-BE49-F238E27FC236}">
                              <a16:creationId xmlns:a16="http://schemas.microsoft.com/office/drawing/2014/main" id="{A1C8747F-EDE4-8705-A4B3-D8A5BD89972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898" name="TextBox 11897">
                        <a:extLst>
                          <a:ext uri="{FF2B5EF4-FFF2-40B4-BE49-F238E27FC236}">
                            <a16:creationId xmlns:a16="http://schemas.microsoft.com/office/drawing/2014/main" id="{EBC54396-FA5B-3C57-A4EA-9B76701124B1}"/>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860" name="Group 11859">
                    <a:extLst>
                      <a:ext uri="{FF2B5EF4-FFF2-40B4-BE49-F238E27FC236}">
                        <a16:creationId xmlns:a16="http://schemas.microsoft.com/office/drawing/2014/main" id="{836E2A72-704B-CB08-8EB7-7FF627A3A0B0}"/>
                      </a:ext>
                    </a:extLst>
                  </p:cNvPr>
                  <p:cNvGrpSpPr/>
                  <p:nvPr/>
                </p:nvGrpSpPr>
                <p:grpSpPr>
                  <a:xfrm>
                    <a:off x="5886431" y="3525040"/>
                    <a:ext cx="393192" cy="393192"/>
                    <a:chOff x="5265196" y="3932619"/>
                    <a:chExt cx="393192" cy="393192"/>
                  </a:xfrm>
                </p:grpSpPr>
                <p:grpSp>
                  <p:nvGrpSpPr>
                    <p:cNvPr id="11884" name="Group 11883">
                      <a:extLst>
                        <a:ext uri="{FF2B5EF4-FFF2-40B4-BE49-F238E27FC236}">
                          <a16:creationId xmlns:a16="http://schemas.microsoft.com/office/drawing/2014/main" id="{C7829980-4D98-9F64-C304-A79F478A3F33}"/>
                        </a:ext>
                      </a:extLst>
                    </p:cNvPr>
                    <p:cNvGrpSpPr/>
                    <p:nvPr/>
                  </p:nvGrpSpPr>
                  <p:grpSpPr>
                    <a:xfrm>
                      <a:off x="5354636" y="4022061"/>
                      <a:ext cx="214313" cy="214313"/>
                      <a:chOff x="5354637" y="3446463"/>
                      <a:chExt cx="214313" cy="214313"/>
                    </a:xfrm>
                  </p:grpSpPr>
                  <p:sp>
                    <p:nvSpPr>
                      <p:cNvPr id="11892" name="Arc 11891">
                        <a:extLst>
                          <a:ext uri="{FF2B5EF4-FFF2-40B4-BE49-F238E27FC236}">
                            <a16:creationId xmlns:a16="http://schemas.microsoft.com/office/drawing/2014/main" id="{64B1B4EF-DB97-06AA-D4BB-F5784A0E2A4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893" name="Arc 11892">
                        <a:extLst>
                          <a:ext uri="{FF2B5EF4-FFF2-40B4-BE49-F238E27FC236}">
                            <a16:creationId xmlns:a16="http://schemas.microsoft.com/office/drawing/2014/main" id="{09DFC72A-E711-886F-A991-EC155C71D52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885" name="Group 11884">
                      <a:extLst>
                        <a:ext uri="{FF2B5EF4-FFF2-40B4-BE49-F238E27FC236}">
                          <a16:creationId xmlns:a16="http://schemas.microsoft.com/office/drawing/2014/main" id="{019651C5-A8B1-E528-6B09-9446A5AF26C9}"/>
                        </a:ext>
                      </a:extLst>
                    </p:cNvPr>
                    <p:cNvGrpSpPr/>
                    <p:nvPr/>
                  </p:nvGrpSpPr>
                  <p:grpSpPr>
                    <a:xfrm rot="14400000">
                      <a:off x="5310186" y="3977611"/>
                      <a:ext cx="303213" cy="303213"/>
                      <a:chOff x="5354637" y="3446463"/>
                      <a:chExt cx="214313" cy="214313"/>
                    </a:xfrm>
                  </p:grpSpPr>
                  <p:sp>
                    <p:nvSpPr>
                      <p:cNvPr id="11890" name="Arc 11889">
                        <a:extLst>
                          <a:ext uri="{FF2B5EF4-FFF2-40B4-BE49-F238E27FC236}">
                            <a16:creationId xmlns:a16="http://schemas.microsoft.com/office/drawing/2014/main" id="{869B5EC3-D0B5-203D-3AFB-1D24BB8E5F2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891" name="Arc 11890">
                        <a:extLst>
                          <a:ext uri="{FF2B5EF4-FFF2-40B4-BE49-F238E27FC236}">
                            <a16:creationId xmlns:a16="http://schemas.microsoft.com/office/drawing/2014/main" id="{698D2BBC-DD26-0283-55D5-071CCBD15CC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886" name="Group 11885">
                      <a:extLst>
                        <a:ext uri="{FF2B5EF4-FFF2-40B4-BE49-F238E27FC236}">
                          <a16:creationId xmlns:a16="http://schemas.microsoft.com/office/drawing/2014/main" id="{8EF98377-F317-3AC0-F2CD-A5AC4500FC64}"/>
                        </a:ext>
                      </a:extLst>
                    </p:cNvPr>
                    <p:cNvGrpSpPr/>
                    <p:nvPr/>
                  </p:nvGrpSpPr>
                  <p:grpSpPr>
                    <a:xfrm rot="7200000">
                      <a:off x="5265196" y="3932619"/>
                      <a:ext cx="393192" cy="393192"/>
                      <a:chOff x="5354637" y="3446463"/>
                      <a:chExt cx="214313" cy="214313"/>
                    </a:xfrm>
                  </p:grpSpPr>
                  <p:sp>
                    <p:nvSpPr>
                      <p:cNvPr id="11888" name="Arc 11887">
                        <a:extLst>
                          <a:ext uri="{FF2B5EF4-FFF2-40B4-BE49-F238E27FC236}">
                            <a16:creationId xmlns:a16="http://schemas.microsoft.com/office/drawing/2014/main" id="{F9DEDD0A-A139-75F5-56AF-38D5A4154DE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889" name="Arc 11888">
                        <a:extLst>
                          <a:ext uri="{FF2B5EF4-FFF2-40B4-BE49-F238E27FC236}">
                            <a16:creationId xmlns:a16="http://schemas.microsoft.com/office/drawing/2014/main" id="{A4A13AE2-C196-7FCE-62D0-94A1C46A37A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887" name="TextBox 11886">
                      <a:extLst>
                        <a:ext uri="{FF2B5EF4-FFF2-40B4-BE49-F238E27FC236}">
                          <a16:creationId xmlns:a16="http://schemas.microsoft.com/office/drawing/2014/main" id="{45AF1C5F-8B4E-184C-014B-A8E604E34DCD}"/>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1861" name="Group 11860">
                    <a:extLst>
                      <a:ext uri="{FF2B5EF4-FFF2-40B4-BE49-F238E27FC236}">
                        <a16:creationId xmlns:a16="http://schemas.microsoft.com/office/drawing/2014/main" id="{144927EC-27B7-1C1A-4E70-897B7047CBE8}"/>
                      </a:ext>
                    </a:extLst>
                  </p:cNvPr>
                  <p:cNvGrpSpPr/>
                  <p:nvPr/>
                </p:nvGrpSpPr>
                <p:grpSpPr>
                  <a:xfrm>
                    <a:off x="6512463" y="3525040"/>
                    <a:ext cx="393192" cy="393192"/>
                    <a:chOff x="6389147" y="3357021"/>
                    <a:chExt cx="393192" cy="393192"/>
                  </a:xfrm>
                </p:grpSpPr>
                <p:grpSp>
                  <p:nvGrpSpPr>
                    <p:cNvPr id="11873" name="Group 11872">
                      <a:extLst>
                        <a:ext uri="{FF2B5EF4-FFF2-40B4-BE49-F238E27FC236}">
                          <a16:creationId xmlns:a16="http://schemas.microsoft.com/office/drawing/2014/main" id="{F22FCB60-5605-C60D-F149-596A4AE2F695}"/>
                        </a:ext>
                      </a:extLst>
                    </p:cNvPr>
                    <p:cNvGrpSpPr/>
                    <p:nvPr/>
                  </p:nvGrpSpPr>
                  <p:grpSpPr>
                    <a:xfrm rot="7200000" flipH="1">
                      <a:off x="6389147" y="3357021"/>
                      <a:ext cx="393192" cy="393192"/>
                      <a:chOff x="5354637" y="3446463"/>
                      <a:chExt cx="214313" cy="214313"/>
                    </a:xfrm>
                  </p:grpSpPr>
                  <p:sp>
                    <p:nvSpPr>
                      <p:cNvPr id="11882" name="Arc 11881">
                        <a:extLst>
                          <a:ext uri="{FF2B5EF4-FFF2-40B4-BE49-F238E27FC236}">
                            <a16:creationId xmlns:a16="http://schemas.microsoft.com/office/drawing/2014/main" id="{AB917032-5A49-F1A2-D6CF-D5E40AB2651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883" name="Arc 11882">
                        <a:extLst>
                          <a:ext uri="{FF2B5EF4-FFF2-40B4-BE49-F238E27FC236}">
                            <a16:creationId xmlns:a16="http://schemas.microsoft.com/office/drawing/2014/main" id="{4F20885D-A7D8-6AE7-3C47-FFC1CDAFFF5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874" name="Group 11873">
                      <a:extLst>
                        <a:ext uri="{FF2B5EF4-FFF2-40B4-BE49-F238E27FC236}">
                          <a16:creationId xmlns:a16="http://schemas.microsoft.com/office/drawing/2014/main" id="{09A0328B-E9F5-94A0-8A6D-4E35CE67197B}"/>
                        </a:ext>
                      </a:extLst>
                    </p:cNvPr>
                    <p:cNvGrpSpPr/>
                    <p:nvPr/>
                  </p:nvGrpSpPr>
                  <p:grpSpPr>
                    <a:xfrm>
                      <a:off x="6434137" y="3402011"/>
                      <a:ext cx="303213" cy="303213"/>
                      <a:chOff x="6434137" y="3402011"/>
                      <a:chExt cx="303213" cy="303213"/>
                    </a:xfrm>
                  </p:grpSpPr>
                  <p:grpSp>
                    <p:nvGrpSpPr>
                      <p:cNvPr id="11875" name="Group 11874">
                        <a:extLst>
                          <a:ext uri="{FF2B5EF4-FFF2-40B4-BE49-F238E27FC236}">
                            <a16:creationId xmlns:a16="http://schemas.microsoft.com/office/drawing/2014/main" id="{2ECAAD77-85C3-CF95-F26A-986D905F7650}"/>
                          </a:ext>
                        </a:extLst>
                      </p:cNvPr>
                      <p:cNvGrpSpPr/>
                      <p:nvPr/>
                    </p:nvGrpSpPr>
                    <p:grpSpPr>
                      <a:xfrm flipH="1">
                        <a:off x="6478587" y="3446461"/>
                        <a:ext cx="214313" cy="214313"/>
                        <a:chOff x="5354637" y="3446463"/>
                        <a:chExt cx="214313" cy="214313"/>
                      </a:xfrm>
                    </p:grpSpPr>
                    <p:sp>
                      <p:nvSpPr>
                        <p:cNvPr id="11880" name="Arc 11879">
                          <a:extLst>
                            <a:ext uri="{FF2B5EF4-FFF2-40B4-BE49-F238E27FC236}">
                              <a16:creationId xmlns:a16="http://schemas.microsoft.com/office/drawing/2014/main" id="{C5550576-4A99-DA6F-70FF-F312A4AC697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881" name="Arc 11880">
                          <a:extLst>
                            <a:ext uri="{FF2B5EF4-FFF2-40B4-BE49-F238E27FC236}">
                              <a16:creationId xmlns:a16="http://schemas.microsoft.com/office/drawing/2014/main" id="{0D275999-137B-EAD7-18BA-489BC3B5235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876" name="Group 11875">
                        <a:extLst>
                          <a:ext uri="{FF2B5EF4-FFF2-40B4-BE49-F238E27FC236}">
                            <a16:creationId xmlns:a16="http://schemas.microsoft.com/office/drawing/2014/main" id="{3EDD9D3F-6329-8534-8081-DE873B1E70AC}"/>
                          </a:ext>
                        </a:extLst>
                      </p:cNvPr>
                      <p:cNvGrpSpPr/>
                      <p:nvPr/>
                    </p:nvGrpSpPr>
                    <p:grpSpPr>
                      <a:xfrm rot="14400000" flipH="1">
                        <a:off x="6434137" y="3402011"/>
                        <a:ext cx="303213" cy="303213"/>
                        <a:chOff x="5354637" y="3446463"/>
                        <a:chExt cx="214313" cy="214313"/>
                      </a:xfrm>
                    </p:grpSpPr>
                    <p:sp>
                      <p:nvSpPr>
                        <p:cNvPr id="11878" name="Arc 11877">
                          <a:extLst>
                            <a:ext uri="{FF2B5EF4-FFF2-40B4-BE49-F238E27FC236}">
                              <a16:creationId xmlns:a16="http://schemas.microsoft.com/office/drawing/2014/main" id="{17EA4E72-BFE8-0EA9-925C-63C7719EDF5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879" name="Arc 11878">
                          <a:extLst>
                            <a:ext uri="{FF2B5EF4-FFF2-40B4-BE49-F238E27FC236}">
                              <a16:creationId xmlns:a16="http://schemas.microsoft.com/office/drawing/2014/main" id="{6A806A8C-918E-D3F8-EDF0-939953BD0EB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877" name="TextBox 11876">
                        <a:extLst>
                          <a:ext uri="{FF2B5EF4-FFF2-40B4-BE49-F238E27FC236}">
                            <a16:creationId xmlns:a16="http://schemas.microsoft.com/office/drawing/2014/main" id="{F2576A8F-7B15-2DD6-958B-F1909093D999}"/>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862" name="Group 11861">
                    <a:extLst>
                      <a:ext uri="{FF2B5EF4-FFF2-40B4-BE49-F238E27FC236}">
                        <a16:creationId xmlns:a16="http://schemas.microsoft.com/office/drawing/2014/main" id="{DB21C759-6A21-A42D-DBE1-18DC517A042D}"/>
                      </a:ext>
                    </a:extLst>
                  </p:cNvPr>
                  <p:cNvGrpSpPr/>
                  <p:nvPr/>
                </p:nvGrpSpPr>
                <p:grpSpPr>
                  <a:xfrm>
                    <a:off x="6197413" y="3225768"/>
                    <a:ext cx="393192" cy="393192"/>
                    <a:chOff x="6389147" y="3932622"/>
                    <a:chExt cx="393192" cy="393192"/>
                  </a:xfrm>
                </p:grpSpPr>
                <p:grpSp>
                  <p:nvGrpSpPr>
                    <p:cNvPr id="11863" name="Group 11862">
                      <a:extLst>
                        <a:ext uri="{FF2B5EF4-FFF2-40B4-BE49-F238E27FC236}">
                          <a16:creationId xmlns:a16="http://schemas.microsoft.com/office/drawing/2014/main" id="{27011E1A-1D93-5F5B-109B-2A1A34982676}"/>
                        </a:ext>
                      </a:extLst>
                    </p:cNvPr>
                    <p:cNvGrpSpPr/>
                    <p:nvPr/>
                  </p:nvGrpSpPr>
                  <p:grpSpPr>
                    <a:xfrm flipH="1">
                      <a:off x="6478587" y="4022061"/>
                      <a:ext cx="214313" cy="214313"/>
                      <a:chOff x="5354637" y="3446463"/>
                      <a:chExt cx="214313" cy="214313"/>
                    </a:xfrm>
                  </p:grpSpPr>
                  <p:sp>
                    <p:nvSpPr>
                      <p:cNvPr id="11871" name="Arc 11870">
                        <a:extLst>
                          <a:ext uri="{FF2B5EF4-FFF2-40B4-BE49-F238E27FC236}">
                            <a16:creationId xmlns:a16="http://schemas.microsoft.com/office/drawing/2014/main" id="{56497D37-51D8-E69A-2C9D-FE1E36EB6DA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872" name="Arc 11871">
                        <a:extLst>
                          <a:ext uri="{FF2B5EF4-FFF2-40B4-BE49-F238E27FC236}">
                            <a16:creationId xmlns:a16="http://schemas.microsoft.com/office/drawing/2014/main" id="{FA584F60-6830-65CA-8580-4329AE45805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864" name="Group 11863">
                      <a:extLst>
                        <a:ext uri="{FF2B5EF4-FFF2-40B4-BE49-F238E27FC236}">
                          <a16:creationId xmlns:a16="http://schemas.microsoft.com/office/drawing/2014/main" id="{91570D52-6B53-84DC-1319-BA4B2B7D9241}"/>
                        </a:ext>
                      </a:extLst>
                    </p:cNvPr>
                    <p:cNvGrpSpPr/>
                    <p:nvPr/>
                  </p:nvGrpSpPr>
                  <p:grpSpPr>
                    <a:xfrm rot="7200000" flipH="1">
                      <a:off x="6434137" y="3977611"/>
                      <a:ext cx="303213" cy="303213"/>
                      <a:chOff x="5354637" y="3446463"/>
                      <a:chExt cx="214313" cy="214313"/>
                    </a:xfrm>
                  </p:grpSpPr>
                  <p:sp>
                    <p:nvSpPr>
                      <p:cNvPr id="11869" name="Arc 11868">
                        <a:extLst>
                          <a:ext uri="{FF2B5EF4-FFF2-40B4-BE49-F238E27FC236}">
                            <a16:creationId xmlns:a16="http://schemas.microsoft.com/office/drawing/2014/main" id="{8EF06674-E78A-0B58-187D-CC7E4257EF0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870" name="Arc 11869">
                        <a:extLst>
                          <a:ext uri="{FF2B5EF4-FFF2-40B4-BE49-F238E27FC236}">
                            <a16:creationId xmlns:a16="http://schemas.microsoft.com/office/drawing/2014/main" id="{FE910C26-BCFD-541A-1C67-FCA7EB07821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865" name="Group 11864">
                      <a:extLst>
                        <a:ext uri="{FF2B5EF4-FFF2-40B4-BE49-F238E27FC236}">
                          <a16:creationId xmlns:a16="http://schemas.microsoft.com/office/drawing/2014/main" id="{158C52E1-30C3-601B-092D-700C72EA3AC9}"/>
                        </a:ext>
                      </a:extLst>
                    </p:cNvPr>
                    <p:cNvGrpSpPr/>
                    <p:nvPr/>
                  </p:nvGrpSpPr>
                  <p:grpSpPr>
                    <a:xfrm rot="14400000" flipH="1">
                      <a:off x="6389147" y="3932622"/>
                      <a:ext cx="393192" cy="393192"/>
                      <a:chOff x="5354637" y="3446463"/>
                      <a:chExt cx="214313" cy="214313"/>
                    </a:xfrm>
                  </p:grpSpPr>
                  <p:sp>
                    <p:nvSpPr>
                      <p:cNvPr id="11867" name="Arc 11866">
                        <a:extLst>
                          <a:ext uri="{FF2B5EF4-FFF2-40B4-BE49-F238E27FC236}">
                            <a16:creationId xmlns:a16="http://schemas.microsoft.com/office/drawing/2014/main" id="{725EAC63-79DC-29FA-43B9-1F4DFD6D6C2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868" name="Arc 11867">
                        <a:extLst>
                          <a:ext uri="{FF2B5EF4-FFF2-40B4-BE49-F238E27FC236}">
                            <a16:creationId xmlns:a16="http://schemas.microsoft.com/office/drawing/2014/main" id="{8A68B623-59B1-6396-C36B-3B388013A4D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866" name="TextBox 11865">
                      <a:extLst>
                        <a:ext uri="{FF2B5EF4-FFF2-40B4-BE49-F238E27FC236}">
                          <a16:creationId xmlns:a16="http://schemas.microsoft.com/office/drawing/2014/main" id="{A0C76A3C-0396-FE5F-08DF-636CC6D54F24}"/>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9181" name="Group 9180">
              <a:extLst>
                <a:ext uri="{FF2B5EF4-FFF2-40B4-BE49-F238E27FC236}">
                  <a16:creationId xmlns:a16="http://schemas.microsoft.com/office/drawing/2014/main" id="{535992BC-9095-89EE-08FA-0BCA73871910}"/>
                </a:ext>
              </a:extLst>
            </p:cNvPr>
            <p:cNvGrpSpPr/>
            <p:nvPr/>
          </p:nvGrpSpPr>
          <p:grpSpPr>
            <a:xfrm>
              <a:off x="8413769" y="-762992"/>
              <a:ext cx="2263438" cy="2198360"/>
              <a:chOff x="5445106" y="2039507"/>
              <a:chExt cx="2263438" cy="2198360"/>
            </a:xfrm>
          </p:grpSpPr>
          <p:grpSp>
            <p:nvGrpSpPr>
              <p:cNvPr id="11665" name="Group 11664">
                <a:extLst>
                  <a:ext uri="{FF2B5EF4-FFF2-40B4-BE49-F238E27FC236}">
                    <a16:creationId xmlns:a16="http://schemas.microsoft.com/office/drawing/2014/main" id="{E709D28A-605D-1DCF-7F90-ECC0F52564C8}"/>
                  </a:ext>
                </a:extLst>
              </p:cNvPr>
              <p:cNvGrpSpPr/>
              <p:nvPr/>
            </p:nvGrpSpPr>
            <p:grpSpPr>
              <a:xfrm>
                <a:off x="5445106" y="2644743"/>
                <a:ext cx="1643204" cy="1593124"/>
                <a:chOff x="5445106" y="2644743"/>
                <a:chExt cx="1643204" cy="1593124"/>
              </a:xfrm>
            </p:grpSpPr>
            <p:grpSp>
              <p:nvGrpSpPr>
                <p:cNvPr id="11761" name="Group 11760">
                  <a:extLst>
                    <a:ext uri="{FF2B5EF4-FFF2-40B4-BE49-F238E27FC236}">
                      <a16:creationId xmlns:a16="http://schemas.microsoft.com/office/drawing/2014/main" id="{F3D925D1-F293-3871-91CE-8E94B8939349}"/>
                    </a:ext>
                  </a:extLst>
                </p:cNvPr>
                <p:cNvGrpSpPr/>
                <p:nvPr/>
              </p:nvGrpSpPr>
              <p:grpSpPr>
                <a:xfrm>
                  <a:off x="5445106" y="2644743"/>
                  <a:ext cx="1019224" cy="991639"/>
                  <a:chOff x="5886431" y="3225768"/>
                  <a:chExt cx="1019224" cy="991639"/>
                </a:xfrm>
              </p:grpSpPr>
              <p:grpSp>
                <p:nvGrpSpPr>
                  <p:cNvPr id="11809" name="Group 11808">
                    <a:extLst>
                      <a:ext uri="{FF2B5EF4-FFF2-40B4-BE49-F238E27FC236}">
                        <a16:creationId xmlns:a16="http://schemas.microsoft.com/office/drawing/2014/main" id="{0887339E-D363-2BC8-FE97-8971E2EAB4FC}"/>
                      </a:ext>
                    </a:extLst>
                  </p:cNvPr>
                  <p:cNvGrpSpPr/>
                  <p:nvPr/>
                </p:nvGrpSpPr>
                <p:grpSpPr>
                  <a:xfrm>
                    <a:off x="6197413" y="3824215"/>
                    <a:ext cx="393192" cy="393192"/>
                    <a:chOff x="5265196" y="3357021"/>
                    <a:chExt cx="393192" cy="393192"/>
                  </a:xfrm>
                </p:grpSpPr>
                <p:grpSp>
                  <p:nvGrpSpPr>
                    <p:cNvPr id="11844" name="Group 11843">
                      <a:extLst>
                        <a:ext uri="{FF2B5EF4-FFF2-40B4-BE49-F238E27FC236}">
                          <a16:creationId xmlns:a16="http://schemas.microsoft.com/office/drawing/2014/main" id="{519EB884-E9BF-8F98-EAF8-347456CE5C53}"/>
                        </a:ext>
                      </a:extLst>
                    </p:cNvPr>
                    <p:cNvGrpSpPr/>
                    <p:nvPr/>
                  </p:nvGrpSpPr>
                  <p:grpSpPr>
                    <a:xfrm rot="14400000">
                      <a:off x="5265196" y="3357021"/>
                      <a:ext cx="393192" cy="393192"/>
                      <a:chOff x="5354637" y="3446463"/>
                      <a:chExt cx="214313" cy="214313"/>
                    </a:xfrm>
                  </p:grpSpPr>
                  <p:sp>
                    <p:nvSpPr>
                      <p:cNvPr id="11853" name="Arc 11852">
                        <a:extLst>
                          <a:ext uri="{FF2B5EF4-FFF2-40B4-BE49-F238E27FC236}">
                            <a16:creationId xmlns:a16="http://schemas.microsoft.com/office/drawing/2014/main" id="{C77B174D-2500-AF7A-AA52-E40E99B6DC8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854" name="Arc 11853">
                        <a:extLst>
                          <a:ext uri="{FF2B5EF4-FFF2-40B4-BE49-F238E27FC236}">
                            <a16:creationId xmlns:a16="http://schemas.microsoft.com/office/drawing/2014/main" id="{58D48FB5-AA10-2736-9E24-EFDDC3B073E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845" name="Group 11844">
                      <a:extLst>
                        <a:ext uri="{FF2B5EF4-FFF2-40B4-BE49-F238E27FC236}">
                          <a16:creationId xmlns:a16="http://schemas.microsoft.com/office/drawing/2014/main" id="{E783A716-9A1C-F478-8158-375578580683}"/>
                        </a:ext>
                      </a:extLst>
                    </p:cNvPr>
                    <p:cNvGrpSpPr/>
                    <p:nvPr/>
                  </p:nvGrpSpPr>
                  <p:grpSpPr>
                    <a:xfrm>
                      <a:off x="5310186" y="3402011"/>
                      <a:ext cx="303213" cy="303213"/>
                      <a:chOff x="5310186" y="3402011"/>
                      <a:chExt cx="303213" cy="303213"/>
                    </a:xfrm>
                  </p:grpSpPr>
                  <p:grpSp>
                    <p:nvGrpSpPr>
                      <p:cNvPr id="11846" name="Group 11845">
                        <a:extLst>
                          <a:ext uri="{FF2B5EF4-FFF2-40B4-BE49-F238E27FC236}">
                            <a16:creationId xmlns:a16="http://schemas.microsoft.com/office/drawing/2014/main" id="{1F2F14F9-F96E-C186-0A89-5019CAFF441A}"/>
                          </a:ext>
                        </a:extLst>
                      </p:cNvPr>
                      <p:cNvGrpSpPr/>
                      <p:nvPr/>
                    </p:nvGrpSpPr>
                    <p:grpSpPr>
                      <a:xfrm>
                        <a:off x="5354636" y="3446461"/>
                        <a:ext cx="214313" cy="214313"/>
                        <a:chOff x="5354637" y="3446463"/>
                        <a:chExt cx="214313" cy="214313"/>
                      </a:xfrm>
                    </p:grpSpPr>
                    <p:sp>
                      <p:nvSpPr>
                        <p:cNvPr id="11851" name="Arc 11850">
                          <a:extLst>
                            <a:ext uri="{FF2B5EF4-FFF2-40B4-BE49-F238E27FC236}">
                              <a16:creationId xmlns:a16="http://schemas.microsoft.com/office/drawing/2014/main" id="{02AE7E50-39B3-8EC4-2D6E-5502153505B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852" name="Arc 11851">
                          <a:extLst>
                            <a:ext uri="{FF2B5EF4-FFF2-40B4-BE49-F238E27FC236}">
                              <a16:creationId xmlns:a16="http://schemas.microsoft.com/office/drawing/2014/main" id="{79E6BDD6-9A5A-0CE9-1DF9-956A006D1FE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847" name="Group 11846">
                        <a:extLst>
                          <a:ext uri="{FF2B5EF4-FFF2-40B4-BE49-F238E27FC236}">
                            <a16:creationId xmlns:a16="http://schemas.microsoft.com/office/drawing/2014/main" id="{6F85F99D-31ED-AB4E-C5A1-8725DBA78E69}"/>
                          </a:ext>
                        </a:extLst>
                      </p:cNvPr>
                      <p:cNvGrpSpPr/>
                      <p:nvPr/>
                    </p:nvGrpSpPr>
                    <p:grpSpPr>
                      <a:xfrm rot="7200000">
                        <a:off x="5310186" y="3402011"/>
                        <a:ext cx="303213" cy="303213"/>
                        <a:chOff x="5354637" y="3446463"/>
                        <a:chExt cx="214313" cy="214313"/>
                      </a:xfrm>
                    </p:grpSpPr>
                    <p:sp>
                      <p:nvSpPr>
                        <p:cNvPr id="11849" name="Arc 11848">
                          <a:extLst>
                            <a:ext uri="{FF2B5EF4-FFF2-40B4-BE49-F238E27FC236}">
                              <a16:creationId xmlns:a16="http://schemas.microsoft.com/office/drawing/2014/main" id="{FF615057-6672-8AC0-54A8-D872372BA5A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850" name="Arc 11849">
                          <a:extLst>
                            <a:ext uri="{FF2B5EF4-FFF2-40B4-BE49-F238E27FC236}">
                              <a16:creationId xmlns:a16="http://schemas.microsoft.com/office/drawing/2014/main" id="{9483DA3D-EC2D-A0F4-62A2-524E153B86D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848" name="TextBox 11847">
                        <a:extLst>
                          <a:ext uri="{FF2B5EF4-FFF2-40B4-BE49-F238E27FC236}">
                            <a16:creationId xmlns:a16="http://schemas.microsoft.com/office/drawing/2014/main" id="{1F6D2BEF-89DA-5AAB-7C62-B2652242BD6D}"/>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810" name="Group 11809">
                    <a:extLst>
                      <a:ext uri="{FF2B5EF4-FFF2-40B4-BE49-F238E27FC236}">
                        <a16:creationId xmlns:a16="http://schemas.microsoft.com/office/drawing/2014/main" id="{982E9419-F67B-6017-3E59-4287CD373B2D}"/>
                      </a:ext>
                    </a:extLst>
                  </p:cNvPr>
                  <p:cNvGrpSpPr/>
                  <p:nvPr/>
                </p:nvGrpSpPr>
                <p:grpSpPr>
                  <a:xfrm>
                    <a:off x="5886431" y="3525040"/>
                    <a:ext cx="393192" cy="393192"/>
                    <a:chOff x="5265196" y="3932619"/>
                    <a:chExt cx="393192" cy="393192"/>
                  </a:xfrm>
                </p:grpSpPr>
                <p:grpSp>
                  <p:nvGrpSpPr>
                    <p:cNvPr id="11834" name="Group 11833">
                      <a:extLst>
                        <a:ext uri="{FF2B5EF4-FFF2-40B4-BE49-F238E27FC236}">
                          <a16:creationId xmlns:a16="http://schemas.microsoft.com/office/drawing/2014/main" id="{94C9DFAC-9C2D-14DA-FC26-76360437C4E1}"/>
                        </a:ext>
                      </a:extLst>
                    </p:cNvPr>
                    <p:cNvGrpSpPr/>
                    <p:nvPr/>
                  </p:nvGrpSpPr>
                  <p:grpSpPr>
                    <a:xfrm>
                      <a:off x="5354636" y="4022061"/>
                      <a:ext cx="214313" cy="214313"/>
                      <a:chOff x="5354637" y="3446463"/>
                      <a:chExt cx="214313" cy="214313"/>
                    </a:xfrm>
                  </p:grpSpPr>
                  <p:sp>
                    <p:nvSpPr>
                      <p:cNvPr id="11842" name="Arc 11841">
                        <a:extLst>
                          <a:ext uri="{FF2B5EF4-FFF2-40B4-BE49-F238E27FC236}">
                            <a16:creationId xmlns:a16="http://schemas.microsoft.com/office/drawing/2014/main" id="{7A0FACBA-4667-4028-3D2F-52481876B75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843" name="Arc 11842">
                        <a:extLst>
                          <a:ext uri="{FF2B5EF4-FFF2-40B4-BE49-F238E27FC236}">
                            <a16:creationId xmlns:a16="http://schemas.microsoft.com/office/drawing/2014/main" id="{82961E00-F1D8-6F1A-2597-9391F93F1A9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835" name="Group 11834">
                      <a:extLst>
                        <a:ext uri="{FF2B5EF4-FFF2-40B4-BE49-F238E27FC236}">
                          <a16:creationId xmlns:a16="http://schemas.microsoft.com/office/drawing/2014/main" id="{0CAB0050-CBC1-DC1F-6328-20AC0872FF83}"/>
                        </a:ext>
                      </a:extLst>
                    </p:cNvPr>
                    <p:cNvGrpSpPr/>
                    <p:nvPr/>
                  </p:nvGrpSpPr>
                  <p:grpSpPr>
                    <a:xfrm rot="14400000">
                      <a:off x="5310186" y="3977611"/>
                      <a:ext cx="303213" cy="303213"/>
                      <a:chOff x="5354637" y="3446463"/>
                      <a:chExt cx="214313" cy="214313"/>
                    </a:xfrm>
                  </p:grpSpPr>
                  <p:sp>
                    <p:nvSpPr>
                      <p:cNvPr id="11840" name="Arc 11839">
                        <a:extLst>
                          <a:ext uri="{FF2B5EF4-FFF2-40B4-BE49-F238E27FC236}">
                            <a16:creationId xmlns:a16="http://schemas.microsoft.com/office/drawing/2014/main" id="{9CE20B23-B422-24F8-A13D-5321B9C0AA8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841" name="Arc 11840">
                        <a:extLst>
                          <a:ext uri="{FF2B5EF4-FFF2-40B4-BE49-F238E27FC236}">
                            <a16:creationId xmlns:a16="http://schemas.microsoft.com/office/drawing/2014/main" id="{63BB9D6C-45D2-BD19-F98E-23BB3744B15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836" name="Group 11835">
                      <a:extLst>
                        <a:ext uri="{FF2B5EF4-FFF2-40B4-BE49-F238E27FC236}">
                          <a16:creationId xmlns:a16="http://schemas.microsoft.com/office/drawing/2014/main" id="{5D411CAD-23A8-90BF-9EF1-365785E2BAC3}"/>
                        </a:ext>
                      </a:extLst>
                    </p:cNvPr>
                    <p:cNvGrpSpPr/>
                    <p:nvPr/>
                  </p:nvGrpSpPr>
                  <p:grpSpPr>
                    <a:xfrm rot="7200000">
                      <a:off x="5265196" y="3932619"/>
                      <a:ext cx="393192" cy="393192"/>
                      <a:chOff x="5354637" y="3446463"/>
                      <a:chExt cx="214313" cy="214313"/>
                    </a:xfrm>
                  </p:grpSpPr>
                  <p:sp>
                    <p:nvSpPr>
                      <p:cNvPr id="11838" name="Arc 11837">
                        <a:extLst>
                          <a:ext uri="{FF2B5EF4-FFF2-40B4-BE49-F238E27FC236}">
                            <a16:creationId xmlns:a16="http://schemas.microsoft.com/office/drawing/2014/main" id="{525C619A-EED3-E79C-83A3-EEDC13A06FF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839" name="Arc 11838">
                        <a:extLst>
                          <a:ext uri="{FF2B5EF4-FFF2-40B4-BE49-F238E27FC236}">
                            <a16:creationId xmlns:a16="http://schemas.microsoft.com/office/drawing/2014/main" id="{6049F129-D814-4F35-17E2-8EF9F8BFD66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837" name="TextBox 11836">
                      <a:extLst>
                        <a:ext uri="{FF2B5EF4-FFF2-40B4-BE49-F238E27FC236}">
                          <a16:creationId xmlns:a16="http://schemas.microsoft.com/office/drawing/2014/main" id="{51AAD821-CF1C-9348-CB7D-012221BC3177}"/>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1811" name="Group 11810">
                    <a:extLst>
                      <a:ext uri="{FF2B5EF4-FFF2-40B4-BE49-F238E27FC236}">
                        <a16:creationId xmlns:a16="http://schemas.microsoft.com/office/drawing/2014/main" id="{13A2F241-3394-4CB3-9FBF-224E28AC65AD}"/>
                      </a:ext>
                    </a:extLst>
                  </p:cNvPr>
                  <p:cNvGrpSpPr/>
                  <p:nvPr/>
                </p:nvGrpSpPr>
                <p:grpSpPr>
                  <a:xfrm>
                    <a:off x="6512463" y="3525040"/>
                    <a:ext cx="393192" cy="393192"/>
                    <a:chOff x="6389147" y="3357021"/>
                    <a:chExt cx="393192" cy="393192"/>
                  </a:xfrm>
                </p:grpSpPr>
                <p:grpSp>
                  <p:nvGrpSpPr>
                    <p:cNvPr id="11823" name="Group 11822">
                      <a:extLst>
                        <a:ext uri="{FF2B5EF4-FFF2-40B4-BE49-F238E27FC236}">
                          <a16:creationId xmlns:a16="http://schemas.microsoft.com/office/drawing/2014/main" id="{EB02F0B8-1825-5F1A-70DD-EB0D7BD1B507}"/>
                        </a:ext>
                      </a:extLst>
                    </p:cNvPr>
                    <p:cNvGrpSpPr/>
                    <p:nvPr/>
                  </p:nvGrpSpPr>
                  <p:grpSpPr>
                    <a:xfrm rot="7200000" flipH="1">
                      <a:off x="6389147" y="3357021"/>
                      <a:ext cx="393192" cy="393192"/>
                      <a:chOff x="5354637" y="3446463"/>
                      <a:chExt cx="214313" cy="214313"/>
                    </a:xfrm>
                  </p:grpSpPr>
                  <p:sp>
                    <p:nvSpPr>
                      <p:cNvPr id="11832" name="Arc 11831">
                        <a:extLst>
                          <a:ext uri="{FF2B5EF4-FFF2-40B4-BE49-F238E27FC236}">
                            <a16:creationId xmlns:a16="http://schemas.microsoft.com/office/drawing/2014/main" id="{9434469B-5BC2-819B-92FE-ACD1DEFFC2A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833" name="Arc 11832">
                        <a:extLst>
                          <a:ext uri="{FF2B5EF4-FFF2-40B4-BE49-F238E27FC236}">
                            <a16:creationId xmlns:a16="http://schemas.microsoft.com/office/drawing/2014/main" id="{4B767E3E-D849-E344-88C8-0DE2B10B924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824" name="Group 11823">
                      <a:extLst>
                        <a:ext uri="{FF2B5EF4-FFF2-40B4-BE49-F238E27FC236}">
                          <a16:creationId xmlns:a16="http://schemas.microsoft.com/office/drawing/2014/main" id="{35150F4E-2865-F694-ED26-97C85331E443}"/>
                        </a:ext>
                      </a:extLst>
                    </p:cNvPr>
                    <p:cNvGrpSpPr/>
                    <p:nvPr/>
                  </p:nvGrpSpPr>
                  <p:grpSpPr>
                    <a:xfrm>
                      <a:off x="6434137" y="3402011"/>
                      <a:ext cx="303213" cy="303213"/>
                      <a:chOff x="6434137" y="3402011"/>
                      <a:chExt cx="303213" cy="303213"/>
                    </a:xfrm>
                  </p:grpSpPr>
                  <p:grpSp>
                    <p:nvGrpSpPr>
                      <p:cNvPr id="11825" name="Group 11824">
                        <a:extLst>
                          <a:ext uri="{FF2B5EF4-FFF2-40B4-BE49-F238E27FC236}">
                            <a16:creationId xmlns:a16="http://schemas.microsoft.com/office/drawing/2014/main" id="{F2A8C6D4-9460-2ED4-3603-ABB6B000DCE0}"/>
                          </a:ext>
                        </a:extLst>
                      </p:cNvPr>
                      <p:cNvGrpSpPr/>
                      <p:nvPr/>
                    </p:nvGrpSpPr>
                    <p:grpSpPr>
                      <a:xfrm flipH="1">
                        <a:off x="6478587" y="3446461"/>
                        <a:ext cx="214313" cy="214313"/>
                        <a:chOff x="5354637" y="3446463"/>
                        <a:chExt cx="214313" cy="214313"/>
                      </a:xfrm>
                    </p:grpSpPr>
                    <p:sp>
                      <p:nvSpPr>
                        <p:cNvPr id="11830" name="Arc 11829">
                          <a:extLst>
                            <a:ext uri="{FF2B5EF4-FFF2-40B4-BE49-F238E27FC236}">
                              <a16:creationId xmlns:a16="http://schemas.microsoft.com/office/drawing/2014/main" id="{32A4BA1B-B109-6682-2167-6A16666AAF0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831" name="Arc 11830">
                          <a:extLst>
                            <a:ext uri="{FF2B5EF4-FFF2-40B4-BE49-F238E27FC236}">
                              <a16:creationId xmlns:a16="http://schemas.microsoft.com/office/drawing/2014/main" id="{76C3AF31-1031-0C12-EC1C-CC63EDEAD02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826" name="Group 11825">
                        <a:extLst>
                          <a:ext uri="{FF2B5EF4-FFF2-40B4-BE49-F238E27FC236}">
                            <a16:creationId xmlns:a16="http://schemas.microsoft.com/office/drawing/2014/main" id="{57AABA38-B082-E2FF-B3BA-34359BE3AD93}"/>
                          </a:ext>
                        </a:extLst>
                      </p:cNvPr>
                      <p:cNvGrpSpPr/>
                      <p:nvPr/>
                    </p:nvGrpSpPr>
                    <p:grpSpPr>
                      <a:xfrm rot="14400000" flipH="1">
                        <a:off x="6434137" y="3402011"/>
                        <a:ext cx="303213" cy="303213"/>
                        <a:chOff x="5354637" y="3446463"/>
                        <a:chExt cx="214313" cy="214313"/>
                      </a:xfrm>
                    </p:grpSpPr>
                    <p:sp>
                      <p:nvSpPr>
                        <p:cNvPr id="11828" name="Arc 11827">
                          <a:extLst>
                            <a:ext uri="{FF2B5EF4-FFF2-40B4-BE49-F238E27FC236}">
                              <a16:creationId xmlns:a16="http://schemas.microsoft.com/office/drawing/2014/main" id="{B2CF1438-AEB9-52B9-B112-DED546CE0CC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829" name="Arc 11828">
                          <a:extLst>
                            <a:ext uri="{FF2B5EF4-FFF2-40B4-BE49-F238E27FC236}">
                              <a16:creationId xmlns:a16="http://schemas.microsoft.com/office/drawing/2014/main" id="{E8617472-765A-12BB-C0CC-29CB4EB3139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827" name="TextBox 11826">
                        <a:extLst>
                          <a:ext uri="{FF2B5EF4-FFF2-40B4-BE49-F238E27FC236}">
                            <a16:creationId xmlns:a16="http://schemas.microsoft.com/office/drawing/2014/main" id="{5B27D653-E2EE-CDC4-140D-6758166281D5}"/>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812" name="Group 11811">
                    <a:extLst>
                      <a:ext uri="{FF2B5EF4-FFF2-40B4-BE49-F238E27FC236}">
                        <a16:creationId xmlns:a16="http://schemas.microsoft.com/office/drawing/2014/main" id="{A017BE98-F2A4-3DC4-73FE-DB91AF6BF55A}"/>
                      </a:ext>
                    </a:extLst>
                  </p:cNvPr>
                  <p:cNvGrpSpPr/>
                  <p:nvPr/>
                </p:nvGrpSpPr>
                <p:grpSpPr>
                  <a:xfrm>
                    <a:off x="6197413" y="3225768"/>
                    <a:ext cx="393192" cy="393192"/>
                    <a:chOff x="6389147" y="3932622"/>
                    <a:chExt cx="393192" cy="393192"/>
                  </a:xfrm>
                </p:grpSpPr>
                <p:grpSp>
                  <p:nvGrpSpPr>
                    <p:cNvPr id="11813" name="Group 11812">
                      <a:extLst>
                        <a:ext uri="{FF2B5EF4-FFF2-40B4-BE49-F238E27FC236}">
                          <a16:creationId xmlns:a16="http://schemas.microsoft.com/office/drawing/2014/main" id="{7D9F8BC8-D953-1930-B88E-D287B38EA422}"/>
                        </a:ext>
                      </a:extLst>
                    </p:cNvPr>
                    <p:cNvGrpSpPr/>
                    <p:nvPr/>
                  </p:nvGrpSpPr>
                  <p:grpSpPr>
                    <a:xfrm flipH="1">
                      <a:off x="6478587" y="4022061"/>
                      <a:ext cx="214313" cy="214313"/>
                      <a:chOff x="5354637" y="3446463"/>
                      <a:chExt cx="214313" cy="214313"/>
                    </a:xfrm>
                  </p:grpSpPr>
                  <p:sp>
                    <p:nvSpPr>
                      <p:cNvPr id="11821" name="Arc 11820">
                        <a:extLst>
                          <a:ext uri="{FF2B5EF4-FFF2-40B4-BE49-F238E27FC236}">
                            <a16:creationId xmlns:a16="http://schemas.microsoft.com/office/drawing/2014/main" id="{428CF534-A834-235B-AD08-C4B16E99D48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822" name="Arc 11821">
                        <a:extLst>
                          <a:ext uri="{FF2B5EF4-FFF2-40B4-BE49-F238E27FC236}">
                            <a16:creationId xmlns:a16="http://schemas.microsoft.com/office/drawing/2014/main" id="{E964FF7B-8628-99F5-1491-E2BBB150C2D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814" name="Group 11813">
                      <a:extLst>
                        <a:ext uri="{FF2B5EF4-FFF2-40B4-BE49-F238E27FC236}">
                          <a16:creationId xmlns:a16="http://schemas.microsoft.com/office/drawing/2014/main" id="{B7DD9C08-0F20-2815-5A0E-1D049A3F4878}"/>
                        </a:ext>
                      </a:extLst>
                    </p:cNvPr>
                    <p:cNvGrpSpPr/>
                    <p:nvPr/>
                  </p:nvGrpSpPr>
                  <p:grpSpPr>
                    <a:xfrm rot="7200000" flipH="1">
                      <a:off x="6434137" y="3977611"/>
                      <a:ext cx="303213" cy="303213"/>
                      <a:chOff x="5354637" y="3446463"/>
                      <a:chExt cx="214313" cy="214313"/>
                    </a:xfrm>
                  </p:grpSpPr>
                  <p:sp>
                    <p:nvSpPr>
                      <p:cNvPr id="11819" name="Arc 11818">
                        <a:extLst>
                          <a:ext uri="{FF2B5EF4-FFF2-40B4-BE49-F238E27FC236}">
                            <a16:creationId xmlns:a16="http://schemas.microsoft.com/office/drawing/2014/main" id="{159D040D-B7E1-FD67-56FA-73AEEE0871F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820" name="Arc 11819">
                        <a:extLst>
                          <a:ext uri="{FF2B5EF4-FFF2-40B4-BE49-F238E27FC236}">
                            <a16:creationId xmlns:a16="http://schemas.microsoft.com/office/drawing/2014/main" id="{4AA32403-FB5D-865A-BB05-DC6F434E4CA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815" name="Group 11814">
                      <a:extLst>
                        <a:ext uri="{FF2B5EF4-FFF2-40B4-BE49-F238E27FC236}">
                          <a16:creationId xmlns:a16="http://schemas.microsoft.com/office/drawing/2014/main" id="{47E63A8E-0DD2-B7ED-CBEE-63A585221FEE}"/>
                        </a:ext>
                      </a:extLst>
                    </p:cNvPr>
                    <p:cNvGrpSpPr/>
                    <p:nvPr/>
                  </p:nvGrpSpPr>
                  <p:grpSpPr>
                    <a:xfrm rot="14400000" flipH="1">
                      <a:off x="6389147" y="3932622"/>
                      <a:ext cx="393192" cy="393192"/>
                      <a:chOff x="5354637" y="3446463"/>
                      <a:chExt cx="214313" cy="214313"/>
                    </a:xfrm>
                  </p:grpSpPr>
                  <p:sp>
                    <p:nvSpPr>
                      <p:cNvPr id="11817" name="Arc 11816">
                        <a:extLst>
                          <a:ext uri="{FF2B5EF4-FFF2-40B4-BE49-F238E27FC236}">
                            <a16:creationId xmlns:a16="http://schemas.microsoft.com/office/drawing/2014/main" id="{B56E103F-7141-9EF5-65B6-BD7F814EC91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818" name="Arc 11817">
                        <a:extLst>
                          <a:ext uri="{FF2B5EF4-FFF2-40B4-BE49-F238E27FC236}">
                            <a16:creationId xmlns:a16="http://schemas.microsoft.com/office/drawing/2014/main" id="{491B3A85-BA8A-6F8D-D6E9-B54FAAC042D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816" name="TextBox 11815">
                      <a:extLst>
                        <a:ext uri="{FF2B5EF4-FFF2-40B4-BE49-F238E27FC236}">
                          <a16:creationId xmlns:a16="http://schemas.microsoft.com/office/drawing/2014/main" id="{3DC2E5B7-CAD8-2311-0010-85FD3E3602DC}"/>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762" name="Group 11761">
                  <a:extLst>
                    <a:ext uri="{FF2B5EF4-FFF2-40B4-BE49-F238E27FC236}">
                      <a16:creationId xmlns:a16="http://schemas.microsoft.com/office/drawing/2014/main" id="{C18102D4-CAB7-1F80-E48F-31723CEC50A7}"/>
                    </a:ext>
                  </a:extLst>
                </p:cNvPr>
                <p:cNvGrpSpPr/>
                <p:nvPr/>
              </p:nvGrpSpPr>
              <p:grpSpPr>
                <a:xfrm>
                  <a:off x="6069086" y="3246228"/>
                  <a:ext cx="1019224" cy="991639"/>
                  <a:chOff x="5886431" y="3225768"/>
                  <a:chExt cx="1019224" cy="991639"/>
                </a:xfrm>
              </p:grpSpPr>
              <p:grpSp>
                <p:nvGrpSpPr>
                  <p:cNvPr id="11763" name="Group 11762">
                    <a:extLst>
                      <a:ext uri="{FF2B5EF4-FFF2-40B4-BE49-F238E27FC236}">
                        <a16:creationId xmlns:a16="http://schemas.microsoft.com/office/drawing/2014/main" id="{6FF2261F-DE8F-9074-1A7B-A05FFC56CB26}"/>
                      </a:ext>
                    </a:extLst>
                  </p:cNvPr>
                  <p:cNvGrpSpPr/>
                  <p:nvPr/>
                </p:nvGrpSpPr>
                <p:grpSpPr>
                  <a:xfrm>
                    <a:off x="6197413" y="3824215"/>
                    <a:ext cx="393192" cy="393192"/>
                    <a:chOff x="5265196" y="3357021"/>
                    <a:chExt cx="393192" cy="393192"/>
                  </a:xfrm>
                </p:grpSpPr>
                <p:grpSp>
                  <p:nvGrpSpPr>
                    <p:cNvPr id="11798" name="Group 11797">
                      <a:extLst>
                        <a:ext uri="{FF2B5EF4-FFF2-40B4-BE49-F238E27FC236}">
                          <a16:creationId xmlns:a16="http://schemas.microsoft.com/office/drawing/2014/main" id="{0E338A7B-1888-B0E3-FD5A-35DFA63E4F25}"/>
                        </a:ext>
                      </a:extLst>
                    </p:cNvPr>
                    <p:cNvGrpSpPr/>
                    <p:nvPr/>
                  </p:nvGrpSpPr>
                  <p:grpSpPr>
                    <a:xfrm rot="14400000">
                      <a:off x="5265196" y="3357021"/>
                      <a:ext cx="393192" cy="393192"/>
                      <a:chOff x="5354637" y="3446463"/>
                      <a:chExt cx="214313" cy="214313"/>
                    </a:xfrm>
                  </p:grpSpPr>
                  <p:sp>
                    <p:nvSpPr>
                      <p:cNvPr id="11807" name="Arc 11806">
                        <a:extLst>
                          <a:ext uri="{FF2B5EF4-FFF2-40B4-BE49-F238E27FC236}">
                            <a16:creationId xmlns:a16="http://schemas.microsoft.com/office/drawing/2014/main" id="{BF58C837-29C3-21A0-1586-36635D52D2A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808" name="Arc 11807">
                        <a:extLst>
                          <a:ext uri="{FF2B5EF4-FFF2-40B4-BE49-F238E27FC236}">
                            <a16:creationId xmlns:a16="http://schemas.microsoft.com/office/drawing/2014/main" id="{44099E8D-B26A-0D00-4B37-FEAE98D6633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799" name="Group 11798">
                      <a:extLst>
                        <a:ext uri="{FF2B5EF4-FFF2-40B4-BE49-F238E27FC236}">
                          <a16:creationId xmlns:a16="http://schemas.microsoft.com/office/drawing/2014/main" id="{50E01E46-9F91-5EF1-2EE4-B5039040C8BB}"/>
                        </a:ext>
                      </a:extLst>
                    </p:cNvPr>
                    <p:cNvGrpSpPr/>
                    <p:nvPr/>
                  </p:nvGrpSpPr>
                  <p:grpSpPr>
                    <a:xfrm>
                      <a:off x="5310186" y="3402011"/>
                      <a:ext cx="303213" cy="303213"/>
                      <a:chOff x="5310186" y="3402011"/>
                      <a:chExt cx="303213" cy="303213"/>
                    </a:xfrm>
                  </p:grpSpPr>
                  <p:grpSp>
                    <p:nvGrpSpPr>
                      <p:cNvPr id="11800" name="Group 11799">
                        <a:extLst>
                          <a:ext uri="{FF2B5EF4-FFF2-40B4-BE49-F238E27FC236}">
                            <a16:creationId xmlns:a16="http://schemas.microsoft.com/office/drawing/2014/main" id="{78C7DE24-7066-C246-AD18-F991D2C0A521}"/>
                          </a:ext>
                        </a:extLst>
                      </p:cNvPr>
                      <p:cNvGrpSpPr/>
                      <p:nvPr/>
                    </p:nvGrpSpPr>
                    <p:grpSpPr>
                      <a:xfrm>
                        <a:off x="5354636" y="3446461"/>
                        <a:ext cx="214313" cy="214313"/>
                        <a:chOff x="5354637" y="3446463"/>
                        <a:chExt cx="214313" cy="214313"/>
                      </a:xfrm>
                    </p:grpSpPr>
                    <p:sp>
                      <p:nvSpPr>
                        <p:cNvPr id="11805" name="Arc 11804">
                          <a:extLst>
                            <a:ext uri="{FF2B5EF4-FFF2-40B4-BE49-F238E27FC236}">
                              <a16:creationId xmlns:a16="http://schemas.microsoft.com/office/drawing/2014/main" id="{EFAC8B16-5A71-12C9-3E1D-66CEE0DBA1C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806" name="Arc 11805">
                          <a:extLst>
                            <a:ext uri="{FF2B5EF4-FFF2-40B4-BE49-F238E27FC236}">
                              <a16:creationId xmlns:a16="http://schemas.microsoft.com/office/drawing/2014/main" id="{10163395-7A45-667C-8E07-591D6B9EEF8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801" name="Group 11800">
                        <a:extLst>
                          <a:ext uri="{FF2B5EF4-FFF2-40B4-BE49-F238E27FC236}">
                            <a16:creationId xmlns:a16="http://schemas.microsoft.com/office/drawing/2014/main" id="{148B3E39-6DEF-5413-01AA-5168FDE01FC8}"/>
                          </a:ext>
                        </a:extLst>
                      </p:cNvPr>
                      <p:cNvGrpSpPr/>
                      <p:nvPr/>
                    </p:nvGrpSpPr>
                    <p:grpSpPr>
                      <a:xfrm rot="7200000">
                        <a:off x="5310186" y="3402011"/>
                        <a:ext cx="303213" cy="303213"/>
                        <a:chOff x="5354637" y="3446463"/>
                        <a:chExt cx="214313" cy="214313"/>
                      </a:xfrm>
                    </p:grpSpPr>
                    <p:sp>
                      <p:nvSpPr>
                        <p:cNvPr id="11803" name="Arc 11802">
                          <a:extLst>
                            <a:ext uri="{FF2B5EF4-FFF2-40B4-BE49-F238E27FC236}">
                              <a16:creationId xmlns:a16="http://schemas.microsoft.com/office/drawing/2014/main" id="{517A8B4F-AB70-AA23-C67C-57635BCD26D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804" name="Arc 11803">
                          <a:extLst>
                            <a:ext uri="{FF2B5EF4-FFF2-40B4-BE49-F238E27FC236}">
                              <a16:creationId xmlns:a16="http://schemas.microsoft.com/office/drawing/2014/main" id="{7395F8D9-C308-207D-CDA2-80C5BF9C2EF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802" name="TextBox 11801">
                        <a:extLst>
                          <a:ext uri="{FF2B5EF4-FFF2-40B4-BE49-F238E27FC236}">
                            <a16:creationId xmlns:a16="http://schemas.microsoft.com/office/drawing/2014/main" id="{C0BA636C-2C68-01A5-EA74-B22E0F3B48C6}"/>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764" name="Group 11763">
                    <a:extLst>
                      <a:ext uri="{FF2B5EF4-FFF2-40B4-BE49-F238E27FC236}">
                        <a16:creationId xmlns:a16="http://schemas.microsoft.com/office/drawing/2014/main" id="{9345688A-A1E9-3DD5-7F97-A799E5C61FF7}"/>
                      </a:ext>
                    </a:extLst>
                  </p:cNvPr>
                  <p:cNvGrpSpPr/>
                  <p:nvPr/>
                </p:nvGrpSpPr>
                <p:grpSpPr>
                  <a:xfrm>
                    <a:off x="5886431" y="3525040"/>
                    <a:ext cx="393192" cy="393192"/>
                    <a:chOff x="5265196" y="3932619"/>
                    <a:chExt cx="393192" cy="393192"/>
                  </a:xfrm>
                </p:grpSpPr>
                <p:grpSp>
                  <p:nvGrpSpPr>
                    <p:cNvPr id="11788" name="Group 11787">
                      <a:extLst>
                        <a:ext uri="{FF2B5EF4-FFF2-40B4-BE49-F238E27FC236}">
                          <a16:creationId xmlns:a16="http://schemas.microsoft.com/office/drawing/2014/main" id="{07C7BB60-EFED-B589-05BB-4E734C8F4022}"/>
                        </a:ext>
                      </a:extLst>
                    </p:cNvPr>
                    <p:cNvGrpSpPr/>
                    <p:nvPr/>
                  </p:nvGrpSpPr>
                  <p:grpSpPr>
                    <a:xfrm>
                      <a:off x="5354636" y="4022061"/>
                      <a:ext cx="214313" cy="214313"/>
                      <a:chOff x="5354637" y="3446463"/>
                      <a:chExt cx="214313" cy="214313"/>
                    </a:xfrm>
                  </p:grpSpPr>
                  <p:sp>
                    <p:nvSpPr>
                      <p:cNvPr id="11796" name="Arc 11795">
                        <a:extLst>
                          <a:ext uri="{FF2B5EF4-FFF2-40B4-BE49-F238E27FC236}">
                            <a16:creationId xmlns:a16="http://schemas.microsoft.com/office/drawing/2014/main" id="{70E5DDF0-AB5C-FC08-07F9-5BE58908910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797" name="Arc 11796">
                        <a:extLst>
                          <a:ext uri="{FF2B5EF4-FFF2-40B4-BE49-F238E27FC236}">
                            <a16:creationId xmlns:a16="http://schemas.microsoft.com/office/drawing/2014/main" id="{462A3289-78B0-FC72-D6B2-7BECE5FDD93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789" name="Group 11788">
                      <a:extLst>
                        <a:ext uri="{FF2B5EF4-FFF2-40B4-BE49-F238E27FC236}">
                          <a16:creationId xmlns:a16="http://schemas.microsoft.com/office/drawing/2014/main" id="{E7DA10E5-6DBC-2E8A-F172-FE7B6418555E}"/>
                        </a:ext>
                      </a:extLst>
                    </p:cNvPr>
                    <p:cNvGrpSpPr/>
                    <p:nvPr/>
                  </p:nvGrpSpPr>
                  <p:grpSpPr>
                    <a:xfrm rot="14400000">
                      <a:off x="5310186" y="3977611"/>
                      <a:ext cx="303213" cy="303213"/>
                      <a:chOff x="5354637" y="3446463"/>
                      <a:chExt cx="214313" cy="214313"/>
                    </a:xfrm>
                  </p:grpSpPr>
                  <p:sp>
                    <p:nvSpPr>
                      <p:cNvPr id="11794" name="Arc 11793">
                        <a:extLst>
                          <a:ext uri="{FF2B5EF4-FFF2-40B4-BE49-F238E27FC236}">
                            <a16:creationId xmlns:a16="http://schemas.microsoft.com/office/drawing/2014/main" id="{542DE632-A688-625D-67C8-DDC532EB945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795" name="Arc 11794">
                        <a:extLst>
                          <a:ext uri="{FF2B5EF4-FFF2-40B4-BE49-F238E27FC236}">
                            <a16:creationId xmlns:a16="http://schemas.microsoft.com/office/drawing/2014/main" id="{C312E8AE-02E9-447A-E25E-B92DECE7414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790" name="Group 11789">
                      <a:extLst>
                        <a:ext uri="{FF2B5EF4-FFF2-40B4-BE49-F238E27FC236}">
                          <a16:creationId xmlns:a16="http://schemas.microsoft.com/office/drawing/2014/main" id="{C177C4B5-D8DA-D8D9-DC3A-1705C2BDD830}"/>
                        </a:ext>
                      </a:extLst>
                    </p:cNvPr>
                    <p:cNvGrpSpPr/>
                    <p:nvPr/>
                  </p:nvGrpSpPr>
                  <p:grpSpPr>
                    <a:xfrm rot="7200000">
                      <a:off x="5265196" y="3932619"/>
                      <a:ext cx="393192" cy="393192"/>
                      <a:chOff x="5354637" y="3446463"/>
                      <a:chExt cx="214313" cy="214313"/>
                    </a:xfrm>
                  </p:grpSpPr>
                  <p:sp>
                    <p:nvSpPr>
                      <p:cNvPr id="11792" name="Arc 11791">
                        <a:extLst>
                          <a:ext uri="{FF2B5EF4-FFF2-40B4-BE49-F238E27FC236}">
                            <a16:creationId xmlns:a16="http://schemas.microsoft.com/office/drawing/2014/main" id="{5D1A864B-94A3-24B2-A4C5-A9ACC17D668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793" name="Arc 11792">
                        <a:extLst>
                          <a:ext uri="{FF2B5EF4-FFF2-40B4-BE49-F238E27FC236}">
                            <a16:creationId xmlns:a16="http://schemas.microsoft.com/office/drawing/2014/main" id="{CA3BE0EB-739C-BDDE-EB09-27E3370D085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791" name="TextBox 11790">
                      <a:extLst>
                        <a:ext uri="{FF2B5EF4-FFF2-40B4-BE49-F238E27FC236}">
                          <a16:creationId xmlns:a16="http://schemas.microsoft.com/office/drawing/2014/main" id="{80A66407-5AB9-3859-2EAE-3C5D75FD2F09}"/>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1765" name="Group 11764">
                    <a:extLst>
                      <a:ext uri="{FF2B5EF4-FFF2-40B4-BE49-F238E27FC236}">
                        <a16:creationId xmlns:a16="http://schemas.microsoft.com/office/drawing/2014/main" id="{E943B95B-4FFE-C4E1-5D55-43B7F9D51F01}"/>
                      </a:ext>
                    </a:extLst>
                  </p:cNvPr>
                  <p:cNvGrpSpPr/>
                  <p:nvPr/>
                </p:nvGrpSpPr>
                <p:grpSpPr>
                  <a:xfrm>
                    <a:off x="6512463" y="3525040"/>
                    <a:ext cx="393192" cy="393192"/>
                    <a:chOff x="6389147" y="3357021"/>
                    <a:chExt cx="393192" cy="393192"/>
                  </a:xfrm>
                </p:grpSpPr>
                <p:grpSp>
                  <p:nvGrpSpPr>
                    <p:cNvPr id="11777" name="Group 11776">
                      <a:extLst>
                        <a:ext uri="{FF2B5EF4-FFF2-40B4-BE49-F238E27FC236}">
                          <a16:creationId xmlns:a16="http://schemas.microsoft.com/office/drawing/2014/main" id="{7BA8ACF7-4C20-2EDB-EEE5-FF9ABD267E3F}"/>
                        </a:ext>
                      </a:extLst>
                    </p:cNvPr>
                    <p:cNvGrpSpPr/>
                    <p:nvPr/>
                  </p:nvGrpSpPr>
                  <p:grpSpPr>
                    <a:xfrm rot="7200000" flipH="1">
                      <a:off x="6389147" y="3357021"/>
                      <a:ext cx="393192" cy="393192"/>
                      <a:chOff x="5354637" y="3446463"/>
                      <a:chExt cx="214313" cy="214313"/>
                    </a:xfrm>
                  </p:grpSpPr>
                  <p:sp>
                    <p:nvSpPr>
                      <p:cNvPr id="11786" name="Arc 11785">
                        <a:extLst>
                          <a:ext uri="{FF2B5EF4-FFF2-40B4-BE49-F238E27FC236}">
                            <a16:creationId xmlns:a16="http://schemas.microsoft.com/office/drawing/2014/main" id="{6210E8E3-B4DF-BB4B-EA60-4E8C989DB36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787" name="Arc 11786">
                        <a:extLst>
                          <a:ext uri="{FF2B5EF4-FFF2-40B4-BE49-F238E27FC236}">
                            <a16:creationId xmlns:a16="http://schemas.microsoft.com/office/drawing/2014/main" id="{666211E5-E2A3-933C-72B9-E8C41B75F1D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778" name="Group 11777">
                      <a:extLst>
                        <a:ext uri="{FF2B5EF4-FFF2-40B4-BE49-F238E27FC236}">
                          <a16:creationId xmlns:a16="http://schemas.microsoft.com/office/drawing/2014/main" id="{41A3A7BD-4C84-2BD6-16CA-A008B5C1AD6F}"/>
                        </a:ext>
                      </a:extLst>
                    </p:cNvPr>
                    <p:cNvGrpSpPr/>
                    <p:nvPr/>
                  </p:nvGrpSpPr>
                  <p:grpSpPr>
                    <a:xfrm>
                      <a:off x="6434137" y="3402011"/>
                      <a:ext cx="303213" cy="303213"/>
                      <a:chOff x="6434137" y="3402011"/>
                      <a:chExt cx="303213" cy="303213"/>
                    </a:xfrm>
                  </p:grpSpPr>
                  <p:grpSp>
                    <p:nvGrpSpPr>
                      <p:cNvPr id="11779" name="Group 11778">
                        <a:extLst>
                          <a:ext uri="{FF2B5EF4-FFF2-40B4-BE49-F238E27FC236}">
                            <a16:creationId xmlns:a16="http://schemas.microsoft.com/office/drawing/2014/main" id="{83ADA9DF-09AC-DF5E-51EF-9DC0CE85F3E2}"/>
                          </a:ext>
                        </a:extLst>
                      </p:cNvPr>
                      <p:cNvGrpSpPr/>
                      <p:nvPr/>
                    </p:nvGrpSpPr>
                    <p:grpSpPr>
                      <a:xfrm flipH="1">
                        <a:off x="6478587" y="3446461"/>
                        <a:ext cx="214313" cy="214313"/>
                        <a:chOff x="5354637" y="3446463"/>
                        <a:chExt cx="214313" cy="214313"/>
                      </a:xfrm>
                    </p:grpSpPr>
                    <p:sp>
                      <p:nvSpPr>
                        <p:cNvPr id="11784" name="Arc 11783">
                          <a:extLst>
                            <a:ext uri="{FF2B5EF4-FFF2-40B4-BE49-F238E27FC236}">
                              <a16:creationId xmlns:a16="http://schemas.microsoft.com/office/drawing/2014/main" id="{00664655-6567-BFCC-9793-9F5B2F8009F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785" name="Arc 11784">
                          <a:extLst>
                            <a:ext uri="{FF2B5EF4-FFF2-40B4-BE49-F238E27FC236}">
                              <a16:creationId xmlns:a16="http://schemas.microsoft.com/office/drawing/2014/main" id="{CB47D39A-57F6-8272-D941-78A75F1C294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780" name="Group 11779">
                        <a:extLst>
                          <a:ext uri="{FF2B5EF4-FFF2-40B4-BE49-F238E27FC236}">
                            <a16:creationId xmlns:a16="http://schemas.microsoft.com/office/drawing/2014/main" id="{C7180BD8-527C-B6CD-E10F-8F9EB7EA5B24}"/>
                          </a:ext>
                        </a:extLst>
                      </p:cNvPr>
                      <p:cNvGrpSpPr/>
                      <p:nvPr/>
                    </p:nvGrpSpPr>
                    <p:grpSpPr>
                      <a:xfrm rot="14400000" flipH="1">
                        <a:off x="6434137" y="3402011"/>
                        <a:ext cx="303213" cy="303213"/>
                        <a:chOff x="5354637" y="3446463"/>
                        <a:chExt cx="214313" cy="214313"/>
                      </a:xfrm>
                    </p:grpSpPr>
                    <p:sp>
                      <p:nvSpPr>
                        <p:cNvPr id="11782" name="Arc 11781">
                          <a:extLst>
                            <a:ext uri="{FF2B5EF4-FFF2-40B4-BE49-F238E27FC236}">
                              <a16:creationId xmlns:a16="http://schemas.microsoft.com/office/drawing/2014/main" id="{8AA2D652-ADFD-DB49-F4D0-0B4A9ECC8A6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783" name="Arc 11782">
                          <a:extLst>
                            <a:ext uri="{FF2B5EF4-FFF2-40B4-BE49-F238E27FC236}">
                              <a16:creationId xmlns:a16="http://schemas.microsoft.com/office/drawing/2014/main" id="{B3DF4284-87EE-DAB8-3C48-951582FF60B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781" name="TextBox 11780">
                        <a:extLst>
                          <a:ext uri="{FF2B5EF4-FFF2-40B4-BE49-F238E27FC236}">
                            <a16:creationId xmlns:a16="http://schemas.microsoft.com/office/drawing/2014/main" id="{FB22F5D1-B4F4-83C1-BE7A-09FF5FFF9983}"/>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766" name="Group 11765">
                    <a:extLst>
                      <a:ext uri="{FF2B5EF4-FFF2-40B4-BE49-F238E27FC236}">
                        <a16:creationId xmlns:a16="http://schemas.microsoft.com/office/drawing/2014/main" id="{D91C754B-B43E-41B2-D3AE-E7EBF1612E85}"/>
                      </a:ext>
                    </a:extLst>
                  </p:cNvPr>
                  <p:cNvGrpSpPr/>
                  <p:nvPr/>
                </p:nvGrpSpPr>
                <p:grpSpPr>
                  <a:xfrm>
                    <a:off x="6197413" y="3225768"/>
                    <a:ext cx="393192" cy="393192"/>
                    <a:chOff x="6389147" y="3932622"/>
                    <a:chExt cx="393192" cy="393192"/>
                  </a:xfrm>
                </p:grpSpPr>
                <p:grpSp>
                  <p:nvGrpSpPr>
                    <p:cNvPr id="11767" name="Group 11766">
                      <a:extLst>
                        <a:ext uri="{FF2B5EF4-FFF2-40B4-BE49-F238E27FC236}">
                          <a16:creationId xmlns:a16="http://schemas.microsoft.com/office/drawing/2014/main" id="{9172B787-2AE3-BCC7-AACE-3B20FAA10529}"/>
                        </a:ext>
                      </a:extLst>
                    </p:cNvPr>
                    <p:cNvGrpSpPr/>
                    <p:nvPr/>
                  </p:nvGrpSpPr>
                  <p:grpSpPr>
                    <a:xfrm flipH="1">
                      <a:off x="6478587" y="4022061"/>
                      <a:ext cx="214313" cy="214313"/>
                      <a:chOff x="5354637" y="3446463"/>
                      <a:chExt cx="214313" cy="214313"/>
                    </a:xfrm>
                  </p:grpSpPr>
                  <p:sp>
                    <p:nvSpPr>
                      <p:cNvPr id="11775" name="Arc 11774">
                        <a:extLst>
                          <a:ext uri="{FF2B5EF4-FFF2-40B4-BE49-F238E27FC236}">
                            <a16:creationId xmlns:a16="http://schemas.microsoft.com/office/drawing/2014/main" id="{2341BDFC-C7C7-010A-8C92-116E5734BD2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776" name="Arc 11775">
                        <a:extLst>
                          <a:ext uri="{FF2B5EF4-FFF2-40B4-BE49-F238E27FC236}">
                            <a16:creationId xmlns:a16="http://schemas.microsoft.com/office/drawing/2014/main" id="{FADBE202-463F-8877-3344-CC8D9815F10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768" name="Group 11767">
                      <a:extLst>
                        <a:ext uri="{FF2B5EF4-FFF2-40B4-BE49-F238E27FC236}">
                          <a16:creationId xmlns:a16="http://schemas.microsoft.com/office/drawing/2014/main" id="{E272C5F6-B70D-20C2-85C5-7C295849373E}"/>
                        </a:ext>
                      </a:extLst>
                    </p:cNvPr>
                    <p:cNvGrpSpPr/>
                    <p:nvPr/>
                  </p:nvGrpSpPr>
                  <p:grpSpPr>
                    <a:xfrm rot="7200000" flipH="1">
                      <a:off x="6434137" y="3977611"/>
                      <a:ext cx="303213" cy="303213"/>
                      <a:chOff x="5354637" y="3446463"/>
                      <a:chExt cx="214313" cy="214313"/>
                    </a:xfrm>
                  </p:grpSpPr>
                  <p:sp>
                    <p:nvSpPr>
                      <p:cNvPr id="11773" name="Arc 11772">
                        <a:extLst>
                          <a:ext uri="{FF2B5EF4-FFF2-40B4-BE49-F238E27FC236}">
                            <a16:creationId xmlns:a16="http://schemas.microsoft.com/office/drawing/2014/main" id="{B305BB92-4332-A7B5-AAB0-44DF0DF28ED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774" name="Arc 11773">
                        <a:extLst>
                          <a:ext uri="{FF2B5EF4-FFF2-40B4-BE49-F238E27FC236}">
                            <a16:creationId xmlns:a16="http://schemas.microsoft.com/office/drawing/2014/main" id="{C0C395BB-CDBE-1DBC-8733-60A9588A8B8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769" name="Group 11768">
                      <a:extLst>
                        <a:ext uri="{FF2B5EF4-FFF2-40B4-BE49-F238E27FC236}">
                          <a16:creationId xmlns:a16="http://schemas.microsoft.com/office/drawing/2014/main" id="{804F7DF1-C717-82C2-1A5A-561DDCB4A291}"/>
                        </a:ext>
                      </a:extLst>
                    </p:cNvPr>
                    <p:cNvGrpSpPr/>
                    <p:nvPr/>
                  </p:nvGrpSpPr>
                  <p:grpSpPr>
                    <a:xfrm rot="14400000" flipH="1">
                      <a:off x="6389147" y="3932622"/>
                      <a:ext cx="393192" cy="393192"/>
                      <a:chOff x="5354637" y="3446463"/>
                      <a:chExt cx="214313" cy="214313"/>
                    </a:xfrm>
                  </p:grpSpPr>
                  <p:sp>
                    <p:nvSpPr>
                      <p:cNvPr id="11771" name="Arc 11770">
                        <a:extLst>
                          <a:ext uri="{FF2B5EF4-FFF2-40B4-BE49-F238E27FC236}">
                            <a16:creationId xmlns:a16="http://schemas.microsoft.com/office/drawing/2014/main" id="{7057D24B-3717-0361-624B-328A84087B5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772" name="Arc 11771">
                        <a:extLst>
                          <a:ext uri="{FF2B5EF4-FFF2-40B4-BE49-F238E27FC236}">
                            <a16:creationId xmlns:a16="http://schemas.microsoft.com/office/drawing/2014/main" id="{B516A0B5-E278-F76A-3934-1B6A572DA4C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770" name="TextBox 11769">
                      <a:extLst>
                        <a:ext uri="{FF2B5EF4-FFF2-40B4-BE49-F238E27FC236}">
                          <a16:creationId xmlns:a16="http://schemas.microsoft.com/office/drawing/2014/main" id="{8F2F1288-7AB5-5A75-6B4E-56128EAE0CDA}"/>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1666" name="Group 11665">
                <a:extLst>
                  <a:ext uri="{FF2B5EF4-FFF2-40B4-BE49-F238E27FC236}">
                    <a16:creationId xmlns:a16="http://schemas.microsoft.com/office/drawing/2014/main" id="{8694FF25-294E-B9C0-469C-A2323197893C}"/>
                  </a:ext>
                </a:extLst>
              </p:cNvPr>
              <p:cNvGrpSpPr/>
              <p:nvPr/>
            </p:nvGrpSpPr>
            <p:grpSpPr>
              <a:xfrm>
                <a:off x="6065340" y="2039507"/>
                <a:ext cx="1643204" cy="1593124"/>
                <a:chOff x="5445106" y="2644743"/>
                <a:chExt cx="1643204" cy="1593124"/>
              </a:xfrm>
            </p:grpSpPr>
            <p:grpSp>
              <p:nvGrpSpPr>
                <p:cNvPr id="11667" name="Group 11666">
                  <a:extLst>
                    <a:ext uri="{FF2B5EF4-FFF2-40B4-BE49-F238E27FC236}">
                      <a16:creationId xmlns:a16="http://schemas.microsoft.com/office/drawing/2014/main" id="{221CE41C-FEBD-B750-611F-0AA8C28B9D6A}"/>
                    </a:ext>
                  </a:extLst>
                </p:cNvPr>
                <p:cNvGrpSpPr/>
                <p:nvPr/>
              </p:nvGrpSpPr>
              <p:grpSpPr>
                <a:xfrm>
                  <a:off x="5445106" y="2644743"/>
                  <a:ext cx="1019224" cy="991639"/>
                  <a:chOff x="5886431" y="3225768"/>
                  <a:chExt cx="1019224" cy="991639"/>
                </a:xfrm>
              </p:grpSpPr>
              <p:grpSp>
                <p:nvGrpSpPr>
                  <p:cNvPr id="11715" name="Group 11714">
                    <a:extLst>
                      <a:ext uri="{FF2B5EF4-FFF2-40B4-BE49-F238E27FC236}">
                        <a16:creationId xmlns:a16="http://schemas.microsoft.com/office/drawing/2014/main" id="{847E8633-C154-E53A-527A-B5CF0DD1724C}"/>
                      </a:ext>
                    </a:extLst>
                  </p:cNvPr>
                  <p:cNvGrpSpPr/>
                  <p:nvPr/>
                </p:nvGrpSpPr>
                <p:grpSpPr>
                  <a:xfrm>
                    <a:off x="6197413" y="3824215"/>
                    <a:ext cx="393192" cy="393192"/>
                    <a:chOff x="5265196" y="3357021"/>
                    <a:chExt cx="393192" cy="393192"/>
                  </a:xfrm>
                </p:grpSpPr>
                <p:grpSp>
                  <p:nvGrpSpPr>
                    <p:cNvPr id="11750" name="Group 11749">
                      <a:extLst>
                        <a:ext uri="{FF2B5EF4-FFF2-40B4-BE49-F238E27FC236}">
                          <a16:creationId xmlns:a16="http://schemas.microsoft.com/office/drawing/2014/main" id="{F79A78CC-D928-D4C5-E941-B7D6C0CE98D5}"/>
                        </a:ext>
                      </a:extLst>
                    </p:cNvPr>
                    <p:cNvGrpSpPr/>
                    <p:nvPr/>
                  </p:nvGrpSpPr>
                  <p:grpSpPr>
                    <a:xfrm rot="14400000">
                      <a:off x="5265196" y="3357021"/>
                      <a:ext cx="393192" cy="393192"/>
                      <a:chOff x="5354637" y="3446463"/>
                      <a:chExt cx="214313" cy="214313"/>
                    </a:xfrm>
                  </p:grpSpPr>
                  <p:sp>
                    <p:nvSpPr>
                      <p:cNvPr id="11759" name="Arc 11758">
                        <a:extLst>
                          <a:ext uri="{FF2B5EF4-FFF2-40B4-BE49-F238E27FC236}">
                            <a16:creationId xmlns:a16="http://schemas.microsoft.com/office/drawing/2014/main" id="{96043551-A3F4-59C3-7C71-3601B170978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760" name="Arc 11759">
                        <a:extLst>
                          <a:ext uri="{FF2B5EF4-FFF2-40B4-BE49-F238E27FC236}">
                            <a16:creationId xmlns:a16="http://schemas.microsoft.com/office/drawing/2014/main" id="{2CEAC59E-2392-1605-CE55-C387509E7CD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751" name="Group 11750">
                      <a:extLst>
                        <a:ext uri="{FF2B5EF4-FFF2-40B4-BE49-F238E27FC236}">
                          <a16:creationId xmlns:a16="http://schemas.microsoft.com/office/drawing/2014/main" id="{5EB03265-2B9F-F02F-2EF7-925CC6A2A7D2}"/>
                        </a:ext>
                      </a:extLst>
                    </p:cNvPr>
                    <p:cNvGrpSpPr/>
                    <p:nvPr/>
                  </p:nvGrpSpPr>
                  <p:grpSpPr>
                    <a:xfrm>
                      <a:off x="5310186" y="3402011"/>
                      <a:ext cx="303213" cy="303213"/>
                      <a:chOff x="5310186" y="3402011"/>
                      <a:chExt cx="303213" cy="303213"/>
                    </a:xfrm>
                  </p:grpSpPr>
                  <p:grpSp>
                    <p:nvGrpSpPr>
                      <p:cNvPr id="11752" name="Group 11751">
                        <a:extLst>
                          <a:ext uri="{FF2B5EF4-FFF2-40B4-BE49-F238E27FC236}">
                            <a16:creationId xmlns:a16="http://schemas.microsoft.com/office/drawing/2014/main" id="{B6A0F747-212D-FDDD-105B-9775D8B51633}"/>
                          </a:ext>
                        </a:extLst>
                      </p:cNvPr>
                      <p:cNvGrpSpPr/>
                      <p:nvPr/>
                    </p:nvGrpSpPr>
                    <p:grpSpPr>
                      <a:xfrm>
                        <a:off x="5354636" y="3446461"/>
                        <a:ext cx="214313" cy="214313"/>
                        <a:chOff x="5354637" y="3446463"/>
                        <a:chExt cx="214313" cy="214313"/>
                      </a:xfrm>
                    </p:grpSpPr>
                    <p:sp>
                      <p:nvSpPr>
                        <p:cNvPr id="11757" name="Arc 11756">
                          <a:extLst>
                            <a:ext uri="{FF2B5EF4-FFF2-40B4-BE49-F238E27FC236}">
                              <a16:creationId xmlns:a16="http://schemas.microsoft.com/office/drawing/2014/main" id="{070CFD4D-77E1-2863-9B0F-8EF19A6D7DC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758" name="Arc 11757">
                          <a:extLst>
                            <a:ext uri="{FF2B5EF4-FFF2-40B4-BE49-F238E27FC236}">
                              <a16:creationId xmlns:a16="http://schemas.microsoft.com/office/drawing/2014/main" id="{663B2181-BC26-E82E-75DC-D8864658B22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753" name="Group 11752">
                        <a:extLst>
                          <a:ext uri="{FF2B5EF4-FFF2-40B4-BE49-F238E27FC236}">
                            <a16:creationId xmlns:a16="http://schemas.microsoft.com/office/drawing/2014/main" id="{AF749C9C-05DC-45BF-F57A-993772B2B63C}"/>
                          </a:ext>
                        </a:extLst>
                      </p:cNvPr>
                      <p:cNvGrpSpPr/>
                      <p:nvPr/>
                    </p:nvGrpSpPr>
                    <p:grpSpPr>
                      <a:xfrm rot="7200000">
                        <a:off x="5310186" y="3402011"/>
                        <a:ext cx="303213" cy="303213"/>
                        <a:chOff x="5354637" y="3446463"/>
                        <a:chExt cx="214313" cy="214313"/>
                      </a:xfrm>
                    </p:grpSpPr>
                    <p:sp>
                      <p:nvSpPr>
                        <p:cNvPr id="11755" name="Arc 11754">
                          <a:extLst>
                            <a:ext uri="{FF2B5EF4-FFF2-40B4-BE49-F238E27FC236}">
                              <a16:creationId xmlns:a16="http://schemas.microsoft.com/office/drawing/2014/main" id="{77CEE8D9-B279-88A6-C420-52E764C2944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756" name="Arc 11755">
                          <a:extLst>
                            <a:ext uri="{FF2B5EF4-FFF2-40B4-BE49-F238E27FC236}">
                              <a16:creationId xmlns:a16="http://schemas.microsoft.com/office/drawing/2014/main" id="{063157F7-AF38-48E2-9986-3AAEED20E7F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754" name="TextBox 11753">
                        <a:extLst>
                          <a:ext uri="{FF2B5EF4-FFF2-40B4-BE49-F238E27FC236}">
                            <a16:creationId xmlns:a16="http://schemas.microsoft.com/office/drawing/2014/main" id="{67505E41-81E0-D457-A259-884A2F7F641F}"/>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716" name="Group 11715">
                    <a:extLst>
                      <a:ext uri="{FF2B5EF4-FFF2-40B4-BE49-F238E27FC236}">
                        <a16:creationId xmlns:a16="http://schemas.microsoft.com/office/drawing/2014/main" id="{9135D7B5-A8DD-C366-76F8-B11D04C991DA}"/>
                      </a:ext>
                    </a:extLst>
                  </p:cNvPr>
                  <p:cNvGrpSpPr/>
                  <p:nvPr/>
                </p:nvGrpSpPr>
                <p:grpSpPr>
                  <a:xfrm>
                    <a:off x="5886431" y="3525040"/>
                    <a:ext cx="393192" cy="393192"/>
                    <a:chOff x="5265196" y="3932619"/>
                    <a:chExt cx="393192" cy="393192"/>
                  </a:xfrm>
                </p:grpSpPr>
                <p:grpSp>
                  <p:nvGrpSpPr>
                    <p:cNvPr id="11740" name="Group 11739">
                      <a:extLst>
                        <a:ext uri="{FF2B5EF4-FFF2-40B4-BE49-F238E27FC236}">
                          <a16:creationId xmlns:a16="http://schemas.microsoft.com/office/drawing/2014/main" id="{99FEFC58-21E4-90D1-EF94-CB6199916EAA}"/>
                        </a:ext>
                      </a:extLst>
                    </p:cNvPr>
                    <p:cNvGrpSpPr/>
                    <p:nvPr/>
                  </p:nvGrpSpPr>
                  <p:grpSpPr>
                    <a:xfrm>
                      <a:off x="5354636" y="4022061"/>
                      <a:ext cx="214313" cy="214313"/>
                      <a:chOff x="5354637" y="3446463"/>
                      <a:chExt cx="214313" cy="214313"/>
                    </a:xfrm>
                  </p:grpSpPr>
                  <p:sp>
                    <p:nvSpPr>
                      <p:cNvPr id="11748" name="Arc 11747">
                        <a:extLst>
                          <a:ext uri="{FF2B5EF4-FFF2-40B4-BE49-F238E27FC236}">
                            <a16:creationId xmlns:a16="http://schemas.microsoft.com/office/drawing/2014/main" id="{3AB80C43-BCD4-E107-B521-ED63FEC703E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749" name="Arc 11748">
                        <a:extLst>
                          <a:ext uri="{FF2B5EF4-FFF2-40B4-BE49-F238E27FC236}">
                            <a16:creationId xmlns:a16="http://schemas.microsoft.com/office/drawing/2014/main" id="{7CF88A8F-ADCA-BE44-6A4B-B62BC61BEF8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741" name="Group 11740">
                      <a:extLst>
                        <a:ext uri="{FF2B5EF4-FFF2-40B4-BE49-F238E27FC236}">
                          <a16:creationId xmlns:a16="http://schemas.microsoft.com/office/drawing/2014/main" id="{5AF05462-1B58-A85D-5A3D-24671B4530C0}"/>
                        </a:ext>
                      </a:extLst>
                    </p:cNvPr>
                    <p:cNvGrpSpPr/>
                    <p:nvPr/>
                  </p:nvGrpSpPr>
                  <p:grpSpPr>
                    <a:xfrm rot="14400000">
                      <a:off x="5310186" y="3977611"/>
                      <a:ext cx="303213" cy="303213"/>
                      <a:chOff x="5354637" y="3446463"/>
                      <a:chExt cx="214313" cy="214313"/>
                    </a:xfrm>
                  </p:grpSpPr>
                  <p:sp>
                    <p:nvSpPr>
                      <p:cNvPr id="11746" name="Arc 11745">
                        <a:extLst>
                          <a:ext uri="{FF2B5EF4-FFF2-40B4-BE49-F238E27FC236}">
                            <a16:creationId xmlns:a16="http://schemas.microsoft.com/office/drawing/2014/main" id="{7F8CB4CF-E66B-2A3F-E5B3-D26F7A8C9A8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747" name="Arc 11746">
                        <a:extLst>
                          <a:ext uri="{FF2B5EF4-FFF2-40B4-BE49-F238E27FC236}">
                            <a16:creationId xmlns:a16="http://schemas.microsoft.com/office/drawing/2014/main" id="{5EC09924-C004-0DB3-759D-5C5E31E98B6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742" name="Group 11741">
                      <a:extLst>
                        <a:ext uri="{FF2B5EF4-FFF2-40B4-BE49-F238E27FC236}">
                          <a16:creationId xmlns:a16="http://schemas.microsoft.com/office/drawing/2014/main" id="{C026CE6D-B78E-6DDF-0956-E17D11001A42}"/>
                        </a:ext>
                      </a:extLst>
                    </p:cNvPr>
                    <p:cNvGrpSpPr/>
                    <p:nvPr/>
                  </p:nvGrpSpPr>
                  <p:grpSpPr>
                    <a:xfrm rot="7200000">
                      <a:off x="5265196" y="3932619"/>
                      <a:ext cx="393192" cy="393192"/>
                      <a:chOff x="5354637" y="3446463"/>
                      <a:chExt cx="214313" cy="214313"/>
                    </a:xfrm>
                  </p:grpSpPr>
                  <p:sp>
                    <p:nvSpPr>
                      <p:cNvPr id="11744" name="Arc 11743">
                        <a:extLst>
                          <a:ext uri="{FF2B5EF4-FFF2-40B4-BE49-F238E27FC236}">
                            <a16:creationId xmlns:a16="http://schemas.microsoft.com/office/drawing/2014/main" id="{C6F8FAC5-02D0-D665-4C72-DA79EC14375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745" name="Arc 11744">
                        <a:extLst>
                          <a:ext uri="{FF2B5EF4-FFF2-40B4-BE49-F238E27FC236}">
                            <a16:creationId xmlns:a16="http://schemas.microsoft.com/office/drawing/2014/main" id="{B26A93F9-B583-CEFE-DCF3-E499F128811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743" name="TextBox 11742">
                      <a:extLst>
                        <a:ext uri="{FF2B5EF4-FFF2-40B4-BE49-F238E27FC236}">
                          <a16:creationId xmlns:a16="http://schemas.microsoft.com/office/drawing/2014/main" id="{1A4040CA-8207-DCB9-4261-6F3F25497B0E}"/>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1717" name="Group 11716">
                    <a:extLst>
                      <a:ext uri="{FF2B5EF4-FFF2-40B4-BE49-F238E27FC236}">
                        <a16:creationId xmlns:a16="http://schemas.microsoft.com/office/drawing/2014/main" id="{D0E9AE20-E738-CB75-0D8A-5F582C28BC17}"/>
                      </a:ext>
                    </a:extLst>
                  </p:cNvPr>
                  <p:cNvGrpSpPr/>
                  <p:nvPr/>
                </p:nvGrpSpPr>
                <p:grpSpPr>
                  <a:xfrm>
                    <a:off x="6512463" y="3525040"/>
                    <a:ext cx="393192" cy="393192"/>
                    <a:chOff x="6389147" y="3357021"/>
                    <a:chExt cx="393192" cy="393192"/>
                  </a:xfrm>
                </p:grpSpPr>
                <p:grpSp>
                  <p:nvGrpSpPr>
                    <p:cNvPr id="11729" name="Group 11728">
                      <a:extLst>
                        <a:ext uri="{FF2B5EF4-FFF2-40B4-BE49-F238E27FC236}">
                          <a16:creationId xmlns:a16="http://schemas.microsoft.com/office/drawing/2014/main" id="{4A12928F-B0F3-197D-58D2-18AF594390F9}"/>
                        </a:ext>
                      </a:extLst>
                    </p:cNvPr>
                    <p:cNvGrpSpPr/>
                    <p:nvPr/>
                  </p:nvGrpSpPr>
                  <p:grpSpPr>
                    <a:xfrm rot="7200000" flipH="1">
                      <a:off x="6389147" y="3357021"/>
                      <a:ext cx="393192" cy="393192"/>
                      <a:chOff x="5354637" y="3446463"/>
                      <a:chExt cx="214313" cy="214313"/>
                    </a:xfrm>
                  </p:grpSpPr>
                  <p:sp>
                    <p:nvSpPr>
                      <p:cNvPr id="11738" name="Arc 11737">
                        <a:extLst>
                          <a:ext uri="{FF2B5EF4-FFF2-40B4-BE49-F238E27FC236}">
                            <a16:creationId xmlns:a16="http://schemas.microsoft.com/office/drawing/2014/main" id="{82129209-4E6E-BF6E-D046-7AA079EE9FA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739" name="Arc 11738">
                        <a:extLst>
                          <a:ext uri="{FF2B5EF4-FFF2-40B4-BE49-F238E27FC236}">
                            <a16:creationId xmlns:a16="http://schemas.microsoft.com/office/drawing/2014/main" id="{1BBCA446-2D92-37CF-6ABB-58D65F37FB5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730" name="Group 11729">
                      <a:extLst>
                        <a:ext uri="{FF2B5EF4-FFF2-40B4-BE49-F238E27FC236}">
                          <a16:creationId xmlns:a16="http://schemas.microsoft.com/office/drawing/2014/main" id="{CE2EAEEF-9461-00BA-1413-8A1A20ED1FA2}"/>
                        </a:ext>
                      </a:extLst>
                    </p:cNvPr>
                    <p:cNvGrpSpPr/>
                    <p:nvPr/>
                  </p:nvGrpSpPr>
                  <p:grpSpPr>
                    <a:xfrm>
                      <a:off x="6434137" y="3402011"/>
                      <a:ext cx="303213" cy="303213"/>
                      <a:chOff x="6434137" y="3402011"/>
                      <a:chExt cx="303213" cy="303213"/>
                    </a:xfrm>
                  </p:grpSpPr>
                  <p:grpSp>
                    <p:nvGrpSpPr>
                      <p:cNvPr id="11731" name="Group 11730">
                        <a:extLst>
                          <a:ext uri="{FF2B5EF4-FFF2-40B4-BE49-F238E27FC236}">
                            <a16:creationId xmlns:a16="http://schemas.microsoft.com/office/drawing/2014/main" id="{A8639924-820B-D626-9598-AC64685DC160}"/>
                          </a:ext>
                        </a:extLst>
                      </p:cNvPr>
                      <p:cNvGrpSpPr/>
                      <p:nvPr/>
                    </p:nvGrpSpPr>
                    <p:grpSpPr>
                      <a:xfrm flipH="1">
                        <a:off x="6478587" y="3446461"/>
                        <a:ext cx="214313" cy="214313"/>
                        <a:chOff x="5354637" y="3446463"/>
                        <a:chExt cx="214313" cy="214313"/>
                      </a:xfrm>
                    </p:grpSpPr>
                    <p:sp>
                      <p:nvSpPr>
                        <p:cNvPr id="11736" name="Arc 11735">
                          <a:extLst>
                            <a:ext uri="{FF2B5EF4-FFF2-40B4-BE49-F238E27FC236}">
                              <a16:creationId xmlns:a16="http://schemas.microsoft.com/office/drawing/2014/main" id="{D933D32D-7E46-B5C8-1D94-D3BFEC761E9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737" name="Arc 11736">
                          <a:extLst>
                            <a:ext uri="{FF2B5EF4-FFF2-40B4-BE49-F238E27FC236}">
                              <a16:creationId xmlns:a16="http://schemas.microsoft.com/office/drawing/2014/main" id="{DF21F9BB-1BC7-4554-414A-51FCF6D86CE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732" name="Group 11731">
                        <a:extLst>
                          <a:ext uri="{FF2B5EF4-FFF2-40B4-BE49-F238E27FC236}">
                            <a16:creationId xmlns:a16="http://schemas.microsoft.com/office/drawing/2014/main" id="{0AFFB80D-5BEE-AD0A-30FB-C98A1EA093A7}"/>
                          </a:ext>
                        </a:extLst>
                      </p:cNvPr>
                      <p:cNvGrpSpPr/>
                      <p:nvPr/>
                    </p:nvGrpSpPr>
                    <p:grpSpPr>
                      <a:xfrm rot="14400000" flipH="1">
                        <a:off x="6434137" y="3402011"/>
                        <a:ext cx="303213" cy="303213"/>
                        <a:chOff x="5354637" y="3446463"/>
                        <a:chExt cx="214313" cy="214313"/>
                      </a:xfrm>
                    </p:grpSpPr>
                    <p:sp>
                      <p:nvSpPr>
                        <p:cNvPr id="11734" name="Arc 11733">
                          <a:extLst>
                            <a:ext uri="{FF2B5EF4-FFF2-40B4-BE49-F238E27FC236}">
                              <a16:creationId xmlns:a16="http://schemas.microsoft.com/office/drawing/2014/main" id="{8B4C171D-F396-B87C-AE20-996B425F356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735" name="Arc 11734">
                          <a:extLst>
                            <a:ext uri="{FF2B5EF4-FFF2-40B4-BE49-F238E27FC236}">
                              <a16:creationId xmlns:a16="http://schemas.microsoft.com/office/drawing/2014/main" id="{E1539DFF-303E-A6A7-3F3B-C7BEA63DA63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733" name="TextBox 11732">
                        <a:extLst>
                          <a:ext uri="{FF2B5EF4-FFF2-40B4-BE49-F238E27FC236}">
                            <a16:creationId xmlns:a16="http://schemas.microsoft.com/office/drawing/2014/main" id="{26553E01-6608-2B0F-4C69-5290DFC2A89C}"/>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718" name="Group 11717">
                    <a:extLst>
                      <a:ext uri="{FF2B5EF4-FFF2-40B4-BE49-F238E27FC236}">
                        <a16:creationId xmlns:a16="http://schemas.microsoft.com/office/drawing/2014/main" id="{5FF65D7C-00A1-04B7-51BE-733F05E71371}"/>
                      </a:ext>
                    </a:extLst>
                  </p:cNvPr>
                  <p:cNvGrpSpPr/>
                  <p:nvPr/>
                </p:nvGrpSpPr>
                <p:grpSpPr>
                  <a:xfrm>
                    <a:off x="6197413" y="3225768"/>
                    <a:ext cx="393192" cy="393192"/>
                    <a:chOff x="6389147" y="3932622"/>
                    <a:chExt cx="393192" cy="393192"/>
                  </a:xfrm>
                </p:grpSpPr>
                <p:grpSp>
                  <p:nvGrpSpPr>
                    <p:cNvPr id="11719" name="Group 11718">
                      <a:extLst>
                        <a:ext uri="{FF2B5EF4-FFF2-40B4-BE49-F238E27FC236}">
                          <a16:creationId xmlns:a16="http://schemas.microsoft.com/office/drawing/2014/main" id="{F3B88CE0-E285-4AAE-BF69-9D83EBB52E63}"/>
                        </a:ext>
                      </a:extLst>
                    </p:cNvPr>
                    <p:cNvGrpSpPr/>
                    <p:nvPr/>
                  </p:nvGrpSpPr>
                  <p:grpSpPr>
                    <a:xfrm flipH="1">
                      <a:off x="6478587" y="4022061"/>
                      <a:ext cx="214313" cy="214313"/>
                      <a:chOff x="5354637" y="3446463"/>
                      <a:chExt cx="214313" cy="214313"/>
                    </a:xfrm>
                  </p:grpSpPr>
                  <p:sp>
                    <p:nvSpPr>
                      <p:cNvPr id="11727" name="Arc 11726">
                        <a:extLst>
                          <a:ext uri="{FF2B5EF4-FFF2-40B4-BE49-F238E27FC236}">
                            <a16:creationId xmlns:a16="http://schemas.microsoft.com/office/drawing/2014/main" id="{A720C556-24E3-FCA4-6B53-4C34DB90329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728" name="Arc 11727">
                        <a:extLst>
                          <a:ext uri="{FF2B5EF4-FFF2-40B4-BE49-F238E27FC236}">
                            <a16:creationId xmlns:a16="http://schemas.microsoft.com/office/drawing/2014/main" id="{DB0C81FF-A380-357A-1A34-8CE4CBE69D0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720" name="Group 11719">
                      <a:extLst>
                        <a:ext uri="{FF2B5EF4-FFF2-40B4-BE49-F238E27FC236}">
                          <a16:creationId xmlns:a16="http://schemas.microsoft.com/office/drawing/2014/main" id="{E189FCD7-6B51-1D0E-7401-1C7FE9759B69}"/>
                        </a:ext>
                      </a:extLst>
                    </p:cNvPr>
                    <p:cNvGrpSpPr/>
                    <p:nvPr/>
                  </p:nvGrpSpPr>
                  <p:grpSpPr>
                    <a:xfrm rot="7200000" flipH="1">
                      <a:off x="6434137" y="3977611"/>
                      <a:ext cx="303213" cy="303213"/>
                      <a:chOff x="5354637" y="3446463"/>
                      <a:chExt cx="214313" cy="214313"/>
                    </a:xfrm>
                  </p:grpSpPr>
                  <p:sp>
                    <p:nvSpPr>
                      <p:cNvPr id="11725" name="Arc 11724">
                        <a:extLst>
                          <a:ext uri="{FF2B5EF4-FFF2-40B4-BE49-F238E27FC236}">
                            <a16:creationId xmlns:a16="http://schemas.microsoft.com/office/drawing/2014/main" id="{CA567578-3F29-4911-7148-C1C2C28BA89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726" name="Arc 11725">
                        <a:extLst>
                          <a:ext uri="{FF2B5EF4-FFF2-40B4-BE49-F238E27FC236}">
                            <a16:creationId xmlns:a16="http://schemas.microsoft.com/office/drawing/2014/main" id="{200EB054-9C2F-D8B5-A688-7580153847D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721" name="Group 11720">
                      <a:extLst>
                        <a:ext uri="{FF2B5EF4-FFF2-40B4-BE49-F238E27FC236}">
                          <a16:creationId xmlns:a16="http://schemas.microsoft.com/office/drawing/2014/main" id="{12711946-DC72-6CE6-7ED7-58E3EE7FA095}"/>
                        </a:ext>
                      </a:extLst>
                    </p:cNvPr>
                    <p:cNvGrpSpPr/>
                    <p:nvPr/>
                  </p:nvGrpSpPr>
                  <p:grpSpPr>
                    <a:xfrm rot="14400000" flipH="1">
                      <a:off x="6389147" y="3932622"/>
                      <a:ext cx="393192" cy="393192"/>
                      <a:chOff x="5354637" y="3446463"/>
                      <a:chExt cx="214313" cy="214313"/>
                    </a:xfrm>
                  </p:grpSpPr>
                  <p:sp>
                    <p:nvSpPr>
                      <p:cNvPr id="11723" name="Arc 11722">
                        <a:extLst>
                          <a:ext uri="{FF2B5EF4-FFF2-40B4-BE49-F238E27FC236}">
                            <a16:creationId xmlns:a16="http://schemas.microsoft.com/office/drawing/2014/main" id="{E8926889-C72D-5920-1FE5-0E11661D766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724" name="Arc 11723">
                        <a:extLst>
                          <a:ext uri="{FF2B5EF4-FFF2-40B4-BE49-F238E27FC236}">
                            <a16:creationId xmlns:a16="http://schemas.microsoft.com/office/drawing/2014/main" id="{DA72A6FB-C1F4-1B20-EA0F-9CB3B8936B1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722" name="TextBox 11721">
                      <a:extLst>
                        <a:ext uri="{FF2B5EF4-FFF2-40B4-BE49-F238E27FC236}">
                          <a16:creationId xmlns:a16="http://schemas.microsoft.com/office/drawing/2014/main" id="{A1C9E765-C79F-00D2-DDF1-C94680766219}"/>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668" name="Group 11667">
                  <a:extLst>
                    <a:ext uri="{FF2B5EF4-FFF2-40B4-BE49-F238E27FC236}">
                      <a16:creationId xmlns:a16="http://schemas.microsoft.com/office/drawing/2014/main" id="{EB9BA118-832B-891F-F3F3-DBA2218E3A45}"/>
                    </a:ext>
                  </a:extLst>
                </p:cNvPr>
                <p:cNvGrpSpPr/>
                <p:nvPr/>
              </p:nvGrpSpPr>
              <p:grpSpPr>
                <a:xfrm>
                  <a:off x="6069086" y="3246228"/>
                  <a:ext cx="1019224" cy="991639"/>
                  <a:chOff x="5886431" y="3225768"/>
                  <a:chExt cx="1019224" cy="991639"/>
                </a:xfrm>
              </p:grpSpPr>
              <p:grpSp>
                <p:nvGrpSpPr>
                  <p:cNvPr id="11669" name="Group 11668">
                    <a:extLst>
                      <a:ext uri="{FF2B5EF4-FFF2-40B4-BE49-F238E27FC236}">
                        <a16:creationId xmlns:a16="http://schemas.microsoft.com/office/drawing/2014/main" id="{553AB5A0-A40B-90CF-8EE9-B5D657FE2AA7}"/>
                      </a:ext>
                    </a:extLst>
                  </p:cNvPr>
                  <p:cNvGrpSpPr/>
                  <p:nvPr/>
                </p:nvGrpSpPr>
                <p:grpSpPr>
                  <a:xfrm>
                    <a:off x="6197413" y="3824215"/>
                    <a:ext cx="393192" cy="393192"/>
                    <a:chOff x="5265196" y="3357021"/>
                    <a:chExt cx="393192" cy="393192"/>
                  </a:xfrm>
                </p:grpSpPr>
                <p:grpSp>
                  <p:nvGrpSpPr>
                    <p:cNvPr id="11704" name="Group 11703">
                      <a:extLst>
                        <a:ext uri="{FF2B5EF4-FFF2-40B4-BE49-F238E27FC236}">
                          <a16:creationId xmlns:a16="http://schemas.microsoft.com/office/drawing/2014/main" id="{3F1B3113-0875-CEC9-975C-A5F92EF1FF6D}"/>
                        </a:ext>
                      </a:extLst>
                    </p:cNvPr>
                    <p:cNvGrpSpPr/>
                    <p:nvPr/>
                  </p:nvGrpSpPr>
                  <p:grpSpPr>
                    <a:xfrm rot="14400000">
                      <a:off x="5265196" y="3357021"/>
                      <a:ext cx="393192" cy="393192"/>
                      <a:chOff x="5354637" y="3446463"/>
                      <a:chExt cx="214313" cy="214313"/>
                    </a:xfrm>
                  </p:grpSpPr>
                  <p:sp>
                    <p:nvSpPr>
                      <p:cNvPr id="11713" name="Arc 11712">
                        <a:extLst>
                          <a:ext uri="{FF2B5EF4-FFF2-40B4-BE49-F238E27FC236}">
                            <a16:creationId xmlns:a16="http://schemas.microsoft.com/office/drawing/2014/main" id="{77F1BB46-1D86-06E2-0946-D8915B86CD0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714" name="Arc 11713">
                        <a:extLst>
                          <a:ext uri="{FF2B5EF4-FFF2-40B4-BE49-F238E27FC236}">
                            <a16:creationId xmlns:a16="http://schemas.microsoft.com/office/drawing/2014/main" id="{C2F74658-51D8-FFCF-D48F-986A3793D53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705" name="Group 11704">
                      <a:extLst>
                        <a:ext uri="{FF2B5EF4-FFF2-40B4-BE49-F238E27FC236}">
                          <a16:creationId xmlns:a16="http://schemas.microsoft.com/office/drawing/2014/main" id="{6C8D1205-D8DB-16B4-0CA3-8DDF2C433713}"/>
                        </a:ext>
                      </a:extLst>
                    </p:cNvPr>
                    <p:cNvGrpSpPr/>
                    <p:nvPr/>
                  </p:nvGrpSpPr>
                  <p:grpSpPr>
                    <a:xfrm>
                      <a:off x="5310186" y="3402011"/>
                      <a:ext cx="303213" cy="303213"/>
                      <a:chOff x="5310186" y="3402011"/>
                      <a:chExt cx="303213" cy="303213"/>
                    </a:xfrm>
                  </p:grpSpPr>
                  <p:grpSp>
                    <p:nvGrpSpPr>
                      <p:cNvPr id="11706" name="Group 11705">
                        <a:extLst>
                          <a:ext uri="{FF2B5EF4-FFF2-40B4-BE49-F238E27FC236}">
                            <a16:creationId xmlns:a16="http://schemas.microsoft.com/office/drawing/2014/main" id="{ACD98EFF-4764-050D-C4E0-A80735A9BC6C}"/>
                          </a:ext>
                        </a:extLst>
                      </p:cNvPr>
                      <p:cNvGrpSpPr/>
                      <p:nvPr/>
                    </p:nvGrpSpPr>
                    <p:grpSpPr>
                      <a:xfrm>
                        <a:off x="5354636" y="3446461"/>
                        <a:ext cx="214313" cy="214313"/>
                        <a:chOff x="5354637" y="3446463"/>
                        <a:chExt cx="214313" cy="214313"/>
                      </a:xfrm>
                    </p:grpSpPr>
                    <p:sp>
                      <p:nvSpPr>
                        <p:cNvPr id="11711" name="Arc 11710">
                          <a:extLst>
                            <a:ext uri="{FF2B5EF4-FFF2-40B4-BE49-F238E27FC236}">
                              <a16:creationId xmlns:a16="http://schemas.microsoft.com/office/drawing/2014/main" id="{F3F6A17F-36FC-85DD-3F43-52FB577F41C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712" name="Arc 11711">
                          <a:extLst>
                            <a:ext uri="{FF2B5EF4-FFF2-40B4-BE49-F238E27FC236}">
                              <a16:creationId xmlns:a16="http://schemas.microsoft.com/office/drawing/2014/main" id="{AFB24CF4-E00E-99B1-09FA-B808AB5B1A5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707" name="Group 11706">
                        <a:extLst>
                          <a:ext uri="{FF2B5EF4-FFF2-40B4-BE49-F238E27FC236}">
                            <a16:creationId xmlns:a16="http://schemas.microsoft.com/office/drawing/2014/main" id="{BA307793-75CD-7792-2740-D45C1E7948C7}"/>
                          </a:ext>
                        </a:extLst>
                      </p:cNvPr>
                      <p:cNvGrpSpPr/>
                      <p:nvPr/>
                    </p:nvGrpSpPr>
                    <p:grpSpPr>
                      <a:xfrm rot="7200000">
                        <a:off x="5310186" y="3402011"/>
                        <a:ext cx="303213" cy="303213"/>
                        <a:chOff x="5354637" y="3446463"/>
                        <a:chExt cx="214313" cy="214313"/>
                      </a:xfrm>
                    </p:grpSpPr>
                    <p:sp>
                      <p:nvSpPr>
                        <p:cNvPr id="11709" name="Arc 11708">
                          <a:extLst>
                            <a:ext uri="{FF2B5EF4-FFF2-40B4-BE49-F238E27FC236}">
                              <a16:creationId xmlns:a16="http://schemas.microsoft.com/office/drawing/2014/main" id="{8AE091AE-83EC-61D2-F12C-0FFD383B318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710" name="Arc 11709">
                          <a:extLst>
                            <a:ext uri="{FF2B5EF4-FFF2-40B4-BE49-F238E27FC236}">
                              <a16:creationId xmlns:a16="http://schemas.microsoft.com/office/drawing/2014/main" id="{B35A96BC-4BCA-92A0-CC5C-FB89A5F4410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708" name="TextBox 11707">
                        <a:extLst>
                          <a:ext uri="{FF2B5EF4-FFF2-40B4-BE49-F238E27FC236}">
                            <a16:creationId xmlns:a16="http://schemas.microsoft.com/office/drawing/2014/main" id="{63B783F1-87D6-61E8-7ECF-6B21BBE3F872}"/>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670" name="Group 11669">
                    <a:extLst>
                      <a:ext uri="{FF2B5EF4-FFF2-40B4-BE49-F238E27FC236}">
                        <a16:creationId xmlns:a16="http://schemas.microsoft.com/office/drawing/2014/main" id="{05B15C1B-8761-FFDB-3102-C5FF3D5F70A8}"/>
                      </a:ext>
                    </a:extLst>
                  </p:cNvPr>
                  <p:cNvGrpSpPr/>
                  <p:nvPr/>
                </p:nvGrpSpPr>
                <p:grpSpPr>
                  <a:xfrm>
                    <a:off x="5886431" y="3525040"/>
                    <a:ext cx="393192" cy="393192"/>
                    <a:chOff x="5265196" y="3932619"/>
                    <a:chExt cx="393192" cy="393192"/>
                  </a:xfrm>
                </p:grpSpPr>
                <p:grpSp>
                  <p:nvGrpSpPr>
                    <p:cNvPr id="11694" name="Group 11693">
                      <a:extLst>
                        <a:ext uri="{FF2B5EF4-FFF2-40B4-BE49-F238E27FC236}">
                          <a16:creationId xmlns:a16="http://schemas.microsoft.com/office/drawing/2014/main" id="{DC4B9DD0-216F-F2BA-8E84-157DCA6CD5C3}"/>
                        </a:ext>
                      </a:extLst>
                    </p:cNvPr>
                    <p:cNvGrpSpPr/>
                    <p:nvPr/>
                  </p:nvGrpSpPr>
                  <p:grpSpPr>
                    <a:xfrm>
                      <a:off x="5354636" y="4022061"/>
                      <a:ext cx="214313" cy="214313"/>
                      <a:chOff x="5354637" y="3446463"/>
                      <a:chExt cx="214313" cy="214313"/>
                    </a:xfrm>
                  </p:grpSpPr>
                  <p:sp>
                    <p:nvSpPr>
                      <p:cNvPr id="11702" name="Arc 11701">
                        <a:extLst>
                          <a:ext uri="{FF2B5EF4-FFF2-40B4-BE49-F238E27FC236}">
                            <a16:creationId xmlns:a16="http://schemas.microsoft.com/office/drawing/2014/main" id="{27E9D01A-217D-CAB9-D0D6-262A20540CE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703" name="Arc 11702">
                        <a:extLst>
                          <a:ext uri="{FF2B5EF4-FFF2-40B4-BE49-F238E27FC236}">
                            <a16:creationId xmlns:a16="http://schemas.microsoft.com/office/drawing/2014/main" id="{38BE84CA-1B27-5E6A-3B39-2C8EBAB7F9C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695" name="Group 11694">
                      <a:extLst>
                        <a:ext uri="{FF2B5EF4-FFF2-40B4-BE49-F238E27FC236}">
                          <a16:creationId xmlns:a16="http://schemas.microsoft.com/office/drawing/2014/main" id="{2FF7C5DC-4EEF-9E46-72B4-C47D74E86BD5}"/>
                        </a:ext>
                      </a:extLst>
                    </p:cNvPr>
                    <p:cNvGrpSpPr/>
                    <p:nvPr/>
                  </p:nvGrpSpPr>
                  <p:grpSpPr>
                    <a:xfrm rot="14400000">
                      <a:off x="5310186" y="3977611"/>
                      <a:ext cx="303213" cy="303213"/>
                      <a:chOff x="5354637" y="3446463"/>
                      <a:chExt cx="214313" cy="214313"/>
                    </a:xfrm>
                  </p:grpSpPr>
                  <p:sp>
                    <p:nvSpPr>
                      <p:cNvPr id="11700" name="Arc 11699">
                        <a:extLst>
                          <a:ext uri="{FF2B5EF4-FFF2-40B4-BE49-F238E27FC236}">
                            <a16:creationId xmlns:a16="http://schemas.microsoft.com/office/drawing/2014/main" id="{0B5D9FB7-0B05-10B0-8AFA-D16C966C402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701" name="Arc 11700">
                        <a:extLst>
                          <a:ext uri="{FF2B5EF4-FFF2-40B4-BE49-F238E27FC236}">
                            <a16:creationId xmlns:a16="http://schemas.microsoft.com/office/drawing/2014/main" id="{058CCB6B-1773-180A-83F8-A9BC6003DA4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696" name="Group 11695">
                      <a:extLst>
                        <a:ext uri="{FF2B5EF4-FFF2-40B4-BE49-F238E27FC236}">
                          <a16:creationId xmlns:a16="http://schemas.microsoft.com/office/drawing/2014/main" id="{DF770F33-FAAC-68F8-D143-8872A4E081CA}"/>
                        </a:ext>
                      </a:extLst>
                    </p:cNvPr>
                    <p:cNvGrpSpPr/>
                    <p:nvPr/>
                  </p:nvGrpSpPr>
                  <p:grpSpPr>
                    <a:xfrm rot="7200000">
                      <a:off x="5265196" y="3932619"/>
                      <a:ext cx="393192" cy="393192"/>
                      <a:chOff x="5354637" y="3446463"/>
                      <a:chExt cx="214313" cy="214313"/>
                    </a:xfrm>
                  </p:grpSpPr>
                  <p:sp>
                    <p:nvSpPr>
                      <p:cNvPr id="11698" name="Arc 11697">
                        <a:extLst>
                          <a:ext uri="{FF2B5EF4-FFF2-40B4-BE49-F238E27FC236}">
                            <a16:creationId xmlns:a16="http://schemas.microsoft.com/office/drawing/2014/main" id="{61C949A7-E535-10F1-0C16-F7BAEF31D99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699" name="Arc 11698">
                        <a:extLst>
                          <a:ext uri="{FF2B5EF4-FFF2-40B4-BE49-F238E27FC236}">
                            <a16:creationId xmlns:a16="http://schemas.microsoft.com/office/drawing/2014/main" id="{1BFF4C6C-A05D-2510-E13D-D1C9BE85C0A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697" name="TextBox 11696">
                      <a:extLst>
                        <a:ext uri="{FF2B5EF4-FFF2-40B4-BE49-F238E27FC236}">
                          <a16:creationId xmlns:a16="http://schemas.microsoft.com/office/drawing/2014/main" id="{14FA3B9E-2088-49B8-6C7B-09A0413DC973}"/>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1671" name="Group 11670">
                    <a:extLst>
                      <a:ext uri="{FF2B5EF4-FFF2-40B4-BE49-F238E27FC236}">
                        <a16:creationId xmlns:a16="http://schemas.microsoft.com/office/drawing/2014/main" id="{2FD5B0D7-700D-6209-F2EC-7CBCFCB45396}"/>
                      </a:ext>
                    </a:extLst>
                  </p:cNvPr>
                  <p:cNvGrpSpPr/>
                  <p:nvPr/>
                </p:nvGrpSpPr>
                <p:grpSpPr>
                  <a:xfrm>
                    <a:off x="6512463" y="3525040"/>
                    <a:ext cx="393192" cy="393192"/>
                    <a:chOff x="6389147" y="3357021"/>
                    <a:chExt cx="393192" cy="393192"/>
                  </a:xfrm>
                </p:grpSpPr>
                <p:grpSp>
                  <p:nvGrpSpPr>
                    <p:cNvPr id="11683" name="Group 11682">
                      <a:extLst>
                        <a:ext uri="{FF2B5EF4-FFF2-40B4-BE49-F238E27FC236}">
                          <a16:creationId xmlns:a16="http://schemas.microsoft.com/office/drawing/2014/main" id="{6E4AE4D1-AF07-EDF4-F9C5-C408A0ACA785}"/>
                        </a:ext>
                      </a:extLst>
                    </p:cNvPr>
                    <p:cNvGrpSpPr/>
                    <p:nvPr/>
                  </p:nvGrpSpPr>
                  <p:grpSpPr>
                    <a:xfrm rot="7200000" flipH="1">
                      <a:off x="6389147" y="3357021"/>
                      <a:ext cx="393192" cy="393192"/>
                      <a:chOff x="5354637" y="3446463"/>
                      <a:chExt cx="214313" cy="214313"/>
                    </a:xfrm>
                  </p:grpSpPr>
                  <p:sp>
                    <p:nvSpPr>
                      <p:cNvPr id="11692" name="Arc 11691">
                        <a:extLst>
                          <a:ext uri="{FF2B5EF4-FFF2-40B4-BE49-F238E27FC236}">
                            <a16:creationId xmlns:a16="http://schemas.microsoft.com/office/drawing/2014/main" id="{22D147A1-202F-D0E9-6ABA-FA8266C4B95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693" name="Arc 11692">
                        <a:extLst>
                          <a:ext uri="{FF2B5EF4-FFF2-40B4-BE49-F238E27FC236}">
                            <a16:creationId xmlns:a16="http://schemas.microsoft.com/office/drawing/2014/main" id="{4DAA894C-C92E-A312-3153-6CF64A01B19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684" name="Group 11683">
                      <a:extLst>
                        <a:ext uri="{FF2B5EF4-FFF2-40B4-BE49-F238E27FC236}">
                          <a16:creationId xmlns:a16="http://schemas.microsoft.com/office/drawing/2014/main" id="{AB637E84-0829-B6E9-C4CB-DCCC431ED024}"/>
                        </a:ext>
                      </a:extLst>
                    </p:cNvPr>
                    <p:cNvGrpSpPr/>
                    <p:nvPr/>
                  </p:nvGrpSpPr>
                  <p:grpSpPr>
                    <a:xfrm>
                      <a:off x="6434137" y="3402011"/>
                      <a:ext cx="303213" cy="303213"/>
                      <a:chOff x="6434137" y="3402011"/>
                      <a:chExt cx="303213" cy="303213"/>
                    </a:xfrm>
                  </p:grpSpPr>
                  <p:grpSp>
                    <p:nvGrpSpPr>
                      <p:cNvPr id="11685" name="Group 11684">
                        <a:extLst>
                          <a:ext uri="{FF2B5EF4-FFF2-40B4-BE49-F238E27FC236}">
                            <a16:creationId xmlns:a16="http://schemas.microsoft.com/office/drawing/2014/main" id="{8BBD0604-7682-2E9A-71AB-038A4295D521}"/>
                          </a:ext>
                        </a:extLst>
                      </p:cNvPr>
                      <p:cNvGrpSpPr/>
                      <p:nvPr/>
                    </p:nvGrpSpPr>
                    <p:grpSpPr>
                      <a:xfrm flipH="1">
                        <a:off x="6478587" y="3446461"/>
                        <a:ext cx="214313" cy="214313"/>
                        <a:chOff x="5354637" y="3446463"/>
                        <a:chExt cx="214313" cy="214313"/>
                      </a:xfrm>
                    </p:grpSpPr>
                    <p:sp>
                      <p:nvSpPr>
                        <p:cNvPr id="11690" name="Arc 11689">
                          <a:extLst>
                            <a:ext uri="{FF2B5EF4-FFF2-40B4-BE49-F238E27FC236}">
                              <a16:creationId xmlns:a16="http://schemas.microsoft.com/office/drawing/2014/main" id="{EB220D6B-6B97-7C6B-4F15-7FCC5319599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691" name="Arc 11690">
                          <a:extLst>
                            <a:ext uri="{FF2B5EF4-FFF2-40B4-BE49-F238E27FC236}">
                              <a16:creationId xmlns:a16="http://schemas.microsoft.com/office/drawing/2014/main" id="{78F02F5E-EA8E-4813-5FC0-FB3F9332231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686" name="Group 11685">
                        <a:extLst>
                          <a:ext uri="{FF2B5EF4-FFF2-40B4-BE49-F238E27FC236}">
                            <a16:creationId xmlns:a16="http://schemas.microsoft.com/office/drawing/2014/main" id="{8B4A4D21-AAF2-B0C4-EAF4-6D50ACD698F9}"/>
                          </a:ext>
                        </a:extLst>
                      </p:cNvPr>
                      <p:cNvGrpSpPr/>
                      <p:nvPr/>
                    </p:nvGrpSpPr>
                    <p:grpSpPr>
                      <a:xfrm rot="14400000" flipH="1">
                        <a:off x="6434137" y="3402011"/>
                        <a:ext cx="303213" cy="303213"/>
                        <a:chOff x="5354637" y="3446463"/>
                        <a:chExt cx="214313" cy="214313"/>
                      </a:xfrm>
                    </p:grpSpPr>
                    <p:sp>
                      <p:nvSpPr>
                        <p:cNvPr id="11688" name="Arc 11687">
                          <a:extLst>
                            <a:ext uri="{FF2B5EF4-FFF2-40B4-BE49-F238E27FC236}">
                              <a16:creationId xmlns:a16="http://schemas.microsoft.com/office/drawing/2014/main" id="{8081BE02-D549-85F4-2ACA-2D3EE258F95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689" name="Arc 11688">
                          <a:extLst>
                            <a:ext uri="{FF2B5EF4-FFF2-40B4-BE49-F238E27FC236}">
                              <a16:creationId xmlns:a16="http://schemas.microsoft.com/office/drawing/2014/main" id="{2F390332-703B-A157-9780-3EAC1210E91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687" name="TextBox 11686">
                        <a:extLst>
                          <a:ext uri="{FF2B5EF4-FFF2-40B4-BE49-F238E27FC236}">
                            <a16:creationId xmlns:a16="http://schemas.microsoft.com/office/drawing/2014/main" id="{C3A8FBF0-7B9D-BF88-8998-36A314B44C78}"/>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672" name="Group 11671">
                    <a:extLst>
                      <a:ext uri="{FF2B5EF4-FFF2-40B4-BE49-F238E27FC236}">
                        <a16:creationId xmlns:a16="http://schemas.microsoft.com/office/drawing/2014/main" id="{F26FE4C2-43CF-7049-C2DF-F7149AF33EC1}"/>
                      </a:ext>
                    </a:extLst>
                  </p:cNvPr>
                  <p:cNvGrpSpPr/>
                  <p:nvPr/>
                </p:nvGrpSpPr>
                <p:grpSpPr>
                  <a:xfrm>
                    <a:off x="6197413" y="3225768"/>
                    <a:ext cx="393192" cy="393192"/>
                    <a:chOff x="6389147" y="3932622"/>
                    <a:chExt cx="393192" cy="393192"/>
                  </a:xfrm>
                </p:grpSpPr>
                <p:grpSp>
                  <p:nvGrpSpPr>
                    <p:cNvPr id="11673" name="Group 11672">
                      <a:extLst>
                        <a:ext uri="{FF2B5EF4-FFF2-40B4-BE49-F238E27FC236}">
                          <a16:creationId xmlns:a16="http://schemas.microsoft.com/office/drawing/2014/main" id="{FF820A8E-9E0C-B40A-A09F-185702CFB259}"/>
                        </a:ext>
                      </a:extLst>
                    </p:cNvPr>
                    <p:cNvGrpSpPr/>
                    <p:nvPr/>
                  </p:nvGrpSpPr>
                  <p:grpSpPr>
                    <a:xfrm flipH="1">
                      <a:off x="6478587" y="4022061"/>
                      <a:ext cx="214313" cy="214313"/>
                      <a:chOff x="5354637" y="3446463"/>
                      <a:chExt cx="214313" cy="214313"/>
                    </a:xfrm>
                  </p:grpSpPr>
                  <p:sp>
                    <p:nvSpPr>
                      <p:cNvPr id="11681" name="Arc 11680">
                        <a:extLst>
                          <a:ext uri="{FF2B5EF4-FFF2-40B4-BE49-F238E27FC236}">
                            <a16:creationId xmlns:a16="http://schemas.microsoft.com/office/drawing/2014/main" id="{EF1566E1-39FD-2FDA-3ACC-2C1B79A081C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682" name="Arc 11681">
                        <a:extLst>
                          <a:ext uri="{FF2B5EF4-FFF2-40B4-BE49-F238E27FC236}">
                            <a16:creationId xmlns:a16="http://schemas.microsoft.com/office/drawing/2014/main" id="{9FD479D8-546D-86F7-26A0-F614ED07A94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674" name="Group 11673">
                      <a:extLst>
                        <a:ext uri="{FF2B5EF4-FFF2-40B4-BE49-F238E27FC236}">
                          <a16:creationId xmlns:a16="http://schemas.microsoft.com/office/drawing/2014/main" id="{50AF1F45-040B-8FB2-9E7F-058E0393A5EA}"/>
                        </a:ext>
                      </a:extLst>
                    </p:cNvPr>
                    <p:cNvGrpSpPr/>
                    <p:nvPr/>
                  </p:nvGrpSpPr>
                  <p:grpSpPr>
                    <a:xfrm rot="7200000" flipH="1">
                      <a:off x="6434137" y="3977611"/>
                      <a:ext cx="303213" cy="303213"/>
                      <a:chOff x="5354637" y="3446463"/>
                      <a:chExt cx="214313" cy="214313"/>
                    </a:xfrm>
                  </p:grpSpPr>
                  <p:sp>
                    <p:nvSpPr>
                      <p:cNvPr id="11679" name="Arc 11678">
                        <a:extLst>
                          <a:ext uri="{FF2B5EF4-FFF2-40B4-BE49-F238E27FC236}">
                            <a16:creationId xmlns:a16="http://schemas.microsoft.com/office/drawing/2014/main" id="{BBA08AA9-F18B-081F-15CA-F1F1D0F9390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680" name="Arc 11679">
                        <a:extLst>
                          <a:ext uri="{FF2B5EF4-FFF2-40B4-BE49-F238E27FC236}">
                            <a16:creationId xmlns:a16="http://schemas.microsoft.com/office/drawing/2014/main" id="{72727652-29E1-EC63-558F-7991902F4F6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675" name="Group 11674">
                      <a:extLst>
                        <a:ext uri="{FF2B5EF4-FFF2-40B4-BE49-F238E27FC236}">
                          <a16:creationId xmlns:a16="http://schemas.microsoft.com/office/drawing/2014/main" id="{FA5E8659-4596-CD1D-72EA-D0068879372B}"/>
                        </a:ext>
                      </a:extLst>
                    </p:cNvPr>
                    <p:cNvGrpSpPr/>
                    <p:nvPr/>
                  </p:nvGrpSpPr>
                  <p:grpSpPr>
                    <a:xfrm rot="14400000" flipH="1">
                      <a:off x="6389147" y="3932622"/>
                      <a:ext cx="393192" cy="393192"/>
                      <a:chOff x="5354637" y="3446463"/>
                      <a:chExt cx="214313" cy="214313"/>
                    </a:xfrm>
                  </p:grpSpPr>
                  <p:sp>
                    <p:nvSpPr>
                      <p:cNvPr id="11677" name="Arc 11676">
                        <a:extLst>
                          <a:ext uri="{FF2B5EF4-FFF2-40B4-BE49-F238E27FC236}">
                            <a16:creationId xmlns:a16="http://schemas.microsoft.com/office/drawing/2014/main" id="{5C221866-9CFC-1BD7-1247-563D0C62BD9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678" name="Arc 11677">
                        <a:extLst>
                          <a:ext uri="{FF2B5EF4-FFF2-40B4-BE49-F238E27FC236}">
                            <a16:creationId xmlns:a16="http://schemas.microsoft.com/office/drawing/2014/main" id="{93FA4C5D-ACA0-151B-0203-C0905D2BE25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676" name="TextBox 11675">
                      <a:extLst>
                        <a:ext uri="{FF2B5EF4-FFF2-40B4-BE49-F238E27FC236}">
                          <a16:creationId xmlns:a16="http://schemas.microsoft.com/office/drawing/2014/main" id="{49EAC558-6494-9D56-43A8-EA64DAC6C401}"/>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9182" name="Group 9181">
              <a:extLst>
                <a:ext uri="{FF2B5EF4-FFF2-40B4-BE49-F238E27FC236}">
                  <a16:creationId xmlns:a16="http://schemas.microsoft.com/office/drawing/2014/main" id="{1B6A7629-C44E-2C2B-0424-BD4E9763F73F}"/>
                </a:ext>
              </a:extLst>
            </p:cNvPr>
            <p:cNvGrpSpPr/>
            <p:nvPr/>
          </p:nvGrpSpPr>
          <p:grpSpPr>
            <a:xfrm>
              <a:off x="5981315" y="745999"/>
              <a:ext cx="2263438" cy="2198360"/>
              <a:chOff x="5445106" y="2039507"/>
              <a:chExt cx="2263438" cy="2198360"/>
            </a:xfrm>
          </p:grpSpPr>
          <p:grpSp>
            <p:nvGrpSpPr>
              <p:cNvPr id="11475" name="Group 11474">
                <a:extLst>
                  <a:ext uri="{FF2B5EF4-FFF2-40B4-BE49-F238E27FC236}">
                    <a16:creationId xmlns:a16="http://schemas.microsoft.com/office/drawing/2014/main" id="{035AAF07-58EF-66D0-2828-EBD758281F69}"/>
                  </a:ext>
                </a:extLst>
              </p:cNvPr>
              <p:cNvGrpSpPr/>
              <p:nvPr/>
            </p:nvGrpSpPr>
            <p:grpSpPr>
              <a:xfrm>
                <a:off x="5445106" y="2644743"/>
                <a:ext cx="1643204" cy="1593124"/>
                <a:chOff x="5445106" y="2644743"/>
                <a:chExt cx="1643204" cy="1593124"/>
              </a:xfrm>
            </p:grpSpPr>
            <p:grpSp>
              <p:nvGrpSpPr>
                <p:cNvPr id="11571" name="Group 11570">
                  <a:extLst>
                    <a:ext uri="{FF2B5EF4-FFF2-40B4-BE49-F238E27FC236}">
                      <a16:creationId xmlns:a16="http://schemas.microsoft.com/office/drawing/2014/main" id="{78B51913-6807-2CB5-BFA0-1701EA85DAB8}"/>
                    </a:ext>
                  </a:extLst>
                </p:cNvPr>
                <p:cNvGrpSpPr/>
                <p:nvPr/>
              </p:nvGrpSpPr>
              <p:grpSpPr>
                <a:xfrm>
                  <a:off x="5445106" y="2644743"/>
                  <a:ext cx="1019224" cy="991639"/>
                  <a:chOff x="5886431" y="3225768"/>
                  <a:chExt cx="1019224" cy="991639"/>
                </a:xfrm>
              </p:grpSpPr>
              <p:grpSp>
                <p:nvGrpSpPr>
                  <p:cNvPr id="11619" name="Group 11618">
                    <a:extLst>
                      <a:ext uri="{FF2B5EF4-FFF2-40B4-BE49-F238E27FC236}">
                        <a16:creationId xmlns:a16="http://schemas.microsoft.com/office/drawing/2014/main" id="{AC609D77-2648-9018-954D-9F3C261F91A6}"/>
                      </a:ext>
                    </a:extLst>
                  </p:cNvPr>
                  <p:cNvGrpSpPr/>
                  <p:nvPr/>
                </p:nvGrpSpPr>
                <p:grpSpPr>
                  <a:xfrm>
                    <a:off x="6197413" y="3824215"/>
                    <a:ext cx="393192" cy="393192"/>
                    <a:chOff x="5265196" y="3357021"/>
                    <a:chExt cx="393192" cy="393192"/>
                  </a:xfrm>
                </p:grpSpPr>
                <p:grpSp>
                  <p:nvGrpSpPr>
                    <p:cNvPr id="11654" name="Group 11653">
                      <a:extLst>
                        <a:ext uri="{FF2B5EF4-FFF2-40B4-BE49-F238E27FC236}">
                          <a16:creationId xmlns:a16="http://schemas.microsoft.com/office/drawing/2014/main" id="{82220F82-C52E-C898-A4D9-1C4847A2B9C7}"/>
                        </a:ext>
                      </a:extLst>
                    </p:cNvPr>
                    <p:cNvGrpSpPr/>
                    <p:nvPr/>
                  </p:nvGrpSpPr>
                  <p:grpSpPr>
                    <a:xfrm rot="14400000">
                      <a:off x="5265196" y="3357021"/>
                      <a:ext cx="393192" cy="393192"/>
                      <a:chOff x="5354637" y="3446463"/>
                      <a:chExt cx="214313" cy="214313"/>
                    </a:xfrm>
                  </p:grpSpPr>
                  <p:sp>
                    <p:nvSpPr>
                      <p:cNvPr id="11663" name="Arc 11662">
                        <a:extLst>
                          <a:ext uri="{FF2B5EF4-FFF2-40B4-BE49-F238E27FC236}">
                            <a16:creationId xmlns:a16="http://schemas.microsoft.com/office/drawing/2014/main" id="{B6A1FD62-FC14-128E-DE54-C776503793E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664" name="Arc 11663">
                        <a:extLst>
                          <a:ext uri="{FF2B5EF4-FFF2-40B4-BE49-F238E27FC236}">
                            <a16:creationId xmlns:a16="http://schemas.microsoft.com/office/drawing/2014/main" id="{6C36CE84-119B-4CCF-0BA9-DF8A6538158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655" name="Group 11654">
                      <a:extLst>
                        <a:ext uri="{FF2B5EF4-FFF2-40B4-BE49-F238E27FC236}">
                          <a16:creationId xmlns:a16="http://schemas.microsoft.com/office/drawing/2014/main" id="{0284B94F-9F98-C41C-C051-FDFE780B6C95}"/>
                        </a:ext>
                      </a:extLst>
                    </p:cNvPr>
                    <p:cNvGrpSpPr/>
                    <p:nvPr/>
                  </p:nvGrpSpPr>
                  <p:grpSpPr>
                    <a:xfrm>
                      <a:off x="5310186" y="3402011"/>
                      <a:ext cx="303213" cy="303213"/>
                      <a:chOff x="5310186" y="3402011"/>
                      <a:chExt cx="303213" cy="303213"/>
                    </a:xfrm>
                  </p:grpSpPr>
                  <p:grpSp>
                    <p:nvGrpSpPr>
                      <p:cNvPr id="11656" name="Group 11655">
                        <a:extLst>
                          <a:ext uri="{FF2B5EF4-FFF2-40B4-BE49-F238E27FC236}">
                            <a16:creationId xmlns:a16="http://schemas.microsoft.com/office/drawing/2014/main" id="{E9881AC3-F140-C260-F6DD-3DA954ADD194}"/>
                          </a:ext>
                        </a:extLst>
                      </p:cNvPr>
                      <p:cNvGrpSpPr/>
                      <p:nvPr/>
                    </p:nvGrpSpPr>
                    <p:grpSpPr>
                      <a:xfrm>
                        <a:off x="5354636" y="3446461"/>
                        <a:ext cx="214313" cy="214313"/>
                        <a:chOff x="5354637" y="3446463"/>
                        <a:chExt cx="214313" cy="214313"/>
                      </a:xfrm>
                    </p:grpSpPr>
                    <p:sp>
                      <p:nvSpPr>
                        <p:cNvPr id="11661" name="Arc 11660">
                          <a:extLst>
                            <a:ext uri="{FF2B5EF4-FFF2-40B4-BE49-F238E27FC236}">
                              <a16:creationId xmlns:a16="http://schemas.microsoft.com/office/drawing/2014/main" id="{22B32E85-6CBA-2A93-9B88-E6A97D43E39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662" name="Arc 11661">
                          <a:extLst>
                            <a:ext uri="{FF2B5EF4-FFF2-40B4-BE49-F238E27FC236}">
                              <a16:creationId xmlns:a16="http://schemas.microsoft.com/office/drawing/2014/main" id="{212B7623-01C4-4271-A54D-9BB6E8BC2C9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657" name="Group 11656">
                        <a:extLst>
                          <a:ext uri="{FF2B5EF4-FFF2-40B4-BE49-F238E27FC236}">
                            <a16:creationId xmlns:a16="http://schemas.microsoft.com/office/drawing/2014/main" id="{835687E1-1CB4-C79F-5D65-9E44CC067644}"/>
                          </a:ext>
                        </a:extLst>
                      </p:cNvPr>
                      <p:cNvGrpSpPr/>
                      <p:nvPr/>
                    </p:nvGrpSpPr>
                    <p:grpSpPr>
                      <a:xfrm rot="7200000">
                        <a:off x="5310186" y="3402011"/>
                        <a:ext cx="303213" cy="303213"/>
                        <a:chOff x="5354637" y="3446463"/>
                        <a:chExt cx="214313" cy="214313"/>
                      </a:xfrm>
                    </p:grpSpPr>
                    <p:sp>
                      <p:nvSpPr>
                        <p:cNvPr id="11659" name="Arc 11658">
                          <a:extLst>
                            <a:ext uri="{FF2B5EF4-FFF2-40B4-BE49-F238E27FC236}">
                              <a16:creationId xmlns:a16="http://schemas.microsoft.com/office/drawing/2014/main" id="{82C7C301-7DA5-28BD-D4F1-0A770C1E0CA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660" name="Arc 11659">
                          <a:extLst>
                            <a:ext uri="{FF2B5EF4-FFF2-40B4-BE49-F238E27FC236}">
                              <a16:creationId xmlns:a16="http://schemas.microsoft.com/office/drawing/2014/main" id="{E813B42B-C1C4-B5BA-3527-BAA39689951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658" name="TextBox 11657">
                        <a:extLst>
                          <a:ext uri="{FF2B5EF4-FFF2-40B4-BE49-F238E27FC236}">
                            <a16:creationId xmlns:a16="http://schemas.microsoft.com/office/drawing/2014/main" id="{F729E922-5C58-D2E0-55EE-E0028A6CF54C}"/>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620" name="Group 11619">
                    <a:extLst>
                      <a:ext uri="{FF2B5EF4-FFF2-40B4-BE49-F238E27FC236}">
                        <a16:creationId xmlns:a16="http://schemas.microsoft.com/office/drawing/2014/main" id="{0CE16046-09F8-E984-21AB-31D165EC8457}"/>
                      </a:ext>
                    </a:extLst>
                  </p:cNvPr>
                  <p:cNvGrpSpPr/>
                  <p:nvPr/>
                </p:nvGrpSpPr>
                <p:grpSpPr>
                  <a:xfrm>
                    <a:off x="5886431" y="3525040"/>
                    <a:ext cx="393192" cy="393192"/>
                    <a:chOff x="5265196" y="3932619"/>
                    <a:chExt cx="393192" cy="393192"/>
                  </a:xfrm>
                </p:grpSpPr>
                <p:grpSp>
                  <p:nvGrpSpPr>
                    <p:cNvPr id="11644" name="Group 11643">
                      <a:extLst>
                        <a:ext uri="{FF2B5EF4-FFF2-40B4-BE49-F238E27FC236}">
                          <a16:creationId xmlns:a16="http://schemas.microsoft.com/office/drawing/2014/main" id="{CE0BFA83-E94E-21C6-0B71-7B41E8966261}"/>
                        </a:ext>
                      </a:extLst>
                    </p:cNvPr>
                    <p:cNvGrpSpPr/>
                    <p:nvPr/>
                  </p:nvGrpSpPr>
                  <p:grpSpPr>
                    <a:xfrm>
                      <a:off x="5354636" y="4022061"/>
                      <a:ext cx="214313" cy="214313"/>
                      <a:chOff x="5354637" y="3446463"/>
                      <a:chExt cx="214313" cy="214313"/>
                    </a:xfrm>
                  </p:grpSpPr>
                  <p:sp>
                    <p:nvSpPr>
                      <p:cNvPr id="11652" name="Arc 11651">
                        <a:extLst>
                          <a:ext uri="{FF2B5EF4-FFF2-40B4-BE49-F238E27FC236}">
                            <a16:creationId xmlns:a16="http://schemas.microsoft.com/office/drawing/2014/main" id="{ECD095E7-A7D3-4221-9457-B93F40812C9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653" name="Arc 11652">
                        <a:extLst>
                          <a:ext uri="{FF2B5EF4-FFF2-40B4-BE49-F238E27FC236}">
                            <a16:creationId xmlns:a16="http://schemas.microsoft.com/office/drawing/2014/main" id="{9B0929DC-B62F-FEE2-D9B7-10A2FCE71F5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645" name="Group 11644">
                      <a:extLst>
                        <a:ext uri="{FF2B5EF4-FFF2-40B4-BE49-F238E27FC236}">
                          <a16:creationId xmlns:a16="http://schemas.microsoft.com/office/drawing/2014/main" id="{15B5094F-6387-4134-CA08-371829854C89}"/>
                        </a:ext>
                      </a:extLst>
                    </p:cNvPr>
                    <p:cNvGrpSpPr/>
                    <p:nvPr/>
                  </p:nvGrpSpPr>
                  <p:grpSpPr>
                    <a:xfrm rot="14400000">
                      <a:off x="5310186" y="3977611"/>
                      <a:ext cx="303213" cy="303213"/>
                      <a:chOff x="5354637" y="3446463"/>
                      <a:chExt cx="214313" cy="214313"/>
                    </a:xfrm>
                  </p:grpSpPr>
                  <p:sp>
                    <p:nvSpPr>
                      <p:cNvPr id="11650" name="Arc 11649">
                        <a:extLst>
                          <a:ext uri="{FF2B5EF4-FFF2-40B4-BE49-F238E27FC236}">
                            <a16:creationId xmlns:a16="http://schemas.microsoft.com/office/drawing/2014/main" id="{C4222D61-EA3A-8207-6455-C6BC58565DC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651" name="Arc 11650">
                        <a:extLst>
                          <a:ext uri="{FF2B5EF4-FFF2-40B4-BE49-F238E27FC236}">
                            <a16:creationId xmlns:a16="http://schemas.microsoft.com/office/drawing/2014/main" id="{60DB7DB2-72A0-AD44-5848-65898BC1806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646" name="Group 11645">
                      <a:extLst>
                        <a:ext uri="{FF2B5EF4-FFF2-40B4-BE49-F238E27FC236}">
                          <a16:creationId xmlns:a16="http://schemas.microsoft.com/office/drawing/2014/main" id="{D49CD7BC-196B-4421-0503-F59968795E4D}"/>
                        </a:ext>
                      </a:extLst>
                    </p:cNvPr>
                    <p:cNvGrpSpPr/>
                    <p:nvPr/>
                  </p:nvGrpSpPr>
                  <p:grpSpPr>
                    <a:xfrm rot="7200000">
                      <a:off x="5265196" y="3932619"/>
                      <a:ext cx="393192" cy="393192"/>
                      <a:chOff x="5354637" y="3446463"/>
                      <a:chExt cx="214313" cy="214313"/>
                    </a:xfrm>
                  </p:grpSpPr>
                  <p:sp>
                    <p:nvSpPr>
                      <p:cNvPr id="11648" name="Arc 11647">
                        <a:extLst>
                          <a:ext uri="{FF2B5EF4-FFF2-40B4-BE49-F238E27FC236}">
                            <a16:creationId xmlns:a16="http://schemas.microsoft.com/office/drawing/2014/main" id="{26BB36A0-D74B-0670-050A-71BFAAF2B2E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649" name="Arc 11648">
                        <a:extLst>
                          <a:ext uri="{FF2B5EF4-FFF2-40B4-BE49-F238E27FC236}">
                            <a16:creationId xmlns:a16="http://schemas.microsoft.com/office/drawing/2014/main" id="{55BA7047-D11F-B115-71C2-5F6DC5B2B8E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647" name="TextBox 11646">
                      <a:extLst>
                        <a:ext uri="{FF2B5EF4-FFF2-40B4-BE49-F238E27FC236}">
                          <a16:creationId xmlns:a16="http://schemas.microsoft.com/office/drawing/2014/main" id="{D6F8E795-DB2E-BC5C-7D1D-C348EF3BBE03}"/>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1621" name="Group 11620">
                    <a:extLst>
                      <a:ext uri="{FF2B5EF4-FFF2-40B4-BE49-F238E27FC236}">
                        <a16:creationId xmlns:a16="http://schemas.microsoft.com/office/drawing/2014/main" id="{56FB0D70-DC66-2575-B7A0-265395DE14AE}"/>
                      </a:ext>
                    </a:extLst>
                  </p:cNvPr>
                  <p:cNvGrpSpPr/>
                  <p:nvPr/>
                </p:nvGrpSpPr>
                <p:grpSpPr>
                  <a:xfrm>
                    <a:off x="6512463" y="3525040"/>
                    <a:ext cx="393192" cy="393192"/>
                    <a:chOff x="6389147" y="3357021"/>
                    <a:chExt cx="393192" cy="393192"/>
                  </a:xfrm>
                </p:grpSpPr>
                <p:grpSp>
                  <p:nvGrpSpPr>
                    <p:cNvPr id="11633" name="Group 11632">
                      <a:extLst>
                        <a:ext uri="{FF2B5EF4-FFF2-40B4-BE49-F238E27FC236}">
                          <a16:creationId xmlns:a16="http://schemas.microsoft.com/office/drawing/2014/main" id="{35692326-38B4-FAA4-EB64-9FF3D12AD2D1}"/>
                        </a:ext>
                      </a:extLst>
                    </p:cNvPr>
                    <p:cNvGrpSpPr/>
                    <p:nvPr/>
                  </p:nvGrpSpPr>
                  <p:grpSpPr>
                    <a:xfrm rot="7200000" flipH="1">
                      <a:off x="6389147" y="3357021"/>
                      <a:ext cx="393192" cy="393192"/>
                      <a:chOff x="5354637" y="3446463"/>
                      <a:chExt cx="214313" cy="214313"/>
                    </a:xfrm>
                  </p:grpSpPr>
                  <p:sp>
                    <p:nvSpPr>
                      <p:cNvPr id="11642" name="Arc 11641">
                        <a:extLst>
                          <a:ext uri="{FF2B5EF4-FFF2-40B4-BE49-F238E27FC236}">
                            <a16:creationId xmlns:a16="http://schemas.microsoft.com/office/drawing/2014/main" id="{48FDCE76-7FDB-9132-70C6-4364D25D320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643" name="Arc 11642">
                        <a:extLst>
                          <a:ext uri="{FF2B5EF4-FFF2-40B4-BE49-F238E27FC236}">
                            <a16:creationId xmlns:a16="http://schemas.microsoft.com/office/drawing/2014/main" id="{A8F75F94-4589-FAA3-F2E4-ADDA8CE3BCE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634" name="Group 11633">
                      <a:extLst>
                        <a:ext uri="{FF2B5EF4-FFF2-40B4-BE49-F238E27FC236}">
                          <a16:creationId xmlns:a16="http://schemas.microsoft.com/office/drawing/2014/main" id="{A0CFA3A9-33DF-4378-DF5E-A3662B3CBA5D}"/>
                        </a:ext>
                      </a:extLst>
                    </p:cNvPr>
                    <p:cNvGrpSpPr/>
                    <p:nvPr/>
                  </p:nvGrpSpPr>
                  <p:grpSpPr>
                    <a:xfrm>
                      <a:off x="6434137" y="3402011"/>
                      <a:ext cx="303213" cy="303213"/>
                      <a:chOff x="6434137" y="3402011"/>
                      <a:chExt cx="303213" cy="303213"/>
                    </a:xfrm>
                  </p:grpSpPr>
                  <p:grpSp>
                    <p:nvGrpSpPr>
                      <p:cNvPr id="11635" name="Group 11634">
                        <a:extLst>
                          <a:ext uri="{FF2B5EF4-FFF2-40B4-BE49-F238E27FC236}">
                            <a16:creationId xmlns:a16="http://schemas.microsoft.com/office/drawing/2014/main" id="{0BD7976B-CB0D-3FBF-3686-4E5C79588055}"/>
                          </a:ext>
                        </a:extLst>
                      </p:cNvPr>
                      <p:cNvGrpSpPr/>
                      <p:nvPr/>
                    </p:nvGrpSpPr>
                    <p:grpSpPr>
                      <a:xfrm flipH="1">
                        <a:off x="6478587" y="3446461"/>
                        <a:ext cx="214313" cy="214313"/>
                        <a:chOff x="5354637" y="3446463"/>
                        <a:chExt cx="214313" cy="214313"/>
                      </a:xfrm>
                    </p:grpSpPr>
                    <p:sp>
                      <p:nvSpPr>
                        <p:cNvPr id="11640" name="Arc 11639">
                          <a:extLst>
                            <a:ext uri="{FF2B5EF4-FFF2-40B4-BE49-F238E27FC236}">
                              <a16:creationId xmlns:a16="http://schemas.microsoft.com/office/drawing/2014/main" id="{7FB0E164-966A-4379-66D9-C7C84256A19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641" name="Arc 11640">
                          <a:extLst>
                            <a:ext uri="{FF2B5EF4-FFF2-40B4-BE49-F238E27FC236}">
                              <a16:creationId xmlns:a16="http://schemas.microsoft.com/office/drawing/2014/main" id="{C9D197B4-075D-544A-EA5D-D58C7D2AAA6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636" name="Group 11635">
                        <a:extLst>
                          <a:ext uri="{FF2B5EF4-FFF2-40B4-BE49-F238E27FC236}">
                            <a16:creationId xmlns:a16="http://schemas.microsoft.com/office/drawing/2014/main" id="{DA23D4CA-03F8-C741-C790-E964B11970BF}"/>
                          </a:ext>
                        </a:extLst>
                      </p:cNvPr>
                      <p:cNvGrpSpPr/>
                      <p:nvPr/>
                    </p:nvGrpSpPr>
                    <p:grpSpPr>
                      <a:xfrm rot="14400000" flipH="1">
                        <a:off x="6434137" y="3402011"/>
                        <a:ext cx="303213" cy="303213"/>
                        <a:chOff x="5354637" y="3446463"/>
                        <a:chExt cx="214313" cy="214313"/>
                      </a:xfrm>
                    </p:grpSpPr>
                    <p:sp>
                      <p:nvSpPr>
                        <p:cNvPr id="11638" name="Arc 11637">
                          <a:extLst>
                            <a:ext uri="{FF2B5EF4-FFF2-40B4-BE49-F238E27FC236}">
                              <a16:creationId xmlns:a16="http://schemas.microsoft.com/office/drawing/2014/main" id="{E954FEC4-D5A2-30CB-F878-4AE11E9E8A2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639" name="Arc 11638">
                          <a:extLst>
                            <a:ext uri="{FF2B5EF4-FFF2-40B4-BE49-F238E27FC236}">
                              <a16:creationId xmlns:a16="http://schemas.microsoft.com/office/drawing/2014/main" id="{6D795786-BE34-4404-AB29-5387D295E34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637" name="TextBox 11636">
                        <a:extLst>
                          <a:ext uri="{FF2B5EF4-FFF2-40B4-BE49-F238E27FC236}">
                            <a16:creationId xmlns:a16="http://schemas.microsoft.com/office/drawing/2014/main" id="{9D9CA0EC-FF9B-1659-D3FE-65A6B9D0CEF0}"/>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622" name="Group 11621">
                    <a:extLst>
                      <a:ext uri="{FF2B5EF4-FFF2-40B4-BE49-F238E27FC236}">
                        <a16:creationId xmlns:a16="http://schemas.microsoft.com/office/drawing/2014/main" id="{DA667730-C008-B268-94AA-DD7734FFAD0A}"/>
                      </a:ext>
                    </a:extLst>
                  </p:cNvPr>
                  <p:cNvGrpSpPr/>
                  <p:nvPr/>
                </p:nvGrpSpPr>
                <p:grpSpPr>
                  <a:xfrm>
                    <a:off x="6197413" y="3225768"/>
                    <a:ext cx="393192" cy="393192"/>
                    <a:chOff x="6389147" y="3932622"/>
                    <a:chExt cx="393192" cy="393192"/>
                  </a:xfrm>
                </p:grpSpPr>
                <p:grpSp>
                  <p:nvGrpSpPr>
                    <p:cNvPr id="11623" name="Group 11622">
                      <a:extLst>
                        <a:ext uri="{FF2B5EF4-FFF2-40B4-BE49-F238E27FC236}">
                          <a16:creationId xmlns:a16="http://schemas.microsoft.com/office/drawing/2014/main" id="{B4C2369E-13BD-A414-93C3-A878EC31A5B5}"/>
                        </a:ext>
                      </a:extLst>
                    </p:cNvPr>
                    <p:cNvGrpSpPr/>
                    <p:nvPr/>
                  </p:nvGrpSpPr>
                  <p:grpSpPr>
                    <a:xfrm flipH="1">
                      <a:off x="6478587" y="4022061"/>
                      <a:ext cx="214313" cy="214313"/>
                      <a:chOff x="5354637" y="3446463"/>
                      <a:chExt cx="214313" cy="214313"/>
                    </a:xfrm>
                  </p:grpSpPr>
                  <p:sp>
                    <p:nvSpPr>
                      <p:cNvPr id="11631" name="Arc 11630">
                        <a:extLst>
                          <a:ext uri="{FF2B5EF4-FFF2-40B4-BE49-F238E27FC236}">
                            <a16:creationId xmlns:a16="http://schemas.microsoft.com/office/drawing/2014/main" id="{26CB6414-10EB-8AA4-B39B-B1ACDFCDFD2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632" name="Arc 11631">
                        <a:extLst>
                          <a:ext uri="{FF2B5EF4-FFF2-40B4-BE49-F238E27FC236}">
                            <a16:creationId xmlns:a16="http://schemas.microsoft.com/office/drawing/2014/main" id="{8D4D0ED1-543A-8B2C-C737-E1D0164B7E8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624" name="Group 11623">
                      <a:extLst>
                        <a:ext uri="{FF2B5EF4-FFF2-40B4-BE49-F238E27FC236}">
                          <a16:creationId xmlns:a16="http://schemas.microsoft.com/office/drawing/2014/main" id="{F8A33B01-3C95-649F-BE04-C3D25CCF5605}"/>
                        </a:ext>
                      </a:extLst>
                    </p:cNvPr>
                    <p:cNvGrpSpPr/>
                    <p:nvPr/>
                  </p:nvGrpSpPr>
                  <p:grpSpPr>
                    <a:xfrm rot="7200000" flipH="1">
                      <a:off x="6434137" y="3977611"/>
                      <a:ext cx="303213" cy="303213"/>
                      <a:chOff x="5354637" y="3446463"/>
                      <a:chExt cx="214313" cy="214313"/>
                    </a:xfrm>
                  </p:grpSpPr>
                  <p:sp>
                    <p:nvSpPr>
                      <p:cNvPr id="11629" name="Arc 11628">
                        <a:extLst>
                          <a:ext uri="{FF2B5EF4-FFF2-40B4-BE49-F238E27FC236}">
                            <a16:creationId xmlns:a16="http://schemas.microsoft.com/office/drawing/2014/main" id="{CAAF3B35-AB5E-BA15-459A-DC10C9A922F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630" name="Arc 11629">
                        <a:extLst>
                          <a:ext uri="{FF2B5EF4-FFF2-40B4-BE49-F238E27FC236}">
                            <a16:creationId xmlns:a16="http://schemas.microsoft.com/office/drawing/2014/main" id="{AA9777AB-DFC0-041C-B066-DBE949066D4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625" name="Group 11624">
                      <a:extLst>
                        <a:ext uri="{FF2B5EF4-FFF2-40B4-BE49-F238E27FC236}">
                          <a16:creationId xmlns:a16="http://schemas.microsoft.com/office/drawing/2014/main" id="{F138B820-8F7C-BCC8-6B0F-91E49C6A8E8D}"/>
                        </a:ext>
                      </a:extLst>
                    </p:cNvPr>
                    <p:cNvGrpSpPr/>
                    <p:nvPr/>
                  </p:nvGrpSpPr>
                  <p:grpSpPr>
                    <a:xfrm rot="14400000" flipH="1">
                      <a:off x="6389147" y="3932622"/>
                      <a:ext cx="393192" cy="393192"/>
                      <a:chOff x="5354637" y="3446463"/>
                      <a:chExt cx="214313" cy="214313"/>
                    </a:xfrm>
                  </p:grpSpPr>
                  <p:sp>
                    <p:nvSpPr>
                      <p:cNvPr id="11627" name="Arc 11626">
                        <a:extLst>
                          <a:ext uri="{FF2B5EF4-FFF2-40B4-BE49-F238E27FC236}">
                            <a16:creationId xmlns:a16="http://schemas.microsoft.com/office/drawing/2014/main" id="{F647BC33-C7FC-F2B1-3DCE-CE4551A7B6A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628" name="Arc 11627">
                        <a:extLst>
                          <a:ext uri="{FF2B5EF4-FFF2-40B4-BE49-F238E27FC236}">
                            <a16:creationId xmlns:a16="http://schemas.microsoft.com/office/drawing/2014/main" id="{6F2ADEF7-3589-2A68-902B-45AE217E8E3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626" name="TextBox 11625">
                      <a:extLst>
                        <a:ext uri="{FF2B5EF4-FFF2-40B4-BE49-F238E27FC236}">
                          <a16:creationId xmlns:a16="http://schemas.microsoft.com/office/drawing/2014/main" id="{FDE9CC2A-67F2-BE25-18A5-5E8209D8E73E}"/>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572" name="Group 11571">
                  <a:extLst>
                    <a:ext uri="{FF2B5EF4-FFF2-40B4-BE49-F238E27FC236}">
                      <a16:creationId xmlns:a16="http://schemas.microsoft.com/office/drawing/2014/main" id="{7FC9CBF2-4854-A283-AC62-32277482F365}"/>
                    </a:ext>
                  </a:extLst>
                </p:cNvPr>
                <p:cNvGrpSpPr/>
                <p:nvPr/>
              </p:nvGrpSpPr>
              <p:grpSpPr>
                <a:xfrm>
                  <a:off x="6069086" y="3246228"/>
                  <a:ext cx="1019224" cy="991639"/>
                  <a:chOff x="5886431" y="3225768"/>
                  <a:chExt cx="1019224" cy="991639"/>
                </a:xfrm>
              </p:grpSpPr>
              <p:grpSp>
                <p:nvGrpSpPr>
                  <p:cNvPr id="11573" name="Group 11572">
                    <a:extLst>
                      <a:ext uri="{FF2B5EF4-FFF2-40B4-BE49-F238E27FC236}">
                        <a16:creationId xmlns:a16="http://schemas.microsoft.com/office/drawing/2014/main" id="{CDCAE237-E4D6-E367-04D5-8CE0E60D52FD}"/>
                      </a:ext>
                    </a:extLst>
                  </p:cNvPr>
                  <p:cNvGrpSpPr/>
                  <p:nvPr/>
                </p:nvGrpSpPr>
                <p:grpSpPr>
                  <a:xfrm>
                    <a:off x="6197413" y="3824215"/>
                    <a:ext cx="393192" cy="393192"/>
                    <a:chOff x="5265196" y="3357021"/>
                    <a:chExt cx="393192" cy="393192"/>
                  </a:xfrm>
                </p:grpSpPr>
                <p:grpSp>
                  <p:nvGrpSpPr>
                    <p:cNvPr id="11608" name="Group 11607">
                      <a:extLst>
                        <a:ext uri="{FF2B5EF4-FFF2-40B4-BE49-F238E27FC236}">
                          <a16:creationId xmlns:a16="http://schemas.microsoft.com/office/drawing/2014/main" id="{CCA88623-CEB9-50EA-6BBB-664707E78CC2}"/>
                        </a:ext>
                      </a:extLst>
                    </p:cNvPr>
                    <p:cNvGrpSpPr/>
                    <p:nvPr/>
                  </p:nvGrpSpPr>
                  <p:grpSpPr>
                    <a:xfrm rot="14400000">
                      <a:off x="5265196" y="3357021"/>
                      <a:ext cx="393192" cy="393192"/>
                      <a:chOff x="5354637" y="3446463"/>
                      <a:chExt cx="214313" cy="214313"/>
                    </a:xfrm>
                  </p:grpSpPr>
                  <p:sp>
                    <p:nvSpPr>
                      <p:cNvPr id="11617" name="Arc 11616">
                        <a:extLst>
                          <a:ext uri="{FF2B5EF4-FFF2-40B4-BE49-F238E27FC236}">
                            <a16:creationId xmlns:a16="http://schemas.microsoft.com/office/drawing/2014/main" id="{788869E5-6A9B-D5C9-B865-3BBCD847517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618" name="Arc 11617">
                        <a:extLst>
                          <a:ext uri="{FF2B5EF4-FFF2-40B4-BE49-F238E27FC236}">
                            <a16:creationId xmlns:a16="http://schemas.microsoft.com/office/drawing/2014/main" id="{6155A731-2262-9164-69B2-58C2E60C62B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609" name="Group 11608">
                      <a:extLst>
                        <a:ext uri="{FF2B5EF4-FFF2-40B4-BE49-F238E27FC236}">
                          <a16:creationId xmlns:a16="http://schemas.microsoft.com/office/drawing/2014/main" id="{847D63EF-8C5E-1DB5-2842-14F1FBAB60F7}"/>
                        </a:ext>
                      </a:extLst>
                    </p:cNvPr>
                    <p:cNvGrpSpPr/>
                    <p:nvPr/>
                  </p:nvGrpSpPr>
                  <p:grpSpPr>
                    <a:xfrm>
                      <a:off x="5310186" y="3402011"/>
                      <a:ext cx="303213" cy="303213"/>
                      <a:chOff x="5310186" y="3402011"/>
                      <a:chExt cx="303213" cy="303213"/>
                    </a:xfrm>
                  </p:grpSpPr>
                  <p:grpSp>
                    <p:nvGrpSpPr>
                      <p:cNvPr id="11610" name="Group 11609">
                        <a:extLst>
                          <a:ext uri="{FF2B5EF4-FFF2-40B4-BE49-F238E27FC236}">
                            <a16:creationId xmlns:a16="http://schemas.microsoft.com/office/drawing/2014/main" id="{D4C5854D-E15D-07BF-A17D-080996647788}"/>
                          </a:ext>
                        </a:extLst>
                      </p:cNvPr>
                      <p:cNvGrpSpPr/>
                      <p:nvPr/>
                    </p:nvGrpSpPr>
                    <p:grpSpPr>
                      <a:xfrm>
                        <a:off x="5354636" y="3446461"/>
                        <a:ext cx="214313" cy="214313"/>
                        <a:chOff x="5354637" y="3446463"/>
                        <a:chExt cx="214313" cy="214313"/>
                      </a:xfrm>
                    </p:grpSpPr>
                    <p:sp>
                      <p:nvSpPr>
                        <p:cNvPr id="11615" name="Arc 11614">
                          <a:extLst>
                            <a:ext uri="{FF2B5EF4-FFF2-40B4-BE49-F238E27FC236}">
                              <a16:creationId xmlns:a16="http://schemas.microsoft.com/office/drawing/2014/main" id="{29912331-610A-BFD6-71BB-865796015E6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616" name="Arc 11615">
                          <a:extLst>
                            <a:ext uri="{FF2B5EF4-FFF2-40B4-BE49-F238E27FC236}">
                              <a16:creationId xmlns:a16="http://schemas.microsoft.com/office/drawing/2014/main" id="{10C6E135-14A1-3B43-29BF-61986FC0C79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611" name="Group 11610">
                        <a:extLst>
                          <a:ext uri="{FF2B5EF4-FFF2-40B4-BE49-F238E27FC236}">
                            <a16:creationId xmlns:a16="http://schemas.microsoft.com/office/drawing/2014/main" id="{2603990A-D9AB-1D4E-1E11-DE4DC3910C40}"/>
                          </a:ext>
                        </a:extLst>
                      </p:cNvPr>
                      <p:cNvGrpSpPr/>
                      <p:nvPr/>
                    </p:nvGrpSpPr>
                    <p:grpSpPr>
                      <a:xfrm rot="7200000">
                        <a:off x="5310186" y="3402011"/>
                        <a:ext cx="303213" cy="303213"/>
                        <a:chOff x="5354637" y="3446463"/>
                        <a:chExt cx="214313" cy="214313"/>
                      </a:xfrm>
                    </p:grpSpPr>
                    <p:sp>
                      <p:nvSpPr>
                        <p:cNvPr id="11613" name="Arc 11612">
                          <a:extLst>
                            <a:ext uri="{FF2B5EF4-FFF2-40B4-BE49-F238E27FC236}">
                              <a16:creationId xmlns:a16="http://schemas.microsoft.com/office/drawing/2014/main" id="{88B5EBD9-57F8-0475-4C6A-F28B117C399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614" name="Arc 11613">
                          <a:extLst>
                            <a:ext uri="{FF2B5EF4-FFF2-40B4-BE49-F238E27FC236}">
                              <a16:creationId xmlns:a16="http://schemas.microsoft.com/office/drawing/2014/main" id="{15945789-AE00-287C-95F0-F803BF33A00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612" name="TextBox 11611">
                        <a:extLst>
                          <a:ext uri="{FF2B5EF4-FFF2-40B4-BE49-F238E27FC236}">
                            <a16:creationId xmlns:a16="http://schemas.microsoft.com/office/drawing/2014/main" id="{B13B1F05-2050-C7AC-08DA-74A8B0C95F72}"/>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574" name="Group 11573">
                    <a:extLst>
                      <a:ext uri="{FF2B5EF4-FFF2-40B4-BE49-F238E27FC236}">
                        <a16:creationId xmlns:a16="http://schemas.microsoft.com/office/drawing/2014/main" id="{1145A1C7-6633-5C1B-FA25-26BF6511F0A6}"/>
                      </a:ext>
                    </a:extLst>
                  </p:cNvPr>
                  <p:cNvGrpSpPr/>
                  <p:nvPr/>
                </p:nvGrpSpPr>
                <p:grpSpPr>
                  <a:xfrm>
                    <a:off x="5886431" y="3525040"/>
                    <a:ext cx="393192" cy="393192"/>
                    <a:chOff x="5265196" y="3932619"/>
                    <a:chExt cx="393192" cy="393192"/>
                  </a:xfrm>
                </p:grpSpPr>
                <p:grpSp>
                  <p:nvGrpSpPr>
                    <p:cNvPr id="11598" name="Group 11597">
                      <a:extLst>
                        <a:ext uri="{FF2B5EF4-FFF2-40B4-BE49-F238E27FC236}">
                          <a16:creationId xmlns:a16="http://schemas.microsoft.com/office/drawing/2014/main" id="{C1F99793-3623-7D26-3ACE-254FE39BA428}"/>
                        </a:ext>
                      </a:extLst>
                    </p:cNvPr>
                    <p:cNvGrpSpPr/>
                    <p:nvPr/>
                  </p:nvGrpSpPr>
                  <p:grpSpPr>
                    <a:xfrm>
                      <a:off x="5354636" y="4022061"/>
                      <a:ext cx="214313" cy="214313"/>
                      <a:chOff x="5354637" y="3446463"/>
                      <a:chExt cx="214313" cy="214313"/>
                    </a:xfrm>
                  </p:grpSpPr>
                  <p:sp>
                    <p:nvSpPr>
                      <p:cNvPr id="11606" name="Arc 11605">
                        <a:extLst>
                          <a:ext uri="{FF2B5EF4-FFF2-40B4-BE49-F238E27FC236}">
                            <a16:creationId xmlns:a16="http://schemas.microsoft.com/office/drawing/2014/main" id="{9C506C60-EBA8-981E-1B3A-AA950C62884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607" name="Arc 11606">
                        <a:extLst>
                          <a:ext uri="{FF2B5EF4-FFF2-40B4-BE49-F238E27FC236}">
                            <a16:creationId xmlns:a16="http://schemas.microsoft.com/office/drawing/2014/main" id="{2B0D5650-F4B0-40E2-49BA-E3217CD5E94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599" name="Group 11598">
                      <a:extLst>
                        <a:ext uri="{FF2B5EF4-FFF2-40B4-BE49-F238E27FC236}">
                          <a16:creationId xmlns:a16="http://schemas.microsoft.com/office/drawing/2014/main" id="{9CCA6C80-5611-7FB5-906C-036C1D8121AC}"/>
                        </a:ext>
                      </a:extLst>
                    </p:cNvPr>
                    <p:cNvGrpSpPr/>
                    <p:nvPr/>
                  </p:nvGrpSpPr>
                  <p:grpSpPr>
                    <a:xfrm rot="14400000">
                      <a:off x="5310186" y="3977611"/>
                      <a:ext cx="303213" cy="303213"/>
                      <a:chOff x="5354637" y="3446463"/>
                      <a:chExt cx="214313" cy="214313"/>
                    </a:xfrm>
                  </p:grpSpPr>
                  <p:sp>
                    <p:nvSpPr>
                      <p:cNvPr id="11604" name="Arc 11603">
                        <a:extLst>
                          <a:ext uri="{FF2B5EF4-FFF2-40B4-BE49-F238E27FC236}">
                            <a16:creationId xmlns:a16="http://schemas.microsoft.com/office/drawing/2014/main" id="{54427650-D189-BFED-BF63-4727CBBC631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605" name="Arc 11604">
                        <a:extLst>
                          <a:ext uri="{FF2B5EF4-FFF2-40B4-BE49-F238E27FC236}">
                            <a16:creationId xmlns:a16="http://schemas.microsoft.com/office/drawing/2014/main" id="{653BD21C-0BB5-9E09-A6DF-C1CF6714F6D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600" name="Group 11599">
                      <a:extLst>
                        <a:ext uri="{FF2B5EF4-FFF2-40B4-BE49-F238E27FC236}">
                          <a16:creationId xmlns:a16="http://schemas.microsoft.com/office/drawing/2014/main" id="{F6B4CCCB-8166-33E8-344C-135C0AED304F}"/>
                        </a:ext>
                      </a:extLst>
                    </p:cNvPr>
                    <p:cNvGrpSpPr/>
                    <p:nvPr/>
                  </p:nvGrpSpPr>
                  <p:grpSpPr>
                    <a:xfrm rot="7200000">
                      <a:off x="5265196" y="3932619"/>
                      <a:ext cx="393192" cy="393192"/>
                      <a:chOff x="5354637" y="3446463"/>
                      <a:chExt cx="214313" cy="214313"/>
                    </a:xfrm>
                  </p:grpSpPr>
                  <p:sp>
                    <p:nvSpPr>
                      <p:cNvPr id="11602" name="Arc 11601">
                        <a:extLst>
                          <a:ext uri="{FF2B5EF4-FFF2-40B4-BE49-F238E27FC236}">
                            <a16:creationId xmlns:a16="http://schemas.microsoft.com/office/drawing/2014/main" id="{04D08C2F-5BAD-29BD-1F37-D725D299276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603" name="Arc 11602">
                        <a:extLst>
                          <a:ext uri="{FF2B5EF4-FFF2-40B4-BE49-F238E27FC236}">
                            <a16:creationId xmlns:a16="http://schemas.microsoft.com/office/drawing/2014/main" id="{73968FA4-3204-B260-E013-4F333678AB9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601" name="TextBox 11600">
                      <a:extLst>
                        <a:ext uri="{FF2B5EF4-FFF2-40B4-BE49-F238E27FC236}">
                          <a16:creationId xmlns:a16="http://schemas.microsoft.com/office/drawing/2014/main" id="{0F279582-49E6-4CC0-3C70-EBFF9A1F9C38}"/>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1575" name="Group 11574">
                    <a:extLst>
                      <a:ext uri="{FF2B5EF4-FFF2-40B4-BE49-F238E27FC236}">
                        <a16:creationId xmlns:a16="http://schemas.microsoft.com/office/drawing/2014/main" id="{DCB9CEC2-06E1-49C6-3150-EEFA12EBB885}"/>
                      </a:ext>
                    </a:extLst>
                  </p:cNvPr>
                  <p:cNvGrpSpPr/>
                  <p:nvPr/>
                </p:nvGrpSpPr>
                <p:grpSpPr>
                  <a:xfrm>
                    <a:off x="6512463" y="3525040"/>
                    <a:ext cx="393192" cy="393192"/>
                    <a:chOff x="6389147" y="3357021"/>
                    <a:chExt cx="393192" cy="393192"/>
                  </a:xfrm>
                </p:grpSpPr>
                <p:grpSp>
                  <p:nvGrpSpPr>
                    <p:cNvPr id="11587" name="Group 11586">
                      <a:extLst>
                        <a:ext uri="{FF2B5EF4-FFF2-40B4-BE49-F238E27FC236}">
                          <a16:creationId xmlns:a16="http://schemas.microsoft.com/office/drawing/2014/main" id="{A7332059-8EE5-515F-5186-28381C00AB65}"/>
                        </a:ext>
                      </a:extLst>
                    </p:cNvPr>
                    <p:cNvGrpSpPr/>
                    <p:nvPr/>
                  </p:nvGrpSpPr>
                  <p:grpSpPr>
                    <a:xfrm rot="7200000" flipH="1">
                      <a:off x="6389147" y="3357021"/>
                      <a:ext cx="393192" cy="393192"/>
                      <a:chOff x="5354637" y="3446463"/>
                      <a:chExt cx="214313" cy="214313"/>
                    </a:xfrm>
                  </p:grpSpPr>
                  <p:sp>
                    <p:nvSpPr>
                      <p:cNvPr id="11596" name="Arc 11595">
                        <a:extLst>
                          <a:ext uri="{FF2B5EF4-FFF2-40B4-BE49-F238E27FC236}">
                            <a16:creationId xmlns:a16="http://schemas.microsoft.com/office/drawing/2014/main" id="{85E00EAC-05C7-32F5-E3AD-934B5A38091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597" name="Arc 11596">
                        <a:extLst>
                          <a:ext uri="{FF2B5EF4-FFF2-40B4-BE49-F238E27FC236}">
                            <a16:creationId xmlns:a16="http://schemas.microsoft.com/office/drawing/2014/main" id="{C90468BE-8692-E45D-F05A-13CD7DF6E09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588" name="Group 11587">
                      <a:extLst>
                        <a:ext uri="{FF2B5EF4-FFF2-40B4-BE49-F238E27FC236}">
                          <a16:creationId xmlns:a16="http://schemas.microsoft.com/office/drawing/2014/main" id="{E5ECD918-1F6F-4E81-EDE3-26948B520E43}"/>
                        </a:ext>
                      </a:extLst>
                    </p:cNvPr>
                    <p:cNvGrpSpPr/>
                    <p:nvPr/>
                  </p:nvGrpSpPr>
                  <p:grpSpPr>
                    <a:xfrm>
                      <a:off x="6434137" y="3402011"/>
                      <a:ext cx="303213" cy="303213"/>
                      <a:chOff x="6434137" y="3402011"/>
                      <a:chExt cx="303213" cy="303213"/>
                    </a:xfrm>
                  </p:grpSpPr>
                  <p:grpSp>
                    <p:nvGrpSpPr>
                      <p:cNvPr id="11589" name="Group 11588">
                        <a:extLst>
                          <a:ext uri="{FF2B5EF4-FFF2-40B4-BE49-F238E27FC236}">
                            <a16:creationId xmlns:a16="http://schemas.microsoft.com/office/drawing/2014/main" id="{98EFEE3C-C68D-4475-9AC0-7CECD7C03C01}"/>
                          </a:ext>
                        </a:extLst>
                      </p:cNvPr>
                      <p:cNvGrpSpPr/>
                      <p:nvPr/>
                    </p:nvGrpSpPr>
                    <p:grpSpPr>
                      <a:xfrm flipH="1">
                        <a:off x="6478587" y="3446461"/>
                        <a:ext cx="214313" cy="214313"/>
                        <a:chOff x="5354637" y="3446463"/>
                        <a:chExt cx="214313" cy="214313"/>
                      </a:xfrm>
                    </p:grpSpPr>
                    <p:sp>
                      <p:nvSpPr>
                        <p:cNvPr id="11594" name="Arc 11593">
                          <a:extLst>
                            <a:ext uri="{FF2B5EF4-FFF2-40B4-BE49-F238E27FC236}">
                              <a16:creationId xmlns:a16="http://schemas.microsoft.com/office/drawing/2014/main" id="{A6660B48-2932-2769-7ECE-C5DCD368988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595" name="Arc 11594">
                          <a:extLst>
                            <a:ext uri="{FF2B5EF4-FFF2-40B4-BE49-F238E27FC236}">
                              <a16:creationId xmlns:a16="http://schemas.microsoft.com/office/drawing/2014/main" id="{D3560E1A-E69D-0580-81E3-26466C1D0D0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590" name="Group 11589">
                        <a:extLst>
                          <a:ext uri="{FF2B5EF4-FFF2-40B4-BE49-F238E27FC236}">
                            <a16:creationId xmlns:a16="http://schemas.microsoft.com/office/drawing/2014/main" id="{01D3ACD9-3874-7CDE-C3E6-20B5661DCD56}"/>
                          </a:ext>
                        </a:extLst>
                      </p:cNvPr>
                      <p:cNvGrpSpPr/>
                      <p:nvPr/>
                    </p:nvGrpSpPr>
                    <p:grpSpPr>
                      <a:xfrm rot="14400000" flipH="1">
                        <a:off x="6434137" y="3402011"/>
                        <a:ext cx="303213" cy="303213"/>
                        <a:chOff x="5354637" y="3446463"/>
                        <a:chExt cx="214313" cy="214313"/>
                      </a:xfrm>
                    </p:grpSpPr>
                    <p:sp>
                      <p:nvSpPr>
                        <p:cNvPr id="11592" name="Arc 11591">
                          <a:extLst>
                            <a:ext uri="{FF2B5EF4-FFF2-40B4-BE49-F238E27FC236}">
                              <a16:creationId xmlns:a16="http://schemas.microsoft.com/office/drawing/2014/main" id="{AA284DFB-0260-9171-7D33-C4BC08449A9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593" name="Arc 11592">
                          <a:extLst>
                            <a:ext uri="{FF2B5EF4-FFF2-40B4-BE49-F238E27FC236}">
                              <a16:creationId xmlns:a16="http://schemas.microsoft.com/office/drawing/2014/main" id="{B6684880-1C44-C8F0-D31F-F0E99C73ABA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591" name="TextBox 11590">
                        <a:extLst>
                          <a:ext uri="{FF2B5EF4-FFF2-40B4-BE49-F238E27FC236}">
                            <a16:creationId xmlns:a16="http://schemas.microsoft.com/office/drawing/2014/main" id="{FEBE42DD-79D3-4A04-011A-5BD295E9E3F0}"/>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576" name="Group 11575">
                    <a:extLst>
                      <a:ext uri="{FF2B5EF4-FFF2-40B4-BE49-F238E27FC236}">
                        <a16:creationId xmlns:a16="http://schemas.microsoft.com/office/drawing/2014/main" id="{BED0444C-0961-B59E-9984-174E8401ACF9}"/>
                      </a:ext>
                    </a:extLst>
                  </p:cNvPr>
                  <p:cNvGrpSpPr/>
                  <p:nvPr/>
                </p:nvGrpSpPr>
                <p:grpSpPr>
                  <a:xfrm>
                    <a:off x="6197413" y="3225768"/>
                    <a:ext cx="393192" cy="393192"/>
                    <a:chOff x="6389147" y="3932622"/>
                    <a:chExt cx="393192" cy="393192"/>
                  </a:xfrm>
                </p:grpSpPr>
                <p:grpSp>
                  <p:nvGrpSpPr>
                    <p:cNvPr id="11577" name="Group 11576">
                      <a:extLst>
                        <a:ext uri="{FF2B5EF4-FFF2-40B4-BE49-F238E27FC236}">
                          <a16:creationId xmlns:a16="http://schemas.microsoft.com/office/drawing/2014/main" id="{3490A261-BF32-E255-4B8C-B36FC02DFEA5}"/>
                        </a:ext>
                      </a:extLst>
                    </p:cNvPr>
                    <p:cNvGrpSpPr/>
                    <p:nvPr/>
                  </p:nvGrpSpPr>
                  <p:grpSpPr>
                    <a:xfrm flipH="1">
                      <a:off x="6478587" y="4022061"/>
                      <a:ext cx="214313" cy="214313"/>
                      <a:chOff x="5354637" y="3446463"/>
                      <a:chExt cx="214313" cy="214313"/>
                    </a:xfrm>
                  </p:grpSpPr>
                  <p:sp>
                    <p:nvSpPr>
                      <p:cNvPr id="11585" name="Arc 11584">
                        <a:extLst>
                          <a:ext uri="{FF2B5EF4-FFF2-40B4-BE49-F238E27FC236}">
                            <a16:creationId xmlns:a16="http://schemas.microsoft.com/office/drawing/2014/main" id="{532B6DAB-701A-8F76-9B6B-1FDA7026D69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586" name="Arc 11585">
                        <a:extLst>
                          <a:ext uri="{FF2B5EF4-FFF2-40B4-BE49-F238E27FC236}">
                            <a16:creationId xmlns:a16="http://schemas.microsoft.com/office/drawing/2014/main" id="{1C2B81C0-EF71-5175-BFD9-4E5C8FE5A67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578" name="Group 11577">
                      <a:extLst>
                        <a:ext uri="{FF2B5EF4-FFF2-40B4-BE49-F238E27FC236}">
                          <a16:creationId xmlns:a16="http://schemas.microsoft.com/office/drawing/2014/main" id="{FC957E22-9D07-01BC-8428-F1425CE63FCA}"/>
                        </a:ext>
                      </a:extLst>
                    </p:cNvPr>
                    <p:cNvGrpSpPr/>
                    <p:nvPr/>
                  </p:nvGrpSpPr>
                  <p:grpSpPr>
                    <a:xfrm rot="7200000" flipH="1">
                      <a:off x="6434137" y="3977611"/>
                      <a:ext cx="303213" cy="303213"/>
                      <a:chOff x="5354637" y="3446463"/>
                      <a:chExt cx="214313" cy="214313"/>
                    </a:xfrm>
                  </p:grpSpPr>
                  <p:sp>
                    <p:nvSpPr>
                      <p:cNvPr id="11583" name="Arc 11582">
                        <a:extLst>
                          <a:ext uri="{FF2B5EF4-FFF2-40B4-BE49-F238E27FC236}">
                            <a16:creationId xmlns:a16="http://schemas.microsoft.com/office/drawing/2014/main" id="{DF5F19E5-68F5-7D78-1B19-8170A6400C7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584" name="Arc 11583">
                        <a:extLst>
                          <a:ext uri="{FF2B5EF4-FFF2-40B4-BE49-F238E27FC236}">
                            <a16:creationId xmlns:a16="http://schemas.microsoft.com/office/drawing/2014/main" id="{7E947439-FCC5-772B-0B9C-0300D9BD140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579" name="Group 11578">
                      <a:extLst>
                        <a:ext uri="{FF2B5EF4-FFF2-40B4-BE49-F238E27FC236}">
                          <a16:creationId xmlns:a16="http://schemas.microsoft.com/office/drawing/2014/main" id="{76966E80-5C85-F5CC-FFEC-B3A10C2112C7}"/>
                        </a:ext>
                      </a:extLst>
                    </p:cNvPr>
                    <p:cNvGrpSpPr/>
                    <p:nvPr/>
                  </p:nvGrpSpPr>
                  <p:grpSpPr>
                    <a:xfrm rot="14400000" flipH="1">
                      <a:off x="6389147" y="3932622"/>
                      <a:ext cx="393192" cy="393192"/>
                      <a:chOff x="5354637" y="3446463"/>
                      <a:chExt cx="214313" cy="214313"/>
                    </a:xfrm>
                  </p:grpSpPr>
                  <p:sp>
                    <p:nvSpPr>
                      <p:cNvPr id="11581" name="Arc 11580">
                        <a:extLst>
                          <a:ext uri="{FF2B5EF4-FFF2-40B4-BE49-F238E27FC236}">
                            <a16:creationId xmlns:a16="http://schemas.microsoft.com/office/drawing/2014/main" id="{860D5AB0-40B1-3ECC-A303-170608A0539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582" name="Arc 11581">
                        <a:extLst>
                          <a:ext uri="{FF2B5EF4-FFF2-40B4-BE49-F238E27FC236}">
                            <a16:creationId xmlns:a16="http://schemas.microsoft.com/office/drawing/2014/main" id="{41C938D2-7429-1984-47CE-483C5D2BAF0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580" name="TextBox 11579">
                      <a:extLst>
                        <a:ext uri="{FF2B5EF4-FFF2-40B4-BE49-F238E27FC236}">
                          <a16:creationId xmlns:a16="http://schemas.microsoft.com/office/drawing/2014/main" id="{9C9B63EC-2FCE-99EB-AB47-88DF3F079B77}"/>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1476" name="Group 11475">
                <a:extLst>
                  <a:ext uri="{FF2B5EF4-FFF2-40B4-BE49-F238E27FC236}">
                    <a16:creationId xmlns:a16="http://schemas.microsoft.com/office/drawing/2014/main" id="{55D9F22B-AA48-9241-1F00-9F7A41B2C9E1}"/>
                  </a:ext>
                </a:extLst>
              </p:cNvPr>
              <p:cNvGrpSpPr/>
              <p:nvPr/>
            </p:nvGrpSpPr>
            <p:grpSpPr>
              <a:xfrm>
                <a:off x="6065340" y="2039507"/>
                <a:ext cx="1643204" cy="1593124"/>
                <a:chOff x="5445106" y="2644743"/>
                <a:chExt cx="1643204" cy="1593124"/>
              </a:xfrm>
            </p:grpSpPr>
            <p:grpSp>
              <p:nvGrpSpPr>
                <p:cNvPr id="11477" name="Group 11476">
                  <a:extLst>
                    <a:ext uri="{FF2B5EF4-FFF2-40B4-BE49-F238E27FC236}">
                      <a16:creationId xmlns:a16="http://schemas.microsoft.com/office/drawing/2014/main" id="{65E4F7ED-8C40-C577-A345-DF2DE8C52288}"/>
                    </a:ext>
                  </a:extLst>
                </p:cNvPr>
                <p:cNvGrpSpPr/>
                <p:nvPr/>
              </p:nvGrpSpPr>
              <p:grpSpPr>
                <a:xfrm>
                  <a:off x="5445106" y="2644743"/>
                  <a:ext cx="1019224" cy="991639"/>
                  <a:chOff x="5886431" y="3225768"/>
                  <a:chExt cx="1019224" cy="991639"/>
                </a:xfrm>
              </p:grpSpPr>
              <p:grpSp>
                <p:nvGrpSpPr>
                  <p:cNvPr id="11525" name="Group 11524">
                    <a:extLst>
                      <a:ext uri="{FF2B5EF4-FFF2-40B4-BE49-F238E27FC236}">
                        <a16:creationId xmlns:a16="http://schemas.microsoft.com/office/drawing/2014/main" id="{23F811AA-7342-C518-BB66-A2718DBE6781}"/>
                      </a:ext>
                    </a:extLst>
                  </p:cNvPr>
                  <p:cNvGrpSpPr/>
                  <p:nvPr/>
                </p:nvGrpSpPr>
                <p:grpSpPr>
                  <a:xfrm>
                    <a:off x="6197413" y="3824215"/>
                    <a:ext cx="393192" cy="393192"/>
                    <a:chOff x="5265196" y="3357021"/>
                    <a:chExt cx="393192" cy="393192"/>
                  </a:xfrm>
                </p:grpSpPr>
                <p:grpSp>
                  <p:nvGrpSpPr>
                    <p:cNvPr id="11560" name="Group 11559">
                      <a:extLst>
                        <a:ext uri="{FF2B5EF4-FFF2-40B4-BE49-F238E27FC236}">
                          <a16:creationId xmlns:a16="http://schemas.microsoft.com/office/drawing/2014/main" id="{4F58BA97-E222-A22F-3B99-F1142738FFFE}"/>
                        </a:ext>
                      </a:extLst>
                    </p:cNvPr>
                    <p:cNvGrpSpPr/>
                    <p:nvPr/>
                  </p:nvGrpSpPr>
                  <p:grpSpPr>
                    <a:xfrm rot="14400000">
                      <a:off x="5265196" y="3357021"/>
                      <a:ext cx="393192" cy="393192"/>
                      <a:chOff x="5354637" y="3446463"/>
                      <a:chExt cx="214313" cy="214313"/>
                    </a:xfrm>
                  </p:grpSpPr>
                  <p:sp>
                    <p:nvSpPr>
                      <p:cNvPr id="11569" name="Arc 11568">
                        <a:extLst>
                          <a:ext uri="{FF2B5EF4-FFF2-40B4-BE49-F238E27FC236}">
                            <a16:creationId xmlns:a16="http://schemas.microsoft.com/office/drawing/2014/main" id="{3E16E503-CDF7-1455-B4FA-72C1E93BD22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570" name="Arc 11569">
                        <a:extLst>
                          <a:ext uri="{FF2B5EF4-FFF2-40B4-BE49-F238E27FC236}">
                            <a16:creationId xmlns:a16="http://schemas.microsoft.com/office/drawing/2014/main" id="{393DAAAB-2901-152E-1060-6D948F3B080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561" name="Group 11560">
                      <a:extLst>
                        <a:ext uri="{FF2B5EF4-FFF2-40B4-BE49-F238E27FC236}">
                          <a16:creationId xmlns:a16="http://schemas.microsoft.com/office/drawing/2014/main" id="{EBAC3CDD-2DB0-77E1-D5E3-1D1A22813DC2}"/>
                        </a:ext>
                      </a:extLst>
                    </p:cNvPr>
                    <p:cNvGrpSpPr/>
                    <p:nvPr/>
                  </p:nvGrpSpPr>
                  <p:grpSpPr>
                    <a:xfrm>
                      <a:off x="5310186" y="3402011"/>
                      <a:ext cx="303213" cy="303213"/>
                      <a:chOff x="5310186" y="3402011"/>
                      <a:chExt cx="303213" cy="303213"/>
                    </a:xfrm>
                  </p:grpSpPr>
                  <p:grpSp>
                    <p:nvGrpSpPr>
                      <p:cNvPr id="11562" name="Group 11561">
                        <a:extLst>
                          <a:ext uri="{FF2B5EF4-FFF2-40B4-BE49-F238E27FC236}">
                            <a16:creationId xmlns:a16="http://schemas.microsoft.com/office/drawing/2014/main" id="{60D92FDD-88F9-77A4-12B2-F6C7F3F28FC3}"/>
                          </a:ext>
                        </a:extLst>
                      </p:cNvPr>
                      <p:cNvGrpSpPr/>
                      <p:nvPr/>
                    </p:nvGrpSpPr>
                    <p:grpSpPr>
                      <a:xfrm>
                        <a:off x="5354636" y="3446461"/>
                        <a:ext cx="214313" cy="214313"/>
                        <a:chOff x="5354637" y="3446463"/>
                        <a:chExt cx="214313" cy="214313"/>
                      </a:xfrm>
                    </p:grpSpPr>
                    <p:sp>
                      <p:nvSpPr>
                        <p:cNvPr id="11567" name="Arc 11566">
                          <a:extLst>
                            <a:ext uri="{FF2B5EF4-FFF2-40B4-BE49-F238E27FC236}">
                              <a16:creationId xmlns:a16="http://schemas.microsoft.com/office/drawing/2014/main" id="{CCFC98C6-00BC-6332-35BF-2E0B66D35CA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568" name="Arc 11567">
                          <a:extLst>
                            <a:ext uri="{FF2B5EF4-FFF2-40B4-BE49-F238E27FC236}">
                              <a16:creationId xmlns:a16="http://schemas.microsoft.com/office/drawing/2014/main" id="{503F2460-E84C-94A6-3519-A79245E447B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563" name="Group 11562">
                        <a:extLst>
                          <a:ext uri="{FF2B5EF4-FFF2-40B4-BE49-F238E27FC236}">
                            <a16:creationId xmlns:a16="http://schemas.microsoft.com/office/drawing/2014/main" id="{DD3F4297-C8A9-191C-0F25-DD8874CB1E30}"/>
                          </a:ext>
                        </a:extLst>
                      </p:cNvPr>
                      <p:cNvGrpSpPr/>
                      <p:nvPr/>
                    </p:nvGrpSpPr>
                    <p:grpSpPr>
                      <a:xfrm rot="7200000">
                        <a:off x="5310186" y="3402011"/>
                        <a:ext cx="303213" cy="303213"/>
                        <a:chOff x="5354637" y="3446463"/>
                        <a:chExt cx="214313" cy="214313"/>
                      </a:xfrm>
                    </p:grpSpPr>
                    <p:sp>
                      <p:nvSpPr>
                        <p:cNvPr id="11565" name="Arc 11564">
                          <a:extLst>
                            <a:ext uri="{FF2B5EF4-FFF2-40B4-BE49-F238E27FC236}">
                              <a16:creationId xmlns:a16="http://schemas.microsoft.com/office/drawing/2014/main" id="{6BC2A891-861F-4B35-D3BA-4FAC1498F74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566" name="Arc 11565">
                          <a:extLst>
                            <a:ext uri="{FF2B5EF4-FFF2-40B4-BE49-F238E27FC236}">
                              <a16:creationId xmlns:a16="http://schemas.microsoft.com/office/drawing/2014/main" id="{26447915-7333-0582-165E-0D749D7C243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564" name="TextBox 11563">
                        <a:extLst>
                          <a:ext uri="{FF2B5EF4-FFF2-40B4-BE49-F238E27FC236}">
                            <a16:creationId xmlns:a16="http://schemas.microsoft.com/office/drawing/2014/main" id="{362A5A2C-E9C9-4CE8-B759-45C3E88311AA}"/>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526" name="Group 11525">
                    <a:extLst>
                      <a:ext uri="{FF2B5EF4-FFF2-40B4-BE49-F238E27FC236}">
                        <a16:creationId xmlns:a16="http://schemas.microsoft.com/office/drawing/2014/main" id="{54EB2347-FC36-34CF-6523-B2B4A5583692}"/>
                      </a:ext>
                    </a:extLst>
                  </p:cNvPr>
                  <p:cNvGrpSpPr/>
                  <p:nvPr/>
                </p:nvGrpSpPr>
                <p:grpSpPr>
                  <a:xfrm>
                    <a:off x="5886431" y="3525040"/>
                    <a:ext cx="393192" cy="393192"/>
                    <a:chOff x="5265196" y="3932619"/>
                    <a:chExt cx="393192" cy="393192"/>
                  </a:xfrm>
                </p:grpSpPr>
                <p:grpSp>
                  <p:nvGrpSpPr>
                    <p:cNvPr id="11550" name="Group 11549">
                      <a:extLst>
                        <a:ext uri="{FF2B5EF4-FFF2-40B4-BE49-F238E27FC236}">
                          <a16:creationId xmlns:a16="http://schemas.microsoft.com/office/drawing/2014/main" id="{10F5FE61-A987-CF62-C5AD-8D7648F5EE16}"/>
                        </a:ext>
                      </a:extLst>
                    </p:cNvPr>
                    <p:cNvGrpSpPr/>
                    <p:nvPr/>
                  </p:nvGrpSpPr>
                  <p:grpSpPr>
                    <a:xfrm>
                      <a:off x="5354636" y="4022061"/>
                      <a:ext cx="214313" cy="214313"/>
                      <a:chOff x="5354637" y="3446463"/>
                      <a:chExt cx="214313" cy="214313"/>
                    </a:xfrm>
                  </p:grpSpPr>
                  <p:sp>
                    <p:nvSpPr>
                      <p:cNvPr id="11558" name="Arc 11557">
                        <a:extLst>
                          <a:ext uri="{FF2B5EF4-FFF2-40B4-BE49-F238E27FC236}">
                            <a16:creationId xmlns:a16="http://schemas.microsoft.com/office/drawing/2014/main" id="{6F8BD2A9-2B34-A97D-C53D-8C719A71A17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559" name="Arc 11558">
                        <a:extLst>
                          <a:ext uri="{FF2B5EF4-FFF2-40B4-BE49-F238E27FC236}">
                            <a16:creationId xmlns:a16="http://schemas.microsoft.com/office/drawing/2014/main" id="{E5E7E81A-65FF-12D6-44D3-EDB833209A3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551" name="Group 11550">
                      <a:extLst>
                        <a:ext uri="{FF2B5EF4-FFF2-40B4-BE49-F238E27FC236}">
                          <a16:creationId xmlns:a16="http://schemas.microsoft.com/office/drawing/2014/main" id="{FB2236EC-707B-FF0E-A80C-5751CE619776}"/>
                        </a:ext>
                      </a:extLst>
                    </p:cNvPr>
                    <p:cNvGrpSpPr/>
                    <p:nvPr/>
                  </p:nvGrpSpPr>
                  <p:grpSpPr>
                    <a:xfrm rot="14400000">
                      <a:off x="5310186" y="3977611"/>
                      <a:ext cx="303213" cy="303213"/>
                      <a:chOff x="5354637" y="3446463"/>
                      <a:chExt cx="214313" cy="214313"/>
                    </a:xfrm>
                  </p:grpSpPr>
                  <p:sp>
                    <p:nvSpPr>
                      <p:cNvPr id="11556" name="Arc 11555">
                        <a:extLst>
                          <a:ext uri="{FF2B5EF4-FFF2-40B4-BE49-F238E27FC236}">
                            <a16:creationId xmlns:a16="http://schemas.microsoft.com/office/drawing/2014/main" id="{8626ECD7-2270-BE3A-6C98-621DEEB7A7F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557" name="Arc 11556">
                        <a:extLst>
                          <a:ext uri="{FF2B5EF4-FFF2-40B4-BE49-F238E27FC236}">
                            <a16:creationId xmlns:a16="http://schemas.microsoft.com/office/drawing/2014/main" id="{72BB92FC-9318-482E-2846-98208250F19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552" name="Group 11551">
                      <a:extLst>
                        <a:ext uri="{FF2B5EF4-FFF2-40B4-BE49-F238E27FC236}">
                          <a16:creationId xmlns:a16="http://schemas.microsoft.com/office/drawing/2014/main" id="{533698D1-0EA8-0DEF-0927-171E223E23C9}"/>
                        </a:ext>
                      </a:extLst>
                    </p:cNvPr>
                    <p:cNvGrpSpPr/>
                    <p:nvPr/>
                  </p:nvGrpSpPr>
                  <p:grpSpPr>
                    <a:xfrm rot="7200000">
                      <a:off x="5265196" y="3932619"/>
                      <a:ext cx="393192" cy="393192"/>
                      <a:chOff x="5354637" y="3446463"/>
                      <a:chExt cx="214313" cy="214313"/>
                    </a:xfrm>
                  </p:grpSpPr>
                  <p:sp>
                    <p:nvSpPr>
                      <p:cNvPr id="11554" name="Arc 11553">
                        <a:extLst>
                          <a:ext uri="{FF2B5EF4-FFF2-40B4-BE49-F238E27FC236}">
                            <a16:creationId xmlns:a16="http://schemas.microsoft.com/office/drawing/2014/main" id="{50A3C38E-0B2D-B804-CD2D-A0A3589337D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555" name="Arc 11554">
                        <a:extLst>
                          <a:ext uri="{FF2B5EF4-FFF2-40B4-BE49-F238E27FC236}">
                            <a16:creationId xmlns:a16="http://schemas.microsoft.com/office/drawing/2014/main" id="{BBEEC699-665F-3EFB-7CAA-C073FA69C73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553" name="TextBox 11552">
                      <a:extLst>
                        <a:ext uri="{FF2B5EF4-FFF2-40B4-BE49-F238E27FC236}">
                          <a16:creationId xmlns:a16="http://schemas.microsoft.com/office/drawing/2014/main" id="{36E7CAC2-EFC4-A1F6-1DB1-B2E88F9CA941}"/>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1527" name="Group 11526">
                    <a:extLst>
                      <a:ext uri="{FF2B5EF4-FFF2-40B4-BE49-F238E27FC236}">
                        <a16:creationId xmlns:a16="http://schemas.microsoft.com/office/drawing/2014/main" id="{1111CE27-6A60-1C6C-65D7-4AB4B5E6895C}"/>
                      </a:ext>
                    </a:extLst>
                  </p:cNvPr>
                  <p:cNvGrpSpPr/>
                  <p:nvPr/>
                </p:nvGrpSpPr>
                <p:grpSpPr>
                  <a:xfrm>
                    <a:off x="6512463" y="3525040"/>
                    <a:ext cx="393192" cy="393192"/>
                    <a:chOff x="6389147" y="3357021"/>
                    <a:chExt cx="393192" cy="393192"/>
                  </a:xfrm>
                </p:grpSpPr>
                <p:grpSp>
                  <p:nvGrpSpPr>
                    <p:cNvPr id="11539" name="Group 11538">
                      <a:extLst>
                        <a:ext uri="{FF2B5EF4-FFF2-40B4-BE49-F238E27FC236}">
                          <a16:creationId xmlns:a16="http://schemas.microsoft.com/office/drawing/2014/main" id="{390ED4D7-A99B-FC4D-C390-1ACFCB629291}"/>
                        </a:ext>
                      </a:extLst>
                    </p:cNvPr>
                    <p:cNvGrpSpPr/>
                    <p:nvPr/>
                  </p:nvGrpSpPr>
                  <p:grpSpPr>
                    <a:xfrm rot="7200000" flipH="1">
                      <a:off x="6389147" y="3357021"/>
                      <a:ext cx="393192" cy="393192"/>
                      <a:chOff x="5354637" y="3446463"/>
                      <a:chExt cx="214313" cy="214313"/>
                    </a:xfrm>
                  </p:grpSpPr>
                  <p:sp>
                    <p:nvSpPr>
                      <p:cNvPr id="11548" name="Arc 11547">
                        <a:extLst>
                          <a:ext uri="{FF2B5EF4-FFF2-40B4-BE49-F238E27FC236}">
                            <a16:creationId xmlns:a16="http://schemas.microsoft.com/office/drawing/2014/main" id="{3CA06889-E3FE-67E1-89AB-E3714441065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549" name="Arc 11548">
                        <a:extLst>
                          <a:ext uri="{FF2B5EF4-FFF2-40B4-BE49-F238E27FC236}">
                            <a16:creationId xmlns:a16="http://schemas.microsoft.com/office/drawing/2014/main" id="{B9381028-57B9-4828-54CC-F39D997A603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540" name="Group 11539">
                      <a:extLst>
                        <a:ext uri="{FF2B5EF4-FFF2-40B4-BE49-F238E27FC236}">
                          <a16:creationId xmlns:a16="http://schemas.microsoft.com/office/drawing/2014/main" id="{6A58C7A9-B6DE-B2F9-3D77-17F335CD76D9}"/>
                        </a:ext>
                      </a:extLst>
                    </p:cNvPr>
                    <p:cNvGrpSpPr/>
                    <p:nvPr/>
                  </p:nvGrpSpPr>
                  <p:grpSpPr>
                    <a:xfrm>
                      <a:off x="6434137" y="3402011"/>
                      <a:ext cx="303213" cy="303213"/>
                      <a:chOff x="6434137" y="3402011"/>
                      <a:chExt cx="303213" cy="303213"/>
                    </a:xfrm>
                  </p:grpSpPr>
                  <p:grpSp>
                    <p:nvGrpSpPr>
                      <p:cNvPr id="11541" name="Group 11540">
                        <a:extLst>
                          <a:ext uri="{FF2B5EF4-FFF2-40B4-BE49-F238E27FC236}">
                            <a16:creationId xmlns:a16="http://schemas.microsoft.com/office/drawing/2014/main" id="{56C8F6B9-1181-6E9C-2473-41748242DC57}"/>
                          </a:ext>
                        </a:extLst>
                      </p:cNvPr>
                      <p:cNvGrpSpPr/>
                      <p:nvPr/>
                    </p:nvGrpSpPr>
                    <p:grpSpPr>
                      <a:xfrm flipH="1">
                        <a:off x="6478587" y="3446461"/>
                        <a:ext cx="214313" cy="214313"/>
                        <a:chOff x="5354637" y="3446463"/>
                        <a:chExt cx="214313" cy="214313"/>
                      </a:xfrm>
                    </p:grpSpPr>
                    <p:sp>
                      <p:nvSpPr>
                        <p:cNvPr id="11546" name="Arc 11545">
                          <a:extLst>
                            <a:ext uri="{FF2B5EF4-FFF2-40B4-BE49-F238E27FC236}">
                              <a16:creationId xmlns:a16="http://schemas.microsoft.com/office/drawing/2014/main" id="{A665C381-1589-A696-607F-E424A588367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547" name="Arc 11546">
                          <a:extLst>
                            <a:ext uri="{FF2B5EF4-FFF2-40B4-BE49-F238E27FC236}">
                              <a16:creationId xmlns:a16="http://schemas.microsoft.com/office/drawing/2014/main" id="{AA8E3BBB-D732-01D7-91D9-A2028033E29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542" name="Group 11541">
                        <a:extLst>
                          <a:ext uri="{FF2B5EF4-FFF2-40B4-BE49-F238E27FC236}">
                            <a16:creationId xmlns:a16="http://schemas.microsoft.com/office/drawing/2014/main" id="{4641513C-A3A2-AC61-052B-5CF639157259}"/>
                          </a:ext>
                        </a:extLst>
                      </p:cNvPr>
                      <p:cNvGrpSpPr/>
                      <p:nvPr/>
                    </p:nvGrpSpPr>
                    <p:grpSpPr>
                      <a:xfrm rot="14400000" flipH="1">
                        <a:off x="6434137" y="3402011"/>
                        <a:ext cx="303213" cy="303213"/>
                        <a:chOff x="5354637" y="3446463"/>
                        <a:chExt cx="214313" cy="214313"/>
                      </a:xfrm>
                    </p:grpSpPr>
                    <p:sp>
                      <p:nvSpPr>
                        <p:cNvPr id="11544" name="Arc 11543">
                          <a:extLst>
                            <a:ext uri="{FF2B5EF4-FFF2-40B4-BE49-F238E27FC236}">
                              <a16:creationId xmlns:a16="http://schemas.microsoft.com/office/drawing/2014/main" id="{F86B770A-BB9A-FD7C-1135-40C4FFD5F4D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545" name="Arc 11544">
                          <a:extLst>
                            <a:ext uri="{FF2B5EF4-FFF2-40B4-BE49-F238E27FC236}">
                              <a16:creationId xmlns:a16="http://schemas.microsoft.com/office/drawing/2014/main" id="{6400946A-3379-296B-2CDF-266B60FCCE0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543" name="TextBox 11542">
                        <a:extLst>
                          <a:ext uri="{FF2B5EF4-FFF2-40B4-BE49-F238E27FC236}">
                            <a16:creationId xmlns:a16="http://schemas.microsoft.com/office/drawing/2014/main" id="{1675434C-AD2F-F9D9-CE86-098803F51A39}"/>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528" name="Group 11527">
                    <a:extLst>
                      <a:ext uri="{FF2B5EF4-FFF2-40B4-BE49-F238E27FC236}">
                        <a16:creationId xmlns:a16="http://schemas.microsoft.com/office/drawing/2014/main" id="{E7E49037-939F-BF9C-6D7E-7F481A69B372}"/>
                      </a:ext>
                    </a:extLst>
                  </p:cNvPr>
                  <p:cNvGrpSpPr/>
                  <p:nvPr/>
                </p:nvGrpSpPr>
                <p:grpSpPr>
                  <a:xfrm>
                    <a:off x="6197413" y="3225768"/>
                    <a:ext cx="393192" cy="393192"/>
                    <a:chOff x="6389147" y="3932622"/>
                    <a:chExt cx="393192" cy="393192"/>
                  </a:xfrm>
                </p:grpSpPr>
                <p:grpSp>
                  <p:nvGrpSpPr>
                    <p:cNvPr id="11529" name="Group 11528">
                      <a:extLst>
                        <a:ext uri="{FF2B5EF4-FFF2-40B4-BE49-F238E27FC236}">
                          <a16:creationId xmlns:a16="http://schemas.microsoft.com/office/drawing/2014/main" id="{B88DE227-22FF-C51B-CB01-4443B947C9CE}"/>
                        </a:ext>
                      </a:extLst>
                    </p:cNvPr>
                    <p:cNvGrpSpPr/>
                    <p:nvPr/>
                  </p:nvGrpSpPr>
                  <p:grpSpPr>
                    <a:xfrm flipH="1">
                      <a:off x="6478587" y="4022061"/>
                      <a:ext cx="214313" cy="214313"/>
                      <a:chOff x="5354637" y="3446463"/>
                      <a:chExt cx="214313" cy="214313"/>
                    </a:xfrm>
                  </p:grpSpPr>
                  <p:sp>
                    <p:nvSpPr>
                      <p:cNvPr id="11537" name="Arc 11536">
                        <a:extLst>
                          <a:ext uri="{FF2B5EF4-FFF2-40B4-BE49-F238E27FC236}">
                            <a16:creationId xmlns:a16="http://schemas.microsoft.com/office/drawing/2014/main" id="{48EF6187-4DD7-D71E-801D-5BFB965BF81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538" name="Arc 11537">
                        <a:extLst>
                          <a:ext uri="{FF2B5EF4-FFF2-40B4-BE49-F238E27FC236}">
                            <a16:creationId xmlns:a16="http://schemas.microsoft.com/office/drawing/2014/main" id="{540CFC64-DC04-4EFC-9BDD-FA0E8703D82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530" name="Group 11529">
                      <a:extLst>
                        <a:ext uri="{FF2B5EF4-FFF2-40B4-BE49-F238E27FC236}">
                          <a16:creationId xmlns:a16="http://schemas.microsoft.com/office/drawing/2014/main" id="{F3D1A3A3-EFFC-4420-B18B-0F3DDECEFACE}"/>
                        </a:ext>
                      </a:extLst>
                    </p:cNvPr>
                    <p:cNvGrpSpPr/>
                    <p:nvPr/>
                  </p:nvGrpSpPr>
                  <p:grpSpPr>
                    <a:xfrm rot="7200000" flipH="1">
                      <a:off x="6434137" y="3977611"/>
                      <a:ext cx="303213" cy="303213"/>
                      <a:chOff x="5354637" y="3446463"/>
                      <a:chExt cx="214313" cy="214313"/>
                    </a:xfrm>
                  </p:grpSpPr>
                  <p:sp>
                    <p:nvSpPr>
                      <p:cNvPr id="11535" name="Arc 11534">
                        <a:extLst>
                          <a:ext uri="{FF2B5EF4-FFF2-40B4-BE49-F238E27FC236}">
                            <a16:creationId xmlns:a16="http://schemas.microsoft.com/office/drawing/2014/main" id="{D0FA249A-50AC-F0C5-6A80-C0C655A7894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536" name="Arc 11535">
                        <a:extLst>
                          <a:ext uri="{FF2B5EF4-FFF2-40B4-BE49-F238E27FC236}">
                            <a16:creationId xmlns:a16="http://schemas.microsoft.com/office/drawing/2014/main" id="{273700FE-A591-66E5-E4B3-99238EEF77C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531" name="Group 11530">
                      <a:extLst>
                        <a:ext uri="{FF2B5EF4-FFF2-40B4-BE49-F238E27FC236}">
                          <a16:creationId xmlns:a16="http://schemas.microsoft.com/office/drawing/2014/main" id="{E1372F24-8D70-A3DF-1E8B-1D23FFD97C6A}"/>
                        </a:ext>
                      </a:extLst>
                    </p:cNvPr>
                    <p:cNvGrpSpPr/>
                    <p:nvPr/>
                  </p:nvGrpSpPr>
                  <p:grpSpPr>
                    <a:xfrm rot="14400000" flipH="1">
                      <a:off x="6389147" y="3932622"/>
                      <a:ext cx="393192" cy="393192"/>
                      <a:chOff x="5354637" y="3446463"/>
                      <a:chExt cx="214313" cy="214313"/>
                    </a:xfrm>
                  </p:grpSpPr>
                  <p:sp>
                    <p:nvSpPr>
                      <p:cNvPr id="11533" name="Arc 11532">
                        <a:extLst>
                          <a:ext uri="{FF2B5EF4-FFF2-40B4-BE49-F238E27FC236}">
                            <a16:creationId xmlns:a16="http://schemas.microsoft.com/office/drawing/2014/main" id="{DE2B5CB7-5F11-A623-73AD-79D9619777E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534" name="Arc 11533">
                        <a:extLst>
                          <a:ext uri="{FF2B5EF4-FFF2-40B4-BE49-F238E27FC236}">
                            <a16:creationId xmlns:a16="http://schemas.microsoft.com/office/drawing/2014/main" id="{F9131987-E6EE-23FF-69E7-980AA6D0785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532" name="TextBox 11531">
                      <a:extLst>
                        <a:ext uri="{FF2B5EF4-FFF2-40B4-BE49-F238E27FC236}">
                          <a16:creationId xmlns:a16="http://schemas.microsoft.com/office/drawing/2014/main" id="{43F93DA7-9EB6-B2FE-0A6B-0E939C5AFF12}"/>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478" name="Group 11477">
                  <a:extLst>
                    <a:ext uri="{FF2B5EF4-FFF2-40B4-BE49-F238E27FC236}">
                      <a16:creationId xmlns:a16="http://schemas.microsoft.com/office/drawing/2014/main" id="{E3CA16AF-2098-011B-2CAB-0EE0C5EE5519}"/>
                    </a:ext>
                  </a:extLst>
                </p:cNvPr>
                <p:cNvGrpSpPr/>
                <p:nvPr/>
              </p:nvGrpSpPr>
              <p:grpSpPr>
                <a:xfrm>
                  <a:off x="6069086" y="3246228"/>
                  <a:ext cx="1019224" cy="991639"/>
                  <a:chOff x="5886431" y="3225768"/>
                  <a:chExt cx="1019224" cy="991639"/>
                </a:xfrm>
              </p:grpSpPr>
              <p:grpSp>
                <p:nvGrpSpPr>
                  <p:cNvPr id="11479" name="Group 11478">
                    <a:extLst>
                      <a:ext uri="{FF2B5EF4-FFF2-40B4-BE49-F238E27FC236}">
                        <a16:creationId xmlns:a16="http://schemas.microsoft.com/office/drawing/2014/main" id="{86A6EEE8-196C-8BC8-0407-BFA51F71E190}"/>
                      </a:ext>
                    </a:extLst>
                  </p:cNvPr>
                  <p:cNvGrpSpPr/>
                  <p:nvPr/>
                </p:nvGrpSpPr>
                <p:grpSpPr>
                  <a:xfrm>
                    <a:off x="6197413" y="3824215"/>
                    <a:ext cx="393192" cy="393192"/>
                    <a:chOff x="5265196" y="3357021"/>
                    <a:chExt cx="393192" cy="393192"/>
                  </a:xfrm>
                </p:grpSpPr>
                <p:grpSp>
                  <p:nvGrpSpPr>
                    <p:cNvPr id="11514" name="Group 11513">
                      <a:extLst>
                        <a:ext uri="{FF2B5EF4-FFF2-40B4-BE49-F238E27FC236}">
                          <a16:creationId xmlns:a16="http://schemas.microsoft.com/office/drawing/2014/main" id="{BC1BA20E-8DFC-24B6-CFB0-E12980582DAB}"/>
                        </a:ext>
                      </a:extLst>
                    </p:cNvPr>
                    <p:cNvGrpSpPr/>
                    <p:nvPr/>
                  </p:nvGrpSpPr>
                  <p:grpSpPr>
                    <a:xfrm rot="14400000">
                      <a:off x="5265196" y="3357021"/>
                      <a:ext cx="393192" cy="393192"/>
                      <a:chOff x="5354637" y="3446463"/>
                      <a:chExt cx="214313" cy="214313"/>
                    </a:xfrm>
                  </p:grpSpPr>
                  <p:sp>
                    <p:nvSpPr>
                      <p:cNvPr id="11523" name="Arc 11522">
                        <a:extLst>
                          <a:ext uri="{FF2B5EF4-FFF2-40B4-BE49-F238E27FC236}">
                            <a16:creationId xmlns:a16="http://schemas.microsoft.com/office/drawing/2014/main" id="{A7DBE5FA-AAD0-9E79-15FD-D5756A6ECCA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524" name="Arc 11523">
                        <a:extLst>
                          <a:ext uri="{FF2B5EF4-FFF2-40B4-BE49-F238E27FC236}">
                            <a16:creationId xmlns:a16="http://schemas.microsoft.com/office/drawing/2014/main" id="{ADF509F5-6F74-3814-F59A-E265B762175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515" name="Group 11514">
                      <a:extLst>
                        <a:ext uri="{FF2B5EF4-FFF2-40B4-BE49-F238E27FC236}">
                          <a16:creationId xmlns:a16="http://schemas.microsoft.com/office/drawing/2014/main" id="{175BB359-BF65-809C-090B-AAF9E693E13F}"/>
                        </a:ext>
                      </a:extLst>
                    </p:cNvPr>
                    <p:cNvGrpSpPr/>
                    <p:nvPr/>
                  </p:nvGrpSpPr>
                  <p:grpSpPr>
                    <a:xfrm>
                      <a:off x="5310186" y="3402011"/>
                      <a:ext cx="303213" cy="303213"/>
                      <a:chOff x="5310186" y="3402011"/>
                      <a:chExt cx="303213" cy="303213"/>
                    </a:xfrm>
                  </p:grpSpPr>
                  <p:grpSp>
                    <p:nvGrpSpPr>
                      <p:cNvPr id="11516" name="Group 11515">
                        <a:extLst>
                          <a:ext uri="{FF2B5EF4-FFF2-40B4-BE49-F238E27FC236}">
                            <a16:creationId xmlns:a16="http://schemas.microsoft.com/office/drawing/2014/main" id="{0B3DA2CF-C092-83A1-9E11-57C945ED95BD}"/>
                          </a:ext>
                        </a:extLst>
                      </p:cNvPr>
                      <p:cNvGrpSpPr/>
                      <p:nvPr/>
                    </p:nvGrpSpPr>
                    <p:grpSpPr>
                      <a:xfrm>
                        <a:off x="5354636" y="3446461"/>
                        <a:ext cx="214313" cy="214313"/>
                        <a:chOff x="5354637" y="3446463"/>
                        <a:chExt cx="214313" cy="214313"/>
                      </a:xfrm>
                    </p:grpSpPr>
                    <p:sp>
                      <p:nvSpPr>
                        <p:cNvPr id="11521" name="Arc 11520">
                          <a:extLst>
                            <a:ext uri="{FF2B5EF4-FFF2-40B4-BE49-F238E27FC236}">
                              <a16:creationId xmlns:a16="http://schemas.microsoft.com/office/drawing/2014/main" id="{54582D35-329C-FD71-2B1A-176037D0333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522" name="Arc 11521">
                          <a:extLst>
                            <a:ext uri="{FF2B5EF4-FFF2-40B4-BE49-F238E27FC236}">
                              <a16:creationId xmlns:a16="http://schemas.microsoft.com/office/drawing/2014/main" id="{53DC00CC-B87D-93D0-DEA7-08F2D9C2CCC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517" name="Group 11516">
                        <a:extLst>
                          <a:ext uri="{FF2B5EF4-FFF2-40B4-BE49-F238E27FC236}">
                            <a16:creationId xmlns:a16="http://schemas.microsoft.com/office/drawing/2014/main" id="{7060BFD8-5382-6B03-32F7-B7904F5641EA}"/>
                          </a:ext>
                        </a:extLst>
                      </p:cNvPr>
                      <p:cNvGrpSpPr/>
                      <p:nvPr/>
                    </p:nvGrpSpPr>
                    <p:grpSpPr>
                      <a:xfrm rot="7200000">
                        <a:off x="5310186" y="3402011"/>
                        <a:ext cx="303213" cy="303213"/>
                        <a:chOff x="5354637" y="3446463"/>
                        <a:chExt cx="214313" cy="214313"/>
                      </a:xfrm>
                    </p:grpSpPr>
                    <p:sp>
                      <p:nvSpPr>
                        <p:cNvPr id="11519" name="Arc 11518">
                          <a:extLst>
                            <a:ext uri="{FF2B5EF4-FFF2-40B4-BE49-F238E27FC236}">
                              <a16:creationId xmlns:a16="http://schemas.microsoft.com/office/drawing/2014/main" id="{C022A5EB-4C30-1F86-87DB-8B64ED74D96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520" name="Arc 11519">
                          <a:extLst>
                            <a:ext uri="{FF2B5EF4-FFF2-40B4-BE49-F238E27FC236}">
                              <a16:creationId xmlns:a16="http://schemas.microsoft.com/office/drawing/2014/main" id="{6F2FCAC3-029A-C27D-41C1-A8452006452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518" name="TextBox 11517">
                        <a:extLst>
                          <a:ext uri="{FF2B5EF4-FFF2-40B4-BE49-F238E27FC236}">
                            <a16:creationId xmlns:a16="http://schemas.microsoft.com/office/drawing/2014/main" id="{C11A2AEE-54BD-AF97-47A7-55BD88F750C4}"/>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480" name="Group 11479">
                    <a:extLst>
                      <a:ext uri="{FF2B5EF4-FFF2-40B4-BE49-F238E27FC236}">
                        <a16:creationId xmlns:a16="http://schemas.microsoft.com/office/drawing/2014/main" id="{632357A5-E0A8-B9AC-9A5E-15798B1B95F1}"/>
                      </a:ext>
                    </a:extLst>
                  </p:cNvPr>
                  <p:cNvGrpSpPr/>
                  <p:nvPr/>
                </p:nvGrpSpPr>
                <p:grpSpPr>
                  <a:xfrm>
                    <a:off x="5886431" y="3525040"/>
                    <a:ext cx="393192" cy="393192"/>
                    <a:chOff x="5265196" y="3932619"/>
                    <a:chExt cx="393192" cy="393192"/>
                  </a:xfrm>
                </p:grpSpPr>
                <p:grpSp>
                  <p:nvGrpSpPr>
                    <p:cNvPr id="11504" name="Group 11503">
                      <a:extLst>
                        <a:ext uri="{FF2B5EF4-FFF2-40B4-BE49-F238E27FC236}">
                          <a16:creationId xmlns:a16="http://schemas.microsoft.com/office/drawing/2014/main" id="{E8FC68A8-A851-237F-76F2-E14318657043}"/>
                        </a:ext>
                      </a:extLst>
                    </p:cNvPr>
                    <p:cNvGrpSpPr/>
                    <p:nvPr/>
                  </p:nvGrpSpPr>
                  <p:grpSpPr>
                    <a:xfrm>
                      <a:off x="5354636" y="4022061"/>
                      <a:ext cx="214313" cy="214313"/>
                      <a:chOff x="5354637" y="3446463"/>
                      <a:chExt cx="214313" cy="214313"/>
                    </a:xfrm>
                  </p:grpSpPr>
                  <p:sp>
                    <p:nvSpPr>
                      <p:cNvPr id="11512" name="Arc 11511">
                        <a:extLst>
                          <a:ext uri="{FF2B5EF4-FFF2-40B4-BE49-F238E27FC236}">
                            <a16:creationId xmlns:a16="http://schemas.microsoft.com/office/drawing/2014/main" id="{D36E1FA6-2D28-D5DE-1268-D72CBC7144D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513" name="Arc 11512">
                        <a:extLst>
                          <a:ext uri="{FF2B5EF4-FFF2-40B4-BE49-F238E27FC236}">
                            <a16:creationId xmlns:a16="http://schemas.microsoft.com/office/drawing/2014/main" id="{2BBB64EA-C91C-04CC-D969-1381DB602E4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505" name="Group 11504">
                      <a:extLst>
                        <a:ext uri="{FF2B5EF4-FFF2-40B4-BE49-F238E27FC236}">
                          <a16:creationId xmlns:a16="http://schemas.microsoft.com/office/drawing/2014/main" id="{104CA6E9-BA8A-662D-1253-99AAA243A4B1}"/>
                        </a:ext>
                      </a:extLst>
                    </p:cNvPr>
                    <p:cNvGrpSpPr/>
                    <p:nvPr/>
                  </p:nvGrpSpPr>
                  <p:grpSpPr>
                    <a:xfrm rot="14400000">
                      <a:off x="5310186" y="3977611"/>
                      <a:ext cx="303213" cy="303213"/>
                      <a:chOff x="5354637" y="3446463"/>
                      <a:chExt cx="214313" cy="214313"/>
                    </a:xfrm>
                  </p:grpSpPr>
                  <p:sp>
                    <p:nvSpPr>
                      <p:cNvPr id="11510" name="Arc 11509">
                        <a:extLst>
                          <a:ext uri="{FF2B5EF4-FFF2-40B4-BE49-F238E27FC236}">
                            <a16:creationId xmlns:a16="http://schemas.microsoft.com/office/drawing/2014/main" id="{3E972389-326B-524E-0E52-59074A35F14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511" name="Arc 11510">
                        <a:extLst>
                          <a:ext uri="{FF2B5EF4-FFF2-40B4-BE49-F238E27FC236}">
                            <a16:creationId xmlns:a16="http://schemas.microsoft.com/office/drawing/2014/main" id="{00CE9B7E-33C6-8267-F614-9A9113C9EF0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506" name="Group 11505">
                      <a:extLst>
                        <a:ext uri="{FF2B5EF4-FFF2-40B4-BE49-F238E27FC236}">
                          <a16:creationId xmlns:a16="http://schemas.microsoft.com/office/drawing/2014/main" id="{C17356DC-8AC5-B534-75C0-5BF7956477CC}"/>
                        </a:ext>
                      </a:extLst>
                    </p:cNvPr>
                    <p:cNvGrpSpPr/>
                    <p:nvPr/>
                  </p:nvGrpSpPr>
                  <p:grpSpPr>
                    <a:xfrm rot="7200000">
                      <a:off x="5265196" y="3932619"/>
                      <a:ext cx="393192" cy="393192"/>
                      <a:chOff x="5354637" y="3446463"/>
                      <a:chExt cx="214313" cy="214313"/>
                    </a:xfrm>
                  </p:grpSpPr>
                  <p:sp>
                    <p:nvSpPr>
                      <p:cNvPr id="11508" name="Arc 11507">
                        <a:extLst>
                          <a:ext uri="{FF2B5EF4-FFF2-40B4-BE49-F238E27FC236}">
                            <a16:creationId xmlns:a16="http://schemas.microsoft.com/office/drawing/2014/main" id="{140D2802-338A-5837-759A-3A99A0F756D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509" name="Arc 11508">
                        <a:extLst>
                          <a:ext uri="{FF2B5EF4-FFF2-40B4-BE49-F238E27FC236}">
                            <a16:creationId xmlns:a16="http://schemas.microsoft.com/office/drawing/2014/main" id="{B50C23EA-9C7D-6288-94DF-0AEA11A6EA4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507" name="TextBox 11506">
                      <a:extLst>
                        <a:ext uri="{FF2B5EF4-FFF2-40B4-BE49-F238E27FC236}">
                          <a16:creationId xmlns:a16="http://schemas.microsoft.com/office/drawing/2014/main" id="{4710D791-57C9-5707-6C4E-3D60E9F719B5}"/>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1481" name="Group 11480">
                    <a:extLst>
                      <a:ext uri="{FF2B5EF4-FFF2-40B4-BE49-F238E27FC236}">
                        <a16:creationId xmlns:a16="http://schemas.microsoft.com/office/drawing/2014/main" id="{69B2BF5E-2999-8E5E-EB9B-60712DAD38F5}"/>
                      </a:ext>
                    </a:extLst>
                  </p:cNvPr>
                  <p:cNvGrpSpPr/>
                  <p:nvPr/>
                </p:nvGrpSpPr>
                <p:grpSpPr>
                  <a:xfrm>
                    <a:off x="6512463" y="3525040"/>
                    <a:ext cx="393192" cy="393192"/>
                    <a:chOff x="6389147" y="3357021"/>
                    <a:chExt cx="393192" cy="393192"/>
                  </a:xfrm>
                </p:grpSpPr>
                <p:grpSp>
                  <p:nvGrpSpPr>
                    <p:cNvPr id="11493" name="Group 11492">
                      <a:extLst>
                        <a:ext uri="{FF2B5EF4-FFF2-40B4-BE49-F238E27FC236}">
                          <a16:creationId xmlns:a16="http://schemas.microsoft.com/office/drawing/2014/main" id="{E9922A99-BC28-4273-2E99-286DEC3DDEE2}"/>
                        </a:ext>
                      </a:extLst>
                    </p:cNvPr>
                    <p:cNvGrpSpPr/>
                    <p:nvPr/>
                  </p:nvGrpSpPr>
                  <p:grpSpPr>
                    <a:xfrm rot="7200000" flipH="1">
                      <a:off x="6389147" y="3357021"/>
                      <a:ext cx="393192" cy="393192"/>
                      <a:chOff x="5354637" y="3446463"/>
                      <a:chExt cx="214313" cy="214313"/>
                    </a:xfrm>
                  </p:grpSpPr>
                  <p:sp>
                    <p:nvSpPr>
                      <p:cNvPr id="11502" name="Arc 11501">
                        <a:extLst>
                          <a:ext uri="{FF2B5EF4-FFF2-40B4-BE49-F238E27FC236}">
                            <a16:creationId xmlns:a16="http://schemas.microsoft.com/office/drawing/2014/main" id="{AFE9A3A9-83A8-E7A1-21C0-5BD0312651B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503" name="Arc 11502">
                        <a:extLst>
                          <a:ext uri="{FF2B5EF4-FFF2-40B4-BE49-F238E27FC236}">
                            <a16:creationId xmlns:a16="http://schemas.microsoft.com/office/drawing/2014/main" id="{2BDE691E-D0DD-412B-88FD-C00681FBE14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494" name="Group 11493">
                      <a:extLst>
                        <a:ext uri="{FF2B5EF4-FFF2-40B4-BE49-F238E27FC236}">
                          <a16:creationId xmlns:a16="http://schemas.microsoft.com/office/drawing/2014/main" id="{B7646CF0-6B3A-F54D-3418-149210964891}"/>
                        </a:ext>
                      </a:extLst>
                    </p:cNvPr>
                    <p:cNvGrpSpPr/>
                    <p:nvPr/>
                  </p:nvGrpSpPr>
                  <p:grpSpPr>
                    <a:xfrm>
                      <a:off x="6434137" y="3402011"/>
                      <a:ext cx="303213" cy="303213"/>
                      <a:chOff x="6434137" y="3402011"/>
                      <a:chExt cx="303213" cy="303213"/>
                    </a:xfrm>
                  </p:grpSpPr>
                  <p:grpSp>
                    <p:nvGrpSpPr>
                      <p:cNvPr id="11495" name="Group 11494">
                        <a:extLst>
                          <a:ext uri="{FF2B5EF4-FFF2-40B4-BE49-F238E27FC236}">
                            <a16:creationId xmlns:a16="http://schemas.microsoft.com/office/drawing/2014/main" id="{4D2F9B62-BE2A-1A65-DA56-11EE49C39DEF}"/>
                          </a:ext>
                        </a:extLst>
                      </p:cNvPr>
                      <p:cNvGrpSpPr/>
                      <p:nvPr/>
                    </p:nvGrpSpPr>
                    <p:grpSpPr>
                      <a:xfrm flipH="1">
                        <a:off x="6478587" y="3446461"/>
                        <a:ext cx="214313" cy="214313"/>
                        <a:chOff x="5354637" y="3446463"/>
                        <a:chExt cx="214313" cy="214313"/>
                      </a:xfrm>
                    </p:grpSpPr>
                    <p:sp>
                      <p:nvSpPr>
                        <p:cNvPr id="11500" name="Arc 11499">
                          <a:extLst>
                            <a:ext uri="{FF2B5EF4-FFF2-40B4-BE49-F238E27FC236}">
                              <a16:creationId xmlns:a16="http://schemas.microsoft.com/office/drawing/2014/main" id="{4E4EEFF9-ED01-5060-C4FE-2E10B7C8D30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501" name="Arc 11500">
                          <a:extLst>
                            <a:ext uri="{FF2B5EF4-FFF2-40B4-BE49-F238E27FC236}">
                              <a16:creationId xmlns:a16="http://schemas.microsoft.com/office/drawing/2014/main" id="{E124D391-5BC3-DDFF-F0B9-672242A617E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496" name="Group 11495">
                        <a:extLst>
                          <a:ext uri="{FF2B5EF4-FFF2-40B4-BE49-F238E27FC236}">
                            <a16:creationId xmlns:a16="http://schemas.microsoft.com/office/drawing/2014/main" id="{648AB092-6B6F-0417-60D6-60C6305F7DB7}"/>
                          </a:ext>
                        </a:extLst>
                      </p:cNvPr>
                      <p:cNvGrpSpPr/>
                      <p:nvPr/>
                    </p:nvGrpSpPr>
                    <p:grpSpPr>
                      <a:xfrm rot="14400000" flipH="1">
                        <a:off x="6434137" y="3402011"/>
                        <a:ext cx="303213" cy="303213"/>
                        <a:chOff x="5354637" y="3446463"/>
                        <a:chExt cx="214313" cy="214313"/>
                      </a:xfrm>
                    </p:grpSpPr>
                    <p:sp>
                      <p:nvSpPr>
                        <p:cNvPr id="11498" name="Arc 11497">
                          <a:extLst>
                            <a:ext uri="{FF2B5EF4-FFF2-40B4-BE49-F238E27FC236}">
                              <a16:creationId xmlns:a16="http://schemas.microsoft.com/office/drawing/2014/main" id="{37B569D8-D3E3-9EF5-8BA6-AF2F7B40324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499" name="Arc 11498">
                          <a:extLst>
                            <a:ext uri="{FF2B5EF4-FFF2-40B4-BE49-F238E27FC236}">
                              <a16:creationId xmlns:a16="http://schemas.microsoft.com/office/drawing/2014/main" id="{8CBC1A18-B3F4-36D2-E371-BE5F772842B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497" name="TextBox 11496">
                        <a:extLst>
                          <a:ext uri="{FF2B5EF4-FFF2-40B4-BE49-F238E27FC236}">
                            <a16:creationId xmlns:a16="http://schemas.microsoft.com/office/drawing/2014/main" id="{48C77C2B-5D67-EFE4-CF3F-B4B9F45BE3F8}"/>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482" name="Group 11481">
                    <a:extLst>
                      <a:ext uri="{FF2B5EF4-FFF2-40B4-BE49-F238E27FC236}">
                        <a16:creationId xmlns:a16="http://schemas.microsoft.com/office/drawing/2014/main" id="{1B44157E-6C37-7F86-6D67-9C68A2827AFE}"/>
                      </a:ext>
                    </a:extLst>
                  </p:cNvPr>
                  <p:cNvGrpSpPr/>
                  <p:nvPr/>
                </p:nvGrpSpPr>
                <p:grpSpPr>
                  <a:xfrm>
                    <a:off x="6197413" y="3225768"/>
                    <a:ext cx="393192" cy="393192"/>
                    <a:chOff x="6389147" y="3932622"/>
                    <a:chExt cx="393192" cy="393192"/>
                  </a:xfrm>
                </p:grpSpPr>
                <p:grpSp>
                  <p:nvGrpSpPr>
                    <p:cNvPr id="11483" name="Group 11482">
                      <a:extLst>
                        <a:ext uri="{FF2B5EF4-FFF2-40B4-BE49-F238E27FC236}">
                          <a16:creationId xmlns:a16="http://schemas.microsoft.com/office/drawing/2014/main" id="{9530C312-32FF-E655-5B75-4F4157EDAFF1}"/>
                        </a:ext>
                      </a:extLst>
                    </p:cNvPr>
                    <p:cNvGrpSpPr/>
                    <p:nvPr/>
                  </p:nvGrpSpPr>
                  <p:grpSpPr>
                    <a:xfrm flipH="1">
                      <a:off x="6478587" y="4022061"/>
                      <a:ext cx="214313" cy="214313"/>
                      <a:chOff x="5354637" y="3446463"/>
                      <a:chExt cx="214313" cy="214313"/>
                    </a:xfrm>
                  </p:grpSpPr>
                  <p:sp>
                    <p:nvSpPr>
                      <p:cNvPr id="11491" name="Arc 11490">
                        <a:extLst>
                          <a:ext uri="{FF2B5EF4-FFF2-40B4-BE49-F238E27FC236}">
                            <a16:creationId xmlns:a16="http://schemas.microsoft.com/office/drawing/2014/main" id="{C6C5A0C6-1F32-4374-A3BE-B5E89C8549D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492" name="Arc 11491">
                        <a:extLst>
                          <a:ext uri="{FF2B5EF4-FFF2-40B4-BE49-F238E27FC236}">
                            <a16:creationId xmlns:a16="http://schemas.microsoft.com/office/drawing/2014/main" id="{9E9C0DF3-D9B8-4293-EE62-32B22767552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484" name="Group 11483">
                      <a:extLst>
                        <a:ext uri="{FF2B5EF4-FFF2-40B4-BE49-F238E27FC236}">
                          <a16:creationId xmlns:a16="http://schemas.microsoft.com/office/drawing/2014/main" id="{7FA2A234-756A-B037-DD7A-34EFA4B136F5}"/>
                        </a:ext>
                      </a:extLst>
                    </p:cNvPr>
                    <p:cNvGrpSpPr/>
                    <p:nvPr/>
                  </p:nvGrpSpPr>
                  <p:grpSpPr>
                    <a:xfrm rot="7200000" flipH="1">
                      <a:off x="6434137" y="3977611"/>
                      <a:ext cx="303213" cy="303213"/>
                      <a:chOff x="5354637" y="3446463"/>
                      <a:chExt cx="214313" cy="214313"/>
                    </a:xfrm>
                  </p:grpSpPr>
                  <p:sp>
                    <p:nvSpPr>
                      <p:cNvPr id="11489" name="Arc 11488">
                        <a:extLst>
                          <a:ext uri="{FF2B5EF4-FFF2-40B4-BE49-F238E27FC236}">
                            <a16:creationId xmlns:a16="http://schemas.microsoft.com/office/drawing/2014/main" id="{427E09E5-5E8D-5D46-7A10-554EAFFCC4C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490" name="Arc 11489">
                        <a:extLst>
                          <a:ext uri="{FF2B5EF4-FFF2-40B4-BE49-F238E27FC236}">
                            <a16:creationId xmlns:a16="http://schemas.microsoft.com/office/drawing/2014/main" id="{0BA021C3-7C90-8CB3-2690-3F331067AC9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485" name="Group 11484">
                      <a:extLst>
                        <a:ext uri="{FF2B5EF4-FFF2-40B4-BE49-F238E27FC236}">
                          <a16:creationId xmlns:a16="http://schemas.microsoft.com/office/drawing/2014/main" id="{1C3061CF-38A4-59DE-3487-F2745A4149CC}"/>
                        </a:ext>
                      </a:extLst>
                    </p:cNvPr>
                    <p:cNvGrpSpPr/>
                    <p:nvPr/>
                  </p:nvGrpSpPr>
                  <p:grpSpPr>
                    <a:xfrm rot="14400000" flipH="1">
                      <a:off x="6389147" y="3932622"/>
                      <a:ext cx="393192" cy="393192"/>
                      <a:chOff x="5354637" y="3446463"/>
                      <a:chExt cx="214313" cy="214313"/>
                    </a:xfrm>
                  </p:grpSpPr>
                  <p:sp>
                    <p:nvSpPr>
                      <p:cNvPr id="11487" name="Arc 11486">
                        <a:extLst>
                          <a:ext uri="{FF2B5EF4-FFF2-40B4-BE49-F238E27FC236}">
                            <a16:creationId xmlns:a16="http://schemas.microsoft.com/office/drawing/2014/main" id="{64658952-AA8D-B44F-8EAB-F54D2DE4729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488" name="Arc 11487">
                        <a:extLst>
                          <a:ext uri="{FF2B5EF4-FFF2-40B4-BE49-F238E27FC236}">
                            <a16:creationId xmlns:a16="http://schemas.microsoft.com/office/drawing/2014/main" id="{880334CE-0DB3-5ADF-2996-8B473566FB8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486" name="TextBox 11485">
                      <a:extLst>
                        <a:ext uri="{FF2B5EF4-FFF2-40B4-BE49-F238E27FC236}">
                          <a16:creationId xmlns:a16="http://schemas.microsoft.com/office/drawing/2014/main" id="{23DFD2A2-CBA0-2E68-B302-B254FCBF762C}"/>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9183" name="Group 9182">
              <a:extLst>
                <a:ext uri="{FF2B5EF4-FFF2-40B4-BE49-F238E27FC236}">
                  <a16:creationId xmlns:a16="http://schemas.microsoft.com/office/drawing/2014/main" id="{2557823A-3A81-FFAD-B89C-6F22C65B9588}"/>
                </a:ext>
              </a:extLst>
            </p:cNvPr>
            <p:cNvGrpSpPr/>
            <p:nvPr/>
          </p:nvGrpSpPr>
          <p:grpSpPr>
            <a:xfrm>
              <a:off x="4576926" y="706347"/>
              <a:ext cx="2263438" cy="2198360"/>
              <a:chOff x="5445106" y="2039507"/>
              <a:chExt cx="2263438" cy="2198360"/>
            </a:xfrm>
          </p:grpSpPr>
          <p:grpSp>
            <p:nvGrpSpPr>
              <p:cNvPr id="11285" name="Group 11284">
                <a:extLst>
                  <a:ext uri="{FF2B5EF4-FFF2-40B4-BE49-F238E27FC236}">
                    <a16:creationId xmlns:a16="http://schemas.microsoft.com/office/drawing/2014/main" id="{44F6F371-81B2-0CCD-F5D1-B641F09EA00A}"/>
                  </a:ext>
                </a:extLst>
              </p:cNvPr>
              <p:cNvGrpSpPr/>
              <p:nvPr/>
            </p:nvGrpSpPr>
            <p:grpSpPr>
              <a:xfrm>
                <a:off x="5445106" y="2644743"/>
                <a:ext cx="1643204" cy="1593124"/>
                <a:chOff x="5445106" y="2644743"/>
                <a:chExt cx="1643204" cy="1593124"/>
              </a:xfrm>
            </p:grpSpPr>
            <p:grpSp>
              <p:nvGrpSpPr>
                <p:cNvPr id="11381" name="Group 11380">
                  <a:extLst>
                    <a:ext uri="{FF2B5EF4-FFF2-40B4-BE49-F238E27FC236}">
                      <a16:creationId xmlns:a16="http://schemas.microsoft.com/office/drawing/2014/main" id="{48F06BA6-9365-0DDF-9417-CC65EA8DE7FE}"/>
                    </a:ext>
                  </a:extLst>
                </p:cNvPr>
                <p:cNvGrpSpPr/>
                <p:nvPr/>
              </p:nvGrpSpPr>
              <p:grpSpPr>
                <a:xfrm>
                  <a:off x="5445106" y="2644743"/>
                  <a:ext cx="1019224" cy="991639"/>
                  <a:chOff x="5886431" y="3225768"/>
                  <a:chExt cx="1019224" cy="991639"/>
                </a:xfrm>
              </p:grpSpPr>
              <p:grpSp>
                <p:nvGrpSpPr>
                  <p:cNvPr id="11429" name="Group 11428">
                    <a:extLst>
                      <a:ext uri="{FF2B5EF4-FFF2-40B4-BE49-F238E27FC236}">
                        <a16:creationId xmlns:a16="http://schemas.microsoft.com/office/drawing/2014/main" id="{904416D0-EE5A-6B48-EFD6-6C11D26ABD27}"/>
                      </a:ext>
                    </a:extLst>
                  </p:cNvPr>
                  <p:cNvGrpSpPr/>
                  <p:nvPr/>
                </p:nvGrpSpPr>
                <p:grpSpPr>
                  <a:xfrm>
                    <a:off x="6197413" y="3824215"/>
                    <a:ext cx="393192" cy="393192"/>
                    <a:chOff x="5265196" y="3357021"/>
                    <a:chExt cx="393192" cy="393192"/>
                  </a:xfrm>
                </p:grpSpPr>
                <p:grpSp>
                  <p:nvGrpSpPr>
                    <p:cNvPr id="11464" name="Group 11463">
                      <a:extLst>
                        <a:ext uri="{FF2B5EF4-FFF2-40B4-BE49-F238E27FC236}">
                          <a16:creationId xmlns:a16="http://schemas.microsoft.com/office/drawing/2014/main" id="{095A36A1-DB02-EFD8-3CCB-635A4C9C2EE0}"/>
                        </a:ext>
                      </a:extLst>
                    </p:cNvPr>
                    <p:cNvGrpSpPr/>
                    <p:nvPr/>
                  </p:nvGrpSpPr>
                  <p:grpSpPr>
                    <a:xfrm rot="14400000">
                      <a:off x="5265196" y="3357021"/>
                      <a:ext cx="393192" cy="393192"/>
                      <a:chOff x="5354637" y="3446463"/>
                      <a:chExt cx="214313" cy="214313"/>
                    </a:xfrm>
                  </p:grpSpPr>
                  <p:sp>
                    <p:nvSpPr>
                      <p:cNvPr id="11473" name="Arc 11472">
                        <a:extLst>
                          <a:ext uri="{FF2B5EF4-FFF2-40B4-BE49-F238E27FC236}">
                            <a16:creationId xmlns:a16="http://schemas.microsoft.com/office/drawing/2014/main" id="{6FF6CCD3-F5AF-0142-213A-12053C79699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474" name="Arc 11473">
                        <a:extLst>
                          <a:ext uri="{FF2B5EF4-FFF2-40B4-BE49-F238E27FC236}">
                            <a16:creationId xmlns:a16="http://schemas.microsoft.com/office/drawing/2014/main" id="{CCEC5D5A-235E-25F4-0730-1E1E854ECF3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465" name="Group 11464">
                      <a:extLst>
                        <a:ext uri="{FF2B5EF4-FFF2-40B4-BE49-F238E27FC236}">
                          <a16:creationId xmlns:a16="http://schemas.microsoft.com/office/drawing/2014/main" id="{76FFDD37-F1FF-E6DC-0D2F-F37B40BDBADA}"/>
                        </a:ext>
                      </a:extLst>
                    </p:cNvPr>
                    <p:cNvGrpSpPr/>
                    <p:nvPr/>
                  </p:nvGrpSpPr>
                  <p:grpSpPr>
                    <a:xfrm>
                      <a:off x="5310186" y="3402011"/>
                      <a:ext cx="303213" cy="303213"/>
                      <a:chOff x="5310186" y="3402011"/>
                      <a:chExt cx="303213" cy="303213"/>
                    </a:xfrm>
                  </p:grpSpPr>
                  <p:grpSp>
                    <p:nvGrpSpPr>
                      <p:cNvPr id="11466" name="Group 11465">
                        <a:extLst>
                          <a:ext uri="{FF2B5EF4-FFF2-40B4-BE49-F238E27FC236}">
                            <a16:creationId xmlns:a16="http://schemas.microsoft.com/office/drawing/2014/main" id="{8D765390-0045-F1D3-5C90-059A40E93DC7}"/>
                          </a:ext>
                        </a:extLst>
                      </p:cNvPr>
                      <p:cNvGrpSpPr/>
                      <p:nvPr/>
                    </p:nvGrpSpPr>
                    <p:grpSpPr>
                      <a:xfrm>
                        <a:off x="5354636" y="3446461"/>
                        <a:ext cx="214313" cy="214313"/>
                        <a:chOff x="5354637" y="3446463"/>
                        <a:chExt cx="214313" cy="214313"/>
                      </a:xfrm>
                    </p:grpSpPr>
                    <p:sp>
                      <p:nvSpPr>
                        <p:cNvPr id="11471" name="Arc 11470">
                          <a:extLst>
                            <a:ext uri="{FF2B5EF4-FFF2-40B4-BE49-F238E27FC236}">
                              <a16:creationId xmlns:a16="http://schemas.microsoft.com/office/drawing/2014/main" id="{BC2BF694-9CFB-381C-8C8D-46FC6FC1FB3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472" name="Arc 11471">
                          <a:extLst>
                            <a:ext uri="{FF2B5EF4-FFF2-40B4-BE49-F238E27FC236}">
                              <a16:creationId xmlns:a16="http://schemas.microsoft.com/office/drawing/2014/main" id="{C786BD0C-F0D0-8C90-3657-55C4B428F88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467" name="Group 11466">
                        <a:extLst>
                          <a:ext uri="{FF2B5EF4-FFF2-40B4-BE49-F238E27FC236}">
                            <a16:creationId xmlns:a16="http://schemas.microsoft.com/office/drawing/2014/main" id="{79451FD3-BAA2-FE9F-59D6-4AC8F12FA5C4}"/>
                          </a:ext>
                        </a:extLst>
                      </p:cNvPr>
                      <p:cNvGrpSpPr/>
                      <p:nvPr/>
                    </p:nvGrpSpPr>
                    <p:grpSpPr>
                      <a:xfrm rot="7200000">
                        <a:off x="5310186" y="3402011"/>
                        <a:ext cx="303213" cy="303213"/>
                        <a:chOff x="5354637" y="3446463"/>
                        <a:chExt cx="214313" cy="214313"/>
                      </a:xfrm>
                    </p:grpSpPr>
                    <p:sp>
                      <p:nvSpPr>
                        <p:cNvPr id="11469" name="Arc 11468">
                          <a:extLst>
                            <a:ext uri="{FF2B5EF4-FFF2-40B4-BE49-F238E27FC236}">
                              <a16:creationId xmlns:a16="http://schemas.microsoft.com/office/drawing/2014/main" id="{4442E9C7-34DB-0F2D-75B0-9046F7122E1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470" name="Arc 11469">
                          <a:extLst>
                            <a:ext uri="{FF2B5EF4-FFF2-40B4-BE49-F238E27FC236}">
                              <a16:creationId xmlns:a16="http://schemas.microsoft.com/office/drawing/2014/main" id="{2637ABE9-FD57-379B-6DDF-FDEE39BAAAA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468" name="TextBox 11467">
                        <a:extLst>
                          <a:ext uri="{FF2B5EF4-FFF2-40B4-BE49-F238E27FC236}">
                            <a16:creationId xmlns:a16="http://schemas.microsoft.com/office/drawing/2014/main" id="{BE81BC8C-022E-C88D-805E-153682C5A72F}"/>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430" name="Group 11429">
                    <a:extLst>
                      <a:ext uri="{FF2B5EF4-FFF2-40B4-BE49-F238E27FC236}">
                        <a16:creationId xmlns:a16="http://schemas.microsoft.com/office/drawing/2014/main" id="{C18DE532-E6AE-78A2-1A21-5D9719F7FF18}"/>
                      </a:ext>
                    </a:extLst>
                  </p:cNvPr>
                  <p:cNvGrpSpPr/>
                  <p:nvPr/>
                </p:nvGrpSpPr>
                <p:grpSpPr>
                  <a:xfrm>
                    <a:off x="5886431" y="3525040"/>
                    <a:ext cx="393192" cy="393192"/>
                    <a:chOff x="5265196" y="3932619"/>
                    <a:chExt cx="393192" cy="393192"/>
                  </a:xfrm>
                </p:grpSpPr>
                <p:grpSp>
                  <p:nvGrpSpPr>
                    <p:cNvPr id="11454" name="Group 11453">
                      <a:extLst>
                        <a:ext uri="{FF2B5EF4-FFF2-40B4-BE49-F238E27FC236}">
                          <a16:creationId xmlns:a16="http://schemas.microsoft.com/office/drawing/2014/main" id="{30030586-2625-D95D-5D3A-E8A25DA0B0E8}"/>
                        </a:ext>
                      </a:extLst>
                    </p:cNvPr>
                    <p:cNvGrpSpPr/>
                    <p:nvPr/>
                  </p:nvGrpSpPr>
                  <p:grpSpPr>
                    <a:xfrm>
                      <a:off x="5354636" y="4022061"/>
                      <a:ext cx="214313" cy="214313"/>
                      <a:chOff x="5354637" y="3446463"/>
                      <a:chExt cx="214313" cy="214313"/>
                    </a:xfrm>
                  </p:grpSpPr>
                  <p:sp>
                    <p:nvSpPr>
                      <p:cNvPr id="11462" name="Arc 11461">
                        <a:extLst>
                          <a:ext uri="{FF2B5EF4-FFF2-40B4-BE49-F238E27FC236}">
                            <a16:creationId xmlns:a16="http://schemas.microsoft.com/office/drawing/2014/main" id="{CA803400-326F-03AE-72A3-3EB4F95DDE2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463" name="Arc 11462">
                        <a:extLst>
                          <a:ext uri="{FF2B5EF4-FFF2-40B4-BE49-F238E27FC236}">
                            <a16:creationId xmlns:a16="http://schemas.microsoft.com/office/drawing/2014/main" id="{B2F5929B-6903-E855-4575-966959A17B8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455" name="Group 11454">
                      <a:extLst>
                        <a:ext uri="{FF2B5EF4-FFF2-40B4-BE49-F238E27FC236}">
                          <a16:creationId xmlns:a16="http://schemas.microsoft.com/office/drawing/2014/main" id="{C8E5AEB8-9436-C0B9-5FA4-A86CBB13B06A}"/>
                        </a:ext>
                      </a:extLst>
                    </p:cNvPr>
                    <p:cNvGrpSpPr/>
                    <p:nvPr/>
                  </p:nvGrpSpPr>
                  <p:grpSpPr>
                    <a:xfrm rot="14400000">
                      <a:off x="5310186" y="3977611"/>
                      <a:ext cx="303213" cy="303213"/>
                      <a:chOff x="5354637" y="3446463"/>
                      <a:chExt cx="214313" cy="214313"/>
                    </a:xfrm>
                  </p:grpSpPr>
                  <p:sp>
                    <p:nvSpPr>
                      <p:cNvPr id="11460" name="Arc 11459">
                        <a:extLst>
                          <a:ext uri="{FF2B5EF4-FFF2-40B4-BE49-F238E27FC236}">
                            <a16:creationId xmlns:a16="http://schemas.microsoft.com/office/drawing/2014/main" id="{E9AC0426-6E43-B68D-24B5-5F78453F8D8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461" name="Arc 11460">
                        <a:extLst>
                          <a:ext uri="{FF2B5EF4-FFF2-40B4-BE49-F238E27FC236}">
                            <a16:creationId xmlns:a16="http://schemas.microsoft.com/office/drawing/2014/main" id="{284CDBCF-B9E7-5DC3-6D23-FE442B2948E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456" name="Group 11455">
                      <a:extLst>
                        <a:ext uri="{FF2B5EF4-FFF2-40B4-BE49-F238E27FC236}">
                          <a16:creationId xmlns:a16="http://schemas.microsoft.com/office/drawing/2014/main" id="{811060B3-7984-AD85-6851-D5ED95D687A5}"/>
                        </a:ext>
                      </a:extLst>
                    </p:cNvPr>
                    <p:cNvGrpSpPr/>
                    <p:nvPr/>
                  </p:nvGrpSpPr>
                  <p:grpSpPr>
                    <a:xfrm rot="7200000">
                      <a:off x="5265196" y="3932619"/>
                      <a:ext cx="393192" cy="393192"/>
                      <a:chOff x="5354637" y="3446463"/>
                      <a:chExt cx="214313" cy="214313"/>
                    </a:xfrm>
                  </p:grpSpPr>
                  <p:sp>
                    <p:nvSpPr>
                      <p:cNvPr id="11458" name="Arc 11457">
                        <a:extLst>
                          <a:ext uri="{FF2B5EF4-FFF2-40B4-BE49-F238E27FC236}">
                            <a16:creationId xmlns:a16="http://schemas.microsoft.com/office/drawing/2014/main" id="{549DCB75-B529-4B95-A08B-37CB832B44C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459" name="Arc 11458">
                        <a:extLst>
                          <a:ext uri="{FF2B5EF4-FFF2-40B4-BE49-F238E27FC236}">
                            <a16:creationId xmlns:a16="http://schemas.microsoft.com/office/drawing/2014/main" id="{F7051770-651C-41EF-759B-93CCE32E418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457" name="TextBox 11456">
                      <a:extLst>
                        <a:ext uri="{FF2B5EF4-FFF2-40B4-BE49-F238E27FC236}">
                          <a16:creationId xmlns:a16="http://schemas.microsoft.com/office/drawing/2014/main" id="{C14052BD-596C-E0E9-1D05-4CFEB17A8300}"/>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1431" name="Group 11430">
                    <a:extLst>
                      <a:ext uri="{FF2B5EF4-FFF2-40B4-BE49-F238E27FC236}">
                        <a16:creationId xmlns:a16="http://schemas.microsoft.com/office/drawing/2014/main" id="{1B0C870E-894A-E752-E92A-E36AAAAE549C}"/>
                      </a:ext>
                    </a:extLst>
                  </p:cNvPr>
                  <p:cNvGrpSpPr/>
                  <p:nvPr/>
                </p:nvGrpSpPr>
                <p:grpSpPr>
                  <a:xfrm>
                    <a:off x="6512463" y="3525040"/>
                    <a:ext cx="393192" cy="393192"/>
                    <a:chOff x="6389147" y="3357021"/>
                    <a:chExt cx="393192" cy="393192"/>
                  </a:xfrm>
                </p:grpSpPr>
                <p:grpSp>
                  <p:nvGrpSpPr>
                    <p:cNvPr id="11443" name="Group 11442">
                      <a:extLst>
                        <a:ext uri="{FF2B5EF4-FFF2-40B4-BE49-F238E27FC236}">
                          <a16:creationId xmlns:a16="http://schemas.microsoft.com/office/drawing/2014/main" id="{0A5201DA-A4B7-54C7-56ED-92E9AB6144FA}"/>
                        </a:ext>
                      </a:extLst>
                    </p:cNvPr>
                    <p:cNvGrpSpPr/>
                    <p:nvPr/>
                  </p:nvGrpSpPr>
                  <p:grpSpPr>
                    <a:xfrm rot="7200000" flipH="1">
                      <a:off x="6389147" y="3357021"/>
                      <a:ext cx="393192" cy="393192"/>
                      <a:chOff x="5354637" y="3446463"/>
                      <a:chExt cx="214313" cy="214313"/>
                    </a:xfrm>
                  </p:grpSpPr>
                  <p:sp>
                    <p:nvSpPr>
                      <p:cNvPr id="11452" name="Arc 11451">
                        <a:extLst>
                          <a:ext uri="{FF2B5EF4-FFF2-40B4-BE49-F238E27FC236}">
                            <a16:creationId xmlns:a16="http://schemas.microsoft.com/office/drawing/2014/main" id="{D6CC199C-AC5A-D092-FF92-05EF0D69C8A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453" name="Arc 11452">
                        <a:extLst>
                          <a:ext uri="{FF2B5EF4-FFF2-40B4-BE49-F238E27FC236}">
                            <a16:creationId xmlns:a16="http://schemas.microsoft.com/office/drawing/2014/main" id="{FF7EB1DE-4D61-E78D-1157-9ED72F934CD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444" name="Group 11443">
                      <a:extLst>
                        <a:ext uri="{FF2B5EF4-FFF2-40B4-BE49-F238E27FC236}">
                          <a16:creationId xmlns:a16="http://schemas.microsoft.com/office/drawing/2014/main" id="{164CDDEA-C318-941A-BCCA-74E712D2F367}"/>
                        </a:ext>
                      </a:extLst>
                    </p:cNvPr>
                    <p:cNvGrpSpPr/>
                    <p:nvPr/>
                  </p:nvGrpSpPr>
                  <p:grpSpPr>
                    <a:xfrm>
                      <a:off x="6434137" y="3402011"/>
                      <a:ext cx="303213" cy="303213"/>
                      <a:chOff x="6434137" y="3402011"/>
                      <a:chExt cx="303213" cy="303213"/>
                    </a:xfrm>
                  </p:grpSpPr>
                  <p:grpSp>
                    <p:nvGrpSpPr>
                      <p:cNvPr id="11445" name="Group 11444">
                        <a:extLst>
                          <a:ext uri="{FF2B5EF4-FFF2-40B4-BE49-F238E27FC236}">
                            <a16:creationId xmlns:a16="http://schemas.microsoft.com/office/drawing/2014/main" id="{98652300-2180-6BF2-BAF2-1AC76FE30909}"/>
                          </a:ext>
                        </a:extLst>
                      </p:cNvPr>
                      <p:cNvGrpSpPr/>
                      <p:nvPr/>
                    </p:nvGrpSpPr>
                    <p:grpSpPr>
                      <a:xfrm flipH="1">
                        <a:off x="6478587" y="3446461"/>
                        <a:ext cx="214313" cy="214313"/>
                        <a:chOff x="5354637" y="3446463"/>
                        <a:chExt cx="214313" cy="214313"/>
                      </a:xfrm>
                    </p:grpSpPr>
                    <p:sp>
                      <p:nvSpPr>
                        <p:cNvPr id="11450" name="Arc 11449">
                          <a:extLst>
                            <a:ext uri="{FF2B5EF4-FFF2-40B4-BE49-F238E27FC236}">
                              <a16:creationId xmlns:a16="http://schemas.microsoft.com/office/drawing/2014/main" id="{87E229F5-12B4-CAA2-8432-E645145659C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451" name="Arc 11450">
                          <a:extLst>
                            <a:ext uri="{FF2B5EF4-FFF2-40B4-BE49-F238E27FC236}">
                              <a16:creationId xmlns:a16="http://schemas.microsoft.com/office/drawing/2014/main" id="{E91105EA-395F-0CCC-436B-DC8B703B94B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446" name="Group 11445">
                        <a:extLst>
                          <a:ext uri="{FF2B5EF4-FFF2-40B4-BE49-F238E27FC236}">
                            <a16:creationId xmlns:a16="http://schemas.microsoft.com/office/drawing/2014/main" id="{4457DFE6-2EFE-4EE1-7A2B-F989501113A8}"/>
                          </a:ext>
                        </a:extLst>
                      </p:cNvPr>
                      <p:cNvGrpSpPr/>
                      <p:nvPr/>
                    </p:nvGrpSpPr>
                    <p:grpSpPr>
                      <a:xfrm rot="14400000" flipH="1">
                        <a:off x="6434137" y="3402011"/>
                        <a:ext cx="303213" cy="303213"/>
                        <a:chOff x="5354637" y="3446463"/>
                        <a:chExt cx="214313" cy="214313"/>
                      </a:xfrm>
                    </p:grpSpPr>
                    <p:sp>
                      <p:nvSpPr>
                        <p:cNvPr id="11448" name="Arc 11447">
                          <a:extLst>
                            <a:ext uri="{FF2B5EF4-FFF2-40B4-BE49-F238E27FC236}">
                              <a16:creationId xmlns:a16="http://schemas.microsoft.com/office/drawing/2014/main" id="{755CBCFC-0792-0B98-4999-DD94CB3FA4B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449" name="Arc 11448">
                          <a:extLst>
                            <a:ext uri="{FF2B5EF4-FFF2-40B4-BE49-F238E27FC236}">
                              <a16:creationId xmlns:a16="http://schemas.microsoft.com/office/drawing/2014/main" id="{68DD029E-B921-7F1A-A9D5-E697988A3E1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447" name="TextBox 11446">
                        <a:extLst>
                          <a:ext uri="{FF2B5EF4-FFF2-40B4-BE49-F238E27FC236}">
                            <a16:creationId xmlns:a16="http://schemas.microsoft.com/office/drawing/2014/main" id="{21ADF055-5780-DF4E-2EBA-D66CABE03C69}"/>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432" name="Group 11431">
                    <a:extLst>
                      <a:ext uri="{FF2B5EF4-FFF2-40B4-BE49-F238E27FC236}">
                        <a16:creationId xmlns:a16="http://schemas.microsoft.com/office/drawing/2014/main" id="{422C58B6-8E85-D904-C3CE-91EC6241073F}"/>
                      </a:ext>
                    </a:extLst>
                  </p:cNvPr>
                  <p:cNvGrpSpPr/>
                  <p:nvPr/>
                </p:nvGrpSpPr>
                <p:grpSpPr>
                  <a:xfrm>
                    <a:off x="6197413" y="3225768"/>
                    <a:ext cx="393192" cy="393192"/>
                    <a:chOff x="6389147" y="3932622"/>
                    <a:chExt cx="393192" cy="393192"/>
                  </a:xfrm>
                </p:grpSpPr>
                <p:grpSp>
                  <p:nvGrpSpPr>
                    <p:cNvPr id="11433" name="Group 11432">
                      <a:extLst>
                        <a:ext uri="{FF2B5EF4-FFF2-40B4-BE49-F238E27FC236}">
                          <a16:creationId xmlns:a16="http://schemas.microsoft.com/office/drawing/2014/main" id="{DB2F4BAF-2821-29E6-A21E-80115B98CFC4}"/>
                        </a:ext>
                      </a:extLst>
                    </p:cNvPr>
                    <p:cNvGrpSpPr/>
                    <p:nvPr/>
                  </p:nvGrpSpPr>
                  <p:grpSpPr>
                    <a:xfrm flipH="1">
                      <a:off x="6478587" y="4022061"/>
                      <a:ext cx="214313" cy="214313"/>
                      <a:chOff x="5354637" y="3446463"/>
                      <a:chExt cx="214313" cy="214313"/>
                    </a:xfrm>
                  </p:grpSpPr>
                  <p:sp>
                    <p:nvSpPr>
                      <p:cNvPr id="11441" name="Arc 11440">
                        <a:extLst>
                          <a:ext uri="{FF2B5EF4-FFF2-40B4-BE49-F238E27FC236}">
                            <a16:creationId xmlns:a16="http://schemas.microsoft.com/office/drawing/2014/main" id="{529CF837-324D-F524-7EC0-6359F8309BC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442" name="Arc 11441">
                        <a:extLst>
                          <a:ext uri="{FF2B5EF4-FFF2-40B4-BE49-F238E27FC236}">
                            <a16:creationId xmlns:a16="http://schemas.microsoft.com/office/drawing/2014/main" id="{64E94CE8-38CA-5413-3267-F538A43A6CD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434" name="Group 11433">
                      <a:extLst>
                        <a:ext uri="{FF2B5EF4-FFF2-40B4-BE49-F238E27FC236}">
                          <a16:creationId xmlns:a16="http://schemas.microsoft.com/office/drawing/2014/main" id="{C6DEF19D-CEF0-C277-D27E-7B4FA3DA0623}"/>
                        </a:ext>
                      </a:extLst>
                    </p:cNvPr>
                    <p:cNvGrpSpPr/>
                    <p:nvPr/>
                  </p:nvGrpSpPr>
                  <p:grpSpPr>
                    <a:xfrm rot="7200000" flipH="1">
                      <a:off x="6434137" y="3977611"/>
                      <a:ext cx="303213" cy="303213"/>
                      <a:chOff x="5354637" y="3446463"/>
                      <a:chExt cx="214313" cy="214313"/>
                    </a:xfrm>
                  </p:grpSpPr>
                  <p:sp>
                    <p:nvSpPr>
                      <p:cNvPr id="11439" name="Arc 11438">
                        <a:extLst>
                          <a:ext uri="{FF2B5EF4-FFF2-40B4-BE49-F238E27FC236}">
                            <a16:creationId xmlns:a16="http://schemas.microsoft.com/office/drawing/2014/main" id="{0B0D3844-303C-529E-AF6C-AC4A2AC7658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440" name="Arc 11439">
                        <a:extLst>
                          <a:ext uri="{FF2B5EF4-FFF2-40B4-BE49-F238E27FC236}">
                            <a16:creationId xmlns:a16="http://schemas.microsoft.com/office/drawing/2014/main" id="{36BA9974-9D08-F85E-7763-1B48E14D329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435" name="Group 11434">
                      <a:extLst>
                        <a:ext uri="{FF2B5EF4-FFF2-40B4-BE49-F238E27FC236}">
                          <a16:creationId xmlns:a16="http://schemas.microsoft.com/office/drawing/2014/main" id="{75F0DA05-3C8D-18CB-E6EA-950F99DB09B4}"/>
                        </a:ext>
                      </a:extLst>
                    </p:cNvPr>
                    <p:cNvGrpSpPr/>
                    <p:nvPr/>
                  </p:nvGrpSpPr>
                  <p:grpSpPr>
                    <a:xfrm rot="14400000" flipH="1">
                      <a:off x="6389147" y="3932622"/>
                      <a:ext cx="393192" cy="393192"/>
                      <a:chOff x="5354637" y="3446463"/>
                      <a:chExt cx="214313" cy="214313"/>
                    </a:xfrm>
                  </p:grpSpPr>
                  <p:sp>
                    <p:nvSpPr>
                      <p:cNvPr id="11437" name="Arc 11436">
                        <a:extLst>
                          <a:ext uri="{FF2B5EF4-FFF2-40B4-BE49-F238E27FC236}">
                            <a16:creationId xmlns:a16="http://schemas.microsoft.com/office/drawing/2014/main" id="{C2EB98FA-F7AB-3F61-8345-DECD3ECD851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438" name="Arc 11437">
                        <a:extLst>
                          <a:ext uri="{FF2B5EF4-FFF2-40B4-BE49-F238E27FC236}">
                            <a16:creationId xmlns:a16="http://schemas.microsoft.com/office/drawing/2014/main" id="{762B94B5-4A51-87C9-768B-1E0088B5CBE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436" name="TextBox 11435">
                      <a:extLst>
                        <a:ext uri="{FF2B5EF4-FFF2-40B4-BE49-F238E27FC236}">
                          <a16:creationId xmlns:a16="http://schemas.microsoft.com/office/drawing/2014/main" id="{D6FD72A3-8C0F-2389-81EA-E40F73F2FAA5}"/>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382" name="Group 11381">
                  <a:extLst>
                    <a:ext uri="{FF2B5EF4-FFF2-40B4-BE49-F238E27FC236}">
                      <a16:creationId xmlns:a16="http://schemas.microsoft.com/office/drawing/2014/main" id="{0BBE15AC-CC4B-3E20-F49A-43A7DD21CF05}"/>
                    </a:ext>
                  </a:extLst>
                </p:cNvPr>
                <p:cNvGrpSpPr/>
                <p:nvPr/>
              </p:nvGrpSpPr>
              <p:grpSpPr>
                <a:xfrm>
                  <a:off x="6069086" y="3246228"/>
                  <a:ext cx="1019224" cy="991639"/>
                  <a:chOff x="5886431" y="3225768"/>
                  <a:chExt cx="1019224" cy="991639"/>
                </a:xfrm>
              </p:grpSpPr>
              <p:grpSp>
                <p:nvGrpSpPr>
                  <p:cNvPr id="11383" name="Group 11382">
                    <a:extLst>
                      <a:ext uri="{FF2B5EF4-FFF2-40B4-BE49-F238E27FC236}">
                        <a16:creationId xmlns:a16="http://schemas.microsoft.com/office/drawing/2014/main" id="{4F6780BF-7D19-D01F-DBFF-C1BA68B44D38}"/>
                      </a:ext>
                    </a:extLst>
                  </p:cNvPr>
                  <p:cNvGrpSpPr/>
                  <p:nvPr/>
                </p:nvGrpSpPr>
                <p:grpSpPr>
                  <a:xfrm>
                    <a:off x="6197413" y="3824215"/>
                    <a:ext cx="393192" cy="393192"/>
                    <a:chOff x="5265196" y="3357021"/>
                    <a:chExt cx="393192" cy="393192"/>
                  </a:xfrm>
                </p:grpSpPr>
                <p:grpSp>
                  <p:nvGrpSpPr>
                    <p:cNvPr id="11418" name="Group 11417">
                      <a:extLst>
                        <a:ext uri="{FF2B5EF4-FFF2-40B4-BE49-F238E27FC236}">
                          <a16:creationId xmlns:a16="http://schemas.microsoft.com/office/drawing/2014/main" id="{C42A402D-00D3-96C6-62D9-FBEDAA46707E}"/>
                        </a:ext>
                      </a:extLst>
                    </p:cNvPr>
                    <p:cNvGrpSpPr/>
                    <p:nvPr/>
                  </p:nvGrpSpPr>
                  <p:grpSpPr>
                    <a:xfrm rot="14400000">
                      <a:off x="5265196" y="3357021"/>
                      <a:ext cx="393192" cy="393192"/>
                      <a:chOff x="5354637" y="3446463"/>
                      <a:chExt cx="214313" cy="214313"/>
                    </a:xfrm>
                  </p:grpSpPr>
                  <p:sp>
                    <p:nvSpPr>
                      <p:cNvPr id="11427" name="Arc 11426">
                        <a:extLst>
                          <a:ext uri="{FF2B5EF4-FFF2-40B4-BE49-F238E27FC236}">
                            <a16:creationId xmlns:a16="http://schemas.microsoft.com/office/drawing/2014/main" id="{03A57FCB-BDE5-5E74-A746-613F5912E5A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428" name="Arc 11427">
                        <a:extLst>
                          <a:ext uri="{FF2B5EF4-FFF2-40B4-BE49-F238E27FC236}">
                            <a16:creationId xmlns:a16="http://schemas.microsoft.com/office/drawing/2014/main" id="{F0DFBB5D-C190-BD22-464A-89B4A426B23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419" name="Group 11418">
                      <a:extLst>
                        <a:ext uri="{FF2B5EF4-FFF2-40B4-BE49-F238E27FC236}">
                          <a16:creationId xmlns:a16="http://schemas.microsoft.com/office/drawing/2014/main" id="{E7511FB6-50F7-E5B2-F44E-8B9BB6D62493}"/>
                        </a:ext>
                      </a:extLst>
                    </p:cNvPr>
                    <p:cNvGrpSpPr/>
                    <p:nvPr/>
                  </p:nvGrpSpPr>
                  <p:grpSpPr>
                    <a:xfrm>
                      <a:off x="5310186" y="3402011"/>
                      <a:ext cx="303213" cy="303213"/>
                      <a:chOff x="5310186" y="3402011"/>
                      <a:chExt cx="303213" cy="303213"/>
                    </a:xfrm>
                  </p:grpSpPr>
                  <p:grpSp>
                    <p:nvGrpSpPr>
                      <p:cNvPr id="11420" name="Group 11419">
                        <a:extLst>
                          <a:ext uri="{FF2B5EF4-FFF2-40B4-BE49-F238E27FC236}">
                            <a16:creationId xmlns:a16="http://schemas.microsoft.com/office/drawing/2014/main" id="{04191D25-3D96-3F54-EEDD-F0F6E8D06A89}"/>
                          </a:ext>
                        </a:extLst>
                      </p:cNvPr>
                      <p:cNvGrpSpPr/>
                      <p:nvPr/>
                    </p:nvGrpSpPr>
                    <p:grpSpPr>
                      <a:xfrm>
                        <a:off x="5354636" y="3446461"/>
                        <a:ext cx="214313" cy="214313"/>
                        <a:chOff x="5354637" y="3446463"/>
                        <a:chExt cx="214313" cy="214313"/>
                      </a:xfrm>
                    </p:grpSpPr>
                    <p:sp>
                      <p:nvSpPr>
                        <p:cNvPr id="11425" name="Arc 11424">
                          <a:extLst>
                            <a:ext uri="{FF2B5EF4-FFF2-40B4-BE49-F238E27FC236}">
                              <a16:creationId xmlns:a16="http://schemas.microsoft.com/office/drawing/2014/main" id="{34AF43CF-A0B7-5EB0-5F34-CA34F8E7DF1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426" name="Arc 11425">
                          <a:extLst>
                            <a:ext uri="{FF2B5EF4-FFF2-40B4-BE49-F238E27FC236}">
                              <a16:creationId xmlns:a16="http://schemas.microsoft.com/office/drawing/2014/main" id="{B23517FC-DBBE-DA87-1840-5E652CCBC0A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421" name="Group 11420">
                        <a:extLst>
                          <a:ext uri="{FF2B5EF4-FFF2-40B4-BE49-F238E27FC236}">
                            <a16:creationId xmlns:a16="http://schemas.microsoft.com/office/drawing/2014/main" id="{583A633B-AEE4-47E3-329B-4D9B64CEFC76}"/>
                          </a:ext>
                        </a:extLst>
                      </p:cNvPr>
                      <p:cNvGrpSpPr/>
                      <p:nvPr/>
                    </p:nvGrpSpPr>
                    <p:grpSpPr>
                      <a:xfrm rot="7200000">
                        <a:off x="5310186" y="3402011"/>
                        <a:ext cx="303213" cy="303213"/>
                        <a:chOff x="5354637" y="3446463"/>
                        <a:chExt cx="214313" cy="214313"/>
                      </a:xfrm>
                    </p:grpSpPr>
                    <p:sp>
                      <p:nvSpPr>
                        <p:cNvPr id="11423" name="Arc 11422">
                          <a:extLst>
                            <a:ext uri="{FF2B5EF4-FFF2-40B4-BE49-F238E27FC236}">
                              <a16:creationId xmlns:a16="http://schemas.microsoft.com/office/drawing/2014/main" id="{E856D807-A9F2-159F-90C4-F5A16311755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424" name="Arc 11423">
                          <a:extLst>
                            <a:ext uri="{FF2B5EF4-FFF2-40B4-BE49-F238E27FC236}">
                              <a16:creationId xmlns:a16="http://schemas.microsoft.com/office/drawing/2014/main" id="{B20675D1-CCBB-527C-E48F-F42D60E03B7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422" name="TextBox 11421">
                        <a:extLst>
                          <a:ext uri="{FF2B5EF4-FFF2-40B4-BE49-F238E27FC236}">
                            <a16:creationId xmlns:a16="http://schemas.microsoft.com/office/drawing/2014/main" id="{B36F2741-0DA4-E01F-7461-0F82C7E6E48C}"/>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384" name="Group 11383">
                    <a:extLst>
                      <a:ext uri="{FF2B5EF4-FFF2-40B4-BE49-F238E27FC236}">
                        <a16:creationId xmlns:a16="http://schemas.microsoft.com/office/drawing/2014/main" id="{6AF30BFC-51FA-A96D-05DF-5A11DB28A3C9}"/>
                      </a:ext>
                    </a:extLst>
                  </p:cNvPr>
                  <p:cNvGrpSpPr/>
                  <p:nvPr/>
                </p:nvGrpSpPr>
                <p:grpSpPr>
                  <a:xfrm>
                    <a:off x="5886431" y="3525040"/>
                    <a:ext cx="393192" cy="393192"/>
                    <a:chOff x="5265196" y="3932619"/>
                    <a:chExt cx="393192" cy="393192"/>
                  </a:xfrm>
                </p:grpSpPr>
                <p:grpSp>
                  <p:nvGrpSpPr>
                    <p:cNvPr id="11408" name="Group 11407">
                      <a:extLst>
                        <a:ext uri="{FF2B5EF4-FFF2-40B4-BE49-F238E27FC236}">
                          <a16:creationId xmlns:a16="http://schemas.microsoft.com/office/drawing/2014/main" id="{BAFBEF83-4B20-5A2C-7330-EC17B52EAE12}"/>
                        </a:ext>
                      </a:extLst>
                    </p:cNvPr>
                    <p:cNvGrpSpPr/>
                    <p:nvPr/>
                  </p:nvGrpSpPr>
                  <p:grpSpPr>
                    <a:xfrm>
                      <a:off x="5354636" y="4022061"/>
                      <a:ext cx="214313" cy="214313"/>
                      <a:chOff x="5354637" y="3446463"/>
                      <a:chExt cx="214313" cy="214313"/>
                    </a:xfrm>
                  </p:grpSpPr>
                  <p:sp>
                    <p:nvSpPr>
                      <p:cNvPr id="11416" name="Arc 11415">
                        <a:extLst>
                          <a:ext uri="{FF2B5EF4-FFF2-40B4-BE49-F238E27FC236}">
                            <a16:creationId xmlns:a16="http://schemas.microsoft.com/office/drawing/2014/main" id="{05FEA63E-A3D6-80B5-25BD-CAFE4505D5F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417" name="Arc 11416">
                        <a:extLst>
                          <a:ext uri="{FF2B5EF4-FFF2-40B4-BE49-F238E27FC236}">
                            <a16:creationId xmlns:a16="http://schemas.microsoft.com/office/drawing/2014/main" id="{18C5409A-73F6-F373-199F-B4B4DD60726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409" name="Group 11408">
                      <a:extLst>
                        <a:ext uri="{FF2B5EF4-FFF2-40B4-BE49-F238E27FC236}">
                          <a16:creationId xmlns:a16="http://schemas.microsoft.com/office/drawing/2014/main" id="{48AF0260-FE71-E4CB-8CDC-A5FCD48D77B3}"/>
                        </a:ext>
                      </a:extLst>
                    </p:cNvPr>
                    <p:cNvGrpSpPr/>
                    <p:nvPr/>
                  </p:nvGrpSpPr>
                  <p:grpSpPr>
                    <a:xfrm rot="14400000">
                      <a:off x="5310186" y="3977611"/>
                      <a:ext cx="303213" cy="303213"/>
                      <a:chOff x="5354637" y="3446463"/>
                      <a:chExt cx="214313" cy="214313"/>
                    </a:xfrm>
                  </p:grpSpPr>
                  <p:sp>
                    <p:nvSpPr>
                      <p:cNvPr id="11414" name="Arc 11413">
                        <a:extLst>
                          <a:ext uri="{FF2B5EF4-FFF2-40B4-BE49-F238E27FC236}">
                            <a16:creationId xmlns:a16="http://schemas.microsoft.com/office/drawing/2014/main" id="{07C41A19-7584-1AFC-BE06-11528F1A1D8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415" name="Arc 11414">
                        <a:extLst>
                          <a:ext uri="{FF2B5EF4-FFF2-40B4-BE49-F238E27FC236}">
                            <a16:creationId xmlns:a16="http://schemas.microsoft.com/office/drawing/2014/main" id="{D472AA68-F34E-6D92-7FF0-6447C1C7E97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410" name="Group 11409">
                      <a:extLst>
                        <a:ext uri="{FF2B5EF4-FFF2-40B4-BE49-F238E27FC236}">
                          <a16:creationId xmlns:a16="http://schemas.microsoft.com/office/drawing/2014/main" id="{6831B626-58A9-6B6B-CFCB-5028B0448B8C}"/>
                        </a:ext>
                      </a:extLst>
                    </p:cNvPr>
                    <p:cNvGrpSpPr/>
                    <p:nvPr/>
                  </p:nvGrpSpPr>
                  <p:grpSpPr>
                    <a:xfrm rot="7200000">
                      <a:off x="5265196" y="3932619"/>
                      <a:ext cx="393192" cy="393192"/>
                      <a:chOff x="5354637" y="3446463"/>
                      <a:chExt cx="214313" cy="214313"/>
                    </a:xfrm>
                  </p:grpSpPr>
                  <p:sp>
                    <p:nvSpPr>
                      <p:cNvPr id="11412" name="Arc 11411">
                        <a:extLst>
                          <a:ext uri="{FF2B5EF4-FFF2-40B4-BE49-F238E27FC236}">
                            <a16:creationId xmlns:a16="http://schemas.microsoft.com/office/drawing/2014/main" id="{44CCD4A8-6C42-9A7E-D835-9EFD881C618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413" name="Arc 11412">
                        <a:extLst>
                          <a:ext uri="{FF2B5EF4-FFF2-40B4-BE49-F238E27FC236}">
                            <a16:creationId xmlns:a16="http://schemas.microsoft.com/office/drawing/2014/main" id="{3ADCF085-DAA7-76D7-87DA-8A636F0C244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411" name="TextBox 11410">
                      <a:extLst>
                        <a:ext uri="{FF2B5EF4-FFF2-40B4-BE49-F238E27FC236}">
                          <a16:creationId xmlns:a16="http://schemas.microsoft.com/office/drawing/2014/main" id="{F559F655-724E-BC10-0BE7-B5C58C7FBC2B}"/>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1385" name="Group 11384">
                    <a:extLst>
                      <a:ext uri="{FF2B5EF4-FFF2-40B4-BE49-F238E27FC236}">
                        <a16:creationId xmlns:a16="http://schemas.microsoft.com/office/drawing/2014/main" id="{B5D4059C-E78B-038C-6C98-7935B093A0F4}"/>
                      </a:ext>
                    </a:extLst>
                  </p:cNvPr>
                  <p:cNvGrpSpPr/>
                  <p:nvPr/>
                </p:nvGrpSpPr>
                <p:grpSpPr>
                  <a:xfrm>
                    <a:off x="6512463" y="3525040"/>
                    <a:ext cx="393192" cy="393192"/>
                    <a:chOff x="6389147" y="3357021"/>
                    <a:chExt cx="393192" cy="393192"/>
                  </a:xfrm>
                </p:grpSpPr>
                <p:grpSp>
                  <p:nvGrpSpPr>
                    <p:cNvPr id="11397" name="Group 11396">
                      <a:extLst>
                        <a:ext uri="{FF2B5EF4-FFF2-40B4-BE49-F238E27FC236}">
                          <a16:creationId xmlns:a16="http://schemas.microsoft.com/office/drawing/2014/main" id="{00891F15-9491-374B-6A4E-E2D455271CB1}"/>
                        </a:ext>
                      </a:extLst>
                    </p:cNvPr>
                    <p:cNvGrpSpPr/>
                    <p:nvPr/>
                  </p:nvGrpSpPr>
                  <p:grpSpPr>
                    <a:xfrm rot="7200000" flipH="1">
                      <a:off x="6389147" y="3357021"/>
                      <a:ext cx="393192" cy="393192"/>
                      <a:chOff x="5354637" y="3446463"/>
                      <a:chExt cx="214313" cy="214313"/>
                    </a:xfrm>
                  </p:grpSpPr>
                  <p:sp>
                    <p:nvSpPr>
                      <p:cNvPr id="11406" name="Arc 11405">
                        <a:extLst>
                          <a:ext uri="{FF2B5EF4-FFF2-40B4-BE49-F238E27FC236}">
                            <a16:creationId xmlns:a16="http://schemas.microsoft.com/office/drawing/2014/main" id="{2562E6F0-0A5B-F1A6-FCE0-DDDB6EC9990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407" name="Arc 11406">
                        <a:extLst>
                          <a:ext uri="{FF2B5EF4-FFF2-40B4-BE49-F238E27FC236}">
                            <a16:creationId xmlns:a16="http://schemas.microsoft.com/office/drawing/2014/main" id="{B5FC5F23-C9F3-1C72-C77A-687572F8F3A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398" name="Group 11397">
                      <a:extLst>
                        <a:ext uri="{FF2B5EF4-FFF2-40B4-BE49-F238E27FC236}">
                          <a16:creationId xmlns:a16="http://schemas.microsoft.com/office/drawing/2014/main" id="{ABFD59C7-7812-76ED-255E-EAC7CAA03822}"/>
                        </a:ext>
                      </a:extLst>
                    </p:cNvPr>
                    <p:cNvGrpSpPr/>
                    <p:nvPr/>
                  </p:nvGrpSpPr>
                  <p:grpSpPr>
                    <a:xfrm>
                      <a:off x="6434137" y="3402011"/>
                      <a:ext cx="303213" cy="303213"/>
                      <a:chOff x="6434137" y="3402011"/>
                      <a:chExt cx="303213" cy="303213"/>
                    </a:xfrm>
                  </p:grpSpPr>
                  <p:grpSp>
                    <p:nvGrpSpPr>
                      <p:cNvPr id="11399" name="Group 11398">
                        <a:extLst>
                          <a:ext uri="{FF2B5EF4-FFF2-40B4-BE49-F238E27FC236}">
                            <a16:creationId xmlns:a16="http://schemas.microsoft.com/office/drawing/2014/main" id="{94BA6F83-37DB-D15F-D06B-4298C0B2EDF8}"/>
                          </a:ext>
                        </a:extLst>
                      </p:cNvPr>
                      <p:cNvGrpSpPr/>
                      <p:nvPr/>
                    </p:nvGrpSpPr>
                    <p:grpSpPr>
                      <a:xfrm flipH="1">
                        <a:off x="6478587" y="3446461"/>
                        <a:ext cx="214313" cy="214313"/>
                        <a:chOff x="5354637" y="3446463"/>
                        <a:chExt cx="214313" cy="214313"/>
                      </a:xfrm>
                    </p:grpSpPr>
                    <p:sp>
                      <p:nvSpPr>
                        <p:cNvPr id="11404" name="Arc 11403">
                          <a:extLst>
                            <a:ext uri="{FF2B5EF4-FFF2-40B4-BE49-F238E27FC236}">
                              <a16:creationId xmlns:a16="http://schemas.microsoft.com/office/drawing/2014/main" id="{58493953-B768-FB47-A77E-C6C08658C70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405" name="Arc 11404">
                          <a:extLst>
                            <a:ext uri="{FF2B5EF4-FFF2-40B4-BE49-F238E27FC236}">
                              <a16:creationId xmlns:a16="http://schemas.microsoft.com/office/drawing/2014/main" id="{180FA491-31FB-8571-394B-44E2B892260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400" name="Group 11399">
                        <a:extLst>
                          <a:ext uri="{FF2B5EF4-FFF2-40B4-BE49-F238E27FC236}">
                            <a16:creationId xmlns:a16="http://schemas.microsoft.com/office/drawing/2014/main" id="{C5CCB8CC-B468-9CC6-DFC8-6090CD54E352}"/>
                          </a:ext>
                        </a:extLst>
                      </p:cNvPr>
                      <p:cNvGrpSpPr/>
                      <p:nvPr/>
                    </p:nvGrpSpPr>
                    <p:grpSpPr>
                      <a:xfrm rot="14400000" flipH="1">
                        <a:off x="6434137" y="3402011"/>
                        <a:ext cx="303213" cy="303213"/>
                        <a:chOff x="5354637" y="3446463"/>
                        <a:chExt cx="214313" cy="214313"/>
                      </a:xfrm>
                    </p:grpSpPr>
                    <p:sp>
                      <p:nvSpPr>
                        <p:cNvPr id="11402" name="Arc 11401">
                          <a:extLst>
                            <a:ext uri="{FF2B5EF4-FFF2-40B4-BE49-F238E27FC236}">
                              <a16:creationId xmlns:a16="http://schemas.microsoft.com/office/drawing/2014/main" id="{B827E036-76B8-D2BE-2BFF-7C802186B2F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403" name="Arc 11402">
                          <a:extLst>
                            <a:ext uri="{FF2B5EF4-FFF2-40B4-BE49-F238E27FC236}">
                              <a16:creationId xmlns:a16="http://schemas.microsoft.com/office/drawing/2014/main" id="{83B5220A-FB20-604D-9083-5CC6488586E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401" name="TextBox 11400">
                        <a:extLst>
                          <a:ext uri="{FF2B5EF4-FFF2-40B4-BE49-F238E27FC236}">
                            <a16:creationId xmlns:a16="http://schemas.microsoft.com/office/drawing/2014/main" id="{2355B047-2D0C-18B5-1374-02D3E74A09F1}"/>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386" name="Group 11385">
                    <a:extLst>
                      <a:ext uri="{FF2B5EF4-FFF2-40B4-BE49-F238E27FC236}">
                        <a16:creationId xmlns:a16="http://schemas.microsoft.com/office/drawing/2014/main" id="{6423D3CC-135A-FD9E-918D-96188BE03087}"/>
                      </a:ext>
                    </a:extLst>
                  </p:cNvPr>
                  <p:cNvGrpSpPr/>
                  <p:nvPr/>
                </p:nvGrpSpPr>
                <p:grpSpPr>
                  <a:xfrm>
                    <a:off x="6197413" y="3225768"/>
                    <a:ext cx="393192" cy="393192"/>
                    <a:chOff x="6389147" y="3932622"/>
                    <a:chExt cx="393192" cy="393192"/>
                  </a:xfrm>
                </p:grpSpPr>
                <p:grpSp>
                  <p:nvGrpSpPr>
                    <p:cNvPr id="11387" name="Group 11386">
                      <a:extLst>
                        <a:ext uri="{FF2B5EF4-FFF2-40B4-BE49-F238E27FC236}">
                          <a16:creationId xmlns:a16="http://schemas.microsoft.com/office/drawing/2014/main" id="{1850E216-3769-49F4-A624-D8C719844E7A}"/>
                        </a:ext>
                      </a:extLst>
                    </p:cNvPr>
                    <p:cNvGrpSpPr/>
                    <p:nvPr/>
                  </p:nvGrpSpPr>
                  <p:grpSpPr>
                    <a:xfrm flipH="1">
                      <a:off x="6478587" y="4022061"/>
                      <a:ext cx="214313" cy="214313"/>
                      <a:chOff x="5354637" y="3446463"/>
                      <a:chExt cx="214313" cy="214313"/>
                    </a:xfrm>
                  </p:grpSpPr>
                  <p:sp>
                    <p:nvSpPr>
                      <p:cNvPr id="11395" name="Arc 11394">
                        <a:extLst>
                          <a:ext uri="{FF2B5EF4-FFF2-40B4-BE49-F238E27FC236}">
                            <a16:creationId xmlns:a16="http://schemas.microsoft.com/office/drawing/2014/main" id="{9A32D67C-27F6-1A22-AF90-FC9E8417CE0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396" name="Arc 11395">
                        <a:extLst>
                          <a:ext uri="{FF2B5EF4-FFF2-40B4-BE49-F238E27FC236}">
                            <a16:creationId xmlns:a16="http://schemas.microsoft.com/office/drawing/2014/main" id="{40DDD268-FB72-B502-730F-20221E672DE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388" name="Group 11387">
                      <a:extLst>
                        <a:ext uri="{FF2B5EF4-FFF2-40B4-BE49-F238E27FC236}">
                          <a16:creationId xmlns:a16="http://schemas.microsoft.com/office/drawing/2014/main" id="{AB94D131-1C09-1518-D6C2-125FC277D994}"/>
                        </a:ext>
                      </a:extLst>
                    </p:cNvPr>
                    <p:cNvGrpSpPr/>
                    <p:nvPr/>
                  </p:nvGrpSpPr>
                  <p:grpSpPr>
                    <a:xfrm rot="7200000" flipH="1">
                      <a:off x="6434137" y="3977611"/>
                      <a:ext cx="303213" cy="303213"/>
                      <a:chOff x="5354637" y="3446463"/>
                      <a:chExt cx="214313" cy="214313"/>
                    </a:xfrm>
                  </p:grpSpPr>
                  <p:sp>
                    <p:nvSpPr>
                      <p:cNvPr id="11393" name="Arc 11392">
                        <a:extLst>
                          <a:ext uri="{FF2B5EF4-FFF2-40B4-BE49-F238E27FC236}">
                            <a16:creationId xmlns:a16="http://schemas.microsoft.com/office/drawing/2014/main" id="{2C35DCB1-5B8F-EC20-757D-A634B7033D4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394" name="Arc 11393">
                        <a:extLst>
                          <a:ext uri="{FF2B5EF4-FFF2-40B4-BE49-F238E27FC236}">
                            <a16:creationId xmlns:a16="http://schemas.microsoft.com/office/drawing/2014/main" id="{9515ED4E-7868-3EA8-FB4E-B3C04552537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389" name="Group 11388">
                      <a:extLst>
                        <a:ext uri="{FF2B5EF4-FFF2-40B4-BE49-F238E27FC236}">
                          <a16:creationId xmlns:a16="http://schemas.microsoft.com/office/drawing/2014/main" id="{AA44CDEB-A630-6526-4EB0-4BEDF9D5BCB4}"/>
                        </a:ext>
                      </a:extLst>
                    </p:cNvPr>
                    <p:cNvGrpSpPr/>
                    <p:nvPr/>
                  </p:nvGrpSpPr>
                  <p:grpSpPr>
                    <a:xfrm rot="14400000" flipH="1">
                      <a:off x="6389147" y="3932622"/>
                      <a:ext cx="393192" cy="393192"/>
                      <a:chOff x="5354637" y="3446463"/>
                      <a:chExt cx="214313" cy="214313"/>
                    </a:xfrm>
                  </p:grpSpPr>
                  <p:sp>
                    <p:nvSpPr>
                      <p:cNvPr id="11391" name="Arc 11390">
                        <a:extLst>
                          <a:ext uri="{FF2B5EF4-FFF2-40B4-BE49-F238E27FC236}">
                            <a16:creationId xmlns:a16="http://schemas.microsoft.com/office/drawing/2014/main" id="{E1EEE681-617A-0205-AE23-4F6F2E8A312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392" name="Arc 11391">
                        <a:extLst>
                          <a:ext uri="{FF2B5EF4-FFF2-40B4-BE49-F238E27FC236}">
                            <a16:creationId xmlns:a16="http://schemas.microsoft.com/office/drawing/2014/main" id="{C2CF3D82-EA7D-FE1C-AE52-EDACB50D3A2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390" name="TextBox 11389">
                      <a:extLst>
                        <a:ext uri="{FF2B5EF4-FFF2-40B4-BE49-F238E27FC236}">
                          <a16:creationId xmlns:a16="http://schemas.microsoft.com/office/drawing/2014/main" id="{EEB6ABBA-173A-581E-2557-B029CB34D235}"/>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1286" name="Group 11285">
                <a:extLst>
                  <a:ext uri="{FF2B5EF4-FFF2-40B4-BE49-F238E27FC236}">
                    <a16:creationId xmlns:a16="http://schemas.microsoft.com/office/drawing/2014/main" id="{F9FD4E69-52C7-4E0F-12D1-ED8C89AEB998}"/>
                  </a:ext>
                </a:extLst>
              </p:cNvPr>
              <p:cNvGrpSpPr/>
              <p:nvPr/>
            </p:nvGrpSpPr>
            <p:grpSpPr>
              <a:xfrm>
                <a:off x="6065340" y="2039507"/>
                <a:ext cx="1643204" cy="1593124"/>
                <a:chOff x="5445106" y="2644743"/>
                <a:chExt cx="1643204" cy="1593124"/>
              </a:xfrm>
            </p:grpSpPr>
            <p:grpSp>
              <p:nvGrpSpPr>
                <p:cNvPr id="11287" name="Group 11286">
                  <a:extLst>
                    <a:ext uri="{FF2B5EF4-FFF2-40B4-BE49-F238E27FC236}">
                      <a16:creationId xmlns:a16="http://schemas.microsoft.com/office/drawing/2014/main" id="{F884CF46-89FB-9FA4-53FD-5858D7E6FD64}"/>
                    </a:ext>
                  </a:extLst>
                </p:cNvPr>
                <p:cNvGrpSpPr/>
                <p:nvPr/>
              </p:nvGrpSpPr>
              <p:grpSpPr>
                <a:xfrm>
                  <a:off x="5445106" y="2644743"/>
                  <a:ext cx="1019224" cy="991639"/>
                  <a:chOff x="5886431" y="3225768"/>
                  <a:chExt cx="1019224" cy="991639"/>
                </a:xfrm>
              </p:grpSpPr>
              <p:grpSp>
                <p:nvGrpSpPr>
                  <p:cNvPr id="11335" name="Group 11334">
                    <a:extLst>
                      <a:ext uri="{FF2B5EF4-FFF2-40B4-BE49-F238E27FC236}">
                        <a16:creationId xmlns:a16="http://schemas.microsoft.com/office/drawing/2014/main" id="{D17616D9-7307-22AB-B37D-BB0BA37B5A02}"/>
                      </a:ext>
                    </a:extLst>
                  </p:cNvPr>
                  <p:cNvGrpSpPr/>
                  <p:nvPr/>
                </p:nvGrpSpPr>
                <p:grpSpPr>
                  <a:xfrm>
                    <a:off x="6197413" y="3824215"/>
                    <a:ext cx="393192" cy="393192"/>
                    <a:chOff x="5265196" y="3357021"/>
                    <a:chExt cx="393192" cy="393192"/>
                  </a:xfrm>
                </p:grpSpPr>
                <p:grpSp>
                  <p:nvGrpSpPr>
                    <p:cNvPr id="11370" name="Group 11369">
                      <a:extLst>
                        <a:ext uri="{FF2B5EF4-FFF2-40B4-BE49-F238E27FC236}">
                          <a16:creationId xmlns:a16="http://schemas.microsoft.com/office/drawing/2014/main" id="{DE08096C-C1EC-3A1D-C1AD-D5FA441505D8}"/>
                        </a:ext>
                      </a:extLst>
                    </p:cNvPr>
                    <p:cNvGrpSpPr/>
                    <p:nvPr/>
                  </p:nvGrpSpPr>
                  <p:grpSpPr>
                    <a:xfrm rot="14400000">
                      <a:off x="5265196" y="3357021"/>
                      <a:ext cx="393192" cy="393192"/>
                      <a:chOff x="5354637" y="3446463"/>
                      <a:chExt cx="214313" cy="214313"/>
                    </a:xfrm>
                  </p:grpSpPr>
                  <p:sp>
                    <p:nvSpPr>
                      <p:cNvPr id="11379" name="Arc 11378">
                        <a:extLst>
                          <a:ext uri="{FF2B5EF4-FFF2-40B4-BE49-F238E27FC236}">
                            <a16:creationId xmlns:a16="http://schemas.microsoft.com/office/drawing/2014/main" id="{E0A44E39-FBE0-65BB-5BBC-B5B1A1ACDC3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380" name="Arc 11379">
                        <a:extLst>
                          <a:ext uri="{FF2B5EF4-FFF2-40B4-BE49-F238E27FC236}">
                            <a16:creationId xmlns:a16="http://schemas.microsoft.com/office/drawing/2014/main" id="{77D83D78-24F3-4E74-850F-024FB050DAD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371" name="Group 11370">
                      <a:extLst>
                        <a:ext uri="{FF2B5EF4-FFF2-40B4-BE49-F238E27FC236}">
                          <a16:creationId xmlns:a16="http://schemas.microsoft.com/office/drawing/2014/main" id="{97E39AC4-319E-BD7D-ACAB-0B67A47C455D}"/>
                        </a:ext>
                      </a:extLst>
                    </p:cNvPr>
                    <p:cNvGrpSpPr/>
                    <p:nvPr/>
                  </p:nvGrpSpPr>
                  <p:grpSpPr>
                    <a:xfrm>
                      <a:off x="5310186" y="3402011"/>
                      <a:ext cx="303213" cy="303213"/>
                      <a:chOff x="5310186" y="3402011"/>
                      <a:chExt cx="303213" cy="303213"/>
                    </a:xfrm>
                  </p:grpSpPr>
                  <p:grpSp>
                    <p:nvGrpSpPr>
                      <p:cNvPr id="11372" name="Group 11371">
                        <a:extLst>
                          <a:ext uri="{FF2B5EF4-FFF2-40B4-BE49-F238E27FC236}">
                            <a16:creationId xmlns:a16="http://schemas.microsoft.com/office/drawing/2014/main" id="{91DDB35C-08AB-6C15-3A2E-D21F4F91AF7B}"/>
                          </a:ext>
                        </a:extLst>
                      </p:cNvPr>
                      <p:cNvGrpSpPr/>
                      <p:nvPr/>
                    </p:nvGrpSpPr>
                    <p:grpSpPr>
                      <a:xfrm>
                        <a:off x="5354636" y="3446461"/>
                        <a:ext cx="214313" cy="214313"/>
                        <a:chOff x="5354637" y="3446463"/>
                        <a:chExt cx="214313" cy="214313"/>
                      </a:xfrm>
                    </p:grpSpPr>
                    <p:sp>
                      <p:nvSpPr>
                        <p:cNvPr id="11377" name="Arc 11376">
                          <a:extLst>
                            <a:ext uri="{FF2B5EF4-FFF2-40B4-BE49-F238E27FC236}">
                              <a16:creationId xmlns:a16="http://schemas.microsoft.com/office/drawing/2014/main" id="{DB439A30-CE56-E876-01E4-27FE29AFB6B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378" name="Arc 11377">
                          <a:extLst>
                            <a:ext uri="{FF2B5EF4-FFF2-40B4-BE49-F238E27FC236}">
                              <a16:creationId xmlns:a16="http://schemas.microsoft.com/office/drawing/2014/main" id="{1A0202AC-AEA3-7FCC-5482-5440C285891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373" name="Group 11372">
                        <a:extLst>
                          <a:ext uri="{FF2B5EF4-FFF2-40B4-BE49-F238E27FC236}">
                            <a16:creationId xmlns:a16="http://schemas.microsoft.com/office/drawing/2014/main" id="{6493E520-B22E-33F5-0247-08D7F6BE9365}"/>
                          </a:ext>
                        </a:extLst>
                      </p:cNvPr>
                      <p:cNvGrpSpPr/>
                      <p:nvPr/>
                    </p:nvGrpSpPr>
                    <p:grpSpPr>
                      <a:xfrm rot="7200000">
                        <a:off x="5310186" y="3402011"/>
                        <a:ext cx="303213" cy="303213"/>
                        <a:chOff x="5354637" y="3446463"/>
                        <a:chExt cx="214313" cy="214313"/>
                      </a:xfrm>
                    </p:grpSpPr>
                    <p:sp>
                      <p:nvSpPr>
                        <p:cNvPr id="11375" name="Arc 11374">
                          <a:extLst>
                            <a:ext uri="{FF2B5EF4-FFF2-40B4-BE49-F238E27FC236}">
                              <a16:creationId xmlns:a16="http://schemas.microsoft.com/office/drawing/2014/main" id="{FED37303-5F65-26DC-9376-52D7F164D63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376" name="Arc 11375">
                          <a:extLst>
                            <a:ext uri="{FF2B5EF4-FFF2-40B4-BE49-F238E27FC236}">
                              <a16:creationId xmlns:a16="http://schemas.microsoft.com/office/drawing/2014/main" id="{27497C5B-C6E5-36F0-C080-7A9966DEB36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374" name="TextBox 11373">
                        <a:extLst>
                          <a:ext uri="{FF2B5EF4-FFF2-40B4-BE49-F238E27FC236}">
                            <a16:creationId xmlns:a16="http://schemas.microsoft.com/office/drawing/2014/main" id="{A25A52DA-6351-0190-693B-4D84C438D56F}"/>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336" name="Group 11335">
                    <a:extLst>
                      <a:ext uri="{FF2B5EF4-FFF2-40B4-BE49-F238E27FC236}">
                        <a16:creationId xmlns:a16="http://schemas.microsoft.com/office/drawing/2014/main" id="{B447A3E6-FA8A-324D-CF53-571DD78D7D79}"/>
                      </a:ext>
                    </a:extLst>
                  </p:cNvPr>
                  <p:cNvGrpSpPr/>
                  <p:nvPr/>
                </p:nvGrpSpPr>
                <p:grpSpPr>
                  <a:xfrm>
                    <a:off x="5886431" y="3525040"/>
                    <a:ext cx="393192" cy="393192"/>
                    <a:chOff x="5265196" y="3932619"/>
                    <a:chExt cx="393192" cy="393192"/>
                  </a:xfrm>
                </p:grpSpPr>
                <p:grpSp>
                  <p:nvGrpSpPr>
                    <p:cNvPr id="11360" name="Group 11359">
                      <a:extLst>
                        <a:ext uri="{FF2B5EF4-FFF2-40B4-BE49-F238E27FC236}">
                          <a16:creationId xmlns:a16="http://schemas.microsoft.com/office/drawing/2014/main" id="{DC118C65-47DF-CDEA-26E7-3B49F791F656}"/>
                        </a:ext>
                      </a:extLst>
                    </p:cNvPr>
                    <p:cNvGrpSpPr/>
                    <p:nvPr/>
                  </p:nvGrpSpPr>
                  <p:grpSpPr>
                    <a:xfrm>
                      <a:off x="5354636" y="4022061"/>
                      <a:ext cx="214313" cy="214313"/>
                      <a:chOff x="5354637" y="3446463"/>
                      <a:chExt cx="214313" cy="214313"/>
                    </a:xfrm>
                  </p:grpSpPr>
                  <p:sp>
                    <p:nvSpPr>
                      <p:cNvPr id="11368" name="Arc 11367">
                        <a:extLst>
                          <a:ext uri="{FF2B5EF4-FFF2-40B4-BE49-F238E27FC236}">
                            <a16:creationId xmlns:a16="http://schemas.microsoft.com/office/drawing/2014/main" id="{19DF36A2-35EF-DCA9-0EE3-2056EB921A8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369" name="Arc 11368">
                        <a:extLst>
                          <a:ext uri="{FF2B5EF4-FFF2-40B4-BE49-F238E27FC236}">
                            <a16:creationId xmlns:a16="http://schemas.microsoft.com/office/drawing/2014/main" id="{D5F1FBCC-9D95-A832-FD4C-14696D9B0DC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361" name="Group 11360">
                      <a:extLst>
                        <a:ext uri="{FF2B5EF4-FFF2-40B4-BE49-F238E27FC236}">
                          <a16:creationId xmlns:a16="http://schemas.microsoft.com/office/drawing/2014/main" id="{470F3416-CD55-F8BA-8BE7-C65FF83D31F2}"/>
                        </a:ext>
                      </a:extLst>
                    </p:cNvPr>
                    <p:cNvGrpSpPr/>
                    <p:nvPr/>
                  </p:nvGrpSpPr>
                  <p:grpSpPr>
                    <a:xfrm rot="14400000">
                      <a:off x="5310186" y="3977611"/>
                      <a:ext cx="303213" cy="303213"/>
                      <a:chOff x="5354637" y="3446463"/>
                      <a:chExt cx="214313" cy="214313"/>
                    </a:xfrm>
                  </p:grpSpPr>
                  <p:sp>
                    <p:nvSpPr>
                      <p:cNvPr id="11366" name="Arc 11365">
                        <a:extLst>
                          <a:ext uri="{FF2B5EF4-FFF2-40B4-BE49-F238E27FC236}">
                            <a16:creationId xmlns:a16="http://schemas.microsoft.com/office/drawing/2014/main" id="{00FCCB91-DD12-26D7-8318-27C62FEAAD4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367" name="Arc 11366">
                        <a:extLst>
                          <a:ext uri="{FF2B5EF4-FFF2-40B4-BE49-F238E27FC236}">
                            <a16:creationId xmlns:a16="http://schemas.microsoft.com/office/drawing/2014/main" id="{EFA3F3F7-047B-00C4-E8B7-CD1710130F0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362" name="Group 11361">
                      <a:extLst>
                        <a:ext uri="{FF2B5EF4-FFF2-40B4-BE49-F238E27FC236}">
                          <a16:creationId xmlns:a16="http://schemas.microsoft.com/office/drawing/2014/main" id="{7D2D626E-ADE2-BDC6-B5C4-0DC4F6AB6DF3}"/>
                        </a:ext>
                      </a:extLst>
                    </p:cNvPr>
                    <p:cNvGrpSpPr/>
                    <p:nvPr/>
                  </p:nvGrpSpPr>
                  <p:grpSpPr>
                    <a:xfrm rot="7200000">
                      <a:off x="5265196" y="3932619"/>
                      <a:ext cx="393192" cy="393192"/>
                      <a:chOff x="5354637" y="3446463"/>
                      <a:chExt cx="214313" cy="214313"/>
                    </a:xfrm>
                  </p:grpSpPr>
                  <p:sp>
                    <p:nvSpPr>
                      <p:cNvPr id="11364" name="Arc 11363">
                        <a:extLst>
                          <a:ext uri="{FF2B5EF4-FFF2-40B4-BE49-F238E27FC236}">
                            <a16:creationId xmlns:a16="http://schemas.microsoft.com/office/drawing/2014/main" id="{A069A994-72EA-38EC-5830-DF60C64848E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365" name="Arc 11364">
                        <a:extLst>
                          <a:ext uri="{FF2B5EF4-FFF2-40B4-BE49-F238E27FC236}">
                            <a16:creationId xmlns:a16="http://schemas.microsoft.com/office/drawing/2014/main" id="{6AA54B88-21D5-A126-5C8A-3A28DE28339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363" name="TextBox 11362">
                      <a:extLst>
                        <a:ext uri="{FF2B5EF4-FFF2-40B4-BE49-F238E27FC236}">
                          <a16:creationId xmlns:a16="http://schemas.microsoft.com/office/drawing/2014/main" id="{76156DFF-7485-7527-C9FD-E5887994F772}"/>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1337" name="Group 11336">
                    <a:extLst>
                      <a:ext uri="{FF2B5EF4-FFF2-40B4-BE49-F238E27FC236}">
                        <a16:creationId xmlns:a16="http://schemas.microsoft.com/office/drawing/2014/main" id="{F993163D-A4F2-BF94-752F-211A4DBC571E}"/>
                      </a:ext>
                    </a:extLst>
                  </p:cNvPr>
                  <p:cNvGrpSpPr/>
                  <p:nvPr/>
                </p:nvGrpSpPr>
                <p:grpSpPr>
                  <a:xfrm>
                    <a:off x="6512463" y="3525040"/>
                    <a:ext cx="393192" cy="393192"/>
                    <a:chOff x="6389147" y="3357021"/>
                    <a:chExt cx="393192" cy="393192"/>
                  </a:xfrm>
                </p:grpSpPr>
                <p:grpSp>
                  <p:nvGrpSpPr>
                    <p:cNvPr id="11349" name="Group 11348">
                      <a:extLst>
                        <a:ext uri="{FF2B5EF4-FFF2-40B4-BE49-F238E27FC236}">
                          <a16:creationId xmlns:a16="http://schemas.microsoft.com/office/drawing/2014/main" id="{569F021D-49AF-BC3F-5EE7-CE90B0FF957B}"/>
                        </a:ext>
                      </a:extLst>
                    </p:cNvPr>
                    <p:cNvGrpSpPr/>
                    <p:nvPr/>
                  </p:nvGrpSpPr>
                  <p:grpSpPr>
                    <a:xfrm rot="7200000" flipH="1">
                      <a:off x="6389147" y="3357021"/>
                      <a:ext cx="393192" cy="393192"/>
                      <a:chOff x="5354637" y="3446463"/>
                      <a:chExt cx="214313" cy="214313"/>
                    </a:xfrm>
                  </p:grpSpPr>
                  <p:sp>
                    <p:nvSpPr>
                      <p:cNvPr id="11358" name="Arc 11357">
                        <a:extLst>
                          <a:ext uri="{FF2B5EF4-FFF2-40B4-BE49-F238E27FC236}">
                            <a16:creationId xmlns:a16="http://schemas.microsoft.com/office/drawing/2014/main" id="{E9483B54-F04E-707A-91CE-7B3BA47A1BD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359" name="Arc 11358">
                        <a:extLst>
                          <a:ext uri="{FF2B5EF4-FFF2-40B4-BE49-F238E27FC236}">
                            <a16:creationId xmlns:a16="http://schemas.microsoft.com/office/drawing/2014/main" id="{B3546DE0-11F2-A202-8961-A7AC0F10099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350" name="Group 11349">
                      <a:extLst>
                        <a:ext uri="{FF2B5EF4-FFF2-40B4-BE49-F238E27FC236}">
                          <a16:creationId xmlns:a16="http://schemas.microsoft.com/office/drawing/2014/main" id="{8021266E-7A87-C0F2-CE55-4E6084A769D9}"/>
                        </a:ext>
                      </a:extLst>
                    </p:cNvPr>
                    <p:cNvGrpSpPr/>
                    <p:nvPr/>
                  </p:nvGrpSpPr>
                  <p:grpSpPr>
                    <a:xfrm>
                      <a:off x="6434137" y="3402011"/>
                      <a:ext cx="303213" cy="303213"/>
                      <a:chOff x="6434137" y="3402011"/>
                      <a:chExt cx="303213" cy="303213"/>
                    </a:xfrm>
                  </p:grpSpPr>
                  <p:grpSp>
                    <p:nvGrpSpPr>
                      <p:cNvPr id="11351" name="Group 11350">
                        <a:extLst>
                          <a:ext uri="{FF2B5EF4-FFF2-40B4-BE49-F238E27FC236}">
                            <a16:creationId xmlns:a16="http://schemas.microsoft.com/office/drawing/2014/main" id="{1AA36603-92A2-6A53-0BD8-E5424A0DEAAE}"/>
                          </a:ext>
                        </a:extLst>
                      </p:cNvPr>
                      <p:cNvGrpSpPr/>
                      <p:nvPr/>
                    </p:nvGrpSpPr>
                    <p:grpSpPr>
                      <a:xfrm flipH="1">
                        <a:off x="6478587" y="3446461"/>
                        <a:ext cx="214313" cy="214313"/>
                        <a:chOff x="5354637" y="3446463"/>
                        <a:chExt cx="214313" cy="214313"/>
                      </a:xfrm>
                    </p:grpSpPr>
                    <p:sp>
                      <p:nvSpPr>
                        <p:cNvPr id="11356" name="Arc 11355">
                          <a:extLst>
                            <a:ext uri="{FF2B5EF4-FFF2-40B4-BE49-F238E27FC236}">
                              <a16:creationId xmlns:a16="http://schemas.microsoft.com/office/drawing/2014/main" id="{A4209A9A-C2C5-1203-D2CF-EDD387605A7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357" name="Arc 11356">
                          <a:extLst>
                            <a:ext uri="{FF2B5EF4-FFF2-40B4-BE49-F238E27FC236}">
                              <a16:creationId xmlns:a16="http://schemas.microsoft.com/office/drawing/2014/main" id="{13CCE961-61F5-CCF0-9FFF-D3320AE0018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352" name="Group 11351">
                        <a:extLst>
                          <a:ext uri="{FF2B5EF4-FFF2-40B4-BE49-F238E27FC236}">
                            <a16:creationId xmlns:a16="http://schemas.microsoft.com/office/drawing/2014/main" id="{82B9E930-027C-5A5F-3605-8F24DA2CE519}"/>
                          </a:ext>
                        </a:extLst>
                      </p:cNvPr>
                      <p:cNvGrpSpPr/>
                      <p:nvPr/>
                    </p:nvGrpSpPr>
                    <p:grpSpPr>
                      <a:xfrm rot="14400000" flipH="1">
                        <a:off x="6434137" y="3402011"/>
                        <a:ext cx="303213" cy="303213"/>
                        <a:chOff x="5354637" y="3446463"/>
                        <a:chExt cx="214313" cy="214313"/>
                      </a:xfrm>
                    </p:grpSpPr>
                    <p:sp>
                      <p:nvSpPr>
                        <p:cNvPr id="11354" name="Arc 11353">
                          <a:extLst>
                            <a:ext uri="{FF2B5EF4-FFF2-40B4-BE49-F238E27FC236}">
                              <a16:creationId xmlns:a16="http://schemas.microsoft.com/office/drawing/2014/main" id="{0DA454E7-91E5-7E83-BBA1-32A0EBC8384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355" name="Arc 11354">
                          <a:extLst>
                            <a:ext uri="{FF2B5EF4-FFF2-40B4-BE49-F238E27FC236}">
                              <a16:creationId xmlns:a16="http://schemas.microsoft.com/office/drawing/2014/main" id="{7C7EAFD6-8DF1-8E10-F57C-57F72DF8865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353" name="TextBox 11352">
                        <a:extLst>
                          <a:ext uri="{FF2B5EF4-FFF2-40B4-BE49-F238E27FC236}">
                            <a16:creationId xmlns:a16="http://schemas.microsoft.com/office/drawing/2014/main" id="{96581F0A-0BD2-EEDA-8025-0C6995072A9A}"/>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338" name="Group 11337">
                    <a:extLst>
                      <a:ext uri="{FF2B5EF4-FFF2-40B4-BE49-F238E27FC236}">
                        <a16:creationId xmlns:a16="http://schemas.microsoft.com/office/drawing/2014/main" id="{650DD3C0-7BE0-8FDD-8125-A4A3DF56C952}"/>
                      </a:ext>
                    </a:extLst>
                  </p:cNvPr>
                  <p:cNvGrpSpPr/>
                  <p:nvPr/>
                </p:nvGrpSpPr>
                <p:grpSpPr>
                  <a:xfrm>
                    <a:off x="6197413" y="3225768"/>
                    <a:ext cx="393192" cy="393192"/>
                    <a:chOff x="6389147" y="3932622"/>
                    <a:chExt cx="393192" cy="393192"/>
                  </a:xfrm>
                </p:grpSpPr>
                <p:grpSp>
                  <p:nvGrpSpPr>
                    <p:cNvPr id="11339" name="Group 11338">
                      <a:extLst>
                        <a:ext uri="{FF2B5EF4-FFF2-40B4-BE49-F238E27FC236}">
                          <a16:creationId xmlns:a16="http://schemas.microsoft.com/office/drawing/2014/main" id="{1F0D25D1-7C62-F548-51D3-D9D0DEA5C2E2}"/>
                        </a:ext>
                      </a:extLst>
                    </p:cNvPr>
                    <p:cNvGrpSpPr/>
                    <p:nvPr/>
                  </p:nvGrpSpPr>
                  <p:grpSpPr>
                    <a:xfrm flipH="1">
                      <a:off x="6478587" y="4022061"/>
                      <a:ext cx="214313" cy="214313"/>
                      <a:chOff x="5354637" y="3446463"/>
                      <a:chExt cx="214313" cy="214313"/>
                    </a:xfrm>
                  </p:grpSpPr>
                  <p:sp>
                    <p:nvSpPr>
                      <p:cNvPr id="11347" name="Arc 11346">
                        <a:extLst>
                          <a:ext uri="{FF2B5EF4-FFF2-40B4-BE49-F238E27FC236}">
                            <a16:creationId xmlns:a16="http://schemas.microsoft.com/office/drawing/2014/main" id="{94D915A8-DDFD-9AC4-DA0C-4709793BAA6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348" name="Arc 11347">
                        <a:extLst>
                          <a:ext uri="{FF2B5EF4-FFF2-40B4-BE49-F238E27FC236}">
                            <a16:creationId xmlns:a16="http://schemas.microsoft.com/office/drawing/2014/main" id="{08E385C4-B260-B84D-D889-E43A4A19519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340" name="Group 11339">
                      <a:extLst>
                        <a:ext uri="{FF2B5EF4-FFF2-40B4-BE49-F238E27FC236}">
                          <a16:creationId xmlns:a16="http://schemas.microsoft.com/office/drawing/2014/main" id="{2A5B3F40-3D34-A12A-5C89-1C6B837BF1C6}"/>
                        </a:ext>
                      </a:extLst>
                    </p:cNvPr>
                    <p:cNvGrpSpPr/>
                    <p:nvPr/>
                  </p:nvGrpSpPr>
                  <p:grpSpPr>
                    <a:xfrm rot="7200000" flipH="1">
                      <a:off x="6434137" y="3977611"/>
                      <a:ext cx="303213" cy="303213"/>
                      <a:chOff x="5354637" y="3446463"/>
                      <a:chExt cx="214313" cy="214313"/>
                    </a:xfrm>
                  </p:grpSpPr>
                  <p:sp>
                    <p:nvSpPr>
                      <p:cNvPr id="11345" name="Arc 11344">
                        <a:extLst>
                          <a:ext uri="{FF2B5EF4-FFF2-40B4-BE49-F238E27FC236}">
                            <a16:creationId xmlns:a16="http://schemas.microsoft.com/office/drawing/2014/main" id="{11FEDE33-A7A2-EC1C-9A52-2D2F7CAA00F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346" name="Arc 11345">
                        <a:extLst>
                          <a:ext uri="{FF2B5EF4-FFF2-40B4-BE49-F238E27FC236}">
                            <a16:creationId xmlns:a16="http://schemas.microsoft.com/office/drawing/2014/main" id="{90EC966E-4775-5E84-60B0-0FDEC1B7AF0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341" name="Group 11340">
                      <a:extLst>
                        <a:ext uri="{FF2B5EF4-FFF2-40B4-BE49-F238E27FC236}">
                          <a16:creationId xmlns:a16="http://schemas.microsoft.com/office/drawing/2014/main" id="{572154EC-8237-3B24-BF73-E419CE076237}"/>
                        </a:ext>
                      </a:extLst>
                    </p:cNvPr>
                    <p:cNvGrpSpPr/>
                    <p:nvPr/>
                  </p:nvGrpSpPr>
                  <p:grpSpPr>
                    <a:xfrm rot="14400000" flipH="1">
                      <a:off x="6389147" y="3932622"/>
                      <a:ext cx="393192" cy="393192"/>
                      <a:chOff x="5354637" y="3446463"/>
                      <a:chExt cx="214313" cy="214313"/>
                    </a:xfrm>
                  </p:grpSpPr>
                  <p:sp>
                    <p:nvSpPr>
                      <p:cNvPr id="11343" name="Arc 11342">
                        <a:extLst>
                          <a:ext uri="{FF2B5EF4-FFF2-40B4-BE49-F238E27FC236}">
                            <a16:creationId xmlns:a16="http://schemas.microsoft.com/office/drawing/2014/main" id="{CDA7D7C0-CB92-042D-AF93-51EE21452B1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344" name="Arc 11343">
                        <a:extLst>
                          <a:ext uri="{FF2B5EF4-FFF2-40B4-BE49-F238E27FC236}">
                            <a16:creationId xmlns:a16="http://schemas.microsoft.com/office/drawing/2014/main" id="{9451324C-94DF-E223-C96B-B219B6A4DCD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342" name="TextBox 11341">
                      <a:extLst>
                        <a:ext uri="{FF2B5EF4-FFF2-40B4-BE49-F238E27FC236}">
                          <a16:creationId xmlns:a16="http://schemas.microsoft.com/office/drawing/2014/main" id="{365D0700-3122-87D7-48B8-28EE23BEDCB6}"/>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288" name="Group 11287">
                  <a:extLst>
                    <a:ext uri="{FF2B5EF4-FFF2-40B4-BE49-F238E27FC236}">
                      <a16:creationId xmlns:a16="http://schemas.microsoft.com/office/drawing/2014/main" id="{38A18778-D068-CF02-0E54-440EE3C2A342}"/>
                    </a:ext>
                  </a:extLst>
                </p:cNvPr>
                <p:cNvGrpSpPr/>
                <p:nvPr/>
              </p:nvGrpSpPr>
              <p:grpSpPr>
                <a:xfrm>
                  <a:off x="6069086" y="3246228"/>
                  <a:ext cx="1019224" cy="991639"/>
                  <a:chOff x="5886431" y="3225768"/>
                  <a:chExt cx="1019224" cy="991639"/>
                </a:xfrm>
              </p:grpSpPr>
              <p:grpSp>
                <p:nvGrpSpPr>
                  <p:cNvPr id="11289" name="Group 11288">
                    <a:extLst>
                      <a:ext uri="{FF2B5EF4-FFF2-40B4-BE49-F238E27FC236}">
                        <a16:creationId xmlns:a16="http://schemas.microsoft.com/office/drawing/2014/main" id="{F7B4A602-A23B-F93C-546D-0E99F90EA534}"/>
                      </a:ext>
                    </a:extLst>
                  </p:cNvPr>
                  <p:cNvGrpSpPr/>
                  <p:nvPr/>
                </p:nvGrpSpPr>
                <p:grpSpPr>
                  <a:xfrm>
                    <a:off x="6197413" y="3824215"/>
                    <a:ext cx="393192" cy="393192"/>
                    <a:chOff x="5265196" y="3357021"/>
                    <a:chExt cx="393192" cy="393192"/>
                  </a:xfrm>
                </p:grpSpPr>
                <p:grpSp>
                  <p:nvGrpSpPr>
                    <p:cNvPr id="11324" name="Group 11323">
                      <a:extLst>
                        <a:ext uri="{FF2B5EF4-FFF2-40B4-BE49-F238E27FC236}">
                          <a16:creationId xmlns:a16="http://schemas.microsoft.com/office/drawing/2014/main" id="{9201F96D-CBE1-7065-006B-C105CB05F1EC}"/>
                        </a:ext>
                      </a:extLst>
                    </p:cNvPr>
                    <p:cNvGrpSpPr/>
                    <p:nvPr/>
                  </p:nvGrpSpPr>
                  <p:grpSpPr>
                    <a:xfrm rot="14400000">
                      <a:off x="5265196" y="3357021"/>
                      <a:ext cx="393192" cy="393192"/>
                      <a:chOff x="5354637" y="3446463"/>
                      <a:chExt cx="214313" cy="214313"/>
                    </a:xfrm>
                  </p:grpSpPr>
                  <p:sp>
                    <p:nvSpPr>
                      <p:cNvPr id="11333" name="Arc 11332">
                        <a:extLst>
                          <a:ext uri="{FF2B5EF4-FFF2-40B4-BE49-F238E27FC236}">
                            <a16:creationId xmlns:a16="http://schemas.microsoft.com/office/drawing/2014/main" id="{6A72FEDC-CA74-0391-2BFA-76D6A6A7E8D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334" name="Arc 11333">
                        <a:extLst>
                          <a:ext uri="{FF2B5EF4-FFF2-40B4-BE49-F238E27FC236}">
                            <a16:creationId xmlns:a16="http://schemas.microsoft.com/office/drawing/2014/main" id="{3ED42C09-B156-C569-8FE0-CC6147D6D7E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325" name="Group 11324">
                      <a:extLst>
                        <a:ext uri="{FF2B5EF4-FFF2-40B4-BE49-F238E27FC236}">
                          <a16:creationId xmlns:a16="http://schemas.microsoft.com/office/drawing/2014/main" id="{BB2B4E53-FC81-713C-4DB2-5C5279165FB1}"/>
                        </a:ext>
                      </a:extLst>
                    </p:cNvPr>
                    <p:cNvGrpSpPr/>
                    <p:nvPr/>
                  </p:nvGrpSpPr>
                  <p:grpSpPr>
                    <a:xfrm>
                      <a:off x="5310186" y="3402011"/>
                      <a:ext cx="303213" cy="303213"/>
                      <a:chOff x="5310186" y="3402011"/>
                      <a:chExt cx="303213" cy="303213"/>
                    </a:xfrm>
                  </p:grpSpPr>
                  <p:grpSp>
                    <p:nvGrpSpPr>
                      <p:cNvPr id="11326" name="Group 11325">
                        <a:extLst>
                          <a:ext uri="{FF2B5EF4-FFF2-40B4-BE49-F238E27FC236}">
                            <a16:creationId xmlns:a16="http://schemas.microsoft.com/office/drawing/2014/main" id="{EC105B57-397F-6FE0-4E01-E1136091D777}"/>
                          </a:ext>
                        </a:extLst>
                      </p:cNvPr>
                      <p:cNvGrpSpPr/>
                      <p:nvPr/>
                    </p:nvGrpSpPr>
                    <p:grpSpPr>
                      <a:xfrm>
                        <a:off x="5354636" y="3446461"/>
                        <a:ext cx="214313" cy="214313"/>
                        <a:chOff x="5354637" y="3446463"/>
                        <a:chExt cx="214313" cy="214313"/>
                      </a:xfrm>
                    </p:grpSpPr>
                    <p:sp>
                      <p:nvSpPr>
                        <p:cNvPr id="11331" name="Arc 11330">
                          <a:extLst>
                            <a:ext uri="{FF2B5EF4-FFF2-40B4-BE49-F238E27FC236}">
                              <a16:creationId xmlns:a16="http://schemas.microsoft.com/office/drawing/2014/main" id="{63990801-CF3B-FE6A-3CD0-BB560F92D11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332" name="Arc 11331">
                          <a:extLst>
                            <a:ext uri="{FF2B5EF4-FFF2-40B4-BE49-F238E27FC236}">
                              <a16:creationId xmlns:a16="http://schemas.microsoft.com/office/drawing/2014/main" id="{5E132066-FCDD-AD20-B7EE-C5D1A731552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327" name="Group 11326">
                        <a:extLst>
                          <a:ext uri="{FF2B5EF4-FFF2-40B4-BE49-F238E27FC236}">
                            <a16:creationId xmlns:a16="http://schemas.microsoft.com/office/drawing/2014/main" id="{C8F3E362-06A0-6040-70E5-0EE1036353C7}"/>
                          </a:ext>
                        </a:extLst>
                      </p:cNvPr>
                      <p:cNvGrpSpPr/>
                      <p:nvPr/>
                    </p:nvGrpSpPr>
                    <p:grpSpPr>
                      <a:xfrm rot="7200000">
                        <a:off x="5310186" y="3402011"/>
                        <a:ext cx="303213" cy="303213"/>
                        <a:chOff x="5354637" y="3446463"/>
                        <a:chExt cx="214313" cy="214313"/>
                      </a:xfrm>
                    </p:grpSpPr>
                    <p:sp>
                      <p:nvSpPr>
                        <p:cNvPr id="11329" name="Arc 11328">
                          <a:extLst>
                            <a:ext uri="{FF2B5EF4-FFF2-40B4-BE49-F238E27FC236}">
                              <a16:creationId xmlns:a16="http://schemas.microsoft.com/office/drawing/2014/main" id="{B0DEAAC4-DD31-8934-EC4D-FCB992B7D3A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330" name="Arc 11329">
                          <a:extLst>
                            <a:ext uri="{FF2B5EF4-FFF2-40B4-BE49-F238E27FC236}">
                              <a16:creationId xmlns:a16="http://schemas.microsoft.com/office/drawing/2014/main" id="{063C2ACD-F6BE-A27E-D8C5-075B88FDC35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328" name="TextBox 11327">
                        <a:extLst>
                          <a:ext uri="{FF2B5EF4-FFF2-40B4-BE49-F238E27FC236}">
                            <a16:creationId xmlns:a16="http://schemas.microsoft.com/office/drawing/2014/main" id="{E9454E42-B175-3EE2-BD26-78716103003E}"/>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290" name="Group 11289">
                    <a:extLst>
                      <a:ext uri="{FF2B5EF4-FFF2-40B4-BE49-F238E27FC236}">
                        <a16:creationId xmlns:a16="http://schemas.microsoft.com/office/drawing/2014/main" id="{EA7A5CC4-669C-204E-B351-6CDE09EEB18A}"/>
                      </a:ext>
                    </a:extLst>
                  </p:cNvPr>
                  <p:cNvGrpSpPr/>
                  <p:nvPr/>
                </p:nvGrpSpPr>
                <p:grpSpPr>
                  <a:xfrm>
                    <a:off x="5886431" y="3525040"/>
                    <a:ext cx="393192" cy="393192"/>
                    <a:chOff x="5265196" y="3932619"/>
                    <a:chExt cx="393192" cy="393192"/>
                  </a:xfrm>
                </p:grpSpPr>
                <p:grpSp>
                  <p:nvGrpSpPr>
                    <p:cNvPr id="11314" name="Group 11313">
                      <a:extLst>
                        <a:ext uri="{FF2B5EF4-FFF2-40B4-BE49-F238E27FC236}">
                          <a16:creationId xmlns:a16="http://schemas.microsoft.com/office/drawing/2014/main" id="{A7AC43C2-0512-3852-FC17-69AEA939A4A6}"/>
                        </a:ext>
                      </a:extLst>
                    </p:cNvPr>
                    <p:cNvGrpSpPr/>
                    <p:nvPr/>
                  </p:nvGrpSpPr>
                  <p:grpSpPr>
                    <a:xfrm>
                      <a:off x="5354636" y="4022061"/>
                      <a:ext cx="214313" cy="214313"/>
                      <a:chOff x="5354637" y="3446463"/>
                      <a:chExt cx="214313" cy="214313"/>
                    </a:xfrm>
                  </p:grpSpPr>
                  <p:sp>
                    <p:nvSpPr>
                      <p:cNvPr id="11322" name="Arc 11321">
                        <a:extLst>
                          <a:ext uri="{FF2B5EF4-FFF2-40B4-BE49-F238E27FC236}">
                            <a16:creationId xmlns:a16="http://schemas.microsoft.com/office/drawing/2014/main" id="{04238977-13EA-0E03-EE1D-790789CD3D4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323" name="Arc 11322">
                        <a:extLst>
                          <a:ext uri="{FF2B5EF4-FFF2-40B4-BE49-F238E27FC236}">
                            <a16:creationId xmlns:a16="http://schemas.microsoft.com/office/drawing/2014/main" id="{82A40513-8B47-47AB-E1A4-BB8418BE8F8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315" name="Group 11314">
                      <a:extLst>
                        <a:ext uri="{FF2B5EF4-FFF2-40B4-BE49-F238E27FC236}">
                          <a16:creationId xmlns:a16="http://schemas.microsoft.com/office/drawing/2014/main" id="{C702D82D-1284-B3EC-0D97-B4C02BAC5593}"/>
                        </a:ext>
                      </a:extLst>
                    </p:cNvPr>
                    <p:cNvGrpSpPr/>
                    <p:nvPr/>
                  </p:nvGrpSpPr>
                  <p:grpSpPr>
                    <a:xfrm rot="14400000">
                      <a:off x="5310186" y="3977611"/>
                      <a:ext cx="303213" cy="303213"/>
                      <a:chOff x="5354637" y="3446463"/>
                      <a:chExt cx="214313" cy="214313"/>
                    </a:xfrm>
                  </p:grpSpPr>
                  <p:sp>
                    <p:nvSpPr>
                      <p:cNvPr id="11320" name="Arc 11319">
                        <a:extLst>
                          <a:ext uri="{FF2B5EF4-FFF2-40B4-BE49-F238E27FC236}">
                            <a16:creationId xmlns:a16="http://schemas.microsoft.com/office/drawing/2014/main" id="{215FF345-27EA-8C17-8556-7FAE41C13B9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321" name="Arc 11320">
                        <a:extLst>
                          <a:ext uri="{FF2B5EF4-FFF2-40B4-BE49-F238E27FC236}">
                            <a16:creationId xmlns:a16="http://schemas.microsoft.com/office/drawing/2014/main" id="{139C0F89-9914-FD02-6406-04BA3A0F1E2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316" name="Group 11315">
                      <a:extLst>
                        <a:ext uri="{FF2B5EF4-FFF2-40B4-BE49-F238E27FC236}">
                          <a16:creationId xmlns:a16="http://schemas.microsoft.com/office/drawing/2014/main" id="{41743C7A-51CC-0C31-FB78-27948A79DE8F}"/>
                        </a:ext>
                      </a:extLst>
                    </p:cNvPr>
                    <p:cNvGrpSpPr/>
                    <p:nvPr/>
                  </p:nvGrpSpPr>
                  <p:grpSpPr>
                    <a:xfrm rot="7200000">
                      <a:off x="5265196" y="3932619"/>
                      <a:ext cx="393192" cy="393192"/>
                      <a:chOff x="5354637" y="3446463"/>
                      <a:chExt cx="214313" cy="214313"/>
                    </a:xfrm>
                  </p:grpSpPr>
                  <p:sp>
                    <p:nvSpPr>
                      <p:cNvPr id="11318" name="Arc 11317">
                        <a:extLst>
                          <a:ext uri="{FF2B5EF4-FFF2-40B4-BE49-F238E27FC236}">
                            <a16:creationId xmlns:a16="http://schemas.microsoft.com/office/drawing/2014/main" id="{63DD6B34-0DB4-9CA2-BCCD-5EC6D3A8D7D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319" name="Arc 11318">
                        <a:extLst>
                          <a:ext uri="{FF2B5EF4-FFF2-40B4-BE49-F238E27FC236}">
                            <a16:creationId xmlns:a16="http://schemas.microsoft.com/office/drawing/2014/main" id="{E7AF6B4B-3242-C007-CD5A-E3346498D28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317" name="TextBox 11316">
                      <a:extLst>
                        <a:ext uri="{FF2B5EF4-FFF2-40B4-BE49-F238E27FC236}">
                          <a16:creationId xmlns:a16="http://schemas.microsoft.com/office/drawing/2014/main" id="{80EFCB48-72ED-1B74-7E76-82EF6EC1988D}"/>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1291" name="Group 11290">
                    <a:extLst>
                      <a:ext uri="{FF2B5EF4-FFF2-40B4-BE49-F238E27FC236}">
                        <a16:creationId xmlns:a16="http://schemas.microsoft.com/office/drawing/2014/main" id="{F38B174A-6B54-22E9-E7DC-1F1EBA20B749}"/>
                      </a:ext>
                    </a:extLst>
                  </p:cNvPr>
                  <p:cNvGrpSpPr/>
                  <p:nvPr/>
                </p:nvGrpSpPr>
                <p:grpSpPr>
                  <a:xfrm>
                    <a:off x="6512463" y="3525040"/>
                    <a:ext cx="393192" cy="393192"/>
                    <a:chOff x="6389147" y="3357021"/>
                    <a:chExt cx="393192" cy="393192"/>
                  </a:xfrm>
                </p:grpSpPr>
                <p:grpSp>
                  <p:nvGrpSpPr>
                    <p:cNvPr id="11303" name="Group 11302">
                      <a:extLst>
                        <a:ext uri="{FF2B5EF4-FFF2-40B4-BE49-F238E27FC236}">
                          <a16:creationId xmlns:a16="http://schemas.microsoft.com/office/drawing/2014/main" id="{734C426C-A9EA-153B-776A-0C80658F6A05}"/>
                        </a:ext>
                      </a:extLst>
                    </p:cNvPr>
                    <p:cNvGrpSpPr/>
                    <p:nvPr/>
                  </p:nvGrpSpPr>
                  <p:grpSpPr>
                    <a:xfrm rot="7200000" flipH="1">
                      <a:off x="6389147" y="3357021"/>
                      <a:ext cx="393192" cy="393192"/>
                      <a:chOff x="5354637" y="3446463"/>
                      <a:chExt cx="214313" cy="214313"/>
                    </a:xfrm>
                  </p:grpSpPr>
                  <p:sp>
                    <p:nvSpPr>
                      <p:cNvPr id="11312" name="Arc 11311">
                        <a:extLst>
                          <a:ext uri="{FF2B5EF4-FFF2-40B4-BE49-F238E27FC236}">
                            <a16:creationId xmlns:a16="http://schemas.microsoft.com/office/drawing/2014/main" id="{A70E0292-1ED4-E073-19C9-9461A72D69F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313" name="Arc 11312">
                        <a:extLst>
                          <a:ext uri="{FF2B5EF4-FFF2-40B4-BE49-F238E27FC236}">
                            <a16:creationId xmlns:a16="http://schemas.microsoft.com/office/drawing/2014/main" id="{E480EEFA-B3EB-B660-9E74-5A23D92A7FD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304" name="Group 11303">
                      <a:extLst>
                        <a:ext uri="{FF2B5EF4-FFF2-40B4-BE49-F238E27FC236}">
                          <a16:creationId xmlns:a16="http://schemas.microsoft.com/office/drawing/2014/main" id="{5D92D0F3-2739-416E-6436-8D41930DA03B}"/>
                        </a:ext>
                      </a:extLst>
                    </p:cNvPr>
                    <p:cNvGrpSpPr/>
                    <p:nvPr/>
                  </p:nvGrpSpPr>
                  <p:grpSpPr>
                    <a:xfrm>
                      <a:off x="6434137" y="3402011"/>
                      <a:ext cx="303213" cy="303213"/>
                      <a:chOff x="6434137" y="3402011"/>
                      <a:chExt cx="303213" cy="303213"/>
                    </a:xfrm>
                  </p:grpSpPr>
                  <p:grpSp>
                    <p:nvGrpSpPr>
                      <p:cNvPr id="11305" name="Group 11304">
                        <a:extLst>
                          <a:ext uri="{FF2B5EF4-FFF2-40B4-BE49-F238E27FC236}">
                            <a16:creationId xmlns:a16="http://schemas.microsoft.com/office/drawing/2014/main" id="{5578EB0F-A8F6-C6FB-AA29-3574167DB713}"/>
                          </a:ext>
                        </a:extLst>
                      </p:cNvPr>
                      <p:cNvGrpSpPr/>
                      <p:nvPr/>
                    </p:nvGrpSpPr>
                    <p:grpSpPr>
                      <a:xfrm flipH="1">
                        <a:off x="6478587" y="3446461"/>
                        <a:ext cx="214313" cy="214313"/>
                        <a:chOff x="5354637" y="3446463"/>
                        <a:chExt cx="214313" cy="214313"/>
                      </a:xfrm>
                    </p:grpSpPr>
                    <p:sp>
                      <p:nvSpPr>
                        <p:cNvPr id="11310" name="Arc 11309">
                          <a:extLst>
                            <a:ext uri="{FF2B5EF4-FFF2-40B4-BE49-F238E27FC236}">
                              <a16:creationId xmlns:a16="http://schemas.microsoft.com/office/drawing/2014/main" id="{937D352A-B357-6584-2552-1AB540C0FDD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311" name="Arc 11310">
                          <a:extLst>
                            <a:ext uri="{FF2B5EF4-FFF2-40B4-BE49-F238E27FC236}">
                              <a16:creationId xmlns:a16="http://schemas.microsoft.com/office/drawing/2014/main" id="{1EE493AE-68D5-9B48-EE1C-46D363874E4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306" name="Group 11305">
                        <a:extLst>
                          <a:ext uri="{FF2B5EF4-FFF2-40B4-BE49-F238E27FC236}">
                            <a16:creationId xmlns:a16="http://schemas.microsoft.com/office/drawing/2014/main" id="{10CB4075-A34E-359D-13C2-592B9356BFA9}"/>
                          </a:ext>
                        </a:extLst>
                      </p:cNvPr>
                      <p:cNvGrpSpPr/>
                      <p:nvPr/>
                    </p:nvGrpSpPr>
                    <p:grpSpPr>
                      <a:xfrm rot="14400000" flipH="1">
                        <a:off x="6434137" y="3402011"/>
                        <a:ext cx="303213" cy="303213"/>
                        <a:chOff x="5354637" y="3446463"/>
                        <a:chExt cx="214313" cy="214313"/>
                      </a:xfrm>
                    </p:grpSpPr>
                    <p:sp>
                      <p:nvSpPr>
                        <p:cNvPr id="11308" name="Arc 11307">
                          <a:extLst>
                            <a:ext uri="{FF2B5EF4-FFF2-40B4-BE49-F238E27FC236}">
                              <a16:creationId xmlns:a16="http://schemas.microsoft.com/office/drawing/2014/main" id="{71F10CB2-0392-8177-3571-2337F7200C6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309" name="Arc 11308">
                          <a:extLst>
                            <a:ext uri="{FF2B5EF4-FFF2-40B4-BE49-F238E27FC236}">
                              <a16:creationId xmlns:a16="http://schemas.microsoft.com/office/drawing/2014/main" id="{D9D8DE31-8069-B5BC-DE92-CEE1BFDDCD3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307" name="TextBox 11306">
                        <a:extLst>
                          <a:ext uri="{FF2B5EF4-FFF2-40B4-BE49-F238E27FC236}">
                            <a16:creationId xmlns:a16="http://schemas.microsoft.com/office/drawing/2014/main" id="{CC72F367-53F3-D4B0-05B0-1DE285410634}"/>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292" name="Group 11291">
                    <a:extLst>
                      <a:ext uri="{FF2B5EF4-FFF2-40B4-BE49-F238E27FC236}">
                        <a16:creationId xmlns:a16="http://schemas.microsoft.com/office/drawing/2014/main" id="{8159B03D-D07E-A6A9-18AE-3B0AA0E727F5}"/>
                      </a:ext>
                    </a:extLst>
                  </p:cNvPr>
                  <p:cNvGrpSpPr/>
                  <p:nvPr/>
                </p:nvGrpSpPr>
                <p:grpSpPr>
                  <a:xfrm>
                    <a:off x="6197413" y="3225768"/>
                    <a:ext cx="393192" cy="393192"/>
                    <a:chOff x="6389147" y="3932622"/>
                    <a:chExt cx="393192" cy="393192"/>
                  </a:xfrm>
                </p:grpSpPr>
                <p:grpSp>
                  <p:nvGrpSpPr>
                    <p:cNvPr id="11293" name="Group 11292">
                      <a:extLst>
                        <a:ext uri="{FF2B5EF4-FFF2-40B4-BE49-F238E27FC236}">
                          <a16:creationId xmlns:a16="http://schemas.microsoft.com/office/drawing/2014/main" id="{7C47825B-75EB-C3ED-5C59-7B01A926B1F5}"/>
                        </a:ext>
                      </a:extLst>
                    </p:cNvPr>
                    <p:cNvGrpSpPr/>
                    <p:nvPr/>
                  </p:nvGrpSpPr>
                  <p:grpSpPr>
                    <a:xfrm flipH="1">
                      <a:off x="6478587" y="4022061"/>
                      <a:ext cx="214313" cy="214313"/>
                      <a:chOff x="5354637" y="3446463"/>
                      <a:chExt cx="214313" cy="214313"/>
                    </a:xfrm>
                  </p:grpSpPr>
                  <p:sp>
                    <p:nvSpPr>
                      <p:cNvPr id="11301" name="Arc 11300">
                        <a:extLst>
                          <a:ext uri="{FF2B5EF4-FFF2-40B4-BE49-F238E27FC236}">
                            <a16:creationId xmlns:a16="http://schemas.microsoft.com/office/drawing/2014/main" id="{5ED6176E-C067-E859-C5AB-99B55BE64C3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302" name="Arc 11301">
                        <a:extLst>
                          <a:ext uri="{FF2B5EF4-FFF2-40B4-BE49-F238E27FC236}">
                            <a16:creationId xmlns:a16="http://schemas.microsoft.com/office/drawing/2014/main" id="{2DE695D2-74C2-A2FD-19D0-687E454F6B0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294" name="Group 11293">
                      <a:extLst>
                        <a:ext uri="{FF2B5EF4-FFF2-40B4-BE49-F238E27FC236}">
                          <a16:creationId xmlns:a16="http://schemas.microsoft.com/office/drawing/2014/main" id="{1E157531-DA00-038A-D375-A2F01CB9593D}"/>
                        </a:ext>
                      </a:extLst>
                    </p:cNvPr>
                    <p:cNvGrpSpPr/>
                    <p:nvPr/>
                  </p:nvGrpSpPr>
                  <p:grpSpPr>
                    <a:xfrm rot="7200000" flipH="1">
                      <a:off x="6434137" y="3977611"/>
                      <a:ext cx="303213" cy="303213"/>
                      <a:chOff x="5354637" y="3446463"/>
                      <a:chExt cx="214313" cy="214313"/>
                    </a:xfrm>
                  </p:grpSpPr>
                  <p:sp>
                    <p:nvSpPr>
                      <p:cNvPr id="11299" name="Arc 11298">
                        <a:extLst>
                          <a:ext uri="{FF2B5EF4-FFF2-40B4-BE49-F238E27FC236}">
                            <a16:creationId xmlns:a16="http://schemas.microsoft.com/office/drawing/2014/main" id="{52A46E48-9832-F1DC-9C31-61F7D2763C1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300" name="Arc 11299">
                        <a:extLst>
                          <a:ext uri="{FF2B5EF4-FFF2-40B4-BE49-F238E27FC236}">
                            <a16:creationId xmlns:a16="http://schemas.microsoft.com/office/drawing/2014/main" id="{0989E2D8-F23A-A9B0-0F38-1197159EA34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295" name="Group 11294">
                      <a:extLst>
                        <a:ext uri="{FF2B5EF4-FFF2-40B4-BE49-F238E27FC236}">
                          <a16:creationId xmlns:a16="http://schemas.microsoft.com/office/drawing/2014/main" id="{1EB28BDE-A0B7-CFCB-0710-E0842C5CC9EC}"/>
                        </a:ext>
                      </a:extLst>
                    </p:cNvPr>
                    <p:cNvGrpSpPr/>
                    <p:nvPr/>
                  </p:nvGrpSpPr>
                  <p:grpSpPr>
                    <a:xfrm rot="14400000" flipH="1">
                      <a:off x="6389147" y="3932622"/>
                      <a:ext cx="393192" cy="393192"/>
                      <a:chOff x="5354637" y="3446463"/>
                      <a:chExt cx="214313" cy="214313"/>
                    </a:xfrm>
                  </p:grpSpPr>
                  <p:sp>
                    <p:nvSpPr>
                      <p:cNvPr id="11297" name="Arc 11296">
                        <a:extLst>
                          <a:ext uri="{FF2B5EF4-FFF2-40B4-BE49-F238E27FC236}">
                            <a16:creationId xmlns:a16="http://schemas.microsoft.com/office/drawing/2014/main" id="{6C230214-14FA-1901-61F6-874E9E01B1E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298" name="Arc 11297">
                        <a:extLst>
                          <a:ext uri="{FF2B5EF4-FFF2-40B4-BE49-F238E27FC236}">
                            <a16:creationId xmlns:a16="http://schemas.microsoft.com/office/drawing/2014/main" id="{62F77B8F-BA6D-50FE-AC02-D02E14EAE33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296" name="TextBox 11295">
                      <a:extLst>
                        <a:ext uri="{FF2B5EF4-FFF2-40B4-BE49-F238E27FC236}">
                          <a16:creationId xmlns:a16="http://schemas.microsoft.com/office/drawing/2014/main" id="{48D3F277-124D-50BD-41C8-BFFEFFF825B3}"/>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9184" name="Group 9183">
              <a:extLst>
                <a:ext uri="{FF2B5EF4-FFF2-40B4-BE49-F238E27FC236}">
                  <a16:creationId xmlns:a16="http://schemas.microsoft.com/office/drawing/2014/main" id="{7262F7A7-C6B9-491E-6F17-836F5D409C6C}"/>
                </a:ext>
              </a:extLst>
            </p:cNvPr>
            <p:cNvGrpSpPr/>
            <p:nvPr/>
          </p:nvGrpSpPr>
          <p:grpSpPr>
            <a:xfrm>
              <a:off x="2369740" y="-674415"/>
              <a:ext cx="2263438" cy="2198360"/>
              <a:chOff x="5445106" y="2039507"/>
              <a:chExt cx="2263438" cy="2198360"/>
            </a:xfrm>
          </p:grpSpPr>
          <p:grpSp>
            <p:nvGrpSpPr>
              <p:cNvPr id="11095" name="Group 11094">
                <a:extLst>
                  <a:ext uri="{FF2B5EF4-FFF2-40B4-BE49-F238E27FC236}">
                    <a16:creationId xmlns:a16="http://schemas.microsoft.com/office/drawing/2014/main" id="{1A97137B-E70D-98D7-6D26-1A9660DC8313}"/>
                  </a:ext>
                </a:extLst>
              </p:cNvPr>
              <p:cNvGrpSpPr/>
              <p:nvPr/>
            </p:nvGrpSpPr>
            <p:grpSpPr>
              <a:xfrm>
                <a:off x="5445106" y="2644743"/>
                <a:ext cx="1643204" cy="1593124"/>
                <a:chOff x="5445106" y="2644743"/>
                <a:chExt cx="1643204" cy="1593124"/>
              </a:xfrm>
            </p:grpSpPr>
            <p:grpSp>
              <p:nvGrpSpPr>
                <p:cNvPr id="11191" name="Group 11190">
                  <a:extLst>
                    <a:ext uri="{FF2B5EF4-FFF2-40B4-BE49-F238E27FC236}">
                      <a16:creationId xmlns:a16="http://schemas.microsoft.com/office/drawing/2014/main" id="{6713F943-A093-D9EA-FDA6-C5A19417A309}"/>
                    </a:ext>
                  </a:extLst>
                </p:cNvPr>
                <p:cNvGrpSpPr/>
                <p:nvPr/>
              </p:nvGrpSpPr>
              <p:grpSpPr>
                <a:xfrm>
                  <a:off x="5445106" y="2644743"/>
                  <a:ext cx="1019224" cy="991639"/>
                  <a:chOff x="5886431" y="3225768"/>
                  <a:chExt cx="1019224" cy="991639"/>
                </a:xfrm>
              </p:grpSpPr>
              <p:grpSp>
                <p:nvGrpSpPr>
                  <p:cNvPr id="11239" name="Group 11238">
                    <a:extLst>
                      <a:ext uri="{FF2B5EF4-FFF2-40B4-BE49-F238E27FC236}">
                        <a16:creationId xmlns:a16="http://schemas.microsoft.com/office/drawing/2014/main" id="{647F218F-779F-8C17-1852-912795B1B86F}"/>
                      </a:ext>
                    </a:extLst>
                  </p:cNvPr>
                  <p:cNvGrpSpPr/>
                  <p:nvPr/>
                </p:nvGrpSpPr>
                <p:grpSpPr>
                  <a:xfrm>
                    <a:off x="6197413" y="3824215"/>
                    <a:ext cx="393192" cy="393192"/>
                    <a:chOff x="5265196" y="3357021"/>
                    <a:chExt cx="393192" cy="393192"/>
                  </a:xfrm>
                </p:grpSpPr>
                <p:grpSp>
                  <p:nvGrpSpPr>
                    <p:cNvPr id="11274" name="Group 11273">
                      <a:extLst>
                        <a:ext uri="{FF2B5EF4-FFF2-40B4-BE49-F238E27FC236}">
                          <a16:creationId xmlns:a16="http://schemas.microsoft.com/office/drawing/2014/main" id="{4B16A416-D48F-7F50-DFFA-6DD264F061CA}"/>
                        </a:ext>
                      </a:extLst>
                    </p:cNvPr>
                    <p:cNvGrpSpPr/>
                    <p:nvPr/>
                  </p:nvGrpSpPr>
                  <p:grpSpPr>
                    <a:xfrm rot="14400000">
                      <a:off x="5265196" y="3357021"/>
                      <a:ext cx="393192" cy="393192"/>
                      <a:chOff x="5354637" y="3446463"/>
                      <a:chExt cx="214313" cy="214313"/>
                    </a:xfrm>
                  </p:grpSpPr>
                  <p:sp>
                    <p:nvSpPr>
                      <p:cNvPr id="11283" name="Arc 11282">
                        <a:extLst>
                          <a:ext uri="{FF2B5EF4-FFF2-40B4-BE49-F238E27FC236}">
                            <a16:creationId xmlns:a16="http://schemas.microsoft.com/office/drawing/2014/main" id="{48F00EFF-4F21-4EC1-155B-57F0386DE0E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284" name="Arc 11283">
                        <a:extLst>
                          <a:ext uri="{FF2B5EF4-FFF2-40B4-BE49-F238E27FC236}">
                            <a16:creationId xmlns:a16="http://schemas.microsoft.com/office/drawing/2014/main" id="{6F4AC115-5102-C67B-EA7C-86E794F3417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275" name="Group 11274">
                      <a:extLst>
                        <a:ext uri="{FF2B5EF4-FFF2-40B4-BE49-F238E27FC236}">
                          <a16:creationId xmlns:a16="http://schemas.microsoft.com/office/drawing/2014/main" id="{28CA2DD0-37F8-C227-77DF-29B3031BE70B}"/>
                        </a:ext>
                      </a:extLst>
                    </p:cNvPr>
                    <p:cNvGrpSpPr/>
                    <p:nvPr/>
                  </p:nvGrpSpPr>
                  <p:grpSpPr>
                    <a:xfrm>
                      <a:off x="5310186" y="3402011"/>
                      <a:ext cx="303213" cy="303213"/>
                      <a:chOff x="5310186" y="3402011"/>
                      <a:chExt cx="303213" cy="303213"/>
                    </a:xfrm>
                  </p:grpSpPr>
                  <p:grpSp>
                    <p:nvGrpSpPr>
                      <p:cNvPr id="11276" name="Group 11275">
                        <a:extLst>
                          <a:ext uri="{FF2B5EF4-FFF2-40B4-BE49-F238E27FC236}">
                            <a16:creationId xmlns:a16="http://schemas.microsoft.com/office/drawing/2014/main" id="{04454CA2-16B1-5D90-881E-54B84E678352}"/>
                          </a:ext>
                        </a:extLst>
                      </p:cNvPr>
                      <p:cNvGrpSpPr/>
                      <p:nvPr/>
                    </p:nvGrpSpPr>
                    <p:grpSpPr>
                      <a:xfrm>
                        <a:off x="5354636" y="3446461"/>
                        <a:ext cx="214313" cy="214313"/>
                        <a:chOff x="5354637" y="3446463"/>
                        <a:chExt cx="214313" cy="214313"/>
                      </a:xfrm>
                    </p:grpSpPr>
                    <p:sp>
                      <p:nvSpPr>
                        <p:cNvPr id="11281" name="Arc 11280">
                          <a:extLst>
                            <a:ext uri="{FF2B5EF4-FFF2-40B4-BE49-F238E27FC236}">
                              <a16:creationId xmlns:a16="http://schemas.microsoft.com/office/drawing/2014/main" id="{FCE754D0-7075-A23C-B38B-7445781B3CD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282" name="Arc 11281">
                          <a:extLst>
                            <a:ext uri="{FF2B5EF4-FFF2-40B4-BE49-F238E27FC236}">
                              <a16:creationId xmlns:a16="http://schemas.microsoft.com/office/drawing/2014/main" id="{41C2F913-7C15-43B8-21BE-D7DAEF8A1F2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277" name="Group 11276">
                        <a:extLst>
                          <a:ext uri="{FF2B5EF4-FFF2-40B4-BE49-F238E27FC236}">
                            <a16:creationId xmlns:a16="http://schemas.microsoft.com/office/drawing/2014/main" id="{5EEAD048-2B0B-AC00-AF0C-D91E8F833B45}"/>
                          </a:ext>
                        </a:extLst>
                      </p:cNvPr>
                      <p:cNvGrpSpPr/>
                      <p:nvPr/>
                    </p:nvGrpSpPr>
                    <p:grpSpPr>
                      <a:xfrm rot="7200000">
                        <a:off x="5310186" y="3402011"/>
                        <a:ext cx="303213" cy="303213"/>
                        <a:chOff x="5354637" y="3446463"/>
                        <a:chExt cx="214313" cy="214313"/>
                      </a:xfrm>
                    </p:grpSpPr>
                    <p:sp>
                      <p:nvSpPr>
                        <p:cNvPr id="11279" name="Arc 11278">
                          <a:extLst>
                            <a:ext uri="{FF2B5EF4-FFF2-40B4-BE49-F238E27FC236}">
                              <a16:creationId xmlns:a16="http://schemas.microsoft.com/office/drawing/2014/main" id="{ABD01FA5-B47C-3BD7-7549-134211D58F2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280" name="Arc 11279">
                          <a:extLst>
                            <a:ext uri="{FF2B5EF4-FFF2-40B4-BE49-F238E27FC236}">
                              <a16:creationId xmlns:a16="http://schemas.microsoft.com/office/drawing/2014/main" id="{B1781F22-5A43-7AED-E9FF-5EA4E15026B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278" name="TextBox 11277">
                        <a:extLst>
                          <a:ext uri="{FF2B5EF4-FFF2-40B4-BE49-F238E27FC236}">
                            <a16:creationId xmlns:a16="http://schemas.microsoft.com/office/drawing/2014/main" id="{025FFB2C-79F4-8704-C73B-57A891377186}"/>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240" name="Group 11239">
                    <a:extLst>
                      <a:ext uri="{FF2B5EF4-FFF2-40B4-BE49-F238E27FC236}">
                        <a16:creationId xmlns:a16="http://schemas.microsoft.com/office/drawing/2014/main" id="{A0C86E0B-F484-723F-1667-132E97722153}"/>
                      </a:ext>
                    </a:extLst>
                  </p:cNvPr>
                  <p:cNvGrpSpPr/>
                  <p:nvPr/>
                </p:nvGrpSpPr>
                <p:grpSpPr>
                  <a:xfrm>
                    <a:off x="5886431" y="3525040"/>
                    <a:ext cx="393192" cy="393192"/>
                    <a:chOff x="5265196" y="3932619"/>
                    <a:chExt cx="393192" cy="393192"/>
                  </a:xfrm>
                </p:grpSpPr>
                <p:grpSp>
                  <p:nvGrpSpPr>
                    <p:cNvPr id="11264" name="Group 11263">
                      <a:extLst>
                        <a:ext uri="{FF2B5EF4-FFF2-40B4-BE49-F238E27FC236}">
                          <a16:creationId xmlns:a16="http://schemas.microsoft.com/office/drawing/2014/main" id="{D31A552B-56E0-41DD-61B7-756CBFB9C8EE}"/>
                        </a:ext>
                      </a:extLst>
                    </p:cNvPr>
                    <p:cNvGrpSpPr/>
                    <p:nvPr/>
                  </p:nvGrpSpPr>
                  <p:grpSpPr>
                    <a:xfrm>
                      <a:off x="5354636" y="4022061"/>
                      <a:ext cx="214313" cy="214313"/>
                      <a:chOff x="5354637" y="3446463"/>
                      <a:chExt cx="214313" cy="214313"/>
                    </a:xfrm>
                  </p:grpSpPr>
                  <p:sp>
                    <p:nvSpPr>
                      <p:cNvPr id="11272" name="Arc 11271">
                        <a:extLst>
                          <a:ext uri="{FF2B5EF4-FFF2-40B4-BE49-F238E27FC236}">
                            <a16:creationId xmlns:a16="http://schemas.microsoft.com/office/drawing/2014/main" id="{DE66F09C-C7A9-6E0A-6208-C0D088651AF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273" name="Arc 11272">
                        <a:extLst>
                          <a:ext uri="{FF2B5EF4-FFF2-40B4-BE49-F238E27FC236}">
                            <a16:creationId xmlns:a16="http://schemas.microsoft.com/office/drawing/2014/main" id="{0267EF5B-821D-3FAD-1467-90B30D5A388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265" name="Group 11264">
                      <a:extLst>
                        <a:ext uri="{FF2B5EF4-FFF2-40B4-BE49-F238E27FC236}">
                          <a16:creationId xmlns:a16="http://schemas.microsoft.com/office/drawing/2014/main" id="{6B9A5BB1-4556-79C9-FF2A-5444E1D2B4FC}"/>
                        </a:ext>
                      </a:extLst>
                    </p:cNvPr>
                    <p:cNvGrpSpPr/>
                    <p:nvPr/>
                  </p:nvGrpSpPr>
                  <p:grpSpPr>
                    <a:xfrm rot="14400000">
                      <a:off x="5310186" y="3977611"/>
                      <a:ext cx="303213" cy="303213"/>
                      <a:chOff x="5354637" y="3446463"/>
                      <a:chExt cx="214313" cy="214313"/>
                    </a:xfrm>
                  </p:grpSpPr>
                  <p:sp>
                    <p:nvSpPr>
                      <p:cNvPr id="11270" name="Arc 11269">
                        <a:extLst>
                          <a:ext uri="{FF2B5EF4-FFF2-40B4-BE49-F238E27FC236}">
                            <a16:creationId xmlns:a16="http://schemas.microsoft.com/office/drawing/2014/main" id="{C5CC1019-2746-143D-92B8-02F97E446FA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271" name="Arc 11270">
                        <a:extLst>
                          <a:ext uri="{FF2B5EF4-FFF2-40B4-BE49-F238E27FC236}">
                            <a16:creationId xmlns:a16="http://schemas.microsoft.com/office/drawing/2014/main" id="{2BC8B3E2-CDAE-1C77-E906-3D04B629752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266" name="Group 11265">
                      <a:extLst>
                        <a:ext uri="{FF2B5EF4-FFF2-40B4-BE49-F238E27FC236}">
                          <a16:creationId xmlns:a16="http://schemas.microsoft.com/office/drawing/2014/main" id="{A01CB999-01F1-9955-D5B5-6564F7C434F3}"/>
                        </a:ext>
                      </a:extLst>
                    </p:cNvPr>
                    <p:cNvGrpSpPr/>
                    <p:nvPr/>
                  </p:nvGrpSpPr>
                  <p:grpSpPr>
                    <a:xfrm rot="7200000">
                      <a:off x="5265196" y="3932619"/>
                      <a:ext cx="393192" cy="393192"/>
                      <a:chOff x="5354637" y="3446463"/>
                      <a:chExt cx="214313" cy="214313"/>
                    </a:xfrm>
                  </p:grpSpPr>
                  <p:sp>
                    <p:nvSpPr>
                      <p:cNvPr id="11268" name="Arc 11267">
                        <a:extLst>
                          <a:ext uri="{FF2B5EF4-FFF2-40B4-BE49-F238E27FC236}">
                            <a16:creationId xmlns:a16="http://schemas.microsoft.com/office/drawing/2014/main" id="{90596F2D-6C1E-77D5-89A6-A62069F4790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269" name="Arc 11268">
                        <a:extLst>
                          <a:ext uri="{FF2B5EF4-FFF2-40B4-BE49-F238E27FC236}">
                            <a16:creationId xmlns:a16="http://schemas.microsoft.com/office/drawing/2014/main" id="{09CBF633-DBE4-DB6C-5D88-6AC92693E78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267" name="TextBox 11266">
                      <a:extLst>
                        <a:ext uri="{FF2B5EF4-FFF2-40B4-BE49-F238E27FC236}">
                          <a16:creationId xmlns:a16="http://schemas.microsoft.com/office/drawing/2014/main" id="{637C2590-7A90-9436-61EF-F56938ECEE5B}"/>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1241" name="Group 11240">
                    <a:extLst>
                      <a:ext uri="{FF2B5EF4-FFF2-40B4-BE49-F238E27FC236}">
                        <a16:creationId xmlns:a16="http://schemas.microsoft.com/office/drawing/2014/main" id="{B8FD1F1B-0099-07B6-5BE2-FAE67564804E}"/>
                      </a:ext>
                    </a:extLst>
                  </p:cNvPr>
                  <p:cNvGrpSpPr/>
                  <p:nvPr/>
                </p:nvGrpSpPr>
                <p:grpSpPr>
                  <a:xfrm>
                    <a:off x="6512463" y="3525040"/>
                    <a:ext cx="393192" cy="393192"/>
                    <a:chOff x="6389147" y="3357021"/>
                    <a:chExt cx="393192" cy="393192"/>
                  </a:xfrm>
                </p:grpSpPr>
                <p:grpSp>
                  <p:nvGrpSpPr>
                    <p:cNvPr id="11253" name="Group 11252">
                      <a:extLst>
                        <a:ext uri="{FF2B5EF4-FFF2-40B4-BE49-F238E27FC236}">
                          <a16:creationId xmlns:a16="http://schemas.microsoft.com/office/drawing/2014/main" id="{6E00EE85-806B-9C2A-926D-24BC99977B4D}"/>
                        </a:ext>
                      </a:extLst>
                    </p:cNvPr>
                    <p:cNvGrpSpPr/>
                    <p:nvPr/>
                  </p:nvGrpSpPr>
                  <p:grpSpPr>
                    <a:xfrm rot="7200000" flipH="1">
                      <a:off x="6389147" y="3357021"/>
                      <a:ext cx="393192" cy="393192"/>
                      <a:chOff x="5354637" y="3446463"/>
                      <a:chExt cx="214313" cy="214313"/>
                    </a:xfrm>
                  </p:grpSpPr>
                  <p:sp>
                    <p:nvSpPr>
                      <p:cNvPr id="11262" name="Arc 11261">
                        <a:extLst>
                          <a:ext uri="{FF2B5EF4-FFF2-40B4-BE49-F238E27FC236}">
                            <a16:creationId xmlns:a16="http://schemas.microsoft.com/office/drawing/2014/main" id="{5FD28EAD-632D-BDB7-00E5-7405D78942E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263" name="Arc 11262">
                        <a:extLst>
                          <a:ext uri="{FF2B5EF4-FFF2-40B4-BE49-F238E27FC236}">
                            <a16:creationId xmlns:a16="http://schemas.microsoft.com/office/drawing/2014/main" id="{FCFD3825-B4AD-11E3-86B6-B7C26108621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254" name="Group 11253">
                      <a:extLst>
                        <a:ext uri="{FF2B5EF4-FFF2-40B4-BE49-F238E27FC236}">
                          <a16:creationId xmlns:a16="http://schemas.microsoft.com/office/drawing/2014/main" id="{F22F8C58-C84F-A932-D238-76EC69B30E9E}"/>
                        </a:ext>
                      </a:extLst>
                    </p:cNvPr>
                    <p:cNvGrpSpPr/>
                    <p:nvPr/>
                  </p:nvGrpSpPr>
                  <p:grpSpPr>
                    <a:xfrm>
                      <a:off x="6434137" y="3402011"/>
                      <a:ext cx="303213" cy="303213"/>
                      <a:chOff x="6434137" y="3402011"/>
                      <a:chExt cx="303213" cy="303213"/>
                    </a:xfrm>
                  </p:grpSpPr>
                  <p:grpSp>
                    <p:nvGrpSpPr>
                      <p:cNvPr id="11255" name="Group 11254">
                        <a:extLst>
                          <a:ext uri="{FF2B5EF4-FFF2-40B4-BE49-F238E27FC236}">
                            <a16:creationId xmlns:a16="http://schemas.microsoft.com/office/drawing/2014/main" id="{7BC14627-0669-429D-00D5-DDCBA4AA7125}"/>
                          </a:ext>
                        </a:extLst>
                      </p:cNvPr>
                      <p:cNvGrpSpPr/>
                      <p:nvPr/>
                    </p:nvGrpSpPr>
                    <p:grpSpPr>
                      <a:xfrm flipH="1">
                        <a:off x="6478587" y="3446461"/>
                        <a:ext cx="214313" cy="214313"/>
                        <a:chOff x="5354637" y="3446463"/>
                        <a:chExt cx="214313" cy="214313"/>
                      </a:xfrm>
                    </p:grpSpPr>
                    <p:sp>
                      <p:nvSpPr>
                        <p:cNvPr id="11260" name="Arc 11259">
                          <a:extLst>
                            <a:ext uri="{FF2B5EF4-FFF2-40B4-BE49-F238E27FC236}">
                              <a16:creationId xmlns:a16="http://schemas.microsoft.com/office/drawing/2014/main" id="{A4B53E6D-6416-C2AF-170A-13BAAF635E4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261" name="Arc 11260">
                          <a:extLst>
                            <a:ext uri="{FF2B5EF4-FFF2-40B4-BE49-F238E27FC236}">
                              <a16:creationId xmlns:a16="http://schemas.microsoft.com/office/drawing/2014/main" id="{CBCFC1C0-778A-6D38-C360-F93146F2137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256" name="Group 11255">
                        <a:extLst>
                          <a:ext uri="{FF2B5EF4-FFF2-40B4-BE49-F238E27FC236}">
                            <a16:creationId xmlns:a16="http://schemas.microsoft.com/office/drawing/2014/main" id="{5DC27F7C-D7C1-740F-B9D8-2D1E9B625D06}"/>
                          </a:ext>
                        </a:extLst>
                      </p:cNvPr>
                      <p:cNvGrpSpPr/>
                      <p:nvPr/>
                    </p:nvGrpSpPr>
                    <p:grpSpPr>
                      <a:xfrm rot="14400000" flipH="1">
                        <a:off x="6434137" y="3402011"/>
                        <a:ext cx="303213" cy="303213"/>
                        <a:chOff x="5354637" y="3446463"/>
                        <a:chExt cx="214313" cy="214313"/>
                      </a:xfrm>
                    </p:grpSpPr>
                    <p:sp>
                      <p:nvSpPr>
                        <p:cNvPr id="11258" name="Arc 11257">
                          <a:extLst>
                            <a:ext uri="{FF2B5EF4-FFF2-40B4-BE49-F238E27FC236}">
                              <a16:creationId xmlns:a16="http://schemas.microsoft.com/office/drawing/2014/main" id="{0CC3C43B-ABC5-D202-072F-F45E7DD2D1B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259" name="Arc 11258">
                          <a:extLst>
                            <a:ext uri="{FF2B5EF4-FFF2-40B4-BE49-F238E27FC236}">
                              <a16:creationId xmlns:a16="http://schemas.microsoft.com/office/drawing/2014/main" id="{46FAAB0F-4796-BCA2-C544-7D9D059D536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257" name="TextBox 11256">
                        <a:extLst>
                          <a:ext uri="{FF2B5EF4-FFF2-40B4-BE49-F238E27FC236}">
                            <a16:creationId xmlns:a16="http://schemas.microsoft.com/office/drawing/2014/main" id="{5190BFC6-08B8-F52D-E231-7CF0EBB14A1E}"/>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242" name="Group 11241">
                    <a:extLst>
                      <a:ext uri="{FF2B5EF4-FFF2-40B4-BE49-F238E27FC236}">
                        <a16:creationId xmlns:a16="http://schemas.microsoft.com/office/drawing/2014/main" id="{BCD68A63-639F-DF1A-045F-ED43FA6ED7FE}"/>
                      </a:ext>
                    </a:extLst>
                  </p:cNvPr>
                  <p:cNvGrpSpPr/>
                  <p:nvPr/>
                </p:nvGrpSpPr>
                <p:grpSpPr>
                  <a:xfrm>
                    <a:off x="6197413" y="3225768"/>
                    <a:ext cx="393192" cy="393192"/>
                    <a:chOff x="6389147" y="3932622"/>
                    <a:chExt cx="393192" cy="393192"/>
                  </a:xfrm>
                </p:grpSpPr>
                <p:grpSp>
                  <p:nvGrpSpPr>
                    <p:cNvPr id="11243" name="Group 11242">
                      <a:extLst>
                        <a:ext uri="{FF2B5EF4-FFF2-40B4-BE49-F238E27FC236}">
                          <a16:creationId xmlns:a16="http://schemas.microsoft.com/office/drawing/2014/main" id="{A0FC4D6A-4A4C-394A-23BA-EC09B79EB5C4}"/>
                        </a:ext>
                      </a:extLst>
                    </p:cNvPr>
                    <p:cNvGrpSpPr/>
                    <p:nvPr/>
                  </p:nvGrpSpPr>
                  <p:grpSpPr>
                    <a:xfrm flipH="1">
                      <a:off x="6478587" y="4022061"/>
                      <a:ext cx="214313" cy="214313"/>
                      <a:chOff x="5354637" y="3446463"/>
                      <a:chExt cx="214313" cy="214313"/>
                    </a:xfrm>
                  </p:grpSpPr>
                  <p:sp>
                    <p:nvSpPr>
                      <p:cNvPr id="11251" name="Arc 11250">
                        <a:extLst>
                          <a:ext uri="{FF2B5EF4-FFF2-40B4-BE49-F238E27FC236}">
                            <a16:creationId xmlns:a16="http://schemas.microsoft.com/office/drawing/2014/main" id="{7225371B-7698-2DD2-95A6-F6D602199FD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252" name="Arc 11251">
                        <a:extLst>
                          <a:ext uri="{FF2B5EF4-FFF2-40B4-BE49-F238E27FC236}">
                            <a16:creationId xmlns:a16="http://schemas.microsoft.com/office/drawing/2014/main" id="{163FFD42-8A46-B896-712E-11CD790557D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244" name="Group 11243">
                      <a:extLst>
                        <a:ext uri="{FF2B5EF4-FFF2-40B4-BE49-F238E27FC236}">
                          <a16:creationId xmlns:a16="http://schemas.microsoft.com/office/drawing/2014/main" id="{5D8D9FC1-723B-392B-01BF-6ED7A4D90769}"/>
                        </a:ext>
                      </a:extLst>
                    </p:cNvPr>
                    <p:cNvGrpSpPr/>
                    <p:nvPr/>
                  </p:nvGrpSpPr>
                  <p:grpSpPr>
                    <a:xfrm rot="7200000" flipH="1">
                      <a:off x="6434137" y="3977611"/>
                      <a:ext cx="303213" cy="303213"/>
                      <a:chOff x="5354637" y="3446463"/>
                      <a:chExt cx="214313" cy="214313"/>
                    </a:xfrm>
                  </p:grpSpPr>
                  <p:sp>
                    <p:nvSpPr>
                      <p:cNvPr id="11249" name="Arc 11248">
                        <a:extLst>
                          <a:ext uri="{FF2B5EF4-FFF2-40B4-BE49-F238E27FC236}">
                            <a16:creationId xmlns:a16="http://schemas.microsoft.com/office/drawing/2014/main" id="{81DF7F34-BC55-FE2A-A821-0BB3F76F5D0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250" name="Arc 11249">
                        <a:extLst>
                          <a:ext uri="{FF2B5EF4-FFF2-40B4-BE49-F238E27FC236}">
                            <a16:creationId xmlns:a16="http://schemas.microsoft.com/office/drawing/2014/main" id="{960ED53F-F6BB-8928-8527-4E6F03707A8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245" name="Group 11244">
                      <a:extLst>
                        <a:ext uri="{FF2B5EF4-FFF2-40B4-BE49-F238E27FC236}">
                          <a16:creationId xmlns:a16="http://schemas.microsoft.com/office/drawing/2014/main" id="{F06BF5FD-D4A8-82ED-C27C-577A922F207F}"/>
                        </a:ext>
                      </a:extLst>
                    </p:cNvPr>
                    <p:cNvGrpSpPr/>
                    <p:nvPr/>
                  </p:nvGrpSpPr>
                  <p:grpSpPr>
                    <a:xfrm rot="14400000" flipH="1">
                      <a:off x="6389147" y="3932622"/>
                      <a:ext cx="393192" cy="393192"/>
                      <a:chOff x="5354637" y="3446463"/>
                      <a:chExt cx="214313" cy="214313"/>
                    </a:xfrm>
                  </p:grpSpPr>
                  <p:sp>
                    <p:nvSpPr>
                      <p:cNvPr id="11247" name="Arc 11246">
                        <a:extLst>
                          <a:ext uri="{FF2B5EF4-FFF2-40B4-BE49-F238E27FC236}">
                            <a16:creationId xmlns:a16="http://schemas.microsoft.com/office/drawing/2014/main" id="{054373BF-0F5F-E0E1-08BE-B1D9CAB2523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248" name="Arc 11247">
                        <a:extLst>
                          <a:ext uri="{FF2B5EF4-FFF2-40B4-BE49-F238E27FC236}">
                            <a16:creationId xmlns:a16="http://schemas.microsoft.com/office/drawing/2014/main" id="{CEE69CA3-8DB7-EF51-5B83-7CE89A5968B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246" name="TextBox 11245">
                      <a:extLst>
                        <a:ext uri="{FF2B5EF4-FFF2-40B4-BE49-F238E27FC236}">
                          <a16:creationId xmlns:a16="http://schemas.microsoft.com/office/drawing/2014/main" id="{76EB260D-D7D3-0FA4-C1D7-9F2510A0D89E}"/>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192" name="Group 11191">
                  <a:extLst>
                    <a:ext uri="{FF2B5EF4-FFF2-40B4-BE49-F238E27FC236}">
                      <a16:creationId xmlns:a16="http://schemas.microsoft.com/office/drawing/2014/main" id="{4B1DF9A7-AF76-E1A1-4953-25F388683B6A}"/>
                    </a:ext>
                  </a:extLst>
                </p:cNvPr>
                <p:cNvGrpSpPr/>
                <p:nvPr/>
              </p:nvGrpSpPr>
              <p:grpSpPr>
                <a:xfrm>
                  <a:off x="6069086" y="3246228"/>
                  <a:ext cx="1019224" cy="991639"/>
                  <a:chOff x="5886431" y="3225768"/>
                  <a:chExt cx="1019224" cy="991639"/>
                </a:xfrm>
              </p:grpSpPr>
              <p:grpSp>
                <p:nvGrpSpPr>
                  <p:cNvPr id="11193" name="Group 11192">
                    <a:extLst>
                      <a:ext uri="{FF2B5EF4-FFF2-40B4-BE49-F238E27FC236}">
                        <a16:creationId xmlns:a16="http://schemas.microsoft.com/office/drawing/2014/main" id="{FDD09F8F-3DFC-E239-9004-D32453C15557}"/>
                      </a:ext>
                    </a:extLst>
                  </p:cNvPr>
                  <p:cNvGrpSpPr/>
                  <p:nvPr/>
                </p:nvGrpSpPr>
                <p:grpSpPr>
                  <a:xfrm>
                    <a:off x="6197413" y="3824215"/>
                    <a:ext cx="393192" cy="393192"/>
                    <a:chOff x="5265196" y="3357021"/>
                    <a:chExt cx="393192" cy="393192"/>
                  </a:xfrm>
                </p:grpSpPr>
                <p:grpSp>
                  <p:nvGrpSpPr>
                    <p:cNvPr id="11228" name="Group 11227">
                      <a:extLst>
                        <a:ext uri="{FF2B5EF4-FFF2-40B4-BE49-F238E27FC236}">
                          <a16:creationId xmlns:a16="http://schemas.microsoft.com/office/drawing/2014/main" id="{55B4EEDF-E96D-E240-2297-CBA8746BC061}"/>
                        </a:ext>
                      </a:extLst>
                    </p:cNvPr>
                    <p:cNvGrpSpPr/>
                    <p:nvPr/>
                  </p:nvGrpSpPr>
                  <p:grpSpPr>
                    <a:xfrm rot="14400000">
                      <a:off x="5265196" y="3357021"/>
                      <a:ext cx="393192" cy="393192"/>
                      <a:chOff x="5354637" y="3446463"/>
                      <a:chExt cx="214313" cy="214313"/>
                    </a:xfrm>
                  </p:grpSpPr>
                  <p:sp>
                    <p:nvSpPr>
                      <p:cNvPr id="11237" name="Arc 11236">
                        <a:extLst>
                          <a:ext uri="{FF2B5EF4-FFF2-40B4-BE49-F238E27FC236}">
                            <a16:creationId xmlns:a16="http://schemas.microsoft.com/office/drawing/2014/main" id="{FF69B854-0C21-6C78-C87E-19B9BE58411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238" name="Arc 11237">
                        <a:extLst>
                          <a:ext uri="{FF2B5EF4-FFF2-40B4-BE49-F238E27FC236}">
                            <a16:creationId xmlns:a16="http://schemas.microsoft.com/office/drawing/2014/main" id="{87CB97DD-FAAB-83C9-FAD8-2E21CA8342E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229" name="Group 11228">
                      <a:extLst>
                        <a:ext uri="{FF2B5EF4-FFF2-40B4-BE49-F238E27FC236}">
                          <a16:creationId xmlns:a16="http://schemas.microsoft.com/office/drawing/2014/main" id="{B06BCB3D-7BCF-A526-EFE9-9851F85A9401}"/>
                        </a:ext>
                      </a:extLst>
                    </p:cNvPr>
                    <p:cNvGrpSpPr/>
                    <p:nvPr/>
                  </p:nvGrpSpPr>
                  <p:grpSpPr>
                    <a:xfrm>
                      <a:off x="5310186" y="3402011"/>
                      <a:ext cx="303213" cy="303213"/>
                      <a:chOff x="5310186" y="3402011"/>
                      <a:chExt cx="303213" cy="303213"/>
                    </a:xfrm>
                  </p:grpSpPr>
                  <p:grpSp>
                    <p:nvGrpSpPr>
                      <p:cNvPr id="11230" name="Group 11229">
                        <a:extLst>
                          <a:ext uri="{FF2B5EF4-FFF2-40B4-BE49-F238E27FC236}">
                            <a16:creationId xmlns:a16="http://schemas.microsoft.com/office/drawing/2014/main" id="{DAE6EDB6-18B2-7B88-C5CF-2CBF250E57AC}"/>
                          </a:ext>
                        </a:extLst>
                      </p:cNvPr>
                      <p:cNvGrpSpPr/>
                      <p:nvPr/>
                    </p:nvGrpSpPr>
                    <p:grpSpPr>
                      <a:xfrm>
                        <a:off x="5354636" y="3446461"/>
                        <a:ext cx="214313" cy="214313"/>
                        <a:chOff x="5354637" y="3446463"/>
                        <a:chExt cx="214313" cy="214313"/>
                      </a:xfrm>
                    </p:grpSpPr>
                    <p:sp>
                      <p:nvSpPr>
                        <p:cNvPr id="11235" name="Arc 11234">
                          <a:extLst>
                            <a:ext uri="{FF2B5EF4-FFF2-40B4-BE49-F238E27FC236}">
                              <a16:creationId xmlns:a16="http://schemas.microsoft.com/office/drawing/2014/main" id="{FAA46DF6-DC4A-DD23-9681-78ACAD6046F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236" name="Arc 11235">
                          <a:extLst>
                            <a:ext uri="{FF2B5EF4-FFF2-40B4-BE49-F238E27FC236}">
                              <a16:creationId xmlns:a16="http://schemas.microsoft.com/office/drawing/2014/main" id="{0E3C149C-8296-A01F-3223-A45F56D29C0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231" name="Group 11230">
                        <a:extLst>
                          <a:ext uri="{FF2B5EF4-FFF2-40B4-BE49-F238E27FC236}">
                            <a16:creationId xmlns:a16="http://schemas.microsoft.com/office/drawing/2014/main" id="{CC980F09-45AF-296F-DD60-0356CF3798BF}"/>
                          </a:ext>
                        </a:extLst>
                      </p:cNvPr>
                      <p:cNvGrpSpPr/>
                      <p:nvPr/>
                    </p:nvGrpSpPr>
                    <p:grpSpPr>
                      <a:xfrm rot="7200000">
                        <a:off x="5310186" y="3402011"/>
                        <a:ext cx="303213" cy="303213"/>
                        <a:chOff x="5354637" y="3446463"/>
                        <a:chExt cx="214313" cy="214313"/>
                      </a:xfrm>
                    </p:grpSpPr>
                    <p:sp>
                      <p:nvSpPr>
                        <p:cNvPr id="11233" name="Arc 11232">
                          <a:extLst>
                            <a:ext uri="{FF2B5EF4-FFF2-40B4-BE49-F238E27FC236}">
                              <a16:creationId xmlns:a16="http://schemas.microsoft.com/office/drawing/2014/main" id="{E517D5CF-FE5A-6A7A-0F1F-BAAB58A339F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234" name="Arc 11233">
                          <a:extLst>
                            <a:ext uri="{FF2B5EF4-FFF2-40B4-BE49-F238E27FC236}">
                              <a16:creationId xmlns:a16="http://schemas.microsoft.com/office/drawing/2014/main" id="{C7ADC6CF-6BE7-C1E7-7629-7EBF4D8A475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232" name="TextBox 11231">
                        <a:extLst>
                          <a:ext uri="{FF2B5EF4-FFF2-40B4-BE49-F238E27FC236}">
                            <a16:creationId xmlns:a16="http://schemas.microsoft.com/office/drawing/2014/main" id="{DC608CED-DE43-3306-7E80-B7BD048782AF}"/>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194" name="Group 11193">
                    <a:extLst>
                      <a:ext uri="{FF2B5EF4-FFF2-40B4-BE49-F238E27FC236}">
                        <a16:creationId xmlns:a16="http://schemas.microsoft.com/office/drawing/2014/main" id="{E262B888-212D-A1D1-DC3C-E0971F886CF5}"/>
                      </a:ext>
                    </a:extLst>
                  </p:cNvPr>
                  <p:cNvGrpSpPr/>
                  <p:nvPr/>
                </p:nvGrpSpPr>
                <p:grpSpPr>
                  <a:xfrm>
                    <a:off x="5886431" y="3525040"/>
                    <a:ext cx="393192" cy="393192"/>
                    <a:chOff x="5265196" y="3932619"/>
                    <a:chExt cx="393192" cy="393192"/>
                  </a:xfrm>
                </p:grpSpPr>
                <p:grpSp>
                  <p:nvGrpSpPr>
                    <p:cNvPr id="11218" name="Group 11217">
                      <a:extLst>
                        <a:ext uri="{FF2B5EF4-FFF2-40B4-BE49-F238E27FC236}">
                          <a16:creationId xmlns:a16="http://schemas.microsoft.com/office/drawing/2014/main" id="{12F23AA2-22C5-EEE5-55FA-CEE6C13F9C06}"/>
                        </a:ext>
                      </a:extLst>
                    </p:cNvPr>
                    <p:cNvGrpSpPr/>
                    <p:nvPr/>
                  </p:nvGrpSpPr>
                  <p:grpSpPr>
                    <a:xfrm>
                      <a:off x="5354636" y="4022061"/>
                      <a:ext cx="214313" cy="214313"/>
                      <a:chOff x="5354637" y="3446463"/>
                      <a:chExt cx="214313" cy="214313"/>
                    </a:xfrm>
                  </p:grpSpPr>
                  <p:sp>
                    <p:nvSpPr>
                      <p:cNvPr id="11226" name="Arc 11225">
                        <a:extLst>
                          <a:ext uri="{FF2B5EF4-FFF2-40B4-BE49-F238E27FC236}">
                            <a16:creationId xmlns:a16="http://schemas.microsoft.com/office/drawing/2014/main" id="{3538A83B-EF1B-DB35-6AEF-E4382348F85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227" name="Arc 11226">
                        <a:extLst>
                          <a:ext uri="{FF2B5EF4-FFF2-40B4-BE49-F238E27FC236}">
                            <a16:creationId xmlns:a16="http://schemas.microsoft.com/office/drawing/2014/main" id="{16081902-7DEA-E852-B667-D3395ECEB5C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219" name="Group 11218">
                      <a:extLst>
                        <a:ext uri="{FF2B5EF4-FFF2-40B4-BE49-F238E27FC236}">
                          <a16:creationId xmlns:a16="http://schemas.microsoft.com/office/drawing/2014/main" id="{54A414B7-193B-4B15-8481-58ACAE55FE24}"/>
                        </a:ext>
                      </a:extLst>
                    </p:cNvPr>
                    <p:cNvGrpSpPr/>
                    <p:nvPr/>
                  </p:nvGrpSpPr>
                  <p:grpSpPr>
                    <a:xfrm rot="14400000">
                      <a:off x="5310186" y="3977611"/>
                      <a:ext cx="303213" cy="303213"/>
                      <a:chOff x="5354637" y="3446463"/>
                      <a:chExt cx="214313" cy="214313"/>
                    </a:xfrm>
                  </p:grpSpPr>
                  <p:sp>
                    <p:nvSpPr>
                      <p:cNvPr id="11224" name="Arc 11223">
                        <a:extLst>
                          <a:ext uri="{FF2B5EF4-FFF2-40B4-BE49-F238E27FC236}">
                            <a16:creationId xmlns:a16="http://schemas.microsoft.com/office/drawing/2014/main" id="{894ED584-672C-09BF-F79D-13A1357A562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225" name="Arc 11224">
                        <a:extLst>
                          <a:ext uri="{FF2B5EF4-FFF2-40B4-BE49-F238E27FC236}">
                            <a16:creationId xmlns:a16="http://schemas.microsoft.com/office/drawing/2014/main" id="{1A689FDA-D92B-BBDA-753A-414C97FE392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220" name="Group 11219">
                      <a:extLst>
                        <a:ext uri="{FF2B5EF4-FFF2-40B4-BE49-F238E27FC236}">
                          <a16:creationId xmlns:a16="http://schemas.microsoft.com/office/drawing/2014/main" id="{C1FD42CA-4D49-0A13-31B3-E6F2BF1BF0F7}"/>
                        </a:ext>
                      </a:extLst>
                    </p:cNvPr>
                    <p:cNvGrpSpPr/>
                    <p:nvPr/>
                  </p:nvGrpSpPr>
                  <p:grpSpPr>
                    <a:xfrm rot="7200000">
                      <a:off x="5265196" y="3932619"/>
                      <a:ext cx="393192" cy="393192"/>
                      <a:chOff x="5354637" y="3446463"/>
                      <a:chExt cx="214313" cy="214313"/>
                    </a:xfrm>
                  </p:grpSpPr>
                  <p:sp>
                    <p:nvSpPr>
                      <p:cNvPr id="11222" name="Arc 11221">
                        <a:extLst>
                          <a:ext uri="{FF2B5EF4-FFF2-40B4-BE49-F238E27FC236}">
                            <a16:creationId xmlns:a16="http://schemas.microsoft.com/office/drawing/2014/main" id="{46F07C71-9254-752F-B4AB-61A88948ACC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223" name="Arc 11222">
                        <a:extLst>
                          <a:ext uri="{FF2B5EF4-FFF2-40B4-BE49-F238E27FC236}">
                            <a16:creationId xmlns:a16="http://schemas.microsoft.com/office/drawing/2014/main" id="{39F3948B-7E92-7CA0-4BB9-8319FC53096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221" name="TextBox 11220">
                      <a:extLst>
                        <a:ext uri="{FF2B5EF4-FFF2-40B4-BE49-F238E27FC236}">
                          <a16:creationId xmlns:a16="http://schemas.microsoft.com/office/drawing/2014/main" id="{DE5CD174-2173-6B29-0AD0-460C7585ADAA}"/>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1195" name="Group 11194">
                    <a:extLst>
                      <a:ext uri="{FF2B5EF4-FFF2-40B4-BE49-F238E27FC236}">
                        <a16:creationId xmlns:a16="http://schemas.microsoft.com/office/drawing/2014/main" id="{D759B8B4-6A83-9030-F94F-D4EDCF4663C6}"/>
                      </a:ext>
                    </a:extLst>
                  </p:cNvPr>
                  <p:cNvGrpSpPr/>
                  <p:nvPr/>
                </p:nvGrpSpPr>
                <p:grpSpPr>
                  <a:xfrm>
                    <a:off x="6512463" y="3525040"/>
                    <a:ext cx="393192" cy="393192"/>
                    <a:chOff x="6389147" y="3357021"/>
                    <a:chExt cx="393192" cy="393192"/>
                  </a:xfrm>
                </p:grpSpPr>
                <p:grpSp>
                  <p:nvGrpSpPr>
                    <p:cNvPr id="11207" name="Group 11206">
                      <a:extLst>
                        <a:ext uri="{FF2B5EF4-FFF2-40B4-BE49-F238E27FC236}">
                          <a16:creationId xmlns:a16="http://schemas.microsoft.com/office/drawing/2014/main" id="{EB63EAD5-9E1A-A1A9-F77D-B5D2E73FACAB}"/>
                        </a:ext>
                      </a:extLst>
                    </p:cNvPr>
                    <p:cNvGrpSpPr/>
                    <p:nvPr/>
                  </p:nvGrpSpPr>
                  <p:grpSpPr>
                    <a:xfrm rot="7200000" flipH="1">
                      <a:off x="6389147" y="3357021"/>
                      <a:ext cx="393192" cy="393192"/>
                      <a:chOff x="5354637" y="3446463"/>
                      <a:chExt cx="214313" cy="214313"/>
                    </a:xfrm>
                  </p:grpSpPr>
                  <p:sp>
                    <p:nvSpPr>
                      <p:cNvPr id="11216" name="Arc 11215">
                        <a:extLst>
                          <a:ext uri="{FF2B5EF4-FFF2-40B4-BE49-F238E27FC236}">
                            <a16:creationId xmlns:a16="http://schemas.microsoft.com/office/drawing/2014/main" id="{FD6B014E-D432-AFF2-F947-F98E8FC6B37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217" name="Arc 11216">
                        <a:extLst>
                          <a:ext uri="{FF2B5EF4-FFF2-40B4-BE49-F238E27FC236}">
                            <a16:creationId xmlns:a16="http://schemas.microsoft.com/office/drawing/2014/main" id="{4B3E0981-38FA-C69C-D152-7211EFF6BD1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208" name="Group 11207">
                      <a:extLst>
                        <a:ext uri="{FF2B5EF4-FFF2-40B4-BE49-F238E27FC236}">
                          <a16:creationId xmlns:a16="http://schemas.microsoft.com/office/drawing/2014/main" id="{E4AFCFC4-CFFE-A28C-D652-7BD2E3F21615}"/>
                        </a:ext>
                      </a:extLst>
                    </p:cNvPr>
                    <p:cNvGrpSpPr/>
                    <p:nvPr/>
                  </p:nvGrpSpPr>
                  <p:grpSpPr>
                    <a:xfrm>
                      <a:off x="6434137" y="3402011"/>
                      <a:ext cx="303213" cy="303213"/>
                      <a:chOff x="6434137" y="3402011"/>
                      <a:chExt cx="303213" cy="303213"/>
                    </a:xfrm>
                  </p:grpSpPr>
                  <p:grpSp>
                    <p:nvGrpSpPr>
                      <p:cNvPr id="11209" name="Group 11208">
                        <a:extLst>
                          <a:ext uri="{FF2B5EF4-FFF2-40B4-BE49-F238E27FC236}">
                            <a16:creationId xmlns:a16="http://schemas.microsoft.com/office/drawing/2014/main" id="{B3AC8AC0-A3D9-C825-7E7E-4A83B601C6E3}"/>
                          </a:ext>
                        </a:extLst>
                      </p:cNvPr>
                      <p:cNvGrpSpPr/>
                      <p:nvPr/>
                    </p:nvGrpSpPr>
                    <p:grpSpPr>
                      <a:xfrm flipH="1">
                        <a:off x="6478587" y="3446461"/>
                        <a:ext cx="214313" cy="214313"/>
                        <a:chOff x="5354637" y="3446463"/>
                        <a:chExt cx="214313" cy="214313"/>
                      </a:xfrm>
                    </p:grpSpPr>
                    <p:sp>
                      <p:nvSpPr>
                        <p:cNvPr id="11214" name="Arc 11213">
                          <a:extLst>
                            <a:ext uri="{FF2B5EF4-FFF2-40B4-BE49-F238E27FC236}">
                              <a16:creationId xmlns:a16="http://schemas.microsoft.com/office/drawing/2014/main" id="{09D6FF30-30CE-DAC3-AEAB-EBA6F7E8177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215" name="Arc 11214">
                          <a:extLst>
                            <a:ext uri="{FF2B5EF4-FFF2-40B4-BE49-F238E27FC236}">
                              <a16:creationId xmlns:a16="http://schemas.microsoft.com/office/drawing/2014/main" id="{D5EC622B-0786-B7F5-6E7D-DC82CA6EBFA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210" name="Group 11209">
                        <a:extLst>
                          <a:ext uri="{FF2B5EF4-FFF2-40B4-BE49-F238E27FC236}">
                            <a16:creationId xmlns:a16="http://schemas.microsoft.com/office/drawing/2014/main" id="{A03A654F-A787-1B43-6FFC-2509137E1ECE}"/>
                          </a:ext>
                        </a:extLst>
                      </p:cNvPr>
                      <p:cNvGrpSpPr/>
                      <p:nvPr/>
                    </p:nvGrpSpPr>
                    <p:grpSpPr>
                      <a:xfrm rot="14400000" flipH="1">
                        <a:off x="6434137" y="3402011"/>
                        <a:ext cx="303213" cy="303213"/>
                        <a:chOff x="5354637" y="3446463"/>
                        <a:chExt cx="214313" cy="214313"/>
                      </a:xfrm>
                    </p:grpSpPr>
                    <p:sp>
                      <p:nvSpPr>
                        <p:cNvPr id="11212" name="Arc 11211">
                          <a:extLst>
                            <a:ext uri="{FF2B5EF4-FFF2-40B4-BE49-F238E27FC236}">
                              <a16:creationId xmlns:a16="http://schemas.microsoft.com/office/drawing/2014/main" id="{39CD2BF2-243C-2E34-0B03-C1A5F1D5ED7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213" name="Arc 11212">
                          <a:extLst>
                            <a:ext uri="{FF2B5EF4-FFF2-40B4-BE49-F238E27FC236}">
                              <a16:creationId xmlns:a16="http://schemas.microsoft.com/office/drawing/2014/main" id="{FE6EAE07-3E05-4DD0-20B5-FE8F93821D0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211" name="TextBox 11210">
                        <a:extLst>
                          <a:ext uri="{FF2B5EF4-FFF2-40B4-BE49-F238E27FC236}">
                            <a16:creationId xmlns:a16="http://schemas.microsoft.com/office/drawing/2014/main" id="{A363538C-9DFF-BB8B-3987-619FCB78AD8B}"/>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196" name="Group 11195">
                    <a:extLst>
                      <a:ext uri="{FF2B5EF4-FFF2-40B4-BE49-F238E27FC236}">
                        <a16:creationId xmlns:a16="http://schemas.microsoft.com/office/drawing/2014/main" id="{DEFF0E56-2A0F-D409-3ECA-D0B80BE85FCB}"/>
                      </a:ext>
                    </a:extLst>
                  </p:cNvPr>
                  <p:cNvGrpSpPr/>
                  <p:nvPr/>
                </p:nvGrpSpPr>
                <p:grpSpPr>
                  <a:xfrm>
                    <a:off x="6197413" y="3225768"/>
                    <a:ext cx="393192" cy="393192"/>
                    <a:chOff x="6389147" y="3932622"/>
                    <a:chExt cx="393192" cy="393192"/>
                  </a:xfrm>
                </p:grpSpPr>
                <p:grpSp>
                  <p:nvGrpSpPr>
                    <p:cNvPr id="11197" name="Group 11196">
                      <a:extLst>
                        <a:ext uri="{FF2B5EF4-FFF2-40B4-BE49-F238E27FC236}">
                          <a16:creationId xmlns:a16="http://schemas.microsoft.com/office/drawing/2014/main" id="{7D163CDA-FBAA-3665-D232-DC1EAC5ABA1C}"/>
                        </a:ext>
                      </a:extLst>
                    </p:cNvPr>
                    <p:cNvGrpSpPr/>
                    <p:nvPr/>
                  </p:nvGrpSpPr>
                  <p:grpSpPr>
                    <a:xfrm flipH="1">
                      <a:off x="6478587" y="4022061"/>
                      <a:ext cx="214313" cy="214313"/>
                      <a:chOff x="5354637" y="3446463"/>
                      <a:chExt cx="214313" cy="214313"/>
                    </a:xfrm>
                  </p:grpSpPr>
                  <p:sp>
                    <p:nvSpPr>
                      <p:cNvPr id="11205" name="Arc 11204">
                        <a:extLst>
                          <a:ext uri="{FF2B5EF4-FFF2-40B4-BE49-F238E27FC236}">
                            <a16:creationId xmlns:a16="http://schemas.microsoft.com/office/drawing/2014/main" id="{9533D1CB-A771-9FB7-0901-28B4483ADC9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206" name="Arc 11205">
                        <a:extLst>
                          <a:ext uri="{FF2B5EF4-FFF2-40B4-BE49-F238E27FC236}">
                            <a16:creationId xmlns:a16="http://schemas.microsoft.com/office/drawing/2014/main" id="{92314738-9D5C-A540-24BB-C4E8AB34421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198" name="Group 11197">
                      <a:extLst>
                        <a:ext uri="{FF2B5EF4-FFF2-40B4-BE49-F238E27FC236}">
                          <a16:creationId xmlns:a16="http://schemas.microsoft.com/office/drawing/2014/main" id="{49B76F2C-342E-AF89-DCF7-F8FCCBE67FAB}"/>
                        </a:ext>
                      </a:extLst>
                    </p:cNvPr>
                    <p:cNvGrpSpPr/>
                    <p:nvPr/>
                  </p:nvGrpSpPr>
                  <p:grpSpPr>
                    <a:xfrm rot="7200000" flipH="1">
                      <a:off x="6434137" y="3977611"/>
                      <a:ext cx="303213" cy="303213"/>
                      <a:chOff x="5354637" y="3446463"/>
                      <a:chExt cx="214313" cy="214313"/>
                    </a:xfrm>
                  </p:grpSpPr>
                  <p:sp>
                    <p:nvSpPr>
                      <p:cNvPr id="11203" name="Arc 11202">
                        <a:extLst>
                          <a:ext uri="{FF2B5EF4-FFF2-40B4-BE49-F238E27FC236}">
                            <a16:creationId xmlns:a16="http://schemas.microsoft.com/office/drawing/2014/main" id="{E5D954DE-1710-488E-1A60-A026D044359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204" name="Arc 11203">
                        <a:extLst>
                          <a:ext uri="{FF2B5EF4-FFF2-40B4-BE49-F238E27FC236}">
                            <a16:creationId xmlns:a16="http://schemas.microsoft.com/office/drawing/2014/main" id="{F6640FB6-432A-D86D-EE10-103C138663C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199" name="Group 11198">
                      <a:extLst>
                        <a:ext uri="{FF2B5EF4-FFF2-40B4-BE49-F238E27FC236}">
                          <a16:creationId xmlns:a16="http://schemas.microsoft.com/office/drawing/2014/main" id="{FB1E5DF0-22A2-B1B7-0FA2-6F4714F653E3}"/>
                        </a:ext>
                      </a:extLst>
                    </p:cNvPr>
                    <p:cNvGrpSpPr/>
                    <p:nvPr/>
                  </p:nvGrpSpPr>
                  <p:grpSpPr>
                    <a:xfrm rot="14400000" flipH="1">
                      <a:off x="6389147" y="3932622"/>
                      <a:ext cx="393192" cy="393192"/>
                      <a:chOff x="5354637" y="3446463"/>
                      <a:chExt cx="214313" cy="214313"/>
                    </a:xfrm>
                  </p:grpSpPr>
                  <p:sp>
                    <p:nvSpPr>
                      <p:cNvPr id="11201" name="Arc 11200">
                        <a:extLst>
                          <a:ext uri="{FF2B5EF4-FFF2-40B4-BE49-F238E27FC236}">
                            <a16:creationId xmlns:a16="http://schemas.microsoft.com/office/drawing/2014/main" id="{9B787B60-E6DD-DEA3-61B8-ED20EF95815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202" name="Arc 11201">
                        <a:extLst>
                          <a:ext uri="{FF2B5EF4-FFF2-40B4-BE49-F238E27FC236}">
                            <a16:creationId xmlns:a16="http://schemas.microsoft.com/office/drawing/2014/main" id="{1128CBE2-C1A1-6BD0-7347-FE0D04AE1DA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200" name="TextBox 11199">
                      <a:extLst>
                        <a:ext uri="{FF2B5EF4-FFF2-40B4-BE49-F238E27FC236}">
                          <a16:creationId xmlns:a16="http://schemas.microsoft.com/office/drawing/2014/main" id="{9BF1C1BA-A671-081D-5D3E-19D9AD5D2BB5}"/>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1096" name="Group 11095">
                <a:extLst>
                  <a:ext uri="{FF2B5EF4-FFF2-40B4-BE49-F238E27FC236}">
                    <a16:creationId xmlns:a16="http://schemas.microsoft.com/office/drawing/2014/main" id="{CB0421DF-2534-7E06-45E8-9C35A81894D5}"/>
                  </a:ext>
                </a:extLst>
              </p:cNvPr>
              <p:cNvGrpSpPr/>
              <p:nvPr/>
            </p:nvGrpSpPr>
            <p:grpSpPr>
              <a:xfrm>
                <a:off x="6065340" y="2039507"/>
                <a:ext cx="1643204" cy="1593124"/>
                <a:chOff x="5445106" y="2644743"/>
                <a:chExt cx="1643204" cy="1593124"/>
              </a:xfrm>
            </p:grpSpPr>
            <p:grpSp>
              <p:nvGrpSpPr>
                <p:cNvPr id="11097" name="Group 11096">
                  <a:extLst>
                    <a:ext uri="{FF2B5EF4-FFF2-40B4-BE49-F238E27FC236}">
                      <a16:creationId xmlns:a16="http://schemas.microsoft.com/office/drawing/2014/main" id="{5F25DB4F-D2E1-9B9C-A6EE-26D3773D2E1F}"/>
                    </a:ext>
                  </a:extLst>
                </p:cNvPr>
                <p:cNvGrpSpPr/>
                <p:nvPr/>
              </p:nvGrpSpPr>
              <p:grpSpPr>
                <a:xfrm>
                  <a:off x="5445106" y="2644743"/>
                  <a:ext cx="1019224" cy="991639"/>
                  <a:chOff x="5886431" y="3225768"/>
                  <a:chExt cx="1019224" cy="991639"/>
                </a:xfrm>
              </p:grpSpPr>
              <p:grpSp>
                <p:nvGrpSpPr>
                  <p:cNvPr id="11145" name="Group 11144">
                    <a:extLst>
                      <a:ext uri="{FF2B5EF4-FFF2-40B4-BE49-F238E27FC236}">
                        <a16:creationId xmlns:a16="http://schemas.microsoft.com/office/drawing/2014/main" id="{7E96B948-96E3-5797-1EA1-C1B01C043B88}"/>
                      </a:ext>
                    </a:extLst>
                  </p:cNvPr>
                  <p:cNvGrpSpPr/>
                  <p:nvPr/>
                </p:nvGrpSpPr>
                <p:grpSpPr>
                  <a:xfrm>
                    <a:off x="6197413" y="3824215"/>
                    <a:ext cx="393192" cy="393192"/>
                    <a:chOff x="5265196" y="3357021"/>
                    <a:chExt cx="393192" cy="393192"/>
                  </a:xfrm>
                </p:grpSpPr>
                <p:grpSp>
                  <p:nvGrpSpPr>
                    <p:cNvPr id="11180" name="Group 11179">
                      <a:extLst>
                        <a:ext uri="{FF2B5EF4-FFF2-40B4-BE49-F238E27FC236}">
                          <a16:creationId xmlns:a16="http://schemas.microsoft.com/office/drawing/2014/main" id="{D01FB4AE-50B7-6745-2E67-4A4AE7289985}"/>
                        </a:ext>
                      </a:extLst>
                    </p:cNvPr>
                    <p:cNvGrpSpPr/>
                    <p:nvPr/>
                  </p:nvGrpSpPr>
                  <p:grpSpPr>
                    <a:xfrm rot="14400000">
                      <a:off x="5265196" y="3357021"/>
                      <a:ext cx="393192" cy="393192"/>
                      <a:chOff x="5354637" y="3446463"/>
                      <a:chExt cx="214313" cy="214313"/>
                    </a:xfrm>
                  </p:grpSpPr>
                  <p:sp>
                    <p:nvSpPr>
                      <p:cNvPr id="11189" name="Arc 11188">
                        <a:extLst>
                          <a:ext uri="{FF2B5EF4-FFF2-40B4-BE49-F238E27FC236}">
                            <a16:creationId xmlns:a16="http://schemas.microsoft.com/office/drawing/2014/main" id="{D20A5172-6792-2266-04BB-7697292D440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190" name="Arc 11189">
                        <a:extLst>
                          <a:ext uri="{FF2B5EF4-FFF2-40B4-BE49-F238E27FC236}">
                            <a16:creationId xmlns:a16="http://schemas.microsoft.com/office/drawing/2014/main" id="{DDA2DD3D-F26E-437E-AC4A-3A5C6F1D658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181" name="Group 11180">
                      <a:extLst>
                        <a:ext uri="{FF2B5EF4-FFF2-40B4-BE49-F238E27FC236}">
                          <a16:creationId xmlns:a16="http://schemas.microsoft.com/office/drawing/2014/main" id="{D3983636-B79B-8C8C-C300-DDC2122C7A14}"/>
                        </a:ext>
                      </a:extLst>
                    </p:cNvPr>
                    <p:cNvGrpSpPr/>
                    <p:nvPr/>
                  </p:nvGrpSpPr>
                  <p:grpSpPr>
                    <a:xfrm>
                      <a:off x="5310186" y="3402011"/>
                      <a:ext cx="303213" cy="303213"/>
                      <a:chOff x="5310186" y="3402011"/>
                      <a:chExt cx="303213" cy="303213"/>
                    </a:xfrm>
                  </p:grpSpPr>
                  <p:grpSp>
                    <p:nvGrpSpPr>
                      <p:cNvPr id="11182" name="Group 11181">
                        <a:extLst>
                          <a:ext uri="{FF2B5EF4-FFF2-40B4-BE49-F238E27FC236}">
                            <a16:creationId xmlns:a16="http://schemas.microsoft.com/office/drawing/2014/main" id="{3759E5AA-F656-9915-CA8A-2AB8867E382A}"/>
                          </a:ext>
                        </a:extLst>
                      </p:cNvPr>
                      <p:cNvGrpSpPr/>
                      <p:nvPr/>
                    </p:nvGrpSpPr>
                    <p:grpSpPr>
                      <a:xfrm>
                        <a:off x="5354636" y="3446461"/>
                        <a:ext cx="214313" cy="214313"/>
                        <a:chOff x="5354637" y="3446463"/>
                        <a:chExt cx="214313" cy="214313"/>
                      </a:xfrm>
                    </p:grpSpPr>
                    <p:sp>
                      <p:nvSpPr>
                        <p:cNvPr id="11187" name="Arc 11186">
                          <a:extLst>
                            <a:ext uri="{FF2B5EF4-FFF2-40B4-BE49-F238E27FC236}">
                              <a16:creationId xmlns:a16="http://schemas.microsoft.com/office/drawing/2014/main" id="{11BCFD9E-0302-E86F-01BA-7BF670EE6B8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188" name="Arc 11187">
                          <a:extLst>
                            <a:ext uri="{FF2B5EF4-FFF2-40B4-BE49-F238E27FC236}">
                              <a16:creationId xmlns:a16="http://schemas.microsoft.com/office/drawing/2014/main" id="{E2CBCA14-B721-3944-C054-45C6F1E209B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183" name="Group 11182">
                        <a:extLst>
                          <a:ext uri="{FF2B5EF4-FFF2-40B4-BE49-F238E27FC236}">
                            <a16:creationId xmlns:a16="http://schemas.microsoft.com/office/drawing/2014/main" id="{89C0509D-8D58-A312-2CB2-061254329ACC}"/>
                          </a:ext>
                        </a:extLst>
                      </p:cNvPr>
                      <p:cNvGrpSpPr/>
                      <p:nvPr/>
                    </p:nvGrpSpPr>
                    <p:grpSpPr>
                      <a:xfrm rot="7200000">
                        <a:off x="5310186" y="3402011"/>
                        <a:ext cx="303213" cy="303213"/>
                        <a:chOff x="5354637" y="3446463"/>
                        <a:chExt cx="214313" cy="214313"/>
                      </a:xfrm>
                    </p:grpSpPr>
                    <p:sp>
                      <p:nvSpPr>
                        <p:cNvPr id="11185" name="Arc 11184">
                          <a:extLst>
                            <a:ext uri="{FF2B5EF4-FFF2-40B4-BE49-F238E27FC236}">
                              <a16:creationId xmlns:a16="http://schemas.microsoft.com/office/drawing/2014/main" id="{E2F2062B-8F80-1CC3-17C5-05E94CDCCF8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186" name="Arc 11185">
                          <a:extLst>
                            <a:ext uri="{FF2B5EF4-FFF2-40B4-BE49-F238E27FC236}">
                              <a16:creationId xmlns:a16="http://schemas.microsoft.com/office/drawing/2014/main" id="{FE6EC483-3D4A-1DB9-F9B3-FC727C901B3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184" name="TextBox 11183">
                        <a:extLst>
                          <a:ext uri="{FF2B5EF4-FFF2-40B4-BE49-F238E27FC236}">
                            <a16:creationId xmlns:a16="http://schemas.microsoft.com/office/drawing/2014/main" id="{FFEBE8E9-1159-EC3D-EA2A-F17C267E66BB}"/>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146" name="Group 11145">
                    <a:extLst>
                      <a:ext uri="{FF2B5EF4-FFF2-40B4-BE49-F238E27FC236}">
                        <a16:creationId xmlns:a16="http://schemas.microsoft.com/office/drawing/2014/main" id="{7C425F4D-AE90-F7D5-40D5-598E024DB231}"/>
                      </a:ext>
                    </a:extLst>
                  </p:cNvPr>
                  <p:cNvGrpSpPr/>
                  <p:nvPr/>
                </p:nvGrpSpPr>
                <p:grpSpPr>
                  <a:xfrm>
                    <a:off x="5886431" y="3525040"/>
                    <a:ext cx="393192" cy="393192"/>
                    <a:chOff x="5265196" y="3932619"/>
                    <a:chExt cx="393192" cy="393192"/>
                  </a:xfrm>
                </p:grpSpPr>
                <p:grpSp>
                  <p:nvGrpSpPr>
                    <p:cNvPr id="11170" name="Group 11169">
                      <a:extLst>
                        <a:ext uri="{FF2B5EF4-FFF2-40B4-BE49-F238E27FC236}">
                          <a16:creationId xmlns:a16="http://schemas.microsoft.com/office/drawing/2014/main" id="{513CDB9B-0E1F-408F-FD51-B0AD47222D16}"/>
                        </a:ext>
                      </a:extLst>
                    </p:cNvPr>
                    <p:cNvGrpSpPr/>
                    <p:nvPr/>
                  </p:nvGrpSpPr>
                  <p:grpSpPr>
                    <a:xfrm>
                      <a:off x="5354636" y="4022061"/>
                      <a:ext cx="214313" cy="214313"/>
                      <a:chOff x="5354637" y="3446463"/>
                      <a:chExt cx="214313" cy="214313"/>
                    </a:xfrm>
                  </p:grpSpPr>
                  <p:sp>
                    <p:nvSpPr>
                      <p:cNvPr id="11178" name="Arc 11177">
                        <a:extLst>
                          <a:ext uri="{FF2B5EF4-FFF2-40B4-BE49-F238E27FC236}">
                            <a16:creationId xmlns:a16="http://schemas.microsoft.com/office/drawing/2014/main" id="{1EFC9EEC-27FD-54A6-E910-1577F362902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179" name="Arc 11178">
                        <a:extLst>
                          <a:ext uri="{FF2B5EF4-FFF2-40B4-BE49-F238E27FC236}">
                            <a16:creationId xmlns:a16="http://schemas.microsoft.com/office/drawing/2014/main" id="{1FD4EA6B-3B08-73FC-69CF-249AF401BCF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171" name="Group 11170">
                      <a:extLst>
                        <a:ext uri="{FF2B5EF4-FFF2-40B4-BE49-F238E27FC236}">
                          <a16:creationId xmlns:a16="http://schemas.microsoft.com/office/drawing/2014/main" id="{5772C5D6-3CD8-6ABF-8F36-6A236E94319A}"/>
                        </a:ext>
                      </a:extLst>
                    </p:cNvPr>
                    <p:cNvGrpSpPr/>
                    <p:nvPr/>
                  </p:nvGrpSpPr>
                  <p:grpSpPr>
                    <a:xfrm rot="14400000">
                      <a:off x="5310186" y="3977611"/>
                      <a:ext cx="303213" cy="303213"/>
                      <a:chOff x="5354637" y="3446463"/>
                      <a:chExt cx="214313" cy="214313"/>
                    </a:xfrm>
                  </p:grpSpPr>
                  <p:sp>
                    <p:nvSpPr>
                      <p:cNvPr id="11176" name="Arc 11175">
                        <a:extLst>
                          <a:ext uri="{FF2B5EF4-FFF2-40B4-BE49-F238E27FC236}">
                            <a16:creationId xmlns:a16="http://schemas.microsoft.com/office/drawing/2014/main" id="{8A467F29-7BC5-B7EA-CE26-C81B1DD843A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177" name="Arc 11176">
                        <a:extLst>
                          <a:ext uri="{FF2B5EF4-FFF2-40B4-BE49-F238E27FC236}">
                            <a16:creationId xmlns:a16="http://schemas.microsoft.com/office/drawing/2014/main" id="{A35E0C50-4258-B760-90CB-4CBD7FB97CC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172" name="Group 11171">
                      <a:extLst>
                        <a:ext uri="{FF2B5EF4-FFF2-40B4-BE49-F238E27FC236}">
                          <a16:creationId xmlns:a16="http://schemas.microsoft.com/office/drawing/2014/main" id="{D24F68C3-726D-11CD-084D-F03E891FFA21}"/>
                        </a:ext>
                      </a:extLst>
                    </p:cNvPr>
                    <p:cNvGrpSpPr/>
                    <p:nvPr/>
                  </p:nvGrpSpPr>
                  <p:grpSpPr>
                    <a:xfrm rot="7200000">
                      <a:off x="5265196" y="3932619"/>
                      <a:ext cx="393192" cy="393192"/>
                      <a:chOff x="5354637" y="3446463"/>
                      <a:chExt cx="214313" cy="214313"/>
                    </a:xfrm>
                  </p:grpSpPr>
                  <p:sp>
                    <p:nvSpPr>
                      <p:cNvPr id="11174" name="Arc 11173">
                        <a:extLst>
                          <a:ext uri="{FF2B5EF4-FFF2-40B4-BE49-F238E27FC236}">
                            <a16:creationId xmlns:a16="http://schemas.microsoft.com/office/drawing/2014/main" id="{F33FFCDB-C33F-4BBE-5B7D-FE16B098BA2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175" name="Arc 11174">
                        <a:extLst>
                          <a:ext uri="{FF2B5EF4-FFF2-40B4-BE49-F238E27FC236}">
                            <a16:creationId xmlns:a16="http://schemas.microsoft.com/office/drawing/2014/main" id="{3759DF9C-FFC9-F5A9-4C01-8B0DC21E84A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173" name="TextBox 11172">
                      <a:extLst>
                        <a:ext uri="{FF2B5EF4-FFF2-40B4-BE49-F238E27FC236}">
                          <a16:creationId xmlns:a16="http://schemas.microsoft.com/office/drawing/2014/main" id="{A35B0870-9944-C402-A177-D9BE84B3B2D8}"/>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1147" name="Group 11146">
                    <a:extLst>
                      <a:ext uri="{FF2B5EF4-FFF2-40B4-BE49-F238E27FC236}">
                        <a16:creationId xmlns:a16="http://schemas.microsoft.com/office/drawing/2014/main" id="{0978297E-3BAB-23BB-3E35-BDC92CE2F414}"/>
                      </a:ext>
                    </a:extLst>
                  </p:cNvPr>
                  <p:cNvGrpSpPr/>
                  <p:nvPr/>
                </p:nvGrpSpPr>
                <p:grpSpPr>
                  <a:xfrm>
                    <a:off x="6512463" y="3525040"/>
                    <a:ext cx="393192" cy="393192"/>
                    <a:chOff x="6389147" y="3357021"/>
                    <a:chExt cx="393192" cy="393192"/>
                  </a:xfrm>
                </p:grpSpPr>
                <p:grpSp>
                  <p:nvGrpSpPr>
                    <p:cNvPr id="11159" name="Group 11158">
                      <a:extLst>
                        <a:ext uri="{FF2B5EF4-FFF2-40B4-BE49-F238E27FC236}">
                          <a16:creationId xmlns:a16="http://schemas.microsoft.com/office/drawing/2014/main" id="{A8D9EFB0-6C8D-A583-F8BE-92AB32E0C4B0}"/>
                        </a:ext>
                      </a:extLst>
                    </p:cNvPr>
                    <p:cNvGrpSpPr/>
                    <p:nvPr/>
                  </p:nvGrpSpPr>
                  <p:grpSpPr>
                    <a:xfrm rot="7200000" flipH="1">
                      <a:off x="6389147" y="3357021"/>
                      <a:ext cx="393192" cy="393192"/>
                      <a:chOff x="5354637" y="3446463"/>
                      <a:chExt cx="214313" cy="214313"/>
                    </a:xfrm>
                  </p:grpSpPr>
                  <p:sp>
                    <p:nvSpPr>
                      <p:cNvPr id="11168" name="Arc 11167">
                        <a:extLst>
                          <a:ext uri="{FF2B5EF4-FFF2-40B4-BE49-F238E27FC236}">
                            <a16:creationId xmlns:a16="http://schemas.microsoft.com/office/drawing/2014/main" id="{B4CEA1DB-0AD2-8F91-E097-8214683A467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169" name="Arc 11168">
                        <a:extLst>
                          <a:ext uri="{FF2B5EF4-FFF2-40B4-BE49-F238E27FC236}">
                            <a16:creationId xmlns:a16="http://schemas.microsoft.com/office/drawing/2014/main" id="{C46702C2-00FB-BC26-FCEF-88ED40755E2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160" name="Group 11159">
                      <a:extLst>
                        <a:ext uri="{FF2B5EF4-FFF2-40B4-BE49-F238E27FC236}">
                          <a16:creationId xmlns:a16="http://schemas.microsoft.com/office/drawing/2014/main" id="{153AD636-BBF4-0598-05E0-55889C465937}"/>
                        </a:ext>
                      </a:extLst>
                    </p:cNvPr>
                    <p:cNvGrpSpPr/>
                    <p:nvPr/>
                  </p:nvGrpSpPr>
                  <p:grpSpPr>
                    <a:xfrm>
                      <a:off x="6434137" y="3402011"/>
                      <a:ext cx="303213" cy="303213"/>
                      <a:chOff x="6434137" y="3402011"/>
                      <a:chExt cx="303213" cy="303213"/>
                    </a:xfrm>
                  </p:grpSpPr>
                  <p:grpSp>
                    <p:nvGrpSpPr>
                      <p:cNvPr id="11161" name="Group 11160">
                        <a:extLst>
                          <a:ext uri="{FF2B5EF4-FFF2-40B4-BE49-F238E27FC236}">
                            <a16:creationId xmlns:a16="http://schemas.microsoft.com/office/drawing/2014/main" id="{EB2D9710-C94C-CF8A-5340-3CFE8B729F39}"/>
                          </a:ext>
                        </a:extLst>
                      </p:cNvPr>
                      <p:cNvGrpSpPr/>
                      <p:nvPr/>
                    </p:nvGrpSpPr>
                    <p:grpSpPr>
                      <a:xfrm flipH="1">
                        <a:off x="6478587" y="3446461"/>
                        <a:ext cx="214313" cy="214313"/>
                        <a:chOff x="5354637" y="3446463"/>
                        <a:chExt cx="214313" cy="214313"/>
                      </a:xfrm>
                    </p:grpSpPr>
                    <p:sp>
                      <p:nvSpPr>
                        <p:cNvPr id="11166" name="Arc 11165">
                          <a:extLst>
                            <a:ext uri="{FF2B5EF4-FFF2-40B4-BE49-F238E27FC236}">
                              <a16:creationId xmlns:a16="http://schemas.microsoft.com/office/drawing/2014/main" id="{44BDF5C8-BB76-B7C7-D4BE-A3A2C1415E9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167" name="Arc 11166">
                          <a:extLst>
                            <a:ext uri="{FF2B5EF4-FFF2-40B4-BE49-F238E27FC236}">
                              <a16:creationId xmlns:a16="http://schemas.microsoft.com/office/drawing/2014/main" id="{DA86C177-B8F3-8D42-37B8-0680052976B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162" name="Group 11161">
                        <a:extLst>
                          <a:ext uri="{FF2B5EF4-FFF2-40B4-BE49-F238E27FC236}">
                            <a16:creationId xmlns:a16="http://schemas.microsoft.com/office/drawing/2014/main" id="{56842C1A-8124-8AC9-AB2B-A9F2532A3AAC}"/>
                          </a:ext>
                        </a:extLst>
                      </p:cNvPr>
                      <p:cNvGrpSpPr/>
                      <p:nvPr/>
                    </p:nvGrpSpPr>
                    <p:grpSpPr>
                      <a:xfrm rot="14400000" flipH="1">
                        <a:off x="6434137" y="3402011"/>
                        <a:ext cx="303213" cy="303213"/>
                        <a:chOff x="5354637" y="3446463"/>
                        <a:chExt cx="214313" cy="214313"/>
                      </a:xfrm>
                    </p:grpSpPr>
                    <p:sp>
                      <p:nvSpPr>
                        <p:cNvPr id="11164" name="Arc 11163">
                          <a:extLst>
                            <a:ext uri="{FF2B5EF4-FFF2-40B4-BE49-F238E27FC236}">
                              <a16:creationId xmlns:a16="http://schemas.microsoft.com/office/drawing/2014/main" id="{3CFBE115-67F3-40D2-16DA-872679EDA82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165" name="Arc 11164">
                          <a:extLst>
                            <a:ext uri="{FF2B5EF4-FFF2-40B4-BE49-F238E27FC236}">
                              <a16:creationId xmlns:a16="http://schemas.microsoft.com/office/drawing/2014/main" id="{A9D5687D-7D14-41D6-DE97-E90E801944D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163" name="TextBox 11162">
                        <a:extLst>
                          <a:ext uri="{FF2B5EF4-FFF2-40B4-BE49-F238E27FC236}">
                            <a16:creationId xmlns:a16="http://schemas.microsoft.com/office/drawing/2014/main" id="{9F127944-E77C-90CF-9031-A352F150D3B4}"/>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148" name="Group 11147">
                    <a:extLst>
                      <a:ext uri="{FF2B5EF4-FFF2-40B4-BE49-F238E27FC236}">
                        <a16:creationId xmlns:a16="http://schemas.microsoft.com/office/drawing/2014/main" id="{CCC7216E-620C-2C3C-111A-7F52A7C22D90}"/>
                      </a:ext>
                    </a:extLst>
                  </p:cNvPr>
                  <p:cNvGrpSpPr/>
                  <p:nvPr/>
                </p:nvGrpSpPr>
                <p:grpSpPr>
                  <a:xfrm>
                    <a:off x="6197413" y="3225768"/>
                    <a:ext cx="393192" cy="393192"/>
                    <a:chOff x="6389147" y="3932622"/>
                    <a:chExt cx="393192" cy="393192"/>
                  </a:xfrm>
                </p:grpSpPr>
                <p:grpSp>
                  <p:nvGrpSpPr>
                    <p:cNvPr id="11149" name="Group 11148">
                      <a:extLst>
                        <a:ext uri="{FF2B5EF4-FFF2-40B4-BE49-F238E27FC236}">
                          <a16:creationId xmlns:a16="http://schemas.microsoft.com/office/drawing/2014/main" id="{578B566E-A8DE-0EF6-C54E-280C4E43B757}"/>
                        </a:ext>
                      </a:extLst>
                    </p:cNvPr>
                    <p:cNvGrpSpPr/>
                    <p:nvPr/>
                  </p:nvGrpSpPr>
                  <p:grpSpPr>
                    <a:xfrm flipH="1">
                      <a:off x="6478587" y="4022061"/>
                      <a:ext cx="214313" cy="214313"/>
                      <a:chOff x="5354637" y="3446463"/>
                      <a:chExt cx="214313" cy="214313"/>
                    </a:xfrm>
                  </p:grpSpPr>
                  <p:sp>
                    <p:nvSpPr>
                      <p:cNvPr id="11157" name="Arc 11156">
                        <a:extLst>
                          <a:ext uri="{FF2B5EF4-FFF2-40B4-BE49-F238E27FC236}">
                            <a16:creationId xmlns:a16="http://schemas.microsoft.com/office/drawing/2014/main" id="{7DE3A266-AD55-5209-CB1E-6C14D950FBB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158" name="Arc 11157">
                        <a:extLst>
                          <a:ext uri="{FF2B5EF4-FFF2-40B4-BE49-F238E27FC236}">
                            <a16:creationId xmlns:a16="http://schemas.microsoft.com/office/drawing/2014/main" id="{9207417D-2CE7-42BC-C7DC-92B2C3365C5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150" name="Group 11149">
                      <a:extLst>
                        <a:ext uri="{FF2B5EF4-FFF2-40B4-BE49-F238E27FC236}">
                          <a16:creationId xmlns:a16="http://schemas.microsoft.com/office/drawing/2014/main" id="{CE3D33DC-DAEB-953E-2B45-E94AC5F40E27}"/>
                        </a:ext>
                      </a:extLst>
                    </p:cNvPr>
                    <p:cNvGrpSpPr/>
                    <p:nvPr/>
                  </p:nvGrpSpPr>
                  <p:grpSpPr>
                    <a:xfrm rot="7200000" flipH="1">
                      <a:off x="6434137" y="3977611"/>
                      <a:ext cx="303213" cy="303213"/>
                      <a:chOff x="5354637" y="3446463"/>
                      <a:chExt cx="214313" cy="214313"/>
                    </a:xfrm>
                  </p:grpSpPr>
                  <p:sp>
                    <p:nvSpPr>
                      <p:cNvPr id="11155" name="Arc 11154">
                        <a:extLst>
                          <a:ext uri="{FF2B5EF4-FFF2-40B4-BE49-F238E27FC236}">
                            <a16:creationId xmlns:a16="http://schemas.microsoft.com/office/drawing/2014/main" id="{64E3A25F-DF8B-839D-6FE4-B8CE2DC2159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156" name="Arc 11155">
                        <a:extLst>
                          <a:ext uri="{FF2B5EF4-FFF2-40B4-BE49-F238E27FC236}">
                            <a16:creationId xmlns:a16="http://schemas.microsoft.com/office/drawing/2014/main" id="{F0F960A5-0BB1-7016-B5AE-1B8403F6F3E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151" name="Group 11150">
                      <a:extLst>
                        <a:ext uri="{FF2B5EF4-FFF2-40B4-BE49-F238E27FC236}">
                          <a16:creationId xmlns:a16="http://schemas.microsoft.com/office/drawing/2014/main" id="{6DC26379-C3E0-C065-3185-9D213855F5A9}"/>
                        </a:ext>
                      </a:extLst>
                    </p:cNvPr>
                    <p:cNvGrpSpPr/>
                    <p:nvPr/>
                  </p:nvGrpSpPr>
                  <p:grpSpPr>
                    <a:xfrm rot="14400000" flipH="1">
                      <a:off x="6389147" y="3932622"/>
                      <a:ext cx="393192" cy="393192"/>
                      <a:chOff x="5354637" y="3446463"/>
                      <a:chExt cx="214313" cy="214313"/>
                    </a:xfrm>
                  </p:grpSpPr>
                  <p:sp>
                    <p:nvSpPr>
                      <p:cNvPr id="11153" name="Arc 11152">
                        <a:extLst>
                          <a:ext uri="{FF2B5EF4-FFF2-40B4-BE49-F238E27FC236}">
                            <a16:creationId xmlns:a16="http://schemas.microsoft.com/office/drawing/2014/main" id="{F30E0CB2-7417-2358-F113-29C739AA919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154" name="Arc 11153">
                        <a:extLst>
                          <a:ext uri="{FF2B5EF4-FFF2-40B4-BE49-F238E27FC236}">
                            <a16:creationId xmlns:a16="http://schemas.microsoft.com/office/drawing/2014/main" id="{1AEE4E13-9956-7DD6-1A08-3817566282D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152" name="TextBox 11151">
                      <a:extLst>
                        <a:ext uri="{FF2B5EF4-FFF2-40B4-BE49-F238E27FC236}">
                          <a16:creationId xmlns:a16="http://schemas.microsoft.com/office/drawing/2014/main" id="{7812BA78-DB99-90E1-01D7-4465E7DDBE39}"/>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098" name="Group 11097">
                  <a:extLst>
                    <a:ext uri="{FF2B5EF4-FFF2-40B4-BE49-F238E27FC236}">
                      <a16:creationId xmlns:a16="http://schemas.microsoft.com/office/drawing/2014/main" id="{96DCC756-F736-2F32-094B-3CE6EAD202DD}"/>
                    </a:ext>
                  </a:extLst>
                </p:cNvPr>
                <p:cNvGrpSpPr/>
                <p:nvPr/>
              </p:nvGrpSpPr>
              <p:grpSpPr>
                <a:xfrm>
                  <a:off x="6069086" y="3246228"/>
                  <a:ext cx="1019224" cy="991639"/>
                  <a:chOff x="5886431" y="3225768"/>
                  <a:chExt cx="1019224" cy="991639"/>
                </a:xfrm>
              </p:grpSpPr>
              <p:grpSp>
                <p:nvGrpSpPr>
                  <p:cNvPr id="11099" name="Group 11098">
                    <a:extLst>
                      <a:ext uri="{FF2B5EF4-FFF2-40B4-BE49-F238E27FC236}">
                        <a16:creationId xmlns:a16="http://schemas.microsoft.com/office/drawing/2014/main" id="{62D026EF-EE60-45EF-CD73-6859DEC74717}"/>
                      </a:ext>
                    </a:extLst>
                  </p:cNvPr>
                  <p:cNvGrpSpPr/>
                  <p:nvPr/>
                </p:nvGrpSpPr>
                <p:grpSpPr>
                  <a:xfrm>
                    <a:off x="6197413" y="3824215"/>
                    <a:ext cx="393192" cy="393192"/>
                    <a:chOff x="5265196" y="3357021"/>
                    <a:chExt cx="393192" cy="393192"/>
                  </a:xfrm>
                </p:grpSpPr>
                <p:grpSp>
                  <p:nvGrpSpPr>
                    <p:cNvPr id="11134" name="Group 11133">
                      <a:extLst>
                        <a:ext uri="{FF2B5EF4-FFF2-40B4-BE49-F238E27FC236}">
                          <a16:creationId xmlns:a16="http://schemas.microsoft.com/office/drawing/2014/main" id="{5733C6DD-8EE8-62AF-229F-DA83E0FBD081}"/>
                        </a:ext>
                      </a:extLst>
                    </p:cNvPr>
                    <p:cNvGrpSpPr/>
                    <p:nvPr/>
                  </p:nvGrpSpPr>
                  <p:grpSpPr>
                    <a:xfrm rot="14400000">
                      <a:off x="5265196" y="3357021"/>
                      <a:ext cx="393192" cy="393192"/>
                      <a:chOff x="5354637" y="3446463"/>
                      <a:chExt cx="214313" cy="214313"/>
                    </a:xfrm>
                  </p:grpSpPr>
                  <p:sp>
                    <p:nvSpPr>
                      <p:cNvPr id="11143" name="Arc 11142">
                        <a:extLst>
                          <a:ext uri="{FF2B5EF4-FFF2-40B4-BE49-F238E27FC236}">
                            <a16:creationId xmlns:a16="http://schemas.microsoft.com/office/drawing/2014/main" id="{2128C8C2-49F7-8E14-3B81-87FD9883EBD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144" name="Arc 11143">
                        <a:extLst>
                          <a:ext uri="{FF2B5EF4-FFF2-40B4-BE49-F238E27FC236}">
                            <a16:creationId xmlns:a16="http://schemas.microsoft.com/office/drawing/2014/main" id="{A7605A4D-4197-61FD-76F4-9280CE3DC96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135" name="Group 11134">
                      <a:extLst>
                        <a:ext uri="{FF2B5EF4-FFF2-40B4-BE49-F238E27FC236}">
                          <a16:creationId xmlns:a16="http://schemas.microsoft.com/office/drawing/2014/main" id="{2586785D-492C-AE40-382F-5168946B61CD}"/>
                        </a:ext>
                      </a:extLst>
                    </p:cNvPr>
                    <p:cNvGrpSpPr/>
                    <p:nvPr/>
                  </p:nvGrpSpPr>
                  <p:grpSpPr>
                    <a:xfrm>
                      <a:off x="5310186" y="3402011"/>
                      <a:ext cx="303213" cy="303213"/>
                      <a:chOff x="5310186" y="3402011"/>
                      <a:chExt cx="303213" cy="303213"/>
                    </a:xfrm>
                  </p:grpSpPr>
                  <p:grpSp>
                    <p:nvGrpSpPr>
                      <p:cNvPr id="11136" name="Group 11135">
                        <a:extLst>
                          <a:ext uri="{FF2B5EF4-FFF2-40B4-BE49-F238E27FC236}">
                            <a16:creationId xmlns:a16="http://schemas.microsoft.com/office/drawing/2014/main" id="{9B306CBB-CC44-9435-35F4-C8B1F6B57140}"/>
                          </a:ext>
                        </a:extLst>
                      </p:cNvPr>
                      <p:cNvGrpSpPr/>
                      <p:nvPr/>
                    </p:nvGrpSpPr>
                    <p:grpSpPr>
                      <a:xfrm>
                        <a:off x="5354636" y="3446461"/>
                        <a:ext cx="214313" cy="214313"/>
                        <a:chOff x="5354637" y="3446463"/>
                        <a:chExt cx="214313" cy="214313"/>
                      </a:xfrm>
                    </p:grpSpPr>
                    <p:sp>
                      <p:nvSpPr>
                        <p:cNvPr id="11141" name="Arc 11140">
                          <a:extLst>
                            <a:ext uri="{FF2B5EF4-FFF2-40B4-BE49-F238E27FC236}">
                              <a16:creationId xmlns:a16="http://schemas.microsoft.com/office/drawing/2014/main" id="{E41CEFB2-F310-A3BE-A5F5-61C4D9F0026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142" name="Arc 11141">
                          <a:extLst>
                            <a:ext uri="{FF2B5EF4-FFF2-40B4-BE49-F238E27FC236}">
                              <a16:creationId xmlns:a16="http://schemas.microsoft.com/office/drawing/2014/main" id="{A5D2B8E2-0D70-31E2-CFBF-883F471E5E0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137" name="Group 11136">
                        <a:extLst>
                          <a:ext uri="{FF2B5EF4-FFF2-40B4-BE49-F238E27FC236}">
                            <a16:creationId xmlns:a16="http://schemas.microsoft.com/office/drawing/2014/main" id="{FA151EC9-A17E-7B28-0A36-BD3EFCC7EF20}"/>
                          </a:ext>
                        </a:extLst>
                      </p:cNvPr>
                      <p:cNvGrpSpPr/>
                      <p:nvPr/>
                    </p:nvGrpSpPr>
                    <p:grpSpPr>
                      <a:xfrm rot="7200000">
                        <a:off x="5310186" y="3402011"/>
                        <a:ext cx="303213" cy="303213"/>
                        <a:chOff x="5354637" y="3446463"/>
                        <a:chExt cx="214313" cy="214313"/>
                      </a:xfrm>
                    </p:grpSpPr>
                    <p:sp>
                      <p:nvSpPr>
                        <p:cNvPr id="11139" name="Arc 11138">
                          <a:extLst>
                            <a:ext uri="{FF2B5EF4-FFF2-40B4-BE49-F238E27FC236}">
                              <a16:creationId xmlns:a16="http://schemas.microsoft.com/office/drawing/2014/main" id="{71BDAA4A-3A9E-76A7-D36C-E2C9A9BB59C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140" name="Arc 11139">
                          <a:extLst>
                            <a:ext uri="{FF2B5EF4-FFF2-40B4-BE49-F238E27FC236}">
                              <a16:creationId xmlns:a16="http://schemas.microsoft.com/office/drawing/2014/main" id="{ED7832AD-3D36-EC48-581A-BBCFF7B0DBA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138" name="TextBox 11137">
                        <a:extLst>
                          <a:ext uri="{FF2B5EF4-FFF2-40B4-BE49-F238E27FC236}">
                            <a16:creationId xmlns:a16="http://schemas.microsoft.com/office/drawing/2014/main" id="{93E43FCE-2FCE-F631-4FAC-1CA17BEF5F79}"/>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100" name="Group 11099">
                    <a:extLst>
                      <a:ext uri="{FF2B5EF4-FFF2-40B4-BE49-F238E27FC236}">
                        <a16:creationId xmlns:a16="http://schemas.microsoft.com/office/drawing/2014/main" id="{B9113F68-B8BD-B58E-5EE8-EE1AAD5DF303}"/>
                      </a:ext>
                    </a:extLst>
                  </p:cNvPr>
                  <p:cNvGrpSpPr/>
                  <p:nvPr/>
                </p:nvGrpSpPr>
                <p:grpSpPr>
                  <a:xfrm>
                    <a:off x="5886431" y="3525040"/>
                    <a:ext cx="393192" cy="393192"/>
                    <a:chOff x="5265196" y="3932619"/>
                    <a:chExt cx="393192" cy="393192"/>
                  </a:xfrm>
                </p:grpSpPr>
                <p:grpSp>
                  <p:nvGrpSpPr>
                    <p:cNvPr id="11124" name="Group 11123">
                      <a:extLst>
                        <a:ext uri="{FF2B5EF4-FFF2-40B4-BE49-F238E27FC236}">
                          <a16:creationId xmlns:a16="http://schemas.microsoft.com/office/drawing/2014/main" id="{D708FE7C-5214-32FD-D36C-42AE7AFDD2A9}"/>
                        </a:ext>
                      </a:extLst>
                    </p:cNvPr>
                    <p:cNvGrpSpPr/>
                    <p:nvPr/>
                  </p:nvGrpSpPr>
                  <p:grpSpPr>
                    <a:xfrm>
                      <a:off x="5354636" y="4022061"/>
                      <a:ext cx="214313" cy="214313"/>
                      <a:chOff x="5354637" y="3446463"/>
                      <a:chExt cx="214313" cy="214313"/>
                    </a:xfrm>
                  </p:grpSpPr>
                  <p:sp>
                    <p:nvSpPr>
                      <p:cNvPr id="11132" name="Arc 11131">
                        <a:extLst>
                          <a:ext uri="{FF2B5EF4-FFF2-40B4-BE49-F238E27FC236}">
                            <a16:creationId xmlns:a16="http://schemas.microsoft.com/office/drawing/2014/main" id="{171BD00E-2957-0A8B-90B7-1AB80CC2C80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133" name="Arc 11132">
                        <a:extLst>
                          <a:ext uri="{FF2B5EF4-FFF2-40B4-BE49-F238E27FC236}">
                            <a16:creationId xmlns:a16="http://schemas.microsoft.com/office/drawing/2014/main" id="{2BFC02B6-3005-1C39-7B6A-3749D67B237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125" name="Group 11124">
                      <a:extLst>
                        <a:ext uri="{FF2B5EF4-FFF2-40B4-BE49-F238E27FC236}">
                          <a16:creationId xmlns:a16="http://schemas.microsoft.com/office/drawing/2014/main" id="{C30804ED-9759-9A51-8845-1F190C5DEB6F}"/>
                        </a:ext>
                      </a:extLst>
                    </p:cNvPr>
                    <p:cNvGrpSpPr/>
                    <p:nvPr/>
                  </p:nvGrpSpPr>
                  <p:grpSpPr>
                    <a:xfrm rot="14400000">
                      <a:off x="5310186" y="3977611"/>
                      <a:ext cx="303213" cy="303213"/>
                      <a:chOff x="5354637" y="3446463"/>
                      <a:chExt cx="214313" cy="214313"/>
                    </a:xfrm>
                  </p:grpSpPr>
                  <p:sp>
                    <p:nvSpPr>
                      <p:cNvPr id="11130" name="Arc 11129">
                        <a:extLst>
                          <a:ext uri="{FF2B5EF4-FFF2-40B4-BE49-F238E27FC236}">
                            <a16:creationId xmlns:a16="http://schemas.microsoft.com/office/drawing/2014/main" id="{D66D0F71-FE89-4D0A-5EDB-80974C679B7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131" name="Arc 11130">
                        <a:extLst>
                          <a:ext uri="{FF2B5EF4-FFF2-40B4-BE49-F238E27FC236}">
                            <a16:creationId xmlns:a16="http://schemas.microsoft.com/office/drawing/2014/main" id="{9EAB9819-9807-A53E-B4E9-2549DC594A8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126" name="Group 11125">
                      <a:extLst>
                        <a:ext uri="{FF2B5EF4-FFF2-40B4-BE49-F238E27FC236}">
                          <a16:creationId xmlns:a16="http://schemas.microsoft.com/office/drawing/2014/main" id="{D983E35A-90A9-2B75-680C-D9C866DDCA34}"/>
                        </a:ext>
                      </a:extLst>
                    </p:cNvPr>
                    <p:cNvGrpSpPr/>
                    <p:nvPr/>
                  </p:nvGrpSpPr>
                  <p:grpSpPr>
                    <a:xfrm rot="7200000">
                      <a:off x="5265196" y="3932619"/>
                      <a:ext cx="393192" cy="393192"/>
                      <a:chOff x="5354637" y="3446463"/>
                      <a:chExt cx="214313" cy="214313"/>
                    </a:xfrm>
                  </p:grpSpPr>
                  <p:sp>
                    <p:nvSpPr>
                      <p:cNvPr id="11128" name="Arc 11127">
                        <a:extLst>
                          <a:ext uri="{FF2B5EF4-FFF2-40B4-BE49-F238E27FC236}">
                            <a16:creationId xmlns:a16="http://schemas.microsoft.com/office/drawing/2014/main" id="{528067D4-04CE-5DEC-578B-D4D694AB2E8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129" name="Arc 11128">
                        <a:extLst>
                          <a:ext uri="{FF2B5EF4-FFF2-40B4-BE49-F238E27FC236}">
                            <a16:creationId xmlns:a16="http://schemas.microsoft.com/office/drawing/2014/main" id="{89775020-8625-568A-578F-D8E071CE2FB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127" name="TextBox 11126">
                      <a:extLst>
                        <a:ext uri="{FF2B5EF4-FFF2-40B4-BE49-F238E27FC236}">
                          <a16:creationId xmlns:a16="http://schemas.microsoft.com/office/drawing/2014/main" id="{76E94BD1-F53B-8D9B-C1A9-0050F3DD9B7C}"/>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1101" name="Group 11100">
                    <a:extLst>
                      <a:ext uri="{FF2B5EF4-FFF2-40B4-BE49-F238E27FC236}">
                        <a16:creationId xmlns:a16="http://schemas.microsoft.com/office/drawing/2014/main" id="{BD70F7D3-2D14-94FB-0290-6B3DD44A367D}"/>
                      </a:ext>
                    </a:extLst>
                  </p:cNvPr>
                  <p:cNvGrpSpPr/>
                  <p:nvPr/>
                </p:nvGrpSpPr>
                <p:grpSpPr>
                  <a:xfrm>
                    <a:off x="6512463" y="3525040"/>
                    <a:ext cx="393192" cy="393192"/>
                    <a:chOff x="6389147" y="3357021"/>
                    <a:chExt cx="393192" cy="393192"/>
                  </a:xfrm>
                </p:grpSpPr>
                <p:grpSp>
                  <p:nvGrpSpPr>
                    <p:cNvPr id="11113" name="Group 11112">
                      <a:extLst>
                        <a:ext uri="{FF2B5EF4-FFF2-40B4-BE49-F238E27FC236}">
                          <a16:creationId xmlns:a16="http://schemas.microsoft.com/office/drawing/2014/main" id="{789ACFFD-FA0D-19FA-EE93-BF9EFD218110}"/>
                        </a:ext>
                      </a:extLst>
                    </p:cNvPr>
                    <p:cNvGrpSpPr/>
                    <p:nvPr/>
                  </p:nvGrpSpPr>
                  <p:grpSpPr>
                    <a:xfrm rot="7200000" flipH="1">
                      <a:off x="6389147" y="3357021"/>
                      <a:ext cx="393192" cy="393192"/>
                      <a:chOff x="5354637" y="3446463"/>
                      <a:chExt cx="214313" cy="214313"/>
                    </a:xfrm>
                  </p:grpSpPr>
                  <p:sp>
                    <p:nvSpPr>
                      <p:cNvPr id="11122" name="Arc 11121">
                        <a:extLst>
                          <a:ext uri="{FF2B5EF4-FFF2-40B4-BE49-F238E27FC236}">
                            <a16:creationId xmlns:a16="http://schemas.microsoft.com/office/drawing/2014/main" id="{6A1137D8-17BB-E842-B4BA-A9E7B1129DC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123" name="Arc 11122">
                        <a:extLst>
                          <a:ext uri="{FF2B5EF4-FFF2-40B4-BE49-F238E27FC236}">
                            <a16:creationId xmlns:a16="http://schemas.microsoft.com/office/drawing/2014/main" id="{9A1897E6-809C-ADC2-D719-A37EB3AE750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114" name="Group 11113">
                      <a:extLst>
                        <a:ext uri="{FF2B5EF4-FFF2-40B4-BE49-F238E27FC236}">
                          <a16:creationId xmlns:a16="http://schemas.microsoft.com/office/drawing/2014/main" id="{EFD16B8C-92F5-4E7B-CC52-5F59DB4B3B49}"/>
                        </a:ext>
                      </a:extLst>
                    </p:cNvPr>
                    <p:cNvGrpSpPr/>
                    <p:nvPr/>
                  </p:nvGrpSpPr>
                  <p:grpSpPr>
                    <a:xfrm>
                      <a:off x="6434137" y="3402011"/>
                      <a:ext cx="303213" cy="303213"/>
                      <a:chOff x="6434137" y="3402011"/>
                      <a:chExt cx="303213" cy="303213"/>
                    </a:xfrm>
                  </p:grpSpPr>
                  <p:grpSp>
                    <p:nvGrpSpPr>
                      <p:cNvPr id="11115" name="Group 11114">
                        <a:extLst>
                          <a:ext uri="{FF2B5EF4-FFF2-40B4-BE49-F238E27FC236}">
                            <a16:creationId xmlns:a16="http://schemas.microsoft.com/office/drawing/2014/main" id="{B00C2BE8-3C67-E107-6A8C-960CF22D9393}"/>
                          </a:ext>
                        </a:extLst>
                      </p:cNvPr>
                      <p:cNvGrpSpPr/>
                      <p:nvPr/>
                    </p:nvGrpSpPr>
                    <p:grpSpPr>
                      <a:xfrm flipH="1">
                        <a:off x="6478587" y="3446461"/>
                        <a:ext cx="214313" cy="214313"/>
                        <a:chOff x="5354637" y="3446463"/>
                        <a:chExt cx="214313" cy="214313"/>
                      </a:xfrm>
                    </p:grpSpPr>
                    <p:sp>
                      <p:nvSpPr>
                        <p:cNvPr id="11120" name="Arc 11119">
                          <a:extLst>
                            <a:ext uri="{FF2B5EF4-FFF2-40B4-BE49-F238E27FC236}">
                              <a16:creationId xmlns:a16="http://schemas.microsoft.com/office/drawing/2014/main" id="{61F6817C-DE42-3196-1BB8-F013D984A53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121" name="Arc 11120">
                          <a:extLst>
                            <a:ext uri="{FF2B5EF4-FFF2-40B4-BE49-F238E27FC236}">
                              <a16:creationId xmlns:a16="http://schemas.microsoft.com/office/drawing/2014/main" id="{8D1A2342-6F8A-AA88-3217-EF8B66E90A9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116" name="Group 11115">
                        <a:extLst>
                          <a:ext uri="{FF2B5EF4-FFF2-40B4-BE49-F238E27FC236}">
                            <a16:creationId xmlns:a16="http://schemas.microsoft.com/office/drawing/2014/main" id="{9118E2BF-FD05-6991-F3D5-2DD3324CA4C1}"/>
                          </a:ext>
                        </a:extLst>
                      </p:cNvPr>
                      <p:cNvGrpSpPr/>
                      <p:nvPr/>
                    </p:nvGrpSpPr>
                    <p:grpSpPr>
                      <a:xfrm rot="14400000" flipH="1">
                        <a:off x="6434137" y="3402011"/>
                        <a:ext cx="303213" cy="303213"/>
                        <a:chOff x="5354637" y="3446463"/>
                        <a:chExt cx="214313" cy="214313"/>
                      </a:xfrm>
                    </p:grpSpPr>
                    <p:sp>
                      <p:nvSpPr>
                        <p:cNvPr id="11118" name="Arc 11117">
                          <a:extLst>
                            <a:ext uri="{FF2B5EF4-FFF2-40B4-BE49-F238E27FC236}">
                              <a16:creationId xmlns:a16="http://schemas.microsoft.com/office/drawing/2014/main" id="{B0A7EBE7-87EC-C553-2B5F-CEE0CA0772D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119" name="Arc 11118">
                          <a:extLst>
                            <a:ext uri="{FF2B5EF4-FFF2-40B4-BE49-F238E27FC236}">
                              <a16:creationId xmlns:a16="http://schemas.microsoft.com/office/drawing/2014/main" id="{443BC38C-8101-A55F-6B9A-2129B6DE282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117" name="TextBox 11116">
                        <a:extLst>
                          <a:ext uri="{FF2B5EF4-FFF2-40B4-BE49-F238E27FC236}">
                            <a16:creationId xmlns:a16="http://schemas.microsoft.com/office/drawing/2014/main" id="{5D45372B-8FAE-152C-F5CC-8035E47AD4FE}"/>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102" name="Group 11101">
                    <a:extLst>
                      <a:ext uri="{FF2B5EF4-FFF2-40B4-BE49-F238E27FC236}">
                        <a16:creationId xmlns:a16="http://schemas.microsoft.com/office/drawing/2014/main" id="{381D4DEC-6F3B-45CB-3111-21431B0D57C1}"/>
                      </a:ext>
                    </a:extLst>
                  </p:cNvPr>
                  <p:cNvGrpSpPr/>
                  <p:nvPr/>
                </p:nvGrpSpPr>
                <p:grpSpPr>
                  <a:xfrm>
                    <a:off x="6197413" y="3225768"/>
                    <a:ext cx="393192" cy="393192"/>
                    <a:chOff x="6389147" y="3932622"/>
                    <a:chExt cx="393192" cy="393192"/>
                  </a:xfrm>
                </p:grpSpPr>
                <p:grpSp>
                  <p:nvGrpSpPr>
                    <p:cNvPr id="11103" name="Group 11102">
                      <a:extLst>
                        <a:ext uri="{FF2B5EF4-FFF2-40B4-BE49-F238E27FC236}">
                          <a16:creationId xmlns:a16="http://schemas.microsoft.com/office/drawing/2014/main" id="{B13E01C1-63D6-1676-3B42-E41927566879}"/>
                        </a:ext>
                      </a:extLst>
                    </p:cNvPr>
                    <p:cNvGrpSpPr/>
                    <p:nvPr/>
                  </p:nvGrpSpPr>
                  <p:grpSpPr>
                    <a:xfrm flipH="1">
                      <a:off x="6478587" y="4022061"/>
                      <a:ext cx="214313" cy="214313"/>
                      <a:chOff x="5354637" y="3446463"/>
                      <a:chExt cx="214313" cy="214313"/>
                    </a:xfrm>
                  </p:grpSpPr>
                  <p:sp>
                    <p:nvSpPr>
                      <p:cNvPr id="11111" name="Arc 11110">
                        <a:extLst>
                          <a:ext uri="{FF2B5EF4-FFF2-40B4-BE49-F238E27FC236}">
                            <a16:creationId xmlns:a16="http://schemas.microsoft.com/office/drawing/2014/main" id="{525904D7-2357-772B-B735-7EDE20A29FC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112" name="Arc 11111">
                        <a:extLst>
                          <a:ext uri="{FF2B5EF4-FFF2-40B4-BE49-F238E27FC236}">
                            <a16:creationId xmlns:a16="http://schemas.microsoft.com/office/drawing/2014/main" id="{FE967308-D38D-BAAD-A011-015FCF2AD04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104" name="Group 11103">
                      <a:extLst>
                        <a:ext uri="{FF2B5EF4-FFF2-40B4-BE49-F238E27FC236}">
                          <a16:creationId xmlns:a16="http://schemas.microsoft.com/office/drawing/2014/main" id="{2085CC0F-6939-162F-CAEC-B0BDBFD63731}"/>
                        </a:ext>
                      </a:extLst>
                    </p:cNvPr>
                    <p:cNvGrpSpPr/>
                    <p:nvPr/>
                  </p:nvGrpSpPr>
                  <p:grpSpPr>
                    <a:xfrm rot="7200000" flipH="1">
                      <a:off x="6434137" y="3977611"/>
                      <a:ext cx="303213" cy="303213"/>
                      <a:chOff x="5354637" y="3446463"/>
                      <a:chExt cx="214313" cy="214313"/>
                    </a:xfrm>
                  </p:grpSpPr>
                  <p:sp>
                    <p:nvSpPr>
                      <p:cNvPr id="11109" name="Arc 11108">
                        <a:extLst>
                          <a:ext uri="{FF2B5EF4-FFF2-40B4-BE49-F238E27FC236}">
                            <a16:creationId xmlns:a16="http://schemas.microsoft.com/office/drawing/2014/main" id="{396D782B-7DF1-D652-432B-35F4889F178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110" name="Arc 11109">
                        <a:extLst>
                          <a:ext uri="{FF2B5EF4-FFF2-40B4-BE49-F238E27FC236}">
                            <a16:creationId xmlns:a16="http://schemas.microsoft.com/office/drawing/2014/main" id="{6081A7C4-E5E0-3E6D-AAD6-1ADCD61B5F0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105" name="Group 11104">
                      <a:extLst>
                        <a:ext uri="{FF2B5EF4-FFF2-40B4-BE49-F238E27FC236}">
                          <a16:creationId xmlns:a16="http://schemas.microsoft.com/office/drawing/2014/main" id="{F45AB059-05F9-E7AA-E75E-8B93EF84C825}"/>
                        </a:ext>
                      </a:extLst>
                    </p:cNvPr>
                    <p:cNvGrpSpPr/>
                    <p:nvPr/>
                  </p:nvGrpSpPr>
                  <p:grpSpPr>
                    <a:xfrm rot="14400000" flipH="1">
                      <a:off x="6389147" y="3932622"/>
                      <a:ext cx="393192" cy="393192"/>
                      <a:chOff x="5354637" y="3446463"/>
                      <a:chExt cx="214313" cy="214313"/>
                    </a:xfrm>
                  </p:grpSpPr>
                  <p:sp>
                    <p:nvSpPr>
                      <p:cNvPr id="11107" name="Arc 11106">
                        <a:extLst>
                          <a:ext uri="{FF2B5EF4-FFF2-40B4-BE49-F238E27FC236}">
                            <a16:creationId xmlns:a16="http://schemas.microsoft.com/office/drawing/2014/main" id="{DD406BF0-DB07-E0F8-6BDA-31A69A8429E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108" name="Arc 11107">
                        <a:extLst>
                          <a:ext uri="{FF2B5EF4-FFF2-40B4-BE49-F238E27FC236}">
                            <a16:creationId xmlns:a16="http://schemas.microsoft.com/office/drawing/2014/main" id="{3160EE01-8D1B-3BDE-13BD-9817D221D13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106" name="TextBox 11105">
                      <a:extLst>
                        <a:ext uri="{FF2B5EF4-FFF2-40B4-BE49-F238E27FC236}">
                          <a16:creationId xmlns:a16="http://schemas.microsoft.com/office/drawing/2014/main" id="{BB620093-690F-D037-8810-E367A6B0935F}"/>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9185" name="Group 9184">
              <a:extLst>
                <a:ext uri="{FF2B5EF4-FFF2-40B4-BE49-F238E27FC236}">
                  <a16:creationId xmlns:a16="http://schemas.microsoft.com/office/drawing/2014/main" id="{FFD73230-06B8-530E-14AA-CD8385C47C62}"/>
                </a:ext>
              </a:extLst>
            </p:cNvPr>
            <p:cNvGrpSpPr/>
            <p:nvPr/>
          </p:nvGrpSpPr>
          <p:grpSpPr>
            <a:xfrm>
              <a:off x="784090" y="-792780"/>
              <a:ext cx="2263438" cy="2198360"/>
              <a:chOff x="5445106" y="2039507"/>
              <a:chExt cx="2263438" cy="2198360"/>
            </a:xfrm>
          </p:grpSpPr>
          <p:grpSp>
            <p:nvGrpSpPr>
              <p:cNvPr id="10905" name="Group 10904">
                <a:extLst>
                  <a:ext uri="{FF2B5EF4-FFF2-40B4-BE49-F238E27FC236}">
                    <a16:creationId xmlns:a16="http://schemas.microsoft.com/office/drawing/2014/main" id="{4604AE7D-65F1-EBB9-83C5-65AA181E57F8}"/>
                  </a:ext>
                </a:extLst>
              </p:cNvPr>
              <p:cNvGrpSpPr/>
              <p:nvPr/>
            </p:nvGrpSpPr>
            <p:grpSpPr>
              <a:xfrm>
                <a:off x="5445106" y="2644743"/>
                <a:ext cx="1643204" cy="1593124"/>
                <a:chOff x="5445106" y="2644743"/>
                <a:chExt cx="1643204" cy="1593124"/>
              </a:xfrm>
            </p:grpSpPr>
            <p:grpSp>
              <p:nvGrpSpPr>
                <p:cNvPr id="11001" name="Group 11000">
                  <a:extLst>
                    <a:ext uri="{FF2B5EF4-FFF2-40B4-BE49-F238E27FC236}">
                      <a16:creationId xmlns:a16="http://schemas.microsoft.com/office/drawing/2014/main" id="{531997D8-6BDF-CCED-CE0C-9E4C87C51C01}"/>
                    </a:ext>
                  </a:extLst>
                </p:cNvPr>
                <p:cNvGrpSpPr/>
                <p:nvPr/>
              </p:nvGrpSpPr>
              <p:grpSpPr>
                <a:xfrm>
                  <a:off x="5445106" y="2644743"/>
                  <a:ext cx="1019224" cy="991639"/>
                  <a:chOff x="5886431" y="3225768"/>
                  <a:chExt cx="1019224" cy="991639"/>
                </a:xfrm>
              </p:grpSpPr>
              <p:grpSp>
                <p:nvGrpSpPr>
                  <p:cNvPr id="11049" name="Group 11048">
                    <a:extLst>
                      <a:ext uri="{FF2B5EF4-FFF2-40B4-BE49-F238E27FC236}">
                        <a16:creationId xmlns:a16="http://schemas.microsoft.com/office/drawing/2014/main" id="{F3F63506-07DC-486C-394A-D1477703D218}"/>
                      </a:ext>
                    </a:extLst>
                  </p:cNvPr>
                  <p:cNvGrpSpPr/>
                  <p:nvPr/>
                </p:nvGrpSpPr>
                <p:grpSpPr>
                  <a:xfrm>
                    <a:off x="6197413" y="3824215"/>
                    <a:ext cx="393192" cy="393192"/>
                    <a:chOff x="5265196" y="3357021"/>
                    <a:chExt cx="393192" cy="393192"/>
                  </a:xfrm>
                </p:grpSpPr>
                <p:grpSp>
                  <p:nvGrpSpPr>
                    <p:cNvPr id="11084" name="Group 11083">
                      <a:extLst>
                        <a:ext uri="{FF2B5EF4-FFF2-40B4-BE49-F238E27FC236}">
                          <a16:creationId xmlns:a16="http://schemas.microsoft.com/office/drawing/2014/main" id="{4C29975B-C237-EF15-D3E1-16C195F34FE0}"/>
                        </a:ext>
                      </a:extLst>
                    </p:cNvPr>
                    <p:cNvGrpSpPr/>
                    <p:nvPr/>
                  </p:nvGrpSpPr>
                  <p:grpSpPr>
                    <a:xfrm rot="14400000">
                      <a:off x="5265196" y="3357021"/>
                      <a:ext cx="393192" cy="393192"/>
                      <a:chOff x="5354637" y="3446463"/>
                      <a:chExt cx="214313" cy="214313"/>
                    </a:xfrm>
                  </p:grpSpPr>
                  <p:sp>
                    <p:nvSpPr>
                      <p:cNvPr id="11093" name="Arc 11092">
                        <a:extLst>
                          <a:ext uri="{FF2B5EF4-FFF2-40B4-BE49-F238E27FC236}">
                            <a16:creationId xmlns:a16="http://schemas.microsoft.com/office/drawing/2014/main" id="{0110D379-A7ED-D98E-1FD6-6C757FDABA4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094" name="Arc 11093">
                        <a:extLst>
                          <a:ext uri="{FF2B5EF4-FFF2-40B4-BE49-F238E27FC236}">
                            <a16:creationId xmlns:a16="http://schemas.microsoft.com/office/drawing/2014/main" id="{875846BA-296D-9AB8-B197-2995ED38C43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085" name="Group 11084">
                      <a:extLst>
                        <a:ext uri="{FF2B5EF4-FFF2-40B4-BE49-F238E27FC236}">
                          <a16:creationId xmlns:a16="http://schemas.microsoft.com/office/drawing/2014/main" id="{8CE8E305-504A-7BE3-3617-2390F31FED44}"/>
                        </a:ext>
                      </a:extLst>
                    </p:cNvPr>
                    <p:cNvGrpSpPr/>
                    <p:nvPr/>
                  </p:nvGrpSpPr>
                  <p:grpSpPr>
                    <a:xfrm>
                      <a:off x="5310186" y="3402011"/>
                      <a:ext cx="303213" cy="303213"/>
                      <a:chOff x="5310186" y="3402011"/>
                      <a:chExt cx="303213" cy="303213"/>
                    </a:xfrm>
                  </p:grpSpPr>
                  <p:grpSp>
                    <p:nvGrpSpPr>
                      <p:cNvPr id="11086" name="Group 11085">
                        <a:extLst>
                          <a:ext uri="{FF2B5EF4-FFF2-40B4-BE49-F238E27FC236}">
                            <a16:creationId xmlns:a16="http://schemas.microsoft.com/office/drawing/2014/main" id="{1189C5A5-47F4-A0CA-1484-BACAF7654CC1}"/>
                          </a:ext>
                        </a:extLst>
                      </p:cNvPr>
                      <p:cNvGrpSpPr/>
                      <p:nvPr/>
                    </p:nvGrpSpPr>
                    <p:grpSpPr>
                      <a:xfrm>
                        <a:off x="5354636" y="3446461"/>
                        <a:ext cx="214313" cy="214313"/>
                        <a:chOff x="5354637" y="3446463"/>
                        <a:chExt cx="214313" cy="214313"/>
                      </a:xfrm>
                    </p:grpSpPr>
                    <p:sp>
                      <p:nvSpPr>
                        <p:cNvPr id="11091" name="Arc 11090">
                          <a:extLst>
                            <a:ext uri="{FF2B5EF4-FFF2-40B4-BE49-F238E27FC236}">
                              <a16:creationId xmlns:a16="http://schemas.microsoft.com/office/drawing/2014/main" id="{2CBA77E7-B3C8-DF8D-2E98-894A8FB7831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092" name="Arc 11091">
                          <a:extLst>
                            <a:ext uri="{FF2B5EF4-FFF2-40B4-BE49-F238E27FC236}">
                              <a16:creationId xmlns:a16="http://schemas.microsoft.com/office/drawing/2014/main" id="{24DC9C87-3522-3AC6-FAD6-E9363C796FA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087" name="Group 11086">
                        <a:extLst>
                          <a:ext uri="{FF2B5EF4-FFF2-40B4-BE49-F238E27FC236}">
                            <a16:creationId xmlns:a16="http://schemas.microsoft.com/office/drawing/2014/main" id="{9B967E94-5B60-5A61-E5FD-0CC3D7734EEB}"/>
                          </a:ext>
                        </a:extLst>
                      </p:cNvPr>
                      <p:cNvGrpSpPr/>
                      <p:nvPr/>
                    </p:nvGrpSpPr>
                    <p:grpSpPr>
                      <a:xfrm rot="7200000">
                        <a:off x="5310186" y="3402011"/>
                        <a:ext cx="303213" cy="303213"/>
                        <a:chOff x="5354637" y="3446463"/>
                        <a:chExt cx="214313" cy="214313"/>
                      </a:xfrm>
                    </p:grpSpPr>
                    <p:sp>
                      <p:nvSpPr>
                        <p:cNvPr id="11089" name="Arc 11088">
                          <a:extLst>
                            <a:ext uri="{FF2B5EF4-FFF2-40B4-BE49-F238E27FC236}">
                              <a16:creationId xmlns:a16="http://schemas.microsoft.com/office/drawing/2014/main" id="{E9515068-2536-04B7-7543-9DEC4FC0A52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090" name="Arc 11089">
                          <a:extLst>
                            <a:ext uri="{FF2B5EF4-FFF2-40B4-BE49-F238E27FC236}">
                              <a16:creationId xmlns:a16="http://schemas.microsoft.com/office/drawing/2014/main" id="{054ABD75-8858-0AFA-9400-05E91EBF9ED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088" name="TextBox 11087">
                        <a:extLst>
                          <a:ext uri="{FF2B5EF4-FFF2-40B4-BE49-F238E27FC236}">
                            <a16:creationId xmlns:a16="http://schemas.microsoft.com/office/drawing/2014/main" id="{887D3147-377F-6B14-E5FE-A8B24BE20C3A}"/>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050" name="Group 11049">
                    <a:extLst>
                      <a:ext uri="{FF2B5EF4-FFF2-40B4-BE49-F238E27FC236}">
                        <a16:creationId xmlns:a16="http://schemas.microsoft.com/office/drawing/2014/main" id="{0204AB08-B353-9D06-C322-113182B3D72A}"/>
                      </a:ext>
                    </a:extLst>
                  </p:cNvPr>
                  <p:cNvGrpSpPr/>
                  <p:nvPr/>
                </p:nvGrpSpPr>
                <p:grpSpPr>
                  <a:xfrm>
                    <a:off x="5886431" y="3525040"/>
                    <a:ext cx="393192" cy="393192"/>
                    <a:chOff x="5265196" y="3932619"/>
                    <a:chExt cx="393192" cy="393192"/>
                  </a:xfrm>
                </p:grpSpPr>
                <p:grpSp>
                  <p:nvGrpSpPr>
                    <p:cNvPr id="11074" name="Group 11073">
                      <a:extLst>
                        <a:ext uri="{FF2B5EF4-FFF2-40B4-BE49-F238E27FC236}">
                          <a16:creationId xmlns:a16="http://schemas.microsoft.com/office/drawing/2014/main" id="{D3F94650-0C0F-6B2C-9A6E-B20680297047}"/>
                        </a:ext>
                      </a:extLst>
                    </p:cNvPr>
                    <p:cNvGrpSpPr/>
                    <p:nvPr/>
                  </p:nvGrpSpPr>
                  <p:grpSpPr>
                    <a:xfrm>
                      <a:off x="5354636" y="4022061"/>
                      <a:ext cx="214313" cy="214313"/>
                      <a:chOff x="5354637" y="3446463"/>
                      <a:chExt cx="214313" cy="214313"/>
                    </a:xfrm>
                  </p:grpSpPr>
                  <p:sp>
                    <p:nvSpPr>
                      <p:cNvPr id="11082" name="Arc 11081">
                        <a:extLst>
                          <a:ext uri="{FF2B5EF4-FFF2-40B4-BE49-F238E27FC236}">
                            <a16:creationId xmlns:a16="http://schemas.microsoft.com/office/drawing/2014/main" id="{F74393CB-E798-076A-6BFD-027990F265C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083" name="Arc 11082">
                        <a:extLst>
                          <a:ext uri="{FF2B5EF4-FFF2-40B4-BE49-F238E27FC236}">
                            <a16:creationId xmlns:a16="http://schemas.microsoft.com/office/drawing/2014/main" id="{05A5CEEA-23E4-E133-55E0-9762651BA72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075" name="Group 11074">
                      <a:extLst>
                        <a:ext uri="{FF2B5EF4-FFF2-40B4-BE49-F238E27FC236}">
                          <a16:creationId xmlns:a16="http://schemas.microsoft.com/office/drawing/2014/main" id="{2CFE33B9-77CA-B02B-31CD-1AFB8F430B40}"/>
                        </a:ext>
                      </a:extLst>
                    </p:cNvPr>
                    <p:cNvGrpSpPr/>
                    <p:nvPr/>
                  </p:nvGrpSpPr>
                  <p:grpSpPr>
                    <a:xfrm rot="14400000">
                      <a:off x="5310186" y="3977611"/>
                      <a:ext cx="303213" cy="303213"/>
                      <a:chOff x="5354637" y="3446463"/>
                      <a:chExt cx="214313" cy="214313"/>
                    </a:xfrm>
                  </p:grpSpPr>
                  <p:sp>
                    <p:nvSpPr>
                      <p:cNvPr id="11080" name="Arc 11079">
                        <a:extLst>
                          <a:ext uri="{FF2B5EF4-FFF2-40B4-BE49-F238E27FC236}">
                            <a16:creationId xmlns:a16="http://schemas.microsoft.com/office/drawing/2014/main" id="{0CAF4F8E-8F1F-457B-7C2C-BA283A472B6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081" name="Arc 11080">
                        <a:extLst>
                          <a:ext uri="{FF2B5EF4-FFF2-40B4-BE49-F238E27FC236}">
                            <a16:creationId xmlns:a16="http://schemas.microsoft.com/office/drawing/2014/main" id="{B959AC3A-2D2A-C375-A24E-F01C868F80C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076" name="Group 11075">
                      <a:extLst>
                        <a:ext uri="{FF2B5EF4-FFF2-40B4-BE49-F238E27FC236}">
                          <a16:creationId xmlns:a16="http://schemas.microsoft.com/office/drawing/2014/main" id="{8DE363F5-8DEE-73CF-617D-6020E63CA038}"/>
                        </a:ext>
                      </a:extLst>
                    </p:cNvPr>
                    <p:cNvGrpSpPr/>
                    <p:nvPr/>
                  </p:nvGrpSpPr>
                  <p:grpSpPr>
                    <a:xfrm rot="7200000">
                      <a:off x="5265196" y="3932619"/>
                      <a:ext cx="393192" cy="393192"/>
                      <a:chOff x="5354637" y="3446463"/>
                      <a:chExt cx="214313" cy="214313"/>
                    </a:xfrm>
                  </p:grpSpPr>
                  <p:sp>
                    <p:nvSpPr>
                      <p:cNvPr id="11078" name="Arc 11077">
                        <a:extLst>
                          <a:ext uri="{FF2B5EF4-FFF2-40B4-BE49-F238E27FC236}">
                            <a16:creationId xmlns:a16="http://schemas.microsoft.com/office/drawing/2014/main" id="{CAAD12E1-AA7D-7B20-E6C8-8A7DADB181F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079" name="Arc 11078">
                        <a:extLst>
                          <a:ext uri="{FF2B5EF4-FFF2-40B4-BE49-F238E27FC236}">
                            <a16:creationId xmlns:a16="http://schemas.microsoft.com/office/drawing/2014/main" id="{C82E1FC0-CC16-31BB-952D-4A79238A75A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077" name="TextBox 11076">
                      <a:extLst>
                        <a:ext uri="{FF2B5EF4-FFF2-40B4-BE49-F238E27FC236}">
                          <a16:creationId xmlns:a16="http://schemas.microsoft.com/office/drawing/2014/main" id="{00C5190B-41E2-4C34-3CBE-DE97F87E3485}"/>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1051" name="Group 11050">
                    <a:extLst>
                      <a:ext uri="{FF2B5EF4-FFF2-40B4-BE49-F238E27FC236}">
                        <a16:creationId xmlns:a16="http://schemas.microsoft.com/office/drawing/2014/main" id="{A1C5EE1C-8D1D-DB0B-E9F6-F89FDAA628B7}"/>
                      </a:ext>
                    </a:extLst>
                  </p:cNvPr>
                  <p:cNvGrpSpPr/>
                  <p:nvPr/>
                </p:nvGrpSpPr>
                <p:grpSpPr>
                  <a:xfrm>
                    <a:off x="6512463" y="3525040"/>
                    <a:ext cx="393192" cy="393192"/>
                    <a:chOff x="6389147" y="3357021"/>
                    <a:chExt cx="393192" cy="393192"/>
                  </a:xfrm>
                </p:grpSpPr>
                <p:grpSp>
                  <p:nvGrpSpPr>
                    <p:cNvPr id="11063" name="Group 11062">
                      <a:extLst>
                        <a:ext uri="{FF2B5EF4-FFF2-40B4-BE49-F238E27FC236}">
                          <a16:creationId xmlns:a16="http://schemas.microsoft.com/office/drawing/2014/main" id="{48DDB190-8695-4820-940F-492C2157DB2B}"/>
                        </a:ext>
                      </a:extLst>
                    </p:cNvPr>
                    <p:cNvGrpSpPr/>
                    <p:nvPr/>
                  </p:nvGrpSpPr>
                  <p:grpSpPr>
                    <a:xfrm rot="7200000" flipH="1">
                      <a:off x="6389147" y="3357021"/>
                      <a:ext cx="393192" cy="393192"/>
                      <a:chOff x="5354637" y="3446463"/>
                      <a:chExt cx="214313" cy="214313"/>
                    </a:xfrm>
                  </p:grpSpPr>
                  <p:sp>
                    <p:nvSpPr>
                      <p:cNvPr id="11072" name="Arc 11071">
                        <a:extLst>
                          <a:ext uri="{FF2B5EF4-FFF2-40B4-BE49-F238E27FC236}">
                            <a16:creationId xmlns:a16="http://schemas.microsoft.com/office/drawing/2014/main" id="{EBFB9449-47A7-6246-EE80-A14A2FB9AB2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073" name="Arc 11072">
                        <a:extLst>
                          <a:ext uri="{FF2B5EF4-FFF2-40B4-BE49-F238E27FC236}">
                            <a16:creationId xmlns:a16="http://schemas.microsoft.com/office/drawing/2014/main" id="{CD7CF8DB-C542-BE8A-C19D-78BCB03FD29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064" name="Group 11063">
                      <a:extLst>
                        <a:ext uri="{FF2B5EF4-FFF2-40B4-BE49-F238E27FC236}">
                          <a16:creationId xmlns:a16="http://schemas.microsoft.com/office/drawing/2014/main" id="{CFE9457C-3BFC-F4DB-7520-DA76EC558969}"/>
                        </a:ext>
                      </a:extLst>
                    </p:cNvPr>
                    <p:cNvGrpSpPr/>
                    <p:nvPr/>
                  </p:nvGrpSpPr>
                  <p:grpSpPr>
                    <a:xfrm>
                      <a:off x="6434137" y="3402011"/>
                      <a:ext cx="303213" cy="303213"/>
                      <a:chOff x="6434137" y="3402011"/>
                      <a:chExt cx="303213" cy="303213"/>
                    </a:xfrm>
                  </p:grpSpPr>
                  <p:grpSp>
                    <p:nvGrpSpPr>
                      <p:cNvPr id="11065" name="Group 11064">
                        <a:extLst>
                          <a:ext uri="{FF2B5EF4-FFF2-40B4-BE49-F238E27FC236}">
                            <a16:creationId xmlns:a16="http://schemas.microsoft.com/office/drawing/2014/main" id="{6952348F-CE1C-07C0-2FFE-2D2FFC8CD3D0}"/>
                          </a:ext>
                        </a:extLst>
                      </p:cNvPr>
                      <p:cNvGrpSpPr/>
                      <p:nvPr/>
                    </p:nvGrpSpPr>
                    <p:grpSpPr>
                      <a:xfrm flipH="1">
                        <a:off x="6478587" y="3446461"/>
                        <a:ext cx="214313" cy="214313"/>
                        <a:chOff x="5354637" y="3446463"/>
                        <a:chExt cx="214313" cy="214313"/>
                      </a:xfrm>
                    </p:grpSpPr>
                    <p:sp>
                      <p:nvSpPr>
                        <p:cNvPr id="11070" name="Arc 11069">
                          <a:extLst>
                            <a:ext uri="{FF2B5EF4-FFF2-40B4-BE49-F238E27FC236}">
                              <a16:creationId xmlns:a16="http://schemas.microsoft.com/office/drawing/2014/main" id="{673EA547-20F7-3767-6109-0D1B28CDA46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071" name="Arc 11070">
                          <a:extLst>
                            <a:ext uri="{FF2B5EF4-FFF2-40B4-BE49-F238E27FC236}">
                              <a16:creationId xmlns:a16="http://schemas.microsoft.com/office/drawing/2014/main" id="{0AF0632E-FD66-0BA5-6ADC-3ACCF53DBE3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066" name="Group 11065">
                        <a:extLst>
                          <a:ext uri="{FF2B5EF4-FFF2-40B4-BE49-F238E27FC236}">
                            <a16:creationId xmlns:a16="http://schemas.microsoft.com/office/drawing/2014/main" id="{B78F2A55-2C88-4DDF-C5CE-17361B5B999A}"/>
                          </a:ext>
                        </a:extLst>
                      </p:cNvPr>
                      <p:cNvGrpSpPr/>
                      <p:nvPr/>
                    </p:nvGrpSpPr>
                    <p:grpSpPr>
                      <a:xfrm rot="14400000" flipH="1">
                        <a:off x="6434137" y="3402011"/>
                        <a:ext cx="303213" cy="303213"/>
                        <a:chOff x="5354637" y="3446463"/>
                        <a:chExt cx="214313" cy="214313"/>
                      </a:xfrm>
                    </p:grpSpPr>
                    <p:sp>
                      <p:nvSpPr>
                        <p:cNvPr id="11068" name="Arc 11067">
                          <a:extLst>
                            <a:ext uri="{FF2B5EF4-FFF2-40B4-BE49-F238E27FC236}">
                              <a16:creationId xmlns:a16="http://schemas.microsoft.com/office/drawing/2014/main" id="{B0643048-F2BD-7BA8-1384-7C26F6ECE59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069" name="Arc 11068">
                          <a:extLst>
                            <a:ext uri="{FF2B5EF4-FFF2-40B4-BE49-F238E27FC236}">
                              <a16:creationId xmlns:a16="http://schemas.microsoft.com/office/drawing/2014/main" id="{CF2B8283-474B-B1B8-2722-BD361E2EEC8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067" name="TextBox 11066">
                        <a:extLst>
                          <a:ext uri="{FF2B5EF4-FFF2-40B4-BE49-F238E27FC236}">
                            <a16:creationId xmlns:a16="http://schemas.microsoft.com/office/drawing/2014/main" id="{F8F03326-5F1E-D899-8533-A56F7D2A3640}"/>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052" name="Group 11051">
                    <a:extLst>
                      <a:ext uri="{FF2B5EF4-FFF2-40B4-BE49-F238E27FC236}">
                        <a16:creationId xmlns:a16="http://schemas.microsoft.com/office/drawing/2014/main" id="{B0F16BF7-BA73-CE5C-2BC3-4791529D3197}"/>
                      </a:ext>
                    </a:extLst>
                  </p:cNvPr>
                  <p:cNvGrpSpPr/>
                  <p:nvPr/>
                </p:nvGrpSpPr>
                <p:grpSpPr>
                  <a:xfrm>
                    <a:off x="6197413" y="3225768"/>
                    <a:ext cx="393192" cy="393192"/>
                    <a:chOff x="6389147" y="3932622"/>
                    <a:chExt cx="393192" cy="393192"/>
                  </a:xfrm>
                </p:grpSpPr>
                <p:grpSp>
                  <p:nvGrpSpPr>
                    <p:cNvPr id="11053" name="Group 11052">
                      <a:extLst>
                        <a:ext uri="{FF2B5EF4-FFF2-40B4-BE49-F238E27FC236}">
                          <a16:creationId xmlns:a16="http://schemas.microsoft.com/office/drawing/2014/main" id="{95C47276-4F4D-F80D-3384-E9749A3FE013}"/>
                        </a:ext>
                      </a:extLst>
                    </p:cNvPr>
                    <p:cNvGrpSpPr/>
                    <p:nvPr/>
                  </p:nvGrpSpPr>
                  <p:grpSpPr>
                    <a:xfrm flipH="1">
                      <a:off x="6478587" y="4022061"/>
                      <a:ext cx="214313" cy="214313"/>
                      <a:chOff x="5354637" y="3446463"/>
                      <a:chExt cx="214313" cy="214313"/>
                    </a:xfrm>
                  </p:grpSpPr>
                  <p:sp>
                    <p:nvSpPr>
                      <p:cNvPr id="11061" name="Arc 11060">
                        <a:extLst>
                          <a:ext uri="{FF2B5EF4-FFF2-40B4-BE49-F238E27FC236}">
                            <a16:creationId xmlns:a16="http://schemas.microsoft.com/office/drawing/2014/main" id="{5D81334C-5782-CD1F-45EA-34095C8E9F9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062" name="Arc 11061">
                        <a:extLst>
                          <a:ext uri="{FF2B5EF4-FFF2-40B4-BE49-F238E27FC236}">
                            <a16:creationId xmlns:a16="http://schemas.microsoft.com/office/drawing/2014/main" id="{1BD95937-F9D7-92D9-DDC2-CA3E0A64021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054" name="Group 11053">
                      <a:extLst>
                        <a:ext uri="{FF2B5EF4-FFF2-40B4-BE49-F238E27FC236}">
                          <a16:creationId xmlns:a16="http://schemas.microsoft.com/office/drawing/2014/main" id="{B9262E5D-54E8-09BE-9316-C5502DFE03F8}"/>
                        </a:ext>
                      </a:extLst>
                    </p:cNvPr>
                    <p:cNvGrpSpPr/>
                    <p:nvPr/>
                  </p:nvGrpSpPr>
                  <p:grpSpPr>
                    <a:xfrm rot="7200000" flipH="1">
                      <a:off x="6434137" y="3977611"/>
                      <a:ext cx="303213" cy="303213"/>
                      <a:chOff x="5354637" y="3446463"/>
                      <a:chExt cx="214313" cy="214313"/>
                    </a:xfrm>
                  </p:grpSpPr>
                  <p:sp>
                    <p:nvSpPr>
                      <p:cNvPr id="11059" name="Arc 11058">
                        <a:extLst>
                          <a:ext uri="{FF2B5EF4-FFF2-40B4-BE49-F238E27FC236}">
                            <a16:creationId xmlns:a16="http://schemas.microsoft.com/office/drawing/2014/main" id="{8A565E33-119B-F904-100E-15A5085888D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060" name="Arc 11059">
                        <a:extLst>
                          <a:ext uri="{FF2B5EF4-FFF2-40B4-BE49-F238E27FC236}">
                            <a16:creationId xmlns:a16="http://schemas.microsoft.com/office/drawing/2014/main" id="{7154D7C0-C6D0-57B2-B9A5-697338B19C9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055" name="Group 11054">
                      <a:extLst>
                        <a:ext uri="{FF2B5EF4-FFF2-40B4-BE49-F238E27FC236}">
                          <a16:creationId xmlns:a16="http://schemas.microsoft.com/office/drawing/2014/main" id="{AC5E2925-93D8-E496-71C3-AB68CFF92197}"/>
                        </a:ext>
                      </a:extLst>
                    </p:cNvPr>
                    <p:cNvGrpSpPr/>
                    <p:nvPr/>
                  </p:nvGrpSpPr>
                  <p:grpSpPr>
                    <a:xfrm rot="14400000" flipH="1">
                      <a:off x="6389147" y="3932622"/>
                      <a:ext cx="393192" cy="393192"/>
                      <a:chOff x="5354637" y="3446463"/>
                      <a:chExt cx="214313" cy="214313"/>
                    </a:xfrm>
                  </p:grpSpPr>
                  <p:sp>
                    <p:nvSpPr>
                      <p:cNvPr id="11057" name="Arc 11056">
                        <a:extLst>
                          <a:ext uri="{FF2B5EF4-FFF2-40B4-BE49-F238E27FC236}">
                            <a16:creationId xmlns:a16="http://schemas.microsoft.com/office/drawing/2014/main" id="{60B8B8EE-684F-69BA-C8F8-85A30EFCF09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058" name="Arc 11057">
                        <a:extLst>
                          <a:ext uri="{FF2B5EF4-FFF2-40B4-BE49-F238E27FC236}">
                            <a16:creationId xmlns:a16="http://schemas.microsoft.com/office/drawing/2014/main" id="{2CFD263D-7326-A6F4-10BC-7A87A35A559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056" name="TextBox 11055">
                      <a:extLst>
                        <a:ext uri="{FF2B5EF4-FFF2-40B4-BE49-F238E27FC236}">
                          <a16:creationId xmlns:a16="http://schemas.microsoft.com/office/drawing/2014/main" id="{25887D7C-2195-A216-CF9F-3605E80E2C9C}"/>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002" name="Group 11001">
                  <a:extLst>
                    <a:ext uri="{FF2B5EF4-FFF2-40B4-BE49-F238E27FC236}">
                      <a16:creationId xmlns:a16="http://schemas.microsoft.com/office/drawing/2014/main" id="{8F6D0B2B-D456-A169-6827-13876A42A787}"/>
                    </a:ext>
                  </a:extLst>
                </p:cNvPr>
                <p:cNvGrpSpPr/>
                <p:nvPr/>
              </p:nvGrpSpPr>
              <p:grpSpPr>
                <a:xfrm>
                  <a:off x="6069086" y="3246228"/>
                  <a:ext cx="1019224" cy="991639"/>
                  <a:chOff x="5886431" y="3225768"/>
                  <a:chExt cx="1019224" cy="991639"/>
                </a:xfrm>
              </p:grpSpPr>
              <p:grpSp>
                <p:nvGrpSpPr>
                  <p:cNvPr id="11003" name="Group 11002">
                    <a:extLst>
                      <a:ext uri="{FF2B5EF4-FFF2-40B4-BE49-F238E27FC236}">
                        <a16:creationId xmlns:a16="http://schemas.microsoft.com/office/drawing/2014/main" id="{5E559D07-ADD9-5914-A215-CAAC2E5BFFD8}"/>
                      </a:ext>
                    </a:extLst>
                  </p:cNvPr>
                  <p:cNvGrpSpPr/>
                  <p:nvPr/>
                </p:nvGrpSpPr>
                <p:grpSpPr>
                  <a:xfrm>
                    <a:off x="6197413" y="3824215"/>
                    <a:ext cx="393192" cy="393192"/>
                    <a:chOff x="5265196" y="3357021"/>
                    <a:chExt cx="393192" cy="393192"/>
                  </a:xfrm>
                </p:grpSpPr>
                <p:grpSp>
                  <p:nvGrpSpPr>
                    <p:cNvPr id="11038" name="Group 11037">
                      <a:extLst>
                        <a:ext uri="{FF2B5EF4-FFF2-40B4-BE49-F238E27FC236}">
                          <a16:creationId xmlns:a16="http://schemas.microsoft.com/office/drawing/2014/main" id="{C9FD29D4-145F-9F4A-11D0-2C1620D7C82A}"/>
                        </a:ext>
                      </a:extLst>
                    </p:cNvPr>
                    <p:cNvGrpSpPr/>
                    <p:nvPr/>
                  </p:nvGrpSpPr>
                  <p:grpSpPr>
                    <a:xfrm rot="14400000">
                      <a:off x="5265196" y="3357021"/>
                      <a:ext cx="393192" cy="393192"/>
                      <a:chOff x="5354637" y="3446463"/>
                      <a:chExt cx="214313" cy="214313"/>
                    </a:xfrm>
                  </p:grpSpPr>
                  <p:sp>
                    <p:nvSpPr>
                      <p:cNvPr id="11047" name="Arc 11046">
                        <a:extLst>
                          <a:ext uri="{FF2B5EF4-FFF2-40B4-BE49-F238E27FC236}">
                            <a16:creationId xmlns:a16="http://schemas.microsoft.com/office/drawing/2014/main" id="{19581630-199C-518E-3403-9945F2E43F7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048" name="Arc 11047">
                        <a:extLst>
                          <a:ext uri="{FF2B5EF4-FFF2-40B4-BE49-F238E27FC236}">
                            <a16:creationId xmlns:a16="http://schemas.microsoft.com/office/drawing/2014/main" id="{EFA92E0C-3307-5EF8-F061-D7FAAC04070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039" name="Group 11038">
                      <a:extLst>
                        <a:ext uri="{FF2B5EF4-FFF2-40B4-BE49-F238E27FC236}">
                          <a16:creationId xmlns:a16="http://schemas.microsoft.com/office/drawing/2014/main" id="{DCDEC0FF-2473-C1CA-DB73-41E7BF736F6C}"/>
                        </a:ext>
                      </a:extLst>
                    </p:cNvPr>
                    <p:cNvGrpSpPr/>
                    <p:nvPr/>
                  </p:nvGrpSpPr>
                  <p:grpSpPr>
                    <a:xfrm>
                      <a:off x="5310186" y="3402011"/>
                      <a:ext cx="303213" cy="303213"/>
                      <a:chOff x="5310186" y="3402011"/>
                      <a:chExt cx="303213" cy="303213"/>
                    </a:xfrm>
                  </p:grpSpPr>
                  <p:grpSp>
                    <p:nvGrpSpPr>
                      <p:cNvPr id="11040" name="Group 11039">
                        <a:extLst>
                          <a:ext uri="{FF2B5EF4-FFF2-40B4-BE49-F238E27FC236}">
                            <a16:creationId xmlns:a16="http://schemas.microsoft.com/office/drawing/2014/main" id="{881DAFFC-454B-6AC4-8F56-00D954AE60AF}"/>
                          </a:ext>
                        </a:extLst>
                      </p:cNvPr>
                      <p:cNvGrpSpPr/>
                      <p:nvPr/>
                    </p:nvGrpSpPr>
                    <p:grpSpPr>
                      <a:xfrm>
                        <a:off x="5354636" y="3446461"/>
                        <a:ext cx="214313" cy="214313"/>
                        <a:chOff x="5354637" y="3446463"/>
                        <a:chExt cx="214313" cy="214313"/>
                      </a:xfrm>
                    </p:grpSpPr>
                    <p:sp>
                      <p:nvSpPr>
                        <p:cNvPr id="11045" name="Arc 11044">
                          <a:extLst>
                            <a:ext uri="{FF2B5EF4-FFF2-40B4-BE49-F238E27FC236}">
                              <a16:creationId xmlns:a16="http://schemas.microsoft.com/office/drawing/2014/main" id="{F93CE8FC-E07C-36EE-FA36-175749D2284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046" name="Arc 11045">
                          <a:extLst>
                            <a:ext uri="{FF2B5EF4-FFF2-40B4-BE49-F238E27FC236}">
                              <a16:creationId xmlns:a16="http://schemas.microsoft.com/office/drawing/2014/main" id="{1C0D9095-0A92-441E-F064-F402AB8C9D6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041" name="Group 11040">
                        <a:extLst>
                          <a:ext uri="{FF2B5EF4-FFF2-40B4-BE49-F238E27FC236}">
                            <a16:creationId xmlns:a16="http://schemas.microsoft.com/office/drawing/2014/main" id="{0742C73B-3701-C575-E4E7-D3204BC6108B}"/>
                          </a:ext>
                        </a:extLst>
                      </p:cNvPr>
                      <p:cNvGrpSpPr/>
                      <p:nvPr/>
                    </p:nvGrpSpPr>
                    <p:grpSpPr>
                      <a:xfrm rot="7200000">
                        <a:off x="5310186" y="3402011"/>
                        <a:ext cx="303213" cy="303213"/>
                        <a:chOff x="5354637" y="3446463"/>
                        <a:chExt cx="214313" cy="214313"/>
                      </a:xfrm>
                    </p:grpSpPr>
                    <p:sp>
                      <p:nvSpPr>
                        <p:cNvPr id="11043" name="Arc 11042">
                          <a:extLst>
                            <a:ext uri="{FF2B5EF4-FFF2-40B4-BE49-F238E27FC236}">
                              <a16:creationId xmlns:a16="http://schemas.microsoft.com/office/drawing/2014/main" id="{C2F9C45F-3C2A-F54E-58F5-5A15BD8550C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044" name="Arc 11043">
                          <a:extLst>
                            <a:ext uri="{FF2B5EF4-FFF2-40B4-BE49-F238E27FC236}">
                              <a16:creationId xmlns:a16="http://schemas.microsoft.com/office/drawing/2014/main" id="{5385048F-9EC0-36ED-F77F-196050A5099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042" name="TextBox 11041">
                        <a:extLst>
                          <a:ext uri="{FF2B5EF4-FFF2-40B4-BE49-F238E27FC236}">
                            <a16:creationId xmlns:a16="http://schemas.microsoft.com/office/drawing/2014/main" id="{F87F6249-C948-F62A-E286-B22AF347CC9B}"/>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004" name="Group 11003">
                    <a:extLst>
                      <a:ext uri="{FF2B5EF4-FFF2-40B4-BE49-F238E27FC236}">
                        <a16:creationId xmlns:a16="http://schemas.microsoft.com/office/drawing/2014/main" id="{29BE8C8A-34C0-C04E-5D1A-AAA7C2CCF1B3}"/>
                      </a:ext>
                    </a:extLst>
                  </p:cNvPr>
                  <p:cNvGrpSpPr/>
                  <p:nvPr/>
                </p:nvGrpSpPr>
                <p:grpSpPr>
                  <a:xfrm>
                    <a:off x="5886431" y="3525040"/>
                    <a:ext cx="393192" cy="393192"/>
                    <a:chOff x="5265196" y="3932619"/>
                    <a:chExt cx="393192" cy="393192"/>
                  </a:xfrm>
                </p:grpSpPr>
                <p:grpSp>
                  <p:nvGrpSpPr>
                    <p:cNvPr id="11028" name="Group 11027">
                      <a:extLst>
                        <a:ext uri="{FF2B5EF4-FFF2-40B4-BE49-F238E27FC236}">
                          <a16:creationId xmlns:a16="http://schemas.microsoft.com/office/drawing/2014/main" id="{BC852979-251E-8FA6-FA32-F8CE3FC25083}"/>
                        </a:ext>
                      </a:extLst>
                    </p:cNvPr>
                    <p:cNvGrpSpPr/>
                    <p:nvPr/>
                  </p:nvGrpSpPr>
                  <p:grpSpPr>
                    <a:xfrm>
                      <a:off x="5354636" y="4022061"/>
                      <a:ext cx="214313" cy="214313"/>
                      <a:chOff x="5354637" y="3446463"/>
                      <a:chExt cx="214313" cy="214313"/>
                    </a:xfrm>
                  </p:grpSpPr>
                  <p:sp>
                    <p:nvSpPr>
                      <p:cNvPr id="11036" name="Arc 11035">
                        <a:extLst>
                          <a:ext uri="{FF2B5EF4-FFF2-40B4-BE49-F238E27FC236}">
                            <a16:creationId xmlns:a16="http://schemas.microsoft.com/office/drawing/2014/main" id="{32D7CE96-0C28-B354-6A29-E8B4F955634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037" name="Arc 11036">
                        <a:extLst>
                          <a:ext uri="{FF2B5EF4-FFF2-40B4-BE49-F238E27FC236}">
                            <a16:creationId xmlns:a16="http://schemas.microsoft.com/office/drawing/2014/main" id="{534D4574-FC90-5244-8139-ECB4520B522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029" name="Group 11028">
                      <a:extLst>
                        <a:ext uri="{FF2B5EF4-FFF2-40B4-BE49-F238E27FC236}">
                          <a16:creationId xmlns:a16="http://schemas.microsoft.com/office/drawing/2014/main" id="{5E35AFED-D7E3-9D6A-3249-6569130994B9}"/>
                        </a:ext>
                      </a:extLst>
                    </p:cNvPr>
                    <p:cNvGrpSpPr/>
                    <p:nvPr/>
                  </p:nvGrpSpPr>
                  <p:grpSpPr>
                    <a:xfrm rot="14400000">
                      <a:off x="5310186" y="3977611"/>
                      <a:ext cx="303213" cy="303213"/>
                      <a:chOff x="5354637" y="3446463"/>
                      <a:chExt cx="214313" cy="214313"/>
                    </a:xfrm>
                  </p:grpSpPr>
                  <p:sp>
                    <p:nvSpPr>
                      <p:cNvPr id="11034" name="Arc 11033">
                        <a:extLst>
                          <a:ext uri="{FF2B5EF4-FFF2-40B4-BE49-F238E27FC236}">
                            <a16:creationId xmlns:a16="http://schemas.microsoft.com/office/drawing/2014/main" id="{AF2CECF3-CA49-1345-B850-C48155C58A2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035" name="Arc 11034">
                        <a:extLst>
                          <a:ext uri="{FF2B5EF4-FFF2-40B4-BE49-F238E27FC236}">
                            <a16:creationId xmlns:a16="http://schemas.microsoft.com/office/drawing/2014/main" id="{EAC4FB3F-1105-52C6-9FE0-BB47D07ED09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030" name="Group 11029">
                      <a:extLst>
                        <a:ext uri="{FF2B5EF4-FFF2-40B4-BE49-F238E27FC236}">
                          <a16:creationId xmlns:a16="http://schemas.microsoft.com/office/drawing/2014/main" id="{38C0635A-5089-F7DE-A20C-2A89E7A8845B}"/>
                        </a:ext>
                      </a:extLst>
                    </p:cNvPr>
                    <p:cNvGrpSpPr/>
                    <p:nvPr/>
                  </p:nvGrpSpPr>
                  <p:grpSpPr>
                    <a:xfrm rot="7200000">
                      <a:off x="5265196" y="3932619"/>
                      <a:ext cx="393192" cy="393192"/>
                      <a:chOff x="5354637" y="3446463"/>
                      <a:chExt cx="214313" cy="214313"/>
                    </a:xfrm>
                  </p:grpSpPr>
                  <p:sp>
                    <p:nvSpPr>
                      <p:cNvPr id="11032" name="Arc 11031">
                        <a:extLst>
                          <a:ext uri="{FF2B5EF4-FFF2-40B4-BE49-F238E27FC236}">
                            <a16:creationId xmlns:a16="http://schemas.microsoft.com/office/drawing/2014/main" id="{8B6F95D3-840D-571E-F1E7-CC196B8D428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033" name="Arc 11032">
                        <a:extLst>
                          <a:ext uri="{FF2B5EF4-FFF2-40B4-BE49-F238E27FC236}">
                            <a16:creationId xmlns:a16="http://schemas.microsoft.com/office/drawing/2014/main" id="{BA61DB43-ACF7-79A3-0345-5EFC40CE777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031" name="TextBox 11030">
                      <a:extLst>
                        <a:ext uri="{FF2B5EF4-FFF2-40B4-BE49-F238E27FC236}">
                          <a16:creationId xmlns:a16="http://schemas.microsoft.com/office/drawing/2014/main" id="{18CE46A0-50BD-13C9-F22F-FB24EB9D9D7D}"/>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1005" name="Group 11004">
                    <a:extLst>
                      <a:ext uri="{FF2B5EF4-FFF2-40B4-BE49-F238E27FC236}">
                        <a16:creationId xmlns:a16="http://schemas.microsoft.com/office/drawing/2014/main" id="{7D2BB1F8-6B41-46E3-2352-D1D5F842F707}"/>
                      </a:ext>
                    </a:extLst>
                  </p:cNvPr>
                  <p:cNvGrpSpPr/>
                  <p:nvPr/>
                </p:nvGrpSpPr>
                <p:grpSpPr>
                  <a:xfrm>
                    <a:off x="6512463" y="3525040"/>
                    <a:ext cx="393192" cy="393192"/>
                    <a:chOff x="6389147" y="3357021"/>
                    <a:chExt cx="393192" cy="393192"/>
                  </a:xfrm>
                </p:grpSpPr>
                <p:grpSp>
                  <p:nvGrpSpPr>
                    <p:cNvPr id="11017" name="Group 11016">
                      <a:extLst>
                        <a:ext uri="{FF2B5EF4-FFF2-40B4-BE49-F238E27FC236}">
                          <a16:creationId xmlns:a16="http://schemas.microsoft.com/office/drawing/2014/main" id="{0CEC7FA3-BA41-3AD1-5CF2-7AC385C767C2}"/>
                        </a:ext>
                      </a:extLst>
                    </p:cNvPr>
                    <p:cNvGrpSpPr/>
                    <p:nvPr/>
                  </p:nvGrpSpPr>
                  <p:grpSpPr>
                    <a:xfrm rot="7200000" flipH="1">
                      <a:off x="6389147" y="3357021"/>
                      <a:ext cx="393192" cy="393192"/>
                      <a:chOff x="5354637" y="3446463"/>
                      <a:chExt cx="214313" cy="214313"/>
                    </a:xfrm>
                  </p:grpSpPr>
                  <p:sp>
                    <p:nvSpPr>
                      <p:cNvPr id="11026" name="Arc 11025">
                        <a:extLst>
                          <a:ext uri="{FF2B5EF4-FFF2-40B4-BE49-F238E27FC236}">
                            <a16:creationId xmlns:a16="http://schemas.microsoft.com/office/drawing/2014/main" id="{BCA9E183-AA49-65D7-8EBA-38D3623180E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027" name="Arc 11026">
                        <a:extLst>
                          <a:ext uri="{FF2B5EF4-FFF2-40B4-BE49-F238E27FC236}">
                            <a16:creationId xmlns:a16="http://schemas.microsoft.com/office/drawing/2014/main" id="{3C2DFE83-37B5-B3DD-1786-B1FB31BEBB4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018" name="Group 11017">
                      <a:extLst>
                        <a:ext uri="{FF2B5EF4-FFF2-40B4-BE49-F238E27FC236}">
                          <a16:creationId xmlns:a16="http://schemas.microsoft.com/office/drawing/2014/main" id="{4146F490-5AE3-8145-F785-D3A3FC77ACFE}"/>
                        </a:ext>
                      </a:extLst>
                    </p:cNvPr>
                    <p:cNvGrpSpPr/>
                    <p:nvPr/>
                  </p:nvGrpSpPr>
                  <p:grpSpPr>
                    <a:xfrm>
                      <a:off x="6434137" y="3402011"/>
                      <a:ext cx="303213" cy="303213"/>
                      <a:chOff x="6434137" y="3402011"/>
                      <a:chExt cx="303213" cy="303213"/>
                    </a:xfrm>
                  </p:grpSpPr>
                  <p:grpSp>
                    <p:nvGrpSpPr>
                      <p:cNvPr id="11019" name="Group 11018">
                        <a:extLst>
                          <a:ext uri="{FF2B5EF4-FFF2-40B4-BE49-F238E27FC236}">
                            <a16:creationId xmlns:a16="http://schemas.microsoft.com/office/drawing/2014/main" id="{23A4B25D-913D-F1F0-D968-E8F3C0A897F2}"/>
                          </a:ext>
                        </a:extLst>
                      </p:cNvPr>
                      <p:cNvGrpSpPr/>
                      <p:nvPr/>
                    </p:nvGrpSpPr>
                    <p:grpSpPr>
                      <a:xfrm flipH="1">
                        <a:off x="6478587" y="3446461"/>
                        <a:ext cx="214313" cy="214313"/>
                        <a:chOff x="5354637" y="3446463"/>
                        <a:chExt cx="214313" cy="214313"/>
                      </a:xfrm>
                    </p:grpSpPr>
                    <p:sp>
                      <p:nvSpPr>
                        <p:cNvPr id="11024" name="Arc 11023">
                          <a:extLst>
                            <a:ext uri="{FF2B5EF4-FFF2-40B4-BE49-F238E27FC236}">
                              <a16:creationId xmlns:a16="http://schemas.microsoft.com/office/drawing/2014/main" id="{81463CCF-CBFA-44CE-10B1-3582F3556BB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025" name="Arc 11024">
                          <a:extLst>
                            <a:ext uri="{FF2B5EF4-FFF2-40B4-BE49-F238E27FC236}">
                              <a16:creationId xmlns:a16="http://schemas.microsoft.com/office/drawing/2014/main" id="{E98E9D66-8CD7-59CA-8D53-2B87AA0E39A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020" name="Group 11019">
                        <a:extLst>
                          <a:ext uri="{FF2B5EF4-FFF2-40B4-BE49-F238E27FC236}">
                            <a16:creationId xmlns:a16="http://schemas.microsoft.com/office/drawing/2014/main" id="{C7BC32D3-4881-6529-8EC8-EC9C54183E68}"/>
                          </a:ext>
                        </a:extLst>
                      </p:cNvPr>
                      <p:cNvGrpSpPr/>
                      <p:nvPr/>
                    </p:nvGrpSpPr>
                    <p:grpSpPr>
                      <a:xfrm rot="14400000" flipH="1">
                        <a:off x="6434137" y="3402011"/>
                        <a:ext cx="303213" cy="303213"/>
                        <a:chOff x="5354637" y="3446463"/>
                        <a:chExt cx="214313" cy="214313"/>
                      </a:xfrm>
                    </p:grpSpPr>
                    <p:sp>
                      <p:nvSpPr>
                        <p:cNvPr id="11022" name="Arc 11021">
                          <a:extLst>
                            <a:ext uri="{FF2B5EF4-FFF2-40B4-BE49-F238E27FC236}">
                              <a16:creationId xmlns:a16="http://schemas.microsoft.com/office/drawing/2014/main" id="{8281309D-0929-F8E7-9F42-0D508CBA4AF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023" name="Arc 11022">
                          <a:extLst>
                            <a:ext uri="{FF2B5EF4-FFF2-40B4-BE49-F238E27FC236}">
                              <a16:creationId xmlns:a16="http://schemas.microsoft.com/office/drawing/2014/main" id="{8176220B-844B-871E-039B-A9D82DF7FA4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021" name="TextBox 11020">
                        <a:extLst>
                          <a:ext uri="{FF2B5EF4-FFF2-40B4-BE49-F238E27FC236}">
                            <a16:creationId xmlns:a16="http://schemas.microsoft.com/office/drawing/2014/main" id="{0E1B28F0-4232-A8C3-A59B-15A1CE769AA8}"/>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1006" name="Group 11005">
                    <a:extLst>
                      <a:ext uri="{FF2B5EF4-FFF2-40B4-BE49-F238E27FC236}">
                        <a16:creationId xmlns:a16="http://schemas.microsoft.com/office/drawing/2014/main" id="{C075FFC0-B573-DA0F-ABDD-463BFDAF8F6C}"/>
                      </a:ext>
                    </a:extLst>
                  </p:cNvPr>
                  <p:cNvGrpSpPr/>
                  <p:nvPr/>
                </p:nvGrpSpPr>
                <p:grpSpPr>
                  <a:xfrm>
                    <a:off x="6197413" y="3225768"/>
                    <a:ext cx="393192" cy="393192"/>
                    <a:chOff x="6389147" y="3932622"/>
                    <a:chExt cx="393192" cy="393192"/>
                  </a:xfrm>
                </p:grpSpPr>
                <p:grpSp>
                  <p:nvGrpSpPr>
                    <p:cNvPr id="11007" name="Group 11006">
                      <a:extLst>
                        <a:ext uri="{FF2B5EF4-FFF2-40B4-BE49-F238E27FC236}">
                          <a16:creationId xmlns:a16="http://schemas.microsoft.com/office/drawing/2014/main" id="{0733CDD3-706B-B8DC-61A3-A21CCC1E816E}"/>
                        </a:ext>
                      </a:extLst>
                    </p:cNvPr>
                    <p:cNvGrpSpPr/>
                    <p:nvPr/>
                  </p:nvGrpSpPr>
                  <p:grpSpPr>
                    <a:xfrm flipH="1">
                      <a:off x="6478587" y="4022061"/>
                      <a:ext cx="214313" cy="214313"/>
                      <a:chOff x="5354637" y="3446463"/>
                      <a:chExt cx="214313" cy="214313"/>
                    </a:xfrm>
                  </p:grpSpPr>
                  <p:sp>
                    <p:nvSpPr>
                      <p:cNvPr id="11015" name="Arc 11014">
                        <a:extLst>
                          <a:ext uri="{FF2B5EF4-FFF2-40B4-BE49-F238E27FC236}">
                            <a16:creationId xmlns:a16="http://schemas.microsoft.com/office/drawing/2014/main" id="{9DA4E1C3-FE9A-19B7-CF9F-7DA3559422F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016" name="Arc 11015">
                        <a:extLst>
                          <a:ext uri="{FF2B5EF4-FFF2-40B4-BE49-F238E27FC236}">
                            <a16:creationId xmlns:a16="http://schemas.microsoft.com/office/drawing/2014/main" id="{570AC4D8-8519-FA38-14FA-299D865B868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008" name="Group 11007">
                      <a:extLst>
                        <a:ext uri="{FF2B5EF4-FFF2-40B4-BE49-F238E27FC236}">
                          <a16:creationId xmlns:a16="http://schemas.microsoft.com/office/drawing/2014/main" id="{DF31A563-A756-F82C-1C48-DF1972C3B695}"/>
                        </a:ext>
                      </a:extLst>
                    </p:cNvPr>
                    <p:cNvGrpSpPr/>
                    <p:nvPr/>
                  </p:nvGrpSpPr>
                  <p:grpSpPr>
                    <a:xfrm rot="7200000" flipH="1">
                      <a:off x="6434137" y="3977611"/>
                      <a:ext cx="303213" cy="303213"/>
                      <a:chOff x="5354637" y="3446463"/>
                      <a:chExt cx="214313" cy="214313"/>
                    </a:xfrm>
                  </p:grpSpPr>
                  <p:sp>
                    <p:nvSpPr>
                      <p:cNvPr id="11013" name="Arc 11012">
                        <a:extLst>
                          <a:ext uri="{FF2B5EF4-FFF2-40B4-BE49-F238E27FC236}">
                            <a16:creationId xmlns:a16="http://schemas.microsoft.com/office/drawing/2014/main" id="{05BFF99A-6936-9684-4711-B8B2C863C01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014" name="Arc 11013">
                        <a:extLst>
                          <a:ext uri="{FF2B5EF4-FFF2-40B4-BE49-F238E27FC236}">
                            <a16:creationId xmlns:a16="http://schemas.microsoft.com/office/drawing/2014/main" id="{C57FA4B8-376B-C646-634B-B22D2CE38D8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1009" name="Group 11008">
                      <a:extLst>
                        <a:ext uri="{FF2B5EF4-FFF2-40B4-BE49-F238E27FC236}">
                          <a16:creationId xmlns:a16="http://schemas.microsoft.com/office/drawing/2014/main" id="{6CFD5B23-8094-4BA8-9DB7-411D20BD560B}"/>
                        </a:ext>
                      </a:extLst>
                    </p:cNvPr>
                    <p:cNvGrpSpPr/>
                    <p:nvPr/>
                  </p:nvGrpSpPr>
                  <p:grpSpPr>
                    <a:xfrm rot="14400000" flipH="1">
                      <a:off x="6389147" y="3932622"/>
                      <a:ext cx="393192" cy="393192"/>
                      <a:chOff x="5354637" y="3446463"/>
                      <a:chExt cx="214313" cy="214313"/>
                    </a:xfrm>
                  </p:grpSpPr>
                  <p:sp>
                    <p:nvSpPr>
                      <p:cNvPr id="11011" name="Arc 11010">
                        <a:extLst>
                          <a:ext uri="{FF2B5EF4-FFF2-40B4-BE49-F238E27FC236}">
                            <a16:creationId xmlns:a16="http://schemas.microsoft.com/office/drawing/2014/main" id="{673EEC01-F0D8-2979-770A-89C2A000927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012" name="Arc 11011">
                        <a:extLst>
                          <a:ext uri="{FF2B5EF4-FFF2-40B4-BE49-F238E27FC236}">
                            <a16:creationId xmlns:a16="http://schemas.microsoft.com/office/drawing/2014/main" id="{ED1D7008-91F9-90E3-908E-1B93177DF6A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1010" name="TextBox 11009">
                      <a:extLst>
                        <a:ext uri="{FF2B5EF4-FFF2-40B4-BE49-F238E27FC236}">
                          <a16:creationId xmlns:a16="http://schemas.microsoft.com/office/drawing/2014/main" id="{71BB9D29-3582-B24C-5357-80BA167178CF}"/>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0906" name="Group 10905">
                <a:extLst>
                  <a:ext uri="{FF2B5EF4-FFF2-40B4-BE49-F238E27FC236}">
                    <a16:creationId xmlns:a16="http://schemas.microsoft.com/office/drawing/2014/main" id="{A067ABF0-40CA-2C41-33BD-B647D7CD5F7A}"/>
                  </a:ext>
                </a:extLst>
              </p:cNvPr>
              <p:cNvGrpSpPr/>
              <p:nvPr/>
            </p:nvGrpSpPr>
            <p:grpSpPr>
              <a:xfrm>
                <a:off x="6065340" y="2039507"/>
                <a:ext cx="1643204" cy="1593124"/>
                <a:chOff x="5445106" y="2644743"/>
                <a:chExt cx="1643204" cy="1593124"/>
              </a:xfrm>
            </p:grpSpPr>
            <p:grpSp>
              <p:nvGrpSpPr>
                <p:cNvPr id="10907" name="Group 10906">
                  <a:extLst>
                    <a:ext uri="{FF2B5EF4-FFF2-40B4-BE49-F238E27FC236}">
                      <a16:creationId xmlns:a16="http://schemas.microsoft.com/office/drawing/2014/main" id="{A6DA9AA9-66C0-2E41-E00F-3FF28FF85004}"/>
                    </a:ext>
                  </a:extLst>
                </p:cNvPr>
                <p:cNvGrpSpPr/>
                <p:nvPr/>
              </p:nvGrpSpPr>
              <p:grpSpPr>
                <a:xfrm>
                  <a:off x="5445106" y="2644743"/>
                  <a:ext cx="1019224" cy="991639"/>
                  <a:chOff x="5886431" y="3225768"/>
                  <a:chExt cx="1019224" cy="991639"/>
                </a:xfrm>
              </p:grpSpPr>
              <p:grpSp>
                <p:nvGrpSpPr>
                  <p:cNvPr id="10955" name="Group 10954">
                    <a:extLst>
                      <a:ext uri="{FF2B5EF4-FFF2-40B4-BE49-F238E27FC236}">
                        <a16:creationId xmlns:a16="http://schemas.microsoft.com/office/drawing/2014/main" id="{B0988FF4-01F2-0228-3A04-9ADEAB1A227E}"/>
                      </a:ext>
                    </a:extLst>
                  </p:cNvPr>
                  <p:cNvGrpSpPr/>
                  <p:nvPr/>
                </p:nvGrpSpPr>
                <p:grpSpPr>
                  <a:xfrm>
                    <a:off x="6197413" y="3824215"/>
                    <a:ext cx="393192" cy="393192"/>
                    <a:chOff x="5265196" y="3357021"/>
                    <a:chExt cx="393192" cy="393192"/>
                  </a:xfrm>
                </p:grpSpPr>
                <p:grpSp>
                  <p:nvGrpSpPr>
                    <p:cNvPr id="10990" name="Group 10989">
                      <a:extLst>
                        <a:ext uri="{FF2B5EF4-FFF2-40B4-BE49-F238E27FC236}">
                          <a16:creationId xmlns:a16="http://schemas.microsoft.com/office/drawing/2014/main" id="{9CC6E3A4-DF13-6EB7-8A08-0E1BB0CBA169}"/>
                        </a:ext>
                      </a:extLst>
                    </p:cNvPr>
                    <p:cNvGrpSpPr/>
                    <p:nvPr/>
                  </p:nvGrpSpPr>
                  <p:grpSpPr>
                    <a:xfrm rot="14400000">
                      <a:off x="5265196" y="3357021"/>
                      <a:ext cx="393192" cy="393192"/>
                      <a:chOff x="5354637" y="3446463"/>
                      <a:chExt cx="214313" cy="214313"/>
                    </a:xfrm>
                  </p:grpSpPr>
                  <p:sp>
                    <p:nvSpPr>
                      <p:cNvPr id="10999" name="Arc 10998">
                        <a:extLst>
                          <a:ext uri="{FF2B5EF4-FFF2-40B4-BE49-F238E27FC236}">
                            <a16:creationId xmlns:a16="http://schemas.microsoft.com/office/drawing/2014/main" id="{C2415039-47A4-FE99-5EC8-A37B61E2449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000" name="Arc 10999">
                        <a:extLst>
                          <a:ext uri="{FF2B5EF4-FFF2-40B4-BE49-F238E27FC236}">
                            <a16:creationId xmlns:a16="http://schemas.microsoft.com/office/drawing/2014/main" id="{430A4F14-C686-4C69-D099-6C05392069E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991" name="Group 10990">
                      <a:extLst>
                        <a:ext uri="{FF2B5EF4-FFF2-40B4-BE49-F238E27FC236}">
                          <a16:creationId xmlns:a16="http://schemas.microsoft.com/office/drawing/2014/main" id="{9D18C6FF-86D2-FD5F-4A7B-6DD76B41B76B}"/>
                        </a:ext>
                      </a:extLst>
                    </p:cNvPr>
                    <p:cNvGrpSpPr/>
                    <p:nvPr/>
                  </p:nvGrpSpPr>
                  <p:grpSpPr>
                    <a:xfrm>
                      <a:off x="5310186" y="3402011"/>
                      <a:ext cx="303213" cy="303213"/>
                      <a:chOff x="5310186" y="3402011"/>
                      <a:chExt cx="303213" cy="303213"/>
                    </a:xfrm>
                  </p:grpSpPr>
                  <p:grpSp>
                    <p:nvGrpSpPr>
                      <p:cNvPr id="10992" name="Group 10991">
                        <a:extLst>
                          <a:ext uri="{FF2B5EF4-FFF2-40B4-BE49-F238E27FC236}">
                            <a16:creationId xmlns:a16="http://schemas.microsoft.com/office/drawing/2014/main" id="{469BCC6A-CCB0-56F3-05C0-232BA1664870}"/>
                          </a:ext>
                        </a:extLst>
                      </p:cNvPr>
                      <p:cNvGrpSpPr/>
                      <p:nvPr/>
                    </p:nvGrpSpPr>
                    <p:grpSpPr>
                      <a:xfrm>
                        <a:off x="5354636" y="3446461"/>
                        <a:ext cx="214313" cy="214313"/>
                        <a:chOff x="5354637" y="3446463"/>
                        <a:chExt cx="214313" cy="214313"/>
                      </a:xfrm>
                    </p:grpSpPr>
                    <p:sp>
                      <p:nvSpPr>
                        <p:cNvPr id="10997" name="Arc 10996">
                          <a:extLst>
                            <a:ext uri="{FF2B5EF4-FFF2-40B4-BE49-F238E27FC236}">
                              <a16:creationId xmlns:a16="http://schemas.microsoft.com/office/drawing/2014/main" id="{11BC3302-4006-25B2-730B-4DD194690C7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998" name="Arc 10997">
                          <a:extLst>
                            <a:ext uri="{FF2B5EF4-FFF2-40B4-BE49-F238E27FC236}">
                              <a16:creationId xmlns:a16="http://schemas.microsoft.com/office/drawing/2014/main" id="{D23AE665-664E-DB06-BD3C-A3F488B5826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993" name="Group 10992">
                        <a:extLst>
                          <a:ext uri="{FF2B5EF4-FFF2-40B4-BE49-F238E27FC236}">
                            <a16:creationId xmlns:a16="http://schemas.microsoft.com/office/drawing/2014/main" id="{1BC38D6A-7B97-FCB2-0BCD-23B7B3FBC4D6}"/>
                          </a:ext>
                        </a:extLst>
                      </p:cNvPr>
                      <p:cNvGrpSpPr/>
                      <p:nvPr/>
                    </p:nvGrpSpPr>
                    <p:grpSpPr>
                      <a:xfrm rot="7200000">
                        <a:off x="5310186" y="3402011"/>
                        <a:ext cx="303213" cy="303213"/>
                        <a:chOff x="5354637" y="3446463"/>
                        <a:chExt cx="214313" cy="214313"/>
                      </a:xfrm>
                    </p:grpSpPr>
                    <p:sp>
                      <p:nvSpPr>
                        <p:cNvPr id="10995" name="Arc 10994">
                          <a:extLst>
                            <a:ext uri="{FF2B5EF4-FFF2-40B4-BE49-F238E27FC236}">
                              <a16:creationId xmlns:a16="http://schemas.microsoft.com/office/drawing/2014/main" id="{A30AF654-5D4E-7D1E-FAFE-3A6C7BDB55C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996" name="Arc 10995">
                          <a:extLst>
                            <a:ext uri="{FF2B5EF4-FFF2-40B4-BE49-F238E27FC236}">
                              <a16:creationId xmlns:a16="http://schemas.microsoft.com/office/drawing/2014/main" id="{4CD35E8D-EC52-D7C8-5708-BBFCDD480B5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994" name="TextBox 10993">
                        <a:extLst>
                          <a:ext uri="{FF2B5EF4-FFF2-40B4-BE49-F238E27FC236}">
                            <a16:creationId xmlns:a16="http://schemas.microsoft.com/office/drawing/2014/main" id="{439DAA61-B1CC-708E-3397-1177C5FF4796}"/>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956" name="Group 10955">
                    <a:extLst>
                      <a:ext uri="{FF2B5EF4-FFF2-40B4-BE49-F238E27FC236}">
                        <a16:creationId xmlns:a16="http://schemas.microsoft.com/office/drawing/2014/main" id="{2A6E7647-DF67-1A6F-1C7F-0B2D6E248FFD}"/>
                      </a:ext>
                    </a:extLst>
                  </p:cNvPr>
                  <p:cNvGrpSpPr/>
                  <p:nvPr/>
                </p:nvGrpSpPr>
                <p:grpSpPr>
                  <a:xfrm>
                    <a:off x="5886431" y="3525040"/>
                    <a:ext cx="393192" cy="393192"/>
                    <a:chOff x="5265196" y="3932619"/>
                    <a:chExt cx="393192" cy="393192"/>
                  </a:xfrm>
                </p:grpSpPr>
                <p:grpSp>
                  <p:nvGrpSpPr>
                    <p:cNvPr id="10980" name="Group 10979">
                      <a:extLst>
                        <a:ext uri="{FF2B5EF4-FFF2-40B4-BE49-F238E27FC236}">
                          <a16:creationId xmlns:a16="http://schemas.microsoft.com/office/drawing/2014/main" id="{73153827-3434-8DAA-E6ED-E6BD407F7105}"/>
                        </a:ext>
                      </a:extLst>
                    </p:cNvPr>
                    <p:cNvGrpSpPr/>
                    <p:nvPr/>
                  </p:nvGrpSpPr>
                  <p:grpSpPr>
                    <a:xfrm>
                      <a:off x="5354636" y="4022061"/>
                      <a:ext cx="214313" cy="214313"/>
                      <a:chOff x="5354637" y="3446463"/>
                      <a:chExt cx="214313" cy="214313"/>
                    </a:xfrm>
                  </p:grpSpPr>
                  <p:sp>
                    <p:nvSpPr>
                      <p:cNvPr id="10988" name="Arc 10987">
                        <a:extLst>
                          <a:ext uri="{FF2B5EF4-FFF2-40B4-BE49-F238E27FC236}">
                            <a16:creationId xmlns:a16="http://schemas.microsoft.com/office/drawing/2014/main" id="{48432345-E8B1-5141-C7D1-1415A6328EB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989" name="Arc 10988">
                        <a:extLst>
                          <a:ext uri="{FF2B5EF4-FFF2-40B4-BE49-F238E27FC236}">
                            <a16:creationId xmlns:a16="http://schemas.microsoft.com/office/drawing/2014/main" id="{B1A4A4C0-E327-6149-44E2-C69587BBE75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981" name="Group 10980">
                      <a:extLst>
                        <a:ext uri="{FF2B5EF4-FFF2-40B4-BE49-F238E27FC236}">
                          <a16:creationId xmlns:a16="http://schemas.microsoft.com/office/drawing/2014/main" id="{46E0A145-E7DC-5D03-45A5-BEE9ED44594E}"/>
                        </a:ext>
                      </a:extLst>
                    </p:cNvPr>
                    <p:cNvGrpSpPr/>
                    <p:nvPr/>
                  </p:nvGrpSpPr>
                  <p:grpSpPr>
                    <a:xfrm rot="14400000">
                      <a:off x="5310186" y="3977611"/>
                      <a:ext cx="303213" cy="303213"/>
                      <a:chOff x="5354637" y="3446463"/>
                      <a:chExt cx="214313" cy="214313"/>
                    </a:xfrm>
                  </p:grpSpPr>
                  <p:sp>
                    <p:nvSpPr>
                      <p:cNvPr id="10986" name="Arc 10985">
                        <a:extLst>
                          <a:ext uri="{FF2B5EF4-FFF2-40B4-BE49-F238E27FC236}">
                            <a16:creationId xmlns:a16="http://schemas.microsoft.com/office/drawing/2014/main" id="{2EE43E48-3682-746E-520B-BAC0596AA68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987" name="Arc 10986">
                        <a:extLst>
                          <a:ext uri="{FF2B5EF4-FFF2-40B4-BE49-F238E27FC236}">
                            <a16:creationId xmlns:a16="http://schemas.microsoft.com/office/drawing/2014/main" id="{E6BDE3ED-866B-A443-6B9B-66427C7C925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982" name="Group 10981">
                      <a:extLst>
                        <a:ext uri="{FF2B5EF4-FFF2-40B4-BE49-F238E27FC236}">
                          <a16:creationId xmlns:a16="http://schemas.microsoft.com/office/drawing/2014/main" id="{6E664C0D-3EDA-6EBD-BEDD-A58D2432D0A2}"/>
                        </a:ext>
                      </a:extLst>
                    </p:cNvPr>
                    <p:cNvGrpSpPr/>
                    <p:nvPr/>
                  </p:nvGrpSpPr>
                  <p:grpSpPr>
                    <a:xfrm rot="7200000">
                      <a:off x="5265196" y="3932619"/>
                      <a:ext cx="393192" cy="393192"/>
                      <a:chOff x="5354637" y="3446463"/>
                      <a:chExt cx="214313" cy="214313"/>
                    </a:xfrm>
                  </p:grpSpPr>
                  <p:sp>
                    <p:nvSpPr>
                      <p:cNvPr id="10984" name="Arc 10983">
                        <a:extLst>
                          <a:ext uri="{FF2B5EF4-FFF2-40B4-BE49-F238E27FC236}">
                            <a16:creationId xmlns:a16="http://schemas.microsoft.com/office/drawing/2014/main" id="{6EF2E4D4-3000-73E9-43BF-1012CEE368E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985" name="Arc 10984">
                        <a:extLst>
                          <a:ext uri="{FF2B5EF4-FFF2-40B4-BE49-F238E27FC236}">
                            <a16:creationId xmlns:a16="http://schemas.microsoft.com/office/drawing/2014/main" id="{F7BE223B-7A77-9C9D-35DC-F32C06632DA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983" name="TextBox 10982">
                      <a:extLst>
                        <a:ext uri="{FF2B5EF4-FFF2-40B4-BE49-F238E27FC236}">
                          <a16:creationId xmlns:a16="http://schemas.microsoft.com/office/drawing/2014/main" id="{E3CCA6EA-A5A3-F85A-5DDC-5225A30EBA67}"/>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0957" name="Group 10956">
                    <a:extLst>
                      <a:ext uri="{FF2B5EF4-FFF2-40B4-BE49-F238E27FC236}">
                        <a16:creationId xmlns:a16="http://schemas.microsoft.com/office/drawing/2014/main" id="{CE398C39-7800-6C24-7183-013041810ECA}"/>
                      </a:ext>
                    </a:extLst>
                  </p:cNvPr>
                  <p:cNvGrpSpPr/>
                  <p:nvPr/>
                </p:nvGrpSpPr>
                <p:grpSpPr>
                  <a:xfrm>
                    <a:off x="6512463" y="3525040"/>
                    <a:ext cx="393192" cy="393192"/>
                    <a:chOff x="6389147" y="3357021"/>
                    <a:chExt cx="393192" cy="393192"/>
                  </a:xfrm>
                </p:grpSpPr>
                <p:grpSp>
                  <p:nvGrpSpPr>
                    <p:cNvPr id="10969" name="Group 10968">
                      <a:extLst>
                        <a:ext uri="{FF2B5EF4-FFF2-40B4-BE49-F238E27FC236}">
                          <a16:creationId xmlns:a16="http://schemas.microsoft.com/office/drawing/2014/main" id="{D98937B4-12D5-C6B3-6B00-CC35E921B9A4}"/>
                        </a:ext>
                      </a:extLst>
                    </p:cNvPr>
                    <p:cNvGrpSpPr/>
                    <p:nvPr/>
                  </p:nvGrpSpPr>
                  <p:grpSpPr>
                    <a:xfrm rot="7200000" flipH="1">
                      <a:off x="6389147" y="3357021"/>
                      <a:ext cx="393192" cy="393192"/>
                      <a:chOff x="5354637" y="3446463"/>
                      <a:chExt cx="214313" cy="214313"/>
                    </a:xfrm>
                  </p:grpSpPr>
                  <p:sp>
                    <p:nvSpPr>
                      <p:cNvPr id="10978" name="Arc 10977">
                        <a:extLst>
                          <a:ext uri="{FF2B5EF4-FFF2-40B4-BE49-F238E27FC236}">
                            <a16:creationId xmlns:a16="http://schemas.microsoft.com/office/drawing/2014/main" id="{F09C0C74-F074-9D6B-1706-3E05E9B1C7A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979" name="Arc 10978">
                        <a:extLst>
                          <a:ext uri="{FF2B5EF4-FFF2-40B4-BE49-F238E27FC236}">
                            <a16:creationId xmlns:a16="http://schemas.microsoft.com/office/drawing/2014/main" id="{5FD9EDF6-7A73-B749-096C-8D104BA0266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970" name="Group 10969">
                      <a:extLst>
                        <a:ext uri="{FF2B5EF4-FFF2-40B4-BE49-F238E27FC236}">
                          <a16:creationId xmlns:a16="http://schemas.microsoft.com/office/drawing/2014/main" id="{BA2EDA22-29C6-1750-0682-1B9B54B26C52}"/>
                        </a:ext>
                      </a:extLst>
                    </p:cNvPr>
                    <p:cNvGrpSpPr/>
                    <p:nvPr/>
                  </p:nvGrpSpPr>
                  <p:grpSpPr>
                    <a:xfrm>
                      <a:off x="6434137" y="3402011"/>
                      <a:ext cx="303213" cy="303213"/>
                      <a:chOff x="6434137" y="3402011"/>
                      <a:chExt cx="303213" cy="303213"/>
                    </a:xfrm>
                  </p:grpSpPr>
                  <p:grpSp>
                    <p:nvGrpSpPr>
                      <p:cNvPr id="10971" name="Group 10970">
                        <a:extLst>
                          <a:ext uri="{FF2B5EF4-FFF2-40B4-BE49-F238E27FC236}">
                            <a16:creationId xmlns:a16="http://schemas.microsoft.com/office/drawing/2014/main" id="{01283C3C-41B4-6DF0-70AF-40811B89AEB3}"/>
                          </a:ext>
                        </a:extLst>
                      </p:cNvPr>
                      <p:cNvGrpSpPr/>
                      <p:nvPr/>
                    </p:nvGrpSpPr>
                    <p:grpSpPr>
                      <a:xfrm flipH="1">
                        <a:off x="6478587" y="3446461"/>
                        <a:ext cx="214313" cy="214313"/>
                        <a:chOff x="5354637" y="3446463"/>
                        <a:chExt cx="214313" cy="214313"/>
                      </a:xfrm>
                    </p:grpSpPr>
                    <p:sp>
                      <p:nvSpPr>
                        <p:cNvPr id="10976" name="Arc 10975">
                          <a:extLst>
                            <a:ext uri="{FF2B5EF4-FFF2-40B4-BE49-F238E27FC236}">
                              <a16:creationId xmlns:a16="http://schemas.microsoft.com/office/drawing/2014/main" id="{B6A9C7BC-EEA5-9467-6A8B-CD1B2734598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977" name="Arc 10976">
                          <a:extLst>
                            <a:ext uri="{FF2B5EF4-FFF2-40B4-BE49-F238E27FC236}">
                              <a16:creationId xmlns:a16="http://schemas.microsoft.com/office/drawing/2014/main" id="{9E8FE18D-8EFA-FA0C-4544-3AF23E9F2F3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972" name="Group 10971">
                        <a:extLst>
                          <a:ext uri="{FF2B5EF4-FFF2-40B4-BE49-F238E27FC236}">
                            <a16:creationId xmlns:a16="http://schemas.microsoft.com/office/drawing/2014/main" id="{7372D426-73C5-3FC1-8664-A62A52EC4364}"/>
                          </a:ext>
                        </a:extLst>
                      </p:cNvPr>
                      <p:cNvGrpSpPr/>
                      <p:nvPr/>
                    </p:nvGrpSpPr>
                    <p:grpSpPr>
                      <a:xfrm rot="14400000" flipH="1">
                        <a:off x="6434137" y="3402011"/>
                        <a:ext cx="303213" cy="303213"/>
                        <a:chOff x="5354637" y="3446463"/>
                        <a:chExt cx="214313" cy="214313"/>
                      </a:xfrm>
                    </p:grpSpPr>
                    <p:sp>
                      <p:nvSpPr>
                        <p:cNvPr id="10974" name="Arc 10973">
                          <a:extLst>
                            <a:ext uri="{FF2B5EF4-FFF2-40B4-BE49-F238E27FC236}">
                              <a16:creationId xmlns:a16="http://schemas.microsoft.com/office/drawing/2014/main" id="{34829F9A-C599-00DD-D3A4-FA44C96E932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975" name="Arc 10974">
                          <a:extLst>
                            <a:ext uri="{FF2B5EF4-FFF2-40B4-BE49-F238E27FC236}">
                              <a16:creationId xmlns:a16="http://schemas.microsoft.com/office/drawing/2014/main" id="{1B614698-B15E-81CC-BA02-C45ECA97EC9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973" name="TextBox 10972">
                        <a:extLst>
                          <a:ext uri="{FF2B5EF4-FFF2-40B4-BE49-F238E27FC236}">
                            <a16:creationId xmlns:a16="http://schemas.microsoft.com/office/drawing/2014/main" id="{6D0AA524-F3E5-4301-B7B3-7A8F8DA8F22F}"/>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958" name="Group 10957">
                    <a:extLst>
                      <a:ext uri="{FF2B5EF4-FFF2-40B4-BE49-F238E27FC236}">
                        <a16:creationId xmlns:a16="http://schemas.microsoft.com/office/drawing/2014/main" id="{08C0F08F-415F-9994-E5CF-B6440A3FEA3E}"/>
                      </a:ext>
                    </a:extLst>
                  </p:cNvPr>
                  <p:cNvGrpSpPr/>
                  <p:nvPr/>
                </p:nvGrpSpPr>
                <p:grpSpPr>
                  <a:xfrm>
                    <a:off x="6197413" y="3225768"/>
                    <a:ext cx="393192" cy="393192"/>
                    <a:chOff x="6389147" y="3932622"/>
                    <a:chExt cx="393192" cy="393192"/>
                  </a:xfrm>
                </p:grpSpPr>
                <p:grpSp>
                  <p:nvGrpSpPr>
                    <p:cNvPr id="10959" name="Group 10958">
                      <a:extLst>
                        <a:ext uri="{FF2B5EF4-FFF2-40B4-BE49-F238E27FC236}">
                          <a16:creationId xmlns:a16="http://schemas.microsoft.com/office/drawing/2014/main" id="{80512A1E-36FD-0F24-8E87-38D51AC94458}"/>
                        </a:ext>
                      </a:extLst>
                    </p:cNvPr>
                    <p:cNvGrpSpPr/>
                    <p:nvPr/>
                  </p:nvGrpSpPr>
                  <p:grpSpPr>
                    <a:xfrm flipH="1">
                      <a:off x="6478587" y="4022061"/>
                      <a:ext cx="214313" cy="214313"/>
                      <a:chOff x="5354637" y="3446463"/>
                      <a:chExt cx="214313" cy="214313"/>
                    </a:xfrm>
                  </p:grpSpPr>
                  <p:sp>
                    <p:nvSpPr>
                      <p:cNvPr id="10967" name="Arc 10966">
                        <a:extLst>
                          <a:ext uri="{FF2B5EF4-FFF2-40B4-BE49-F238E27FC236}">
                            <a16:creationId xmlns:a16="http://schemas.microsoft.com/office/drawing/2014/main" id="{2123E744-F92E-57C9-5DDF-CC14F83F5FE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968" name="Arc 10967">
                        <a:extLst>
                          <a:ext uri="{FF2B5EF4-FFF2-40B4-BE49-F238E27FC236}">
                            <a16:creationId xmlns:a16="http://schemas.microsoft.com/office/drawing/2014/main" id="{A4C8EBFD-9829-8CC6-76B5-1D2E3CBC4FE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960" name="Group 10959">
                      <a:extLst>
                        <a:ext uri="{FF2B5EF4-FFF2-40B4-BE49-F238E27FC236}">
                          <a16:creationId xmlns:a16="http://schemas.microsoft.com/office/drawing/2014/main" id="{01C5B9E1-6EC8-5FD7-9B08-5A132F24BD32}"/>
                        </a:ext>
                      </a:extLst>
                    </p:cNvPr>
                    <p:cNvGrpSpPr/>
                    <p:nvPr/>
                  </p:nvGrpSpPr>
                  <p:grpSpPr>
                    <a:xfrm rot="7200000" flipH="1">
                      <a:off x="6434137" y="3977611"/>
                      <a:ext cx="303213" cy="303213"/>
                      <a:chOff x="5354637" y="3446463"/>
                      <a:chExt cx="214313" cy="214313"/>
                    </a:xfrm>
                  </p:grpSpPr>
                  <p:sp>
                    <p:nvSpPr>
                      <p:cNvPr id="10965" name="Arc 10964">
                        <a:extLst>
                          <a:ext uri="{FF2B5EF4-FFF2-40B4-BE49-F238E27FC236}">
                            <a16:creationId xmlns:a16="http://schemas.microsoft.com/office/drawing/2014/main" id="{FCC6BCD5-DE84-31EC-8400-51FFAFCEADA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966" name="Arc 10965">
                        <a:extLst>
                          <a:ext uri="{FF2B5EF4-FFF2-40B4-BE49-F238E27FC236}">
                            <a16:creationId xmlns:a16="http://schemas.microsoft.com/office/drawing/2014/main" id="{4255F318-BAC6-4CE8-1271-0650218DCB6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961" name="Group 10960">
                      <a:extLst>
                        <a:ext uri="{FF2B5EF4-FFF2-40B4-BE49-F238E27FC236}">
                          <a16:creationId xmlns:a16="http://schemas.microsoft.com/office/drawing/2014/main" id="{F78B0976-A8C9-4990-EE50-7728C6AB5DF3}"/>
                        </a:ext>
                      </a:extLst>
                    </p:cNvPr>
                    <p:cNvGrpSpPr/>
                    <p:nvPr/>
                  </p:nvGrpSpPr>
                  <p:grpSpPr>
                    <a:xfrm rot="14400000" flipH="1">
                      <a:off x="6389147" y="3932622"/>
                      <a:ext cx="393192" cy="393192"/>
                      <a:chOff x="5354637" y="3446463"/>
                      <a:chExt cx="214313" cy="214313"/>
                    </a:xfrm>
                  </p:grpSpPr>
                  <p:sp>
                    <p:nvSpPr>
                      <p:cNvPr id="10963" name="Arc 10962">
                        <a:extLst>
                          <a:ext uri="{FF2B5EF4-FFF2-40B4-BE49-F238E27FC236}">
                            <a16:creationId xmlns:a16="http://schemas.microsoft.com/office/drawing/2014/main" id="{983084A3-6BC1-5FF1-B0A4-279BCB3DADC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964" name="Arc 10963">
                        <a:extLst>
                          <a:ext uri="{FF2B5EF4-FFF2-40B4-BE49-F238E27FC236}">
                            <a16:creationId xmlns:a16="http://schemas.microsoft.com/office/drawing/2014/main" id="{F71E8FC5-5EF8-27C6-DF49-D72DFD563D7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962" name="TextBox 10961">
                      <a:extLst>
                        <a:ext uri="{FF2B5EF4-FFF2-40B4-BE49-F238E27FC236}">
                          <a16:creationId xmlns:a16="http://schemas.microsoft.com/office/drawing/2014/main" id="{01CE52EB-14F1-792A-7534-50F28FBAEF3C}"/>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908" name="Group 10907">
                  <a:extLst>
                    <a:ext uri="{FF2B5EF4-FFF2-40B4-BE49-F238E27FC236}">
                      <a16:creationId xmlns:a16="http://schemas.microsoft.com/office/drawing/2014/main" id="{5742B0A3-E33A-8770-B00D-89FC2F59A7BF}"/>
                    </a:ext>
                  </a:extLst>
                </p:cNvPr>
                <p:cNvGrpSpPr/>
                <p:nvPr/>
              </p:nvGrpSpPr>
              <p:grpSpPr>
                <a:xfrm>
                  <a:off x="6069086" y="3246228"/>
                  <a:ext cx="1019224" cy="991639"/>
                  <a:chOff x="5886431" y="3225768"/>
                  <a:chExt cx="1019224" cy="991639"/>
                </a:xfrm>
              </p:grpSpPr>
              <p:grpSp>
                <p:nvGrpSpPr>
                  <p:cNvPr id="10909" name="Group 10908">
                    <a:extLst>
                      <a:ext uri="{FF2B5EF4-FFF2-40B4-BE49-F238E27FC236}">
                        <a16:creationId xmlns:a16="http://schemas.microsoft.com/office/drawing/2014/main" id="{E5DFF880-0258-F215-EF34-6B268A05ACFD}"/>
                      </a:ext>
                    </a:extLst>
                  </p:cNvPr>
                  <p:cNvGrpSpPr/>
                  <p:nvPr/>
                </p:nvGrpSpPr>
                <p:grpSpPr>
                  <a:xfrm>
                    <a:off x="6197413" y="3824215"/>
                    <a:ext cx="393192" cy="393192"/>
                    <a:chOff x="5265196" y="3357021"/>
                    <a:chExt cx="393192" cy="393192"/>
                  </a:xfrm>
                </p:grpSpPr>
                <p:grpSp>
                  <p:nvGrpSpPr>
                    <p:cNvPr id="10944" name="Group 10943">
                      <a:extLst>
                        <a:ext uri="{FF2B5EF4-FFF2-40B4-BE49-F238E27FC236}">
                          <a16:creationId xmlns:a16="http://schemas.microsoft.com/office/drawing/2014/main" id="{91B9470D-E5A2-02A4-D3A8-061644FB01DA}"/>
                        </a:ext>
                      </a:extLst>
                    </p:cNvPr>
                    <p:cNvGrpSpPr/>
                    <p:nvPr/>
                  </p:nvGrpSpPr>
                  <p:grpSpPr>
                    <a:xfrm rot="14400000">
                      <a:off x="5265196" y="3357021"/>
                      <a:ext cx="393192" cy="393192"/>
                      <a:chOff x="5354637" y="3446463"/>
                      <a:chExt cx="214313" cy="214313"/>
                    </a:xfrm>
                  </p:grpSpPr>
                  <p:sp>
                    <p:nvSpPr>
                      <p:cNvPr id="10953" name="Arc 10952">
                        <a:extLst>
                          <a:ext uri="{FF2B5EF4-FFF2-40B4-BE49-F238E27FC236}">
                            <a16:creationId xmlns:a16="http://schemas.microsoft.com/office/drawing/2014/main" id="{E0CE3863-C02E-7402-8AEE-D7DA6C6E4A9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954" name="Arc 10953">
                        <a:extLst>
                          <a:ext uri="{FF2B5EF4-FFF2-40B4-BE49-F238E27FC236}">
                            <a16:creationId xmlns:a16="http://schemas.microsoft.com/office/drawing/2014/main" id="{9C5C280F-FE48-951E-B8AA-83FC1303B49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945" name="Group 10944">
                      <a:extLst>
                        <a:ext uri="{FF2B5EF4-FFF2-40B4-BE49-F238E27FC236}">
                          <a16:creationId xmlns:a16="http://schemas.microsoft.com/office/drawing/2014/main" id="{D21B408A-6AC3-9064-D31C-D2E84BF16741}"/>
                        </a:ext>
                      </a:extLst>
                    </p:cNvPr>
                    <p:cNvGrpSpPr/>
                    <p:nvPr/>
                  </p:nvGrpSpPr>
                  <p:grpSpPr>
                    <a:xfrm>
                      <a:off x="5310186" y="3402011"/>
                      <a:ext cx="303213" cy="303213"/>
                      <a:chOff x="5310186" y="3402011"/>
                      <a:chExt cx="303213" cy="303213"/>
                    </a:xfrm>
                  </p:grpSpPr>
                  <p:grpSp>
                    <p:nvGrpSpPr>
                      <p:cNvPr id="10946" name="Group 10945">
                        <a:extLst>
                          <a:ext uri="{FF2B5EF4-FFF2-40B4-BE49-F238E27FC236}">
                            <a16:creationId xmlns:a16="http://schemas.microsoft.com/office/drawing/2014/main" id="{6263C3F6-DACE-7907-735F-93CE6A2EC392}"/>
                          </a:ext>
                        </a:extLst>
                      </p:cNvPr>
                      <p:cNvGrpSpPr/>
                      <p:nvPr/>
                    </p:nvGrpSpPr>
                    <p:grpSpPr>
                      <a:xfrm>
                        <a:off x="5354636" y="3446461"/>
                        <a:ext cx="214313" cy="214313"/>
                        <a:chOff x="5354637" y="3446463"/>
                        <a:chExt cx="214313" cy="214313"/>
                      </a:xfrm>
                    </p:grpSpPr>
                    <p:sp>
                      <p:nvSpPr>
                        <p:cNvPr id="10951" name="Arc 10950">
                          <a:extLst>
                            <a:ext uri="{FF2B5EF4-FFF2-40B4-BE49-F238E27FC236}">
                              <a16:creationId xmlns:a16="http://schemas.microsoft.com/office/drawing/2014/main" id="{5A965CAB-6487-5A72-037D-50890139BFB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952" name="Arc 10951">
                          <a:extLst>
                            <a:ext uri="{FF2B5EF4-FFF2-40B4-BE49-F238E27FC236}">
                              <a16:creationId xmlns:a16="http://schemas.microsoft.com/office/drawing/2014/main" id="{17E3DF0D-FC38-8EDD-24A8-D4CD4F32C46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947" name="Group 10946">
                        <a:extLst>
                          <a:ext uri="{FF2B5EF4-FFF2-40B4-BE49-F238E27FC236}">
                            <a16:creationId xmlns:a16="http://schemas.microsoft.com/office/drawing/2014/main" id="{6ACE4EE2-CF13-BF5C-CF08-D07CEEF6A061}"/>
                          </a:ext>
                        </a:extLst>
                      </p:cNvPr>
                      <p:cNvGrpSpPr/>
                      <p:nvPr/>
                    </p:nvGrpSpPr>
                    <p:grpSpPr>
                      <a:xfrm rot="7200000">
                        <a:off x="5310186" y="3402011"/>
                        <a:ext cx="303213" cy="303213"/>
                        <a:chOff x="5354637" y="3446463"/>
                        <a:chExt cx="214313" cy="214313"/>
                      </a:xfrm>
                    </p:grpSpPr>
                    <p:sp>
                      <p:nvSpPr>
                        <p:cNvPr id="10949" name="Arc 10948">
                          <a:extLst>
                            <a:ext uri="{FF2B5EF4-FFF2-40B4-BE49-F238E27FC236}">
                              <a16:creationId xmlns:a16="http://schemas.microsoft.com/office/drawing/2014/main" id="{9DC7C4F7-3437-B269-73CD-C00DE7D77E6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950" name="Arc 10949">
                          <a:extLst>
                            <a:ext uri="{FF2B5EF4-FFF2-40B4-BE49-F238E27FC236}">
                              <a16:creationId xmlns:a16="http://schemas.microsoft.com/office/drawing/2014/main" id="{64003012-BC31-8304-E0C8-BC40D9052D2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948" name="TextBox 10947">
                        <a:extLst>
                          <a:ext uri="{FF2B5EF4-FFF2-40B4-BE49-F238E27FC236}">
                            <a16:creationId xmlns:a16="http://schemas.microsoft.com/office/drawing/2014/main" id="{3EF866FA-BBE4-0D79-D40D-6C1A3B65B68D}"/>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910" name="Group 10909">
                    <a:extLst>
                      <a:ext uri="{FF2B5EF4-FFF2-40B4-BE49-F238E27FC236}">
                        <a16:creationId xmlns:a16="http://schemas.microsoft.com/office/drawing/2014/main" id="{B53BA7E8-949A-A585-BBFE-4724BBB54B52}"/>
                      </a:ext>
                    </a:extLst>
                  </p:cNvPr>
                  <p:cNvGrpSpPr/>
                  <p:nvPr/>
                </p:nvGrpSpPr>
                <p:grpSpPr>
                  <a:xfrm>
                    <a:off x="5886431" y="3525040"/>
                    <a:ext cx="393192" cy="393192"/>
                    <a:chOff x="5265196" y="3932619"/>
                    <a:chExt cx="393192" cy="393192"/>
                  </a:xfrm>
                </p:grpSpPr>
                <p:grpSp>
                  <p:nvGrpSpPr>
                    <p:cNvPr id="10934" name="Group 10933">
                      <a:extLst>
                        <a:ext uri="{FF2B5EF4-FFF2-40B4-BE49-F238E27FC236}">
                          <a16:creationId xmlns:a16="http://schemas.microsoft.com/office/drawing/2014/main" id="{64252AE4-8423-E9CE-E778-900148F89BF3}"/>
                        </a:ext>
                      </a:extLst>
                    </p:cNvPr>
                    <p:cNvGrpSpPr/>
                    <p:nvPr/>
                  </p:nvGrpSpPr>
                  <p:grpSpPr>
                    <a:xfrm>
                      <a:off x="5354636" y="4022061"/>
                      <a:ext cx="214313" cy="214313"/>
                      <a:chOff x="5354637" y="3446463"/>
                      <a:chExt cx="214313" cy="214313"/>
                    </a:xfrm>
                  </p:grpSpPr>
                  <p:sp>
                    <p:nvSpPr>
                      <p:cNvPr id="10942" name="Arc 10941">
                        <a:extLst>
                          <a:ext uri="{FF2B5EF4-FFF2-40B4-BE49-F238E27FC236}">
                            <a16:creationId xmlns:a16="http://schemas.microsoft.com/office/drawing/2014/main" id="{C8C52CB6-1CA2-EC63-A15E-F26DC2C5EDF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943" name="Arc 10942">
                        <a:extLst>
                          <a:ext uri="{FF2B5EF4-FFF2-40B4-BE49-F238E27FC236}">
                            <a16:creationId xmlns:a16="http://schemas.microsoft.com/office/drawing/2014/main" id="{5CF088F4-1EE4-4242-A294-29DD63E572B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935" name="Group 10934">
                      <a:extLst>
                        <a:ext uri="{FF2B5EF4-FFF2-40B4-BE49-F238E27FC236}">
                          <a16:creationId xmlns:a16="http://schemas.microsoft.com/office/drawing/2014/main" id="{71061DBA-8CF8-FA20-196C-7706FACA4FCE}"/>
                        </a:ext>
                      </a:extLst>
                    </p:cNvPr>
                    <p:cNvGrpSpPr/>
                    <p:nvPr/>
                  </p:nvGrpSpPr>
                  <p:grpSpPr>
                    <a:xfrm rot="14400000">
                      <a:off x="5310186" y="3977611"/>
                      <a:ext cx="303213" cy="303213"/>
                      <a:chOff x="5354637" y="3446463"/>
                      <a:chExt cx="214313" cy="214313"/>
                    </a:xfrm>
                  </p:grpSpPr>
                  <p:sp>
                    <p:nvSpPr>
                      <p:cNvPr id="10940" name="Arc 10939">
                        <a:extLst>
                          <a:ext uri="{FF2B5EF4-FFF2-40B4-BE49-F238E27FC236}">
                            <a16:creationId xmlns:a16="http://schemas.microsoft.com/office/drawing/2014/main" id="{73B433F3-DAB9-2FA4-6326-53167FDD18A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941" name="Arc 10940">
                        <a:extLst>
                          <a:ext uri="{FF2B5EF4-FFF2-40B4-BE49-F238E27FC236}">
                            <a16:creationId xmlns:a16="http://schemas.microsoft.com/office/drawing/2014/main" id="{5F38EDEA-EBDF-9BF9-97F2-B2535B6A969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936" name="Group 10935">
                      <a:extLst>
                        <a:ext uri="{FF2B5EF4-FFF2-40B4-BE49-F238E27FC236}">
                          <a16:creationId xmlns:a16="http://schemas.microsoft.com/office/drawing/2014/main" id="{70B7329F-278F-773C-1E97-7CFD61C91EC7}"/>
                        </a:ext>
                      </a:extLst>
                    </p:cNvPr>
                    <p:cNvGrpSpPr/>
                    <p:nvPr/>
                  </p:nvGrpSpPr>
                  <p:grpSpPr>
                    <a:xfrm rot="7200000">
                      <a:off x="5265196" y="3932619"/>
                      <a:ext cx="393192" cy="393192"/>
                      <a:chOff x="5354637" y="3446463"/>
                      <a:chExt cx="214313" cy="214313"/>
                    </a:xfrm>
                  </p:grpSpPr>
                  <p:sp>
                    <p:nvSpPr>
                      <p:cNvPr id="10938" name="Arc 10937">
                        <a:extLst>
                          <a:ext uri="{FF2B5EF4-FFF2-40B4-BE49-F238E27FC236}">
                            <a16:creationId xmlns:a16="http://schemas.microsoft.com/office/drawing/2014/main" id="{5142365C-551F-AD2D-04E9-02313DE9BB2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939" name="Arc 10938">
                        <a:extLst>
                          <a:ext uri="{FF2B5EF4-FFF2-40B4-BE49-F238E27FC236}">
                            <a16:creationId xmlns:a16="http://schemas.microsoft.com/office/drawing/2014/main" id="{8836C924-2D16-88A2-9FDE-2B12EF63221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937" name="TextBox 10936">
                      <a:extLst>
                        <a:ext uri="{FF2B5EF4-FFF2-40B4-BE49-F238E27FC236}">
                          <a16:creationId xmlns:a16="http://schemas.microsoft.com/office/drawing/2014/main" id="{72636006-B743-91ED-0368-F8CABEABEFA5}"/>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0911" name="Group 10910">
                    <a:extLst>
                      <a:ext uri="{FF2B5EF4-FFF2-40B4-BE49-F238E27FC236}">
                        <a16:creationId xmlns:a16="http://schemas.microsoft.com/office/drawing/2014/main" id="{ACB6A3F9-71A6-5099-B6C2-1C57583827EA}"/>
                      </a:ext>
                    </a:extLst>
                  </p:cNvPr>
                  <p:cNvGrpSpPr/>
                  <p:nvPr/>
                </p:nvGrpSpPr>
                <p:grpSpPr>
                  <a:xfrm>
                    <a:off x="6512463" y="3525040"/>
                    <a:ext cx="393192" cy="393192"/>
                    <a:chOff x="6389147" y="3357021"/>
                    <a:chExt cx="393192" cy="393192"/>
                  </a:xfrm>
                </p:grpSpPr>
                <p:grpSp>
                  <p:nvGrpSpPr>
                    <p:cNvPr id="10923" name="Group 10922">
                      <a:extLst>
                        <a:ext uri="{FF2B5EF4-FFF2-40B4-BE49-F238E27FC236}">
                          <a16:creationId xmlns:a16="http://schemas.microsoft.com/office/drawing/2014/main" id="{5A1754F2-65F4-6F01-9296-2ED21FC94D71}"/>
                        </a:ext>
                      </a:extLst>
                    </p:cNvPr>
                    <p:cNvGrpSpPr/>
                    <p:nvPr/>
                  </p:nvGrpSpPr>
                  <p:grpSpPr>
                    <a:xfrm rot="7200000" flipH="1">
                      <a:off x="6389147" y="3357021"/>
                      <a:ext cx="393192" cy="393192"/>
                      <a:chOff x="5354637" y="3446463"/>
                      <a:chExt cx="214313" cy="214313"/>
                    </a:xfrm>
                  </p:grpSpPr>
                  <p:sp>
                    <p:nvSpPr>
                      <p:cNvPr id="10932" name="Arc 10931">
                        <a:extLst>
                          <a:ext uri="{FF2B5EF4-FFF2-40B4-BE49-F238E27FC236}">
                            <a16:creationId xmlns:a16="http://schemas.microsoft.com/office/drawing/2014/main" id="{65FC99CC-CD5C-9789-7B5D-5AC719D842F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933" name="Arc 10932">
                        <a:extLst>
                          <a:ext uri="{FF2B5EF4-FFF2-40B4-BE49-F238E27FC236}">
                            <a16:creationId xmlns:a16="http://schemas.microsoft.com/office/drawing/2014/main" id="{A5623493-A70E-4296-5462-85AE4707CF8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924" name="Group 10923">
                      <a:extLst>
                        <a:ext uri="{FF2B5EF4-FFF2-40B4-BE49-F238E27FC236}">
                          <a16:creationId xmlns:a16="http://schemas.microsoft.com/office/drawing/2014/main" id="{C95E246F-A079-FFA7-9C44-705459FDC3DF}"/>
                        </a:ext>
                      </a:extLst>
                    </p:cNvPr>
                    <p:cNvGrpSpPr/>
                    <p:nvPr/>
                  </p:nvGrpSpPr>
                  <p:grpSpPr>
                    <a:xfrm>
                      <a:off x="6434137" y="3402011"/>
                      <a:ext cx="303213" cy="303213"/>
                      <a:chOff x="6434137" y="3402011"/>
                      <a:chExt cx="303213" cy="303213"/>
                    </a:xfrm>
                  </p:grpSpPr>
                  <p:grpSp>
                    <p:nvGrpSpPr>
                      <p:cNvPr id="10925" name="Group 10924">
                        <a:extLst>
                          <a:ext uri="{FF2B5EF4-FFF2-40B4-BE49-F238E27FC236}">
                            <a16:creationId xmlns:a16="http://schemas.microsoft.com/office/drawing/2014/main" id="{29EF1000-550F-1AAB-E4CE-A905329C146E}"/>
                          </a:ext>
                        </a:extLst>
                      </p:cNvPr>
                      <p:cNvGrpSpPr/>
                      <p:nvPr/>
                    </p:nvGrpSpPr>
                    <p:grpSpPr>
                      <a:xfrm flipH="1">
                        <a:off x="6478587" y="3446461"/>
                        <a:ext cx="214313" cy="214313"/>
                        <a:chOff x="5354637" y="3446463"/>
                        <a:chExt cx="214313" cy="214313"/>
                      </a:xfrm>
                    </p:grpSpPr>
                    <p:sp>
                      <p:nvSpPr>
                        <p:cNvPr id="10930" name="Arc 10929">
                          <a:extLst>
                            <a:ext uri="{FF2B5EF4-FFF2-40B4-BE49-F238E27FC236}">
                              <a16:creationId xmlns:a16="http://schemas.microsoft.com/office/drawing/2014/main" id="{4A326FBE-0D5D-6925-E81E-5B936B090C0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931" name="Arc 10930">
                          <a:extLst>
                            <a:ext uri="{FF2B5EF4-FFF2-40B4-BE49-F238E27FC236}">
                              <a16:creationId xmlns:a16="http://schemas.microsoft.com/office/drawing/2014/main" id="{6CD3FA1E-71DF-26A0-B56F-D729A5EBBC3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926" name="Group 10925">
                        <a:extLst>
                          <a:ext uri="{FF2B5EF4-FFF2-40B4-BE49-F238E27FC236}">
                            <a16:creationId xmlns:a16="http://schemas.microsoft.com/office/drawing/2014/main" id="{B2B9072B-022B-6902-743C-B45FAC03E59C}"/>
                          </a:ext>
                        </a:extLst>
                      </p:cNvPr>
                      <p:cNvGrpSpPr/>
                      <p:nvPr/>
                    </p:nvGrpSpPr>
                    <p:grpSpPr>
                      <a:xfrm rot="14400000" flipH="1">
                        <a:off x="6434137" y="3402011"/>
                        <a:ext cx="303213" cy="303213"/>
                        <a:chOff x="5354637" y="3446463"/>
                        <a:chExt cx="214313" cy="214313"/>
                      </a:xfrm>
                    </p:grpSpPr>
                    <p:sp>
                      <p:nvSpPr>
                        <p:cNvPr id="10928" name="Arc 10927">
                          <a:extLst>
                            <a:ext uri="{FF2B5EF4-FFF2-40B4-BE49-F238E27FC236}">
                              <a16:creationId xmlns:a16="http://schemas.microsoft.com/office/drawing/2014/main" id="{4B669574-60BD-98C9-FC60-E5AD4EC7F53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929" name="Arc 10928">
                          <a:extLst>
                            <a:ext uri="{FF2B5EF4-FFF2-40B4-BE49-F238E27FC236}">
                              <a16:creationId xmlns:a16="http://schemas.microsoft.com/office/drawing/2014/main" id="{878897F9-3EAA-8C17-C37B-96AE649C78F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927" name="TextBox 10926">
                        <a:extLst>
                          <a:ext uri="{FF2B5EF4-FFF2-40B4-BE49-F238E27FC236}">
                            <a16:creationId xmlns:a16="http://schemas.microsoft.com/office/drawing/2014/main" id="{FF6AA78D-FB50-6A80-04B2-5D454B35430D}"/>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912" name="Group 10911">
                    <a:extLst>
                      <a:ext uri="{FF2B5EF4-FFF2-40B4-BE49-F238E27FC236}">
                        <a16:creationId xmlns:a16="http://schemas.microsoft.com/office/drawing/2014/main" id="{8779F202-19CC-93C2-9FD0-E9CA62166331}"/>
                      </a:ext>
                    </a:extLst>
                  </p:cNvPr>
                  <p:cNvGrpSpPr/>
                  <p:nvPr/>
                </p:nvGrpSpPr>
                <p:grpSpPr>
                  <a:xfrm>
                    <a:off x="6197413" y="3225768"/>
                    <a:ext cx="393192" cy="393192"/>
                    <a:chOff x="6389147" y="3932622"/>
                    <a:chExt cx="393192" cy="393192"/>
                  </a:xfrm>
                </p:grpSpPr>
                <p:grpSp>
                  <p:nvGrpSpPr>
                    <p:cNvPr id="10913" name="Group 10912">
                      <a:extLst>
                        <a:ext uri="{FF2B5EF4-FFF2-40B4-BE49-F238E27FC236}">
                          <a16:creationId xmlns:a16="http://schemas.microsoft.com/office/drawing/2014/main" id="{BE19C1BD-168B-8ECC-5816-873001F68E35}"/>
                        </a:ext>
                      </a:extLst>
                    </p:cNvPr>
                    <p:cNvGrpSpPr/>
                    <p:nvPr/>
                  </p:nvGrpSpPr>
                  <p:grpSpPr>
                    <a:xfrm flipH="1">
                      <a:off x="6478587" y="4022061"/>
                      <a:ext cx="214313" cy="214313"/>
                      <a:chOff x="5354637" y="3446463"/>
                      <a:chExt cx="214313" cy="214313"/>
                    </a:xfrm>
                  </p:grpSpPr>
                  <p:sp>
                    <p:nvSpPr>
                      <p:cNvPr id="10921" name="Arc 10920">
                        <a:extLst>
                          <a:ext uri="{FF2B5EF4-FFF2-40B4-BE49-F238E27FC236}">
                            <a16:creationId xmlns:a16="http://schemas.microsoft.com/office/drawing/2014/main" id="{25CFA8CE-0541-4BB3-5FEA-5765D6089D0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922" name="Arc 10921">
                        <a:extLst>
                          <a:ext uri="{FF2B5EF4-FFF2-40B4-BE49-F238E27FC236}">
                            <a16:creationId xmlns:a16="http://schemas.microsoft.com/office/drawing/2014/main" id="{CA7A7C73-3308-E60F-E812-55AD302C394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914" name="Group 10913">
                      <a:extLst>
                        <a:ext uri="{FF2B5EF4-FFF2-40B4-BE49-F238E27FC236}">
                          <a16:creationId xmlns:a16="http://schemas.microsoft.com/office/drawing/2014/main" id="{1F5365C2-65E3-C598-A910-7C3E3BC132C8}"/>
                        </a:ext>
                      </a:extLst>
                    </p:cNvPr>
                    <p:cNvGrpSpPr/>
                    <p:nvPr/>
                  </p:nvGrpSpPr>
                  <p:grpSpPr>
                    <a:xfrm rot="7200000" flipH="1">
                      <a:off x="6434137" y="3977611"/>
                      <a:ext cx="303213" cy="303213"/>
                      <a:chOff x="5354637" y="3446463"/>
                      <a:chExt cx="214313" cy="214313"/>
                    </a:xfrm>
                  </p:grpSpPr>
                  <p:sp>
                    <p:nvSpPr>
                      <p:cNvPr id="10919" name="Arc 10918">
                        <a:extLst>
                          <a:ext uri="{FF2B5EF4-FFF2-40B4-BE49-F238E27FC236}">
                            <a16:creationId xmlns:a16="http://schemas.microsoft.com/office/drawing/2014/main" id="{6A97DBED-45F2-44BE-69B5-DA348C4C060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920" name="Arc 10919">
                        <a:extLst>
                          <a:ext uri="{FF2B5EF4-FFF2-40B4-BE49-F238E27FC236}">
                            <a16:creationId xmlns:a16="http://schemas.microsoft.com/office/drawing/2014/main" id="{DB43E09C-B5BF-91FE-6B45-13C5AB2AE6C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915" name="Group 10914">
                      <a:extLst>
                        <a:ext uri="{FF2B5EF4-FFF2-40B4-BE49-F238E27FC236}">
                          <a16:creationId xmlns:a16="http://schemas.microsoft.com/office/drawing/2014/main" id="{6690A913-9697-CC0C-0A3D-751D57A6A155}"/>
                        </a:ext>
                      </a:extLst>
                    </p:cNvPr>
                    <p:cNvGrpSpPr/>
                    <p:nvPr/>
                  </p:nvGrpSpPr>
                  <p:grpSpPr>
                    <a:xfrm rot="14400000" flipH="1">
                      <a:off x="6389147" y="3932622"/>
                      <a:ext cx="393192" cy="393192"/>
                      <a:chOff x="5354637" y="3446463"/>
                      <a:chExt cx="214313" cy="214313"/>
                    </a:xfrm>
                  </p:grpSpPr>
                  <p:sp>
                    <p:nvSpPr>
                      <p:cNvPr id="10917" name="Arc 10916">
                        <a:extLst>
                          <a:ext uri="{FF2B5EF4-FFF2-40B4-BE49-F238E27FC236}">
                            <a16:creationId xmlns:a16="http://schemas.microsoft.com/office/drawing/2014/main" id="{D3FACF02-BFA8-80A4-4FE1-6B5EC431F29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918" name="Arc 10917">
                        <a:extLst>
                          <a:ext uri="{FF2B5EF4-FFF2-40B4-BE49-F238E27FC236}">
                            <a16:creationId xmlns:a16="http://schemas.microsoft.com/office/drawing/2014/main" id="{CA5A8CB0-8D54-A56F-F748-067D64CF0E1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916" name="TextBox 10915">
                      <a:extLst>
                        <a:ext uri="{FF2B5EF4-FFF2-40B4-BE49-F238E27FC236}">
                          <a16:creationId xmlns:a16="http://schemas.microsoft.com/office/drawing/2014/main" id="{90653EBE-ECD8-5B74-0906-CE1367FD1BC0}"/>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9186" name="Group 9185">
              <a:extLst>
                <a:ext uri="{FF2B5EF4-FFF2-40B4-BE49-F238E27FC236}">
                  <a16:creationId xmlns:a16="http://schemas.microsoft.com/office/drawing/2014/main" id="{CE6AB0E8-3C58-6F13-C149-1D55F56BA755}"/>
                </a:ext>
              </a:extLst>
            </p:cNvPr>
            <p:cNvGrpSpPr/>
            <p:nvPr/>
          </p:nvGrpSpPr>
          <p:grpSpPr>
            <a:xfrm>
              <a:off x="7543526" y="535201"/>
              <a:ext cx="2263438" cy="2198360"/>
              <a:chOff x="5445106" y="2039507"/>
              <a:chExt cx="2263438" cy="2198360"/>
            </a:xfrm>
          </p:grpSpPr>
          <p:grpSp>
            <p:nvGrpSpPr>
              <p:cNvPr id="10715" name="Group 10714">
                <a:extLst>
                  <a:ext uri="{FF2B5EF4-FFF2-40B4-BE49-F238E27FC236}">
                    <a16:creationId xmlns:a16="http://schemas.microsoft.com/office/drawing/2014/main" id="{B62698F1-6567-1A04-3502-2AFEAAE44BA5}"/>
                  </a:ext>
                </a:extLst>
              </p:cNvPr>
              <p:cNvGrpSpPr/>
              <p:nvPr/>
            </p:nvGrpSpPr>
            <p:grpSpPr>
              <a:xfrm>
                <a:off x="5445106" y="2644743"/>
                <a:ext cx="1643204" cy="1593124"/>
                <a:chOff x="5445106" y="2644743"/>
                <a:chExt cx="1643204" cy="1593124"/>
              </a:xfrm>
            </p:grpSpPr>
            <p:grpSp>
              <p:nvGrpSpPr>
                <p:cNvPr id="10811" name="Group 10810">
                  <a:extLst>
                    <a:ext uri="{FF2B5EF4-FFF2-40B4-BE49-F238E27FC236}">
                      <a16:creationId xmlns:a16="http://schemas.microsoft.com/office/drawing/2014/main" id="{2D870E76-3D7E-8878-11EC-0EB368A06B18}"/>
                    </a:ext>
                  </a:extLst>
                </p:cNvPr>
                <p:cNvGrpSpPr/>
                <p:nvPr/>
              </p:nvGrpSpPr>
              <p:grpSpPr>
                <a:xfrm>
                  <a:off x="5445106" y="2644743"/>
                  <a:ext cx="1019224" cy="991639"/>
                  <a:chOff x="5886431" y="3225768"/>
                  <a:chExt cx="1019224" cy="991639"/>
                </a:xfrm>
              </p:grpSpPr>
              <p:grpSp>
                <p:nvGrpSpPr>
                  <p:cNvPr id="10859" name="Group 10858">
                    <a:extLst>
                      <a:ext uri="{FF2B5EF4-FFF2-40B4-BE49-F238E27FC236}">
                        <a16:creationId xmlns:a16="http://schemas.microsoft.com/office/drawing/2014/main" id="{68C6DC36-6328-0B98-2D73-44C9DE7A671A}"/>
                      </a:ext>
                    </a:extLst>
                  </p:cNvPr>
                  <p:cNvGrpSpPr/>
                  <p:nvPr/>
                </p:nvGrpSpPr>
                <p:grpSpPr>
                  <a:xfrm>
                    <a:off x="6197413" y="3824215"/>
                    <a:ext cx="393192" cy="393192"/>
                    <a:chOff x="5265196" y="3357021"/>
                    <a:chExt cx="393192" cy="393192"/>
                  </a:xfrm>
                </p:grpSpPr>
                <p:grpSp>
                  <p:nvGrpSpPr>
                    <p:cNvPr id="10894" name="Group 10893">
                      <a:extLst>
                        <a:ext uri="{FF2B5EF4-FFF2-40B4-BE49-F238E27FC236}">
                          <a16:creationId xmlns:a16="http://schemas.microsoft.com/office/drawing/2014/main" id="{599DBD08-EA27-7A4D-C824-F08F2F5AFFB9}"/>
                        </a:ext>
                      </a:extLst>
                    </p:cNvPr>
                    <p:cNvGrpSpPr/>
                    <p:nvPr/>
                  </p:nvGrpSpPr>
                  <p:grpSpPr>
                    <a:xfrm rot="14400000">
                      <a:off x="5265196" y="3357021"/>
                      <a:ext cx="393192" cy="393192"/>
                      <a:chOff x="5354637" y="3446463"/>
                      <a:chExt cx="214313" cy="214313"/>
                    </a:xfrm>
                  </p:grpSpPr>
                  <p:sp>
                    <p:nvSpPr>
                      <p:cNvPr id="10903" name="Arc 10902">
                        <a:extLst>
                          <a:ext uri="{FF2B5EF4-FFF2-40B4-BE49-F238E27FC236}">
                            <a16:creationId xmlns:a16="http://schemas.microsoft.com/office/drawing/2014/main" id="{091B8ACC-45E7-00B8-4194-322FAC45240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904" name="Arc 10903">
                        <a:extLst>
                          <a:ext uri="{FF2B5EF4-FFF2-40B4-BE49-F238E27FC236}">
                            <a16:creationId xmlns:a16="http://schemas.microsoft.com/office/drawing/2014/main" id="{AFA454A2-52EA-9EC6-97CC-27FE8062468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895" name="Group 10894">
                      <a:extLst>
                        <a:ext uri="{FF2B5EF4-FFF2-40B4-BE49-F238E27FC236}">
                          <a16:creationId xmlns:a16="http://schemas.microsoft.com/office/drawing/2014/main" id="{C72CA2A8-770F-7158-967B-17D545E753D5}"/>
                        </a:ext>
                      </a:extLst>
                    </p:cNvPr>
                    <p:cNvGrpSpPr/>
                    <p:nvPr/>
                  </p:nvGrpSpPr>
                  <p:grpSpPr>
                    <a:xfrm>
                      <a:off x="5310186" y="3402011"/>
                      <a:ext cx="303213" cy="303213"/>
                      <a:chOff x="5310186" y="3402011"/>
                      <a:chExt cx="303213" cy="303213"/>
                    </a:xfrm>
                  </p:grpSpPr>
                  <p:grpSp>
                    <p:nvGrpSpPr>
                      <p:cNvPr id="10896" name="Group 10895">
                        <a:extLst>
                          <a:ext uri="{FF2B5EF4-FFF2-40B4-BE49-F238E27FC236}">
                            <a16:creationId xmlns:a16="http://schemas.microsoft.com/office/drawing/2014/main" id="{F87EB6FC-1CC6-5C04-2189-7FAC52941131}"/>
                          </a:ext>
                        </a:extLst>
                      </p:cNvPr>
                      <p:cNvGrpSpPr/>
                      <p:nvPr/>
                    </p:nvGrpSpPr>
                    <p:grpSpPr>
                      <a:xfrm>
                        <a:off x="5354636" y="3446461"/>
                        <a:ext cx="214313" cy="214313"/>
                        <a:chOff x="5354637" y="3446463"/>
                        <a:chExt cx="214313" cy="214313"/>
                      </a:xfrm>
                    </p:grpSpPr>
                    <p:sp>
                      <p:nvSpPr>
                        <p:cNvPr id="10901" name="Arc 10900">
                          <a:extLst>
                            <a:ext uri="{FF2B5EF4-FFF2-40B4-BE49-F238E27FC236}">
                              <a16:creationId xmlns:a16="http://schemas.microsoft.com/office/drawing/2014/main" id="{D30B2213-4F1D-FE2D-2599-41FB8468ABD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902" name="Arc 10901">
                          <a:extLst>
                            <a:ext uri="{FF2B5EF4-FFF2-40B4-BE49-F238E27FC236}">
                              <a16:creationId xmlns:a16="http://schemas.microsoft.com/office/drawing/2014/main" id="{36081593-C6AE-2A7E-57E2-DB0AC771C53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897" name="Group 10896">
                        <a:extLst>
                          <a:ext uri="{FF2B5EF4-FFF2-40B4-BE49-F238E27FC236}">
                            <a16:creationId xmlns:a16="http://schemas.microsoft.com/office/drawing/2014/main" id="{233986FD-86E9-A01E-6821-503E30678075}"/>
                          </a:ext>
                        </a:extLst>
                      </p:cNvPr>
                      <p:cNvGrpSpPr/>
                      <p:nvPr/>
                    </p:nvGrpSpPr>
                    <p:grpSpPr>
                      <a:xfrm rot="7200000">
                        <a:off x="5310186" y="3402011"/>
                        <a:ext cx="303213" cy="303213"/>
                        <a:chOff x="5354637" y="3446463"/>
                        <a:chExt cx="214313" cy="214313"/>
                      </a:xfrm>
                    </p:grpSpPr>
                    <p:sp>
                      <p:nvSpPr>
                        <p:cNvPr id="10899" name="Arc 10898">
                          <a:extLst>
                            <a:ext uri="{FF2B5EF4-FFF2-40B4-BE49-F238E27FC236}">
                              <a16:creationId xmlns:a16="http://schemas.microsoft.com/office/drawing/2014/main" id="{9319834A-2D21-EC37-4BC0-7B00AE02E61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900" name="Arc 10899">
                          <a:extLst>
                            <a:ext uri="{FF2B5EF4-FFF2-40B4-BE49-F238E27FC236}">
                              <a16:creationId xmlns:a16="http://schemas.microsoft.com/office/drawing/2014/main" id="{E27198DC-F168-066A-B46D-42D998A0F15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898" name="TextBox 10897">
                        <a:extLst>
                          <a:ext uri="{FF2B5EF4-FFF2-40B4-BE49-F238E27FC236}">
                            <a16:creationId xmlns:a16="http://schemas.microsoft.com/office/drawing/2014/main" id="{E0C63F89-A351-CF6F-A139-5AD2D0D048BD}"/>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860" name="Group 10859">
                    <a:extLst>
                      <a:ext uri="{FF2B5EF4-FFF2-40B4-BE49-F238E27FC236}">
                        <a16:creationId xmlns:a16="http://schemas.microsoft.com/office/drawing/2014/main" id="{0F391AA2-043B-C1E4-8815-83713875952D}"/>
                      </a:ext>
                    </a:extLst>
                  </p:cNvPr>
                  <p:cNvGrpSpPr/>
                  <p:nvPr/>
                </p:nvGrpSpPr>
                <p:grpSpPr>
                  <a:xfrm>
                    <a:off x="5886431" y="3525040"/>
                    <a:ext cx="393192" cy="393192"/>
                    <a:chOff x="5265196" y="3932619"/>
                    <a:chExt cx="393192" cy="393192"/>
                  </a:xfrm>
                </p:grpSpPr>
                <p:grpSp>
                  <p:nvGrpSpPr>
                    <p:cNvPr id="10884" name="Group 10883">
                      <a:extLst>
                        <a:ext uri="{FF2B5EF4-FFF2-40B4-BE49-F238E27FC236}">
                          <a16:creationId xmlns:a16="http://schemas.microsoft.com/office/drawing/2014/main" id="{65D7E68F-A611-475D-B011-DEAD9FD3474B}"/>
                        </a:ext>
                      </a:extLst>
                    </p:cNvPr>
                    <p:cNvGrpSpPr/>
                    <p:nvPr/>
                  </p:nvGrpSpPr>
                  <p:grpSpPr>
                    <a:xfrm>
                      <a:off x="5354636" y="4022061"/>
                      <a:ext cx="214313" cy="214313"/>
                      <a:chOff x="5354637" y="3446463"/>
                      <a:chExt cx="214313" cy="214313"/>
                    </a:xfrm>
                  </p:grpSpPr>
                  <p:sp>
                    <p:nvSpPr>
                      <p:cNvPr id="10892" name="Arc 10891">
                        <a:extLst>
                          <a:ext uri="{FF2B5EF4-FFF2-40B4-BE49-F238E27FC236}">
                            <a16:creationId xmlns:a16="http://schemas.microsoft.com/office/drawing/2014/main" id="{A432A6A2-9480-D4C9-C078-F22AE11A413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893" name="Arc 10892">
                        <a:extLst>
                          <a:ext uri="{FF2B5EF4-FFF2-40B4-BE49-F238E27FC236}">
                            <a16:creationId xmlns:a16="http://schemas.microsoft.com/office/drawing/2014/main" id="{F03FE24B-DEF0-B259-BF8D-41D1882D80E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885" name="Group 10884">
                      <a:extLst>
                        <a:ext uri="{FF2B5EF4-FFF2-40B4-BE49-F238E27FC236}">
                          <a16:creationId xmlns:a16="http://schemas.microsoft.com/office/drawing/2014/main" id="{8CAD9144-606F-20BC-210B-C54C765D953C}"/>
                        </a:ext>
                      </a:extLst>
                    </p:cNvPr>
                    <p:cNvGrpSpPr/>
                    <p:nvPr/>
                  </p:nvGrpSpPr>
                  <p:grpSpPr>
                    <a:xfrm rot="14400000">
                      <a:off x="5310186" y="3977611"/>
                      <a:ext cx="303213" cy="303213"/>
                      <a:chOff x="5354637" y="3446463"/>
                      <a:chExt cx="214313" cy="214313"/>
                    </a:xfrm>
                  </p:grpSpPr>
                  <p:sp>
                    <p:nvSpPr>
                      <p:cNvPr id="10890" name="Arc 10889">
                        <a:extLst>
                          <a:ext uri="{FF2B5EF4-FFF2-40B4-BE49-F238E27FC236}">
                            <a16:creationId xmlns:a16="http://schemas.microsoft.com/office/drawing/2014/main" id="{813F7F40-BFA8-D5B0-F0E6-9A23626B66D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891" name="Arc 10890">
                        <a:extLst>
                          <a:ext uri="{FF2B5EF4-FFF2-40B4-BE49-F238E27FC236}">
                            <a16:creationId xmlns:a16="http://schemas.microsoft.com/office/drawing/2014/main" id="{DDFDD8D7-B52E-F2A1-6DF0-05CFCCBAAEA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886" name="Group 10885">
                      <a:extLst>
                        <a:ext uri="{FF2B5EF4-FFF2-40B4-BE49-F238E27FC236}">
                          <a16:creationId xmlns:a16="http://schemas.microsoft.com/office/drawing/2014/main" id="{C0CCF0D6-3779-96E0-1550-5509FEE5C9A2}"/>
                        </a:ext>
                      </a:extLst>
                    </p:cNvPr>
                    <p:cNvGrpSpPr/>
                    <p:nvPr/>
                  </p:nvGrpSpPr>
                  <p:grpSpPr>
                    <a:xfrm rot="7200000">
                      <a:off x="5265196" y="3932619"/>
                      <a:ext cx="393192" cy="393192"/>
                      <a:chOff x="5354637" y="3446463"/>
                      <a:chExt cx="214313" cy="214313"/>
                    </a:xfrm>
                  </p:grpSpPr>
                  <p:sp>
                    <p:nvSpPr>
                      <p:cNvPr id="10888" name="Arc 10887">
                        <a:extLst>
                          <a:ext uri="{FF2B5EF4-FFF2-40B4-BE49-F238E27FC236}">
                            <a16:creationId xmlns:a16="http://schemas.microsoft.com/office/drawing/2014/main" id="{988F84E6-6F6E-292D-19FC-5B4D1C95E67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889" name="Arc 10888">
                        <a:extLst>
                          <a:ext uri="{FF2B5EF4-FFF2-40B4-BE49-F238E27FC236}">
                            <a16:creationId xmlns:a16="http://schemas.microsoft.com/office/drawing/2014/main" id="{65E82FE2-3D89-72FE-60E2-0183AFB9B76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887" name="TextBox 10886">
                      <a:extLst>
                        <a:ext uri="{FF2B5EF4-FFF2-40B4-BE49-F238E27FC236}">
                          <a16:creationId xmlns:a16="http://schemas.microsoft.com/office/drawing/2014/main" id="{87FEA98F-4421-755A-9112-F81F815F3AAA}"/>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0861" name="Group 10860">
                    <a:extLst>
                      <a:ext uri="{FF2B5EF4-FFF2-40B4-BE49-F238E27FC236}">
                        <a16:creationId xmlns:a16="http://schemas.microsoft.com/office/drawing/2014/main" id="{99BAC022-2DE7-115A-8586-DCA43BC5BEB0}"/>
                      </a:ext>
                    </a:extLst>
                  </p:cNvPr>
                  <p:cNvGrpSpPr/>
                  <p:nvPr/>
                </p:nvGrpSpPr>
                <p:grpSpPr>
                  <a:xfrm>
                    <a:off x="6512463" y="3525040"/>
                    <a:ext cx="393192" cy="393192"/>
                    <a:chOff x="6389147" y="3357021"/>
                    <a:chExt cx="393192" cy="393192"/>
                  </a:xfrm>
                </p:grpSpPr>
                <p:grpSp>
                  <p:nvGrpSpPr>
                    <p:cNvPr id="10873" name="Group 10872">
                      <a:extLst>
                        <a:ext uri="{FF2B5EF4-FFF2-40B4-BE49-F238E27FC236}">
                          <a16:creationId xmlns:a16="http://schemas.microsoft.com/office/drawing/2014/main" id="{E157E897-2534-BA8C-2597-1B7DAFF9B0DD}"/>
                        </a:ext>
                      </a:extLst>
                    </p:cNvPr>
                    <p:cNvGrpSpPr/>
                    <p:nvPr/>
                  </p:nvGrpSpPr>
                  <p:grpSpPr>
                    <a:xfrm rot="7200000" flipH="1">
                      <a:off x="6389147" y="3357021"/>
                      <a:ext cx="393192" cy="393192"/>
                      <a:chOff x="5354637" y="3446463"/>
                      <a:chExt cx="214313" cy="214313"/>
                    </a:xfrm>
                  </p:grpSpPr>
                  <p:sp>
                    <p:nvSpPr>
                      <p:cNvPr id="10882" name="Arc 10881">
                        <a:extLst>
                          <a:ext uri="{FF2B5EF4-FFF2-40B4-BE49-F238E27FC236}">
                            <a16:creationId xmlns:a16="http://schemas.microsoft.com/office/drawing/2014/main" id="{D7D80483-17F6-D319-9548-E8AE65F710B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883" name="Arc 10882">
                        <a:extLst>
                          <a:ext uri="{FF2B5EF4-FFF2-40B4-BE49-F238E27FC236}">
                            <a16:creationId xmlns:a16="http://schemas.microsoft.com/office/drawing/2014/main" id="{DC850544-92CF-88FB-4653-41B57F636C0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874" name="Group 10873">
                      <a:extLst>
                        <a:ext uri="{FF2B5EF4-FFF2-40B4-BE49-F238E27FC236}">
                          <a16:creationId xmlns:a16="http://schemas.microsoft.com/office/drawing/2014/main" id="{94978C12-1C91-A622-A318-45841B43F7E6}"/>
                        </a:ext>
                      </a:extLst>
                    </p:cNvPr>
                    <p:cNvGrpSpPr/>
                    <p:nvPr/>
                  </p:nvGrpSpPr>
                  <p:grpSpPr>
                    <a:xfrm>
                      <a:off x="6434137" y="3402011"/>
                      <a:ext cx="303213" cy="303213"/>
                      <a:chOff x="6434137" y="3402011"/>
                      <a:chExt cx="303213" cy="303213"/>
                    </a:xfrm>
                  </p:grpSpPr>
                  <p:grpSp>
                    <p:nvGrpSpPr>
                      <p:cNvPr id="10875" name="Group 10874">
                        <a:extLst>
                          <a:ext uri="{FF2B5EF4-FFF2-40B4-BE49-F238E27FC236}">
                            <a16:creationId xmlns:a16="http://schemas.microsoft.com/office/drawing/2014/main" id="{2E9792F0-C6C8-ED42-8D4B-B1BE6D22C5A3}"/>
                          </a:ext>
                        </a:extLst>
                      </p:cNvPr>
                      <p:cNvGrpSpPr/>
                      <p:nvPr/>
                    </p:nvGrpSpPr>
                    <p:grpSpPr>
                      <a:xfrm flipH="1">
                        <a:off x="6478587" y="3446461"/>
                        <a:ext cx="214313" cy="214313"/>
                        <a:chOff x="5354637" y="3446463"/>
                        <a:chExt cx="214313" cy="214313"/>
                      </a:xfrm>
                    </p:grpSpPr>
                    <p:sp>
                      <p:nvSpPr>
                        <p:cNvPr id="10880" name="Arc 10879">
                          <a:extLst>
                            <a:ext uri="{FF2B5EF4-FFF2-40B4-BE49-F238E27FC236}">
                              <a16:creationId xmlns:a16="http://schemas.microsoft.com/office/drawing/2014/main" id="{6786B77C-AF79-3B2F-815D-62D6FE58898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881" name="Arc 10880">
                          <a:extLst>
                            <a:ext uri="{FF2B5EF4-FFF2-40B4-BE49-F238E27FC236}">
                              <a16:creationId xmlns:a16="http://schemas.microsoft.com/office/drawing/2014/main" id="{964B83A7-E6D2-70F7-E023-AE988D71D15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876" name="Group 10875">
                        <a:extLst>
                          <a:ext uri="{FF2B5EF4-FFF2-40B4-BE49-F238E27FC236}">
                            <a16:creationId xmlns:a16="http://schemas.microsoft.com/office/drawing/2014/main" id="{764C3E76-B8C4-0EDF-645D-62611933FB87}"/>
                          </a:ext>
                        </a:extLst>
                      </p:cNvPr>
                      <p:cNvGrpSpPr/>
                      <p:nvPr/>
                    </p:nvGrpSpPr>
                    <p:grpSpPr>
                      <a:xfrm rot="14400000" flipH="1">
                        <a:off x="6434137" y="3402011"/>
                        <a:ext cx="303213" cy="303213"/>
                        <a:chOff x="5354637" y="3446463"/>
                        <a:chExt cx="214313" cy="214313"/>
                      </a:xfrm>
                    </p:grpSpPr>
                    <p:sp>
                      <p:nvSpPr>
                        <p:cNvPr id="10878" name="Arc 10877">
                          <a:extLst>
                            <a:ext uri="{FF2B5EF4-FFF2-40B4-BE49-F238E27FC236}">
                              <a16:creationId xmlns:a16="http://schemas.microsoft.com/office/drawing/2014/main" id="{8AD297B5-5A9E-0153-98DA-CB43DA495B1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879" name="Arc 10878">
                          <a:extLst>
                            <a:ext uri="{FF2B5EF4-FFF2-40B4-BE49-F238E27FC236}">
                              <a16:creationId xmlns:a16="http://schemas.microsoft.com/office/drawing/2014/main" id="{6B0668F0-4FC7-9638-9A18-EDFC0DB7324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877" name="TextBox 10876">
                        <a:extLst>
                          <a:ext uri="{FF2B5EF4-FFF2-40B4-BE49-F238E27FC236}">
                            <a16:creationId xmlns:a16="http://schemas.microsoft.com/office/drawing/2014/main" id="{5AAE7351-73EA-AD87-0384-8A9ECF89F75E}"/>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862" name="Group 10861">
                    <a:extLst>
                      <a:ext uri="{FF2B5EF4-FFF2-40B4-BE49-F238E27FC236}">
                        <a16:creationId xmlns:a16="http://schemas.microsoft.com/office/drawing/2014/main" id="{1BB82AFB-6C17-06BE-2A3B-021FBF0F81D9}"/>
                      </a:ext>
                    </a:extLst>
                  </p:cNvPr>
                  <p:cNvGrpSpPr/>
                  <p:nvPr/>
                </p:nvGrpSpPr>
                <p:grpSpPr>
                  <a:xfrm>
                    <a:off x="6197413" y="3225768"/>
                    <a:ext cx="393192" cy="393192"/>
                    <a:chOff x="6389147" y="3932622"/>
                    <a:chExt cx="393192" cy="393192"/>
                  </a:xfrm>
                </p:grpSpPr>
                <p:grpSp>
                  <p:nvGrpSpPr>
                    <p:cNvPr id="10863" name="Group 10862">
                      <a:extLst>
                        <a:ext uri="{FF2B5EF4-FFF2-40B4-BE49-F238E27FC236}">
                          <a16:creationId xmlns:a16="http://schemas.microsoft.com/office/drawing/2014/main" id="{BCA42D62-1ADC-CFFF-3EFD-ECD37D7368CF}"/>
                        </a:ext>
                      </a:extLst>
                    </p:cNvPr>
                    <p:cNvGrpSpPr/>
                    <p:nvPr/>
                  </p:nvGrpSpPr>
                  <p:grpSpPr>
                    <a:xfrm flipH="1">
                      <a:off x="6478587" y="4022061"/>
                      <a:ext cx="214313" cy="214313"/>
                      <a:chOff x="5354637" y="3446463"/>
                      <a:chExt cx="214313" cy="214313"/>
                    </a:xfrm>
                  </p:grpSpPr>
                  <p:sp>
                    <p:nvSpPr>
                      <p:cNvPr id="10871" name="Arc 10870">
                        <a:extLst>
                          <a:ext uri="{FF2B5EF4-FFF2-40B4-BE49-F238E27FC236}">
                            <a16:creationId xmlns:a16="http://schemas.microsoft.com/office/drawing/2014/main" id="{CE3D8BB5-728A-EE4A-6B5E-47CEE5DA991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872" name="Arc 10871">
                        <a:extLst>
                          <a:ext uri="{FF2B5EF4-FFF2-40B4-BE49-F238E27FC236}">
                            <a16:creationId xmlns:a16="http://schemas.microsoft.com/office/drawing/2014/main" id="{9E012BD7-F83E-737F-0DF6-10A3F50EFC1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864" name="Group 10863">
                      <a:extLst>
                        <a:ext uri="{FF2B5EF4-FFF2-40B4-BE49-F238E27FC236}">
                          <a16:creationId xmlns:a16="http://schemas.microsoft.com/office/drawing/2014/main" id="{DD0BE553-F134-2AD7-60F4-1A50FC7C7248}"/>
                        </a:ext>
                      </a:extLst>
                    </p:cNvPr>
                    <p:cNvGrpSpPr/>
                    <p:nvPr/>
                  </p:nvGrpSpPr>
                  <p:grpSpPr>
                    <a:xfrm rot="7200000" flipH="1">
                      <a:off x="6434137" y="3977611"/>
                      <a:ext cx="303213" cy="303213"/>
                      <a:chOff x="5354637" y="3446463"/>
                      <a:chExt cx="214313" cy="214313"/>
                    </a:xfrm>
                  </p:grpSpPr>
                  <p:sp>
                    <p:nvSpPr>
                      <p:cNvPr id="10869" name="Arc 10868">
                        <a:extLst>
                          <a:ext uri="{FF2B5EF4-FFF2-40B4-BE49-F238E27FC236}">
                            <a16:creationId xmlns:a16="http://schemas.microsoft.com/office/drawing/2014/main" id="{6077D95E-2225-055C-8178-77CFCF448C1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870" name="Arc 10869">
                        <a:extLst>
                          <a:ext uri="{FF2B5EF4-FFF2-40B4-BE49-F238E27FC236}">
                            <a16:creationId xmlns:a16="http://schemas.microsoft.com/office/drawing/2014/main" id="{9F8F06FA-E1E3-4BD2-850B-E18EB45A33F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865" name="Group 10864">
                      <a:extLst>
                        <a:ext uri="{FF2B5EF4-FFF2-40B4-BE49-F238E27FC236}">
                          <a16:creationId xmlns:a16="http://schemas.microsoft.com/office/drawing/2014/main" id="{85A98F45-72D2-E437-D1F3-1BBD923CB47A}"/>
                        </a:ext>
                      </a:extLst>
                    </p:cNvPr>
                    <p:cNvGrpSpPr/>
                    <p:nvPr/>
                  </p:nvGrpSpPr>
                  <p:grpSpPr>
                    <a:xfrm rot="14400000" flipH="1">
                      <a:off x="6389147" y="3932622"/>
                      <a:ext cx="393192" cy="393192"/>
                      <a:chOff x="5354637" y="3446463"/>
                      <a:chExt cx="214313" cy="214313"/>
                    </a:xfrm>
                  </p:grpSpPr>
                  <p:sp>
                    <p:nvSpPr>
                      <p:cNvPr id="10867" name="Arc 10866">
                        <a:extLst>
                          <a:ext uri="{FF2B5EF4-FFF2-40B4-BE49-F238E27FC236}">
                            <a16:creationId xmlns:a16="http://schemas.microsoft.com/office/drawing/2014/main" id="{C221E11E-6F3F-C7CC-7CB0-E35F6D5A703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868" name="Arc 10867">
                        <a:extLst>
                          <a:ext uri="{FF2B5EF4-FFF2-40B4-BE49-F238E27FC236}">
                            <a16:creationId xmlns:a16="http://schemas.microsoft.com/office/drawing/2014/main" id="{E195A602-D289-AB65-CC04-A7EBC958780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866" name="TextBox 10865">
                      <a:extLst>
                        <a:ext uri="{FF2B5EF4-FFF2-40B4-BE49-F238E27FC236}">
                          <a16:creationId xmlns:a16="http://schemas.microsoft.com/office/drawing/2014/main" id="{E1AADB7B-C4B7-B397-2073-07B22F64A819}"/>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812" name="Group 10811">
                  <a:extLst>
                    <a:ext uri="{FF2B5EF4-FFF2-40B4-BE49-F238E27FC236}">
                      <a16:creationId xmlns:a16="http://schemas.microsoft.com/office/drawing/2014/main" id="{4CDB37DA-5968-020D-0FE2-2D51A2C53EF0}"/>
                    </a:ext>
                  </a:extLst>
                </p:cNvPr>
                <p:cNvGrpSpPr/>
                <p:nvPr/>
              </p:nvGrpSpPr>
              <p:grpSpPr>
                <a:xfrm>
                  <a:off x="6069086" y="3246228"/>
                  <a:ext cx="1019224" cy="991639"/>
                  <a:chOff x="5886431" y="3225768"/>
                  <a:chExt cx="1019224" cy="991639"/>
                </a:xfrm>
              </p:grpSpPr>
              <p:grpSp>
                <p:nvGrpSpPr>
                  <p:cNvPr id="10813" name="Group 10812">
                    <a:extLst>
                      <a:ext uri="{FF2B5EF4-FFF2-40B4-BE49-F238E27FC236}">
                        <a16:creationId xmlns:a16="http://schemas.microsoft.com/office/drawing/2014/main" id="{33A3E3B1-3A06-3153-DEAE-FF8E266B1FA4}"/>
                      </a:ext>
                    </a:extLst>
                  </p:cNvPr>
                  <p:cNvGrpSpPr/>
                  <p:nvPr/>
                </p:nvGrpSpPr>
                <p:grpSpPr>
                  <a:xfrm>
                    <a:off x="6197413" y="3824215"/>
                    <a:ext cx="393192" cy="393192"/>
                    <a:chOff x="5265196" y="3357021"/>
                    <a:chExt cx="393192" cy="393192"/>
                  </a:xfrm>
                </p:grpSpPr>
                <p:grpSp>
                  <p:nvGrpSpPr>
                    <p:cNvPr id="10848" name="Group 10847">
                      <a:extLst>
                        <a:ext uri="{FF2B5EF4-FFF2-40B4-BE49-F238E27FC236}">
                          <a16:creationId xmlns:a16="http://schemas.microsoft.com/office/drawing/2014/main" id="{9E44C80C-6ABB-8BA2-F55F-941E0308845F}"/>
                        </a:ext>
                      </a:extLst>
                    </p:cNvPr>
                    <p:cNvGrpSpPr/>
                    <p:nvPr/>
                  </p:nvGrpSpPr>
                  <p:grpSpPr>
                    <a:xfrm rot="14400000">
                      <a:off x="5265196" y="3357021"/>
                      <a:ext cx="393192" cy="393192"/>
                      <a:chOff x="5354637" y="3446463"/>
                      <a:chExt cx="214313" cy="214313"/>
                    </a:xfrm>
                  </p:grpSpPr>
                  <p:sp>
                    <p:nvSpPr>
                      <p:cNvPr id="10857" name="Arc 10856">
                        <a:extLst>
                          <a:ext uri="{FF2B5EF4-FFF2-40B4-BE49-F238E27FC236}">
                            <a16:creationId xmlns:a16="http://schemas.microsoft.com/office/drawing/2014/main" id="{94EB4BF8-4591-A65B-AAE4-0D67AB9977F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858" name="Arc 10857">
                        <a:extLst>
                          <a:ext uri="{FF2B5EF4-FFF2-40B4-BE49-F238E27FC236}">
                            <a16:creationId xmlns:a16="http://schemas.microsoft.com/office/drawing/2014/main" id="{FF84E5AE-18A8-2628-A7EC-429037020B8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849" name="Group 10848">
                      <a:extLst>
                        <a:ext uri="{FF2B5EF4-FFF2-40B4-BE49-F238E27FC236}">
                          <a16:creationId xmlns:a16="http://schemas.microsoft.com/office/drawing/2014/main" id="{86D14094-0ED3-D821-C660-6D7F6644C987}"/>
                        </a:ext>
                      </a:extLst>
                    </p:cNvPr>
                    <p:cNvGrpSpPr/>
                    <p:nvPr/>
                  </p:nvGrpSpPr>
                  <p:grpSpPr>
                    <a:xfrm>
                      <a:off x="5310186" y="3402011"/>
                      <a:ext cx="303213" cy="303213"/>
                      <a:chOff x="5310186" y="3402011"/>
                      <a:chExt cx="303213" cy="303213"/>
                    </a:xfrm>
                  </p:grpSpPr>
                  <p:grpSp>
                    <p:nvGrpSpPr>
                      <p:cNvPr id="10850" name="Group 10849">
                        <a:extLst>
                          <a:ext uri="{FF2B5EF4-FFF2-40B4-BE49-F238E27FC236}">
                            <a16:creationId xmlns:a16="http://schemas.microsoft.com/office/drawing/2014/main" id="{04264C82-4BF3-D9A4-B254-6984E86C7BB5}"/>
                          </a:ext>
                        </a:extLst>
                      </p:cNvPr>
                      <p:cNvGrpSpPr/>
                      <p:nvPr/>
                    </p:nvGrpSpPr>
                    <p:grpSpPr>
                      <a:xfrm>
                        <a:off x="5354636" y="3446461"/>
                        <a:ext cx="214313" cy="214313"/>
                        <a:chOff x="5354637" y="3446463"/>
                        <a:chExt cx="214313" cy="214313"/>
                      </a:xfrm>
                    </p:grpSpPr>
                    <p:sp>
                      <p:nvSpPr>
                        <p:cNvPr id="10855" name="Arc 10854">
                          <a:extLst>
                            <a:ext uri="{FF2B5EF4-FFF2-40B4-BE49-F238E27FC236}">
                              <a16:creationId xmlns:a16="http://schemas.microsoft.com/office/drawing/2014/main" id="{696E2290-A8C3-E2E3-27D1-EC292CB5580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856" name="Arc 10855">
                          <a:extLst>
                            <a:ext uri="{FF2B5EF4-FFF2-40B4-BE49-F238E27FC236}">
                              <a16:creationId xmlns:a16="http://schemas.microsoft.com/office/drawing/2014/main" id="{C1A0A032-4B95-0EF4-2B98-EC09BEDBFA6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851" name="Group 10850">
                        <a:extLst>
                          <a:ext uri="{FF2B5EF4-FFF2-40B4-BE49-F238E27FC236}">
                            <a16:creationId xmlns:a16="http://schemas.microsoft.com/office/drawing/2014/main" id="{997BC6CD-486D-DBA3-F54C-7C1B0D95D092}"/>
                          </a:ext>
                        </a:extLst>
                      </p:cNvPr>
                      <p:cNvGrpSpPr/>
                      <p:nvPr/>
                    </p:nvGrpSpPr>
                    <p:grpSpPr>
                      <a:xfrm rot="7200000">
                        <a:off x="5310186" y="3402011"/>
                        <a:ext cx="303213" cy="303213"/>
                        <a:chOff x="5354637" y="3446463"/>
                        <a:chExt cx="214313" cy="214313"/>
                      </a:xfrm>
                    </p:grpSpPr>
                    <p:sp>
                      <p:nvSpPr>
                        <p:cNvPr id="10853" name="Arc 10852">
                          <a:extLst>
                            <a:ext uri="{FF2B5EF4-FFF2-40B4-BE49-F238E27FC236}">
                              <a16:creationId xmlns:a16="http://schemas.microsoft.com/office/drawing/2014/main" id="{47862D28-338F-6ACD-6299-2A0805BF68F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854" name="Arc 10853">
                          <a:extLst>
                            <a:ext uri="{FF2B5EF4-FFF2-40B4-BE49-F238E27FC236}">
                              <a16:creationId xmlns:a16="http://schemas.microsoft.com/office/drawing/2014/main" id="{62F1DEA7-09F4-A3AE-1050-6DE2AAD8432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852" name="TextBox 10851">
                        <a:extLst>
                          <a:ext uri="{FF2B5EF4-FFF2-40B4-BE49-F238E27FC236}">
                            <a16:creationId xmlns:a16="http://schemas.microsoft.com/office/drawing/2014/main" id="{50D5799B-1FB1-0FAD-19AD-92931136F195}"/>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814" name="Group 10813">
                    <a:extLst>
                      <a:ext uri="{FF2B5EF4-FFF2-40B4-BE49-F238E27FC236}">
                        <a16:creationId xmlns:a16="http://schemas.microsoft.com/office/drawing/2014/main" id="{1E51B329-58AA-BEA2-C877-72F130E30549}"/>
                      </a:ext>
                    </a:extLst>
                  </p:cNvPr>
                  <p:cNvGrpSpPr/>
                  <p:nvPr/>
                </p:nvGrpSpPr>
                <p:grpSpPr>
                  <a:xfrm>
                    <a:off x="5886431" y="3525040"/>
                    <a:ext cx="393192" cy="393192"/>
                    <a:chOff x="5265196" y="3932619"/>
                    <a:chExt cx="393192" cy="393192"/>
                  </a:xfrm>
                </p:grpSpPr>
                <p:grpSp>
                  <p:nvGrpSpPr>
                    <p:cNvPr id="10838" name="Group 10837">
                      <a:extLst>
                        <a:ext uri="{FF2B5EF4-FFF2-40B4-BE49-F238E27FC236}">
                          <a16:creationId xmlns:a16="http://schemas.microsoft.com/office/drawing/2014/main" id="{24693E38-2F70-C688-D481-A5E199446E77}"/>
                        </a:ext>
                      </a:extLst>
                    </p:cNvPr>
                    <p:cNvGrpSpPr/>
                    <p:nvPr/>
                  </p:nvGrpSpPr>
                  <p:grpSpPr>
                    <a:xfrm>
                      <a:off x="5354636" y="4022061"/>
                      <a:ext cx="214313" cy="214313"/>
                      <a:chOff x="5354637" y="3446463"/>
                      <a:chExt cx="214313" cy="214313"/>
                    </a:xfrm>
                  </p:grpSpPr>
                  <p:sp>
                    <p:nvSpPr>
                      <p:cNvPr id="10846" name="Arc 10845">
                        <a:extLst>
                          <a:ext uri="{FF2B5EF4-FFF2-40B4-BE49-F238E27FC236}">
                            <a16:creationId xmlns:a16="http://schemas.microsoft.com/office/drawing/2014/main" id="{514A9C19-DBAA-C1F6-D776-D01B74513B1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847" name="Arc 10846">
                        <a:extLst>
                          <a:ext uri="{FF2B5EF4-FFF2-40B4-BE49-F238E27FC236}">
                            <a16:creationId xmlns:a16="http://schemas.microsoft.com/office/drawing/2014/main" id="{B0EFF1D8-95C7-FBC0-E898-130DADC940E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839" name="Group 10838">
                      <a:extLst>
                        <a:ext uri="{FF2B5EF4-FFF2-40B4-BE49-F238E27FC236}">
                          <a16:creationId xmlns:a16="http://schemas.microsoft.com/office/drawing/2014/main" id="{1E981835-FF65-C162-C688-4D7E33FAC675}"/>
                        </a:ext>
                      </a:extLst>
                    </p:cNvPr>
                    <p:cNvGrpSpPr/>
                    <p:nvPr/>
                  </p:nvGrpSpPr>
                  <p:grpSpPr>
                    <a:xfrm rot="14400000">
                      <a:off x="5310186" y="3977611"/>
                      <a:ext cx="303213" cy="303213"/>
                      <a:chOff x="5354637" y="3446463"/>
                      <a:chExt cx="214313" cy="214313"/>
                    </a:xfrm>
                  </p:grpSpPr>
                  <p:sp>
                    <p:nvSpPr>
                      <p:cNvPr id="10844" name="Arc 10843">
                        <a:extLst>
                          <a:ext uri="{FF2B5EF4-FFF2-40B4-BE49-F238E27FC236}">
                            <a16:creationId xmlns:a16="http://schemas.microsoft.com/office/drawing/2014/main" id="{7130942A-7DBE-3F37-247B-69A21D6DD27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845" name="Arc 10844">
                        <a:extLst>
                          <a:ext uri="{FF2B5EF4-FFF2-40B4-BE49-F238E27FC236}">
                            <a16:creationId xmlns:a16="http://schemas.microsoft.com/office/drawing/2014/main" id="{7A46C1F1-E640-44ED-96E9-AF70631FEB0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840" name="Group 10839">
                      <a:extLst>
                        <a:ext uri="{FF2B5EF4-FFF2-40B4-BE49-F238E27FC236}">
                          <a16:creationId xmlns:a16="http://schemas.microsoft.com/office/drawing/2014/main" id="{E2A95B48-835E-68AB-E1BB-27A1D2E9319E}"/>
                        </a:ext>
                      </a:extLst>
                    </p:cNvPr>
                    <p:cNvGrpSpPr/>
                    <p:nvPr/>
                  </p:nvGrpSpPr>
                  <p:grpSpPr>
                    <a:xfrm rot="7200000">
                      <a:off x="5265196" y="3932619"/>
                      <a:ext cx="393192" cy="393192"/>
                      <a:chOff x="5354637" y="3446463"/>
                      <a:chExt cx="214313" cy="214313"/>
                    </a:xfrm>
                  </p:grpSpPr>
                  <p:sp>
                    <p:nvSpPr>
                      <p:cNvPr id="10842" name="Arc 10841">
                        <a:extLst>
                          <a:ext uri="{FF2B5EF4-FFF2-40B4-BE49-F238E27FC236}">
                            <a16:creationId xmlns:a16="http://schemas.microsoft.com/office/drawing/2014/main" id="{7BC22A28-E1CB-7719-3D4C-F305164F9F5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843" name="Arc 10842">
                        <a:extLst>
                          <a:ext uri="{FF2B5EF4-FFF2-40B4-BE49-F238E27FC236}">
                            <a16:creationId xmlns:a16="http://schemas.microsoft.com/office/drawing/2014/main" id="{E5C973EB-428E-E001-DF76-B9D6181F5F7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841" name="TextBox 10840">
                      <a:extLst>
                        <a:ext uri="{FF2B5EF4-FFF2-40B4-BE49-F238E27FC236}">
                          <a16:creationId xmlns:a16="http://schemas.microsoft.com/office/drawing/2014/main" id="{B4CE2B4E-78C2-AA06-8070-9AA4412F7A4A}"/>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0815" name="Group 10814">
                    <a:extLst>
                      <a:ext uri="{FF2B5EF4-FFF2-40B4-BE49-F238E27FC236}">
                        <a16:creationId xmlns:a16="http://schemas.microsoft.com/office/drawing/2014/main" id="{3679343C-33AE-5CB3-FA55-B74D1B15016A}"/>
                      </a:ext>
                    </a:extLst>
                  </p:cNvPr>
                  <p:cNvGrpSpPr/>
                  <p:nvPr/>
                </p:nvGrpSpPr>
                <p:grpSpPr>
                  <a:xfrm>
                    <a:off x="6512463" y="3525040"/>
                    <a:ext cx="393192" cy="393192"/>
                    <a:chOff x="6389147" y="3357021"/>
                    <a:chExt cx="393192" cy="393192"/>
                  </a:xfrm>
                </p:grpSpPr>
                <p:grpSp>
                  <p:nvGrpSpPr>
                    <p:cNvPr id="10827" name="Group 10826">
                      <a:extLst>
                        <a:ext uri="{FF2B5EF4-FFF2-40B4-BE49-F238E27FC236}">
                          <a16:creationId xmlns:a16="http://schemas.microsoft.com/office/drawing/2014/main" id="{CD0E9447-DC4E-0C51-0185-487C85BF2682}"/>
                        </a:ext>
                      </a:extLst>
                    </p:cNvPr>
                    <p:cNvGrpSpPr/>
                    <p:nvPr/>
                  </p:nvGrpSpPr>
                  <p:grpSpPr>
                    <a:xfrm rot="7200000" flipH="1">
                      <a:off x="6389147" y="3357021"/>
                      <a:ext cx="393192" cy="393192"/>
                      <a:chOff x="5354637" y="3446463"/>
                      <a:chExt cx="214313" cy="214313"/>
                    </a:xfrm>
                  </p:grpSpPr>
                  <p:sp>
                    <p:nvSpPr>
                      <p:cNvPr id="10836" name="Arc 10835">
                        <a:extLst>
                          <a:ext uri="{FF2B5EF4-FFF2-40B4-BE49-F238E27FC236}">
                            <a16:creationId xmlns:a16="http://schemas.microsoft.com/office/drawing/2014/main" id="{A6308A0D-3ECD-F989-F95B-6C2F865D325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837" name="Arc 10836">
                        <a:extLst>
                          <a:ext uri="{FF2B5EF4-FFF2-40B4-BE49-F238E27FC236}">
                            <a16:creationId xmlns:a16="http://schemas.microsoft.com/office/drawing/2014/main" id="{C8DB39DE-386A-8CC1-C021-491E8CC1329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828" name="Group 10827">
                      <a:extLst>
                        <a:ext uri="{FF2B5EF4-FFF2-40B4-BE49-F238E27FC236}">
                          <a16:creationId xmlns:a16="http://schemas.microsoft.com/office/drawing/2014/main" id="{50D10448-D3FD-EBCA-54F0-2CB3C1A21876}"/>
                        </a:ext>
                      </a:extLst>
                    </p:cNvPr>
                    <p:cNvGrpSpPr/>
                    <p:nvPr/>
                  </p:nvGrpSpPr>
                  <p:grpSpPr>
                    <a:xfrm>
                      <a:off x="6434137" y="3402011"/>
                      <a:ext cx="303213" cy="303213"/>
                      <a:chOff x="6434137" y="3402011"/>
                      <a:chExt cx="303213" cy="303213"/>
                    </a:xfrm>
                  </p:grpSpPr>
                  <p:grpSp>
                    <p:nvGrpSpPr>
                      <p:cNvPr id="10829" name="Group 10828">
                        <a:extLst>
                          <a:ext uri="{FF2B5EF4-FFF2-40B4-BE49-F238E27FC236}">
                            <a16:creationId xmlns:a16="http://schemas.microsoft.com/office/drawing/2014/main" id="{12C83419-E7EC-451F-0E5F-5549D7699FF6}"/>
                          </a:ext>
                        </a:extLst>
                      </p:cNvPr>
                      <p:cNvGrpSpPr/>
                      <p:nvPr/>
                    </p:nvGrpSpPr>
                    <p:grpSpPr>
                      <a:xfrm flipH="1">
                        <a:off x="6478587" y="3446461"/>
                        <a:ext cx="214313" cy="214313"/>
                        <a:chOff x="5354637" y="3446463"/>
                        <a:chExt cx="214313" cy="214313"/>
                      </a:xfrm>
                    </p:grpSpPr>
                    <p:sp>
                      <p:nvSpPr>
                        <p:cNvPr id="10834" name="Arc 10833">
                          <a:extLst>
                            <a:ext uri="{FF2B5EF4-FFF2-40B4-BE49-F238E27FC236}">
                              <a16:creationId xmlns:a16="http://schemas.microsoft.com/office/drawing/2014/main" id="{2EE422B9-F639-C0B4-E314-56830D6BE3A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835" name="Arc 10834">
                          <a:extLst>
                            <a:ext uri="{FF2B5EF4-FFF2-40B4-BE49-F238E27FC236}">
                              <a16:creationId xmlns:a16="http://schemas.microsoft.com/office/drawing/2014/main" id="{27C0BF2F-35F4-ADCC-373E-EB410FF3BF4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830" name="Group 10829">
                        <a:extLst>
                          <a:ext uri="{FF2B5EF4-FFF2-40B4-BE49-F238E27FC236}">
                            <a16:creationId xmlns:a16="http://schemas.microsoft.com/office/drawing/2014/main" id="{1E1C8D51-27CB-4B7B-5782-8BB14B829CFA}"/>
                          </a:ext>
                        </a:extLst>
                      </p:cNvPr>
                      <p:cNvGrpSpPr/>
                      <p:nvPr/>
                    </p:nvGrpSpPr>
                    <p:grpSpPr>
                      <a:xfrm rot="14400000" flipH="1">
                        <a:off x="6434137" y="3402011"/>
                        <a:ext cx="303213" cy="303213"/>
                        <a:chOff x="5354637" y="3446463"/>
                        <a:chExt cx="214313" cy="214313"/>
                      </a:xfrm>
                    </p:grpSpPr>
                    <p:sp>
                      <p:nvSpPr>
                        <p:cNvPr id="10832" name="Arc 10831">
                          <a:extLst>
                            <a:ext uri="{FF2B5EF4-FFF2-40B4-BE49-F238E27FC236}">
                              <a16:creationId xmlns:a16="http://schemas.microsoft.com/office/drawing/2014/main" id="{4BB08EE3-7660-9969-31F8-4174248FA9D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833" name="Arc 10832">
                          <a:extLst>
                            <a:ext uri="{FF2B5EF4-FFF2-40B4-BE49-F238E27FC236}">
                              <a16:creationId xmlns:a16="http://schemas.microsoft.com/office/drawing/2014/main" id="{3CB3D7C5-7BC0-45CB-5BF4-724CE56CD78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831" name="TextBox 10830">
                        <a:extLst>
                          <a:ext uri="{FF2B5EF4-FFF2-40B4-BE49-F238E27FC236}">
                            <a16:creationId xmlns:a16="http://schemas.microsoft.com/office/drawing/2014/main" id="{CC60D8D9-19C0-3051-AE7E-A0995E144C78}"/>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816" name="Group 10815">
                    <a:extLst>
                      <a:ext uri="{FF2B5EF4-FFF2-40B4-BE49-F238E27FC236}">
                        <a16:creationId xmlns:a16="http://schemas.microsoft.com/office/drawing/2014/main" id="{687A53DD-6DE0-66F5-F213-800F0DB8BBC5}"/>
                      </a:ext>
                    </a:extLst>
                  </p:cNvPr>
                  <p:cNvGrpSpPr/>
                  <p:nvPr/>
                </p:nvGrpSpPr>
                <p:grpSpPr>
                  <a:xfrm>
                    <a:off x="6197413" y="3225768"/>
                    <a:ext cx="393192" cy="393192"/>
                    <a:chOff x="6389147" y="3932622"/>
                    <a:chExt cx="393192" cy="393192"/>
                  </a:xfrm>
                </p:grpSpPr>
                <p:grpSp>
                  <p:nvGrpSpPr>
                    <p:cNvPr id="10817" name="Group 10816">
                      <a:extLst>
                        <a:ext uri="{FF2B5EF4-FFF2-40B4-BE49-F238E27FC236}">
                          <a16:creationId xmlns:a16="http://schemas.microsoft.com/office/drawing/2014/main" id="{D6E3A99C-64D1-FA4F-96A4-F539AB740697}"/>
                        </a:ext>
                      </a:extLst>
                    </p:cNvPr>
                    <p:cNvGrpSpPr/>
                    <p:nvPr/>
                  </p:nvGrpSpPr>
                  <p:grpSpPr>
                    <a:xfrm flipH="1">
                      <a:off x="6478587" y="4022061"/>
                      <a:ext cx="214313" cy="214313"/>
                      <a:chOff x="5354637" y="3446463"/>
                      <a:chExt cx="214313" cy="214313"/>
                    </a:xfrm>
                  </p:grpSpPr>
                  <p:sp>
                    <p:nvSpPr>
                      <p:cNvPr id="10825" name="Arc 10824">
                        <a:extLst>
                          <a:ext uri="{FF2B5EF4-FFF2-40B4-BE49-F238E27FC236}">
                            <a16:creationId xmlns:a16="http://schemas.microsoft.com/office/drawing/2014/main" id="{D3B07D0F-E05E-A9FC-F410-9755267B5EA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826" name="Arc 10825">
                        <a:extLst>
                          <a:ext uri="{FF2B5EF4-FFF2-40B4-BE49-F238E27FC236}">
                            <a16:creationId xmlns:a16="http://schemas.microsoft.com/office/drawing/2014/main" id="{6B1405F2-BE31-20B8-5272-AF0834BB9EF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818" name="Group 10817">
                      <a:extLst>
                        <a:ext uri="{FF2B5EF4-FFF2-40B4-BE49-F238E27FC236}">
                          <a16:creationId xmlns:a16="http://schemas.microsoft.com/office/drawing/2014/main" id="{C60A40FD-D661-4BCF-5DCA-98D785A550EE}"/>
                        </a:ext>
                      </a:extLst>
                    </p:cNvPr>
                    <p:cNvGrpSpPr/>
                    <p:nvPr/>
                  </p:nvGrpSpPr>
                  <p:grpSpPr>
                    <a:xfrm rot="7200000" flipH="1">
                      <a:off x="6434137" y="3977611"/>
                      <a:ext cx="303213" cy="303213"/>
                      <a:chOff x="5354637" y="3446463"/>
                      <a:chExt cx="214313" cy="214313"/>
                    </a:xfrm>
                  </p:grpSpPr>
                  <p:sp>
                    <p:nvSpPr>
                      <p:cNvPr id="10823" name="Arc 10822">
                        <a:extLst>
                          <a:ext uri="{FF2B5EF4-FFF2-40B4-BE49-F238E27FC236}">
                            <a16:creationId xmlns:a16="http://schemas.microsoft.com/office/drawing/2014/main" id="{BA34F28F-309E-7658-BA28-CF2F1537F9F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824" name="Arc 10823">
                        <a:extLst>
                          <a:ext uri="{FF2B5EF4-FFF2-40B4-BE49-F238E27FC236}">
                            <a16:creationId xmlns:a16="http://schemas.microsoft.com/office/drawing/2014/main" id="{D5E5D915-64C9-BDA4-1D2A-3C483FCA22E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819" name="Group 10818">
                      <a:extLst>
                        <a:ext uri="{FF2B5EF4-FFF2-40B4-BE49-F238E27FC236}">
                          <a16:creationId xmlns:a16="http://schemas.microsoft.com/office/drawing/2014/main" id="{CCD2F8F2-D53A-7807-49D2-C59324E86270}"/>
                        </a:ext>
                      </a:extLst>
                    </p:cNvPr>
                    <p:cNvGrpSpPr/>
                    <p:nvPr/>
                  </p:nvGrpSpPr>
                  <p:grpSpPr>
                    <a:xfrm rot="14400000" flipH="1">
                      <a:off x="6389147" y="3932622"/>
                      <a:ext cx="393192" cy="393192"/>
                      <a:chOff x="5354637" y="3446463"/>
                      <a:chExt cx="214313" cy="214313"/>
                    </a:xfrm>
                  </p:grpSpPr>
                  <p:sp>
                    <p:nvSpPr>
                      <p:cNvPr id="10821" name="Arc 10820">
                        <a:extLst>
                          <a:ext uri="{FF2B5EF4-FFF2-40B4-BE49-F238E27FC236}">
                            <a16:creationId xmlns:a16="http://schemas.microsoft.com/office/drawing/2014/main" id="{1D98087D-3F10-B859-C3BB-94D60C31395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822" name="Arc 10821">
                        <a:extLst>
                          <a:ext uri="{FF2B5EF4-FFF2-40B4-BE49-F238E27FC236}">
                            <a16:creationId xmlns:a16="http://schemas.microsoft.com/office/drawing/2014/main" id="{6CD543E8-610A-522C-6DD8-5205860FD0B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820" name="TextBox 10819">
                      <a:extLst>
                        <a:ext uri="{FF2B5EF4-FFF2-40B4-BE49-F238E27FC236}">
                          <a16:creationId xmlns:a16="http://schemas.microsoft.com/office/drawing/2014/main" id="{AF1807BF-F6DB-3F11-0EF0-B787CF31CD4A}"/>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0716" name="Group 10715">
                <a:extLst>
                  <a:ext uri="{FF2B5EF4-FFF2-40B4-BE49-F238E27FC236}">
                    <a16:creationId xmlns:a16="http://schemas.microsoft.com/office/drawing/2014/main" id="{64B6D78E-1A35-1FED-3A64-49D4501C0C3D}"/>
                  </a:ext>
                </a:extLst>
              </p:cNvPr>
              <p:cNvGrpSpPr/>
              <p:nvPr/>
            </p:nvGrpSpPr>
            <p:grpSpPr>
              <a:xfrm>
                <a:off x="6065340" y="2039507"/>
                <a:ext cx="1643204" cy="1593124"/>
                <a:chOff x="5445106" y="2644743"/>
                <a:chExt cx="1643204" cy="1593124"/>
              </a:xfrm>
            </p:grpSpPr>
            <p:grpSp>
              <p:nvGrpSpPr>
                <p:cNvPr id="10717" name="Group 10716">
                  <a:extLst>
                    <a:ext uri="{FF2B5EF4-FFF2-40B4-BE49-F238E27FC236}">
                      <a16:creationId xmlns:a16="http://schemas.microsoft.com/office/drawing/2014/main" id="{D719FA12-2D55-91D3-9563-AE247CC2EC13}"/>
                    </a:ext>
                  </a:extLst>
                </p:cNvPr>
                <p:cNvGrpSpPr/>
                <p:nvPr/>
              </p:nvGrpSpPr>
              <p:grpSpPr>
                <a:xfrm>
                  <a:off x="5445106" y="2644743"/>
                  <a:ext cx="1019224" cy="991639"/>
                  <a:chOff x="5886431" y="3225768"/>
                  <a:chExt cx="1019224" cy="991639"/>
                </a:xfrm>
              </p:grpSpPr>
              <p:grpSp>
                <p:nvGrpSpPr>
                  <p:cNvPr id="10765" name="Group 10764">
                    <a:extLst>
                      <a:ext uri="{FF2B5EF4-FFF2-40B4-BE49-F238E27FC236}">
                        <a16:creationId xmlns:a16="http://schemas.microsoft.com/office/drawing/2014/main" id="{2B895B49-F0D6-DE4C-2F2A-DC6D60004E48}"/>
                      </a:ext>
                    </a:extLst>
                  </p:cNvPr>
                  <p:cNvGrpSpPr/>
                  <p:nvPr/>
                </p:nvGrpSpPr>
                <p:grpSpPr>
                  <a:xfrm>
                    <a:off x="6197413" y="3824215"/>
                    <a:ext cx="393192" cy="393192"/>
                    <a:chOff x="5265196" y="3357021"/>
                    <a:chExt cx="393192" cy="393192"/>
                  </a:xfrm>
                </p:grpSpPr>
                <p:grpSp>
                  <p:nvGrpSpPr>
                    <p:cNvPr id="10800" name="Group 10799">
                      <a:extLst>
                        <a:ext uri="{FF2B5EF4-FFF2-40B4-BE49-F238E27FC236}">
                          <a16:creationId xmlns:a16="http://schemas.microsoft.com/office/drawing/2014/main" id="{FFB16080-7180-DECD-49EF-B94970A60CD7}"/>
                        </a:ext>
                      </a:extLst>
                    </p:cNvPr>
                    <p:cNvGrpSpPr/>
                    <p:nvPr/>
                  </p:nvGrpSpPr>
                  <p:grpSpPr>
                    <a:xfrm rot="14400000">
                      <a:off x="5265196" y="3357021"/>
                      <a:ext cx="393192" cy="393192"/>
                      <a:chOff x="5354637" y="3446463"/>
                      <a:chExt cx="214313" cy="214313"/>
                    </a:xfrm>
                  </p:grpSpPr>
                  <p:sp>
                    <p:nvSpPr>
                      <p:cNvPr id="10809" name="Arc 10808">
                        <a:extLst>
                          <a:ext uri="{FF2B5EF4-FFF2-40B4-BE49-F238E27FC236}">
                            <a16:creationId xmlns:a16="http://schemas.microsoft.com/office/drawing/2014/main" id="{CBDC1541-18E2-F800-6A7F-9AFA074BA73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810" name="Arc 10809">
                        <a:extLst>
                          <a:ext uri="{FF2B5EF4-FFF2-40B4-BE49-F238E27FC236}">
                            <a16:creationId xmlns:a16="http://schemas.microsoft.com/office/drawing/2014/main" id="{DB892FAA-7523-F1C7-A080-DE2C5F1ACBE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801" name="Group 10800">
                      <a:extLst>
                        <a:ext uri="{FF2B5EF4-FFF2-40B4-BE49-F238E27FC236}">
                          <a16:creationId xmlns:a16="http://schemas.microsoft.com/office/drawing/2014/main" id="{E97607DC-D3B8-1BB6-0553-36B6CF7BCCA7}"/>
                        </a:ext>
                      </a:extLst>
                    </p:cNvPr>
                    <p:cNvGrpSpPr/>
                    <p:nvPr/>
                  </p:nvGrpSpPr>
                  <p:grpSpPr>
                    <a:xfrm>
                      <a:off x="5310186" y="3402011"/>
                      <a:ext cx="303213" cy="303213"/>
                      <a:chOff x="5310186" y="3402011"/>
                      <a:chExt cx="303213" cy="303213"/>
                    </a:xfrm>
                  </p:grpSpPr>
                  <p:grpSp>
                    <p:nvGrpSpPr>
                      <p:cNvPr id="10802" name="Group 10801">
                        <a:extLst>
                          <a:ext uri="{FF2B5EF4-FFF2-40B4-BE49-F238E27FC236}">
                            <a16:creationId xmlns:a16="http://schemas.microsoft.com/office/drawing/2014/main" id="{3D30974E-BAF0-EA1A-49EC-1C2A072EABA3}"/>
                          </a:ext>
                        </a:extLst>
                      </p:cNvPr>
                      <p:cNvGrpSpPr/>
                      <p:nvPr/>
                    </p:nvGrpSpPr>
                    <p:grpSpPr>
                      <a:xfrm>
                        <a:off x="5354636" y="3446461"/>
                        <a:ext cx="214313" cy="214313"/>
                        <a:chOff x="5354637" y="3446463"/>
                        <a:chExt cx="214313" cy="214313"/>
                      </a:xfrm>
                    </p:grpSpPr>
                    <p:sp>
                      <p:nvSpPr>
                        <p:cNvPr id="10807" name="Arc 10806">
                          <a:extLst>
                            <a:ext uri="{FF2B5EF4-FFF2-40B4-BE49-F238E27FC236}">
                              <a16:creationId xmlns:a16="http://schemas.microsoft.com/office/drawing/2014/main" id="{DEB24AF6-D55F-BC24-D9B1-268D6F16982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808" name="Arc 10807">
                          <a:extLst>
                            <a:ext uri="{FF2B5EF4-FFF2-40B4-BE49-F238E27FC236}">
                              <a16:creationId xmlns:a16="http://schemas.microsoft.com/office/drawing/2014/main" id="{35CB40B5-8DA4-3951-4178-82921ABCF1E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803" name="Group 10802">
                        <a:extLst>
                          <a:ext uri="{FF2B5EF4-FFF2-40B4-BE49-F238E27FC236}">
                            <a16:creationId xmlns:a16="http://schemas.microsoft.com/office/drawing/2014/main" id="{06826DB2-6F14-2482-8550-52EDEF865491}"/>
                          </a:ext>
                        </a:extLst>
                      </p:cNvPr>
                      <p:cNvGrpSpPr/>
                      <p:nvPr/>
                    </p:nvGrpSpPr>
                    <p:grpSpPr>
                      <a:xfrm rot="7200000">
                        <a:off x="5310186" y="3402011"/>
                        <a:ext cx="303213" cy="303213"/>
                        <a:chOff x="5354637" y="3446463"/>
                        <a:chExt cx="214313" cy="214313"/>
                      </a:xfrm>
                    </p:grpSpPr>
                    <p:sp>
                      <p:nvSpPr>
                        <p:cNvPr id="10805" name="Arc 10804">
                          <a:extLst>
                            <a:ext uri="{FF2B5EF4-FFF2-40B4-BE49-F238E27FC236}">
                              <a16:creationId xmlns:a16="http://schemas.microsoft.com/office/drawing/2014/main" id="{CF2D9D11-0AB1-A787-C40A-2D353603C36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806" name="Arc 10805">
                          <a:extLst>
                            <a:ext uri="{FF2B5EF4-FFF2-40B4-BE49-F238E27FC236}">
                              <a16:creationId xmlns:a16="http://schemas.microsoft.com/office/drawing/2014/main" id="{EC13D495-D281-AD90-2CB8-B0E6F0554E5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804" name="TextBox 10803">
                        <a:extLst>
                          <a:ext uri="{FF2B5EF4-FFF2-40B4-BE49-F238E27FC236}">
                            <a16:creationId xmlns:a16="http://schemas.microsoft.com/office/drawing/2014/main" id="{C6112AA9-ADBF-54AD-CB73-ADF2DDDE3FFC}"/>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766" name="Group 10765">
                    <a:extLst>
                      <a:ext uri="{FF2B5EF4-FFF2-40B4-BE49-F238E27FC236}">
                        <a16:creationId xmlns:a16="http://schemas.microsoft.com/office/drawing/2014/main" id="{5717CDC8-60E5-6A3A-9386-C0F0FC081611}"/>
                      </a:ext>
                    </a:extLst>
                  </p:cNvPr>
                  <p:cNvGrpSpPr/>
                  <p:nvPr/>
                </p:nvGrpSpPr>
                <p:grpSpPr>
                  <a:xfrm>
                    <a:off x="5886431" y="3525040"/>
                    <a:ext cx="393192" cy="393192"/>
                    <a:chOff x="5265196" y="3932619"/>
                    <a:chExt cx="393192" cy="393192"/>
                  </a:xfrm>
                </p:grpSpPr>
                <p:grpSp>
                  <p:nvGrpSpPr>
                    <p:cNvPr id="10790" name="Group 10789">
                      <a:extLst>
                        <a:ext uri="{FF2B5EF4-FFF2-40B4-BE49-F238E27FC236}">
                          <a16:creationId xmlns:a16="http://schemas.microsoft.com/office/drawing/2014/main" id="{C007AC45-8570-7C73-E1A4-CC89D497B530}"/>
                        </a:ext>
                      </a:extLst>
                    </p:cNvPr>
                    <p:cNvGrpSpPr/>
                    <p:nvPr/>
                  </p:nvGrpSpPr>
                  <p:grpSpPr>
                    <a:xfrm>
                      <a:off x="5354636" y="4022061"/>
                      <a:ext cx="214313" cy="214313"/>
                      <a:chOff x="5354637" y="3446463"/>
                      <a:chExt cx="214313" cy="214313"/>
                    </a:xfrm>
                  </p:grpSpPr>
                  <p:sp>
                    <p:nvSpPr>
                      <p:cNvPr id="10798" name="Arc 10797">
                        <a:extLst>
                          <a:ext uri="{FF2B5EF4-FFF2-40B4-BE49-F238E27FC236}">
                            <a16:creationId xmlns:a16="http://schemas.microsoft.com/office/drawing/2014/main" id="{2C64B258-8AF0-D3B8-9A2A-9E45F270916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799" name="Arc 10798">
                        <a:extLst>
                          <a:ext uri="{FF2B5EF4-FFF2-40B4-BE49-F238E27FC236}">
                            <a16:creationId xmlns:a16="http://schemas.microsoft.com/office/drawing/2014/main" id="{E510F34B-58AC-792D-0C16-BB8738CEB95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791" name="Group 10790">
                      <a:extLst>
                        <a:ext uri="{FF2B5EF4-FFF2-40B4-BE49-F238E27FC236}">
                          <a16:creationId xmlns:a16="http://schemas.microsoft.com/office/drawing/2014/main" id="{4ED78B79-CD65-D247-0DD9-26DAD68EAB7B}"/>
                        </a:ext>
                      </a:extLst>
                    </p:cNvPr>
                    <p:cNvGrpSpPr/>
                    <p:nvPr/>
                  </p:nvGrpSpPr>
                  <p:grpSpPr>
                    <a:xfrm rot="14400000">
                      <a:off x="5310186" y="3977611"/>
                      <a:ext cx="303213" cy="303213"/>
                      <a:chOff x="5354637" y="3446463"/>
                      <a:chExt cx="214313" cy="214313"/>
                    </a:xfrm>
                  </p:grpSpPr>
                  <p:sp>
                    <p:nvSpPr>
                      <p:cNvPr id="10796" name="Arc 10795">
                        <a:extLst>
                          <a:ext uri="{FF2B5EF4-FFF2-40B4-BE49-F238E27FC236}">
                            <a16:creationId xmlns:a16="http://schemas.microsoft.com/office/drawing/2014/main" id="{9487FC43-E155-17BE-1AD3-0405D8E597C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797" name="Arc 10796">
                        <a:extLst>
                          <a:ext uri="{FF2B5EF4-FFF2-40B4-BE49-F238E27FC236}">
                            <a16:creationId xmlns:a16="http://schemas.microsoft.com/office/drawing/2014/main" id="{A8F485F9-0AA7-1F05-F6D3-3D06DD29C73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792" name="Group 10791">
                      <a:extLst>
                        <a:ext uri="{FF2B5EF4-FFF2-40B4-BE49-F238E27FC236}">
                          <a16:creationId xmlns:a16="http://schemas.microsoft.com/office/drawing/2014/main" id="{EA7EF152-C472-1210-6441-5BBCEDAEB051}"/>
                        </a:ext>
                      </a:extLst>
                    </p:cNvPr>
                    <p:cNvGrpSpPr/>
                    <p:nvPr/>
                  </p:nvGrpSpPr>
                  <p:grpSpPr>
                    <a:xfrm rot="7200000">
                      <a:off x="5265196" y="3932619"/>
                      <a:ext cx="393192" cy="393192"/>
                      <a:chOff x="5354637" y="3446463"/>
                      <a:chExt cx="214313" cy="214313"/>
                    </a:xfrm>
                  </p:grpSpPr>
                  <p:sp>
                    <p:nvSpPr>
                      <p:cNvPr id="10794" name="Arc 10793">
                        <a:extLst>
                          <a:ext uri="{FF2B5EF4-FFF2-40B4-BE49-F238E27FC236}">
                            <a16:creationId xmlns:a16="http://schemas.microsoft.com/office/drawing/2014/main" id="{DC92EF32-CFBB-0E08-A646-0FFC1CE7FB0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795" name="Arc 10794">
                        <a:extLst>
                          <a:ext uri="{FF2B5EF4-FFF2-40B4-BE49-F238E27FC236}">
                            <a16:creationId xmlns:a16="http://schemas.microsoft.com/office/drawing/2014/main" id="{A8178841-B3E1-618E-D5A6-56B80210687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793" name="TextBox 10792">
                      <a:extLst>
                        <a:ext uri="{FF2B5EF4-FFF2-40B4-BE49-F238E27FC236}">
                          <a16:creationId xmlns:a16="http://schemas.microsoft.com/office/drawing/2014/main" id="{37BC5F98-6DB7-A9B6-1B50-E336D5F5779D}"/>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0767" name="Group 10766">
                    <a:extLst>
                      <a:ext uri="{FF2B5EF4-FFF2-40B4-BE49-F238E27FC236}">
                        <a16:creationId xmlns:a16="http://schemas.microsoft.com/office/drawing/2014/main" id="{805C4CA4-104D-E04C-5621-893D9890FDCC}"/>
                      </a:ext>
                    </a:extLst>
                  </p:cNvPr>
                  <p:cNvGrpSpPr/>
                  <p:nvPr/>
                </p:nvGrpSpPr>
                <p:grpSpPr>
                  <a:xfrm>
                    <a:off x="6512463" y="3525040"/>
                    <a:ext cx="393192" cy="393192"/>
                    <a:chOff x="6389147" y="3357021"/>
                    <a:chExt cx="393192" cy="393192"/>
                  </a:xfrm>
                </p:grpSpPr>
                <p:grpSp>
                  <p:nvGrpSpPr>
                    <p:cNvPr id="10779" name="Group 10778">
                      <a:extLst>
                        <a:ext uri="{FF2B5EF4-FFF2-40B4-BE49-F238E27FC236}">
                          <a16:creationId xmlns:a16="http://schemas.microsoft.com/office/drawing/2014/main" id="{A54977C4-1E28-B76D-9429-D632AF7095F7}"/>
                        </a:ext>
                      </a:extLst>
                    </p:cNvPr>
                    <p:cNvGrpSpPr/>
                    <p:nvPr/>
                  </p:nvGrpSpPr>
                  <p:grpSpPr>
                    <a:xfrm rot="7200000" flipH="1">
                      <a:off x="6389147" y="3357021"/>
                      <a:ext cx="393192" cy="393192"/>
                      <a:chOff x="5354637" y="3446463"/>
                      <a:chExt cx="214313" cy="214313"/>
                    </a:xfrm>
                  </p:grpSpPr>
                  <p:sp>
                    <p:nvSpPr>
                      <p:cNvPr id="10788" name="Arc 10787">
                        <a:extLst>
                          <a:ext uri="{FF2B5EF4-FFF2-40B4-BE49-F238E27FC236}">
                            <a16:creationId xmlns:a16="http://schemas.microsoft.com/office/drawing/2014/main" id="{C23FDC8C-7E16-157D-CFE4-C31A79FC423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789" name="Arc 10788">
                        <a:extLst>
                          <a:ext uri="{FF2B5EF4-FFF2-40B4-BE49-F238E27FC236}">
                            <a16:creationId xmlns:a16="http://schemas.microsoft.com/office/drawing/2014/main" id="{51B43F4F-6136-D318-824D-619D32B4BD7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780" name="Group 10779">
                      <a:extLst>
                        <a:ext uri="{FF2B5EF4-FFF2-40B4-BE49-F238E27FC236}">
                          <a16:creationId xmlns:a16="http://schemas.microsoft.com/office/drawing/2014/main" id="{5443820B-9448-A691-8FB5-077DCFCBF5DE}"/>
                        </a:ext>
                      </a:extLst>
                    </p:cNvPr>
                    <p:cNvGrpSpPr/>
                    <p:nvPr/>
                  </p:nvGrpSpPr>
                  <p:grpSpPr>
                    <a:xfrm>
                      <a:off x="6434137" y="3402011"/>
                      <a:ext cx="303213" cy="303213"/>
                      <a:chOff x="6434137" y="3402011"/>
                      <a:chExt cx="303213" cy="303213"/>
                    </a:xfrm>
                  </p:grpSpPr>
                  <p:grpSp>
                    <p:nvGrpSpPr>
                      <p:cNvPr id="10781" name="Group 10780">
                        <a:extLst>
                          <a:ext uri="{FF2B5EF4-FFF2-40B4-BE49-F238E27FC236}">
                            <a16:creationId xmlns:a16="http://schemas.microsoft.com/office/drawing/2014/main" id="{6DB4AABB-2FBB-4357-74BD-F6F52B151E2D}"/>
                          </a:ext>
                        </a:extLst>
                      </p:cNvPr>
                      <p:cNvGrpSpPr/>
                      <p:nvPr/>
                    </p:nvGrpSpPr>
                    <p:grpSpPr>
                      <a:xfrm flipH="1">
                        <a:off x="6478587" y="3446461"/>
                        <a:ext cx="214313" cy="214313"/>
                        <a:chOff x="5354637" y="3446463"/>
                        <a:chExt cx="214313" cy="214313"/>
                      </a:xfrm>
                    </p:grpSpPr>
                    <p:sp>
                      <p:nvSpPr>
                        <p:cNvPr id="10786" name="Arc 10785">
                          <a:extLst>
                            <a:ext uri="{FF2B5EF4-FFF2-40B4-BE49-F238E27FC236}">
                              <a16:creationId xmlns:a16="http://schemas.microsoft.com/office/drawing/2014/main" id="{51FE92AC-4E92-25C8-DBEE-5461328F3F0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787" name="Arc 10786">
                          <a:extLst>
                            <a:ext uri="{FF2B5EF4-FFF2-40B4-BE49-F238E27FC236}">
                              <a16:creationId xmlns:a16="http://schemas.microsoft.com/office/drawing/2014/main" id="{275710B9-3A36-9120-B5E9-DA7A69C0165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782" name="Group 10781">
                        <a:extLst>
                          <a:ext uri="{FF2B5EF4-FFF2-40B4-BE49-F238E27FC236}">
                            <a16:creationId xmlns:a16="http://schemas.microsoft.com/office/drawing/2014/main" id="{052E682B-A50F-B84D-4DCC-2CC8FADB8F44}"/>
                          </a:ext>
                        </a:extLst>
                      </p:cNvPr>
                      <p:cNvGrpSpPr/>
                      <p:nvPr/>
                    </p:nvGrpSpPr>
                    <p:grpSpPr>
                      <a:xfrm rot="14400000" flipH="1">
                        <a:off x="6434137" y="3402011"/>
                        <a:ext cx="303213" cy="303213"/>
                        <a:chOff x="5354637" y="3446463"/>
                        <a:chExt cx="214313" cy="214313"/>
                      </a:xfrm>
                    </p:grpSpPr>
                    <p:sp>
                      <p:nvSpPr>
                        <p:cNvPr id="10784" name="Arc 10783">
                          <a:extLst>
                            <a:ext uri="{FF2B5EF4-FFF2-40B4-BE49-F238E27FC236}">
                              <a16:creationId xmlns:a16="http://schemas.microsoft.com/office/drawing/2014/main" id="{00C17E17-FCE6-7B8A-762C-A17FE7BB4B0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785" name="Arc 10784">
                          <a:extLst>
                            <a:ext uri="{FF2B5EF4-FFF2-40B4-BE49-F238E27FC236}">
                              <a16:creationId xmlns:a16="http://schemas.microsoft.com/office/drawing/2014/main" id="{3FE31107-0B35-3E55-7649-7E4E2F70104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783" name="TextBox 10782">
                        <a:extLst>
                          <a:ext uri="{FF2B5EF4-FFF2-40B4-BE49-F238E27FC236}">
                            <a16:creationId xmlns:a16="http://schemas.microsoft.com/office/drawing/2014/main" id="{D98DCB77-A53E-FE7A-8173-01A65E799839}"/>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768" name="Group 10767">
                    <a:extLst>
                      <a:ext uri="{FF2B5EF4-FFF2-40B4-BE49-F238E27FC236}">
                        <a16:creationId xmlns:a16="http://schemas.microsoft.com/office/drawing/2014/main" id="{3F44AB51-1160-FA33-5944-25B3DBC28B40}"/>
                      </a:ext>
                    </a:extLst>
                  </p:cNvPr>
                  <p:cNvGrpSpPr/>
                  <p:nvPr/>
                </p:nvGrpSpPr>
                <p:grpSpPr>
                  <a:xfrm>
                    <a:off x="6197413" y="3225768"/>
                    <a:ext cx="393192" cy="393192"/>
                    <a:chOff x="6389147" y="3932622"/>
                    <a:chExt cx="393192" cy="393192"/>
                  </a:xfrm>
                </p:grpSpPr>
                <p:grpSp>
                  <p:nvGrpSpPr>
                    <p:cNvPr id="10769" name="Group 10768">
                      <a:extLst>
                        <a:ext uri="{FF2B5EF4-FFF2-40B4-BE49-F238E27FC236}">
                          <a16:creationId xmlns:a16="http://schemas.microsoft.com/office/drawing/2014/main" id="{F2D26770-C919-BF39-1996-79A3029F7FE5}"/>
                        </a:ext>
                      </a:extLst>
                    </p:cNvPr>
                    <p:cNvGrpSpPr/>
                    <p:nvPr/>
                  </p:nvGrpSpPr>
                  <p:grpSpPr>
                    <a:xfrm flipH="1">
                      <a:off x="6478587" y="4022061"/>
                      <a:ext cx="214313" cy="214313"/>
                      <a:chOff x="5354637" y="3446463"/>
                      <a:chExt cx="214313" cy="214313"/>
                    </a:xfrm>
                  </p:grpSpPr>
                  <p:sp>
                    <p:nvSpPr>
                      <p:cNvPr id="10777" name="Arc 10776">
                        <a:extLst>
                          <a:ext uri="{FF2B5EF4-FFF2-40B4-BE49-F238E27FC236}">
                            <a16:creationId xmlns:a16="http://schemas.microsoft.com/office/drawing/2014/main" id="{15F2FF9D-30E2-370E-8AED-E23902996C6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778" name="Arc 10777">
                        <a:extLst>
                          <a:ext uri="{FF2B5EF4-FFF2-40B4-BE49-F238E27FC236}">
                            <a16:creationId xmlns:a16="http://schemas.microsoft.com/office/drawing/2014/main" id="{2D10A679-DEC7-15BF-0A56-8C1538BFDE6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770" name="Group 10769">
                      <a:extLst>
                        <a:ext uri="{FF2B5EF4-FFF2-40B4-BE49-F238E27FC236}">
                          <a16:creationId xmlns:a16="http://schemas.microsoft.com/office/drawing/2014/main" id="{C61B740A-B542-96ED-24E8-A475B06776F7}"/>
                        </a:ext>
                      </a:extLst>
                    </p:cNvPr>
                    <p:cNvGrpSpPr/>
                    <p:nvPr/>
                  </p:nvGrpSpPr>
                  <p:grpSpPr>
                    <a:xfrm rot="7200000" flipH="1">
                      <a:off x="6434137" y="3977611"/>
                      <a:ext cx="303213" cy="303213"/>
                      <a:chOff x="5354637" y="3446463"/>
                      <a:chExt cx="214313" cy="214313"/>
                    </a:xfrm>
                  </p:grpSpPr>
                  <p:sp>
                    <p:nvSpPr>
                      <p:cNvPr id="10775" name="Arc 10774">
                        <a:extLst>
                          <a:ext uri="{FF2B5EF4-FFF2-40B4-BE49-F238E27FC236}">
                            <a16:creationId xmlns:a16="http://schemas.microsoft.com/office/drawing/2014/main" id="{6635D5B5-6719-CE85-73E1-092E7CEE2FE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776" name="Arc 10775">
                        <a:extLst>
                          <a:ext uri="{FF2B5EF4-FFF2-40B4-BE49-F238E27FC236}">
                            <a16:creationId xmlns:a16="http://schemas.microsoft.com/office/drawing/2014/main" id="{E32DAE9C-19B7-5202-6EF7-2E7A7AF57B6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771" name="Group 10770">
                      <a:extLst>
                        <a:ext uri="{FF2B5EF4-FFF2-40B4-BE49-F238E27FC236}">
                          <a16:creationId xmlns:a16="http://schemas.microsoft.com/office/drawing/2014/main" id="{421FB4F8-F9CE-A284-1EF1-068E9A0D8615}"/>
                        </a:ext>
                      </a:extLst>
                    </p:cNvPr>
                    <p:cNvGrpSpPr/>
                    <p:nvPr/>
                  </p:nvGrpSpPr>
                  <p:grpSpPr>
                    <a:xfrm rot="14400000" flipH="1">
                      <a:off x="6389147" y="3932622"/>
                      <a:ext cx="393192" cy="393192"/>
                      <a:chOff x="5354637" y="3446463"/>
                      <a:chExt cx="214313" cy="214313"/>
                    </a:xfrm>
                  </p:grpSpPr>
                  <p:sp>
                    <p:nvSpPr>
                      <p:cNvPr id="10773" name="Arc 10772">
                        <a:extLst>
                          <a:ext uri="{FF2B5EF4-FFF2-40B4-BE49-F238E27FC236}">
                            <a16:creationId xmlns:a16="http://schemas.microsoft.com/office/drawing/2014/main" id="{BD59394F-A729-42D9-1638-05CBB159E62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774" name="Arc 10773">
                        <a:extLst>
                          <a:ext uri="{FF2B5EF4-FFF2-40B4-BE49-F238E27FC236}">
                            <a16:creationId xmlns:a16="http://schemas.microsoft.com/office/drawing/2014/main" id="{0E0B7C94-6551-C6C5-C7A0-98C939BE4FB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772" name="TextBox 10771">
                      <a:extLst>
                        <a:ext uri="{FF2B5EF4-FFF2-40B4-BE49-F238E27FC236}">
                          <a16:creationId xmlns:a16="http://schemas.microsoft.com/office/drawing/2014/main" id="{A520DD44-5995-54F7-BB3A-F3B8FA655575}"/>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718" name="Group 10717">
                  <a:extLst>
                    <a:ext uri="{FF2B5EF4-FFF2-40B4-BE49-F238E27FC236}">
                      <a16:creationId xmlns:a16="http://schemas.microsoft.com/office/drawing/2014/main" id="{00CD0E66-210F-9989-B1E8-F499C4419176}"/>
                    </a:ext>
                  </a:extLst>
                </p:cNvPr>
                <p:cNvGrpSpPr/>
                <p:nvPr/>
              </p:nvGrpSpPr>
              <p:grpSpPr>
                <a:xfrm>
                  <a:off x="6069086" y="3246228"/>
                  <a:ext cx="1019224" cy="991639"/>
                  <a:chOff x="5886431" y="3225768"/>
                  <a:chExt cx="1019224" cy="991639"/>
                </a:xfrm>
              </p:grpSpPr>
              <p:grpSp>
                <p:nvGrpSpPr>
                  <p:cNvPr id="10719" name="Group 10718">
                    <a:extLst>
                      <a:ext uri="{FF2B5EF4-FFF2-40B4-BE49-F238E27FC236}">
                        <a16:creationId xmlns:a16="http://schemas.microsoft.com/office/drawing/2014/main" id="{342323AA-55F8-F22D-7C7A-217F92ECB59C}"/>
                      </a:ext>
                    </a:extLst>
                  </p:cNvPr>
                  <p:cNvGrpSpPr/>
                  <p:nvPr/>
                </p:nvGrpSpPr>
                <p:grpSpPr>
                  <a:xfrm>
                    <a:off x="6197413" y="3824215"/>
                    <a:ext cx="393192" cy="393192"/>
                    <a:chOff x="5265196" y="3357021"/>
                    <a:chExt cx="393192" cy="393192"/>
                  </a:xfrm>
                </p:grpSpPr>
                <p:grpSp>
                  <p:nvGrpSpPr>
                    <p:cNvPr id="10754" name="Group 10753">
                      <a:extLst>
                        <a:ext uri="{FF2B5EF4-FFF2-40B4-BE49-F238E27FC236}">
                          <a16:creationId xmlns:a16="http://schemas.microsoft.com/office/drawing/2014/main" id="{14E85552-B2B0-A845-C227-6620ADDA61D1}"/>
                        </a:ext>
                      </a:extLst>
                    </p:cNvPr>
                    <p:cNvGrpSpPr/>
                    <p:nvPr/>
                  </p:nvGrpSpPr>
                  <p:grpSpPr>
                    <a:xfrm rot="14400000">
                      <a:off x="5265196" y="3357021"/>
                      <a:ext cx="393192" cy="393192"/>
                      <a:chOff x="5354637" y="3446463"/>
                      <a:chExt cx="214313" cy="214313"/>
                    </a:xfrm>
                  </p:grpSpPr>
                  <p:sp>
                    <p:nvSpPr>
                      <p:cNvPr id="10763" name="Arc 10762">
                        <a:extLst>
                          <a:ext uri="{FF2B5EF4-FFF2-40B4-BE49-F238E27FC236}">
                            <a16:creationId xmlns:a16="http://schemas.microsoft.com/office/drawing/2014/main" id="{D9F6FD0A-FC04-FA1A-8AFE-5DBC6460E44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764" name="Arc 10763">
                        <a:extLst>
                          <a:ext uri="{FF2B5EF4-FFF2-40B4-BE49-F238E27FC236}">
                            <a16:creationId xmlns:a16="http://schemas.microsoft.com/office/drawing/2014/main" id="{20A47E5A-9354-E9DC-9C12-A31FBFC8889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755" name="Group 10754">
                      <a:extLst>
                        <a:ext uri="{FF2B5EF4-FFF2-40B4-BE49-F238E27FC236}">
                          <a16:creationId xmlns:a16="http://schemas.microsoft.com/office/drawing/2014/main" id="{C23CD0BD-80B6-F0D2-44C8-A377EB308677}"/>
                        </a:ext>
                      </a:extLst>
                    </p:cNvPr>
                    <p:cNvGrpSpPr/>
                    <p:nvPr/>
                  </p:nvGrpSpPr>
                  <p:grpSpPr>
                    <a:xfrm>
                      <a:off x="5310186" y="3402011"/>
                      <a:ext cx="303213" cy="303213"/>
                      <a:chOff x="5310186" y="3402011"/>
                      <a:chExt cx="303213" cy="303213"/>
                    </a:xfrm>
                  </p:grpSpPr>
                  <p:grpSp>
                    <p:nvGrpSpPr>
                      <p:cNvPr id="10756" name="Group 10755">
                        <a:extLst>
                          <a:ext uri="{FF2B5EF4-FFF2-40B4-BE49-F238E27FC236}">
                            <a16:creationId xmlns:a16="http://schemas.microsoft.com/office/drawing/2014/main" id="{614180C8-8A44-A8D8-B013-57FB5068B850}"/>
                          </a:ext>
                        </a:extLst>
                      </p:cNvPr>
                      <p:cNvGrpSpPr/>
                      <p:nvPr/>
                    </p:nvGrpSpPr>
                    <p:grpSpPr>
                      <a:xfrm>
                        <a:off x="5354636" y="3446461"/>
                        <a:ext cx="214313" cy="214313"/>
                        <a:chOff x="5354637" y="3446463"/>
                        <a:chExt cx="214313" cy="214313"/>
                      </a:xfrm>
                    </p:grpSpPr>
                    <p:sp>
                      <p:nvSpPr>
                        <p:cNvPr id="10761" name="Arc 10760">
                          <a:extLst>
                            <a:ext uri="{FF2B5EF4-FFF2-40B4-BE49-F238E27FC236}">
                              <a16:creationId xmlns:a16="http://schemas.microsoft.com/office/drawing/2014/main" id="{056574A9-3532-BDA4-6EBC-80FE1AB0F4E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762" name="Arc 10761">
                          <a:extLst>
                            <a:ext uri="{FF2B5EF4-FFF2-40B4-BE49-F238E27FC236}">
                              <a16:creationId xmlns:a16="http://schemas.microsoft.com/office/drawing/2014/main" id="{4555223F-86B9-9475-4E12-E2A8D5C25B5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757" name="Group 10756">
                        <a:extLst>
                          <a:ext uri="{FF2B5EF4-FFF2-40B4-BE49-F238E27FC236}">
                            <a16:creationId xmlns:a16="http://schemas.microsoft.com/office/drawing/2014/main" id="{F19B7554-7A51-E7DC-744C-3DB6464388B8}"/>
                          </a:ext>
                        </a:extLst>
                      </p:cNvPr>
                      <p:cNvGrpSpPr/>
                      <p:nvPr/>
                    </p:nvGrpSpPr>
                    <p:grpSpPr>
                      <a:xfrm rot="7200000">
                        <a:off x="5310186" y="3402011"/>
                        <a:ext cx="303213" cy="303213"/>
                        <a:chOff x="5354637" y="3446463"/>
                        <a:chExt cx="214313" cy="214313"/>
                      </a:xfrm>
                    </p:grpSpPr>
                    <p:sp>
                      <p:nvSpPr>
                        <p:cNvPr id="10759" name="Arc 10758">
                          <a:extLst>
                            <a:ext uri="{FF2B5EF4-FFF2-40B4-BE49-F238E27FC236}">
                              <a16:creationId xmlns:a16="http://schemas.microsoft.com/office/drawing/2014/main" id="{89008C85-D1D5-A9B8-9C8D-FF3ED5FA8D8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760" name="Arc 10759">
                          <a:extLst>
                            <a:ext uri="{FF2B5EF4-FFF2-40B4-BE49-F238E27FC236}">
                              <a16:creationId xmlns:a16="http://schemas.microsoft.com/office/drawing/2014/main" id="{5721EC7A-9ABE-6231-2864-05BDCC299F0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758" name="TextBox 10757">
                        <a:extLst>
                          <a:ext uri="{FF2B5EF4-FFF2-40B4-BE49-F238E27FC236}">
                            <a16:creationId xmlns:a16="http://schemas.microsoft.com/office/drawing/2014/main" id="{D27E159C-04F0-8666-F95C-D9D4708BF6FB}"/>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720" name="Group 10719">
                    <a:extLst>
                      <a:ext uri="{FF2B5EF4-FFF2-40B4-BE49-F238E27FC236}">
                        <a16:creationId xmlns:a16="http://schemas.microsoft.com/office/drawing/2014/main" id="{99B1CC59-1CBB-5531-21B6-F682B43B4985}"/>
                      </a:ext>
                    </a:extLst>
                  </p:cNvPr>
                  <p:cNvGrpSpPr/>
                  <p:nvPr/>
                </p:nvGrpSpPr>
                <p:grpSpPr>
                  <a:xfrm>
                    <a:off x="5886431" y="3525040"/>
                    <a:ext cx="393192" cy="393192"/>
                    <a:chOff x="5265196" y="3932619"/>
                    <a:chExt cx="393192" cy="393192"/>
                  </a:xfrm>
                </p:grpSpPr>
                <p:grpSp>
                  <p:nvGrpSpPr>
                    <p:cNvPr id="10744" name="Group 10743">
                      <a:extLst>
                        <a:ext uri="{FF2B5EF4-FFF2-40B4-BE49-F238E27FC236}">
                          <a16:creationId xmlns:a16="http://schemas.microsoft.com/office/drawing/2014/main" id="{FC9349F0-516D-6644-440B-6203D1C65DFA}"/>
                        </a:ext>
                      </a:extLst>
                    </p:cNvPr>
                    <p:cNvGrpSpPr/>
                    <p:nvPr/>
                  </p:nvGrpSpPr>
                  <p:grpSpPr>
                    <a:xfrm>
                      <a:off x="5354636" y="4022061"/>
                      <a:ext cx="214313" cy="214313"/>
                      <a:chOff x="5354637" y="3446463"/>
                      <a:chExt cx="214313" cy="214313"/>
                    </a:xfrm>
                  </p:grpSpPr>
                  <p:sp>
                    <p:nvSpPr>
                      <p:cNvPr id="10752" name="Arc 10751">
                        <a:extLst>
                          <a:ext uri="{FF2B5EF4-FFF2-40B4-BE49-F238E27FC236}">
                            <a16:creationId xmlns:a16="http://schemas.microsoft.com/office/drawing/2014/main" id="{41F32316-7620-370C-3EB0-6F4BD737F12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753" name="Arc 10752">
                        <a:extLst>
                          <a:ext uri="{FF2B5EF4-FFF2-40B4-BE49-F238E27FC236}">
                            <a16:creationId xmlns:a16="http://schemas.microsoft.com/office/drawing/2014/main" id="{032CC4E5-70A0-F00E-0589-794A62E5AE0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745" name="Group 10744">
                      <a:extLst>
                        <a:ext uri="{FF2B5EF4-FFF2-40B4-BE49-F238E27FC236}">
                          <a16:creationId xmlns:a16="http://schemas.microsoft.com/office/drawing/2014/main" id="{90744361-B047-3820-C344-C08EC2F5E514}"/>
                        </a:ext>
                      </a:extLst>
                    </p:cNvPr>
                    <p:cNvGrpSpPr/>
                    <p:nvPr/>
                  </p:nvGrpSpPr>
                  <p:grpSpPr>
                    <a:xfrm rot="14400000">
                      <a:off x="5310186" y="3977611"/>
                      <a:ext cx="303213" cy="303213"/>
                      <a:chOff x="5354637" y="3446463"/>
                      <a:chExt cx="214313" cy="214313"/>
                    </a:xfrm>
                  </p:grpSpPr>
                  <p:sp>
                    <p:nvSpPr>
                      <p:cNvPr id="10750" name="Arc 10749">
                        <a:extLst>
                          <a:ext uri="{FF2B5EF4-FFF2-40B4-BE49-F238E27FC236}">
                            <a16:creationId xmlns:a16="http://schemas.microsoft.com/office/drawing/2014/main" id="{CA865051-6723-4336-C921-579D45A62CD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751" name="Arc 10750">
                        <a:extLst>
                          <a:ext uri="{FF2B5EF4-FFF2-40B4-BE49-F238E27FC236}">
                            <a16:creationId xmlns:a16="http://schemas.microsoft.com/office/drawing/2014/main" id="{FB8AD4D6-241F-A031-4534-A8CD2AF0E6B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746" name="Group 10745">
                      <a:extLst>
                        <a:ext uri="{FF2B5EF4-FFF2-40B4-BE49-F238E27FC236}">
                          <a16:creationId xmlns:a16="http://schemas.microsoft.com/office/drawing/2014/main" id="{D336323D-76A6-B909-E2C6-CED4824FB947}"/>
                        </a:ext>
                      </a:extLst>
                    </p:cNvPr>
                    <p:cNvGrpSpPr/>
                    <p:nvPr/>
                  </p:nvGrpSpPr>
                  <p:grpSpPr>
                    <a:xfrm rot="7200000">
                      <a:off x="5265196" y="3932619"/>
                      <a:ext cx="393192" cy="393192"/>
                      <a:chOff x="5354637" y="3446463"/>
                      <a:chExt cx="214313" cy="214313"/>
                    </a:xfrm>
                  </p:grpSpPr>
                  <p:sp>
                    <p:nvSpPr>
                      <p:cNvPr id="10748" name="Arc 10747">
                        <a:extLst>
                          <a:ext uri="{FF2B5EF4-FFF2-40B4-BE49-F238E27FC236}">
                            <a16:creationId xmlns:a16="http://schemas.microsoft.com/office/drawing/2014/main" id="{3DACE87A-8E10-65D5-787E-5FF837EC442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749" name="Arc 10748">
                        <a:extLst>
                          <a:ext uri="{FF2B5EF4-FFF2-40B4-BE49-F238E27FC236}">
                            <a16:creationId xmlns:a16="http://schemas.microsoft.com/office/drawing/2014/main" id="{7805CC5C-16DB-09B2-B1DD-9F4207A0AC1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747" name="TextBox 10746">
                      <a:extLst>
                        <a:ext uri="{FF2B5EF4-FFF2-40B4-BE49-F238E27FC236}">
                          <a16:creationId xmlns:a16="http://schemas.microsoft.com/office/drawing/2014/main" id="{C0938981-D8A3-1617-0CCF-9A854A94D049}"/>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0721" name="Group 10720">
                    <a:extLst>
                      <a:ext uri="{FF2B5EF4-FFF2-40B4-BE49-F238E27FC236}">
                        <a16:creationId xmlns:a16="http://schemas.microsoft.com/office/drawing/2014/main" id="{DB76DED1-D6D4-9CB7-6BD1-D1E40606349B}"/>
                      </a:ext>
                    </a:extLst>
                  </p:cNvPr>
                  <p:cNvGrpSpPr/>
                  <p:nvPr/>
                </p:nvGrpSpPr>
                <p:grpSpPr>
                  <a:xfrm>
                    <a:off x="6512463" y="3525040"/>
                    <a:ext cx="393192" cy="393192"/>
                    <a:chOff x="6389147" y="3357021"/>
                    <a:chExt cx="393192" cy="393192"/>
                  </a:xfrm>
                </p:grpSpPr>
                <p:grpSp>
                  <p:nvGrpSpPr>
                    <p:cNvPr id="10733" name="Group 10732">
                      <a:extLst>
                        <a:ext uri="{FF2B5EF4-FFF2-40B4-BE49-F238E27FC236}">
                          <a16:creationId xmlns:a16="http://schemas.microsoft.com/office/drawing/2014/main" id="{2D27A83B-18E0-8DE3-47FC-CA5783764FCB}"/>
                        </a:ext>
                      </a:extLst>
                    </p:cNvPr>
                    <p:cNvGrpSpPr/>
                    <p:nvPr/>
                  </p:nvGrpSpPr>
                  <p:grpSpPr>
                    <a:xfrm rot="7200000" flipH="1">
                      <a:off x="6389147" y="3357021"/>
                      <a:ext cx="393192" cy="393192"/>
                      <a:chOff x="5354637" y="3446463"/>
                      <a:chExt cx="214313" cy="214313"/>
                    </a:xfrm>
                  </p:grpSpPr>
                  <p:sp>
                    <p:nvSpPr>
                      <p:cNvPr id="10742" name="Arc 10741">
                        <a:extLst>
                          <a:ext uri="{FF2B5EF4-FFF2-40B4-BE49-F238E27FC236}">
                            <a16:creationId xmlns:a16="http://schemas.microsoft.com/office/drawing/2014/main" id="{7FF4AA6A-E17B-A6FB-A5C8-ADE240C2AEA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743" name="Arc 10742">
                        <a:extLst>
                          <a:ext uri="{FF2B5EF4-FFF2-40B4-BE49-F238E27FC236}">
                            <a16:creationId xmlns:a16="http://schemas.microsoft.com/office/drawing/2014/main" id="{3F6875AF-9A9E-1C56-8F8B-E3A5246B52E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734" name="Group 10733">
                      <a:extLst>
                        <a:ext uri="{FF2B5EF4-FFF2-40B4-BE49-F238E27FC236}">
                          <a16:creationId xmlns:a16="http://schemas.microsoft.com/office/drawing/2014/main" id="{2CCE2F34-5E9D-CF5E-C21D-263AD8033035}"/>
                        </a:ext>
                      </a:extLst>
                    </p:cNvPr>
                    <p:cNvGrpSpPr/>
                    <p:nvPr/>
                  </p:nvGrpSpPr>
                  <p:grpSpPr>
                    <a:xfrm>
                      <a:off x="6434137" y="3402011"/>
                      <a:ext cx="303213" cy="303213"/>
                      <a:chOff x="6434137" y="3402011"/>
                      <a:chExt cx="303213" cy="303213"/>
                    </a:xfrm>
                  </p:grpSpPr>
                  <p:grpSp>
                    <p:nvGrpSpPr>
                      <p:cNvPr id="10735" name="Group 10734">
                        <a:extLst>
                          <a:ext uri="{FF2B5EF4-FFF2-40B4-BE49-F238E27FC236}">
                            <a16:creationId xmlns:a16="http://schemas.microsoft.com/office/drawing/2014/main" id="{2E02AE73-EDFF-8E94-FAD5-174A7906557D}"/>
                          </a:ext>
                        </a:extLst>
                      </p:cNvPr>
                      <p:cNvGrpSpPr/>
                      <p:nvPr/>
                    </p:nvGrpSpPr>
                    <p:grpSpPr>
                      <a:xfrm flipH="1">
                        <a:off x="6478587" y="3446461"/>
                        <a:ext cx="214313" cy="214313"/>
                        <a:chOff x="5354637" y="3446463"/>
                        <a:chExt cx="214313" cy="214313"/>
                      </a:xfrm>
                    </p:grpSpPr>
                    <p:sp>
                      <p:nvSpPr>
                        <p:cNvPr id="10740" name="Arc 10739">
                          <a:extLst>
                            <a:ext uri="{FF2B5EF4-FFF2-40B4-BE49-F238E27FC236}">
                              <a16:creationId xmlns:a16="http://schemas.microsoft.com/office/drawing/2014/main" id="{B74BD418-57FE-E4F8-9C43-2BCF5D74DE0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741" name="Arc 10740">
                          <a:extLst>
                            <a:ext uri="{FF2B5EF4-FFF2-40B4-BE49-F238E27FC236}">
                              <a16:creationId xmlns:a16="http://schemas.microsoft.com/office/drawing/2014/main" id="{236E6760-D055-A454-7E1C-117E4234281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736" name="Group 10735">
                        <a:extLst>
                          <a:ext uri="{FF2B5EF4-FFF2-40B4-BE49-F238E27FC236}">
                            <a16:creationId xmlns:a16="http://schemas.microsoft.com/office/drawing/2014/main" id="{64926E1B-ABFA-F2AF-F093-264CCD6D7092}"/>
                          </a:ext>
                        </a:extLst>
                      </p:cNvPr>
                      <p:cNvGrpSpPr/>
                      <p:nvPr/>
                    </p:nvGrpSpPr>
                    <p:grpSpPr>
                      <a:xfrm rot="14400000" flipH="1">
                        <a:off x="6434137" y="3402011"/>
                        <a:ext cx="303213" cy="303213"/>
                        <a:chOff x="5354637" y="3446463"/>
                        <a:chExt cx="214313" cy="214313"/>
                      </a:xfrm>
                    </p:grpSpPr>
                    <p:sp>
                      <p:nvSpPr>
                        <p:cNvPr id="10738" name="Arc 10737">
                          <a:extLst>
                            <a:ext uri="{FF2B5EF4-FFF2-40B4-BE49-F238E27FC236}">
                              <a16:creationId xmlns:a16="http://schemas.microsoft.com/office/drawing/2014/main" id="{2DAD9498-DE7A-E6CD-BF20-67529A77CB5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739" name="Arc 10738">
                          <a:extLst>
                            <a:ext uri="{FF2B5EF4-FFF2-40B4-BE49-F238E27FC236}">
                              <a16:creationId xmlns:a16="http://schemas.microsoft.com/office/drawing/2014/main" id="{D8C0A699-4E96-4CCD-425D-044D1E04AAA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737" name="TextBox 10736">
                        <a:extLst>
                          <a:ext uri="{FF2B5EF4-FFF2-40B4-BE49-F238E27FC236}">
                            <a16:creationId xmlns:a16="http://schemas.microsoft.com/office/drawing/2014/main" id="{E2C3DA15-BF48-52BE-4EB7-235E99AA736E}"/>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722" name="Group 10721">
                    <a:extLst>
                      <a:ext uri="{FF2B5EF4-FFF2-40B4-BE49-F238E27FC236}">
                        <a16:creationId xmlns:a16="http://schemas.microsoft.com/office/drawing/2014/main" id="{F18B42C1-75AA-5D5B-483F-9EFEFDE23CEA}"/>
                      </a:ext>
                    </a:extLst>
                  </p:cNvPr>
                  <p:cNvGrpSpPr/>
                  <p:nvPr/>
                </p:nvGrpSpPr>
                <p:grpSpPr>
                  <a:xfrm>
                    <a:off x="6197413" y="3225768"/>
                    <a:ext cx="393192" cy="393192"/>
                    <a:chOff x="6389147" y="3932622"/>
                    <a:chExt cx="393192" cy="393192"/>
                  </a:xfrm>
                </p:grpSpPr>
                <p:grpSp>
                  <p:nvGrpSpPr>
                    <p:cNvPr id="10723" name="Group 10722">
                      <a:extLst>
                        <a:ext uri="{FF2B5EF4-FFF2-40B4-BE49-F238E27FC236}">
                          <a16:creationId xmlns:a16="http://schemas.microsoft.com/office/drawing/2014/main" id="{41665805-D50F-5721-D90F-F3C9CDFA61C0}"/>
                        </a:ext>
                      </a:extLst>
                    </p:cNvPr>
                    <p:cNvGrpSpPr/>
                    <p:nvPr/>
                  </p:nvGrpSpPr>
                  <p:grpSpPr>
                    <a:xfrm flipH="1">
                      <a:off x="6478587" y="4022061"/>
                      <a:ext cx="214313" cy="214313"/>
                      <a:chOff x="5354637" y="3446463"/>
                      <a:chExt cx="214313" cy="214313"/>
                    </a:xfrm>
                  </p:grpSpPr>
                  <p:sp>
                    <p:nvSpPr>
                      <p:cNvPr id="10731" name="Arc 10730">
                        <a:extLst>
                          <a:ext uri="{FF2B5EF4-FFF2-40B4-BE49-F238E27FC236}">
                            <a16:creationId xmlns:a16="http://schemas.microsoft.com/office/drawing/2014/main" id="{C1989898-7FA4-C3D5-29CA-4415E24DCC7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732" name="Arc 10731">
                        <a:extLst>
                          <a:ext uri="{FF2B5EF4-FFF2-40B4-BE49-F238E27FC236}">
                            <a16:creationId xmlns:a16="http://schemas.microsoft.com/office/drawing/2014/main" id="{C7F983AA-3A3B-B2F0-101B-18D9B76F0ED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724" name="Group 10723">
                      <a:extLst>
                        <a:ext uri="{FF2B5EF4-FFF2-40B4-BE49-F238E27FC236}">
                          <a16:creationId xmlns:a16="http://schemas.microsoft.com/office/drawing/2014/main" id="{61EB29D1-BADA-B53B-036B-149421397A60}"/>
                        </a:ext>
                      </a:extLst>
                    </p:cNvPr>
                    <p:cNvGrpSpPr/>
                    <p:nvPr/>
                  </p:nvGrpSpPr>
                  <p:grpSpPr>
                    <a:xfrm rot="7200000" flipH="1">
                      <a:off x="6434137" y="3977611"/>
                      <a:ext cx="303213" cy="303213"/>
                      <a:chOff x="5354637" y="3446463"/>
                      <a:chExt cx="214313" cy="214313"/>
                    </a:xfrm>
                  </p:grpSpPr>
                  <p:sp>
                    <p:nvSpPr>
                      <p:cNvPr id="10729" name="Arc 10728">
                        <a:extLst>
                          <a:ext uri="{FF2B5EF4-FFF2-40B4-BE49-F238E27FC236}">
                            <a16:creationId xmlns:a16="http://schemas.microsoft.com/office/drawing/2014/main" id="{27DB74E7-5254-A97D-CA5E-D051364E1D3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730" name="Arc 10729">
                        <a:extLst>
                          <a:ext uri="{FF2B5EF4-FFF2-40B4-BE49-F238E27FC236}">
                            <a16:creationId xmlns:a16="http://schemas.microsoft.com/office/drawing/2014/main" id="{DB95B50D-62F1-BA29-43DB-ED57BBA200A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725" name="Group 10724">
                      <a:extLst>
                        <a:ext uri="{FF2B5EF4-FFF2-40B4-BE49-F238E27FC236}">
                          <a16:creationId xmlns:a16="http://schemas.microsoft.com/office/drawing/2014/main" id="{A61F91FF-1A99-5E43-4E1E-B7AE0370414A}"/>
                        </a:ext>
                      </a:extLst>
                    </p:cNvPr>
                    <p:cNvGrpSpPr/>
                    <p:nvPr/>
                  </p:nvGrpSpPr>
                  <p:grpSpPr>
                    <a:xfrm rot="14400000" flipH="1">
                      <a:off x="6389147" y="3932622"/>
                      <a:ext cx="393192" cy="393192"/>
                      <a:chOff x="5354637" y="3446463"/>
                      <a:chExt cx="214313" cy="214313"/>
                    </a:xfrm>
                  </p:grpSpPr>
                  <p:sp>
                    <p:nvSpPr>
                      <p:cNvPr id="10727" name="Arc 10726">
                        <a:extLst>
                          <a:ext uri="{FF2B5EF4-FFF2-40B4-BE49-F238E27FC236}">
                            <a16:creationId xmlns:a16="http://schemas.microsoft.com/office/drawing/2014/main" id="{70CCAE81-ABF2-6F0A-8CC8-8C2314DF1A2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728" name="Arc 10727">
                        <a:extLst>
                          <a:ext uri="{FF2B5EF4-FFF2-40B4-BE49-F238E27FC236}">
                            <a16:creationId xmlns:a16="http://schemas.microsoft.com/office/drawing/2014/main" id="{4306D828-2712-1A67-C4FC-BF9BDDD96AA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726" name="TextBox 10725">
                      <a:extLst>
                        <a:ext uri="{FF2B5EF4-FFF2-40B4-BE49-F238E27FC236}">
                          <a16:creationId xmlns:a16="http://schemas.microsoft.com/office/drawing/2014/main" id="{425A99B6-6582-3B4B-E937-4CA5FFFBA8E7}"/>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9187" name="Group 9186">
              <a:extLst>
                <a:ext uri="{FF2B5EF4-FFF2-40B4-BE49-F238E27FC236}">
                  <a16:creationId xmlns:a16="http://schemas.microsoft.com/office/drawing/2014/main" id="{8039489E-117F-94FF-ADA9-129C0C732B93}"/>
                </a:ext>
              </a:extLst>
            </p:cNvPr>
            <p:cNvGrpSpPr/>
            <p:nvPr/>
          </p:nvGrpSpPr>
          <p:grpSpPr>
            <a:xfrm>
              <a:off x="9939813" y="-878204"/>
              <a:ext cx="2263438" cy="2198360"/>
              <a:chOff x="5445106" y="2039507"/>
              <a:chExt cx="2263438" cy="2198360"/>
            </a:xfrm>
          </p:grpSpPr>
          <p:grpSp>
            <p:nvGrpSpPr>
              <p:cNvPr id="10525" name="Group 10524">
                <a:extLst>
                  <a:ext uri="{FF2B5EF4-FFF2-40B4-BE49-F238E27FC236}">
                    <a16:creationId xmlns:a16="http://schemas.microsoft.com/office/drawing/2014/main" id="{D7AE45AB-2D08-2E1C-1ABE-127DF5A0D0D1}"/>
                  </a:ext>
                </a:extLst>
              </p:cNvPr>
              <p:cNvGrpSpPr/>
              <p:nvPr/>
            </p:nvGrpSpPr>
            <p:grpSpPr>
              <a:xfrm>
                <a:off x="5445106" y="2644743"/>
                <a:ext cx="1643204" cy="1593124"/>
                <a:chOff x="5445106" y="2644743"/>
                <a:chExt cx="1643204" cy="1593124"/>
              </a:xfrm>
            </p:grpSpPr>
            <p:grpSp>
              <p:nvGrpSpPr>
                <p:cNvPr id="10621" name="Group 10620">
                  <a:extLst>
                    <a:ext uri="{FF2B5EF4-FFF2-40B4-BE49-F238E27FC236}">
                      <a16:creationId xmlns:a16="http://schemas.microsoft.com/office/drawing/2014/main" id="{6E502533-4CE3-D7F3-E02B-A3434EBF89AF}"/>
                    </a:ext>
                  </a:extLst>
                </p:cNvPr>
                <p:cNvGrpSpPr/>
                <p:nvPr/>
              </p:nvGrpSpPr>
              <p:grpSpPr>
                <a:xfrm>
                  <a:off x="5445106" y="2644743"/>
                  <a:ext cx="1019224" cy="991639"/>
                  <a:chOff x="5886431" y="3225768"/>
                  <a:chExt cx="1019224" cy="991639"/>
                </a:xfrm>
              </p:grpSpPr>
              <p:grpSp>
                <p:nvGrpSpPr>
                  <p:cNvPr id="10669" name="Group 10668">
                    <a:extLst>
                      <a:ext uri="{FF2B5EF4-FFF2-40B4-BE49-F238E27FC236}">
                        <a16:creationId xmlns:a16="http://schemas.microsoft.com/office/drawing/2014/main" id="{44D1C107-DB12-00E4-D8DE-ECFD5B89A267}"/>
                      </a:ext>
                    </a:extLst>
                  </p:cNvPr>
                  <p:cNvGrpSpPr/>
                  <p:nvPr/>
                </p:nvGrpSpPr>
                <p:grpSpPr>
                  <a:xfrm>
                    <a:off x="6197413" y="3824215"/>
                    <a:ext cx="393192" cy="393192"/>
                    <a:chOff x="5265196" y="3357021"/>
                    <a:chExt cx="393192" cy="393192"/>
                  </a:xfrm>
                </p:grpSpPr>
                <p:grpSp>
                  <p:nvGrpSpPr>
                    <p:cNvPr id="10704" name="Group 10703">
                      <a:extLst>
                        <a:ext uri="{FF2B5EF4-FFF2-40B4-BE49-F238E27FC236}">
                          <a16:creationId xmlns:a16="http://schemas.microsoft.com/office/drawing/2014/main" id="{40C46893-CBD4-5E3A-0182-53A388A1E9E0}"/>
                        </a:ext>
                      </a:extLst>
                    </p:cNvPr>
                    <p:cNvGrpSpPr/>
                    <p:nvPr/>
                  </p:nvGrpSpPr>
                  <p:grpSpPr>
                    <a:xfrm rot="14400000">
                      <a:off x="5265196" y="3357021"/>
                      <a:ext cx="393192" cy="393192"/>
                      <a:chOff x="5354637" y="3446463"/>
                      <a:chExt cx="214313" cy="214313"/>
                    </a:xfrm>
                  </p:grpSpPr>
                  <p:sp>
                    <p:nvSpPr>
                      <p:cNvPr id="10713" name="Arc 10712">
                        <a:extLst>
                          <a:ext uri="{FF2B5EF4-FFF2-40B4-BE49-F238E27FC236}">
                            <a16:creationId xmlns:a16="http://schemas.microsoft.com/office/drawing/2014/main" id="{3D259B0A-A349-3612-E16F-FBDE82B3083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714" name="Arc 10713">
                        <a:extLst>
                          <a:ext uri="{FF2B5EF4-FFF2-40B4-BE49-F238E27FC236}">
                            <a16:creationId xmlns:a16="http://schemas.microsoft.com/office/drawing/2014/main" id="{ABA346E3-EDFD-9CD2-3523-EA387316954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705" name="Group 10704">
                      <a:extLst>
                        <a:ext uri="{FF2B5EF4-FFF2-40B4-BE49-F238E27FC236}">
                          <a16:creationId xmlns:a16="http://schemas.microsoft.com/office/drawing/2014/main" id="{89791C0E-7B5C-102D-50B3-6E24AA271B68}"/>
                        </a:ext>
                      </a:extLst>
                    </p:cNvPr>
                    <p:cNvGrpSpPr/>
                    <p:nvPr/>
                  </p:nvGrpSpPr>
                  <p:grpSpPr>
                    <a:xfrm>
                      <a:off x="5310186" y="3402011"/>
                      <a:ext cx="303213" cy="303213"/>
                      <a:chOff x="5310186" y="3402011"/>
                      <a:chExt cx="303213" cy="303213"/>
                    </a:xfrm>
                  </p:grpSpPr>
                  <p:grpSp>
                    <p:nvGrpSpPr>
                      <p:cNvPr id="10706" name="Group 10705">
                        <a:extLst>
                          <a:ext uri="{FF2B5EF4-FFF2-40B4-BE49-F238E27FC236}">
                            <a16:creationId xmlns:a16="http://schemas.microsoft.com/office/drawing/2014/main" id="{C8D8ABB4-C9EC-2E51-6AE9-4F580DB3E864}"/>
                          </a:ext>
                        </a:extLst>
                      </p:cNvPr>
                      <p:cNvGrpSpPr/>
                      <p:nvPr/>
                    </p:nvGrpSpPr>
                    <p:grpSpPr>
                      <a:xfrm>
                        <a:off x="5354636" y="3446461"/>
                        <a:ext cx="214313" cy="214313"/>
                        <a:chOff x="5354637" y="3446463"/>
                        <a:chExt cx="214313" cy="214313"/>
                      </a:xfrm>
                    </p:grpSpPr>
                    <p:sp>
                      <p:nvSpPr>
                        <p:cNvPr id="10711" name="Arc 10710">
                          <a:extLst>
                            <a:ext uri="{FF2B5EF4-FFF2-40B4-BE49-F238E27FC236}">
                              <a16:creationId xmlns:a16="http://schemas.microsoft.com/office/drawing/2014/main" id="{51FED758-37E4-52B0-26D3-696B175AB01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712" name="Arc 10711">
                          <a:extLst>
                            <a:ext uri="{FF2B5EF4-FFF2-40B4-BE49-F238E27FC236}">
                              <a16:creationId xmlns:a16="http://schemas.microsoft.com/office/drawing/2014/main" id="{A06A6827-BC99-2552-B787-61B7817070C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707" name="Group 10706">
                        <a:extLst>
                          <a:ext uri="{FF2B5EF4-FFF2-40B4-BE49-F238E27FC236}">
                            <a16:creationId xmlns:a16="http://schemas.microsoft.com/office/drawing/2014/main" id="{C8442B9C-A4EF-64BA-01CD-77CB304C5EC1}"/>
                          </a:ext>
                        </a:extLst>
                      </p:cNvPr>
                      <p:cNvGrpSpPr/>
                      <p:nvPr/>
                    </p:nvGrpSpPr>
                    <p:grpSpPr>
                      <a:xfrm rot="7200000">
                        <a:off x="5310186" y="3402011"/>
                        <a:ext cx="303213" cy="303213"/>
                        <a:chOff x="5354637" y="3446463"/>
                        <a:chExt cx="214313" cy="214313"/>
                      </a:xfrm>
                    </p:grpSpPr>
                    <p:sp>
                      <p:nvSpPr>
                        <p:cNvPr id="10709" name="Arc 10708">
                          <a:extLst>
                            <a:ext uri="{FF2B5EF4-FFF2-40B4-BE49-F238E27FC236}">
                              <a16:creationId xmlns:a16="http://schemas.microsoft.com/office/drawing/2014/main" id="{27D47FB4-603F-8015-7CD1-1574E6F4CC3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710" name="Arc 10709">
                          <a:extLst>
                            <a:ext uri="{FF2B5EF4-FFF2-40B4-BE49-F238E27FC236}">
                              <a16:creationId xmlns:a16="http://schemas.microsoft.com/office/drawing/2014/main" id="{0E1EDD10-9152-A38E-E468-5AF94CC1FBB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708" name="TextBox 10707">
                        <a:extLst>
                          <a:ext uri="{FF2B5EF4-FFF2-40B4-BE49-F238E27FC236}">
                            <a16:creationId xmlns:a16="http://schemas.microsoft.com/office/drawing/2014/main" id="{17B7FA4F-9749-651D-5B8F-5A2748C1EAC3}"/>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670" name="Group 10669">
                    <a:extLst>
                      <a:ext uri="{FF2B5EF4-FFF2-40B4-BE49-F238E27FC236}">
                        <a16:creationId xmlns:a16="http://schemas.microsoft.com/office/drawing/2014/main" id="{629A762D-4944-7AE1-AEFD-A6B2F660852F}"/>
                      </a:ext>
                    </a:extLst>
                  </p:cNvPr>
                  <p:cNvGrpSpPr/>
                  <p:nvPr/>
                </p:nvGrpSpPr>
                <p:grpSpPr>
                  <a:xfrm>
                    <a:off x="5886431" y="3525040"/>
                    <a:ext cx="393192" cy="393192"/>
                    <a:chOff x="5265196" y="3932619"/>
                    <a:chExt cx="393192" cy="393192"/>
                  </a:xfrm>
                </p:grpSpPr>
                <p:grpSp>
                  <p:nvGrpSpPr>
                    <p:cNvPr id="10694" name="Group 10693">
                      <a:extLst>
                        <a:ext uri="{FF2B5EF4-FFF2-40B4-BE49-F238E27FC236}">
                          <a16:creationId xmlns:a16="http://schemas.microsoft.com/office/drawing/2014/main" id="{D630E8A0-6DFB-80FC-D0B4-70FCC2795D63}"/>
                        </a:ext>
                      </a:extLst>
                    </p:cNvPr>
                    <p:cNvGrpSpPr/>
                    <p:nvPr/>
                  </p:nvGrpSpPr>
                  <p:grpSpPr>
                    <a:xfrm>
                      <a:off x="5354636" y="4022061"/>
                      <a:ext cx="214313" cy="214313"/>
                      <a:chOff x="5354637" y="3446463"/>
                      <a:chExt cx="214313" cy="214313"/>
                    </a:xfrm>
                  </p:grpSpPr>
                  <p:sp>
                    <p:nvSpPr>
                      <p:cNvPr id="10702" name="Arc 10701">
                        <a:extLst>
                          <a:ext uri="{FF2B5EF4-FFF2-40B4-BE49-F238E27FC236}">
                            <a16:creationId xmlns:a16="http://schemas.microsoft.com/office/drawing/2014/main" id="{1DE1E88B-6976-DF2A-4790-4318AF6B3A2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703" name="Arc 10702">
                        <a:extLst>
                          <a:ext uri="{FF2B5EF4-FFF2-40B4-BE49-F238E27FC236}">
                            <a16:creationId xmlns:a16="http://schemas.microsoft.com/office/drawing/2014/main" id="{5E60BDE0-6F60-88FB-129B-1E38AA717BD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695" name="Group 10694">
                      <a:extLst>
                        <a:ext uri="{FF2B5EF4-FFF2-40B4-BE49-F238E27FC236}">
                          <a16:creationId xmlns:a16="http://schemas.microsoft.com/office/drawing/2014/main" id="{BBA9D711-20FE-D623-BF7D-1D8E6554E7D1}"/>
                        </a:ext>
                      </a:extLst>
                    </p:cNvPr>
                    <p:cNvGrpSpPr/>
                    <p:nvPr/>
                  </p:nvGrpSpPr>
                  <p:grpSpPr>
                    <a:xfrm rot="14400000">
                      <a:off x="5310186" y="3977611"/>
                      <a:ext cx="303213" cy="303213"/>
                      <a:chOff x="5354637" y="3446463"/>
                      <a:chExt cx="214313" cy="214313"/>
                    </a:xfrm>
                  </p:grpSpPr>
                  <p:sp>
                    <p:nvSpPr>
                      <p:cNvPr id="10700" name="Arc 10699">
                        <a:extLst>
                          <a:ext uri="{FF2B5EF4-FFF2-40B4-BE49-F238E27FC236}">
                            <a16:creationId xmlns:a16="http://schemas.microsoft.com/office/drawing/2014/main" id="{388C1478-E048-D2B2-A022-477E5D9EC3F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701" name="Arc 10700">
                        <a:extLst>
                          <a:ext uri="{FF2B5EF4-FFF2-40B4-BE49-F238E27FC236}">
                            <a16:creationId xmlns:a16="http://schemas.microsoft.com/office/drawing/2014/main" id="{2A06AD20-17FF-1500-8D9D-5491F9DC73D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696" name="Group 10695">
                      <a:extLst>
                        <a:ext uri="{FF2B5EF4-FFF2-40B4-BE49-F238E27FC236}">
                          <a16:creationId xmlns:a16="http://schemas.microsoft.com/office/drawing/2014/main" id="{D1DE241A-37F1-1365-023E-D5975ED0D5CA}"/>
                        </a:ext>
                      </a:extLst>
                    </p:cNvPr>
                    <p:cNvGrpSpPr/>
                    <p:nvPr/>
                  </p:nvGrpSpPr>
                  <p:grpSpPr>
                    <a:xfrm rot="7200000">
                      <a:off x="5265196" y="3932619"/>
                      <a:ext cx="393192" cy="393192"/>
                      <a:chOff x="5354637" y="3446463"/>
                      <a:chExt cx="214313" cy="214313"/>
                    </a:xfrm>
                  </p:grpSpPr>
                  <p:sp>
                    <p:nvSpPr>
                      <p:cNvPr id="10698" name="Arc 10697">
                        <a:extLst>
                          <a:ext uri="{FF2B5EF4-FFF2-40B4-BE49-F238E27FC236}">
                            <a16:creationId xmlns:a16="http://schemas.microsoft.com/office/drawing/2014/main" id="{C4EDE1DF-4CAF-AA60-1090-BC8FC965D1F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99" name="Arc 10698">
                        <a:extLst>
                          <a:ext uri="{FF2B5EF4-FFF2-40B4-BE49-F238E27FC236}">
                            <a16:creationId xmlns:a16="http://schemas.microsoft.com/office/drawing/2014/main" id="{B9BFDC2A-10CE-7F54-0D4B-686C5060865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697" name="TextBox 10696">
                      <a:extLst>
                        <a:ext uri="{FF2B5EF4-FFF2-40B4-BE49-F238E27FC236}">
                          <a16:creationId xmlns:a16="http://schemas.microsoft.com/office/drawing/2014/main" id="{8B6D39BC-E29C-214F-6564-659D4D85A307}"/>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0671" name="Group 10670">
                    <a:extLst>
                      <a:ext uri="{FF2B5EF4-FFF2-40B4-BE49-F238E27FC236}">
                        <a16:creationId xmlns:a16="http://schemas.microsoft.com/office/drawing/2014/main" id="{D2D2FD88-E3C4-6317-F354-32E1AB4AD4E1}"/>
                      </a:ext>
                    </a:extLst>
                  </p:cNvPr>
                  <p:cNvGrpSpPr/>
                  <p:nvPr/>
                </p:nvGrpSpPr>
                <p:grpSpPr>
                  <a:xfrm>
                    <a:off x="6512463" y="3525040"/>
                    <a:ext cx="393192" cy="393192"/>
                    <a:chOff x="6389147" y="3357021"/>
                    <a:chExt cx="393192" cy="393192"/>
                  </a:xfrm>
                </p:grpSpPr>
                <p:grpSp>
                  <p:nvGrpSpPr>
                    <p:cNvPr id="10683" name="Group 10682">
                      <a:extLst>
                        <a:ext uri="{FF2B5EF4-FFF2-40B4-BE49-F238E27FC236}">
                          <a16:creationId xmlns:a16="http://schemas.microsoft.com/office/drawing/2014/main" id="{5185BB05-EC68-00AA-C636-774EB8DDDCC3}"/>
                        </a:ext>
                      </a:extLst>
                    </p:cNvPr>
                    <p:cNvGrpSpPr/>
                    <p:nvPr/>
                  </p:nvGrpSpPr>
                  <p:grpSpPr>
                    <a:xfrm rot="7200000" flipH="1">
                      <a:off x="6389147" y="3357021"/>
                      <a:ext cx="393192" cy="393192"/>
                      <a:chOff x="5354637" y="3446463"/>
                      <a:chExt cx="214313" cy="214313"/>
                    </a:xfrm>
                  </p:grpSpPr>
                  <p:sp>
                    <p:nvSpPr>
                      <p:cNvPr id="10692" name="Arc 10691">
                        <a:extLst>
                          <a:ext uri="{FF2B5EF4-FFF2-40B4-BE49-F238E27FC236}">
                            <a16:creationId xmlns:a16="http://schemas.microsoft.com/office/drawing/2014/main" id="{588CC454-17F9-6AC0-D2FC-28754EC7EE3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93" name="Arc 10692">
                        <a:extLst>
                          <a:ext uri="{FF2B5EF4-FFF2-40B4-BE49-F238E27FC236}">
                            <a16:creationId xmlns:a16="http://schemas.microsoft.com/office/drawing/2014/main" id="{7066771B-E86B-1D14-B765-5349E931ECC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684" name="Group 10683">
                      <a:extLst>
                        <a:ext uri="{FF2B5EF4-FFF2-40B4-BE49-F238E27FC236}">
                          <a16:creationId xmlns:a16="http://schemas.microsoft.com/office/drawing/2014/main" id="{52A86613-28B2-7EA0-59FA-88F2B7556FD6}"/>
                        </a:ext>
                      </a:extLst>
                    </p:cNvPr>
                    <p:cNvGrpSpPr/>
                    <p:nvPr/>
                  </p:nvGrpSpPr>
                  <p:grpSpPr>
                    <a:xfrm>
                      <a:off x="6434137" y="3402011"/>
                      <a:ext cx="303213" cy="303213"/>
                      <a:chOff x="6434137" y="3402011"/>
                      <a:chExt cx="303213" cy="303213"/>
                    </a:xfrm>
                  </p:grpSpPr>
                  <p:grpSp>
                    <p:nvGrpSpPr>
                      <p:cNvPr id="10685" name="Group 10684">
                        <a:extLst>
                          <a:ext uri="{FF2B5EF4-FFF2-40B4-BE49-F238E27FC236}">
                            <a16:creationId xmlns:a16="http://schemas.microsoft.com/office/drawing/2014/main" id="{1F6D1D68-DF58-BA02-C6BE-4A60627D13F5}"/>
                          </a:ext>
                        </a:extLst>
                      </p:cNvPr>
                      <p:cNvGrpSpPr/>
                      <p:nvPr/>
                    </p:nvGrpSpPr>
                    <p:grpSpPr>
                      <a:xfrm flipH="1">
                        <a:off x="6478587" y="3446461"/>
                        <a:ext cx="214313" cy="214313"/>
                        <a:chOff x="5354637" y="3446463"/>
                        <a:chExt cx="214313" cy="214313"/>
                      </a:xfrm>
                    </p:grpSpPr>
                    <p:sp>
                      <p:nvSpPr>
                        <p:cNvPr id="10690" name="Arc 10689">
                          <a:extLst>
                            <a:ext uri="{FF2B5EF4-FFF2-40B4-BE49-F238E27FC236}">
                              <a16:creationId xmlns:a16="http://schemas.microsoft.com/office/drawing/2014/main" id="{A039CB26-E41A-1ADD-57AE-63B0B7A7342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91" name="Arc 10690">
                          <a:extLst>
                            <a:ext uri="{FF2B5EF4-FFF2-40B4-BE49-F238E27FC236}">
                              <a16:creationId xmlns:a16="http://schemas.microsoft.com/office/drawing/2014/main" id="{94F797F5-B82F-CB89-6D93-FC26FC24E02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686" name="Group 10685">
                        <a:extLst>
                          <a:ext uri="{FF2B5EF4-FFF2-40B4-BE49-F238E27FC236}">
                            <a16:creationId xmlns:a16="http://schemas.microsoft.com/office/drawing/2014/main" id="{638AACC4-ECFE-61CD-9998-95D7ADD6F3B0}"/>
                          </a:ext>
                        </a:extLst>
                      </p:cNvPr>
                      <p:cNvGrpSpPr/>
                      <p:nvPr/>
                    </p:nvGrpSpPr>
                    <p:grpSpPr>
                      <a:xfrm rot="14400000" flipH="1">
                        <a:off x="6434137" y="3402011"/>
                        <a:ext cx="303213" cy="303213"/>
                        <a:chOff x="5354637" y="3446463"/>
                        <a:chExt cx="214313" cy="214313"/>
                      </a:xfrm>
                    </p:grpSpPr>
                    <p:sp>
                      <p:nvSpPr>
                        <p:cNvPr id="10688" name="Arc 10687">
                          <a:extLst>
                            <a:ext uri="{FF2B5EF4-FFF2-40B4-BE49-F238E27FC236}">
                              <a16:creationId xmlns:a16="http://schemas.microsoft.com/office/drawing/2014/main" id="{1B8EF7D4-0A8B-4D3B-DD4A-09B992680CE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89" name="Arc 10688">
                          <a:extLst>
                            <a:ext uri="{FF2B5EF4-FFF2-40B4-BE49-F238E27FC236}">
                              <a16:creationId xmlns:a16="http://schemas.microsoft.com/office/drawing/2014/main" id="{EA239933-EA29-1A80-4795-01D6C2522F5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687" name="TextBox 10686">
                        <a:extLst>
                          <a:ext uri="{FF2B5EF4-FFF2-40B4-BE49-F238E27FC236}">
                            <a16:creationId xmlns:a16="http://schemas.microsoft.com/office/drawing/2014/main" id="{7C52B7A8-64D5-91FC-1B39-76E00A8A9A9F}"/>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672" name="Group 10671">
                    <a:extLst>
                      <a:ext uri="{FF2B5EF4-FFF2-40B4-BE49-F238E27FC236}">
                        <a16:creationId xmlns:a16="http://schemas.microsoft.com/office/drawing/2014/main" id="{55B38602-97E2-D44A-6A64-3439947F2812}"/>
                      </a:ext>
                    </a:extLst>
                  </p:cNvPr>
                  <p:cNvGrpSpPr/>
                  <p:nvPr/>
                </p:nvGrpSpPr>
                <p:grpSpPr>
                  <a:xfrm>
                    <a:off x="6197413" y="3225768"/>
                    <a:ext cx="393192" cy="393192"/>
                    <a:chOff x="6389147" y="3932622"/>
                    <a:chExt cx="393192" cy="393192"/>
                  </a:xfrm>
                </p:grpSpPr>
                <p:grpSp>
                  <p:nvGrpSpPr>
                    <p:cNvPr id="10673" name="Group 10672">
                      <a:extLst>
                        <a:ext uri="{FF2B5EF4-FFF2-40B4-BE49-F238E27FC236}">
                          <a16:creationId xmlns:a16="http://schemas.microsoft.com/office/drawing/2014/main" id="{9C794D2B-2359-AC35-002E-AA7BEC2198AF}"/>
                        </a:ext>
                      </a:extLst>
                    </p:cNvPr>
                    <p:cNvGrpSpPr/>
                    <p:nvPr/>
                  </p:nvGrpSpPr>
                  <p:grpSpPr>
                    <a:xfrm flipH="1">
                      <a:off x="6478587" y="4022061"/>
                      <a:ext cx="214313" cy="214313"/>
                      <a:chOff x="5354637" y="3446463"/>
                      <a:chExt cx="214313" cy="214313"/>
                    </a:xfrm>
                  </p:grpSpPr>
                  <p:sp>
                    <p:nvSpPr>
                      <p:cNvPr id="10681" name="Arc 10680">
                        <a:extLst>
                          <a:ext uri="{FF2B5EF4-FFF2-40B4-BE49-F238E27FC236}">
                            <a16:creationId xmlns:a16="http://schemas.microsoft.com/office/drawing/2014/main" id="{6CB2049C-5347-C9A6-9D52-0A7330DA1DA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82" name="Arc 10681">
                        <a:extLst>
                          <a:ext uri="{FF2B5EF4-FFF2-40B4-BE49-F238E27FC236}">
                            <a16:creationId xmlns:a16="http://schemas.microsoft.com/office/drawing/2014/main" id="{5600B653-FB84-F21B-042A-E88F2533EDD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674" name="Group 10673">
                      <a:extLst>
                        <a:ext uri="{FF2B5EF4-FFF2-40B4-BE49-F238E27FC236}">
                          <a16:creationId xmlns:a16="http://schemas.microsoft.com/office/drawing/2014/main" id="{750B671F-F002-A06A-2FAE-3B3C2E94F095}"/>
                        </a:ext>
                      </a:extLst>
                    </p:cNvPr>
                    <p:cNvGrpSpPr/>
                    <p:nvPr/>
                  </p:nvGrpSpPr>
                  <p:grpSpPr>
                    <a:xfrm rot="7200000" flipH="1">
                      <a:off x="6434137" y="3977611"/>
                      <a:ext cx="303213" cy="303213"/>
                      <a:chOff x="5354637" y="3446463"/>
                      <a:chExt cx="214313" cy="214313"/>
                    </a:xfrm>
                  </p:grpSpPr>
                  <p:sp>
                    <p:nvSpPr>
                      <p:cNvPr id="10679" name="Arc 10678">
                        <a:extLst>
                          <a:ext uri="{FF2B5EF4-FFF2-40B4-BE49-F238E27FC236}">
                            <a16:creationId xmlns:a16="http://schemas.microsoft.com/office/drawing/2014/main" id="{43773FAA-0B3A-0CF6-61EB-AD246A66589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80" name="Arc 10679">
                        <a:extLst>
                          <a:ext uri="{FF2B5EF4-FFF2-40B4-BE49-F238E27FC236}">
                            <a16:creationId xmlns:a16="http://schemas.microsoft.com/office/drawing/2014/main" id="{88D6EBF4-CDE4-5CCA-7260-B063AABEF61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675" name="Group 10674">
                      <a:extLst>
                        <a:ext uri="{FF2B5EF4-FFF2-40B4-BE49-F238E27FC236}">
                          <a16:creationId xmlns:a16="http://schemas.microsoft.com/office/drawing/2014/main" id="{A4BAAA0F-685C-1B51-BF66-7A06E30CDF24}"/>
                        </a:ext>
                      </a:extLst>
                    </p:cNvPr>
                    <p:cNvGrpSpPr/>
                    <p:nvPr/>
                  </p:nvGrpSpPr>
                  <p:grpSpPr>
                    <a:xfrm rot="14400000" flipH="1">
                      <a:off x="6389147" y="3932622"/>
                      <a:ext cx="393192" cy="393192"/>
                      <a:chOff x="5354637" y="3446463"/>
                      <a:chExt cx="214313" cy="214313"/>
                    </a:xfrm>
                  </p:grpSpPr>
                  <p:sp>
                    <p:nvSpPr>
                      <p:cNvPr id="10677" name="Arc 10676">
                        <a:extLst>
                          <a:ext uri="{FF2B5EF4-FFF2-40B4-BE49-F238E27FC236}">
                            <a16:creationId xmlns:a16="http://schemas.microsoft.com/office/drawing/2014/main" id="{F9EB03A8-1FB3-CC6B-6CAB-8C17CB83C48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78" name="Arc 10677">
                        <a:extLst>
                          <a:ext uri="{FF2B5EF4-FFF2-40B4-BE49-F238E27FC236}">
                            <a16:creationId xmlns:a16="http://schemas.microsoft.com/office/drawing/2014/main" id="{7455F1FD-72FE-C34B-243A-A96D019715B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676" name="TextBox 10675">
                      <a:extLst>
                        <a:ext uri="{FF2B5EF4-FFF2-40B4-BE49-F238E27FC236}">
                          <a16:creationId xmlns:a16="http://schemas.microsoft.com/office/drawing/2014/main" id="{D561E8BB-3156-7655-BBB0-EEC915DE540C}"/>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622" name="Group 10621">
                  <a:extLst>
                    <a:ext uri="{FF2B5EF4-FFF2-40B4-BE49-F238E27FC236}">
                      <a16:creationId xmlns:a16="http://schemas.microsoft.com/office/drawing/2014/main" id="{B6696CAE-58B1-1DCE-66A2-BF231FCCE023}"/>
                    </a:ext>
                  </a:extLst>
                </p:cNvPr>
                <p:cNvGrpSpPr/>
                <p:nvPr/>
              </p:nvGrpSpPr>
              <p:grpSpPr>
                <a:xfrm>
                  <a:off x="6069086" y="3246228"/>
                  <a:ext cx="1019224" cy="991639"/>
                  <a:chOff x="5886431" y="3225768"/>
                  <a:chExt cx="1019224" cy="991639"/>
                </a:xfrm>
              </p:grpSpPr>
              <p:grpSp>
                <p:nvGrpSpPr>
                  <p:cNvPr id="10623" name="Group 10622">
                    <a:extLst>
                      <a:ext uri="{FF2B5EF4-FFF2-40B4-BE49-F238E27FC236}">
                        <a16:creationId xmlns:a16="http://schemas.microsoft.com/office/drawing/2014/main" id="{552AE931-E137-583A-6B6D-379A4BAE2380}"/>
                      </a:ext>
                    </a:extLst>
                  </p:cNvPr>
                  <p:cNvGrpSpPr/>
                  <p:nvPr/>
                </p:nvGrpSpPr>
                <p:grpSpPr>
                  <a:xfrm>
                    <a:off x="6197413" y="3824215"/>
                    <a:ext cx="393192" cy="393192"/>
                    <a:chOff x="5265196" y="3357021"/>
                    <a:chExt cx="393192" cy="393192"/>
                  </a:xfrm>
                </p:grpSpPr>
                <p:grpSp>
                  <p:nvGrpSpPr>
                    <p:cNvPr id="10658" name="Group 10657">
                      <a:extLst>
                        <a:ext uri="{FF2B5EF4-FFF2-40B4-BE49-F238E27FC236}">
                          <a16:creationId xmlns:a16="http://schemas.microsoft.com/office/drawing/2014/main" id="{DB351A76-EF5A-CF1C-F009-9C3F6C2CE3D6}"/>
                        </a:ext>
                      </a:extLst>
                    </p:cNvPr>
                    <p:cNvGrpSpPr/>
                    <p:nvPr/>
                  </p:nvGrpSpPr>
                  <p:grpSpPr>
                    <a:xfrm rot="14400000">
                      <a:off x="5265196" y="3357021"/>
                      <a:ext cx="393192" cy="393192"/>
                      <a:chOff x="5354637" y="3446463"/>
                      <a:chExt cx="214313" cy="214313"/>
                    </a:xfrm>
                  </p:grpSpPr>
                  <p:sp>
                    <p:nvSpPr>
                      <p:cNvPr id="10667" name="Arc 10666">
                        <a:extLst>
                          <a:ext uri="{FF2B5EF4-FFF2-40B4-BE49-F238E27FC236}">
                            <a16:creationId xmlns:a16="http://schemas.microsoft.com/office/drawing/2014/main" id="{B5BE8381-D7BB-B12F-648F-2D92DA17125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68" name="Arc 10667">
                        <a:extLst>
                          <a:ext uri="{FF2B5EF4-FFF2-40B4-BE49-F238E27FC236}">
                            <a16:creationId xmlns:a16="http://schemas.microsoft.com/office/drawing/2014/main" id="{5534B9A5-2CA8-2572-73C6-8B8C6491D14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659" name="Group 10658">
                      <a:extLst>
                        <a:ext uri="{FF2B5EF4-FFF2-40B4-BE49-F238E27FC236}">
                          <a16:creationId xmlns:a16="http://schemas.microsoft.com/office/drawing/2014/main" id="{F77FA520-115A-1791-5DBD-04F4291C5700}"/>
                        </a:ext>
                      </a:extLst>
                    </p:cNvPr>
                    <p:cNvGrpSpPr/>
                    <p:nvPr/>
                  </p:nvGrpSpPr>
                  <p:grpSpPr>
                    <a:xfrm>
                      <a:off x="5310186" y="3402011"/>
                      <a:ext cx="303213" cy="303213"/>
                      <a:chOff x="5310186" y="3402011"/>
                      <a:chExt cx="303213" cy="303213"/>
                    </a:xfrm>
                  </p:grpSpPr>
                  <p:grpSp>
                    <p:nvGrpSpPr>
                      <p:cNvPr id="10660" name="Group 10659">
                        <a:extLst>
                          <a:ext uri="{FF2B5EF4-FFF2-40B4-BE49-F238E27FC236}">
                            <a16:creationId xmlns:a16="http://schemas.microsoft.com/office/drawing/2014/main" id="{E37B21FC-9585-40F2-FAD9-EB11AF027173}"/>
                          </a:ext>
                        </a:extLst>
                      </p:cNvPr>
                      <p:cNvGrpSpPr/>
                      <p:nvPr/>
                    </p:nvGrpSpPr>
                    <p:grpSpPr>
                      <a:xfrm>
                        <a:off x="5354636" y="3446461"/>
                        <a:ext cx="214313" cy="214313"/>
                        <a:chOff x="5354637" y="3446463"/>
                        <a:chExt cx="214313" cy="214313"/>
                      </a:xfrm>
                    </p:grpSpPr>
                    <p:sp>
                      <p:nvSpPr>
                        <p:cNvPr id="10665" name="Arc 10664">
                          <a:extLst>
                            <a:ext uri="{FF2B5EF4-FFF2-40B4-BE49-F238E27FC236}">
                              <a16:creationId xmlns:a16="http://schemas.microsoft.com/office/drawing/2014/main" id="{F9407A1F-E81C-24F7-1E6F-B1F1A5AC2EE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66" name="Arc 10665">
                          <a:extLst>
                            <a:ext uri="{FF2B5EF4-FFF2-40B4-BE49-F238E27FC236}">
                              <a16:creationId xmlns:a16="http://schemas.microsoft.com/office/drawing/2014/main" id="{C2704F25-BC3C-65F4-BA0F-E5D19C08355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661" name="Group 10660">
                        <a:extLst>
                          <a:ext uri="{FF2B5EF4-FFF2-40B4-BE49-F238E27FC236}">
                            <a16:creationId xmlns:a16="http://schemas.microsoft.com/office/drawing/2014/main" id="{47B5EDF2-B2E6-EAA0-791E-1DA4394299FE}"/>
                          </a:ext>
                        </a:extLst>
                      </p:cNvPr>
                      <p:cNvGrpSpPr/>
                      <p:nvPr/>
                    </p:nvGrpSpPr>
                    <p:grpSpPr>
                      <a:xfrm rot="7200000">
                        <a:off x="5310186" y="3402011"/>
                        <a:ext cx="303213" cy="303213"/>
                        <a:chOff x="5354637" y="3446463"/>
                        <a:chExt cx="214313" cy="214313"/>
                      </a:xfrm>
                    </p:grpSpPr>
                    <p:sp>
                      <p:nvSpPr>
                        <p:cNvPr id="10663" name="Arc 10662">
                          <a:extLst>
                            <a:ext uri="{FF2B5EF4-FFF2-40B4-BE49-F238E27FC236}">
                              <a16:creationId xmlns:a16="http://schemas.microsoft.com/office/drawing/2014/main" id="{E3C7D7DC-4B6F-1E95-EDE7-6FE76BD1933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64" name="Arc 10663">
                          <a:extLst>
                            <a:ext uri="{FF2B5EF4-FFF2-40B4-BE49-F238E27FC236}">
                              <a16:creationId xmlns:a16="http://schemas.microsoft.com/office/drawing/2014/main" id="{1BD5A6EE-1B26-571A-2DA3-38B5AA30275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662" name="TextBox 10661">
                        <a:extLst>
                          <a:ext uri="{FF2B5EF4-FFF2-40B4-BE49-F238E27FC236}">
                            <a16:creationId xmlns:a16="http://schemas.microsoft.com/office/drawing/2014/main" id="{38340DE9-2541-0A6E-6C43-14A74BB80D9D}"/>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624" name="Group 10623">
                    <a:extLst>
                      <a:ext uri="{FF2B5EF4-FFF2-40B4-BE49-F238E27FC236}">
                        <a16:creationId xmlns:a16="http://schemas.microsoft.com/office/drawing/2014/main" id="{1FC347FC-6CCB-0E96-5877-811CDDB9A491}"/>
                      </a:ext>
                    </a:extLst>
                  </p:cNvPr>
                  <p:cNvGrpSpPr/>
                  <p:nvPr/>
                </p:nvGrpSpPr>
                <p:grpSpPr>
                  <a:xfrm>
                    <a:off x="5886431" y="3525040"/>
                    <a:ext cx="393192" cy="393192"/>
                    <a:chOff x="5265196" y="3932619"/>
                    <a:chExt cx="393192" cy="393192"/>
                  </a:xfrm>
                </p:grpSpPr>
                <p:grpSp>
                  <p:nvGrpSpPr>
                    <p:cNvPr id="10648" name="Group 10647">
                      <a:extLst>
                        <a:ext uri="{FF2B5EF4-FFF2-40B4-BE49-F238E27FC236}">
                          <a16:creationId xmlns:a16="http://schemas.microsoft.com/office/drawing/2014/main" id="{9278635E-D0C8-4007-ACEB-B64DFE5F1B88}"/>
                        </a:ext>
                      </a:extLst>
                    </p:cNvPr>
                    <p:cNvGrpSpPr/>
                    <p:nvPr/>
                  </p:nvGrpSpPr>
                  <p:grpSpPr>
                    <a:xfrm>
                      <a:off x="5354636" y="4022061"/>
                      <a:ext cx="214313" cy="214313"/>
                      <a:chOff x="5354637" y="3446463"/>
                      <a:chExt cx="214313" cy="214313"/>
                    </a:xfrm>
                  </p:grpSpPr>
                  <p:sp>
                    <p:nvSpPr>
                      <p:cNvPr id="10656" name="Arc 10655">
                        <a:extLst>
                          <a:ext uri="{FF2B5EF4-FFF2-40B4-BE49-F238E27FC236}">
                            <a16:creationId xmlns:a16="http://schemas.microsoft.com/office/drawing/2014/main" id="{0F38C952-5BC9-D7B7-C107-AF31E3C76D5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57" name="Arc 10656">
                        <a:extLst>
                          <a:ext uri="{FF2B5EF4-FFF2-40B4-BE49-F238E27FC236}">
                            <a16:creationId xmlns:a16="http://schemas.microsoft.com/office/drawing/2014/main" id="{D3C08374-E8B4-9130-A951-99C23DB8219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649" name="Group 10648">
                      <a:extLst>
                        <a:ext uri="{FF2B5EF4-FFF2-40B4-BE49-F238E27FC236}">
                          <a16:creationId xmlns:a16="http://schemas.microsoft.com/office/drawing/2014/main" id="{C4D01F2F-A776-6657-4A1D-D9906E531A3A}"/>
                        </a:ext>
                      </a:extLst>
                    </p:cNvPr>
                    <p:cNvGrpSpPr/>
                    <p:nvPr/>
                  </p:nvGrpSpPr>
                  <p:grpSpPr>
                    <a:xfrm rot="14400000">
                      <a:off x="5310186" y="3977611"/>
                      <a:ext cx="303213" cy="303213"/>
                      <a:chOff x="5354637" y="3446463"/>
                      <a:chExt cx="214313" cy="214313"/>
                    </a:xfrm>
                  </p:grpSpPr>
                  <p:sp>
                    <p:nvSpPr>
                      <p:cNvPr id="10654" name="Arc 10653">
                        <a:extLst>
                          <a:ext uri="{FF2B5EF4-FFF2-40B4-BE49-F238E27FC236}">
                            <a16:creationId xmlns:a16="http://schemas.microsoft.com/office/drawing/2014/main" id="{6D961FA3-147F-6698-DA2F-34414B70D6D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55" name="Arc 10654">
                        <a:extLst>
                          <a:ext uri="{FF2B5EF4-FFF2-40B4-BE49-F238E27FC236}">
                            <a16:creationId xmlns:a16="http://schemas.microsoft.com/office/drawing/2014/main" id="{C2FDADFA-61F2-D349-3D0A-5E2E702F903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650" name="Group 10649">
                      <a:extLst>
                        <a:ext uri="{FF2B5EF4-FFF2-40B4-BE49-F238E27FC236}">
                          <a16:creationId xmlns:a16="http://schemas.microsoft.com/office/drawing/2014/main" id="{EA57C2D5-232C-39DC-B704-0DE17C5AF5E3}"/>
                        </a:ext>
                      </a:extLst>
                    </p:cNvPr>
                    <p:cNvGrpSpPr/>
                    <p:nvPr/>
                  </p:nvGrpSpPr>
                  <p:grpSpPr>
                    <a:xfrm rot="7200000">
                      <a:off x="5265196" y="3932619"/>
                      <a:ext cx="393192" cy="393192"/>
                      <a:chOff x="5354637" y="3446463"/>
                      <a:chExt cx="214313" cy="214313"/>
                    </a:xfrm>
                  </p:grpSpPr>
                  <p:sp>
                    <p:nvSpPr>
                      <p:cNvPr id="10652" name="Arc 10651">
                        <a:extLst>
                          <a:ext uri="{FF2B5EF4-FFF2-40B4-BE49-F238E27FC236}">
                            <a16:creationId xmlns:a16="http://schemas.microsoft.com/office/drawing/2014/main" id="{B45009F4-4E12-5023-064E-8BB22E92762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53" name="Arc 10652">
                        <a:extLst>
                          <a:ext uri="{FF2B5EF4-FFF2-40B4-BE49-F238E27FC236}">
                            <a16:creationId xmlns:a16="http://schemas.microsoft.com/office/drawing/2014/main" id="{9058EEFE-774F-A539-2643-B99A6EE7D16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651" name="TextBox 10650">
                      <a:extLst>
                        <a:ext uri="{FF2B5EF4-FFF2-40B4-BE49-F238E27FC236}">
                          <a16:creationId xmlns:a16="http://schemas.microsoft.com/office/drawing/2014/main" id="{F625065F-AAFD-9782-6963-BF40A099368D}"/>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0625" name="Group 10624">
                    <a:extLst>
                      <a:ext uri="{FF2B5EF4-FFF2-40B4-BE49-F238E27FC236}">
                        <a16:creationId xmlns:a16="http://schemas.microsoft.com/office/drawing/2014/main" id="{DF95A121-5FE0-3AA6-2AA6-92A7664FD612}"/>
                      </a:ext>
                    </a:extLst>
                  </p:cNvPr>
                  <p:cNvGrpSpPr/>
                  <p:nvPr/>
                </p:nvGrpSpPr>
                <p:grpSpPr>
                  <a:xfrm>
                    <a:off x="6512463" y="3525040"/>
                    <a:ext cx="393192" cy="393192"/>
                    <a:chOff x="6389147" y="3357021"/>
                    <a:chExt cx="393192" cy="393192"/>
                  </a:xfrm>
                </p:grpSpPr>
                <p:grpSp>
                  <p:nvGrpSpPr>
                    <p:cNvPr id="10637" name="Group 10636">
                      <a:extLst>
                        <a:ext uri="{FF2B5EF4-FFF2-40B4-BE49-F238E27FC236}">
                          <a16:creationId xmlns:a16="http://schemas.microsoft.com/office/drawing/2014/main" id="{37E6976A-B6F6-52C0-9478-B8452C2852E7}"/>
                        </a:ext>
                      </a:extLst>
                    </p:cNvPr>
                    <p:cNvGrpSpPr/>
                    <p:nvPr/>
                  </p:nvGrpSpPr>
                  <p:grpSpPr>
                    <a:xfrm rot="7200000" flipH="1">
                      <a:off x="6389147" y="3357021"/>
                      <a:ext cx="393192" cy="393192"/>
                      <a:chOff x="5354637" y="3446463"/>
                      <a:chExt cx="214313" cy="214313"/>
                    </a:xfrm>
                  </p:grpSpPr>
                  <p:sp>
                    <p:nvSpPr>
                      <p:cNvPr id="10646" name="Arc 10645">
                        <a:extLst>
                          <a:ext uri="{FF2B5EF4-FFF2-40B4-BE49-F238E27FC236}">
                            <a16:creationId xmlns:a16="http://schemas.microsoft.com/office/drawing/2014/main" id="{050ACEF5-FCC6-AFAD-21E0-DC2F3277B40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47" name="Arc 10646">
                        <a:extLst>
                          <a:ext uri="{FF2B5EF4-FFF2-40B4-BE49-F238E27FC236}">
                            <a16:creationId xmlns:a16="http://schemas.microsoft.com/office/drawing/2014/main" id="{CD8C93AC-47A9-2BE1-3DF8-7EF4537EC59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638" name="Group 10637">
                      <a:extLst>
                        <a:ext uri="{FF2B5EF4-FFF2-40B4-BE49-F238E27FC236}">
                          <a16:creationId xmlns:a16="http://schemas.microsoft.com/office/drawing/2014/main" id="{477590B0-E48E-3C94-A4A0-1EFB5332048B}"/>
                        </a:ext>
                      </a:extLst>
                    </p:cNvPr>
                    <p:cNvGrpSpPr/>
                    <p:nvPr/>
                  </p:nvGrpSpPr>
                  <p:grpSpPr>
                    <a:xfrm>
                      <a:off x="6434137" y="3402011"/>
                      <a:ext cx="303213" cy="303213"/>
                      <a:chOff x="6434137" y="3402011"/>
                      <a:chExt cx="303213" cy="303213"/>
                    </a:xfrm>
                  </p:grpSpPr>
                  <p:grpSp>
                    <p:nvGrpSpPr>
                      <p:cNvPr id="10639" name="Group 10638">
                        <a:extLst>
                          <a:ext uri="{FF2B5EF4-FFF2-40B4-BE49-F238E27FC236}">
                            <a16:creationId xmlns:a16="http://schemas.microsoft.com/office/drawing/2014/main" id="{4B0D4904-B75E-1CF4-5738-A49144590B25}"/>
                          </a:ext>
                        </a:extLst>
                      </p:cNvPr>
                      <p:cNvGrpSpPr/>
                      <p:nvPr/>
                    </p:nvGrpSpPr>
                    <p:grpSpPr>
                      <a:xfrm flipH="1">
                        <a:off x="6478587" y="3446461"/>
                        <a:ext cx="214313" cy="214313"/>
                        <a:chOff x="5354637" y="3446463"/>
                        <a:chExt cx="214313" cy="214313"/>
                      </a:xfrm>
                    </p:grpSpPr>
                    <p:sp>
                      <p:nvSpPr>
                        <p:cNvPr id="10644" name="Arc 10643">
                          <a:extLst>
                            <a:ext uri="{FF2B5EF4-FFF2-40B4-BE49-F238E27FC236}">
                              <a16:creationId xmlns:a16="http://schemas.microsoft.com/office/drawing/2014/main" id="{ED9E067E-C43A-0F98-C8D3-E343DE83166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45" name="Arc 10644">
                          <a:extLst>
                            <a:ext uri="{FF2B5EF4-FFF2-40B4-BE49-F238E27FC236}">
                              <a16:creationId xmlns:a16="http://schemas.microsoft.com/office/drawing/2014/main" id="{2381C341-1DF7-1611-95A4-809EB3C5A02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640" name="Group 10639">
                        <a:extLst>
                          <a:ext uri="{FF2B5EF4-FFF2-40B4-BE49-F238E27FC236}">
                            <a16:creationId xmlns:a16="http://schemas.microsoft.com/office/drawing/2014/main" id="{DF7790D7-91C1-386D-25C7-EF9B04C23A22}"/>
                          </a:ext>
                        </a:extLst>
                      </p:cNvPr>
                      <p:cNvGrpSpPr/>
                      <p:nvPr/>
                    </p:nvGrpSpPr>
                    <p:grpSpPr>
                      <a:xfrm rot="14400000" flipH="1">
                        <a:off x="6434137" y="3402011"/>
                        <a:ext cx="303213" cy="303213"/>
                        <a:chOff x="5354637" y="3446463"/>
                        <a:chExt cx="214313" cy="214313"/>
                      </a:xfrm>
                    </p:grpSpPr>
                    <p:sp>
                      <p:nvSpPr>
                        <p:cNvPr id="10642" name="Arc 10641">
                          <a:extLst>
                            <a:ext uri="{FF2B5EF4-FFF2-40B4-BE49-F238E27FC236}">
                              <a16:creationId xmlns:a16="http://schemas.microsoft.com/office/drawing/2014/main" id="{9848E182-96FD-2C39-150C-9F02DF0584D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43" name="Arc 10642">
                          <a:extLst>
                            <a:ext uri="{FF2B5EF4-FFF2-40B4-BE49-F238E27FC236}">
                              <a16:creationId xmlns:a16="http://schemas.microsoft.com/office/drawing/2014/main" id="{6A9743C7-46D1-00E0-D9C3-722A009C178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641" name="TextBox 10640">
                        <a:extLst>
                          <a:ext uri="{FF2B5EF4-FFF2-40B4-BE49-F238E27FC236}">
                            <a16:creationId xmlns:a16="http://schemas.microsoft.com/office/drawing/2014/main" id="{D0DBDFA8-17D8-5A5E-5875-C818F7113D59}"/>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626" name="Group 10625">
                    <a:extLst>
                      <a:ext uri="{FF2B5EF4-FFF2-40B4-BE49-F238E27FC236}">
                        <a16:creationId xmlns:a16="http://schemas.microsoft.com/office/drawing/2014/main" id="{C5366056-FD54-85BB-1357-5D5A762060D1}"/>
                      </a:ext>
                    </a:extLst>
                  </p:cNvPr>
                  <p:cNvGrpSpPr/>
                  <p:nvPr/>
                </p:nvGrpSpPr>
                <p:grpSpPr>
                  <a:xfrm>
                    <a:off x="6197413" y="3225768"/>
                    <a:ext cx="393192" cy="393192"/>
                    <a:chOff x="6389147" y="3932622"/>
                    <a:chExt cx="393192" cy="393192"/>
                  </a:xfrm>
                </p:grpSpPr>
                <p:grpSp>
                  <p:nvGrpSpPr>
                    <p:cNvPr id="10627" name="Group 10626">
                      <a:extLst>
                        <a:ext uri="{FF2B5EF4-FFF2-40B4-BE49-F238E27FC236}">
                          <a16:creationId xmlns:a16="http://schemas.microsoft.com/office/drawing/2014/main" id="{C6B089FA-BC4D-268F-3CED-E3C4265E0EE4}"/>
                        </a:ext>
                      </a:extLst>
                    </p:cNvPr>
                    <p:cNvGrpSpPr/>
                    <p:nvPr/>
                  </p:nvGrpSpPr>
                  <p:grpSpPr>
                    <a:xfrm flipH="1">
                      <a:off x="6478587" y="4022061"/>
                      <a:ext cx="214313" cy="214313"/>
                      <a:chOff x="5354637" y="3446463"/>
                      <a:chExt cx="214313" cy="214313"/>
                    </a:xfrm>
                  </p:grpSpPr>
                  <p:sp>
                    <p:nvSpPr>
                      <p:cNvPr id="10635" name="Arc 10634">
                        <a:extLst>
                          <a:ext uri="{FF2B5EF4-FFF2-40B4-BE49-F238E27FC236}">
                            <a16:creationId xmlns:a16="http://schemas.microsoft.com/office/drawing/2014/main" id="{DDE5CE19-207E-F165-69AD-737F92DFF89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36" name="Arc 10635">
                        <a:extLst>
                          <a:ext uri="{FF2B5EF4-FFF2-40B4-BE49-F238E27FC236}">
                            <a16:creationId xmlns:a16="http://schemas.microsoft.com/office/drawing/2014/main" id="{B69F76C4-1453-21B3-30F9-7A9046C773C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628" name="Group 10627">
                      <a:extLst>
                        <a:ext uri="{FF2B5EF4-FFF2-40B4-BE49-F238E27FC236}">
                          <a16:creationId xmlns:a16="http://schemas.microsoft.com/office/drawing/2014/main" id="{8527C70E-5191-E30E-1C91-AE09628B8525}"/>
                        </a:ext>
                      </a:extLst>
                    </p:cNvPr>
                    <p:cNvGrpSpPr/>
                    <p:nvPr/>
                  </p:nvGrpSpPr>
                  <p:grpSpPr>
                    <a:xfrm rot="7200000" flipH="1">
                      <a:off x="6434137" y="3977611"/>
                      <a:ext cx="303213" cy="303213"/>
                      <a:chOff x="5354637" y="3446463"/>
                      <a:chExt cx="214313" cy="214313"/>
                    </a:xfrm>
                  </p:grpSpPr>
                  <p:sp>
                    <p:nvSpPr>
                      <p:cNvPr id="10633" name="Arc 10632">
                        <a:extLst>
                          <a:ext uri="{FF2B5EF4-FFF2-40B4-BE49-F238E27FC236}">
                            <a16:creationId xmlns:a16="http://schemas.microsoft.com/office/drawing/2014/main" id="{34DE6B23-1B7F-D303-74BC-4D73F9A0E58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34" name="Arc 10633">
                        <a:extLst>
                          <a:ext uri="{FF2B5EF4-FFF2-40B4-BE49-F238E27FC236}">
                            <a16:creationId xmlns:a16="http://schemas.microsoft.com/office/drawing/2014/main" id="{921F7D67-432A-7A3C-88B5-DA3CE9CB3A4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629" name="Group 10628">
                      <a:extLst>
                        <a:ext uri="{FF2B5EF4-FFF2-40B4-BE49-F238E27FC236}">
                          <a16:creationId xmlns:a16="http://schemas.microsoft.com/office/drawing/2014/main" id="{5902B94F-C9F3-7C9F-348C-F2F21F6163BE}"/>
                        </a:ext>
                      </a:extLst>
                    </p:cNvPr>
                    <p:cNvGrpSpPr/>
                    <p:nvPr/>
                  </p:nvGrpSpPr>
                  <p:grpSpPr>
                    <a:xfrm rot="14400000" flipH="1">
                      <a:off x="6389147" y="3932622"/>
                      <a:ext cx="393192" cy="393192"/>
                      <a:chOff x="5354637" y="3446463"/>
                      <a:chExt cx="214313" cy="214313"/>
                    </a:xfrm>
                  </p:grpSpPr>
                  <p:sp>
                    <p:nvSpPr>
                      <p:cNvPr id="10631" name="Arc 10630">
                        <a:extLst>
                          <a:ext uri="{FF2B5EF4-FFF2-40B4-BE49-F238E27FC236}">
                            <a16:creationId xmlns:a16="http://schemas.microsoft.com/office/drawing/2014/main" id="{E3653DFD-E79F-0C5B-E9B2-81701FC8851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32" name="Arc 10631">
                        <a:extLst>
                          <a:ext uri="{FF2B5EF4-FFF2-40B4-BE49-F238E27FC236}">
                            <a16:creationId xmlns:a16="http://schemas.microsoft.com/office/drawing/2014/main" id="{4BBC1225-5497-4329-3A77-24A2FAF71A9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630" name="TextBox 10629">
                      <a:extLst>
                        <a:ext uri="{FF2B5EF4-FFF2-40B4-BE49-F238E27FC236}">
                          <a16:creationId xmlns:a16="http://schemas.microsoft.com/office/drawing/2014/main" id="{68120F32-B929-4C2F-193D-3EBE72D474FF}"/>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0526" name="Group 10525">
                <a:extLst>
                  <a:ext uri="{FF2B5EF4-FFF2-40B4-BE49-F238E27FC236}">
                    <a16:creationId xmlns:a16="http://schemas.microsoft.com/office/drawing/2014/main" id="{5BC52B71-9012-7C71-1B98-1917794CDAE3}"/>
                  </a:ext>
                </a:extLst>
              </p:cNvPr>
              <p:cNvGrpSpPr/>
              <p:nvPr/>
            </p:nvGrpSpPr>
            <p:grpSpPr>
              <a:xfrm>
                <a:off x="6065340" y="2039507"/>
                <a:ext cx="1643204" cy="1593124"/>
                <a:chOff x="5445106" y="2644743"/>
                <a:chExt cx="1643204" cy="1593124"/>
              </a:xfrm>
            </p:grpSpPr>
            <p:grpSp>
              <p:nvGrpSpPr>
                <p:cNvPr id="10527" name="Group 10526">
                  <a:extLst>
                    <a:ext uri="{FF2B5EF4-FFF2-40B4-BE49-F238E27FC236}">
                      <a16:creationId xmlns:a16="http://schemas.microsoft.com/office/drawing/2014/main" id="{A84B31B5-AE6F-EFE4-D045-2FBB0B0D7399}"/>
                    </a:ext>
                  </a:extLst>
                </p:cNvPr>
                <p:cNvGrpSpPr/>
                <p:nvPr/>
              </p:nvGrpSpPr>
              <p:grpSpPr>
                <a:xfrm>
                  <a:off x="5445106" y="2644743"/>
                  <a:ext cx="1019224" cy="991639"/>
                  <a:chOff x="5886431" y="3225768"/>
                  <a:chExt cx="1019224" cy="991639"/>
                </a:xfrm>
              </p:grpSpPr>
              <p:grpSp>
                <p:nvGrpSpPr>
                  <p:cNvPr id="10575" name="Group 10574">
                    <a:extLst>
                      <a:ext uri="{FF2B5EF4-FFF2-40B4-BE49-F238E27FC236}">
                        <a16:creationId xmlns:a16="http://schemas.microsoft.com/office/drawing/2014/main" id="{6BF9787F-E62B-37B7-1076-8B28956D6970}"/>
                      </a:ext>
                    </a:extLst>
                  </p:cNvPr>
                  <p:cNvGrpSpPr/>
                  <p:nvPr/>
                </p:nvGrpSpPr>
                <p:grpSpPr>
                  <a:xfrm>
                    <a:off x="6197413" y="3824215"/>
                    <a:ext cx="393192" cy="393192"/>
                    <a:chOff x="5265196" y="3357021"/>
                    <a:chExt cx="393192" cy="393192"/>
                  </a:xfrm>
                </p:grpSpPr>
                <p:grpSp>
                  <p:nvGrpSpPr>
                    <p:cNvPr id="10610" name="Group 10609">
                      <a:extLst>
                        <a:ext uri="{FF2B5EF4-FFF2-40B4-BE49-F238E27FC236}">
                          <a16:creationId xmlns:a16="http://schemas.microsoft.com/office/drawing/2014/main" id="{D9B3F7C9-8437-3DE7-2C03-895C819A50DF}"/>
                        </a:ext>
                      </a:extLst>
                    </p:cNvPr>
                    <p:cNvGrpSpPr/>
                    <p:nvPr/>
                  </p:nvGrpSpPr>
                  <p:grpSpPr>
                    <a:xfrm rot="14400000">
                      <a:off x="5265196" y="3357021"/>
                      <a:ext cx="393192" cy="393192"/>
                      <a:chOff x="5354637" y="3446463"/>
                      <a:chExt cx="214313" cy="214313"/>
                    </a:xfrm>
                  </p:grpSpPr>
                  <p:sp>
                    <p:nvSpPr>
                      <p:cNvPr id="10619" name="Arc 10618">
                        <a:extLst>
                          <a:ext uri="{FF2B5EF4-FFF2-40B4-BE49-F238E27FC236}">
                            <a16:creationId xmlns:a16="http://schemas.microsoft.com/office/drawing/2014/main" id="{74AA6873-F471-F765-6538-75D4E36F37E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20" name="Arc 10619">
                        <a:extLst>
                          <a:ext uri="{FF2B5EF4-FFF2-40B4-BE49-F238E27FC236}">
                            <a16:creationId xmlns:a16="http://schemas.microsoft.com/office/drawing/2014/main" id="{326A67CA-4B00-096D-EB47-40C8198B4E5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611" name="Group 10610">
                      <a:extLst>
                        <a:ext uri="{FF2B5EF4-FFF2-40B4-BE49-F238E27FC236}">
                          <a16:creationId xmlns:a16="http://schemas.microsoft.com/office/drawing/2014/main" id="{EF3033DC-A468-E5DD-F51C-F63C43CBD8A4}"/>
                        </a:ext>
                      </a:extLst>
                    </p:cNvPr>
                    <p:cNvGrpSpPr/>
                    <p:nvPr/>
                  </p:nvGrpSpPr>
                  <p:grpSpPr>
                    <a:xfrm>
                      <a:off x="5310186" y="3402011"/>
                      <a:ext cx="303213" cy="303213"/>
                      <a:chOff x="5310186" y="3402011"/>
                      <a:chExt cx="303213" cy="303213"/>
                    </a:xfrm>
                  </p:grpSpPr>
                  <p:grpSp>
                    <p:nvGrpSpPr>
                      <p:cNvPr id="10612" name="Group 10611">
                        <a:extLst>
                          <a:ext uri="{FF2B5EF4-FFF2-40B4-BE49-F238E27FC236}">
                            <a16:creationId xmlns:a16="http://schemas.microsoft.com/office/drawing/2014/main" id="{DD4BF42E-A4D8-37A4-E82D-CE560DAB57FD}"/>
                          </a:ext>
                        </a:extLst>
                      </p:cNvPr>
                      <p:cNvGrpSpPr/>
                      <p:nvPr/>
                    </p:nvGrpSpPr>
                    <p:grpSpPr>
                      <a:xfrm>
                        <a:off x="5354636" y="3446461"/>
                        <a:ext cx="214313" cy="214313"/>
                        <a:chOff x="5354637" y="3446463"/>
                        <a:chExt cx="214313" cy="214313"/>
                      </a:xfrm>
                    </p:grpSpPr>
                    <p:sp>
                      <p:nvSpPr>
                        <p:cNvPr id="10617" name="Arc 10616">
                          <a:extLst>
                            <a:ext uri="{FF2B5EF4-FFF2-40B4-BE49-F238E27FC236}">
                              <a16:creationId xmlns:a16="http://schemas.microsoft.com/office/drawing/2014/main" id="{5A19C78F-1867-688F-B36B-DBCFABAA8C1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18" name="Arc 10617">
                          <a:extLst>
                            <a:ext uri="{FF2B5EF4-FFF2-40B4-BE49-F238E27FC236}">
                              <a16:creationId xmlns:a16="http://schemas.microsoft.com/office/drawing/2014/main" id="{2EAC118D-9140-8886-73AB-61D236BCE39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613" name="Group 10612">
                        <a:extLst>
                          <a:ext uri="{FF2B5EF4-FFF2-40B4-BE49-F238E27FC236}">
                            <a16:creationId xmlns:a16="http://schemas.microsoft.com/office/drawing/2014/main" id="{7D12C547-A95B-A576-54FE-42A0932D1D73}"/>
                          </a:ext>
                        </a:extLst>
                      </p:cNvPr>
                      <p:cNvGrpSpPr/>
                      <p:nvPr/>
                    </p:nvGrpSpPr>
                    <p:grpSpPr>
                      <a:xfrm rot="7200000">
                        <a:off x="5310186" y="3402011"/>
                        <a:ext cx="303213" cy="303213"/>
                        <a:chOff x="5354637" y="3446463"/>
                        <a:chExt cx="214313" cy="214313"/>
                      </a:xfrm>
                    </p:grpSpPr>
                    <p:sp>
                      <p:nvSpPr>
                        <p:cNvPr id="10615" name="Arc 10614">
                          <a:extLst>
                            <a:ext uri="{FF2B5EF4-FFF2-40B4-BE49-F238E27FC236}">
                              <a16:creationId xmlns:a16="http://schemas.microsoft.com/office/drawing/2014/main" id="{0E39C8B2-4E0E-2EDA-5B58-6EED9DF2916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16" name="Arc 10615">
                          <a:extLst>
                            <a:ext uri="{FF2B5EF4-FFF2-40B4-BE49-F238E27FC236}">
                              <a16:creationId xmlns:a16="http://schemas.microsoft.com/office/drawing/2014/main" id="{0F9F66F4-0A55-21CA-FFC0-21FC783F0A2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614" name="TextBox 10613">
                        <a:extLst>
                          <a:ext uri="{FF2B5EF4-FFF2-40B4-BE49-F238E27FC236}">
                            <a16:creationId xmlns:a16="http://schemas.microsoft.com/office/drawing/2014/main" id="{8258385F-4E16-E6B4-41BA-43BA154020E7}"/>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576" name="Group 10575">
                    <a:extLst>
                      <a:ext uri="{FF2B5EF4-FFF2-40B4-BE49-F238E27FC236}">
                        <a16:creationId xmlns:a16="http://schemas.microsoft.com/office/drawing/2014/main" id="{3FC46CF4-9522-FE40-02A8-B64117CA1ED5}"/>
                      </a:ext>
                    </a:extLst>
                  </p:cNvPr>
                  <p:cNvGrpSpPr/>
                  <p:nvPr/>
                </p:nvGrpSpPr>
                <p:grpSpPr>
                  <a:xfrm>
                    <a:off x="5886431" y="3525040"/>
                    <a:ext cx="393192" cy="393192"/>
                    <a:chOff x="5265196" y="3932619"/>
                    <a:chExt cx="393192" cy="393192"/>
                  </a:xfrm>
                </p:grpSpPr>
                <p:grpSp>
                  <p:nvGrpSpPr>
                    <p:cNvPr id="10600" name="Group 10599">
                      <a:extLst>
                        <a:ext uri="{FF2B5EF4-FFF2-40B4-BE49-F238E27FC236}">
                          <a16:creationId xmlns:a16="http://schemas.microsoft.com/office/drawing/2014/main" id="{87789C42-9FBB-F847-6E6B-4AB466D2BA2F}"/>
                        </a:ext>
                      </a:extLst>
                    </p:cNvPr>
                    <p:cNvGrpSpPr/>
                    <p:nvPr/>
                  </p:nvGrpSpPr>
                  <p:grpSpPr>
                    <a:xfrm>
                      <a:off x="5354636" y="4022061"/>
                      <a:ext cx="214313" cy="214313"/>
                      <a:chOff x="5354637" y="3446463"/>
                      <a:chExt cx="214313" cy="214313"/>
                    </a:xfrm>
                  </p:grpSpPr>
                  <p:sp>
                    <p:nvSpPr>
                      <p:cNvPr id="10608" name="Arc 10607">
                        <a:extLst>
                          <a:ext uri="{FF2B5EF4-FFF2-40B4-BE49-F238E27FC236}">
                            <a16:creationId xmlns:a16="http://schemas.microsoft.com/office/drawing/2014/main" id="{C772BF50-5A33-43DA-B729-1D291723586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09" name="Arc 10608">
                        <a:extLst>
                          <a:ext uri="{FF2B5EF4-FFF2-40B4-BE49-F238E27FC236}">
                            <a16:creationId xmlns:a16="http://schemas.microsoft.com/office/drawing/2014/main" id="{8AFD9F33-09AE-A94F-8D97-2D904962634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601" name="Group 10600">
                      <a:extLst>
                        <a:ext uri="{FF2B5EF4-FFF2-40B4-BE49-F238E27FC236}">
                          <a16:creationId xmlns:a16="http://schemas.microsoft.com/office/drawing/2014/main" id="{D03501E1-35D2-9B21-8AE0-CE7C6E1C94E7}"/>
                        </a:ext>
                      </a:extLst>
                    </p:cNvPr>
                    <p:cNvGrpSpPr/>
                    <p:nvPr/>
                  </p:nvGrpSpPr>
                  <p:grpSpPr>
                    <a:xfrm rot="14400000">
                      <a:off x="5310186" y="3977611"/>
                      <a:ext cx="303213" cy="303213"/>
                      <a:chOff x="5354637" y="3446463"/>
                      <a:chExt cx="214313" cy="214313"/>
                    </a:xfrm>
                  </p:grpSpPr>
                  <p:sp>
                    <p:nvSpPr>
                      <p:cNvPr id="10606" name="Arc 10605">
                        <a:extLst>
                          <a:ext uri="{FF2B5EF4-FFF2-40B4-BE49-F238E27FC236}">
                            <a16:creationId xmlns:a16="http://schemas.microsoft.com/office/drawing/2014/main" id="{B017E2B3-58BB-03C6-DAFA-56BF3AC6232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07" name="Arc 10606">
                        <a:extLst>
                          <a:ext uri="{FF2B5EF4-FFF2-40B4-BE49-F238E27FC236}">
                            <a16:creationId xmlns:a16="http://schemas.microsoft.com/office/drawing/2014/main" id="{6AF04E11-64AF-FED7-026B-00F75DBE363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602" name="Group 10601">
                      <a:extLst>
                        <a:ext uri="{FF2B5EF4-FFF2-40B4-BE49-F238E27FC236}">
                          <a16:creationId xmlns:a16="http://schemas.microsoft.com/office/drawing/2014/main" id="{E112128A-FC03-C2DF-967F-50089B18B17C}"/>
                        </a:ext>
                      </a:extLst>
                    </p:cNvPr>
                    <p:cNvGrpSpPr/>
                    <p:nvPr/>
                  </p:nvGrpSpPr>
                  <p:grpSpPr>
                    <a:xfrm rot="7200000">
                      <a:off x="5265196" y="3932619"/>
                      <a:ext cx="393192" cy="393192"/>
                      <a:chOff x="5354637" y="3446463"/>
                      <a:chExt cx="214313" cy="214313"/>
                    </a:xfrm>
                  </p:grpSpPr>
                  <p:sp>
                    <p:nvSpPr>
                      <p:cNvPr id="10604" name="Arc 10603">
                        <a:extLst>
                          <a:ext uri="{FF2B5EF4-FFF2-40B4-BE49-F238E27FC236}">
                            <a16:creationId xmlns:a16="http://schemas.microsoft.com/office/drawing/2014/main" id="{AFAC2498-0217-02A6-8DCF-B3EC645E0A9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05" name="Arc 10604">
                        <a:extLst>
                          <a:ext uri="{FF2B5EF4-FFF2-40B4-BE49-F238E27FC236}">
                            <a16:creationId xmlns:a16="http://schemas.microsoft.com/office/drawing/2014/main" id="{342B9F7E-1616-7621-FC2E-7705D88915D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603" name="TextBox 10602">
                      <a:extLst>
                        <a:ext uri="{FF2B5EF4-FFF2-40B4-BE49-F238E27FC236}">
                          <a16:creationId xmlns:a16="http://schemas.microsoft.com/office/drawing/2014/main" id="{7835CFE5-9633-A05E-67EE-0C8CCBFA6A28}"/>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0577" name="Group 10576">
                    <a:extLst>
                      <a:ext uri="{FF2B5EF4-FFF2-40B4-BE49-F238E27FC236}">
                        <a16:creationId xmlns:a16="http://schemas.microsoft.com/office/drawing/2014/main" id="{CA46EA25-107D-36B9-D60B-E744A8C2E0DF}"/>
                      </a:ext>
                    </a:extLst>
                  </p:cNvPr>
                  <p:cNvGrpSpPr/>
                  <p:nvPr/>
                </p:nvGrpSpPr>
                <p:grpSpPr>
                  <a:xfrm>
                    <a:off x="6512463" y="3525040"/>
                    <a:ext cx="393192" cy="393192"/>
                    <a:chOff x="6389147" y="3357021"/>
                    <a:chExt cx="393192" cy="393192"/>
                  </a:xfrm>
                </p:grpSpPr>
                <p:grpSp>
                  <p:nvGrpSpPr>
                    <p:cNvPr id="10589" name="Group 10588">
                      <a:extLst>
                        <a:ext uri="{FF2B5EF4-FFF2-40B4-BE49-F238E27FC236}">
                          <a16:creationId xmlns:a16="http://schemas.microsoft.com/office/drawing/2014/main" id="{B088D407-4B18-B8DF-63E0-962DBB1B5B7D}"/>
                        </a:ext>
                      </a:extLst>
                    </p:cNvPr>
                    <p:cNvGrpSpPr/>
                    <p:nvPr/>
                  </p:nvGrpSpPr>
                  <p:grpSpPr>
                    <a:xfrm rot="7200000" flipH="1">
                      <a:off x="6389147" y="3357021"/>
                      <a:ext cx="393192" cy="393192"/>
                      <a:chOff x="5354637" y="3446463"/>
                      <a:chExt cx="214313" cy="214313"/>
                    </a:xfrm>
                  </p:grpSpPr>
                  <p:sp>
                    <p:nvSpPr>
                      <p:cNvPr id="10598" name="Arc 10597">
                        <a:extLst>
                          <a:ext uri="{FF2B5EF4-FFF2-40B4-BE49-F238E27FC236}">
                            <a16:creationId xmlns:a16="http://schemas.microsoft.com/office/drawing/2014/main" id="{72D23211-FCF2-69C8-EAB7-31F971D7127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99" name="Arc 10598">
                        <a:extLst>
                          <a:ext uri="{FF2B5EF4-FFF2-40B4-BE49-F238E27FC236}">
                            <a16:creationId xmlns:a16="http://schemas.microsoft.com/office/drawing/2014/main" id="{18BCF417-4D5B-59D5-19A9-696F165D5F0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590" name="Group 10589">
                      <a:extLst>
                        <a:ext uri="{FF2B5EF4-FFF2-40B4-BE49-F238E27FC236}">
                          <a16:creationId xmlns:a16="http://schemas.microsoft.com/office/drawing/2014/main" id="{A5D2671C-F1DD-1D84-83AF-D15C8E1CAA13}"/>
                        </a:ext>
                      </a:extLst>
                    </p:cNvPr>
                    <p:cNvGrpSpPr/>
                    <p:nvPr/>
                  </p:nvGrpSpPr>
                  <p:grpSpPr>
                    <a:xfrm>
                      <a:off x="6434137" y="3402011"/>
                      <a:ext cx="303213" cy="303213"/>
                      <a:chOff x="6434137" y="3402011"/>
                      <a:chExt cx="303213" cy="303213"/>
                    </a:xfrm>
                  </p:grpSpPr>
                  <p:grpSp>
                    <p:nvGrpSpPr>
                      <p:cNvPr id="10591" name="Group 10590">
                        <a:extLst>
                          <a:ext uri="{FF2B5EF4-FFF2-40B4-BE49-F238E27FC236}">
                            <a16:creationId xmlns:a16="http://schemas.microsoft.com/office/drawing/2014/main" id="{3B7A6A60-102B-D505-262A-C47651B084AA}"/>
                          </a:ext>
                        </a:extLst>
                      </p:cNvPr>
                      <p:cNvGrpSpPr/>
                      <p:nvPr/>
                    </p:nvGrpSpPr>
                    <p:grpSpPr>
                      <a:xfrm flipH="1">
                        <a:off x="6478587" y="3446461"/>
                        <a:ext cx="214313" cy="214313"/>
                        <a:chOff x="5354637" y="3446463"/>
                        <a:chExt cx="214313" cy="214313"/>
                      </a:xfrm>
                    </p:grpSpPr>
                    <p:sp>
                      <p:nvSpPr>
                        <p:cNvPr id="10596" name="Arc 10595">
                          <a:extLst>
                            <a:ext uri="{FF2B5EF4-FFF2-40B4-BE49-F238E27FC236}">
                              <a16:creationId xmlns:a16="http://schemas.microsoft.com/office/drawing/2014/main" id="{89B8E77F-C03E-65D9-B084-CA5E2346D53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97" name="Arc 10596">
                          <a:extLst>
                            <a:ext uri="{FF2B5EF4-FFF2-40B4-BE49-F238E27FC236}">
                              <a16:creationId xmlns:a16="http://schemas.microsoft.com/office/drawing/2014/main" id="{D95FBF29-84D8-1280-25B8-036258D4542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592" name="Group 10591">
                        <a:extLst>
                          <a:ext uri="{FF2B5EF4-FFF2-40B4-BE49-F238E27FC236}">
                            <a16:creationId xmlns:a16="http://schemas.microsoft.com/office/drawing/2014/main" id="{CC99BC13-55C8-ECDA-F310-C7A8327CAB91}"/>
                          </a:ext>
                        </a:extLst>
                      </p:cNvPr>
                      <p:cNvGrpSpPr/>
                      <p:nvPr/>
                    </p:nvGrpSpPr>
                    <p:grpSpPr>
                      <a:xfrm rot="14400000" flipH="1">
                        <a:off x="6434137" y="3402011"/>
                        <a:ext cx="303213" cy="303213"/>
                        <a:chOff x="5354637" y="3446463"/>
                        <a:chExt cx="214313" cy="214313"/>
                      </a:xfrm>
                    </p:grpSpPr>
                    <p:sp>
                      <p:nvSpPr>
                        <p:cNvPr id="10594" name="Arc 10593">
                          <a:extLst>
                            <a:ext uri="{FF2B5EF4-FFF2-40B4-BE49-F238E27FC236}">
                              <a16:creationId xmlns:a16="http://schemas.microsoft.com/office/drawing/2014/main" id="{B78892BF-89AF-7963-2F99-A145E380C3C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95" name="Arc 10594">
                          <a:extLst>
                            <a:ext uri="{FF2B5EF4-FFF2-40B4-BE49-F238E27FC236}">
                              <a16:creationId xmlns:a16="http://schemas.microsoft.com/office/drawing/2014/main" id="{3E504AC9-BF52-75BF-4554-76A9FF6EFCC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593" name="TextBox 10592">
                        <a:extLst>
                          <a:ext uri="{FF2B5EF4-FFF2-40B4-BE49-F238E27FC236}">
                            <a16:creationId xmlns:a16="http://schemas.microsoft.com/office/drawing/2014/main" id="{B5627F61-E3CA-1AA9-6452-84E880B0EA32}"/>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578" name="Group 10577">
                    <a:extLst>
                      <a:ext uri="{FF2B5EF4-FFF2-40B4-BE49-F238E27FC236}">
                        <a16:creationId xmlns:a16="http://schemas.microsoft.com/office/drawing/2014/main" id="{71CF5E0D-AC8C-CE91-3144-1B14F38D353B}"/>
                      </a:ext>
                    </a:extLst>
                  </p:cNvPr>
                  <p:cNvGrpSpPr/>
                  <p:nvPr/>
                </p:nvGrpSpPr>
                <p:grpSpPr>
                  <a:xfrm>
                    <a:off x="6197413" y="3225768"/>
                    <a:ext cx="393192" cy="393192"/>
                    <a:chOff x="6389147" y="3932622"/>
                    <a:chExt cx="393192" cy="393192"/>
                  </a:xfrm>
                </p:grpSpPr>
                <p:grpSp>
                  <p:nvGrpSpPr>
                    <p:cNvPr id="10579" name="Group 10578">
                      <a:extLst>
                        <a:ext uri="{FF2B5EF4-FFF2-40B4-BE49-F238E27FC236}">
                          <a16:creationId xmlns:a16="http://schemas.microsoft.com/office/drawing/2014/main" id="{977A3DA8-0539-C8ED-922C-37098DDB0002}"/>
                        </a:ext>
                      </a:extLst>
                    </p:cNvPr>
                    <p:cNvGrpSpPr/>
                    <p:nvPr/>
                  </p:nvGrpSpPr>
                  <p:grpSpPr>
                    <a:xfrm flipH="1">
                      <a:off x="6478587" y="4022061"/>
                      <a:ext cx="214313" cy="214313"/>
                      <a:chOff x="5354637" y="3446463"/>
                      <a:chExt cx="214313" cy="214313"/>
                    </a:xfrm>
                  </p:grpSpPr>
                  <p:sp>
                    <p:nvSpPr>
                      <p:cNvPr id="10587" name="Arc 10586">
                        <a:extLst>
                          <a:ext uri="{FF2B5EF4-FFF2-40B4-BE49-F238E27FC236}">
                            <a16:creationId xmlns:a16="http://schemas.microsoft.com/office/drawing/2014/main" id="{18552105-0689-7EB3-5904-F4FCDDF5AE2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88" name="Arc 10587">
                        <a:extLst>
                          <a:ext uri="{FF2B5EF4-FFF2-40B4-BE49-F238E27FC236}">
                            <a16:creationId xmlns:a16="http://schemas.microsoft.com/office/drawing/2014/main" id="{62987E20-94C2-047A-75B2-CFC0CFE8ADF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580" name="Group 10579">
                      <a:extLst>
                        <a:ext uri="{FF2B5EF4-FFF2-40B4-BE49-F238E27FC236}">
                          <a16:creationId xmlns:a16="http://schemas.microsoft.com/office/drawing/2014/main" id="{3CF77213-361C-83B6-1F43-42A946E19762}"/>
                        </a:ext>
                      </a:extLst>
                    </p:cNvPr>
                    <p:cNvGrpSpPr/>
                    <p:nvPr/>
                  </p:nvGrpSpPr>
                  <p:grpSpPr>
                    <a:xfrm rot="7200000" flipH="1">
                      <a:off x="6434137" y="3977611"/>
                      <a:ext cx="303213" cy="303213"/>
                      <a:chOff x="5354637" y="3446463"/>
                      <a:chExt cx="214313" cy="214313"/>
                    </a:xfrm>
                  </p:grpSpPr>
                  <p:sp>
                    <p:nvSpPr>
                      <p:cNvPr id="10585" name="Arc 10584">
                        <a:extLst>
                          <a:ext uri="{FF2B5EF4-FFF2-40B4-BE49-F238E27FC236}">
                            <a16:creationId xmlns:a16="http://schemas.microsoft.com/office/drawing/2014/main" id="{F19F6CF0-469E-80AA-A080-EFFDC35685F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86" name="Arc 10585">
                        <a:extLst>
                          <a:ext uri="{FF2B5EF4-FFF2-40B4-BE49-F238E27FC236}">
                            <a16:creationId xmlns:a16="http://schemas.microsoft.com/office/drawing/2014/main" id="{91DFA34F-A790-D9D3-6D45-B7EDC38974C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581" name="Group 10580">
                      <a:extLst>
                        <a:ext uri="{FF2B5EF4-FFF2-40B4-BE49-F238E27FC236}">
                          <a16:creationId xmlns:a16="http://schemas.microsoft.com/office/drawing/2014/main" id="{815AD6BC-53B7-4937-FCA9-A3CF00003E1E}"/>
                        </a:ext>
                      </a:extLst>
                    </p:cNvPr>
                    <p:cNvGrpSpPr/>
                    <p:nvPr/>
                  </p:nvGrpSpPr>
                  <p:grpSpPr>
                    <a:xfrm rot="14400000" flipH="1">
                      <a:off x="6389147" y="3932622"/>
                      <a:ext cx="393192" cy="393192"/>
                      <a:chOff x="5354637" y="3446463"/>
                      <a:chExt cx="214313" cy="214313"/>
                    </a:xfrm>
                  </p:grpSpPr>
                  <p:sp>
                    <p:nvSpPr>
                      <p:cNvPr id="10583" name="Arc 10582">
                        <a:extLst>
                          <a:ext uri="{FF2B5EF4-FFF2-40B4-BE49-F238E27FC236}">
                            <a16:creationId xmlns:a16="http://schemas.microsoft.com/office/drawing/2014/main" id="{D4898BB1-E154-F5EC-A1F2-F1128A8D73A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84" name="Arc 10583">
                        <a:extLst>
                          <a:ext uri="{FF2B5EF4-FFF2-40B4-BE49-F238E27FC236}">
                            <a16:creationId xmlns:a16="http://schemas.microsoft.com/office/drawing/2014/main" id="{4C84EA21-D8E6-BBB6-8234-378ACA7291B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582" name="TextBox 10581">
                      <a:extLst>
                        <a:ext uri="{FF2B5EF4-FFF2-40B4-BE49-F238E27FC236}">
                          <a16:creationId xmlns:a16="http://schemas.microsoft.com/office/drawing/2014/main" id="{64A803DD-839A-9A0C-2ACF-0CE53E148A21}"/>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528" name="Group 10527">
                  <a:extLst>
                    <a:ext uri="{FF2B5EF4-FFF2-40B4-BE49-F238E27FC236}">
                      <a16:creationId xmlns:a16="http://schemas.microsoft.com/office/drawing/2014/main" id="{F119D081-229B-3EB3-B0CA-2B1B1B5E9730}"/>
                    </a:ext>
                  </a:extLst>
                </p:cNvPr>
                <p:cNvGrpSpPr/>
                <p:nvPr/>
              </p:nvGrpSpPr>
              <p:grpSpPr>
                <a:xfrm>
                  <a:off x="6069086" y="3246228"/>
                  <a:ext cx="1019224" cy="991639"/>
                  <a:chOff x="5886431" y="3225768"/>
                  <a:chExt cx="1019224" cy="991639"/>
                </a:xfrm>
              </p:grpSpPr>
              <p:grpSp>
                <p:nvGrpSpPr>
                  <p:cNvPr id="10529" name="Group 10528">
                    <a:extLst>
                      <a:ext uri="{FF2B5EF4-FFF2-40B4-BE49-F238E27FC236}">
                        <a16:creationId xmlns:a16="http://schemas.microsoft.com/office/drawing/2014/main" id="{5C9BABE8-9C7D-E55B-E18F-B456265F105D}"/>
                      </a:ext>
                    </a:extLst>
                  </p:cNvPr>
                  <p:cNvGrpSpPr/>
                  <p:nvPr/>
                </p:nvGrpSpPr>
                <p:grpSpPr>
                  <a:xfrm>
                    <a:off x="6197413" y="3824215"/>
                    <a:ext cx="393192" cy="393192"/>
                    <a:chOff x="5265196" y="3357021"/>
                    <a:chExt cx="393192" cy="393192"/>
                  </a:xfrm>
                </p:grpSpPr>
                <p:grpSp>
                  <p:nvGrpSpPr>
                    <p:cNvPr id="10564" name="Group 10563">
                      <a:extLst>
                        <a:ext uri="{FF2B5EF4-FFF2-40B4-BE49-F238E27FC236}">
                          <a16:creationId xmlns:a16="http://schemas.microsoft.com/office/drawing/2014/main" id="{E31E981E-B52E-610E-F3E3-BA3A367AA33B}"/>
                        </a:ext>
                      </a:extLst>
                    </p:cNvPr>
                    <p:cNvGrpSpPr/>
                    <p:nvPr/>
                  </p:nvGrpSpPr>
                  <p:grpSpPr>
                    <a:xfrm rot="14400000">
                      <a:off x="5265196" y="3357021"/>
                      <a:ext cx="393192" cy="393192"/>
                      <a:chOff x="5354637" y="3446463"/>
                      <a:chExt cx="214313" cy="214313"/>
                    </a:xfrm>
                  </p:grpSpPr>
                  <p:sp>
                    <p:nvSpPr>
                      <p:cNvPr id="10573" name="Arc 10572">
                        <a:extLst>
                          <a:ext uri="{FF2B5EF4-FFF2-40B4-BE49-F238E27FC236}">
                            <a16:creationId xmlns:a16="http://schemas.microsoft.com/office/drawing/2014/main" id="{F3EC9838-EB3D-9FE5-89DB-747AF5C7E64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74" name="Arc 10573">
                        <a:extLst>
                          <a:ext uri="{FF2B5EF4-FFF2-40B4-BE49-F238E27FC236}">
                            <a16:creationId xmlns:a16="http://schemas.microsoft.com/office/drawing/2014/main" id="{07FD352A-6507-281C-B0CC-C3D9A00854F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565" name="Group 10564">
                      <a:extLst>
                        <a:ext uri="{FF2B5EF4-FFF2-40B4-BE49-F238E27FC236}">
                          <a16:creationId xmlns:a16="http://schemas.microsoft.com/office/drawing/2014/main" id="{71503009-4255-ED8C-BCB3-B75F7DEFA321}"/>
                        </a:ext>
                      </a:extLst>
                    </p:cNvPr>
                    <p:cNvGrpSpPr/>
                    <p:nvPr/>
                  </p:nvGrpSpPr>
                  <p:grpSpPr>
                    <a:xfrm>
                      <a:off x="5310186" y="3402011"/>
                      <a:ext cx="303213" cy="303213"/>
                      <a:chOff x="5310186" y="3402011"/>
                      <a:chExt cx="303213" cy="303213"/>
                    </a:xfrm>
                  </p:grpSpPr>
                  <p:grpSp>
                    <p:nvGrpSpPr>
                      <p:cNvPr id="10566" name="Group 10565">
                        <a:extLst>
                          <a:ext uri="{FF2B5EF4-FFF2-40B4-BE49-F238E27FC236}">
                            <a16:creationId xmlns:a16="http://schemas.microsoft.com/office/drawing/2014/main" id="{EEDBED2E-F19A-9D25-9490-F4EED3AE0ED6}"/>
                          </a:ext>
                        </a:extLst>
                      </p:cNvPr>
                      <p:cNvGrpSpPr/>
                      <p:nvPr/>
                    </p:nvGrpSpPr>
                    <p:grpSpPr>
                      <a:xfrm>
                        <a:off x="5354636" y="3446461"/>
                        <a:ext cx="214313" cy="214313"/>
                        <a:chOff x="5354637" y="3446463"/>
                        <a:chExt cx="214313" cy="214313"/>
                      </a:xfrm>
                    </p:grpSpPr>
                    <p:sp>
                      <p:nvSpPr>
                        <p:cNvPr id="10571" name="Arc 10570">
                          <a:extLst>
                            <a:ext uri="{FF2B5EF4-FFF2-40B4-BE49-F238E27FC236}">
                              <a16:creationId xmlns:a16="http://schemas.microsoft.com/office/drawing/2014/main" id="{4A1B56B2-D13E-0B4C-303A-53561255B9A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72" name="Arc 10571">
                          <a:extLst>
                            <a:ext uri="{FF2B5EF4-FFF2-40B4-BE49-F238E27FC236}">
                              <a16:creationId xmlns:a16="http://schemas.microsoft.com/office/drawing/2014/main" id="{A5F2A545-BE28-7DC9-85EC-8E17412EFF2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567" name="Group 10566">
                        <a:extLst>
                          <a:ext uri="{FF2B5EF4-FFF2-40B4-BE49-F238E27FC236}">
                            <a16:creationId xmlns:a16="http://schemas.microsoft.com/office/drawing/2014/main" id="{E08C4239-02EA-41DE-2FCD-A7336ABA306D}"/>
                          </a:ext>
                        </a:extLst>
                      </p:cNvPr>
                      <p:cNvGrpSpPr/>
                      <p:nvPr/>
                    </p:nvGrpSpPr>
                    <p:grpSpPr>
                      <a:xfrm rot="7200000">
                        <a:off x="5310186" y="3402011"/>
                        <a:ext cx="303213" cy="303213"/>
                        <a:chOff x="5354637" y="3446463"/>
                        <a:chExt cx="214313" cy="214313"/>
                      </a:xfrm>
                    </p:grpSpPr>
                    <p:sp>
                      <p:nvSpPr>
                        <p:cNvPr id="10569" name="Arc 10568">
                          <a:extLst>
                            <a:ext uri="{FF2B5EF4-FFF2-40B4-BE49-F238E27FC236}">
                              <a16:creationId xmlns:a16="http://schemas.microsoft.com/office/drawing/2014/main" id="{2B20A4C4-E067-A0A3-F87A-9BD296AA147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70" name="Arc 10569">
                          <a:extLst>
                            <a:ext uri="{FF2B5EF4-FFF2-40B4-BE49-F238E27FC236}">
                              <a16:creationId xmlns:a16="http://schemas.microsoft.com/office/drawing/2014/main" id="{ACF68498-B307-A081-2690-1B5CBC459F6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568" name="TextBox 10567">
                        <a:extLst>
                          <a:ext uri="{FF2B5EF4-FFF2-40B4-BE49-F238E27FC236}">
                            <a16:creationId xmlns:a16="http://schemas.microsoft.com/office/drawing/2014/main" id="{A9C62762-563D-DC82-3C36-E79DDA034CEC}"/>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530" name="Group 10529">
                    <a:extLst>
                      <a:ext uri="{FF2B5EF4-FFF2-40B4-BE49-F238E27FC236}">
                        <a16:creationId xmlns:a16="http://schemas.microsoft.com/office/drawing/2014/main" id="{E3024221-AA73-943A-45E5-B36E0ECC89B4}"/>
                      </a:ext>
                    </a:extLst>
                  </p:cNvPr>
                  <p:cNvGrpSpPr/>
                  <p:nvPr/>
                </p:nvGrpSpPr>
                <p:grpSpPr>
                  <a:xfrm>
                    <a:off x="5886431" y="3525040"/>
                    <a:ext cx="393192" cy="393192"/>
                    <a:chOff x="5265196" y="3932619"/>
                    <a:chExt cx="393192" cy="393192"/>
                  </a:xfrm>
                </p:grpSpPr>
                <p:grpSp>
                  <p:nvGrpSpPr>
                    <p:cNvPr id="10554" name="Group 10553">
                      <a:extLst>
                        <a:ext uri="{FF2B5EF4-FFF2-40B4-BE49-F238E27FC236}">
                          <a16:creationId xmlns:a16="http://schemas.microsoft.com/office/drawing/2014/main" id="{5830F94B-2870-E6F5-9183-6018DBA3878E}"/>
                        </a:ext>
                      </a:extLst>
                    </p:cNvPr>
                    <p:cNvGrpSpPr/>
                    <p:nvPr/>
                  </p:nvGrpSpPr>
                  <p:grpSpPr>
                    <a:xfrm>
                      <a:off x="5354636" y="4022061"/>
                      <a:ext cx="214313" cy="214313"/>
                      <a:chOff x="5354637" y="3446463"/>
                      <a:chExt cx="214313" cy="214313"/>
                    </a:xfrm>
                  </p:grpSpPr>
                  <p:sp>
                    <p:nvSpPr>
                      <p:cNvPr id="10562" name="Arc 10561">
                        <a:extLst>
                          <a:ext uri="{FF2B5EF4-FFF2-40B4-BE49-F238E27FC236}">
                            <a16:creationId xmlns:a16="http://schemas.microsoft.com/office/drawing/2014/main" id="{B51BD088-11CB-D889-4ABB-FD82357A7AF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63" name="Arc 10562">
                        <a:extLst>
                          <a:ext uri="{FF2B5EF4-FFF2-40B4-BE49-F238E27FC236}">
                            <a16:creationId xmlns:a16="http://schemas.microsoft.com/office/drawing/2014/main" id="{1C2592AD-E00D-796E-FD89-81D074BE37F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555" name="Group 10554">
                      <a:extLst>
                        <a:ext uri="{FF2B5EF4-FFF2-40B4-BE49-F238E27FC236}">
                          <a16:creationId xmlns:a16="http://schemas.microsoft.com/office/drawing/2014/main" id="{2A4E83F8-02E6-CA87-9F25-4E2531259FB3}"/>
                        </a:ext>
                      </a:extLst>
                    </p:cNvPr>
                    <p:cNvGrpSpPr/>
                    <p:nvPr/>
                  </p:nvGrpSpPr>
                  <p:grpSpPr>
                    <a:xfrm rot="14400000">
                      <a:off x="5310186" y="3977611"/>
                      <a:ext cx="303213" cy="303213"/>
                      <a:chOff x="5354637" y="3446463"/>
                      <a:chExt cx="214313" cy="214313"/>
                    </a:xfrm>
                  </p:grpSpPr>
                  <p:sp>
                    <p:nvSpPr>
                      <p:cNvPr id="10560" name="Arc 10559">
                        <a:extLst>
                          <a:ext uri="{FF2B5EF4-FFF2-40B4-BE49-F238E27FC236}">
                            <a16:creationId xmlns:a16="http://schemas.microsoft.com/office/drawing/2014/main" id="{775A8E2E-0E3E-D431-CCF7-8853317DB86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61" name="Arc 10560">
                        <a:extLst>
                          <a:ext uri="{FF2B5EF4-FFF2-40B4-BE49-F238E27FC236}">
                            <a16:creationId xmlns:a16="http://schemas.microsoft.com/office/drawing/2014/main" id="{3BAA5B3C-B215-3762-F50E-03B0EB50BB0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556" name="Group 10555">
                      <a:extLst>
                        <a:ext uri="{FF2B5EF4-FFF2-40B4-BE49-F238E27FC236}">
                          <a16:creationId xmlns:a16="http://schemas.microsoft.com/office/drawing/2014/main" id="{6095287F-1561-AB66-94BA-3B9791E86E15}"/>
                        </a:ext>
                      </a:extLst>
                    </p:cNvPr>
                    <p:cNvGrpSpPr/>
                    <p:nvPr/>
                  </p:nvGrpSpPr>
                  <p:grpSpPr>
                    <a:xfrm rot="7200000">
                      <a:off x="5265196" y="3932619"/>
                      <a:ext cx="393192" cy="393192"/>
                      <a:chOff x="5354637" y="3446463"/>
                      <a:chExt cx="214313" cy="214313"/>
                    </a:xfrm>
                  </p:grpSpPr>
                  <p:sp>
                    <p:nvSpPr>
                      <p:cNvPr id="10558" name="Arc 10557">
                        <a:extLst>
                          <a:ext uri="{FF2B5EF4-FFF2-40B4-BE49-F238E27FC236}">
                            <a16:creationId xmlns:a16="http://schemas.microsoft.com/office/drawing/2014/main" id="{BE92C078-7EC5-C0CC-D374-67B010837B1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59" name="Arc 10558">
                        <a:extLst>
                          <a:ext uri="{FF2B5EF4-FFF2-40B4-BE49-F238E27FC236}">
                            <a16:creationId xmlns:a16="http://schemas.microsoft.com/office/drawing/2014/main" id="{B9816D1D-5EF5-4679-376B-CB0450497D1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557" name="TextBox 10556">
                      <a:extLst>
                        <a:ext uri="{FF2B5EF4-FFF2-40B4-BE49-F238E27FC236}">
                          <a16:creationId xmlns:a16="http://schemas.microsoft.com/office/drawing/2014/main" id="{BD59ECB3-7C63-0C87-02A7-2267BE1EA7E6}"/>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0531" name="Group 10530">
                    <a:extLst>
                      <a:ext uri="{FF2B5EF4-FFF2-40B4-BE49-F238E27FC236}">
                        <a16:creationId xmlns:a16="http://schemas.microsoft.com/office/drawing/2014/main" id="{1D177811-DEE3-76A4-5470-89C1C54E3A66}"/>
                      </a:ext>
                    </a:extLst>
                  </p:cNvPr>
                  <p:cNvGrpSpPr/>
                  <p:nvPr/>
                </p:nvGrpSpPr>
                <p:grpSpPr>
                  <a:xfrm>
                    <a:off x="6512463" y="3525040"/>
                    <a:ext cx="393192" cy="393192"/>
                    <a:chOff x="6389147" y="3357021"/>
                    <a:chExt cx="393192" cy="393192"/>
                  </a:xfrm>
                </p:grpSpPr>
                <p:grpSp>
                  <p:nvGrpSpPr>
                    <p:cNvPr id="10543" name="Group 10542">
                      <a:extLst>
                        <a:ext uri="{FF2B5EF4-FFF2-40B4-BE49-F238E27FC236}">
                          <a16:creationId xmlns:a16="http://schemas.microsoft.com/office/drawing/2014/main" id="{A3075DCB-B434-05BF-D8E2-D2BE196BC443}"/>
                        </a:ext>
                      </a:extLst>
                    </p:cNvPr>
                    <p:cNvGrpSpPr/>
                    <p:nvPr/>
                  </p:nvGrpSpPr>
                  <p:grpSpPr>
                    <a:xfrm rot="7200000" flipH="1">
                      <a:off x="6389147" y="3357021"/>
                      <a:ext cx="393192" cy="393192"/>
                      <a:chOff x="5354637" y="3446463"/>
                      <a:chExt cx="214313" cy="214313"/>
                    </a:xfrm>
                  </p:grpSpPr>
                  <p:sp>
                    <p:nvSpPr>
                      <p:cNvPr id="10552" name="Arc 10551">
                        <a:extLst>
                          <a:ext uri="{FF2B5EF4-FFF2-40B4-BE49-F238E27FC236}">
                            <a16:creationId xmlns:a16="http://schemas.microsoft.com/office/drawing/2014/main" id="{D9F6AD2A-6269-6B24-DAED-C69C433FCC2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53" name="Arc 10552">
                        <a:extLst>
                          <a:ext uri="{FF2B5EF4-FFF2-40B4-BE49-F238E27FC236}">
                            <a16:creationId xmlns:a16="http://schemas.microsoft.com/office/drawing/2014/main" id="{259AF531-C55F-65A5-2057-4800CB809FA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544" name="Group 10543">
                      <a:extLst>
                        <a:ext uri="{FF2B5EF4-FFF2-40B4-BE49-F238E27FC236}">
                          <a16:creationId xmlns:a16="http://schemas.microsoft.com/office/drawing/2014/main" id="{6C989D95-4C1C-9927-1FA1-CD827A6E2097}"/>
                        </a:ext>
                      </a:extLst>
                    </p:cNvPr>
                    <p:cNvGrpSpPr/>
                    <p:nvPr/>
                  </p:nvGrpSpPr>
                  <p:grpSpPr>
                    <a:xfrm>
                      <a:off x="6434137" y="3402011"/>
                      <a:ext cx="303213" cy="303213"/>
                      <a:chOff x="6434137" y="3402011"/>
                      <a:chExt cx="303213" cy="303213"/>
                    </a:xfrm>
                  </p:grpSpPr>
                  <p:grpSp>
                    <p:nvGrpSpPr>
                      <p:cNvPr id="10545" name="Group 10544">
                        <a:extLst>
                          <a:ext uri="{FF2B5EF4-FFF2-40B4-BE49-F238E27FC236}">
                            <a16:creationId xmlns:a16="http://schemas.microsoft.com/office/drawing/2014/main" id="{6597FAC6-1B21-7811-CBDE-FA52C485DE65}"/>
                          </a:ext>
                        </a:extLst>
                      </p:cNvPr>
                      <p:cNvGrpSpPr/>
                      <p:nvPr/>
                    </p:nvGrpSpPr>
                    <p:grpSpPr>
                      <a:xfrm flipH="1">
                        <a:off x="6478587" y="3446461"/>
                        <a:ext cx="214313" cy="214313"/>
                        <a:chOff x="5354637" y="3446463"/>
                        <a:chExt cx="214313" cy="214313"/>
                      </a:xfrm>
                    </p:grpSpPr>
                    <p:sp>
                      <p:nvSpPr>
                        <p:cNvPr id="10550" name="Arc 10549">
                          <a:extLst>
                            <a:ext uri="{FF2B5EF4-FFF2-40B4-BE49-F238E27FC236}">
                              <a16:creationId xmlns:a16="http://schemas.microsoft.com/office/drawing/2014/main" id="{51F2456A-39E4-E804-5368-532C434EB9F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51" name="Arc 10550">
                          <a:extLst>
                            <a:ext uri="{FF2B5EF4-FFF2-40B4-BE49-F238E27FC236}">
                              <a16:creationId xmlns:a16="http://schemas.microsoft.com/office/drawing/2014/main" id="{DF6E5E70-25A5-4843-D5DD-2BD1FFE2BB5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546" name="Group 10545">
                        <a:extLst>
                          <a:ext uri="{FF2B5EF4-FFF2-40B4-BE49-F238E27FC236}">
                            <a16:creationId xmlns:a16="http://schemas.microsoft.com/office/drawing/2014/main" id="{4AFC5D8D-D9C6-9DD7-2C30-2A28CA73ECBD}"/>
                          </a:ext>
                        </a:extLst>
                      </p:cNvPr>
                      <p:cNvGrpSpPr/>
                      <p:nvPr/>
                    </p:nvGrpSpPr>
                    <p:grpSpPr>
                      <a:xfrm rot="14400000" flipH="1">
                        <a:off x="6434137" y="3402011"/>
                        <a:ext cx="303213" cy="303213"/>
                        <a:chOff x="5354637" y="3446463"/>
                        <a:chExt cx="214313" cy="214313"/>
                      </a:xfrm>
                    </p:grpSpPr>
                    <p:sp>
                      <p:nvSpPr>
                        <p:cNvPr id="10548" name="Arc 10547">
                          <a:extLst>
                            <a:ext uri="{FF2B5EF4-FFF2-40B4-BE49-F238E27FC236}">
                              <a16:creationId xmlns:a16="http://schemas.microsoft.com/office/drawing/2014/main" id="{45047BCC-3DFE-8692-1589-2C187068E71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49" name="Arc 10548">
                          <a:extLst>
                            <a:ext uri="{FF2B5EF4-FFF2-40B4-BE49-F238E27FC236}">
                              <a16:creationId xmlns:a16="http://schemas.microsoft.com/office/drawing/2014/main" id="{2F0DD43F-872B-66DD-2FEB-C6A360303F2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547" name="TextBox 10546">
                        <a:extLst>
                          <a:ext uri="{FF2B5EF4-FFF2-40B4-BE49-F238E27FC236}">
                            <a16:creationId xmlns:a16="http://schemas.microsoft.com/office/drawing/2014/main" id="{194C3C71-288F-FB12-DE73-42E36B6D1626}"/>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532" name="Group 10531">
                    <a:extLst>
                      <a:ext uri="{FF2B5EF4-FFF2-40B4-BE49-F238E27FC236}">
                        <a16:creationId xmlns:a16="http://schemas.microsoft.com/office/drawing/2014/main" id="{73A45559-BC3C-EDBA-6D77-6887FBD6E810}"/>
                      </a:ext>
                    </a:extLst>
                  </p:cNvPr>
                  <p:cNvGrpSpPr/>
                  <p:nvPr/>
                </p:nvGrpSpPr>
                <p:grpSpPr>
                  <a:xfrm>
                    <a:off x="6197413" y="3225768"/>
                    <a:ext cx="393192" cy="393192"/>
                    <a:chOff x="6389147" y="3932622"/>
                    <a:chExt cx="393192" cy="393192"/>
                  </a:xfrm>
                </p:grpSpPr>
                <p:grpSp>
                  <p:nvGrpSpPr>
                    <p:cNvPr id="10533" name="Group 10532">
                      <a:extLst>
                        <a:ext uri="{FF2B5EF4-FFF2-40B4-BE49-F238E27FC236}">
                          <a16:creationId xmlns:a16="http://schemas.microsoft.com/office/drawing/2014/main" id="{A98E0F00-3C4C-D0D7-CD83-91599326F9AE}"/>
                        </a:ext>
                      </a:extLst>
                    </p:cNvPr>
                    <p:cNvGrpSpPr/>
                    <p:nvPr/>
                  </p:nvGrpSpPr>
                  <p:grpSpPr>
                    <a:xfrm flipH="1">
                      <a:off x="6478587" y="4022061"/>
                      <a:ext cx="214313" cy="214313"/>
                      <a:chOff x="5354637" y="3446463"/>
                      <a:chExt cx="214313" cy="214313"/>
                    </a:xfrm>
                  </p:grpSpPr>
                  <p:sp>
                    <p:nvSpPr>
                      <p:cNvPr id="10541" name="Arc 10540">
                        <a:extLst>
                          <a:ext uri="{FF2B5EF4-FFF2-40B4-BE49-F238E27FC236}">
                            <a16:creationId xmlns:a16="http://schemas.microsoft.com/office/drawing/2014/main" id="{E61814CE-49B1-DB10-6765-BD92CDB6C47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42" name="Arc 10541">
                        <a:extLst>
                          <a:ext uri="{FF2B5EF4-FFF2-40B4-BE49-F238E27FC236}">
                            <a16:creationId xmlns:a16="http://schemas.microsoft.com/office/drawing/2014/main" id="{D99016F1-E7EF-0294-3586-537B73FF36F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534" name="Group 10533">
                      <a:extLst>
                        <a:ext uri="{FF2B5EF4-FFF2-40B4-BE49-F238E27FC236}">
                          <a16:creationId xmlns:a16="http://schemas.microsoft.com/office/drawing/2014/main" id="{DA7F1E3E-E15F-729B-BC25-7AFA52434942}"/>
                        </a:ext>
                      </a:extLst>
                    </p:cNvPr>
                    <p:cNvGrpSpPr/>
                    <p:nvPr/>
                  </p:nvGrpSpPr>
                  <p:grpSpPr>
                    <a:xfrm rot="7200000" flipH="1">
                      <a:off x="6434137" y="3977611"/>
                      <a:ext cx="303213" cy="303213"/>
                      <a:chOff x="5354637" y="3446463"/>
                      <a:chExt cx="214313" cy="214313"/>
                    </a:xfrm>
                  </p:grpSpPr>
                  <p:sp>
                    <p:nvSpPr>
                      <p:cNvPr id="10539" name="Arc 10538">
                        <a:extLst>
                          <a:ext uri="{FF2B5EF4-FFF2-40B4-BE49-F238E27FC236}">
                            <a16:creationId xmlns:a16="http://schemas.microsoft.com/office/drawing/2014/main" id="{B056DAD0-6E24-6008-2B10-6025171A638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40" name="Arc 10539">
                        <a:extLst>
                          <a:ext uri="{FF2B5EF4-FFF2-40B4-BE49-F238E27FC236}">
                            <a16:creationId xmlns:a16="http://schemas.microsoft.com/office/drawing/2014/main" id="{B043F521-9F81-524C-D99E-E8847701573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535" name="Group 10534">
                      <a:extLst>
                        <a:ext uri="{FF2B5EF4-FFF2-40B4-BE49-F238E27FC236}">
                          <a16:creationId xmlns:a16="http://schemas.microsoft.com/office/drawing/2014/main" id="{4BDB7D1B-7471-290C-E3F5-A244F4046A90}"/>
                        </a:ext>
                      </a:extLst>
                    </p:cNvPr>
                    <p:cNvGrpSpPr/>
                    <p:nvPr/>
                  </p:nvGrpSpPr>
                  <p:grpSpPr>
                    <a:xfrm rot="14400000" flipH="1">
                      <a:off x="6389147" y="3932622"/>
                      <a:ext cx="393192" cy="393192"/>
                      <a:chOff x="5354637" y="3446463"/>
                      <a:chExt cx="214313" cy="214313"/>
                    </a:xfrm>
                  </p:grpSpPr>
                  <p:sp>
                    <p:nvSpPr>
                      <p:cNvPr id="10537" name="Arc 10536">
                        <a:extLst>
                          <a:ext uri="{FF2B5EF4-FFF2-40B4-BE49-F238E27FC236}">
                            <a16:creationId xmlns:a16="http://schemas.microsoft.com/office/drawing/2014/main" id="{852B834F-5F16-A2BC-B687-5C470D32BD8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38" name="Arc 10537">
                        <a:extLst>
                          <a:ext uri="{FF2B5EF4-FFF2-40B4-BE49-F238E27FC236}">
                            <a16:creationId xmlns:a16="http://schemas.microsoft.com/office/drawing/2014/main" id="{EBAE18BC-E97F-983B-B772-D0CC94A58AD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536" name="TextBox 10535">
                      <a:extLst>
                        <a:ext uri="{FF2B5EF4-FFF2-40B4-BE49-F238E27FC236}">
                          <a16:creationId xmlns:a16="http://schemas.microsoft.com/office/drawing/2014/main" id="{99EB2C79-71B9-9D81-B133-EB0A2564ED55}"/>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9188" name="Group 9187">
              <a:extLst>
                <a:ext uri="{FF2B5EF4-FFF2-40B4-BE49-F238E27FC236}">
                  <a16:creationId xmlns:a16="http://schemas.microsoft.com/office/drawing/2014/main" id="{D8A04B2D-FB6D-3AE0-E7A0-4056439819E1}"/>
                </a:ext>
              </a:extLst>
            </p:cNvPr>
            <p:cNvGrpSpPr/>
            <p:nvPr/>
          </p:nvGrpSpPr>
          <p:grpSpPr>
            <a:xfrm>
              <a:off x="-599392" y="-493844"/>
              <a:ext cx="2263438" cy="2198360"/>
              <a:chOff x="5445106" y="2039507"/>
              <a:chExt cx="2263438" cy="2198360"/>
            </a:xfrm>
          </p:grpSpPr>
          <p:grpSp>
            <p:nvGrpSpPr>
              <p:cNvPr id="10335" name="Group 10334">
                <a:extLst>
                  <a:ext uri="{FF2B5EF4-FFF2-40B4-BE49-F238E27FC236}">
                    <a16:creationId xmlns:a16="http://schemas.microsoft.com/office/drawing/2014/main" id="{E8F3C14F-E8C1-9986-F37E-36527FBB2200}"/>
                  </a:ext>
                </a:extLst>
              </p:cNvPr>
              <p:cNvGrpSpPr/>
              <p:nvPr/>
            </p:nvGrpSpPr>
            <p:grpSpPr>
              <a:xfrm>
                <a:off x="5445106" y="2644743"/>
                <a:ext cx="1643204" cy="1593124"/>
                <a:chOff x="5445106" y="2644743"/>
                <a:chExt cx="1643204" cy="1593124"/>
              </a:xfrm>
            </p:grpSpPr>
            <p:grpSp>
              <p:nvGrpSpPr>
                <p:cNvPr id="10431" name="Group 10430">
                  <a:extLst>
                    <a:ext uri="{FF2B5EF4-FFF2-40B4-BE49-F238E27FC236}">
                      <a16:creationId xmlns:a16="http://schemas.microsoft.com/office/drawing/2014/main" id="{A4D9AB4F-26D4-FDEB-8C60-F4A60926D814}"/>
                    </a:ext>
                  </a:extLst>
                </p:cNvPr>
                <p:cNvGrpSpPr/>
                <p:nvPr/>
              </p:nvGrpSpPr>
              <p:grpSpPr>
                <a:xfrm>
                  <a:off x="5445106" y="2644743"/>
                  <a:ext cx="1019224" cy="991639"/>
                  <a:chOff x="5886431" y="3225768"/>
                  <a:chExt cx="1019224" cy="991639"/>
                </a:xfrm>
              </p:grpSpPr>
              <p:grpSp>
                <p:nvGrpSpPr>
                  <p:cNvPr id="10479" name="Group 10478">
                    <a:extLst>
                      <a:ext uri="{FF2B5EF4-FFF2-40B4-BE49-F238E27FC236}">
                        <a16:creationId xmlns:a16="http://schemas.microsoft.com/office/drawing/2014/main" id="{DFE6A557-46D5-A27C-4B2A-B6671311D82E}"/>
                      </a:ext>
                    </a:extLst>
                  </p:cNvPr>
                  <p:cNvGrpSpPr/>
                  <p:nvPr/>
                </p:nvGrpSpPr>
                <p:grpSpPr>
                  <a:xfrm>
                    <a:off x="6197413" y="3824215"/>
                    <a:ext cx="393192" cy="393192"/>
                    <a:chOff x="5265196" y="3357021"/>
                    <a:chExt cx="393192" cy="393192"/>
                  </a:xfrm>
                </p:grpSpPr>
                <p:grpSp>
                  <p:nvGrpSpPr>
                    <p:cNvPr id="10514" name="Group 10513">
                      <a:extLst>
                        <a:ext uri="{FF2B5EF4-FFF2-40B4-BE49-F238E27FC236}">
                          <a16:creationId xmlns:a16="http://schemas.microsoft.com/office/drawing/2014/main" id="{4538DE22-B151-B75F-7F51-65D8CE160432}"/>
                        </a:ext>
                      </a:extLst>
                    </p:cNvPr>
                    <p:cNvGrpSpPr/>
                    <p:nvPr/>
                  </p:nvGrpSpPr>
                  <p:grpSpPr>
                    <a:xfrm rot="14400000">
                      <a:off x="5265196" y="3357021"/>
                      <a:ext cx="393192" cy="393192"/>
                      <a:chOff x="5354637" y="3446463"/>
                      <a:chExt cx="214313" cy="214313"/>
                    </a:xfrm>
                  </p:grpSpPr>
                  <p:sp>
                    <p:nvSpPr>
                      <p:cNvPr id="10523" name="Arc 10522">
                        <a:extLst>
                          <a:ext uri="{FF2B5EF4-FFF2-40B4-BE49-F238E27FC236}">
                            <a16:creationId xmlns:a16="http://schemas.microsoft.com/office/drawing/2014/main" id="{145193D0-158F-ED78-BF43-8153AB53EC0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24" name="Arc 10523">
                        <a:extLst>
                          <a:ext uri="{FF2B5EF4-FFF2-40B4-BE49-F238E27FC236}">
                            <a16:creationId xmlns:a16="http://schemas.microsoft.com/office/drawing/2014/main" id="{621ABBC3-4031-8D08-6A2A-FE4DF427CC2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515" name="Group 10514">
                      <a:extLst>
                        <a:ext uri="{FF2B5EF4-FFF2-40B4-BE49-F238E27FC236}">
                          <a16:creationId xmlns:a16="http://schemas.microsoft.com/office/drawing/2014/main" id="{42133E82-A898-CBDB-CB46-169BEA139F08}"/>
                        </a:ext>
                      </a:extLst>
                    </p:cNvPr>
                    <p:cNvGrpSpPr/>
                    <p:nvPr/>
                  </p:nvGrpSpPr>
                  <p:grpSpPr>
                    <a:xfrm>
                      <a:off x="5310186" y="3402011"/>
                      <a:ext cx="303213" cy="303213"/>
                      <a:chOff x="5310186" y="3402011"/>
                      <a:chExt cx="303213" cy="303213"/>
                    </a:xfrm>
                  </p:grpSpPr>
                  <p:grpSp>
                    <p:nvGrpSpPr>
                      <p:cNvPr id="10516" name="Group 10515">
                        <a:extLst>
                          <a:ext uri="{FF2B5EF4-FFF2-40B4-BE49-F238E27FC236}">
                            <a16:creationId xmlns:a16="http://schemas.microsoft.com/office/drawing/2014/main" id="{D2EB3FA8-AD16-5E69-F43F-35D685980985}"/>
                          </a:ext>
                        </a:extLst>
                      </p:cNvPr>
                      <p:cNvGrpSpPr/>
                      <p:nvPr/>
                    </p:nvGrpSpPr>
                    <p:grpSpPr>
                      <a:xfrm>
                        <a:off x="5354636" y="3446461"/>
                        <a:ext cx="214313" cy="214313"/>
                        <a:chOff x="5354637" y="3446463"/>
                        <a:chExt cx="214313" cy="214313"/>
                      </a:xfrm>
                    </p:grpSpPr>
                    <p:sp>
                      <p:nvSpPr>
                        <p:cNvPr id="10521" name="Arc 10520">
                          <a:extLst>
                            <a:ext uri="{FF2B5EF4-FFF2-40B4-BE49-F238E27FC236}">
                              <a16:creationId xmlns:a16="http://schemas.microsoft.com/office/drawing/2014/main" id="{1CB982A9-5AF5-5FB7-8BB3-D7D7B507A07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22" name="Arc 10521">
                          <a:extLst>
                            <a:ext uri="{FF2B5EF4-FFF2-40B4-BE49-F238E27FC236}">
                              <a16:creationId xmlns:a16="http://schemas.microsoft.com/office/drawing/2014/main" id="{FDBF1E5F-C441-FDC2-5A78-863F9407F18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517" name="Group 10516">
                        <a:extLst>
                          <a:ext uri="{FF2B5EF4-FFF2-40B4-BE49-F238E27FC236}">
                            <a16:creationId xmlns:a16="http://schemas.microsoft.com/office/drawing/2014/main" id="{B25B0032-0902-BDCE-17B2-7818B42981A1}"/>
                          </a:ext>
                        </a:extLst>
                      </p:cNvPr>
                      <p:cNvGrpSpPr/>
                      <p:nvPr/>
                    </p:nvGrpSpPr>
                    <p:grpSpPr>
                      <a:xfrm rot="7200000">
                        <a:off x="5310186" y="3402011"/>
                        <a:ext cx="303213" cy="303213"/>
                        <a:chOff x="5354637" y="3446463"/>
                        <a:chExt cx="214313" cy="214313"/>
                      </a:xfrm>
                    </p:grpSpPr>
                    <p:sp>
                      <p:nvSpPr>
                        <p:cNvPr id="10519" name="Arc 10518">
                          <a:extLst>
                            <a:ext uri="{FF2B5EF4-FFF2-40B4-BE49-F238E27FC236}">
                              <a16:creationId xmlns:a16="http://schemas.microsoft.com/office/drawing/2014/main" id="{C71A5FEE-00A7-D13A-83AA-188867F0C65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20" name="Arc 10519">
                          <a:extLst>
                            <a:ext uri="{FF2B5EF4-FFF2-40B4-BE49-F238E27FC236}">
                              <a16:creationId xmlns:a16="http://schemas.microsoft.com/office/drawing/2014/main" id="{4C8B5D8F-0DD6-1F71-707C-12BE43D45C8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518" name="TextBox 10517">
                        <a:extLst>
                          <a:ext uri="{FF2B5EF4-FFF2-40B4-BE49-F238E27FC236}">
                            <a16:creationId xmlns:a16="http://schemas.microsoft.com/office/drawing/2014/main" id="{89FF835B-CB5B-1D2B-CEE1-EE0740EAA0CC}"/>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480" name="Group 10479">
                    <a:extLst>
                      <a:ext uri="{FF2B5EF4-FFF2-40B4-BE49-F238E27FC236}">
                        <a16:creationId xmlns:a16="http://schemas.microsoft.com/office/drawing/2014/main" id="{616F79E3-B7F1-BA60-2206-7F0DAE715E14}"/>
                      </a:ext>
                    </a:extLst>
                  </p:cNvPr>
                  <p:cNvGrpSpPr/>
                  <p:nvPr/>
                </p:nvGrpSpPr>
                <p:grpSpPr>
                  <a:xfrm>
                    <a:off x="5886431" y="3525040"/>
                    <a:ext cx="393192" cy="393192"/>
                    <a:chOff x="5265196" y="3932619"/>
                    <a:chExt cx="393192" cy="393192"/>
                  </a:xfrm>
                </p:grpSpPr>
                <p:grpSp>
                  <p:nvGrpSpPr>
                    <p:cNvPr id="10504" name="Group 10503">
                      <a:extLst>
                        <a:ext uri="{FF2B5EF4-FFF2-40B4-BE49-F238E27FC236}">
                          <a16:creationId xmlns:a16="http://schemas.microsoft.com/office/drawing/2014/main" id="{A18AD2B1-7565-3680-56CE-AD06480B8DC1}"/>
                        </a:ext>
                      </a:extLst>
                    </p:cNvPr>
                    <p:cNvGrpSpPr/>
                    <p:nvPr/>
                  </p:nvGrpSpPr>
                  <p:grpSpPr>
                    <a:xfrm>
                      <a:off x="5354636" y="4022061"/>
                      <a:ext cx="214313" cy="214313"/>
                      <a:chOff x="5354637" y="3446463"/>
                      <a:chExt cx="214313" cy="214313"/>
                    </a:xfrm>
                  </p:grpSpPr>
                  <p:sp>
                    <p:nvSpPr>
                      <p:cNvPr id="10512" name="Arc 10511">
                        <a:extLst>
                          <a:ext uri="{FF2B5EF4-FFF2-40B4-BE49-F238E27FC236}">
                            <a16:creationId xmlns:a16="http://schemas.microsoft.com/office/drawing/2014/main" id="{E6C0335B-025E-F44A-9EF7-463F8350402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13" name="Arc 10512">
                        <a:extLst>
                          <a:ext uri="{FF2B5EF4-FFF2-40B4-BE49-F238E27FC236}">
                            <a16:creationId xmlns:a16="http://schemas.microsoft.com/office/drawing/2014/main" id="{D81BC62C-235B-2697-83E9-DFF6F19131C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505" name="Group 10504">
                      <a:extLst>
                        <a:ext uri="{FF2B5EF4-FFF2-40B4-BE49-F238E27FC236}">
                          <a16:creationId xmlns:a16="http://schemas.microsoft.com/office/drawing/2014/main" id="{1B435A23-BF54-3A84-B054-0FAE47CF221C}"/>
                        </a:ext>
                      </a:extLst>
                    </p:cNvPr>
                    <p:cNvGrpSpPr/>
                    <p:nvPr/>
                  </p:nvGrpSpPr>
                  <p:grpSpPr>
                    <a:xfrm rot="14400000">
                      <a:off x="5310186" y="3977611"/>
                      <a:ext cx="303213" cy="303213"/>
                      <a:chOff x="5354637" y="3446463"/>
                      <a:chExt cx="214313" cy="214313"/>
                    </a:xfrm>
                  </p:grpSpPr>
                  <p:sp>
                    <p:nvSpPr>
                      <p:cNvPr id="10510" name="Arc 10509">
                        <a:extLst>
                          <a:ext uri="{FF2B5EF4-FFF2-40B4-BE49-F238E27FC236}">
                            <a16:creationId xmlns:a16="http://schemas.microsoft.com/office/drawing/2014/main" id="{97265E65-EAFB-C1A5-7614-982800DB961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11" name="Arc 10510">
                        <a:extLst>
                          <a:ext uri="{FF2B5EF4-FFF2-40B4-BE49-F238E27FC236}">
                            <a16:creationId xmlns:a16="http://schemas.microsoft.com/office/drawing/2014/main" id="{27DD3490-950F-4D54-825B-7B3EC3DD1D9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506" name="Group 10505">
                      <a:extLst>
                        <a:ext uri="{FF2B5EF4-FFF2-40B4-BE49-F238E27FC236}">
                          <a16:creationId xmlns:a16="http://schemas.microsoft.com/office/drawing/2014/main" id="{C76AB352-B14D-616F-EE38-DFA9E306601C}"/>
                        </a:ext>
                      </a:extLst>
                    </p:cNvPr>
                    <p:cNvGrpSpPr/>
                    <p:nvPr/>
                  </p:nvGrpSpPr>
                  <p:grpSpPr>
                    <a:xfrm rot="7200000">
                      <a:off x="5265196" y="3932619"/>
                      <a:ext cx="393192" cy="393192"/>
                      <a:chOff x="5354637" y="3446463"/>
                      <a:chExt cx="214313" cy="214313"/>
                    </a:xfrm>
                  </p:grpSpPr>
                  <p:sp>
                    <p:nvSpPr>
                      <p:cNvPr id="10508" name="Arc 10507">
                        <a:extLst>
                          <a:ext uri="{FF2B5EF4-FFF2-40B4-BE49-F238E27FC236}">
                            <a16:creationId xmlns:a16="http://schemas.microsoft.com/office/drawing/2014/main" id="{1FD7A42F-7E9A-B222-DF24-25D08146C87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09" name="Arc 10508">
                        <a:extLst>
                          <a:ext uri="{FF2B5EF4-FFF2-40B4-BE49-F238E27FC236}">
                            <a16:creationId xmlns:a16="http://schemas.microsoft.com/office/drawing/2014/main" id="{0B00953A-8BA3-E97E-7091-6FCF49C8FD8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507" name="TextBox 10506">
                      <a:extLst>
                        <a:ext uri="{FF2B5EF4-FFF2-40B4-BE49-F238E27FC236}">
                          <a16:creationId xmlns:a16="http://schemas.microsoft.com/office/drawing/2014/main" id="{CD3E416B-196B-5B0B-BC4D-47D0E85C264E}"/>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0481" name="Group 10480">
                    <a:extLst>
                      <a:ext uri="{FF2B5EF4-FFF2-40B4-BE49-F238E27FC236}">
                        <a16:creationId xmlns:a16="http://schemas.microsoft.com/office/drawing/2014/main" id="{270E0977-CBCA-9592-C8D2-4AC9465D4235}"/>
                      </a:ext>
                    </a:extLst>
                  </p:cNvPr>
                  <p:cNvGrpSpPr/>
                  <p:nvPr/>
                </p:nvGrpSpPr>
                <p:grpSpPr>
                  <a:xfrm>
                    <a:off x="6512463" y="3525040"/>
                    <a:ext cx="393192" cy="393192"/>
                    <a:chOff x="6389147" y="3357021"/>
                    <a:chExt cx="393192" cy="393192"/>
                  </a:xfrm>
                </p:grpSpPr>
                <p:grpSp>
                  <p:nvGrpSpPr>
                    <p:cNvPr id="10493" name="Group 10492">
                      <a:extLst>
                        <a:ext uri="{FF2B5EF4-FFF2-40B4-BE49-F238E27FC236}">
                          <a16:creationId xmlns:a16="http://schemas.microsoft.com/office/drawing/2014/main" id="{E209DAF6-3692-8FC7-863D-0D00695F9F61}"/>
                        </a:ext>
                      </a:extLst>
                    </p:cNvPr>
                    <p:cNvGrpSpPr/>
                    <p:nvPr/>
                  </p:nvGrpSpPr>
                  <p:grpSpPr>
                    <a:xfrm rot="7200000" flipH="1">
                      <a:off x="6389147" y="3357021"/>
                      <a:ext cx="393192" cy="393192"/>
                      <a:chOff x="5354637" y="3446463"/>
                      <a:chExt cx="214313" cy="214313"/>
                    </a:xfrm>
                  </p:grpSpPr>
                  <p:sp>
                    <p:nvSpPr>
                      <p:cNvPr id="10502" name="Arc 10501">
                        <a:extLst>
                          <a:ext uri="{FF2B5EF4-FFF2-40B4-BE49-F238E27FC236}">
                            <a16:creationId xmlns:a16="http://schemas.microsoft.com/office/drawing/2014/main" id="{B0E1DC6D-68A2-DD7B-4434-6682E65C19E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03" name="Arc 10502">
                        <a:extLst>
                          <a:ext uri="{FF2B5EF4-FFF2-40B4-BE49-F238E27FC236}">
                            <a16:creationId xmlns:a16="http://schemas.microsoft.com/office/drawing/2014/main" id="{3F63C28D-CBBB-D7A1-CAA4-76CC1339705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494" name="Group 10493">
                      <a:extLst>
                        <a:ext uri="{FF2B5EF4-FFF2-40B4-BE49-F238E27FC236}">
                          <a16:creationId xmlns:a16="http://schemas.microsoft.com/office/drawing/2014/main" id="{830CFD70-DCBA-AF62-994C-C4E91B46B40D}"/>
                        </a:ext>
                      </a:extLst>
                    </p:cNvPr>
                    <p:cNvGrpSpPr/>
                    <p:nvPr/>
                  </p:nvGrpSpPr>
                  <p:grpSpPr>
                    <a:xfrm>
                      <a:off x="6434137" y="3402011"/>
                      <a:ext cx="303213" cy="303213"/>
                      <a:chOff x="6434137" y="3402011"/>
                      <a:chExt cx="303213" cy="303213"/>
                    </a:xfrm>
                  </p:grpSpPr>
                  <p:grpSp>
                    <p:nvGrpSpPr>
                      <p:cNvPr id="10495" name="Group 10494">
                        <a:extLst>
                          <a:ext uri="{FF2B5EF4-FFF2-40B4-BE49-F238E27FC236}">
                            <a16:creationId xmlns:a16="http://schemas.microsoft.com/office/drawing/2014/main" id="{A38313EF-E114-B6F7-D847-4478CA9EE68F}"/>
                          </a:ext>
                        </a:extLst>
                      </p:cNvPr>
                      <p:cNvGrpSpPr/>
                      <p:nvPr/>
                    </p:nvGrpSpPr>
                    <p:grpSpPr>
                      <a:xfrm flipH="1">
                        <a:off x="6478587" y="3446461"/>
                        <a:ext cx="214313" cy="214313"/>
                        <a:chOff x="5354637" y="3446463"/>
                        <a:chExt cx="214313" cy="214313"/>
                      </a:xfrm>
                    </p:grpSpPr>
                    <p:sp>
                      <p:nvSpPr>
                        <p:cNvPr id="10500" name="Arc 10499">
                          <a:extLst>
                            <a:ext uri="{FF2B5EF4-FFF2-40B4-BE49-F238E27FC236}">
                              <a16:creationId xmlns:a16="http://schemas.microsoft.com/office/drawing/2014/main" id="{C834D0FA-3356-4BD8-643C-7ED0FE93160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01" name="Arc 10500">
                          <a:extLst>
                            <a:ext uri="{FF2B5EF4-FFF2-40B4-BE49-F238E27FC236}">
                              <a16:creationId xmlns:a16="http://schemas.microsoft.com/office/drawing/2014/main" id="{D1480B0A-BF19-4A8C-59E8-07E5C117EF2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496" name="Group 10495">
                        <a:extLst>
                          <a:ext uri="{FF2B5EF4-FFF2-40B4-BE49-F238E27FC236}">
                            <a16:creationId xmlns:a16="http://schemas.microsoft.com/office/drawing/2014/main" id="{8F7BF0B8-407E-EEEA-F280-08B7C65C3182}"/>
                          </a:ext>
                        </a:extLst>
                      </p:cNvPr>
                      <p:cNvGrpSpPr/>
                      <p:nvPr/>
                    </p:nvGrpSpPr>
                    <p:grpSpPr>
                      <a:xfrm rot="14400000" flipH="1">
                        <a:off x="6434137" y="3402011"/>
                        <a:ext cx="303213" cy="303213"/>
                        <a:chOff x="5354637" y="3446463"/>
                        <a:chExt cx="214313" cy="214313"/>
                      </a:xfrm>
                    </p:grpSpPr>
                    <p:sp>
                      <p:nvSpPr>
                        <p:cNvPr id="10498" name="Arc 10497">
                          <a:extLst>
                            <a:ext uri="{FF2B5EF4-FFF2-40B4-BE49-F238E27FC236}">
                              <a16:creationId xmlns:a16="http://schemas.microsoft.com/office/drawing/2014/main" id="{9D24906E-252C-531F-A5DE-7EDA8EE70CC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499" name="Arc 10498">
                          <a:extLst>
                            <a:ext uri="{FF2B5EF4-FFF2-40B4-BE49-F238E27FC236}">
                              <a16:creationId xmlns:a16="http://schemas.microsoft.com/office/drawing/2014/main" id="{7886B0CE-3091-ED34-A119-EBDE7D7AA85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497" name="TextBox 10496">
                        <a:extLst>
                          <a:ext uri="{FF2B5EF4-FFF2-40B4-BE49-F238E27FC236}">
                            <a16:creationId xmlns:a16="http://schemas.microsoft.com/office/drawing/2014/main" id="{BAE434F7-A986-63A2-643D-C3BEABDFDDD4}"/>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482" name="Group 10481">
                    <a:extLst>
                      <a:ext uri="{FF2B5EF4-FFF2-40B4-BE49-F238E27FC236}">
                        <a16:creationId xmlns:a16="http://schemas.microsoft.com/office/drawing/2014/main" id="{D6D976FC-2288-7F16-0534-C69475271A60}"/>
                      </a:ext>
                    </a:extLst>
                  </p:cNvPr>
                  <p:cNvGrpSpPr/>
                  <p:nvPr/>
                </p:nvGrpSpPr>
                <p:grpSpPr>
                  <a:xfrm>
                    <a:off x="6197413" y="3225768"/>
                    <a:ext cx="393192" cy="393192"/>
                    <a:chOff x="6389147" y="3932622"/>
                    <a:chExt cx="393192" cy="393192"/>
                  </a:xfrm>
                </p:grpSpPr>
                <p:grpSp>
                  <p:nvGrpSpPr>
                    <p:cNvPr id="10483" name="Group 10482">
                      <a:extLst>
                        <a:ext uri="{FF2B5EF4-FFF2-40B4-BE49-F238E27FC236}">
                          <a16:creationId xmlns:a16="http://schemas.microsoft.com/office/drawing/2014/main" id="{65787950-46CF-27D3-98D8-97731B60426B}"/>
                        </a:ext>
                      </a:extLst>
                    </p:cNvPr>
                    <p:cNvGrpSpPr/>
                    <p:nvPr/>
                  </p:nvGrpSpPr>
                  <p:grpSpPr>
                    <a:xfrm flipH="1">
                      <a:off x="6478587" y="4022061"/>
                      <a:ext cx="214313" cy="214313"/>
                      <a:chOff x="5354637" y="3446463"/>
                      <a:chExt cx="214313" cy="214313"/>
                    </a:xfrm>
                  </p:grpSpPr>
                  <p:sp>
                    <p:nvSpPr>
                      <p:cNvPr id="10491" name="Arc 10490">
                        <a:extLst>
                          <a:ext uri="{FF2B5EF4-FFF2-40B4-BE49-F238E27FC236}">
                            <a16:creationId xmlns:a16="http://schemas.microsoft.com/office/drawing/2014/main" id="{4453328F-5DC2-9427-AF82-893B6CEBB0F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492" name="Arc 10491">
                        <a:extLst>
                          <a:ext uri="{FF2B5EF4-FFF2-40B4-BE49-F238E27FC236}">
                            <a16:creationId xmlns:a16="http://schemas.microsoft.com/office/drawing/2014/main" id="{9F578BBB-04CE-651F-4A5F-A2252C35A29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484" name="Group 10483">
                      <a:extLst>
                        <a:ext uri="{FF2B5EF4-FFF2-40B4-BE49-F238E27FC236}">
                          <a16:creationId xmlns:a16="http://schemas.microsoft.com/office/drawing/2014/main" id="{639781CB-4FE3-CE16-4740-6CFEDEAD39FB}"/>
                        </a:ext>
                      </a:extLst>
                    </p:cNvPr>
                    <p:cNvGrpSpPr/>
                    <p:nvPr/>
                  </p:nvGrpSpPr>
                  <p:grpSpPr>
                    <a:xfrm rot="7200000" flipH="1">
                      <a:off x="6434137" y="3977611"/>
                      <a:ext cx="303213" cy="303213"/>
                      <a:chOff x="5354637" y="3446463"/>
                      <a:chExt cx="214313" cy="214313"/>
                    </a:xfrm>
                  </p:grpSpPr>
                  <p:sp>
                    <p:nvSpPr>
                      <p:cNvPr id="10489" name="Arc 10488">
                        <a:extLst>
                          <a:ext uri="{FF2B5EF4-FFF2-40B4-BE49-F238E27FC236}">
                            <a16:creationId xmlns:a16="http://schemas.microsoft.com/office/drawing/2014/main" id="{D76F8ACE-48D6-A45E-4B80-4EE3DE75B0F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490" name="Arc 10489">
                        <a:extLst>
                          <a:ext uri="{FF2B5EF4-FFF2-40B4-BE49-F238E27FC236}">
                            <a16:creationId xmlns:a16="http://schemas.microsoft.com/office/drawing/2014/main" id="{94F99FFB-E69C-5F23-5134-7BA86019A55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485" name="Group 10484">
                      <a:extLst>
                        <a:ext uri="{FF2B5EF4-FFF2-40B4-BE49-F238E27FC236}">
                          <a16:creationId xmlns:a16="http://schemas.microsoft.com/office/drawing/2014/main" id="{29710AB8-DEE4-EF81-B572-70C209B7A593}"/>
                        </a:ext>
                      </a:extLst>
                    </p:cNvPr>
                    <p:cNvGrpSpPr/>
                    <p:nvPr/>
                  </p:nvGrpSpPr>
                  <p:grpSpPr>
                    <a:xfrm rot="14400000" flipH="1">
                      <a:off x="6389147" y="3932622"/>
                      <a:ext cx="393192" cy="393192"/>
                      <a:chOff x="5354637" y="3446463"/>
                      <a:chExt cx="214313" cy="214313"/>
                    </a:xfrm>
                  </p:grpSpPr>
                  <p:sp>
                    <p:nvSpPr>
                      <p:cNvPr id="10487" name="Arc 10486">
                        <a:extLst>
                          <a:ext uri="{FF2B5EF4-FFF2-40B4-BE49-F238E27FC236}">
                            <a16:creationId xmlns:a16="http://schemas.microsoft.com/office/drawing/2014/main" id="{44989299-4C4E-6B21-B38D-3612EDADE89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488" name="Arc 10487">
                        <a:extLst>
                          <a:ext uri="{FF2B5EF4-FFF2-40B4-BE49-F238E27FC236}">
                            <a16:creationId xmlns:a16="http://schemas.microsoft.com/office/drawing/2014/main" id="{F9938044-AEE3-4923-9B83-8200D468E10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486" name="TextBox 10485">
                      <a:extLst>
                        <a:ext uri="{FF2B5EF4-FFF2-40B4-BE49-F238E27FC236}">
                          <a16:creationId xmlns:a16="http://schemas.microsoft.com/office/drawing/2014/main" id="{E44A2974-DA6F-6399-3D9D-0CF4FBA24AE6}"/>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432" name="Group 10431">
                  <a:extLst>
                    <a:ext uri="{FF2B5EF4-FFF2-40B4-BE49-F238E27FC236}">
                      <a16:creationId xmlns:a16="http://schemas.microsoft.com/office/drawing/2014/main" id="{D2F0F765-F5CE-5757-CC94-CB5B5B27F927}"/>
                    </a:ext>
                  </a:extLst>
                </p:cNvPr>
                <p:cNvGrpSpPr/>
                <p:nvPr/>
              </p:nvGrpSpPr>
              <p:grpSpPr>
                <a:xfrm>
                  <a:off x="6069086" y="3246228"/>
                  <a:ext cx="1019224" cy="991639"/>
                  <a:chOff x="5886431" y="3225768"/>
                  <a:chExt cx="1019224" cy="991639"/>
                </a:xfrm>
              </p:grpSpPr>
              <p:grpSp>
                <p:nvGrpSpPr>
                  <p:cNvPr id="10433" name="Group 10432">
                    <a:extLst>
                      <a:ext uri="{FF2B5EF4-FFF2-40B4-BE49-F238E27FC236}">
                        <a16:creationId xmlns:a16="http://schemas.microsoft.com/office/drawing/2014/main" id="{984534D1-6CE0-5DBA-E45A-AB74353F704B}"/>
                      </a:ext>
                    </a:extLst>
                  </p:cNvPr>
                  <p:cNvGrpSpPr/>
                  <p:nvPr/>
                </p:nvGrpSpPr>
                <p:grpSpPr>
                  <a:xfrm>
                    <a:off x="6197413" y="3824215"/>
                    <a:ext cx="393192" cy="393192"/>
                    <a:chOff x="5265196" y="3357021"/>
                    <a:chExt cx="393192" cy="393192"/>
                  </a:xfrm>
                </p:grpSpPr>
                <p:grpSp>
                  <p:nvGrpSpPr>
                    <p:cNvPr id="10468" name="Group 10467">
                      <a:extLst>
                        <a:ext uri="{FF2B5EF4-FFF2-40B4-BE49-F238E27FC236}">
                          <a16:creationId xmlns:a16="http://schemas.microsoft.com/office/drawing/2014/main" id="{00ADDBBA-B97B-7C67-97CB-01F8C5B43C8F}"/>
                        </a:ext>
                      </a:extLst>
                    </p:cNvPr>
                    <p:cNvGrpSpPr/>
                    <p:nvPr/>
                  </p:nvGrpSpPr>
                  <p:grpSpPr>
                    <a:xfrm rot="14400000">
                      <a:off x="5265196" y="3357021"/>
                      <a:ext cx="393192" cy="393192"/>
                      <a:chOff x="5354637" y="3446463"/>
                      <a:chExt cx="214313" cy="214313"/>
                    </a:xfrm>
                  </p:grpSpPr>
                  <p:sp>
                    <p:nvSpPr>
                      <p:cNvPr id="10477" name="Arc 10476">
                        <a:extLst>
                          <a:ext uri="{FF2B5EF4-FFF2-40B4-BE49-F238E27FC236}">
                            <a16:creationId xmlns:a16="http://schemas.microsoft.com/office/drawing/2014/main" id="{E79CEF93-2314-67FD-1132-43588FF9FA7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478" name="Arc 10477">
                        <a:extLst>
                          <a:ext uri="{FF2B5EF4-FFF2-40B4-BE49-F238E27FC236}">
                            <a16:creationId xmlns:a16="http://schemas.microsoft.com/office/drawing/2014/main" id="{4A70B7F9-1B50-CA96-3DFC-33EAD70150C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469" name="Group 10468">
                      <a:extLst>
                        <a:ext uri="{FF2B5EF4-FFF2-40B4-BE49-F238E27FC236}">
                          <a16:creationId xmlns:a16="http://schemas.microsoft.com/office/drawing/2014/main" id="{E5404038-4684-CBA6-7248-E32B2890C764}"/>
                        </a:ext>
                      </a:extLst>
                    </p:cNvPr>
                    <p:cNvGrpSpPr/>
                    <p:nvPr/>
                  </p:nvGrpSpPr>
                  <p:grpSpPr>
                    <a:xfrm>
                      <a:off x="5310186" y="3402011"/>
                      <a:ext cx="303213" cy="303213"/>
                      <a:chOff x="5310186" y="3402011"/>
                      <a:chExt cx="303213" cy="303213"/>
                    </a:xfrm>
                  </p:grpSpPr>
                  <p:grpSp>
                    <p:nvGrpSpPr>
                      <p:cNvPr id="10470" name="Group 10469">
                        <a:extLst>
                          <a:ext uri="{FF2B5EF4-FFF2-40B4-BE49-F238E27FC236}">
                            <a16:creationId xmlns:a16="http://schemas.microsoft.com/office/drawing/2014/main" id="{8113B4FB-456D-27F2-32C1-F8FE4F61D60B}"/>
                          </a:ext>
                        </a:extLst>
                      </p:cNvPr>
                      <p:cNvGrpSpPr/>
                      <p:nvPr/>
                    </p:nvGrpSpPr>
                    <p:grpSpPr>
                      <a:xfrm>
                        <a:off x="5354636" y="3446461"/>
                        <a:ext cx="214313" cy="214313"/>
                        <a:chOff x="5354637" y="3446463"/>
                        <a:chExt cx="214313" cy="214313"/>
                      </a:xfrm>
                    </p:grpSpPr>
                    <p:sp>
                      <p:nvSpPr>
                        <p:cNvPr id="10475" name="Arc 10474">
                          <a:extLst>
                            <a:ext uri="{FF2B5EF4-FFF2-40B4-BE49-F238E27FC236}">
                              <a16:creationId xmlns:a16="http://schemas.microsoft.com/office/drawing/2014/main" id="{1F4D0A71-E804-E5B3-BC38-BC6779F1D17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476" name="Arc 10475">
                          <a:extLst>
                            <a:ext uri="{FF2B5EF4-FFF2-40B4-BE49-F238E27FC236}">
                              <a16:creationId xmlns:a16="http://schemas.microsoft.com/office/drawing/2014/main" id="{361DE641-F9B9-B747-C201-C6265D38373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471" name="Group 10470">
                        <a:extLst>
                          <a:ext uri="{FF2B5EF4-FFF2-40B4-BE49-F238E27FC236}">
                            <a16:creationId xmlns:a16="http://schemas.microsoft.com/office/drawing/2014/main" id="{9E572A54-5699-F2DC-9F7E-4C66D299DFD3}"/>
                          </a:ext>
                        </a:extLst>
                      </p:cNvPr>
                      <p:cNvGrpSpPr/>
                      <p:nvPr/>
                    </p:nvGrpSpPr>
                    <p:grpSpPr>
                      <a:xfrm rot="7200000">
                        <a:off x="5310186" y="3402011"/>
                        <a:ext cx="303213" cy="303213"/>
                        <a:chOff x="5354637" y="3446463"/>
                        <a:chExt cx="214313" cy="214313"/>
                      </a:xfrm>
                    </p:grpSpPr>
                    <p:sp>
                      <p:nvSpPr>
                        <p:cNvPr id="10473" name="Arc 10472">
                          <a:extLst>
                            <a:ext uri="{FF2B5EF4-FFF2-40B4-BE49-F238E27FC236}">
                              <a16:creationId xmlns:a16="http://schemas.microsoft.com/office/drawing/2014/main" id="{98046EDA-46FB-B3D6-41FE-0EA231DE929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474" name="Arc 10473">
                          <a:extLst>
                            <a:ext uri="{FF2B5EF4-FFF2-40B4-BE49-F238E27FC236}">
                              <a16:creationId xmlns:a16="http://schemas.microsoft.com/office/drawing/2014/main" id="{67AE2321-0B64-2437-391A-E05206F8898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472" name="TextBox 10471">
                        <a:extLst>
                          <a:ext uri="{FF2B5EF4-FFF2-40B4-BE49-F238E27FC236}">
                            <a16:creationId xmlns:a16="http://schemas.microsoft.com/office/drawing/2014/main" id="{C66FED03-4F5E-BDB9-DC85-EB6925970473}"/>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434" name="Group 10433">
                    <a:extLst>
                      <a:ext uri="{FF2B5EF4-FFF2-40B4-BE49-F238E27FC236}">
                        <a16:creationId xmlns:a16="http://schemas.microsoft.com/office/drawing/2014/main" id="{93915ADD-6BED-5B82-CB1B-4D8F3A9093D3}"/>
                      </a:ext>
                    </a:extLst>
                  </p:cNvPr>
                  <p:cNvGrpSpPr/>
                  <p:nvPr/>
                </p:nvGrpSpPr>
                <p:grpSpPr>
                  <a:xfrm>
                    <a:off x="5886431" y="3525040"/>
                    <a:ext cx="393192" cy="393192"/>
                    <a:chOff x="5265196" y="3932619"/>
                    <a:chExt cx="393192" cy="393192"/>
                  </a:xfrm>
                </p:grpSpPr>
                <p:grpSp>
                  <p:nvGrpSpPr>
                    <p:cNvPr id="10458" name="Group 10457">
                      <a:extLst>
                        <a:ext uri="{FF2B5EF4-FFF2-40B4-BE49-F238E27FC236}">
                          <a16:creationId xmlns:a16="http://schemas.microsoft.com/office/drawing/2014/main" id="{860AA50B-7A6C-2D2C-1CBC-F8BC110A93EA}"/>
                        </a:ext>
                      </a:extLst>
                    </p:cNvPr>
                    <p:cNvGrpSpPr/>
                    <p:nvPr/>
                  </p:nvGrpSpPr>
                  <p:grpSpPr>
                    <a:xfrm>
                      <a:off x="5354636" y="4022061"/>
                      <a:ext cx="214313" cy="214313"/>
                      <a:chOff x="5354637" y="3446463"/>
                      <a:chExt cx="214313" cy="214313"/>
                    </a:xfrm>
                  </p:grpSpPr>
                  <p:sp>
                    <p:nvSpPr>
                      <p:cNvPr id="10466" name="Arc 10465">
                        <a:extLst>
                          <a:ext uri="{FF2B5EF4-FFF2-40B4-BE49-F238E27FC236}">
                            <a16:creationId xmlns:a16="http://schemas.microsoft.com/office/drawing/2014/main" id="{9946CAC2-BEDD-8B03-1AE5-73AA5BB5A63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467" name="Arc 10466">
                        <a:extLst>
                          <a:ext uri="{FF2B5EF4-FFF2-40B4-BE49-F238E27FC236}">
                            <a16:creationId xmlns:a16="http://schemas.microsoft.com/office/drawing/2014/main" id="{D74ED11D-2D69-3F77-B1F3-1B8FF925396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459" name="Group 10458">
                      <a:extLst>
                        <a:ext uri="{FF2B5EF4-FFF2-40B4-BE49-F238E27FC236}">
                          <a16:creationId xmlns:a16="http://schemas.microsoft.com/office/drawing/2014/main" id="{A45AAF9F-F9E9-F79D-D3C3-E7C08EA8FE79}"/>
                        </a:ext>
                      </a:extLst>
                    </p:cNvPr>
                    <p:cNvGrpSpPr/>
                    <p:nvPr/>
                  </p:nvGrpSpPr>
                  <p:grpSpPr>
                    <a:xfrm rot="14400000">
                      <a:off x="5310186" y="3977611"/>
                      <a:ext cx="303213" cy="303213"/>
                      <a:chOff x="5354637" y="3446463"/>
                      <a:chExt cx="214313" cy="214313"/>
                    </a:xfrm>
                  </p:grpSpPr>
                  <p:sp>
                    <p:nvSpPr>
                      <p:cNvPr id="10464" name="Arc 10463">
                        <a:extLst>
                          <a:ext uri="{FF2B5EF4-FFF2-40B4-BE49-F238E27FC236}">
                            <a16:creationId xmlns:a16="http://schemas.microsoft.com/office/drawing/2014/main" id="{23863A9A-340A-99BA-5C8D-ECB41E606F3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465" name="Arc 10464">
                        <a:extLst>
                          <a:ext uri="{FF2B5EF4-FFF2-40B4-BE49-F238E27FC236}">
                            <a16:creationId xmlns:a16="http://schemas.microsoft.com/office/drawing/2014/main" id="{EA1B2621-E220-CD9F-DEB5-6216B53CF38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460" name="Group 10459">
                      <a:extLst>
                        <a:ext uri="{FF2B5EF4-FFF2-40B4-BE49-F238E27FC236}">
                          <a16:creationId xmlns:a16="http://schemas.microsoft.com/office/drawing/2014/main" id="{16E29813-3D2E-D711-EA6F-806B60033266}"/>
                        </a:ext>
                      </a:extLst>
                    </p:cNvPr>
                    <p:cNvGrpSpPr/>
                    <p:nvPr/>
                  </p:nvGrpSpPr>
                  <p:grpSpPr>
                    <a:xfrm rot="7200000">
                      <a:off x="5265196" y="3932619"/>
                      <a:ext cx="393192" cy="393192"/>
                      <a:chOff x="5354637" y="3446463"/>
                      <a:chExt cx="214313" cy="214313"/>
                    </a:xfrm>
                  </p:grpSpPr>
                  <p:sp>
                    <p:nvSpPr>
                      <p:cNvPr id="10462" name="Arc 10461">
                        <a:extLst>
                          <a:ext uri="{FF2B5EF4-FFF2-40B4-BE49-F238E27FC236}">
                            <a16:creationId xmlns:a16="http://schemas.microsoft.com/office/drawing/2014/main" id="{30FCC332-9BB9-0546-A652-DF55E671940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463" name="Arc 10462">
                        <a:extLst>
                          <a:ext uri="{FF2B5EF4-FFF2-40B4-BE49-F238E27FC236}">
                            <a16:creationId xmlns:a16="http://schemas.microsoft.com/office/drawing/2014/main" id="{9CCCB646-CE11-D7DC-25C0-A742CF3699D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461" name="TextBox 10460">
                      <a:extLst>
                        <a:ext uri="{FF2B5EF4-FFF2-40B4-BE49-F238E27FC236}">
                          <a16:creationId xmlns:a16="http://schemas.microsoft.com/office/drawing/2014/main" id="{E7AFC847-AFC0-A3DA-C26A-8C202E689C7D}"/>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0435" name="Group 10434">
                    <a:extLst>
                      <a:ext uri="{FF2B5EF4-FFF2-40B4-BE49-F238E27FC236}">
                        <a16:creationId xmlns:a16="http://schemas.microsoft.com/office/drawing/2014/main" id="{069EC628-5319-018B-582E-291B79CE859A}"/>
                      </a:ext>
                    </a:extLst>
                  </p:cNvPr>
                  <p:cNvGrpSpPr/>
                  <p:nvPr/>
                </p:nvGrpSpPr>
                <p:grpSpPr>
                  <a:xfrm>
                    <a:off x="6512463" y="3525040"/>
                    <a:ext cx="393192" cy="393192"/>
                    <a:chOff x="6389147" y="3357021"/>
                    <a:chExt cx="393192" cy="393192"/>
                  </a:xfrm>
                </p:grpSpPr>
                <p:grpSp>
                  <p:nvGrpSpPr>
                    <p:cNvPr id="10447" name="Group 10446">
                      <a:extLst>
                        <a:ext uri="{FF2B5EF4-FFF2-40B4-BE49-F238E27FC236}">
                          <a16:creationId xmlns:a16="http://schemas.microsoft.com/office/drawing/2014/main" id="{01BE4505-CCA6-40F2-E953-31B37291BEFE}"/>
                        </a:ext>
                      </a:extLst>
                    </p:cNvPr>
                    <p:cNvGrpSpPr/>
                    <p:nvPr/>
                  </p:nvGrpSpPr>
                  <p:grpSpPr>
                    <a:xfrm rot="7200000" flipH="1">
                      <a:off x="6389147" y="3357021"/>
                      <a:ext cx="393192" cy="393192"/>
                      <a:chOff x="5354637" y="3446463"/>
                      <a:chExt cx="214313" cy="214313"/>
                    </a:xfrm>
                  </p:grpSpPr>
                  <p:sp>
                    <p:nvSpPr>
                      <p:cNvPr id="10456" name="Arc 10455">
                        <a:extLst>
                          <a:ext uri="{FF2B5EF4-FFF2-40B4-BE49-F238E27FC236}">
                            <a16:creationId xmlns:a16="http://schemas.microsoft.com/office/drawing/2014/main" id="{C4EE082E-5E29-72EC-B82D-10A1A9383A1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457" name="Arc 10456">
                        <a:extLst>
                          <a:ext uri="{FF2B5EF4-FFF2-40B4-BE49-F238E27FC236}">
                            <a16:creationId xmlns:a16="http://schemas.microsoft.com/office/drawing/2014/main" id="{AF9888F6-0332-DD17-10B7-0561F000E7D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448" name="Group 10447">
                      <a:extLst>
                        <a:ext uri="{FF2B5EF4-FFF2-40B4-BE49-F238E27FC236}">
                          <a16:creationId xmlns:a16="http://schemas.microsoft.com/office/drawing/2014/main" id="{64124C3C-150B-6F03-1627-1C0D4FF73336}"/>
                        </a:ext>
                      </a:extLst>
                    </p:cNvPr>
                    <p:cNvGrpSpPr/>
                    <p:nvPr/>
                  </p:nvGrpSpPr>
                  <p:grpSpPr>
                    <a:xfrm>
                      <a:off x="6434137" y="3402011"/>
                      <a:ext cx="303213" cy="303213"/>
                      <a:chOff x="6434137" y="3402011"/>
                      <a:chExt cx="303213" cy="303213"/>
                    </a:xfrm>
                  </p:grpSpPr>
                  <p:grpSp>
                    <p:nvGrpSpPr>
                      <p:cNvPr id="10449" name="Group 10448">
                        <a:extLst>
                          <a:ext uri="{FF2B5EF4-FFF2-40B4-BE49-F238E27FC236}">
                            <a16:creationId xmlns:a16="http://schemas.microsoft.com/office/drawing/2014/main" id="{CFFB870C-544C-8C54-D952-51BBEE736E2E}"/>
                          </a:ext>
                        </a:extLst>
                      </p:cNvPr>
                      <p:cNvGrpSpPr/>
                      <p:nvPr/>
                    </p:nvGrpSpPr>
                    <p:grpSpPr>
                      <a:xfrm flipH="1">
                        <a:off x="6478587" y="3446461"/>
                        <a:ext cx="214313" cy="214313"/>
                        <a:chOff x="5354637" y="3446463"/>
                        <a:chExt cx="214313" cy="214313"/>
                      </a:xfrm>
                    </p:grpSpPr>
                    <p:sp>
                      <p:nvSpPr>
                        <p:cNvPr id="10454" name="Arc 10453">
                          <a:extLst>
                            <a:ext uri="{FF2B5EF4-FFF2-40B4-BE49-F238E27FC236}">
                              <a16:creationId xmlns:a16="http://schemas.microsoft.com/office/drawing/2014/main" id="{622C6BC9-5C8F-515E-8515-29C3BED28E4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455" name="Arc 10454">
                          <a:extLst>
                            <a:ext uri="{FF2B5EF4-FFF2-40B4-BE49-F238E27FC236}">
                              <a16:creationId xmlns:a16="http://schemas.microsoft.com/office/drawing/2014/main" id="{46BD4F28-CD12-9389-73F9-E81F81921AC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450" name="Group 10449">
                        <a:extLst>
                          <a:ext uri="{FF2B5EF4-FFF2-40B4-BE49-F238E27FC236}">
                            <a16:creationId xmlns:a16="http://schemas.microsoft.com/office/drawing/2014/main" id="{41EC519A-EFAC-EBD6-4635-0FA9C6D25EC2}"/>
                          </a:ext>
                        </a:extLst>
                      </p:cNvPr>
                      <p:cNvGrpSpPr/>
                      <p:nvPr/>
                    </p:nvGrpSpPr>
                    <p:grpSpPr>
                      <a:xfrm rot="14400000" flipH="1">
                        <a:off x="6434137" y="3402011"/>
                        <a:ext cx="303213" cy="303213"/>
                        <a:chOff x="5354637" y="3446463"/>
                        <a:chExt cx="214313" cy="214313"/>
                      </a:xfrm>
                    </p:grpSpPr>
                    <p:sp>
                      <p:nvSpPr>
                        <p:cNvPr id="10452" name="Arc 10451">
                          <a:extLst>
                            <a:ext uri="{FF2B5EF4-FFF2-40B4-BE49-F238E27FC236}">
                              <a16:creationId xmlns:a16="http://schemas.microsoft.com/office/drawing/2014/main" id="{1589D572-2662-025F-2A35-7D3EBCEB4B7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453" name="Arc 10452">
                          <a:extLst>
                            <a:ext uri="{FF2B5EF4-FFF2-40B4-BE49-F238E27FC236}">
                              <a16:creationId xmlns:a16="http://schemas.microsoft.com/office/drawing/2014/main" id="{7089F4B5-F115-F96E-F321-91AF7FFA446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451" name="TextBox 10450">
                        <a:extLst>
                          <a:ext uri="{FF2B5EF4-FFF2-40B4-BE49-F238E27FC236}">
                            <a16:creationId xmlns:a16="http://schemas.microsoft.com/office/drawing/2014/main" id="{49E3BB99-2ACB-5AA2-2891-8DEA71BB7192}"/>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436" name="Group 10435">
                    <a:extLst>
                      <a:ext uri="{FF2B5EF4-FFF2-40B4-BE49-F238E27FC236}">
                        <a16:creationId xmlns:a16="http://schemas.microsoft.com/office/drawing/2014/main" id="{2375E9D2-6950-82A5-1BC7-F3811294C425}"/>
                      </a:ext>
                    </a:extLst>
                  </p:cNvPr>
                  <p:cNvGrpSpPr/>
                  <p:nvPr/>
                </p:nvGrpSpPr>
                <p:grpSpPr>
                  <a:xfrm>
                    <a:off x="6197413" y="3225768"/>
                    <a:ext cx="393192" cy="393192"/>
                    <a:chOff x="6389147" y="3932622"/>
                    <a:chExt cx="393192" cy="393192"/>
                  </a:xfrm>
                </p:grpSpPr>
                <p:grpSp>
                  <p:nvGrpSpPr>
                    <p:cNvPr id="10437" name="Group 10436">
                      <a:extLst>
                        <a:ext uri="{FF2B5EF4-FFF2-40B4-BE49-F238E27FC236}">
                          <a16:creationId xmlns:a16="http://schemas.microsoft.com/office/drawing/2014/main" id="{2D9351DA-A610-2407-BF7B-630570EF83DE}"/>
                        </a:ext>
                      </a:extLst>
                    </p:cNvPr>
                    <p:cNvGrpSpPr/>
                    <p:nvPr/>
                  </p:nvGrpSpPr>
                  <p:grpSpPr>
                    <a:xfrm flipH="1">
                      <a:off x="6478587" y="4022061"/>
                      <a:ext cx="214313" cy="214313"/>
                      <a:chOff x="5354637" y="3446463"/>
                      <a:chExt cx="214313" cy="214313"/>
                    </a:xfrm>
                  </p:grpSpPr>
                  <p:sp>
                    <p:nvSpPr>
                      <p:cNvPr id="10445" name="Arc 10444">
                        <a:extLst>
                          <a:ext uri="{FF2B5EF4-FFF2-40B4-BE49-F238E27FC236}">
                            <a16:creationId xmlns:a16="http://schemas.microsoft.com/office/drawing/2014/main" id="{50104174-F700-1B22-D033-10C94F72C64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446" name="Arc 10445">
                        <a:extLst>
                          <a:ext uri="{FF2B5EF4-FFF2-40B4-BE49-F238E27FC236}">
                            <a16:creationId xmlns:a16="http://schemas.microsoft.com/office/drawing/2014/main" id="{1F7A4472-ADA3-4A5B-567B-99BAB2FE3C6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438" name="Group 10437">
                      <a:extLst>
                        <a:ext uri="{FF2B5EF4-FFF2-40B4-BE49-F238E27FC236}">
                          <a16:creationId xmlns:a16="http://schemas.microsoft.com/office/drawing/2014/main" id="{DF86F9A3-0CF0-5BA2-2480-7BBD0ECD5B84}"/>
                        </a:ext>
                      </a:extLst>
                    </p:cNvPr>
                    <p:cNvGrpSpPr/>
                    <p:nvPr/>
                  </p:nvGrpSpPr>
                  <p:grpSpPr>
                    <a:xfrm rot="7200000" flipH="1">
                      <a:off x="6434137" y="3977611"/>
                      <a:ext cx="303213" cy="303213"/>
                      <a:chOff x="5354637" y="3446463"/>
                      <a:chExt cx="214313" cy="214313"/>
                    </a:xfrm>
                  </p:grpSpPr>
                  <p:sp>
                    <p:nvSpPr>
                      <p:cNvPr id="10443" name="Arc 10442">
                        <a:extLst>
                          <a:ext uri="{FF2B5EF4-FFF2-40B4-BE49-F238E27FC236}">
                            <a16:creationId xmlns:a16="http://schemas.microsoft.com/office/drawing/2014/main" id="{8BE84A55-A451-17DF-3385-7E8A2043FE7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444" name="Arc 10443">
                        <a:extLst>
                          <a:ext uri="{FF2B5EF4-FFF2-40B4-BE49-F238E27FC236}">
                            <a16:creationId xmlns:a16="http://schemas.microsoft.com/office/drawing/2014/main" id="{74D3DBF2-5BAA-44A0-FF1E-D0BB07726A5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439" name="Group 10438">
                      <a:extLst>
                        <a:ext uri="{FF2B5EF4-FFF2-40B4-BE49-F238E27FC236}">
                          <a16:creationId xmlns:a16="http://schemas.microsoft.com/office/drawing/2014/main" id="{21AB32F0-0EB6-B557-C174-AF2532EBEC9A}"/>
                        </a:ext>
                      </a:extLst>
                    </p:cNvPr>
                    <p:cNvGrpSpPr/>
                    <p:nvPr/>
                  </p:nvGrpSpPr>
                  <p:grpSpPr>
                    <a:xfrm rot="14400000" flipH="1">
                      <a:off x="6389147" y="3932622"/>
                      <a:ext cx="393192" cy="393192"/>
                      <a:chOff x="5354637" y="3446463"/>
                      <a:chExt cx="214313" cy="214313"/>
                    </a:xfrm>
                  </p:grpSpPr>
                  <p:sp>
                    <p:nvSpPr>
                      <p:cNvPr id="10441" name="Arc 10440">
                        <a:extLst>
                          <a:ext uri="{FF2B5EF4-FFF2-40B4-BE49-F238E27FC236}">
                            <a16:creationId xmlns:a16="http://schemas.microsoft.com/office/drawing/2014/main" id="{FD9FF4FF-1552-6703-2BAE-CECE531C51D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442" name="Arc 10441">
                        <a:extLst>
                          <a:ext uri="{FF2B5EF4-FFF2-40B4-BE49-F238E27FC236}">
                            <a16:creationId xmlns:a16="http://schemas.microsoft.com/office/drawing/2014/main" id="{BD83D615-DAD3-447A-B0B8-85EA24F5D7F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440" name="TextBox 10439">
                      <a:extLst>
                        <a:ext uri="{FF2B5EF4-FFF2-40B4-BE49-F238E27FC236}">
                          <a16:creationId xmlns:a16="http://schemas.microsoft.com/office/drawing/2014/main" id="{F61BF655-4346-D95F-0586-176913335157}"/>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0336" name="Group 10335">
                <a:extLst>
                  <a:ext uri="{FF2B5EF4-FFF2-40B4-BE49-F238E27FC236}">
                    <a16:creationId xmlns:a16="http://schemas.microsoft.com/office/drawing/2014/main" id="{299A69F6-0E6D-CF98-CBAE-3D2DE2189936}"/>
                  </a:ext>
                </a:extLst>
              </p:cNvPr>
              <p:cNvGrpSpPr/>
              <p:nvPr/>
            </p:nvGrpSpPr>
            <p:grpSpPr>
              <a:xfrm>
                <a:off x="6065340" y="2039507"/>
                <a:ext cx="1643204" cy="1593124"/>
                <a:chOff x="5445106" y="2644743"/>
                <a:chExt cx="1643204" cy="1593124"/>
              </a:xfrm>
            </p:grpSpPr>
            <p:grpSp>
              <p:nvGrpSpPr>
                <p:cNvPr id="10337" name="Group 10336">
                  <a:extLst>
                    <a:ext uri="{FF2B5EF4-FFF2-40B4-BE49-F238E27FC236}">
                      <a16:creationId xmlns:a16="http://schemas.microsoft.com/office/drawing/2014/main" id="{D3943E45-352F-79EB-3900-8A80C8B2B720}"/>
                    </a:ext>
                  </a:extLst>
                </p:cNvPr>
                <p:cNvGrpSpPr/>
                <p:nvPr/>
              </p:nvGrpSpPr>
              <p:grpSpPr>
                <a:xfrm>
                  <a:off x="5445106" y="2644743"/>
                  <a:ext cx="1019224" cy="991639"/>
                  <a:chOff x="5886431" y="3225768"/>
                  <a:chExt cx="1019224" cy="991639"/>
                </a:xfrm>
              </p:grpSpPr>
              <p:grpSp>
                <p:nvGrpSpPr>
                  <p:cNvPr id="10385" name="Group 10384">
                    <a:extLst>
                      <a:ext uri="{FF2B5EF4-FFF2-40B4-BE49-F238E27FC236}">
                        <a16:creationId xmlns:a16="http://schemas.microsoft.com/office/drawing/2014/main" id="{FFA60A7F-277E-E9BD-02E0-53CD033BA8F0}"/>
                      </a:ext>
                    </a:extLst>
                  </p:cNvPr>
                  <p:cNvGrpSpPr/>
                  <p:nvPr/>
                </p:nvGrpSpPr>
                <p:grpSpPr>
                  <a:xfrm>
                    <a:off x="6197413" y="3824215"/>
                    <a:ext cx="393192" cy="393192"/>
                    <a:chOff x="5265196" y="3357021"/>
                    <a:chExt cx="393192" cy="393192"/>
                  </a:xfrm>
                </p:grpSpPr>
                <p:grpSp>
                  <p:nvGrpSpPr>
                    <p:cNvPr id="10420" name="Group 10419">
                      <a:extLst>
                        <a:ext uri="{FF2B5EF4-FFF2-40B4-BE49-F238E27FC236}">
                          <a16:creationId xmlns:a16="http://schemas.microsoft.com/office/drawing/2014/main" id="{60ABA95D-05E3-04FC-C3F0-E5E8C04E294E}"/>
                        </a:ext>
                      </a:extLst>
                    </p:cNvPr>
                    <p:cNvGrpSpPr/>
                    <p:nvPr/>
                  </p:nvGrpSpPr>
                  <p:grpSpPr>
                    <a:xfrm rot="14400000">
                      <a:off x="5265196" y="3357021"/>
                      <a:ext cx="393192" cy="393192"/>
                      <a:chOff x="5354637" y="3446463"/>
                      <a:chExt cx="214313" cy="214313"/>
                    </a:xfrm>
                  </p:grpSpPr>
                  <p:sp>
                    <p:nvSpPr>
                      <p:cNvPr id="10429" name="Arc 10428">
                        <a:extLst>
                          <a:ext uri="{FF2B5EF4-FFF2-40B4-BE49-F238E27FC236}">
                            <a16:creationId xmlns:a16="http://schemas.microsoft.com/office/drawing/2014/main" id="{742434FA-F292-08CB-681B-1AC8FC234C0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430" name="Arc 10429">
                        <a:extLst>
                          <a:ext uri="{FF2B5EF4-FFF2-40B4-BE49-F238E27FC236}">
                            <a16:creationId xmlns:a16="http://schemas.microsoft.com/office/drawing/2014/main" id="{21DF4F89-FFC0-3AC0-C972-31292EF640C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421" name="Group 10420">
                      <a:extLst>
                        <a:ext uri="{FF2B5EF4-FFF2-40B4-BE49-F238E27FC236}">
                          <a16:creationId xmlns:a16="http://schemas.microsoft.com/office/drawing/2014/main" id="{37E3E1B2-757D-5D64-87E3-A33C9E2B6075}"/>
                        </a:ext>
                      </a:extLst>
                    </p:cNvPr>
                    <p:cNvGrpSpPr/>
                    <p:nvPr/>
                  </p:nvGrpSpPr>
                  <p:grpSpPr>
                    <a:xfrm>
                      <a:off x="5310186" y="3402011"/>
                      <a:ext cx="303213" cy="303213"/>
                      <a:chOff x="5310186" y="3402011"/>
                      <a:chExt cx="303213" cy="303213"/>
                    </a:xfrm>
                  </p:grpSpPr>
                  <p:grpSp>
                    <p:nvGrpSpPr>
                      <p:cNvPr id="10422" name="Group 10421">
                        <a:extLst>
                          <a:ext uri="{FF2B5EF4-FFF2-40B4-BE49-F238E27FC236}">
                            <a16:creationId xmlns:a16="http://schemas.microsoft.com/office/drawing/2014/main" id="{AAEE57BB-1EC2-8C5F-A4D3-051354AE4220}"/>
                          </a:ext>
                        </a:extLst>
                      </p:cNvPr>
                      <p:cNvGrpSpPr/>
                      <p:nvPr/>
                    </p:nvGrpSpPr>
                    <p:grpSpPr>
                      <a:xfrm>
                        <a:off x="5354636" y="3446461"/>
                        <a:ext cx="214313" cy="214313"/>
                        <a:chOff x="5354637" y="3446463"/>
                        <a:chExt cx="214313" cy="214313"/>
                      </a:xfrm>
                    </p:grpSpPr>
                    <p:sp>
                      <p:nvSpPr>
                        <p:cNvPr id="10427" name="Arc 10426">
                          <a:extLst>
                            <a:ext uri="{FF2B5EF4-FFF2-40B4-BE49-F238E27FC236}">
                              <a16:creationId xmlns:a16="http://schemas.microsoft.com/office/drawing/2014/main" id="{D667A339-435F-0F07-75D9-C65CEEE0990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428" name="Arc 10427">
                          <a:extLst>
                            <a:ext uri="{FF2B5EF4-FFF2-40B4-BE49-F238E27FC236}">
                              <a16:creationId xmlns:a16="http://schemas.microsoft.com/office/drawing/2014/main" id="{339036E3-1C1B-C730-2863-760E688DCC4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423" name="Group 10422">
                        <a:extLst>
                          <a:ext uri="{FF2B5EF4-FFF2-40B4-BE49-F238E27FC236}">
                            <a16:creationId xmlns:a16="http://schemas.microsoft.com/office/drawing/2014/main" id="{0F98A22E-7EF3-4128-099C-4F2C7E317655}"/>
                          </a:ext>
                        </a:extLst>
                      </p:cNvPr>
                      <p:cNvGrpSpPr/>
                      <p:nvPr/>
                    </p:nvGrpSpPr>
                    <p:grpSpPr>
                      <a:xfrm rot="7200000">
                        <a:off x="5310186" y="3402011"/>
                        <a:ext cx="303213" cy="303213"/>
                        <a:chOff x="5354637" y="3446463"/>
                        <a:chExt cx="214313" cy="214313"/>
                      </a:xfrm>
                    </p:grpSpPr>
                    <p:sp>
                      <p:nvSpPr>
                        <p:cNvPr id="10425" name="Arc 10424">
                          <a:extLst>
                            <a:ext uri="{FF2B5EF4-FFF2-40B4-BE49-F238E27FC236}">
                              <a16:creationId xmlns:a16="http://schemas.microsoft.com/office/drawing/2014/main" id="{9A066AB3-3237-FF7F-2B3D-DECB664762C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426" name="Arc 10425">
                          <a:extLst>
                            <a:ext uri="{FF2B5EF4-FFF2-40B4-BE49-F238E27FC236}">
                              <a16:creationId xmlns:a16="http://schemas.microsoft.com/office/drawing/2014/main" id="{CF27FA49-CBE8-0684-B9A2-2F096F07A2E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424" name="TextBox 10423">
                        <a:extLst>
                          <a:ext uri="{FF2B5EF4-FFF2-40B4-BE49-F238E27FC236}">
                            <a16:creationId xmlns:a16="http://schemas.microsoft.com/office/drawing/2014/main" id="{1AD1EC02-EA12-35C8-B8E6-2093C6D475FA}"/>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386" name="Group 10385">
                    <a:extLst>
                      <a:ext uri="{FF2B5EF4-FFF2-40B4-BE49-F238E27FC236}">
                        <a16:creationId xmlns:a16="http://schemas.microsoft.com/office/drawing/2014/main" id="{9611AE60-DF52-F9BB-9681-BBEA35107BCC}"/>
                      </a:ext>
                    </a:extLst>
                  </p:cNvPr>
                  <p:cNvGrpSpPr/>
                  <p:nvPr/>
                </p:nvGrpSpPr>
                <p:grpSpPr>
                  <a:xfrm>
                    <a:off x="5886431" y="3525040"/>
                    <a:ext cx="393192" cy="393192"/>
                    <a:chOff x="5265196" y="3932619"/>
                    <a:chExt cx="393192" cy="393192"/>
                  </a:xfrm>
                </p:grpSpPr>
                <p:grpSp>
                  <p:nvGrpSpPr>
                    <p:cNvPr id="10410" name="Group 10409">
                      <a:extLst>
                        <a:ext uri="{FF2B5EF4-FFF2-40B4-BE49-F238E27FC236}">
                          <a16:creationId xmlns:a16="http://schemas.microsoft.com/office/drawing/2014/main" id="{EF59156D-56B4-F37E-865A-D419060B2B83}"/>
                        </a:ext>
                      </a:extLst>
                    </p:cNvPr>
                    <p:cNvGrpSpPr/>
                    <p:nvPr/>
                  </p:nvGrpSpPr>
                  <p:grpSpPr>
                    <a:xfrm>
                      <a:off x="5354636" y="4022061"/>
                      <a:ext cx="214313" cy="214313"/>
                      <a:chOff x="5354637" y="3446463"/>
                      <a:chExt cx="214313" cy="214313"/>
                    </a:xfrm>
                  </p:grpSpPr>
                  <p:sp>
                    <p:nvSpPr>
                      <p:cNvPr id="10418" name="Arc 10417">
                        <a:extLst>
                          <a:ext uri="{FF2B5EF4-FFF2-40B4-BE49-F238E27FC236}">
                            <a16:creationId xmlns:a16="http://schemas.microsoft.com/office/drawing/2014/main" id="{62697D70-2BCF-98B5-9B4E-F105061C173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419" name="Arc 10418">
                        <a:extLst>
                          <a:ext uri="{FF2B5EF4-FFF2-40B4-BE49-F238E27FC236}">
                            <a16:creationId xmlns:a16="http://schemas.microsoft.com/office/drawing/2014/main" id="{60C1CC70-1A3E-7240-EF54-1A41BF3235E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411" name="Group 10410">
                      <a:extLst>
                        <a:ext uri="{FF2B5EF4-FFF2-40B4-BE49-F238E27FC236}">
                          <a16:creationId xmlns:a16="http://schemas.microsoft.com/office/drawing/2014/main" id="{FF580B2C-CA39-B25F-D7DB-51FAC9065687}"/>
                        </a:ext>
                      </a:extLst>
                    </p:cNvPr>
                    <p:cNvGrpSpPr/>
                    <p:nvPr/>
                  </p:nvGrpSpPr>
                  <p:grpSpPr>
                    <a:xfrm rot="14400000">
                      <a:off x="5310186" y="3977611"/>
                      <a:ext cx="303213" cy="303213"/>
                      <a:chOff x="5354637" y="3446463"/>
                      <a:chExt cx="214313" cy="214313"/>
                    </a:xfrm>
                  </p:grpSpPr>
                  <p:sp>
                    <p:nvSpPr>
                      <p:cNvPr id="10416" name="Arc 10415">
                        <a:extLst>
                          <a:ext uri="{FF2B5EF4-FFF2-40B4-BE49-F238E27FC236}">
                            <a16:creationId xmlns:a16="http://schemas.microsoft.com/office/drawing/2014/main" id="{3C28B4DA-D74D-C31A-10CD-526BA8C47A7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417" name="Arc 10416">
                        <a:extLst>
                          <a:ext uri="{FF2B5EF4-FFF2-40B4-BE49-F238E27FC236}">
                            <a16:creationId xmlns:a16="http://schemas.microsoft.com/office/drawing/2014/main" id="{06E3FBC6-3677-42B8-03B1-77F386A1E80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412" name="Group 10411">
                      <a:extLst>
                        <a:ext uri="{FF2B5EF4-FFF2-40B4-BE49-F238E27FC236}">
                          <a16:creationId xmlns:a16="http://schemas.microsoft.com/office/drawing/2014/main" id="{EAF0C59F-38AC-2639-E3D6-83FBA4E45D9E}"/>
                        </a:ext>
                      </a:extLst>
                    </p:cNvPr>
                    <p:cNvGrpSpPr/>
                    <p:nvPr/>
                  </p:nvGrpSpPr>
                  <p:grpSpPr>
                    <a:xfrm rot="7200000">
                      <a:off x="5265196" y="3932619"/>
                      <a:ext cx="393192" cy="393192"/>
                      <a:chOff x="5354637" y="3446463"/>
                      <a:chExt cx="214313" cy="214313"/>
                    </a:xfrm>
                  </p:grpSpPr>
                  <p:sp>
                    <p:nvSpPr>
                      <p:cNvPr id="10414" name="Arc 10413">
                        <a:extLst>
                          <a:ext uri="{FF2B5EF4-FFF2-40B4-BE49-F238E27FC236}">
                            <a16:creationId xmlns:a16="http://schemas.microsoft.com/office/drawing/2014/main" id="{7F40C725-74DD-9EF7-C7F5-F6C1ACEBD1D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415" name="Arc 10414">
                        <a:extLst>
                          <a:ext uri="{FF2B5EF4-FFF2-40B4-BE49-F238E27FC236}">
                            <a16:creationId xmlns:a16="http://schemas.microsoft.com/office/drawing/2014/main" id="{4F9A7F27-1DD5-F029-04F0-F50E0701CDF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413" name="TextBox 10412">
                      <a:extLst>
                        <a:ext uri="{FF2B5EF4-FFF2-40B4-BE49-F238E27FC236}">
                          <a16:creationId xmlns:a16="http://schemas.microsoft.com/office/drawing/2014/main" id="{EF4FC47C-087F-B042-3488-F06F345A1CB2}"/>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0387" name="Group 10386">
                    <a:extLst>
                      <a:ext uri="{FF2B5EF4-FFF2-40B4-BE49-F238E27FC236}">
                        <a16:creationId xmlns:a16="http://schemas.microsoft.com/office/drawing/2014/main" id="{1F189092-373F-5623-4C99-FB53F8B18562}"/>
                      </a:ext>
                    </a:extLst>
                  </p:cNvPr>
                  <p:cNvGrpSpPr/>
                  <p:nvPr/>
                </p:nvGrpSpPr>
                <p:grpSpPr>
                  <a:xfrm>
                    <a:off x="6512463" y="3525040"/>
                    <a:ext cx="393192" cy="393192"/>
                    <a:chOff x="6389147" y="3357021"/>
                    <a:chExt cx="393192" cy="393192"/>
                  </a:xfrm>
                </p:grpSpPr>
                <p:grpSp>
                  <p:nvGrpSpPr>
                    <p:cNvPr id="10399" name="Group 10398">
                      <a:extLst>
                        <a:ext uri="{FF2B5EF4-FFF2-40B4-BE49-F238E27FC236}">
                          <a16:creationId xmlns:a16="http://schemas.microsoft.com/office/drawing/2014/main" id="{68268FBB-03F1-BCF9-4567-73F6E1B5BA98}"/>
                        </a:ext>
                      </a:extLst>
                    </p:cNvPr>
                    <p:cNvGrpSpPr/>
                    <p:nvPr/>
                  </p:nvGrpSpPr>
                  <p:grpSpPr>
                    <a:xfrm rot="7200000" flipH="1">
                      <a:off x="6389147" y="3357021"/>
                      <a:ext cx="393192" cy="393192"/>
                      <a:chOff x="5354637" y="3446463"/>
                      <a:chExt cx="214313" cy="214313"/>
                    </a:xfrm>
                  </p:grpSpPr>
                  <p:sp>
                    <p:nvSpPr>
                      <p:cNvPr id="10408" name="Arc 10407">
                        <a:extLst>
                          <a:ext uri="{FF2B5EF4-FFF2-40B4-BE49-F238E27FC236}">
                            <a16:creationId xmlns:a16="http://schemas.microsoft.com/office/drawing/2014/main" id="{50C84DC3-DCC5-5246-3E53-FD01CF34892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409" name="Arc 10408">
                        <a:extLst>
                          <a:ext uri="{FF2B5EF4-FFF2-40B4-BE49-F238E27FC236}">
                            <a16:creationId xmlns:a16="http://schemas.microsoft.com/office/drawing/2014/main" id="{DA920E32-E649-4136-9C97-99015A97509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400" name="Group 10399">
                      <a:extLst>
                        <a:ext uri="{FF2B5EF4-FFF2-40B4-BE49-F238E27FC236}">
                          <a16:creationId xmlns:a16="http://schemas.microsoft.com/office/drawing/2014/main" id="{9C855324-B92F-E591-CA0F-C48BF288AB28}"/>
                        </a:ext>
                      </a:extLst>
                    </p:cNvPr>
                    <p:cNvGrpSpPr/>
                    <p:nvPr/>
                  </p:nvGrpSpPr>
                  <p:grpSpPr>
                    <a:xfrm>
                      <a:off x="6434137" y="3402011"/>
                      <a:ext cx="303213" cy="303213"/>
                      <a:chOff x="6434137" y="3402011"/>
                      <a:chExt cx="303213" cy="303213"/>
                    </a:xfrm>
                  </p:grpSpPr>
                  <p:grpSp>
                    <p:nvGrpSpPr>
                      <p:cNvPr id="10401" name="Group 10400">
                        <a:extLst>
                          <a:ext uri="{FF2B5EF4-FFF2-40B4-BE49-F238E27FC236}">
                            <a16:creationId xmlns:a16="http://schemas.microsoft.com/office/drawing/2014/main" id="{1E92ABBA-0658-089D-BD6D-9C11CA8BB46C}"/>
                          </a:ext>
                        </a:extLst>
                      </p:cNvPr>
                      <p:cNvGrpSpPr/>
                      <p:nvPr/>
                    </p:nvGrpSpPr>
                    <p:grpSpPr>
                      <a:xfrm flipH="1">
                        <a:off x="6478587" y="3446461"/>
                        <a:ext cx="214313" cy="214313"/>
                        <a:chOff x="5354637" y="3446463"/>
                        <a:chExt cx="214313" cy="214313"/>
                      </a:xfrm>
                    </p:grpSpPr>
                    <p:sp>
                      <p:nvSpPr>
                        <p:cNvPr id="10406" name="Arc 10405">
                          <a:extLst>
                            <a:ext uri="{FF2B5EF4-FFF2-40B4-BE49-F238E27FC236}">
                              <a16:creationId xmlns:a16="http://schemas.microsoft.com/office/drawing/2014/main" id="{01615425-D982-7EBD-58E8-36BDF0406F1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407" name="Arc 10406">
                          <a:extLst>
                            <a:ext uri="{FF2B5EF4-FFF2-40B4-BE49-F238E27FC236}">
                              <a16:creationId xmlns:a16="http://schemas.microsoft.com/office/drawing/2014/main" id="{175311F2-B849-66A2-1ED8-1E7916D8A97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402" name="Group 10401">
                        <a:extLst>
                          <a:ext uri="{FF2B5EF4-FFF2-40B4-BE49-F238E27FC236}">
                            <a16:creationId xmlns:a16="http://schemas.microsoft.com/office/drawing/2014/main" id="{332CE6CF-1AE5-E5E6-0C86-4AE0221F58F6}"/>
                          </a:ext>
                        </a:extLst>
                      </p:cNvPr>
                      <p:cNvGrpSpPr/>
                      <p:nvPr/>
                    </p:nvGrpSpPr>
                    <p:grpSpPr>
                      <a:xfrm rot="14400000" flipH="1">
                        <a:off x="6434137" y="3402011"/>
                        <a:ext cx="303213" cy="303213"/>
                        <a:chOff x="5354637" y="3446463"/>
                        <a:chExt cx="214313" cy="214313"/>
                      </a:xfrm>
                    </p:grpSpPr>
                    <p:sp>
                      <p:nvSpPr>
                        <p:cNvPr id="10404" name="Arc 10403">
                          <a:extLst>
                            <a:ext uri="{FF2B5EF4-FFF2-40B4-BE49-F238E27FC236}">
                              <a16:creationId xmlns:a16="http://schemas.microsoft.com/office/drawing/2014/main" id="{361D1BEB-7E97-64F9-AF17-C43E4EAA7C9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405" name="Arc 10404">
                          <a:extLst>
                            <a:ext uri="{FF2B5EF4-FFF2-40B4-BE49-F238E27FC236}">
                              <a16:creationId xmlns:a16="http://schemas.microsoft.com/office/drawing/2014/main" id="{724099FF-D695-F504-CB7E-7CA7EB56E08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403" name="TextBox 10402">
                        <a:extLst>
                          <a:ext uri="{FF2B5EF4-FFF2-40B4-BE49-F238E27FC236}">
                            <a16:creationId xmlns:a16="http://schemas.microsoft.com/office/drawing/2014/main" id="{F98C9666-BED6-13B8-6A8B-FA63679F541B}"/>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388" name="Group 10387">
                    <a:extLst>
                      <a:ext uri="{FF2B5EF4-FFF2-40B4-BE49-F238E27FC236}">
                        <a16:creationId xmlns:a16="http://schemas.microsoft.com/office/drawing/2014/main" id="{17D16ED9-D3C5-8B76-99DD-08AFFEE776A1}"/>
                      </a:ext>
                    </a:extLst>
                  </p:cNvPr>
                  <p:cNvGrpSpPr/>
                  <p:nvPr/>
                </p:nvGrpSpPr>
                <p:grpSpPr>
                  <a:xfrm>
                    <a:off x="6197413" y="3225768"/>
                    <a:ext cx="393192" cy="393192"/>
                    <a:chOff x="6389147" y="3932622"/>
                    <a:chExt cx="393192" cy="393192"/>
                  </a:xfrm>
                </p:grpSpPr>
                <p:grpSp>
                  <p:nvGrpSpPr>
                    <p:cNvPr id="10389" name="Group 10388">
                      <a:extLst>
                        <a:ext uri="{FF2B5EF4-FFF2-40B4-BE49-F238E27FC236}">
                          <a16:creationId xmlns:a16="http://schemas.microsoft.com/office/drawing/2014/main" id="{E2157360-DF35-A02D-77D7-FE667A64F64C}"/>
                        </a:ext>
                      </a:extLst>
                    </p:cNvPr>
                    <p:cNvGrpSpPr/>
                    <p:nvPr/>
                  </p:nvGrpSpPr>
                  <p:grpSpPr>
                    <a:xfrm flipH="1">
                      <a:off x="6478587" y="4022061"/>
                      <a:ext cx="214313" cy="214313"/>
                      <a:chOff x="5354637" y="3446463"/>
                      <a:chExt cx="214313" cy="214313"/>
                    </a:xfrm>
                  </p:grpSpPr>
                  <p:sp>
                    <p:nvSpPr>
                      <p:cNvPr id="10397" name="Arc 10396">
                        <a:extLst>
                          <a:ext uri="{FF2B5EF4-FFF2-40B4-BE49-F238E27FC236}">
                            <a16:creationId xmlns:a16="http://schemas.microsoft.com/office/drawing/2014/main" id="{123E1F36-632D-5BF6-839F-DE29804CA49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98" name="Arc 10397">
                        <a:extLst>
                          <a:ext uri="{FF2B5EF4-FFF2-40B4-BE49-F238E27FC236}">
                            <a16:creationId xmlns:a16="http://schemas.microsoft.com/office/drawing/2014/main" id="{CD46C592-5E65-5084-8953-CC7AC25EF7D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390" name="Group 10389">
                      <a:extLst>
                        <a:ext uri="{FF2B5EF4-FFF2-40B4-BE49-F238E27FC236}">
                          <a16:creationId xmlns:a16="http://schemas.microsoft.com/office/drawing/2014/main" id="{D259734A-9121-4468-7D39-65D3582C1748}"/>
                        </a:ext>
                      </a:extLst>
                    </p:cNvPr>
                    <p:cNvGrpSpPr/>
                    <p:nvPr/>
                  </p:nvGrpSpPr>
                  <p:grpSpPr>
                    <a:xfrm rot="7200000" flipH="1">
                      <a:off x="6434137" y="3977611"/>
                      <a:ext cx="303213" cy="303213"/>
                      <a:chOff x="5354637" y="3446463"/>
                      <a:chExt cx="214313" cy="214313"/>
                    </a:xfrm>
                  </p:grpSpPr>
                  <p:sp>
                    <p:nvSpPr>
                      <p:cNvPr id="10395" name="Arc 10394">
                        <a:extLst>
                          <a:ext uri="{FF2B5EF4-FFF2-40B4-BE49-F238E27FC236}">
                            <a16:creationId xmlns:a16="http://schemas.microsoft.com/office/drawing/2014/main" id="{127DF094-8A9B-A926-4753-8D08C79C630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96" name="Arc 10395">
                        <a:extLst>
                          <a:ext uri="{FF2B5EF4-FFF2-40B4-BE49-F238E27FC236}">
                            <a16:creationId xmlns:a16="http://schemas.microsoft.com/office/drawing/2014/main" id="{B7274BF4-2FB7-3791-44DF-C49357206A8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391" name="Group 10390">
                      <a:extLst>
                        <a:ext uri="{FF2B5EF4-FFF2-40B4-BE49-F238E27FC236}">
                          <a16:creationId xmlns:a16="http://schemas.microsoft.com/office/drawing/2014/main" id="{67BE1BCE-262C-D239-388F-72337F2D42F5}"/>
                        </a:ext>
                      </a:extLst>
                    </p:cNvPr>
                    <p:cNvGrpSpPr/>
                    <p:nvPr/>
                  </p:nvGrpSpPr>
                  <p:grpSpPr>
                    <a:xfrm rot="14400000" flipH="1">
                      <a:off x="6389147" y="3932622"/>
                      <a:ext cx="393192" cy="393192"/>
                      <a:chOff x="5354637" y="3446463"/>
                      <a:chExt cx="214313" cy="214313"/>
                    </a:xfrm>
                  </p:grpSpPr>
                  <p:sp>
                    <p:nvSpPr>
                      <p:cNvPr id="10393" name="Arc 10392">
                        <a:extLst>
                          <a:ext uri="{FF2B5EF4-FFF2-40B4-BE49-F238E27FC236}">
                            <a16:creationId xmlns:a16="http://schemas.microsoft.com/office/drawing/2014/main" id="{FC32FB9F-3ADD-9DDF-86FA-99C0BD064EA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94" name="Arc 10393">
                        <a:extLst>
                          <a:ext uri="{FF2B5EF4-FFF2-40B4-BE49-F238E27FC236}">
                            <a16:creationId xmlns:a16="http://schemas.microsoft.com/office/drawing/2014/main" id="{B6393860-F2F5-0E46-959D-18C88625DF5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392" name="TextBox 10391">
                      <a:extLst>
                        <a:ext uri="{FF2B5EF4-FFF2-40B4-BE49-F238E27FC236}">
                          <a16:creationId xmlns:a16="http://schemas.microsoft.com/office/drawing/2014/main" id="{7F787146-F62D-2EEE-C0A2-1AE47466B27F}"/>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338" name="Group 10337">
                  <a:extLst>
                    <a:ext uri="{FF2B5EF4-FFF2-40B4-BE49-F238E27FC236}">
                      <a16:creationId xmlns:a16="http://schemas.microsoft.com/office/drawing/2014/main" id="{29CAC103-8D7D-A581-0ACF-F745F17981F9}"/>
                    </a:ext>
                  </a:extLst>
                </p:cNvPr>
                <p:cNvGrpSpPr/>
                <p:nvPr/>
              </p:nvGrpSpPr>
              <p:grpSpPr>
                <a:xfrm>
                  <a:off x="6069086" y="3246228"/>
                  <a:ext cx="1019224" cy="991639"/>
                  <a:chOff x="5886431" y="3225768"/>
                  <a:chExt cx="1019224" cy="991639"/>
                </a:xfrm>
              </p:grpSpPr>
              <p:grpSp>
                <p:nvGrpSpPr>
                  <p:cNvPr id="10339" name="Group 10338">
                    <a:extLst>
                      <a:ext uri="{FF2B5EF4-FFF2-40B4-BE49-F238E27FC236}">
                        <a16:creationId xmlns:a16="http://schemas.microsoft.com/office/drawing/2014/main" id="{ABE38A2D-8B7A-E06A-420A-287FEDF65050}"/>
                      </a:ext>
                    </a:extLst>
                  </p:cNvPr>
                  <p:cNvGrpSpPr/>
                  <p:nvPr/>
                </p:nvGrpSpPr>
                <p:grpSpPr>
                  <a:xfrm>
                    <a:off x="6197413" y="3824215"/>
                    <a:ext cx="393192" cy="393192"/>
                    <a:chOff x="5265196" y="3357021"/>
                    <a:chExt cx="393192" cy="393192"/>
                  </a:xfrm>
                </p:grpSpPr>
                <p:grpSp>
                  <p:nvGrpSpPr>
                    <p:cNvPr id="10374" name="Group 10373">
                      <a:extLst>
                        <a:ext uri="{FF2B5EF4-FFF2-40B4-BE49-F238E27FC236}">
                          <a16:creationId xmlns:a16="http://schemas.microsoft.com/office/drawing/2014/main" id="{C0CEE87F-71CB-452A-C5F8-ACDCC3136379}"/>
                        </a:ext>
                      </a:extLst>
                    </p:cNvPr>
                    <p:cNvGrpSpPr/>
                    <p:nvPr/>
                  </p:nvGrpSpPr>
                  <p:grpSpPr>
                    <a:xfrm rot="14400000">
                      <a:off x="5265196" y="3357021"/>
                      <a:ext cx="393192" cy="393192"/>
                      <a:chOff x="5354637" y="3446463"/>
                      <a:chExt cx="214313" cy="214313"/>
                    </a:xfrm>
                  </p:grpSpPr>
                  <p:sp>
                    <p:nvSpPr>
                      <p:cNvPr id="10383" name="Arc 10382">
                        <a:extLst>
                          <a:ext uri="{FF2B5EF4-FFF2-40B4-BE49-F238E27FC236}">
                            <a16:creationId xmlns:a16="http://schemas.microsoft.com/office/drawing/2014/main" id="{90236094-F83E-4DA0-65F8-21F7EDF0C8E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84" name="Arc 10383">
                        <a:extLst>
                          <a:ext uri="{FF2B5EF4-FFF2-40B4-BE49-F238E27FC236}">
                            <a16:creationId xmlns:a16="http://schemas.microsoft.com/office/drawing/2014/main" id="{0EE96336-C4A6-BBC1-48D6-18C0AD7EFD3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375" name="Group 10374">
                      <a:extLst>
                        <a:ext uri="{FF2B5EF4-FFF2-40B4-BE49-F238E27FC236}">
                          <a16:creationId xmlns:a16="http://schemas.microsoft.com/office/drawing/2014/main" id="{4E5287E0-FC09-C0C1-09E2-EABDECB67F10}"/>
                        </a:ext>
                      </a:extLst>
                    </p:cNvPr>
                    <p:cNvGrpSpPr/>
                    <p:nvPr/>
                  </p:nvGrpSpPr>
                  <p:grpSpPr>
                    <a:xfrm>
                      <a:off x="5310186" y="3402011"/>
                      <a:ext cx="303213" cy="303213"/>
                      <a:chOff x="5310186" y="3402011"/>
                      <a:chExt cx="303213" cy="303213"/>
                    </a:xfrm>
                  </p:grpSpPr>
                  <p:grpSp>
                    <p:nvGrpSpPr>
                      <p:cNvPr id="10376" name="Group 10375">
                        <a:extLst>
                          <a:ext uri="{FF2B5EF4-FFF2-40B4-BE49-F238E27FC236}">
                            <a16:creationId xmlns:a16="http://schemas.microsoft.com/office/drawing/2014/main" id="{A8EF460F-5FD7-E663-D7C6-2564A2144728}"/>
                          </a:ext>
                        </a:extLst>
                      </p:cNvPr>
                      <p:cNvGrpSpPr/>
                      <p:nvPr/>
                    </p:nvGrpSpPr>
                    <p:grpSpPr>
                      <a:xfrm>
                        <a:off x="5354636" y="3446461"/>
                        <a:ext cx="214313" cy="214313"/>
                        <a:chOff x="5354637" y="3446463"/>
                        <a:chExt cx="214313" cy="214313"/>
                      </a:xfrm>
                    </p:grpSpPr>
                    <p:sp>
                      <p:nvSpPr>
                        <p:cNvPr id="10381" name="Arc 10380">
                          <a:extLst>
                            <a:ext uri="{FF2B5EF4-FFF2-40B4-BE49-F238E27FC236}">
                              <a16:creationId xmlns:a16="http://schemas.microsoft.com/office/drawing/2014/main" id="{221CC83F-B3E5-08BE-F6B5-D70221ADF87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82" name="Arc 10381">
                          <a:extLst>
                            <a:ext uri="{FF2B5EF4-FFF2-40B4-BE49-F238E27FC236}">
                              <a16:creationId xmlns:a16="http://schemas.microsoft.com/office/drawing/2014/main" id="{FAB9C9E0-A89A-13F7-8B47-FCB88359A07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377" name="Group 10376">
                        <a:extLst>
                          <a:ext uri="{FF2B5EF4-FFF2-40B4-BE49-F238E27FC236}">
                            <a16:creationId xmlns:a16="http://schemas.microsoft.com/office/drawing/2014/main" id="{DD647D6E-2153-3684-D83A-7C04D8A48C1D}"/>
                          </a:ext>
                        </a:extLst>
                      </p:cNvPr>
                      <p:cNvGrpSpPr/>
                      <p:nvPr/>
                    </p:nvGrpSpPr>
                    <p:grpSpPr>
                      <a:xfrm rot="7200000">
                        <a:off x="5310186" y="3402011"/>
                        <a:ext cx="303213" cy="303213"/>
                        <a:chOff x="5354637" y="3446463"/>
                        <a:chExt cx="214313" cy="214313"/>
                      </a:xfrm>
                    </p:grpSpPr>
                    <p:sp>
                      <p:nvSpPr>
                        <p:cNvPr id="10379" name="Arc 10378">
                          <a:extLst>
                            <a:ext uri="{FF2B5EF4-FFF2-40B4-BE49-F238E27FC236}">
                              <a16:creationId xmlns:a16="http://schemas.microsoft.com/office/drawing/2014/main" id="{FA60A625-9F31-0671-5205-0C1D293B0FD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80" name="Arc 10379">
                          <a:extLst>
                            <a:ext uri="{FF2B5EF4-FFF2-40B4-BE49-F238E27FC236}">
                              <a16:creationId xmlns:a16="http://schemas.microsoft.com/office/drawing/2014/main" id="{751FC626-8878-AC6F-AB9E-E210729654B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378" name="TextBox 10377">
                        <a:extLst>
                          <a:ext uri="{FF2B5EF4-FFF2-40B4-BE49-F238E27FC236}">
                            <a16:creationId xmlns:a16="http://schemas.microsoft.com/office/drawing/2014/main" id="{236AAAAD-5070-190C-6E5D-C90F908C4C9B}"/>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340" name="Group 10339">
                    <a:extLst>
                      <a:ext uri="{FF2B5EF4-FFF2-40B4-BE49-F238E27FC236}">
                        <a16:creationId xmlns:a16="http://schemas.microsoft.com/office/drawing/2014/main" id="{4DCAADF5-224C-2012-52B3-AE5A56D4D006}"/>
                      </a:ext>
                    </a:extLst>
                  </p:cNvPr>
                  <p:cNvGrpSpPr/>
                  <p:nvPr/>
                </p:nvGrpSpPr>
                <p:grpSpPr>
                  <a:xfrm>
                    <a:off x="5886431" y="3525040"/>
                    <a:ext cx="393192" cy="393192"/>
                    <a:chOff x="5265196" y="3932619"/>
                    <a:chExt cx="393192" cy="393192"/>
                  </a:xfrm>
                </p:grpSpPr>
                <p:grpSp>
                  <p:nvGrpSpPr>
                    <p:cNvPr id="10364" name="Group 10363">
                      <a:extLst>
                        <a:ext uri="{FF2B5EF4-FFF2-40B4-BE49-F238E27FC236}">
                          <a16:creationId xmlns:a16="http://schemas.microsoft.com/office/drawing/2014/main" id="{B200284D-CCA0-1F92-3F77-135EA4E8EFCA}"/>
                        </a:ext>
                      </a:extLst>
                    </p:cNvPr>
                    <p:cNvGrpSpPr/>
                    <p:nvPr/>
                  </p:nvGrpSpPr>
                  <p:grpSpPr>
                    <a:xfrm>
                      <a:off x="5354636" y="4022061"/>
                      <a:ext cx="214313" cy="214313"/>
                      <a:chOff x="5354637" y="3446463"/>
                      <a:chExt cx="214313" cy="214313"/>
                    </a:xfrm>
                  </p:grpSpPr>
                  <p:sp>
                    <p:nvSpPr>
                      <p:cNvPr id="10372" name="Arc 10371">
                        <a:extLst>
                          <a:ext uri="{FF2B5EF4-FFF2-40B4-BE49-F238E27FC236}">
                            <a16:creationId xmlns:a16="http://schemas.microsoft.com/office/drawing/2014/main" id="{AB8476E1-4600-5B34-5CAB-D107F70588E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73" name="Arc 10372">
                        <a:extLst>
                          <a:ext uri="{FF2B5EF4-FFF2-40B4-BE49-F238E27FC236}">
                            <a16:creationId xmlns:a16="http://schemas.microsoft.com/office/drawing/2014/main" id="{07317DF4-47AC-73BE-2604-F9ED2C3B97D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365" name="Group 10364">
                      <a:extLst>
                        <a:ext uri="{FF2B5EF4-FFF2-40B4-BE49-F238E27FC236}">
                          <a16:creationId xmlns:a16="http://schemas.microsoft.com/office/drawing/2014/main" id="{8C259A8F-E250-A654-3797-536A9F992021}"/>
                        </a:ext>
                      </a:extLst>
                    </p:cNvPr>
                    <p:cNvGrpSpPr/>
                    <p:nvPr/>
                  </p:nvGrpSpPr>
                  <p:grpSpPr>
                    <a:xfrm rot="14400000">
                      <a:off x="5310186" y="3977611"/>
                      <a:ext cx="303213" cy="303213"/>
                      <a:chOff x="5354637" y="3446463"/>
                      <a:chExt cx="214313" cy="214313"/>
                    </a:xfrm>
                  </p:grpSpPr>
                  <p:sp>
                    <p:nvSpPr>
                      <p:cNvPr id="10370" name="Arc 10369">
                        <a:extLst>
                          <a:ext uri="{FF2B5EF4-FFF2-40B4-BE49-F238E27FC236}">
                            <a16:creationId xmlns:a16="http://schemas.microsoft.com/office/drawing/2014/main" id="{4DE0701E-5B9E-745C-0F01-1A94E5EBC52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71" name="Arc 10370">
                        <a:extLst>
                          <a:ext uri="{FF2B5EF4-FFF2-40B4-BE49-F238E27FC236}">
                            <a16:creationId xmlns:a16="http://schemas.microsoft.com/office/drawing/2014/main" id="{15DC08BF-1ECE-3CB8-13E4-E8E575269FF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366" name="Group 10365">
                      <a:extLst>
                        <a:ext uri="{FF2B5EF4-FFF2-40B4-BE49-F238E27FC236}">
                          <a16:creationId xmlns:a16="http://schemas.microsoft.com/office/drawing/2014/main" id="{17EAC2A2-744C-1A35-115A-C8991C261FEB}"/>
                        </a:ext>
                      </a:extLst>
                    </p:cNvPr>
                    <p:cNvGrpSpPr/>
                    <p:nvPr/>
                  </p:nvGrpSpPr>
                  <p:grpSpPr>
                    <a:xfrm rot="7200000">
                      <a:off x="5265196" y="3932619"/>
                      <a:ext cx="393192" cy="393192"/>
                      <a:chOff x="5354637" y="3446463"/>
                      <a:chExt cx="214313" cy="214313"/>
                    </a:xfrm>
                  </p:grpSpPr>
                  <p:sp>
                    <p:nvSpPr>
                      <p:cNvPr id="10368" name="Arc 10367">
                        <a:extLst>
                          <a:ext uri="{FF2B5EF4-FFF2-40B4-BE49-F238E27FC236}">
                            <a16:creationId xmlns:a16="http://schemas.microsoft.com/office/drawing/2014/main" id="{5FC9213B-E2DC-BE28-E4FC-7BD238423D3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69" name="Arc 10368">
                        <a:extLst>
                          <a:ext uri="{FF2B5EF4-FFF2-40B4-BE49-F238E27FC236}">
                            <a16:creationId xmlns:a16="http://schemas.microsoft.com/office/drawing/2014/main" id="{A96C9013-EF08-81F8-EE24-3D6E1DF2490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367" name="TextBox 10366">
                      <a:extLst>
                        <a:ext uri="{FF2B5EF4-FFF2-40B4-BE49-F238E27FC236}">
                          <a16:creationId xmlns:a16="http://schemas.microsoft.com/office/drawing/2014/main" id="{8E0056B8-FBB6-4A35-6E5B-BEFFC365D021}"/>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0341" name="Group 10340">
                    <a:extLst>
                      <a:ext uri="{FF2B5EF4-FFF2-40B4-BE49-F238E27FC236}">
                        <a16:creationId xmlns:a16="http://schemas.microsoft.com/office/drawing/2014/main" id="{D60F05EF-575F-EDF9-8360-AE0364F89EC9}"/>
                      </a:ext>
                    </a:extLst>
                  </p:cNvPr>
                  <p:cNvGrpSpPr/>
                  <p:nvPr/>
                </p:nvGrpSpPr>
                <p:grpSpPr>
                  <a:xfrm>
                    <a:off x="6512463" y="3525040"/>
                    <a:ext cx="393192" cy="393192"/>
                    <a:chOff x="6389147" y="3357021"/>
                    <a:chExt cx="393192" cy="393192"/>
                  </a:xfrm>
                </p:grpSpPr>
                <p:grpSp>
                  <p:nvGrpSpPr>
                    <p:cNvPr id="10353" name="Group 10352">
                      <a:extLst>
                        <a:ext uri="{FF2B5EF4-FFF2-40B4-BE49-F238E27FC236}">
                          <a16:creationId xmlns:a16="http://schemas.microsoft.com/office/drawing/2014/main" id="{185FA634-1812-5B9E-0F62-1DB5ED71693C}"/>
                        </a:ext>
                      </a:extLst>
                    </p:cNvPr>
                    <p:cNvGrpSpPr/>
                    <p:nvPr/>
                  </p:nvGrpSpPr>
                  <p:grpSpPr>
                    <a:xfrm rot="7200000" flipH="1">
                      <a:off x="6389147" y="3357021"/>
                      <a:ext cx="393192" cy="393192"/>
                      <a:chOff x="5354637" y="3446463"/>
                      <a:chExt cx="214313" cy="214313"/>
                    </a:xfrm>
                  </p:grpSpPr>
                  <p:sp>
                    <p:nvSpPr>
                      <p:cNvPr id="10362" name="Arc 10361">
                        <a:extLst>
                          <a:ext uri="{FF2B5EF4-FFF2-40B4-BE49-F238E27FC236}">
                            <a16:creationId xmlns:a16="http://schemas.microsoft.com/office/drawing/2014/main" id="{ABA09C68-475E-BC21-416D-7D1886E9F8E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63" name="Arc 10362">
                        <a:extLst>
                          <a:ext uri="{FF2B5EF4-FFF2-40B4-BE49-F238E27FC236}">
                            <a16:creationId xmlns:a16="http://schemas.microsoft.com/office/drawing/2014/main" id="{835BC37D-2BB2-C0D4-C9DD-F910DAC517F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354" name="Group 10353">
                      <a:extLst>
                        <a:ext uri="{FF2B5EF4-FFF2-40B4-BE49-F238E27FC236}">
                          <a16:creationId xmlns:a16="http://schemas.microsoft.com/office/drawing/2014/main" id="{9A3DD2E5-70DD-EDBD-36A9-C02876B664C6}"/>
                        </a:ext>
                      </a:extLst>
                    </p:cNvPr>
                    <p:cNvGrpSpPr/>
                    <p:nvPr/>
                  </p:nvGrpSpPr>
                  <p:grpSpPr>
                    <a:xfrm>
                      <a:off x="6434137" y="3402011"/>
                      <a:ext cx="303213" cy="303213"/>
                      <a:chOff x="6434137" y="3402011"/>
                      <a:chExt cx="303213" cy="303213"/>
                    </a:xfrm>
                  </p:grpSpPr>
                  <p:grpSp>
                    <p:nvGrpSpPr>
                      <p:cNvPr id="10355" name="Group 10354">
                        <a:extLst>
                          <a:ext uri="{FF2B5EF4-FFF2-40B4-BE49-F238E27FC236}">
                            <a16:creationId xmlns:a16="http://schemas.microsoft.com/office/drawing/2014/main" id="{7BD5C01D-7475-E708-CE0D-3EC33BDB62D0}"/>
                          </a:ext>
                        </a:extLst>
                      </p:cNvPr>
                      <p:cNvGrpSpPr/>
                      <p:nvPr/>
                    </p:nvGrpSpPr>
                    <p:grpSpPr>
                      <a:xfrm flipH="1">
                        <a:off x="6478587" y="3446461"/>
                        <a:ext cx="214313" cy="214313"/>
                        <a:chOff x="5354637" y="3446463"/>
                        <a:chExt cx="214313" cy="214313"/>
                      </a:xfrm>
                    </p:grpSpPr>
                    <p:sp>
                      <p:nvSpPr>
                        <p:cNvPr id="10360" name="Arc 10359">
                          <a:extLst>
                            <a:ext uri="{FF2B5EF4-FFF2-40B4-BE49-F238E27FC236}">
                              <a16:creationId xmlns:a16="http://schemas.microsoft.com/office/drawing/2014/main" id="{52A791B5-43E0-7CC8-898B-92D2F1DDE7F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61" name="Arc 10360">
                          <a:extLst>
                            <a:ext uri="{FF2B5EF4-FFF2-40B4-BE49-F238E27FC236}">
                              <a16:creationId xmlns:a16="http://schemas.microsoft.com/office/drawing/2014/main" id="{5359C2C6-71B3-36B8-7F00-8EED13745AA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356" name="Group 10355">
                        <a:extLst>
                          <a:ext uri="{FF2B5EF4-FFF2-40B4-BE49-F238E27FC236}">
                            <a16:creationId xmlns:a16="http://schemas.microsoft.com/office/drawing/2014/main" id="{C6F1D369-5631-1C6A-6FFF-74F0B22C4795}"/>
                          </a:ext>
                        </a:extLst>
                      </p:cNvPr>
                      <p:cNvGrpSpPr/>
                      <p:nvPr/>
                    </p:nvGrpSpPr>
                    <p:grpSpPr>
                      <a:xfrm rot="14400000" flipH="1">
                        <a:off x="6434137" y="3402011"/>
                        <a:ext cx="303213" cy="303213"/>
                        <a:chOff x="5354637" y="3446463"/>
                        <a:chExt cx="214313" cy="214313"/>
                      </a:xfrm>
                    </p:grpSpPr>
                    <p:sp>
                      <p:nvSpPr>
                        <p:cNvPr id="10358" name="Arc 10357">
                          <a:extLst>
                            <a:ext uri="{FF2B5EF4-FFF2-40B4-BE49-F238E27FC236}">
                              <a16:creationId xmlns:a16="http://schemas.microsoft.com/office/drawing/2014/main" id="{B33F994E-24B1-38E5-9B80-CA4F70407E0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59" name="Arc 10358">
                          <a:extLst>
                            <a:ext uri="{FF2B5EF4-FFF2-40B4-BE49-F238E27FC236}">
                              <a16:creationId xmlns:a16="http://schemas.microsoft.com/office/drawing/2014/main" id="{FB9634BD-781E-9EF1-CDB7-7C394151619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357" name="TextBox 10356">
                        <a:extLst>
                          <a:ext uri="{FF2B5EF4-FFF2-40B4-BE49-F238E27FC236}">
                            <a16:creationId xmlns:a16="http://schemas.microsoft.com/office/drawing/2014/main" id="{26197F4C-F2D8-B81D-C1EC-53DEDC35989E}"/>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342" name="Group 10341">
                    <a:extLst>
                      <a:ext uri="{FF2B5EF4-FFF2-40B4-BE49-F238E27FC236}">
                        <a16:creationId xmlns:a16="http://schemas.microsoft.com/office/drawing/2014/main" id="{7B35DE87-9A02-28EC-AEF1-E276BC761604}"/>
                      </a:ext>
                    </a:extLst>
                  </p:cNvPr>
                  <p:cNvGrpSpPr/>
                  <p:nvPr/>
                </p:nvGrpSpPr>
                <p:grpSpPr>
                  <a:xfrm>
                    <a:off x="6197413" y="3225768"/>
                    <a:ext cx="393192" cy="393192"/>
                    <a:chOff x="6389147" y="3932622"/>
                    <a:chExt cx="393192" cy="393192"/>
                  </a:xfrm>
                </p:grpSpPr>
                <p:grpSp>
                  <p:nvGrpSpPr>
                    <p:cNvPr id="10343" name="Group 10342">
                      <a:extLst>
                        <a:ext uri="{FF2B5EF4-FFF2-40B4-BE49-F238E27FC236}">
                          <a16:creationId xmlns:a16="http://schemas.microsoft.com/office/drawing/2014/main" id="{4774691B-53BE-21E8-AAB3-233C2A6DA632}"/>
                        </a:ext>
                      </a:extLst>
                    </p:cNvPr>
                    <p:cNvGrpSpPr/>
                    <p:nvPr/>
                  </p:nvGrpSpPr>
                  <p:grpSpPr>
                    <a:xfrm flipH="1">
                      <a:off x="6478587" y="4022061"/>
                      <a:ext cx="214313" cy="214313"/>
                      <a:chOff x="5354637" y="3446463"/>
                      <a:chExt cx="214313" cy="214313"/>
                    </a:xfrm>
                  </p:grpSpPr>
                  <p:sp>
                    <p:nvSpPr>
                      <p:cNvPr id="10351" name="Arc 10350">
                        <a:extLst>
                          <a:ext uri="{FF2B5EF4-FFF2-40B4-BE49-F238E27FC236}">
                            <a16:creationId xmlns:a16="http://schemas.microsoft.com/office/drawing/2014/main" id="{9D3D7A2C-E510-C6EB-2EBA-2DC8BF3473B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52" name="Arc 10351">
                        <a:extLst>
                          <a:ext uri="{FF2B5EF4-FFF2-40B4-BE49-F238E27FC236}">
                            <a16:creationId xmlns:a16="http://schemas.microsoft.com/office/drawing/2014/main" id="{A056A6E8-F0B1-8DBE-3161-4F4AD23E267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344" name="Group 10343">
                      <a:extLst>
                        <a:ext uri="{FF2B5EF4-FFF2-40B4-BE49-F238E27FC236}">
                          <a16:creationId xmlns:a16="http://schemas.microsoft.com/office/drawing/2014/main" id="{531F8162-A752-DD94-D671-760850E845A6}"/>
                        </a:ext>
                      </a:extLst>
                    </p:cNvPr>
                    <p:cNvGrpSpPr/>
                    <p:nvPr/>
                  </p:nvGrpSpPr>
                  <p:grpSpPr>
                    <a:xfrm rot="7200000" flipH="1">
                      <a:off x="6434137" y="3977611"/>
                      <a:ext cx="303213" cy="303213"/>
                      <a:chOff x="5354637" y="3446463"/>
                      <a:chExt cx="214313" cy="214313"/>
                    </a:xfrm>
                  </p:grpSpPr>
                  <p:sp>
                    <p:nvSpPr>
                      <p:cNvPr id="10349" name="Arc 10348">
                        <a:extLst>
                          <a:ext uri="{FF2B5EF4-FFF2-40B4-BE49-F238E27FC236}">
                            <a16:creationId xmlns:a16="http://schemas.microsoft.com/office/drawing/2014/main" id="{87F6D375-1192-A5B0-6252-EDC8C6F6518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50" name="Arc 10349">
                        <a:extLst>
                          <a:ext uri="{FF2B5EF4-FFF2-40B4-BE49-F238E27FC236}">
                            <a16:creationId xmlns:a16="http://schemas.microsoft.com/office/drawing/2014/main" id="{34B19A1E-B00A-64E5-4076-F811F9DC587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345" name="Group 10344">
                      <a:extLst>
                        <a:ext uri="{FF2B5EF4-FFF2-40B4-BE49-F238E27FC236}">
                          <a16:creationId xmlns:a16="http://schemas.microsoft.com/office/drawing/2014/main" id="{10F9C5A8-23C8-843B-53CE-5D006924ED0F}"/>
                        </a:ext>
                      </a:extLst>
                    </p:cNvPr>
                    <p:cNvGrpSpPr/>
                    <p:nvPr/>
                  </p:nvGrpSpPr>
                  <p:grpSpPr>
                    <a:xfrm rot="14400000" flipH="1">
                      <a:off x="6389147" y="3932622"/>
                      <a:ext cx="393192" cy="393192"/>
                      <a:chOff x="5354637" y="3446463"/>
                      <a:chExt cx="214313" cy="214313"/>
                    </a:xfrm>
                  </p:grpSpPr>
                  <p:sp>
                    <p:nvSpPr>
                      <p:cNvPr id="10347" name="Arc 10346">
                        <a:extLst>
                          <a:ext uri="{FF2B5EF4-FFF2-40B4-BE49-F238E27FC236}">
                            <a16:creationId xmlns:a16="http://schemas.microsoft.com/office/drawing/2014/main" id="{9F78624A-B9F4-9924-0F79-4B0CA7374B6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48" name="Arc 10347">
                        <a:extLst>
                          <a:ext uri="{FF2B5EF4-FFF2-40B4-BE49-F238E27FC236}">
                            <a16:creationId xmlns:a16="http://schemas.microsoft.com/office/drawing/2014/main" id="{6C1CF2EC-5586-B99A-B2B9-4A2DDB5FE8B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346" name="TextBox 10345">
                      <a:extLst>
                        <a:ext uri="{FF2B5EF4-FFF2-40B4-BE49-F238E27FC236}">
                          <a16:creationId xmlns:a16="http://schemas.microsoft.com/office/drawing/2014/main" id="{8B5E6933-157E-19DD-B8C7-C91C49472480}"/>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9189" name="Group 9188">
              <a:extLst>
                <a:ext uri="{FF2B5EF4-FFF2-40B4-BE49-F238E27FC236}">
                  <a16:creationId xmlns:a16="http://schemas.microsoft.com/office/drawing/2014/main" id="{C48C60AF-14C1-86BA-A310-43FAAA9D09A2}"/>
                </a:ext>
              </a:extLst>
            </p:cNvPr>
            <p:cNvGrpSpPr/>
            <p:nvPr/>
          </p:nvGrpSpPr>
          <p:grpSpPr>
            <a:xfrm>
              <a:off x="5257729" y="-658620"/>
              <a:ext cx="2263438" cy="2198360"/>
              <a:chOff x="5445106" y="2039507"/>
              <a:chExt cx="2263438" cy="2198360"/>
            </a:xfrm>
          </p:grpSpPr>
          <p:grpSp>
            <p:nvGrpSpPr>
              <p:cNvPr id="10145" name="Group 10144">
                <a:extLst>
                  <a:ext uri="{FF2B5EF4-FFF2-40B4-BE49-F238E27FC236}">
                    <a16:creationId xmlns:a16="http://schemas.microsoft.com/office/drawing/2014/main" id="{A437E0FC-73E4-A8AD-E4EB-E41A054DC039}"/>
                  </a:ext>
                </a:extLst>
              </p:cNvPr>
              <p:cNvGrpSpPr/>
              <p:nvPr/>
            </p:nvGrpSpPr>
            <p:grpSpPr>
              <a:xfrm>
                <a:off x="5445106" y="2644743"/>
                <a:ext cx="1643204" cy="1593124"/>
                <a:chOff x="5445106" y="2644743"/>
                <a:chExt cx="1643204" cy="1593124"/>
              </a:xfrm>
            </p:grpSpPr>
            <p:grpSp>
              <p:nvGrpSpPr>
                <p:cNvPr id="10241" name="Group 10240">
                  <a:extLst>
                    <a:ext uri="{FF2B5EF4-FFF2-40B4-BE49-F238E27FC236}">
                      <a16:creationId xmlns:a16="http://schemas.microsoft.com/office/drawing/2014/main" id="{2AB54002-569B-32B4-E382-4A473FC393FE}"/>
                    </a:ext>
                  </a:extLst>
                </p:cNvPr>
                <p:cNvGrpSpPr/>
                <p:nvPr/>
              </p:nvGrpSpPr>
              <p:grpSpPr>
                <a:xfrm>
                  <a:off x="5445106" y="2644743"/>
                  <a:ext cx="1019224" cy="991639"/>
                  <a:chOff x="5886431" y="3225768"/>
                  <a:chExt cx="1019224" cy="991639"/>
                </a:xfrm>
              </p:grpSpPr>
              <p:grpSp>
                <p:nvGrpSpPr>
                  <p:cNvPr id="10289" name="Group 10288">
                    <a:extLst>
                      <a:ext uri="{FF2B5EF4-FFF2-40B4-BE49-F238E27FC236}">
                        <a16:creationId xmlns:a16="http://schemas.microsoft.com/office/drawing/2014/main" id="{274BD52B-6C3C-6D40-EB63-8D934321480F}"/>
                      </a:ext>
                    </a:extLst>
                  </p:cNvPr>
                  <p:cNvGrpSpPr/>
                  <p:nvPr/>
                </p:nvGrpSpPr>
                <p:grpSpPr>
                  <a:xfrm>
                    <a:off x="6197413" y="3824215"/>
                    <a:ext cx="393192" cy="393192"/>
                    <a:chOff x="5265196" y="3357021"/>
                    <a:chExt cx="393192" cy="393192"/>
                  </a:xfrm>
                </p:grpSpPr>
                <p:grpSp>
                  <p:nvGrpSpPr>
                    <p:cNvPr id="10324" name="Group 10323">
                      <a:extLst>
                        <a:ext uri="{FF2B5EF4-FFF2-40B4-BE49-F238E27FC236}">
                          <a16:creationId xmlns:a16="http://schemas.microsoft.com/office/drawing/2014/main" id="{F0E4D94A-7B20-526B-8438-EED9AB2F9EE6}"/>
                        </a:ext>
                      </a:extLst>
                    </p:cNvPr>
                    <p:cNvGrpSpPr/>
                    <p:nvPr/>
                  </p:nvGrpSpPr>
                  <p:grpSpPr>
                    <a:xfrm rot="14400000">
                      <a:off x="5265196" y="3357021"/>
                      <a:ext cx="393192" cy="393192"/>
                      <a:chOff x="5354637" y="3446463"/>
                      <a:chExt cx="214313" cy="214313"/>
                    </a:xfrm>
                  </p:grpSpPr>
                  <p:sp>
                    <p:nvSpPr>
                      <p:cNvPr id="10333" name="Arc 10332">
                        <a:extLst>
                          <a:ext uri="{FF2B5EF4-FFF2-40B4-BE49-F238E27FC236}">
                            <a16:creationId xmlns:a16="http://schemas.microsoft.com/office/drawing/2014/main" id="{D1EE620C-DAFF-9D68-4132-65AFE3BD36F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34" name="Arc 10333">
                        <a:extLst>
                          <a:ext uri="{FF2B5EF4-FFF2-40B4-BE49-F238E27FC236}">
                            <a16:creationId xmlns:a16="http://schemas.microsoft.com/office/drawing/2014/main" id="{AF950F0E-FB2B-3DBD-9283-3756E6FB516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325" name="Group 10324">
                      <a:extLst>
                        <a:ext uri="{FF2B5EF4-FFF2-40B4-BE49-F238E27FC236}">
                          <a16:creationId xmlns:a16="http://schemas.microsoft.com/office/drawing/2014/main" id="{A40240E8-82D9-1ECB-9C9E-7F1DE54F2442}"/>
                        </a:ext>
                      </a:extLst>
                    </p:cNvPr>
                    <p:cNvGrpSpPr/>
                    <p:nvPr/>
                  </p:nvGrpSpPr>
                  <p:grpSpPr>
                    <a:xfrm>
                      <a:off x="5310186" y="3402011"/>
                      <a:ext cx="303213" cy="303213"/>
                      <a:chOff x="5310186" y="3402011"/>
                      <a:chExt cx="303213" cy="303213"/>
                    </a:xfrm>
                  </p:grpSpPr>
                  <p:grpSp>
                    <p:nvGrpSpPr>
                      <p:cNvPr id="10326" name="Group 10325">
                        <a:extLst>
                          <a:ext uri="{FF2B5EF4-FFF2-40B4-BE49-F238E27FC236}">
                            <a16:creationId xmlns:a16="http://schemas.microsoft.com/office/drawing/2014/main" id="{8BBFFDEB-AF6B-B1FB-0ECE-7C15A20E1831}"/>
                          </a:ext>
                        </a:extLst>
                      </p:cNvPr>
                      <p:cNvGrpSpPr/>
                      <p:nvPr/>
                    </p:nvGrpSpPr>
                    <p:grpSpPr>
                      <a:xfrm>
                        <a:off x="5354636" y="3446461"/>
                        <a:ext cx="214313" cy="214313"/>
                        <a:chOff x="5354637" y="3446463"/>
                        <a:chExt cx="214313" cy="214313"/>
                      </a:xfrm>
                    </p:grpSpPr>
                    <p:sp>
                      <p:nvSpPr>
                        <p:cNvPr id="10331" name="Arc 10330">
                          <a:extLst>
                            <a:ext uri="{FF2B5EF4-FFF2-40B4-BE49-F238E27FC236}">
                              <a16:creationId xmlns:a16="http://schemas.microsoft.com/office/drawing/2014/main" id="{FD8D4151-457F-66F6-667B-712EAB05580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32" name="Arc 10331">
                          <a:extLst>
                            <a:ext uri="{FF2B5EF4-FFF2-40B4-BE49-F238E27FC236}">
                              <a16:creationId xmlns:a16="http://schemas.microsoft.com/office/drawing/2014/main" id="{B0816261-5AA1-FD17-926B-A46171B12EB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327" name="Group 10326">
                        <a:extLst>
                          <a:ext uri="{FF2B5EF4-FFF2-40B4-BE49-F238E27FC236}">
                            <a16:creationId xmlns:a16="http://schemas.microsoft.com/office/drawing/2014/main" id="{AA02FCA4-FDC2-3DFD-B068-CA5258665E66}"/>
                          </a:ext>
                        </a:extLst>
                      </p:cNvPr>
                      <p:cNvGrpSpPr/>
                      <p:nvPr/>
                    </p:nvGrpSpPr>
                    <p:grpSpPr>
                      <a:xfrm rot="7200000">
                        <a:off x="5310186" y="3402011"/>
                        <a:ext cx="303213" cy="303213"/>
                        <a:chOff x="5354637" y="3446463"/>
                        <a:chExt cx="214313" cy="214313"/>
                      </a:xfrm>
                    </p:grpSpPr>
                    <p:sp>
                      <p:nvSpPr>
                        <p:cNvPr id="10329" name="Arc 10328">
                          <a:extLst>
                            <a:ext uri="{FF2B5EF4-FFF2-40B4-BE49-F238E27FC236}">
                              <a16:creationId xmlns:a16="http://schemas.microsoft.com/office/drawing/2014/main" id="{5BC0C6DB-92FB-70A7-2F0A-E2067C53FA9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30" name="Arc 10329">
                          <a:extLst>
                            <a:ext uri="{FF2B5EF4-FFF2-40B4-BE49-F238E27FC236}">
                              <a16:creationId xmlns:a16="http://schemas.microsoft.com/office/drawing/2014/main" id="{3745E995-1778-A77F-CDD1-9BD422503A7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328" name="TextBox 10327">
                        <a:extLst>
                          <a:ext uri="{FF2B5EF4-FFF2-40B4-BE49-F238E27FC236}">
                            <a16:creationId xmlns:a16="http://schemas.microsoft.com/office/drawing/2014/main" id="{1D180B74-8645-5E41-2811-1E054AAC6CD5}"/>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290" name="Group 10289">
                    <a:extLst>
                      <a:ext uri="{FF2B5EF4-FFF2-40B4-BE49-F238E27FC236}">
                        <a16:creationId xmlns:a16="http://schemas.microsoft.com/office/drawing/2014/main" id="{A9F1BE2A-7EE9-9938-9B8C-D1DF0A8860C8}"/>
                      </a:ext>
                    </a:extLst>
                  </p:cNvPr>
                  <p:cNvGrpSpPr/>
                  <p:nvPr/>
                </p:nvGrpSpPr>
                <p:grpSpPr>
                  <a:xfrm>
                    <a:off x="5886431" y="3525040"/>
                    <a:ext cx="393192" cy="393192"/>
                    <a:chOff x="5265196" y="3932619"/>
                    <a:chExt cx="393192" cy="393192"/>
                  </a:xfrm>
                </p:grpSpPr>
                <p:grpSp>
                  <p:nvGrpSpPr>
                    <p:cNvPr id="10314" name="Group 10313">
                      <a:extLst>
                        <a:ext uri="{FF2B5EF4-FFF2-40B4-BE49-F238E27FC236}">
                          <a16:creationId xmlns:a16="http://schemas.microsoft.com/office/drawing/2014/main" id="{1F048C36-6C28-0E93-5BAD-BCE822BAD09A}"/>
                        </a:ext>
                      </a:extLst>
                    </p:cNvPr>
                    <p:cNvGrpSpPr/>
                    <p:nvPr/>
                  </p:nvGrpSpPr>
                  <p:grpSpPr>
                    <a:xfrm>
                      <a:off x="5354636" y="4022061"/>
                      <a:ext cx="214313" cy="214313"/>
                      <a:chOff x="5354637" y="3446463"/>
                      <a:chExt cx="214313" cy="214313"/>
                    </a:xfrm>
                  </p:grpSpPr>
                  <p:sp>
                    <p:nvSpPr>
                      <p:cNvPr id="10322" name="Arc 10321">
                        <a:extLst>
                          <a:ext uri="{FF2B5EF4-FFF2-40B4-BE49-F238E27FC236}">
                            <a16:creationId xmlns:a16="http://schemas.microsoft.com/office/drawing/2014/main" id="{84FCF278-4048-37C9-551A-9982E4B241A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23" name="Arc 10322">
                        <a:extLst>
                          <a:ext uri="{FF2B5EF4-FFF2-40B4-BE49-F238E27FC236}">
                            <a16:creationId xmlns:a16="http://schemas.microsoft.com/office/drawing/2014/main" id="{505425E9-E2C3-1046-301F-402A0FEBAE9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315" name="Group 10314">
                      <a:extLst>
                        <a:ext uri="{FF2B5EF4-FFF2-40B4-BE49-F238E27FC236}">
                          <a16:creationId xmlns:a16="http://schemas.microsoft.com/office/drawing/2014/main" id="{97B93321-6618-18D0-216C-EB5C44DEDDAB}"/>
                        </a:ext>
                      </a:extLst>
                    </p:cNvPr>
                    <p:cNvGrpSpPr/>
                    <p:nvPr/>
                  </p:nvGrpSpPr>
                  <p:grpSpPr>
                    <a:xfrm rot="14400000">
                      <a:off x="5310186" y="3977611"/>
                      <a:ext cx="303213" cy="303213"/>
                      <a:chOff x="5354637" y="3446463"/>
                      <a:chExt cx="214313" cy="214313"/>
                    </a:xfrm>
                  </p:grpSpPr>
                  <p:sp>
                    <p:nvSpPr>
                      <p:cNvPr id="10320" name="Arc 10319">
                        <a:extLst>
                          <a:ext uri="{FF2B5EF4-FFF2-40B4-BE49-F238E27FC236}">
                            <a16:creationId xmlns:a16="http://schemas.microsoft.com/office/drawing/2014/main" id="{FF955245-AC02-C9FC-FEA3-81019C6F4FC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21" name="Arc 10320">
                        <a:extLst>
                          <a:ext uri="{FF2B5EF4-FFF2-40B4-BE49-F238E27FC236}">
                            <a16:creationId xmlns:a16="http://schemas.microsoft.com/office/drawing/2014/main" id="{33482FC6-DAA3-4C78-6CA0-A88B68F007C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316" name="Group 10315">
                      <a:extLst>
                        <a:ext uri="{FF2B5EF4-FFF2-40B4-BE49-F238E27FC236}">
                          <a16:creationId xmlns:a16="http://schemas.microsoft.com/office/drawing/2014/main" id="{BA9213AC-84B8-3115-931E-D7BE0359EEE1}"/>
                        </a:ext>
                      </a:extLst>
                    </p:cNvPr>
                    <p:cNvGrpSpPr/>
                    <p:nvPr/>
                  </p:nvGrpSpPr>
                  <p:grpSpPr>
                    <a:xfrm rot="7200000">
                      <a:off x="5265196" y="3932619"/>
                      <a:ext cx="393192" cy="393192"/>
                      <a:chOff x="5354637" y="3446463"/>
                      <a:chExt cx="214313" cy="214313"/>
                    </a:xfrm>
                  </p:grpSpPr>
                  <p:sp>
                    <p:nvSpPr>
                      <p:cNvPr id="10318" name="Arc 10317">
                        <a:extLst>
                          <a:ext uri="{FF2B5EF4-FFF2-40B4-BE49-F238E27FC236}">
                            <a16:creationId xmlns:a16="http://schemas.microsoft.com/office/drawing/2014/main" id="{A064D479-56DE-A09E-4F04-CF5306F7618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19" name="Arc 10318">
                        <a:extLst>
                          <a:ext uri="{FF2B5EF4-FFF2-40B4-BE49-F238E27FC236}">
                            <a16:creationId xmlns:a16="http://schemas.microsoft.com/office/drawing/2014/main" id="{871EAD82-A6CE-C908-B5A0-351F74B56CB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317" name="TextBox 10316">
                      <a:extLst>
                        <a:ext uri="{FF2B5EF4-FFF2-40B4-BE49-F238E27FC236}">
                          <a16:creationId xmlns:a16="http://schemas.microsoft.com/office/drawing/2014/main" id="{1E5CD6C0-1479-C402-5130-806EBA3839A4}"/>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0291" name="Group 10290">
                    <a:extLst>
                      <a:ext uri="{FF2B5EF4-FFF2-40B4-BE49-F238E27FC236}">
                        <a16:creationId xmlns:a16="http://schemas.microsoft.com/office/drawing/2014/main" id="{B0C76B78-F91D-07EC-8BB6-9EE029B02CF0}"/>
                      </a:ext>
                    </a:extLst>
                  </p:cNvPr>
                  <p:cNvGrpSpPr/>
                  <p:nvPr/>
                </p:nvGrpSpPr>
                <p:grpSpPr>
                  <a:xfrm>
                    <a:off x="6512463" y="3525040"/>
                    <a:ext cx="393192" cy="393192"/>
                    <a:chOff x="6389147" y="3357021"/>
                    <a:chExt cx="393192" cy="393192"/>
                  </a:xfrm>
                </p:grpSpPr>
                <p:grpSp>
                  <p:nvGrpSpPr>
                    <p:cNvPr id="10303" name="Group 10302">
                      <a:extLst>
                        <a:ext uri="{FF2B5EF4-FFF2-40B4-BE49-F238E27FC236}">
                          <a16:creationId xmlns:a16="http://schemas.microsoft.com/office/drawing/2014/main" id="{7A86CA0E-5514-5EDE-D1CA-9467D5E88C16}"/>
                        </a:ext>
                      </a:extLst>
                    </p:cNvPr>
                    <p:cNvGrpSpPr/>
                    <p:nvPr/>
                  </p:nvGrpSpPr>
                  <p:grpSpPr>
                    <a:xfrm rot="7200000" flipH="1">
                      <a:off x="6389147" y="3357021"/>
                      <a:ext cx="393192" cy="393192"/>
                      <a:chOff x="5354637" y="3446463"/>
                      <a:chExt cx="214313" cy="214313"/>
                    </a:xfrm>
                  </p:grpSpPr>
                  <p:sp>
                    <p:nvSpPr>
                      <p:cNvPr id="10312" name="Arc 10311">
                        <a:extLst>
                          <a:ext uri="{FF2B5EF4-FFF2-40B4-BE49-F238E27FC236}">
                            <a16:creationId xmlns:a16="http://schemas.microsoft.com/office/drawing/2014/main" id="{FECF081A-85DD-8082-26C0-0469B72374F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13" name="Arc 10312">
                        <a:extLst>
                          <a:ext uri="{FF2B5EF4-FFF2-40B4-BE49-F238E27FC236}">
                            <a16:creationId xmlns:a16="http://schemas.microsoft.com/office/drawing/2014/main" id="{50D16A88-D49E-F068-396D-FCFF6A5B2B1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304" name="Group 10303">
                      <a:extLst>
                        <a:ext uri="{FF2B5EF4-FFF2-40B4-BE49-F238E27FC236}">
                          <a16:creationId xmlns:a16="http://schemas.microsoft.com/office/drawing/2014/main" id="{6E3D0810-1F94-39DA-52E5-62B738E8A1F9}"/>
                        </a:ext>
                      </a:extLst>
                    </p:cNvPr>
                    <p:cNvGrpSpPr/>
                    <p:nvPr/>
                  </p:nvGrpSpPr>
                  <p:grpSpPr>
                    <a:xfrm>
                      <a:off x="6434137" y="3402011"/>
                      <a:ext cx="303213" cy="303213"/>
                      <a:chOff x="6434137" y="3402011"/>
                      <a:chExt cx="303213" cy="303213"/>
                    </a:xfrm>
                  </p:grpSpPr>
                  <p:grpSp>
                    <p:nvGrpSpPr>
                      <p:cNvPr id="10305" name="Group 10304">
                        <a:extLst>
                          <a:ext uri="{FF2B5EF4-FFF2-40B4-BE49-F238E27FC236}">
                            <a16:creationId xmlns:a16="http://schemas.microsoft.com/office/drawing/2014/main" id="{88CBAF97-F59D-8F74-CBA5-939FFED59285}"/>
                          </a:ext>
                        </a:extLst>
                      </p:cNvPr>
                      <p:cNvGrpSpPr/>
                      <p:nvPr/>
                    </p:nvGrpSpPr>
                    <p:grpSpPr>
                      <a:xfrm flipH="1">
                        <a:off x="6478587" y="3446461"/>
                        <a:ext cx="214313" cy="214313"/>
                        <a:chOff x="5354637" y="3446463"/>
                        <a:chExt cx="214313" cy="214313"/>
                      </a:xfrm>
                    </p:grpSpPr>
                    <p:sp>
                      <p:nvSpPr>
                        <p:cNvPr id="10310" name="Arc 10309">
                          <a:extLst>
                            <a:ext uri="{FF2B5EF4-FFF2-40B4-BE49-F238E27FC236}">
                              <a16:creationId xmlns:a16="http://schemas.microsoft.com/office/drawing/2014/main" id="{8F83EFA2-5955-AF2E-AC3A-813D80CDB99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11" name="Arc 10310">
                          <a:extLst>
                            <a:ext uri="{FF2B5EF4-FFF2-40B4-BE49-F238E27FC236}">
                              <a16:creationId xmlns:a16="http://schemas.microsoft.com/office/drawing/2014/main" id="{173A9A42-C7BD-2815-AE66-428F70BCF98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306" name="Group 10305">
                        <a:extLst>
                          <a:ext uri="{FF2B5EF4-FFF2-40B4-BE49-F238E27FC236}">
                            <a16:creationId xmlns:a16="http://schemas.microsoft.com/office/drawing/2014/main" id="{DAB37634-F3E8-488F-C4FE-E7574F90BF39}"/>
                          </a:ext>
                        </a:extLst>
                      </p:cNvPr>
                      <p:cNvGrpSpPr/>
                      <p:nvPr/>
                    </p:nvGrpSpPr>
                    <p:grpSpPr>
                      <a:xfrm rot="14400000" flipH="1">
                        <a:off x="6434137" y="3402011"/>
                        <a:ext cx="303213" cy="303213"/>
                        <a:chOff x="5354637" y="3446463"/>
                        <a:chExt cx="214313" cy="214313"/>
                      </a:xfrm>
                    </p:grpSpPr>
                    <p:sp>
                      <p:nvSpPr>
                        <p:cNvPr id="10308" name="Arc 10307">
                          <a:extLst>
                            <a:ext uri="{FF2B5EF4-FFF2-40B4-BE49-F238E27FC236}">
                              <a16:creationId xmlns:a16="http://schemas.microsoft.com/office/drawing/2014/main" id="{89EE7CB5-B808-43EA-B9A6-E4DFE50BD40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09" name="Arc 10308">
                          <a:extLst>
                            <a:ext uri="{FF2B5EF4-FFF2-40B4-BE49-F238E27FC236}">
                              <a16:creationId xmlns:a16="http://schemas.microsoft.com/office/drawing/2014/main" id="{9368F2B1-1610-434F-2A3C-BE776D66473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307" name="TextBox 10306">
                        <a:extLst>
                          <a:ext uri="{FF2B5EF4-FFF2-40B4-BE49-F238E27FC236}">
                            <a16:creationId xmlns:a16="http://schemas.microsoft.com/office/drawing/2014/main" id="{13C2E497-5719-7918-447C-304121235ABC}"/>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292" name="Group 10291">
                    <a:extLst>
                      <a:ext uri="{FF2B5EF4-FFF2-40B4-BE49-F238E27FC236}">
                        <a16:creationId xmlns:a16="http://schemas.microsoft.com/office/drawing/2014/main" id="{75392715-8530-3833-CA37-97033FC99FBA}"/>
                      </a:ext>
                    </a:extLst>
                  </p:cNvPr>
                  <p:cNvGrpSpPr/>
                  <p:nvPr/>
                </p:nvGrpSpPr>
                <p:grpSpPr>
                  <a:xfrm>
                    <a:off x="6197413" y="3225768"/>
                    <a:ext cx="393192" cy="393192"/>
                    <a:chOff x="6389147" y="3932622"/>
                    <a:chExt cx="393192" cy="393192"/>
                  </a:xfrm>
                </p:grpSpPr>
                <p:grpSp>
                  <p:nvGrpSpPr>
                    <p:cNvPr id="10293" name="Group 10292">
                      <a:extLst>
                        <a:ext uri="{FF2B5EF4-FFF2-40B4-BE49-F238E27FC236}">
                          <a16:creationId xmlns:a16="http://schemas.microsoft.com/office/drawing/2014/main" id="{EAA1A265-FFB7-EB30-3138-D840FD8DDF19}"/>
                        </a:ext>
                      </a:extLst>
                    </p:cNvPr>
                    <p:cNvGrpSpPr/>
                    <p:nvPr/>
                  </p:nvGrpSpPr>
                  <p:grpSpPr>
                    <a:xfrm flipH="1">
                      <a:off x="6478587" y="4022061"/>
                      <a:ext cx="214313" cy="214313"/>
                      <a:chOff x="5354637" y="3446463"/>
                      <a:chExt cx="214313" cy="214313"/>
                    </a:xfrm>
                  </p:grpSpPr>
                  <p:sp>
                    <p:nvSpPr>
                      <p:cNvPr id="10301" name="Arc 10300">
                        <a:extLst>
                          <a:ext uri="{FF2B5EF4-FFF2-40B4-BE49-F238E27FC236}">
                            <a16:creationId xmlns:a16="http://schemas.microsoft.com/office/drawing/2014/main" id="{F46FE878-DB1A-9BE1-75DD-BF4A0C26898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02" name="Arc 10301">
                        <a:extLst>
                          <a:ext uri="{FF2B5EF4-FFF2-40B4-BE49-F238E27FC236}">
                            <a16:creationId xmlns:a16="http://schemas.microsoft.com/office/drawing/2014/main" id="{25173F14-0E86-C99E-0705-6C7A778D558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294" name="Group 10293">
                      <a:extLst>
                        <a:ext uri="{FF2B5EF4-FFF2-40B4-BE49-F238E27FC236}">
                          <a16:creationId xmlns:a16="http://schemas.microsoft.com/office/drawing/2014/main" id="{3BABCC94-7F73-D105-51A0-E6276FC34DDB}"/>
                        </a:ext>
                      </a:extLst>
                    </p:cNvPr>
                    <p:cNvGrpSpPr/>
                    <p:nvPr/>
                  </p:nvGrpSpPr>
                  <p:grpSpPr>
                    <a:xfrm rot="7200000" flipH="1">
                      <a:off x="6434137" y="3977611"/>
                      <a:ext cx="303213" cy="303213"/>
                      <a:chOff x="5354637" y="3446463"/>
                      <a:chExt cx="214313" cy="214313"/>
                    </a:xfrm>
                  </p:grpSpPr>
                  <p:sp>
                    <p:nvSpPr>
                      <p:cNvPr id="10299" name="Arc 10298">
                        <a:extLst>
                          <a:ext uri="{FF2B5EF4-FFF2-40B4-BE49-F238E27FC236}">
                            <a16:creationId xmlns:a16="http://schemas.microsoft.com/office/drawing/2014/main" id="{A3B0E022-4D52-D903-BFF8-4836EAD6A63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00" name="Arc 10299">
                        <a:extLst>
                          <a:ext uri="{FF2B5EF4-FFF2-40B4-BE49-F238E27FC236}">
                            <a16:creationId xmlns:a16="http://schemas.microsoft.com/office/drawing/2014/main" id="{1F6A512F-CC57-15DC-4F50-B9E4EC069F7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295" name="Group 10294">
                      <a:extLst>
                        <a:ext uri="{FF2B5EF4-FFF2-40B4-BE49-F238E27FC236}">
                          <a16:creationId xmlns:a16="http://schemas.microsoft.com/office/drawing/2014/main" id="{9585195C-7764-2A89-95E1-154AD5C1CAC4}"/>
                        </a:ext>
                      </a:extLst>
                    </p:cNvPr>
                    <p:cNvGrpSpPr/>
                    <p:nvPr/>
                  </p:nvGrpSpPr>
                  <p:grpSpPr>
                    <a:xfrm rot="14400000" flipH="1">
                      <a:off x="6389147" y="3932622"/>
                      <a:ext cx="393192" cy="393192"/>
                      <a:chOff x="5354637" y="3446463"/>
                      <a:chExt cx="214313" cy="214313"/>
                    </a:xfrm>
                  </p:grpSpPr>
                  <p:sp>
                    <p:nvSpPr>
                      <p:cNvPr id="10297" name="Arc 10296">
                        <a:extLst>
                          <a:ext uri="{FF2B5EF4-FFF2-40B4-BE49-F238E27FC236}">
                            <a16:creationId xmlns:a16="http://schemas.microsoft.com/office/drawing/2014/main" id="{3D97082C-6C74-7C32-8F36-444C429D73A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298" name="Arc 10297">
                        <a:extLst>
                          <a:ext uri="{FF2B5EF4-FFF2-40B4-BE49-F238E27FC236}">
                            <a16:creationId xmlns:a16="http://schemas.microsoft.com/office/drawing/2014/main" id="{3A41322D-E8A0-6452-268F-3E1727B0063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296" name="TextBox 10295">
                      <a:extLst>
                        <a:ext uri="{FF2B5EF4-FFF2-40B4-BE49-F238E27FC236}">
                          <a16:creationId xmlns:a16="http://schemas.microsoft.com/office/drawing/2014/main" id="{14F86B40-8D6F-56C1-36E9-68F1B5AF6DFC}"/>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242" name="Group 10241">
                  <a:extLst>
                    <a:ext uri="{FF2B5EF4-FFF2-40B4-BE49-F238E27FC236}">
                      <a16:creationId xmlns:a16="http://schemas.microsoft.com/office/drawing/2014/main" id="{209449D0-212F-9E7D-8BF4-BA114E996BB4}"/>
                    </a:ext>
                  </a:extLst>
                </p:cNvPr>
                <p:cNvGrpSpPr/>
                <p:nvPr/>
              </p:nvGrpSpPr>
              <p:grpSpPr>
                <a:xfrm>
                  <a:off x="6069086" y="3246228"/>
                  <a:ext cx="1019224" cy="991639"/>
                  <a:chOff x="5886431" y="3225768"/>
                  <a:chExt cx="1019224" cy="991639"/>
                </a:xfrm>
              </p:grpSpPr>
              <p:grpSp>
                <p:nvGrpSpPr>
                  <p:cNvPr id="10243" name="Group 10242">
                    <a:extLst>
                      <a:ext uri="{FF2B5EF4-FFF2-40B4-BE49-F238E27FC236}">
                        <a16:creationId xmlns:a16="http://schemas.microsoft.com/office/drawing/2014/main" id="{DBFD8D6C-F098-40C7-1AF8-E504CFE11496}"/>
                      </a:ext>
                    </a:extLst>
                  </p:cNvPr>
                  <p:cNvGrpSpPr/>
                  <p:nvPr/>
                </p:nvGrpSpPr>
                <p:grpSpPr>
                  <a:xfrm>
                    <a:off x="6197413" y="3824215"/>
                    <a:ext cx="393192" cy="393192"/>
                    <a:chOff x="5265196" y="3357021"/>
                    <a:chExt cx="393192" cy="393192"/>
                  </a:xfrm>
                </p:grpSpPr>
                <p:grpSp>
                  <p:nvGrpSpPr>
                    <p:cNvPr id="10278" name="Group 10277">
                      <a:extLst>
                        <a:ext uri="{FF2B5EF4-FFF2-40B4-BE49-F238E27FC236}">
                          <a16:creationId xmlns:a16="http://schemas.microsoft.com/office/drawing/2014/main" id="{3F26A5C4-F4DF-C4B2-37B8-671C63B726EB}"/>
                        </a:ext>
                      </a:extLst>
                    </p:cNvPr>
                    <p:cNvGrpSpPr/>
                    <p:nvPr/>
                  </p:nvGrpSpPr>
                  <p:grpSpPr>
                    <a:xfrm rot="14400000">
                      <a:off x="5265196" y="3357021"/>
                      <a:ext cx="393192" cy="393192"/>
                      <a:chOff x="5354637" y="3446463"/>
                      <a:chExt cx="214313" cy="214313"/>
                    </a:xfrm>
                  </p:grpSpPr>
                  <p:sp>
                    <p:nvSpPr>
                      <p:cNvPr id="10287" name="Arc 10286">
                        <a:extLst>
                          <a:ext uri="{FF2B5EF4-FFF2-40B4-BE49-F238E27FC236}">
                            <a16:creationId xmlns:a16="http://schemas.microsoft.com/office/drawing/2014/main" id="{83471B44-8BF7-2569-8553-B347F3F75A6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288" name="Arc 10287">
                        <a:extLst>
                          <a:ext uri="{FF2B5EF4-FFF2-40B4-BE49-F238E27FC236}">
                            <a16:creationId xmlns:a16="http://schemas.microsoft.com/office/drawing/2014/main" id="{BE12F345-88B5-AE21-6696-1BCF87F7ABF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279" name="Group 10278">
                      <a:extLst>
                        <a:ext uri="{FF2B5EF4-FFF2-40B4-BE49-F238E27FC236}">
                          <a16:creationId xmlns:a16="http://schemas.microsoft.com/office/drawing/2014/main" id="{2DA07C28-605D-C7F5-0E69-9B282933F6CC}"/>
                        </a:ext>
                      </a:extLst>
                    </p:cNvPr>
                    <p:cNvGrpSpPr/>
                    <p:nvPr/>
                  </p:nvGrpSpPr>
                  <p:grpSpPr>
                    <a:xfrm>
                      <a:off x="5310186" y="3402011"/>
                      <a:ext cx="303213" cy="303213"/>
                      <a:chOff x="5310186" y="3402011"/>
                      <a:chExt cx="303213" cy="303213"/>
                    </a:xfrm>
                  </p:grpSpPr>
                  <p:grpSp>
                    <p:nvGrpSpPr>
                      <p:cNvPr id="10280" name="Group 10279">
                        <a:extLst>
                          <a:ext uri="{FF2B5EF4-FFF2-40B4-BE49-F238E27FC236}">
                            <a16:creationId xmlns:a16="http://schemas.microsoft.com/office/drawing/2014/main" id="{F70A2ACB-A673-746F-0F3B-88942FF016D2}"/>
                          </a:ext>
                        </a:extLst>
                      </p:cNvPr>
                      <p:cNvGrpSpPr/>
                      <p:nvPr/>
                    </p:nvGrpSpPr>
                    <p:grpSpPr>
                      <a:xfrm>
                        <a:off x="5354636" y="3446461"/>
                        <a:ext cx="214313" cy="214313"/>
                        <a:chOff x="5354637" y="3446463"/>
                        <a:chExt cx="214313" cy="214313"/>
                      </a:xfrm>
                    </p:grpSpPr>
                    <p:sp>
                      <p:nvSpPr>
                        <p:cNvPr id="10285" name="Arc 10284">
                          <a:extLst>
                            <a:ext uri="{FF2B5EF4-FFF2-40B4-BE49-F238E27FC236}">
                              <a16:creationId xmlns:a16="http://schemas.microsoft.com/office/drawing/2014/main" id="{838D6BB7-FF11-F1CE-31C9-954880181D8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286" name="Arc 10285">
                          <a:extLst>
                            <a:ext uri="{FF2B5EF4-FFF2-40B4-BE49-F238E27FC236}">
                              <a16:creationId xmlns:a16="http://schemas.microsoft.com/office/drawing/2014/main" id="{0B7ED8AE-4406-B45F-6E8F-D067EC8C655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281" name="Group 10280">
                        <a:extLst>
                          <a:ext uri="{FF2B5EF4-FFF2-40B4-BE49-F238E27FC236}">
                            <a16:creationId xmlns:a16="http://schemas.microsoft.com/office/drawing/2014/main" id="{816D8EC7-663A-7A40-29AB-151C1A321195}"/>
                          </a:ext>
                        </a:extLst>
                      </p:cNvPr>
                      <p:cNvGrpSpPr/>
                      <p:nvPr/>
                    </p:nvGrpSpPr>
                    <p:grpSpPr>
                      <a:xfrm rot="7200000">
                        <a:off x="5310186" y="3402011"/>
                        <a:ext cx="303213" cy="303213"/>
                        <a:chOff x="5354637" y="3446463"/>
                        <a:chExt cx="214313" cy="214313"/>
                      </a:xfrm>
                    </p:grpSpPr>
                    <p:sp>
                      <p:nvSpPr>
                        <p:cNvPr id="10283" name="Arc 10282">
                          <a:extLst>
                            <a:ext uri="{FF2B5EF4-FFF2-40B4-BE49-F238E27FC236}">
                              <a16:creationId xmlns:a16="http://schemas.microsoft.com/office/drawing/2014/main" id="{E461EE8F-68B3-2012-6340-6F36979F732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284" name="Arc 10283">
                          <a:extLst>
                            <a:ext uri="{FF2B5EF4-FFF2-40B4-BE49-F238E27FC236}">
                              <a16:creationId xmlns:a16="http://schemas.microsoft.com/office/drawing/2014/main" id="{DA7B899D-2A61-947E-6479-B24467CB101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282" name="TextBox 10281">
                        <a:extLst>
                          <a:ext uri="{FF2B5EF4-FFF2-40B4-BE49-F238E27FC236}">
                            <a16:creationId xmlns:a16="http://schemas.microsoft.com/office/drawing/2014/main" id="{BFC855E2-EFA5-4542-BFCF-78C8F7A74246}"/>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244" name="Group 10243">
                    <a:extLst>
                      <a:ext uri="{FF2B5EF4-FFF2-40B4-BE49-F238E27FC236}">
                        <a16:creationId xmlns:a16="http://schemas.microsoft.com/office/drawing/2014/main" id="{938A15B7-9C98-258A-2839-8556BDBB731A}"/>
                      </a:ext>
                    </a:extLst>
                  </p:cNvPr>
                  <p:cNvGrpSpPr/>
                  <p:nvPr/>
                </p:nvGrpSpPr>
                <p:grpSpPr>
                  <a:xfrm>
                    <a:off x="5886431" y="3525040"/>
                    <a:ext cx="393192" cy="393192"/>
                    <a:chOff x="5265196" y="3932619"/>
                    <a:chExt cx="393192" cy="393192"/>
                  </a:xfrm>
                </p:grpSpPr>
                <p:grpSp>
                  <p:nvGrpSpPr>
                    <p:cNvPr id="10268" name="Group 10267">
                      <a:extLst>
                        <a:ext uri="{FF2B5EF4-FFF2-40B4-BE49-F238E27FC236}">
                          <a16:creationId xmlns:a16="http://schemas.microsoft.com/office/drawing/2014/main" id="{85B7FDC7-AF7D-05F4-B253-AE5F18BF5D40}"/>
                        </a:ext>
                      </a:extLst>
                    </p:cNvPr>
                    <p:cNvGrpSpPr/>
                    <p:nvPr/>
                  </p:nvGrpSpPr>
                  <p:grpSpPr>
                    <a:xfrm>
                      <a:off x="5354636" y="4022061"/>
                      <a:ext cx="214313" cy="214313"/>
                      <a:chOff x="5354637" y="3446463"/>
                      <a:chExt cx="214313" cy="214313"/>
                    </a:xfrm>
                  </p:grpSpPr>
                  <p:sp>
                    <p:nvSpPr>
                      <p:cNvPr id="10276" name="Arc 10275">
                        <a:extLst>
                          <a:ext uri="{FF2B5EF4-FFF2-40B4-BE49-F238E27FC236}">
                            <a16:creationId xmlns:a16="http://schemas.microsoft.com/office/drawing/2014/main" id="{F8FB191A-2243-5B93-17DC-85160AD94B6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277" name="Arc 10276">
                        <a:extLst>
                          <a:ext uri="{FF2B5EF4-FFF2-40B4-BE49-F238E27FC236}">
                            <a16:creationId xmlns:a16="http://schemas.microsoft.com/office/drawing/2014/main" id="{A51F19E5-2059-BD55-99A9-B43C34F124A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269" name="Group 10268">
                      <a:extLst>
                        <a:ext uri="{FF2B5EF4-FFF2-40B4-BE49-F238E27FC236}">
                          <a16:creationId xmlns:a16="http://schemas.microsoft.com/office/drawing/2014/main" id="{6ACE6129-B8DB-7E74-2E9D-A148253545C9}"/>
                        </a:ext>
                      </a:extLst>
                    </p:cNvPr>
                    <p:cNvGrpSpPr/>
                    <p:nvPr/>
                  </p:nvGrpSpPr>
                  <p:grpSpPr>
                    <a:xfrm rot="14400000">
                      <a:off x="5310186" y="3977611"/>
                      <a:ext cx="303213" cy="303213"/>
                      <a:chOff x="5354637" y="3446463"/>
                      <a:chExt cx="214313" cy="214313"/>
                    </a:xfrm>
                  </p:grpSpPr>
                  <p:sp>
                    <p:nvSpPr>
                      <p:cNvPr id="10274" name="Arc 10273">
                        <a:extLst>
                          <a:ext uri="{FF2B5EF4-FFF2-40B4-BE49-F238E27FC236}">
                            <a16:creationId xmlns:a16="http://schemas.microsoft.com/office/drawing/2014/main" id="{8E55DA63-DB4F-1D55-872B-A864244A812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275" name="Arc 10274">
                        <a:extLst>
                          <a:ext uri="{FF2B5EF4-FFF2-40B4-BE49-F238E27FC236}">
                            <a16:creationId xmlns:a16="http://schemas.microsoft.com/office/drawing/2014/main" id="{80BD7741-D3BC-1CC2-B667-083E1DC62DE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270" name="Group 10269">
                      <a:extLst>
                        <a:ext uri="{FF2B5EF4-FFF2-40B4-BE49-F238E27FC236}">
                          <a16:creationId xmlns:a16="http://schemas.microsoft.com/office/drawing/2014/main" id="{64D5AE43-13B0-ECA8-BC79-9E68B35082F6}"/>
                        </a:ext>
                      </a:extLst>
                    </p:cNvPr>
                    <p:cNvGrpSpPr/>
                    <p:nvPr/>
                  </p:nvGrpSpPr>
                  <p:grpSpPr>
                    <a:xfrm rot="7200000">
                      <a:off x="5265196" y="3932619"/>
                      <a:ext cx="393192" cy="393192"/>
                      <a:chOff x="5354637" y="3446463"/>
                      <a:chExt cx="214313" cy="214313"/>
                    </a:xfrm>
                  </p:grpSpPr>
                  <p:sp>
                    <p:nvSpPr>
                      <p:cNvPr id="10272" name="Arc 10271">
                        <a:extLst>
                          <a:ext uri="{FF2B5EF4-FFF2-40B4-BE49-F238E27FC236}">
                            <a16:creationId xmlns:a16="http://schemas.microsoft.com/office/drawing/2014/main" id="{BFB3F04E-B1A1-2606-3342-DCB56B5CDDD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273" name="Arc 10272">
                        <a:extLst>
                          <a:ext uri="{FF2B5EF4-FFF2-40B4-BE49-F238E27FC236}">
                            <a16:creationId xmlns:a16="http://schemas.microsoft.com/office/drawing/2014/main" id="{5386FAB3-D9F4-2E19-AF85-6979C952714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271" name="TextBox 10270">
                      <a:extLst>
                        <a:ext uri="{FF2B5EF4-FFF2-40B4-BE49-F238E27FC236}">
                          <a16:creationId xmlns:a16="http://schemas.microsoft.com/office/drawing/2014/main" id="{EBDA5935-12D3-D963-535D-4467152A278B}"/>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0245" name="Group 10244">
                    <a:extLst>
                      <a:ext uri="{FF2B5EF4-FFF2-40B4-BE49-F238E27FC236}">
                        <a16:creationId xmlns:a16="http://schemas.microsoft.com/office/drawing/2014/main" id="{F4C5837C-BF41-CD7E-81DB-BE83B9800D76}"/>
                      </a:ext>
                    </a:extLst>
                  </p:cNvPr>
                  <p:cNvGrpSpPr/>
                  <p:nvPr/>
                </p:nvGrpSpPr>
                <p:grpSpPr>
                  <a:xfrm>
                    <a:off x="6512463" y="3525040"/>
                    <a:ext cx="393192" cy="393192"/>
                    <a:chOff x="6389147" y="3357021"/>
                    <a:chExt cx="393192" cy="393192"/>
                  </a:xfrm>
                </p:grpSpPr>
                <p:grpSp>
                  <p:nvGrpSpPr>
                    <p:cNvPr id="10257" name="Group 10256">
                      <a:extLst>
                        <a:ext uri="{FF2B5EF4-FFF2-40B4-BE49-F238E27FC236}">
                          <a16:creationId xmlns:a16="http://schemas.microsoft.com/office/drawing/2014/main" id="{38DAFFE7-939B-BAA4-07B8-611065CE16AF}"/>
                        </a:ext>
                      </a:extLst>
                    </p:cNvPr>
                    <p:cNvGrpSpPr/>
                    <p:nvPr/>
                  </p:nvGrpSpPr>
                  <p:grpSpPr>
                    <a:xfrm rot="7200000" flipH="1">
                      <a:off x="6389147" y="3357021"/>
                      <a:ext cx="393192" cy="393192"/>
                      <a:chOff x="5354637" y="3446463"/>
                      <a:chExt cx="214313" cy="214313"/>
                    </a:xfrm>
                  </p:grpSpPr>
                  <p:sp>
                    <p:nvSpPr>
                      <p:cNvPr id="10266" name="Arc 10265">
                        <a:extLst>
                          <a:ext uri="{FF2B5EF4-FFF2-40B4-BE49-F238E27FC236}">
                            <a16:creationId xmlns:a16="http://schemas.microsoft.com/office/drawing/2014/main" id="{BAF79189-3F62-6360-74BE-67FD0A5EA97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267" name="Arc 10266">
                        <a:extLst>
                          <a:ext uri="{FF2B5EF4-FFF2-40B4-BE49-F238E27FC236}">
                            <a16:creationId xmlns:a16="http://schemas.microsoft.com/office/drawing/2014/main" id="{D8AEB669-2C46-3A42-2BD2-CC4826AF300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258" name="Group 10257">
                      <a:extLst>
                        <a:ext uri="{FF2B5EF4-FFF2-40B4-BE49-F238E27FC236}">
                          <a16:creationId xmlns:a16="http://schemas.microsoft.com/office/drawing/2014/main" id="{D7030CE0-E3D3-F45C-E010-9807A10D3CD0}"/>
                        </a:ext>
                      </a:extLst>
                    </p:cNvPr>
                    <p:cNvGrpSpPr/>
                    <p:nvPr/>
                  </p:nvGrpSpPr>
                  <p:grpSpPr>
                    <a:xfrm>
                      <a:off x="6434137" y="3402011"/>
                      <a:ext cx="303213" cy="303213"/>
                      <a:chOff x="6434137" y="3402011"/>
                      <a:chExt cx="303213" cy="303213"/>
                    </a:xfrm>
                  </p:grpSpPr>
                  <p:grpSp>
                    <p:nvGrpSpPr>
                      <p:cNvPr id="10259" name="Group 10258">
                        <a:extLst>
                          <a:ext uri="{FF2B5EF4-FFF2-40B4-BE49-F238E27FC236}">
                            <a16:creationId xmlns:a16="http://schemas.microsoft.com/office/drawing/2014/main" id="{69A5A42C-A64A-5541-AF1C-842BA844146F}"/>
                          </a:ext>
                        </a:extLst>
                      </p:cNvPr>
                      <p:cNvGrpSpPr/>
                      <p:nvPr/>
                    </p:nvGrpSpPr>
                    <p:grpSpPr>
                      <a:xfrm flipH="1">
                        <a:off x="6478587" y="3446461"/>
                        <a:ext cx="214313" cy="214313"/>
                        <a:chOff x="5354637" y="3446463"/>
                        <a:chExt cx="214313" cy="214313"/>
                      </a:xfrm>
                    </p:grpSpPr>
                    <p:sp>
                      <p:nvSpPr>
                        <p:cNvPr id="10264" name="Arc 10263">
                          <a:extLst>
                            <a:ext uri="{FF2B5EF4-FFF2-40B4-BE49-F238E27FC236}">
                              <a16:creationId xmlns:a16="http://schemas.microsoft.com/office/drawing/2014/main" id="{C1465559-A64E-72A8-EFD5-0B022B75537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265" name="Arc 10264">
                          <a:extLst>
                            <a:ext uri="{FF2B5EF4-FFF2-40B4-BE49-F238E27FC236}">
                              <a16:creationId xmlns:a16="http://schemas.microsoft.com/office/drawing/2014/main" id="{6647555E-7664-290D-B35E-E76FCCB67EC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260" name="Group 10259">
                        <a:extLst>
                          <a:ext uri="{FF2B5EF4-FFF2-40B4-BE49-F238E27FC236}">
                            <a16:creationId xmlns:a16="http://schemas.microsoft.com/office/drawing/2014/main" id="{3A17FA44-D61A-BE24-C199-6E340A132A0A}"/>
                          </a:ext>
                        </a:extLst>
                      </p:cNvPr>
                      <p:cNvGrpSpPr/>
                      <p:nvPr/>
                    </p:nvGrpSpPr>
                    <p:grpSpPr>
                      <a:xfrm rot="14400000" flipH="1">
                        <a:off x="6434137" y="3402011"/>
                        <a:ext cx="303213" cy="303213"/>
                        <a:chOff x="5354637" y="3446463"/>
                        <a:chExt cx="214313" cy="214313"/>
                      </a:xfrm>
                    </p:grpSpPr>
                    <p:sp>
                      <p:nvSpPr>
                        <p:cNvPr id="10262" name="Arc 10261">
                          <a:extLst>
                            <a:ext uri="{FF2B5EF4-FFF2-40B4-BE49-F238E27FC236}">
                              <a16:creationId xmlns:a16="http://schemas.microsoft.com/office/drawing/2014/main" id="{CBA65892-D6F1-DAFD-49CE-90A570F3D6F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263" name="Arc 10262">
                          <a:extLst>
                            <a:ext uri="{FF2B5EF4-FFF2-40B4-BE49-F238E27FC236}">
                              <a16:creationId xmlns:a16="http://schemas.microsoft.com/office/drawing/2014/main" id="{8A349970-A415-A416-059F-B4CDA0AD2CA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261" name="TextBox 10260">
                        <a:extLst>
                          <a:ext uri="{FF2B5EF4-FFF2-40B4-BE49-F238E27FC236}">
                            <a16:creationId xmlns:a16="http://schemas.microsoft.com/office/drawing/2014/main" id="{278DF355-1365-ECA6-6E48-45AF47229EEF}"/>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246" name="Group 10245">
                    <a:extLst>
                      <a:ext uri="{FF2B5EF4-FFF2-40B4-BE49-F238E27FC236}">
                        <a16:creationId xmlns:a16="http://schemas.microsoft.com/office/drawing/2014/main" id="{09DC314E-8212-C056-D735-6B859288C440}"/>
                      </a:ext>
                    </a:extLst>
                  </p:cNvPr>
                  <p:cNvGrpSpPr/>
                  <p:nvPr/>
                </p:nvGrpSpPr>
                <p:grpSpPr>
                  <a:xfrm>
                    <a:off x="6197413" y="3225768"/>
                    <a:ext cx="393192" cy="393192"/>
                    <a:chOff x="6389147" y="3932622"/>
                    <a:chExt cx="393192" cy="393192"/>
                  </a:xfrm>
                </p:grpSpPr>
                <p:grpSp>
                  <p:nvGrpSpPr>
                    <p:cNvPr id="10247" name="Group 10246">
                      <a:extLst>
                        <a:ext uri="{FF2B5EF4-FFF2-40B4-BE49-F238E27FC236}">
                          <a16:creationId xmlns:a16="http://schemas.microsoft.com/office/drawing/2014/main" id="{986991F6-B68B-BB59-3ABF-2B87642AA51E}"/>
                        </a:ext>
                      </a:extLst>
                    </p:cNvPr>
                    <p:cNvGrpSpPr/>
                    <p:nvPr/>
                  </p:nvGrpSpPr>
                  <p:grpSpPr>
                    <a:xfrm flipH="1">
                      <a:off x="6478587" y="4022061"/>
                      <a:ext cx="214313" cy="214313"/>
                      <a:chOff x="5354637" y="3446463"/>
                      <a:chExt cx="214313" cy="214313"/>
                    </a:xfrm>
                  </p:grpSpPr>
                  <p:sp>
                    <p:nvSpPr>
                      <p:cNvPr id="10255" name="Arc 10254">
                        <a:extLst>
                          <a:ext uri="{FF2B5EF4-FFF2-40B4-BE49-F238E27FC236}">
                            <a16:creationId xmlns:a16="http://schemas.microsoft.com/office/drawing/2014/main" id="{6241BD93-BC57-F885-3580-317670515E1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256" name="Arc 10255">
                        <a:extLst>
                          <a:ext uri="{FF2B5EF4-FFF2-40B4-BE49-F238E27FC236}">
                            <a16:creationId xmlns:a16="http://schemas.microsoft.com/office/drawing/2014/main" id="{87CE143A-5A07-B35D-E521-FB5A2D48FDB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248" name="Group 10247">
                      <a:extLst>
                        <a:ext uri="{FF2B5EF4-FFF2-40B4-BE49-F238E27FC236}">
                          <a16:creationId xmlns:a16="http://schemas.microsoft.com/office/drawing/2014/main" id="{D9DC7A45-CF70-481F-A2ED-8E64C4B3D4EC}"/>
                        </a:ext>
                      </a:extLst>
                    </p:cNvPr>
                    <p:cNvGrpSpPr/>
                    <p:nvPr/>
                  </p:nvGrpSpPr>
                  <p:grpSpPr>
                    <a:xfrm rot="7200000" flipH="1">
                      <a:off x="6434137" y="3977611"/>
                      <a:ext cx="303213" cy="303213"/>
                      <a:chOff x="5354637" y="3446463"/>
                      <a:chExt cx="214313" cy="214313"/>
                    </a:xfrm>
                  </p:grpSpPr>
                  <p:sp>
                    <p:nvSpPr>
                      <p:cNvPr id="10253" name="Arc 10252">
                        <a:extLst>
                          <a:ext uri="{FF2B5EF4-FFF2-40B4-BE49-F238E27FC236}">
                            <a16:creationId xmlns:a16="http://schemas.microsoft.com/office/drawing/2014/main" id="{B8C3567F-1EDF-5068-28FA-778FACB056B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254" name="Arc 10253">
                        <a:extLst>
                          <a:ext uri="{FF2B5EF4-FFF2-40B4-BE49-F238E27FC236}">
                            <a16:creationId xmlns:a16="http://schemas.microsoft.com/office/drawing/2014/main" id="{D5604C43-2141-F88C-24FB-2F4AECA8D4F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249" name="Group 10248">
                      <a:extLst>
                        <a:ext uri="{FF2B5EF4-FFF2-40B4-BE49-F238E27FC236}">
                          <a16:creationId xmlns:a16="http://schemas.microsoft.com/office/drawing/2014/main" id="{81D002F4-FDCD-8D13-0E68-1067E43B873F}"/>
                        </a:ext>
                      </a:extLst>
                    </p:cNvPr>
                    <p:cNvGrpSpPr/>
                    <p:nvPr/>
                  </p:nvGrpSpPr>
                  <p:grpSpPr>
                    <a:xfrm rot="14400000" flipH="1">
                      <a:off x="6389147" y="3932622"/>
                      <a:ext cx="393192" cy="393192"/>
                      <a:chOff x="5354637" y="3446463"/>
                      <a:chExt cx="214313" cy="214313"/>
                    </a:xfrm>
                  </p:grpSpPr>
                  <p:sp>
                    <p:nvSpPr>
                      <p:cNvPr id="10251" name="Arc 10250">
                        <a:extLst>
                          <a:ext uri="{FF2B5EF4-FFF2-40B4-BE49-F238E27FC236}">
                            <a16:creationId xmlns:a16="http://schemas.microsoft.com/office/drawing/2014/main" id="{F0B45233-1D9F-F477-B11F-5098A6DD87F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252" name="Arc 10251">
                        <a:extLst>
                          <a:ext uri="{FF2B5EF4-FFF2-40B4-BE49-F238E27FC236}">
                            <a16:creationId xmlns:a16="http://schemas.microsoft.com/office/drawing/2014/main" id="{B3004457-C22E-E788-8770-B4DC01DD7A9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250" name="TextBox 10249">
                      <a:extLst>
                        <a:ext uri="{FF2B5EF4-FFF2-40B4-BE49-F238E27FC236}">
                          <a16:creationId xmlns:a16="http://schemas.microsoft.com/office/drawing/2014/main" id="{E31AC79A-68D2-73A8-EA3C-9BCF621534C5}"/>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10146" name="Group 10145">
                <a:extLst>
                  <a:ext uri="{FF2B5EF4-FFF2-40B4-BE49-F238E27FC236}">
                    <a16:creationId xmlns:a16="http://schemas.microsoft.com/office/drawing/2014/main" id="{D60163C5-A89D-6051-1E73-DCF21E3C19CE}"/>
                  </a:ext>
                </a:extLst>
              </p:cNvPr>
              <p:cNvGrpSpPr/>
              <p:nvPr/>
            </p:nvGrpSpPr>
            <p:grpSpPr>
              <a:xfrm>
                <a:off x="6065340" y="2039507"/>
                <a:ext cx="1643204" cy="1593124"/>
                <a:chOff x="5445106" y="2644743"/>
                <a:chExt cx="1643204" cy="1593124"/>
              </a:xfrm>
            </p:grpSpPr>
            <p:grpSp>
              <p:nvGrpSpPr>
                <p:cNvPr id="10147" name="Group 10146">
                  <a:extLst>
                    <a:ext uri="{FF2B5EF4-FFF2-40B4-BE49-F238E27FC236}">
                      <a16:creationId xmlns:a16="http://schemas.microsoft.com/office/drawing/2014/main" id="{76DC211C-E834-C8AB-45F1-C0EF70975063}"/>
                    </a:ext>
                  </a:extLst>
                </p:cNvPr>
                <p:cNvGrpSpPr/>
                <p:nvPr/>
              </p:nvGrpSpPr>
              <p:grpSpPr>
                <a:xfrm>
                  <a:off x="5445106" y="2644743"/>
                  <a:ext cx="1019224" cy="991639"/>
                  <a:chOff x="5886431" y="3225768"/>
                  <a:chExt cx="1019224" cy="991639"/>
                </a:xfrm>
              </p:grpSpPr>
              <p:grpSp>
                <p:nvGrpSpPr>
                  <p:cNvPr id="10195" name="Group 10194">
                    <a:extLst>
                      <a:ext uri="{FF2B5EF4-FFF2-40B4-BE49-F238E27FC236}">
                        <a16:creationId xmlns:a16="http://schemas.microsoft.com/office/drawing/2014/main" id="{C8D8FB2B-6A92-6CAD-D167-555061FDBC8C}"/>
                      </a:ext>
                    </a:extLst>
                  </p:cNvPr>
                  <p:cNvGrpSpPr/>
                  <p:nvPr/>
                </p:nvGrpSpPr>
                <p:grpSpPr>
                  <a:xfrm>
                    <a:off x="6197413" y="3824215"/>
                    <a:ext cx="393192" cy="393192"/>
                    <a:chOff x="5265196" y="3357021"/>
                    <a:chExt cx="393192" cy="393192"/>
                  </a:xfrm>
                </p:grpSpPr>
                <p:grpSp>
                  <p:nvGrpSpPr>
                    <p:cNvPr id="10230" name="Group 10229">
                      <a:extLst>
                        <a:ext uri="{FF2B5EF4-FFF2-40B4-BE49-F238E27FC236}">
                          <a16:creationId xmlns:a16="http://schemas.microsoft.com/office/drawing/2014/main" id="{7D3AD5EE-1E81-5D21-C136-3F35327940D3}"/>
                        </a:ext>
                      </a:extLst>
                    </p:cNvPr>
                    <p:cNvGrpSpPr/>
                    <p:nvPr/>
                  </p:nvGrpSpPr>
                  <p:grpSpPr>
                    <a:xfrm rot="14400000">
                      <a:off x="5265196" y="3357021"/>
                      <a:ext cx="393192" cy="393192"/>
                      <a:chOff x="5354637" y="3446463"/>
                      <a:chExt cx="214313" cy="214313"/>
                    </a:xfrm>
                  </p:grpSpPr>
                  <p:sp>
                    <p:nvSpPr>
                      <p:cNvPr id="10239" name="Arc 10238">
                        <a:extLst>
                          <a:ext uri="{FF2B5EF4-FFF2-40B4-BE49-F238E27FC236}">
                            <a16:creationId xmlns:a16="http://schemas.microsoft.com/office/drawing/2014/main" id="{03801D1F-45BB-A4AD-5835-105A4A6376E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240" name="Arc 10239">
                        <a:extLst>
                          <a:ext uri="{FF2B5EF4-FFF2-40B4-BE49-F238E27FC236}">
                            <a16:creationId xmlns:a16="http://schemas.microsoft.com/office/drawing/2014/main" id="{C4F9427F-746A-AA31-E43E-9C6A750ED7A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231" name="Group 10230">
                      <a:extLst>
                        <a:ext uri="{FF2B5EF4-FFF2-40B4-BE49-F238E27FC236}">
                          <a16:creationId xmlns:a16="http://schemas.microsoft.com/office/drawing/2014/main" id="{F1E7C8A8-BB61-C88F-97F7-44EFC608AA1B}"/>
                        </a:ext>
                      </a:extLst>
                    </p:cNvPr>
                    <p:cNvGrpSpPr/>
                    <p:nvPr/>
                  </p:nvGrpSpPr>
                  <p:grpSpPr>
                    <a:xfrm>
                      <a:off x="5310186" y="3402011"/>
                      <a:ext cx="303213" cy="303213"/>
                      <a:chOff x="5310186" y="3402011"/>
                      <a:chExt cx="303213" cy="303213"/>
                    </a:xfrm>
                  </p:grpSpPr>
                  <p:grpSp>
                    <p:nvGrpSpPr>
                      <p:cNvPr id="10232" name="Group 10231">
                        <a:extLst>
                          <a:ext uri="{FF2B5EF4-FFF2-40B4-BE49-F238E27FC236}">
                            <a16:creationId xmlns:a16="http://schemas.microsoft.com/office/drawing/2014/main" id="{53487D37-CB14-04D6-FD0A-F6196CFE13DF}"/>
                          </a:ext>
                        </a:extLst>
                      </p:cNvPr>
                      <p:cNvGrpSpPr/>
                      <p:nvPr/>
                    </p:nvGrpSpPr>
                    <p:grpSpPr>
                      <a:xfrm>
                        <a:off x="5354636" y="3446461"/>
                        <a:ext cx="214313" cy="214313"/>
                        <a:chOff x="5354637" y="3446463"/>
                        <a:chExt cx="214313" cy="214313"/>
                      </a:xfrm>
                    </p:grpSpPr>
                    <p:sp>
                      <p:nvSpPr>
                        <p:cNvPr id="10237" name="Arc 10236">
                          <a:extLst>
                            <a:ext uri="{FF2B5EF4-FFF2-40B4-BE49-F238E27FC236}">
                              <a16:creationId xmlns:a16="http://schemas.microsoft.com/office/drawing/2014/main" id="{69AC3CCC-D1F6-63A8-E769-A9F01729274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238" name="Arc 10237">
                          <a:extLst>
                            <a:ext uri="{FF2B5EF4-FFF2-40B4-BE49-F238E27FC236}">
                              <a16:creationId xmlns:a16="http://schemas.microsoft.com/office/drawing/2014/main" id="{06C93EAA-B94F-7ACB-BD0C-C00D9B6C50E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233" name="Group 10232">
                        <a:extLst>
                          <a:ext uri="{FF2B5EF4-FFF2-40B4-BE49-F238E27FC236}">
                            <a16:creationId xmlns:a16="http://schemas.microsoft.com/office/drawing/2014/main" id="{AA02B98D-870E-2390-950A-4B49DFECCDA5}"/>
                          </a:ext>
                        </a:extLst>
                      </p:cNvPr>
                      <p:cNvGrpSpPr/>
                      <p:nvPr/>
                    </p:nvGrpSpPr>
                    <p:grpSpPr>
                      <a:xfrm rot="7200000">
                        <a:off x="5310186" y="3402011"/>
                        <a:ext cx="303213" cy="303213"/>
                        <a:chOff x="5354637" y="3446463"/>
                        <a:chExt cx="214313" cy="214313"/>
                      </a:xfrm>
                    </p:grpSpPr>
                    <p:sp>
                      <p:nvSpPr>
                        <p:cNvPr id="10235" name="Arc 10234">
                          <a:extLst>
                            <a:ext uri="{FF2B5EF4-FFF2-40B4-BE49-F238E27FC236}">
                              <a16:creationId xmlns:a16="http://schemas.microsoft.com/office/drawing/2014/main" id="{EDBF8958-BE45-51A1-A248-7A2C19F78DD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236" name="Arc 10235">
                          <a:extLst>
                            <a:ext uri="{FF2B5EF4-FFF2-40B4-BE49-F238E27FC236}">
                              <a16:creationId xmlns:a16="http://schemas.microsoft.com/office/drawing/2014/main" id="{1DECD856-7904-B209-BFBB-6BA79936575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234" name="TextBox 10233">
                        <a:extLst>
                          <a:ext uri="{FF2B5EF4-FFF2-40B4-BE49-F238E27FC236}">
                            <a16:creationId xmlns:a16="http://schemas.microsoft.com/office/drawing/2014/main" id="{3AB4C886-E788-C43A-81CF-3095BF1685FC}"/>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196" name="Group 10195">
                    <a:extLst>
                      <a:ext uri="{FF2B5EF4-FFF2-40B4-BE49-F238E27FC236}">
                        <a16:creationId xmlns:a16="http://schemas.microsoft.com/office/drawing/2014/main" id="{DDB1D897-E270-69BA-EBF2-81C9B27DCB28}"/>
                      </a:ext>
                    </a:extLst>
                  </p:cNvPr>
                  <p:cNvGrpSpPr/>
                  <p:nvPr/>
                </p:nvGrpSpPr>
                <p:grpSpPr>
                  <a:xfrm>
                    <a:off x="5886431" y="3525040"/>
                    <a:ext cx="393192" cy="393192"/>
                    <a:chOff x="5265196" y="3932619"/>
                    <a:chExt cx="393192" cy="393192"/>
                  </a:xfrm>
                </p:grpSpPr>
                <p:grpSp>
                  <p:nvGrpSpPr>
                    <p:cNvPr id="10220" name="Group 10219">
                      <a:extLst>
                        <a:ext uri="{FF2B5EF4-FFF2-40B4-BE49-F238E27FC236}">
                          <a16:creationId xmlns:a16="http://schemas.microsoft.com/office/drawing/2014/main" id="{BCFF7AB9-FDEC-0F44-1656-C0FCDBD39AB1}"/>
                        </a:ext>
                      </a:extLst>
                    </p:cNvPr>
                    <p:cNvGrpSpPr/>
                    <p:nvPr/>
                  </p:nvGrpSpPr>
                  <p:grpSpPr>
                    <a:xfrm>
                      <a:off x="5354636" y="4022061"/>
                      <a:ext cx="214313" cy="214313"/>
                      <a:chOff x="5354637" y="3446463"/>
                      <a:chExt cx="214313" cy="214313"/>
                    </a:xfrm>
                  </p:grpSpPr>
                  <p:sp>
                    <p:nvSpPr>
                      <p:cNvPr id="10228" name="Arc 10227">
                        <a:extLst>
                          <a:ext uri="{FF2B5EF4-FFF2-40B4-BE49-F238E27FC236}">
                            <a16:creationId xmlns:a16="http://schemas.microsoft.com/office/drawing/2014/main" id="{3E606399-FD24-E878-FCF0-CC8B67E83F2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229" name="Arc 10228">
                        <a:extLst>
                          <a:ext uri="{FF2B5EF4-FFF2-40B4-BE49-F238E27FC236}">
                            <a16:creationId xmlns:a16="http://schemas.microsoft.com/office/drawing/2014/main" id="{D3FB7E1A-6B52-66FC-65DE-B0207960DA3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221" name="Group 10220">
                      <a:extLst>
                        <a:ext uri="{FF2B5EF4-FFF2-40B4-BE49-F238E27FC236}">
                          <a16:creationId xmlns:a16="http://schemas.microsoft.com/office/drawing/2014/main" id="{D6B363DE-5D0B-7D4C-AD03-EF9C3A765506}"/>
                        </a:ext>
                      </a:extLst>
                    </p:cNvPr>
                    <p:cNvGrpSpPr/>
                    <p:nvPr/>
                  </p:nvGrpSpPr>
                  <p:grpSpPr>
                    <a:xfrm rot="14400000">
                      <a:off x="5310186" y="3977611"/>
                      <a:ext cx="303213" cy="303213"/>
                      <a:chOff x="5354637" y="3446463"/>
                      <a:chExt cx="214313" cy="214313"/>
                    </a:xfrm>
                  </p:grpSpPr>
                  <p:sp>
                    <p:nvSpPr>
                      <p:cNvPr id="10226" name="Arc 10225">
                        <a:extLst>
                          <a:ext uri="{FF2B5EF4-FFF2-40B4-BE49-F238E27FC236}">
                            <a16:creationId xmlns:a16="http://schemas.microsoft.com/office/drawing/2014/main" id="{00D2FD72-349B-BF5A-13A9-29005AEF0E8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227" name="Arc 10226">
                        <a:extLst>
                          <a:ext uri="{FF2B5EF4-FFF2-40B4-BE49-F238E27FC236}">
                            <a16:creationId xmlns:a16="http://schemas.microsoft.com/office/drawing/2014/main" id="{8318018F-AE35-30EA-815A-F8F5467924B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222" name="Group 10221">
                      <a:extLst>
                        <a:ext uri="{FF2B5EF4-FFF2-40B4-BE49-F238E27FC236}">
                          <a16:creationId xmlns:a16="http://schemas.microsoft.com/office/drawing/2014/main" id="{F950B59C-4E0B-0A2D-B0F6-AF956E455161}"/>
                        </a:ext>
                      </a:extLst>
                    </p:cNvPr>
                    <p:cNvGrpSpPr/>
                    <p:nvPr/>
                  </p:nvGrpSpPr>
                  <p:grpSpPr>
                    <a:xfrm rot="7200000">
                      <a:off x="5265196" y="3932619"/>
                      <a:ext cx="393192" cy="393192"/>
                      <a:chOff x="5354637" y="3446463"/>
                      <a:chExt cx="214313" cy="214313"/>
                    </a:xfrm>
                  </p:grpSpPr>
                  <p:sp>
                    <p:nvSpPr>
                      <p:cNvPr id="10224" name="Arc 10223">
                        <a:extLst>
                          <a:ext uri="{FF2B5EF4-FFF2-40B4-BE49-F238E27FC236}">
                            <a16:creationId xmlns:a16="http://schemas.microsoft.com/office/drawing/2014/main" id="{C554E67B-F21C-7F9A-57B6-893BC3F334E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225" name="Arc 10224">
                        <a:extLst>
                          <a:ext uri="{FF2B5EF4-FFF2-40B4-BE49-F238E27FC236}">
                            <a16:creationId xmlns:a16="http://schemas.microsoft.com/office/drawing/2014/main" id="{CD11587C-BA65-8D82-1827-6430785D193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223" name="TextBox 10222">
                      <a:extLst>
                        <a:ext uri="{FF2B5EF4-FFF2-40B4-BE49-F238E27FC236}">
                          <a16:creationId xmlns:a16="http://schemas.microsoft.com/office/drawing/2014/main" id="{2B9F51B5-1035-93D0-38CD-A67A2B2854D5}"/>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0197" name="Group 10196">
                    <a:extLst>
                      <a:ext uri="{FF2B5EF4-FFF2-40B4-BE49-F238E27FC236}">
                        <a16:creationId xmlns:a16="http://schemas.microsoft.com/office/drawing/2014/main" id="{38E29E70-5B6A-9335-27EC-2F2D6E606076}"/>
                      </a:ext>
                    </a:extLst>
                  </p:cNvPr>
                  <p:cNvGrpSpPr/>
                  <p:nvPr/>
                </p:nvGrpSpPr>
                <p:grpSpPr>
                  <a:xfrm>
                    <a:off x="6512463" y="3525040"/>
                    <a:ext cx="393192" cy="393192"/>
                    <a:chOff x="6389147" y="3357021"/>
                    <a:chExt cx="393192" cy="393192"/>
                  </a:xfrm>
                </p:grpSpPr>
                <p:grpSp>
                  <p:nvGrpSpPr>
                    <p:cNvPr id="10209" name="Group 10208">
                      <a:extLst>
                        <a:ext uri="{FF2B5EF4-FFF2-40B4-BE49-F238E27FC236}">
                          <a16:creationId xmlns:a16="http://schemas.microsoft.com/office/drawing/2014/main" id="{56490E52-6666-85A9-89B3-BF425AF41AA6}"/>
                        </a:ext>
                      </a:extLst>
                    </p:cNvPr>
                    <p:cNvGrpSpPr/>
                    <p:nvPr/>
                  </p:nvGrpSpPr>
                  <p:grpSpPr>
                    <a:xfrm rot="7200000" flipH="1">
                      <a:off x="6389147" y="3357021"/>
                      <a:ext cx="393192" cy="393192"/>
                      <a:chOff x="5354637" y="3446463"/>
                      <a:chExt cx="214313" cy="214313"/>
                    </a:xfrm>
                  </p:grpSpPr>
                  <p:sp>
                    <p:nvSpPr>
                      <p:cNvPr id="10218" name="Arc 10217">
                        <a:extLst>
                          <a:ext uri="{FF2B5EF4-FFF2-40B4-BE49-F238E27FC236}">
                            <a16:creationId xmlns:a16="http://schemas.microsoft.com/office/drawing/2014/main" id="{17D8FC75-B512-011C-060E-705FCFD9D0D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219" name="Arc 10218">
                        <a:extLst>
                          <a:ext uri="{FF2B5EF4-FFF2-40B4-BE49-F238E27FC236}">
                            <a16:creationId xmlns:a16="http://schemas.microsoft.com/office/drawing/2014/main" id="{B5C4AAC3-0B5D-581D-5CC2-370D36043E6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210" name="Group 10209">
                      <a:extLst>
                        <a:ext uri="{FF2B5EF4-FFF2-40B4-BE49-F238E27FC236}">
                          <a16:creationId xmlns:a16="http://schemas.microsoft.com/office/drawing/2014/main" id="{9C67DBFF-8FF0-0AFF-18EA-FFE37082A7C4}"/>
                        </a:ext>
                      </a:extLst>
                    </p:cNvPr>
                    <p:cNvGrpSpPr/>
                    <p:nvPr/>
                  </p:nvGrpSpPr>
                  <p:grpSpPr>
                    <a:xfrm>
                      <a:off x="6434137" y="3402011"/>
                      <a:ext cx="303213" cy="303213"/>
                      <a:chOff x="6434137" y="3402011"/>
                      <a:chExt cx="303213" cy="303213"/>
                    </a:xfrm>
                  </p:grpSpPr>
                  <p:grpSp>
                    <p:nvGrpSpPr>
                      <p:cNvPr id="10211" name="Group 10210">
                        <a:extLst>
                          <a:ext uri="{FF2B5EF4-FFF2-40B4-BE49-F238E27FC236}">
                            <a16:creationId xmlns:a16="http://schemas.microsoft.com/office/drawing/2014/main" id="{5D2F13DB-921F-35BC-8F11-F0C330BEE11D}"/>
                          </a:ext>
                        </a:extLst>
                      </p:cNvPr>
                      <p:cNvGrpSpPr/>
                      <p:nvPr/>
                    </p:nvGrpSpPr>
                    <p:grpSpPr>
                      <a:xfrm flipH="1">
                        <a:off x="6478587" y="3446461"/>
                        <a:ext cx="214313" cy="214313"/>
                        <a:chOff x="5354637" y="3446463"/>
                        <a:chExt cx="214313" cy="214313"/>
                      </a:xfrm>
                    </p:grpSpPr>
                    <p:sp>
                      <p:nvSpPr>
                        <p:cNvPr id="10216" name="Arc 10215">
                          <a:extLst>
                            <a:ext uri="{FF2B5EF4-FFF2-40B4-BE49-F238E27FC236}">
                              <a16:creationId xmlns:a16="http://schemas.microsoft.com/office/drawing/2014/main" id="{B23ECA41-E8CF-5AD0-1274-E63B8D39221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217" name="Arc 10216">
                          <a:extLst>
                            <a:ext uri="{FF2B5EF4-FFF2-40B4-BE49-F238E27FC236}">
                              <a16:creationId xmlns:a16="http://schemas.microsoft.com/office/drawing/2014/main" id="{DAB7C640-EEE4-EAA3-77AB-DCEF7CA37D8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212" name="Group 10211">
                        <a:extLst>
                          <a:ext uri="{FF2B5EF4-FFF2-40B4-BE49-F238E27FC236}">
                            <a16:creationId xmlns:a16="http://schemas.microsoft.com/office/drawing/2014/main" id="{7A56FB8A-570D-7E72-B395-D17D0E238E8E}"/>
                          </a:ext>
                        </a:extLst>
                      </p:cNvPr>
                      <p:cNvGrpSpPr/>
                      <p:nvPr/>
                    </p:nvGrpSpPr>
                    <p:grpSpPr>
                      <a:xfrm rot="14400000" flipH="1">
                        <a:off x="6434137" y="3402011"/>
                        <a:ext cx="303213" cy="303213"/>
                        <a:chOff x="5354637" y="3446463"/>
                        <a:chExt cx="214313" cy="214313"/>
                      </a:xfrm>
                    </p:grpSpPr>
                    <p:sp>
                      <p:nvSpPr>
                        <p:cNvPr id="10214" name="Arc 10213">
                          <a:extLst>
                            <a:ext uri="{FF2B5EF4-FFF2-40B4-BE49-F238E27FC236}">
                              <a16:creationId xmlns:a16="http://schemas.microsoft.com/office/drawing/2014/main" id="{B12C826B-62B9-5625-B50D-F97130ED30C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215" name="Arc 10214">
                          <a:extLst>
                            <a:ext uri="{FF2B5EF4-FFF2-40B4-BE49-F238E27FC236}">
                              <a16:creationId xmlns:a16="http://schemas.microsoft.com/office/drawing/2014/main" id="{8A38C7C4-668A-0AA5-5941-1FD570CDE3E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213" name="TextBox 10212">
                        <a:extLst>
                          <a:ext uri="{FF2B5EF4-FFF2-40B4-BE49-F238E27FC236}">
                            <a16:creationId xmlns:a16="http://schemas.microsoft.com/office/drawing/2014/main" id="{F6728D6E-71FE-165A-F848-DA3B66DB0A6A}"/>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198" name="Group 10197">
                    <a:extLst>
                      <a:ext uri="{FF2B5EF4-FFF2-40B4-BE49-F238E27FC236}">
                        <a16:creationId xmlns:a16="http://schemas.microsoft.com/office/drawing/2014/main" id="{F074D873-8602-15B3-D605-C3BD856C4B43}"/>
                      </a:ext>
                    </a:extLst>
                  </p:cNvPr>
                  <p:cNvGrpSpPr/>
                  <p:nvPr/>
                </p:nvGrpSpPr>
                <p:grpSpPr>
                  <a:xfrm>
                    <a:off x="6197413" y="3225768"/>
                    <a:ext cx="393192" cy="393192"/>
                    <a:chOff x="6389147" y="3932622"/>
                    <a:chExt cx="393192" cy="393192"/>
                  </a:xfrm>
                </p:grpSpPr>
                <p:grpSp>
                  <p:nvGrpSpPr>
                    <p:cNvPr id="10199" name="Group 10198">
                      <a:extLst>
                        <a:ext uri="{FF2B5EF4-FFF2-40B4-BE49-F238E27FC236}">
                          <a16:creationId xmlns:a16="http://schemas.microsoft.com/office/drawing/2014/main" id="{E4967033-A8B0-F836-357A-8E6D5325A85E}"/>
                        </a:ext>
                      </a:extLst>
                    </p:cNvPr>
                    <p:cNvGrpSpPr/>
                    <p:nvPr/>
                  </p:nvGrpSpPr>
                  <p:grpSpPr>
                    <a:xfrm flipH="1">
                      <a:off x="6478587" y="4022061"/>
                      <a:ext cx="214313" cy="214313"/>
                      <a:chOff x="5354637" y="3446463"/>
                      <a:chExt cx="214313" cy="214313"/>
                    </a:xfrm>
                  </p:grpSpPr>
                  <p:sp>
                    <p:nvSpPr>
                      <p:cNvPr id="10207" name="Arc 10206">
                        <a:extLst>
                          <a:ext uri="{FF2B5EF4-FFF2-40B4-BE49-F238E27FC236}">
                            <a16:creationId xmlns:a16="http://schemas.microsoft.com/office/drawing/2014/main" id="{2F9DE01E-C647-CC22-F0DF-AB9A942E589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208" name="Arc 10207">
                        <a:extLst>
                          <a:ext uri="{FF2B5EF4-FFF2-40B4-BE49-F238E27FC236}">
                            <a16:creationId xmlns:a16="http://schemas.microsoft.com/office/drawing/2014/main" id="{93C1DC6B-0617-54B9-B7D3-00FF5916548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200" name="Group 10199">
                      <a:extLst>
                        <a:ext uri="{FF2B5EF4-FFF2-40B4-BE49-F238E27FC236}">
                          <a16:creationId xmlns:a16="http://schemas.microsoft.com/office/drawing/2014/main" id="{02705C03-4657-A7A8-CDA6-282A003AA373}"/>
                        </a:ext>
                      </a:extLst>
                    </p:cNvPr>
                    <p:cNvGrpSpPr/>
                    <p:nvPr/>
                  </p:nvGrpSpPr>
                  <p:grpSpPr>
                    <a:xfrm rot="7200000" flipH="1">
                      <a:off x="6434137" y="3977611"/>
                      <a:ext cx="303213" cy="303213"/>
                      <a:chOff x="5354637" y="3446463"/>
                      <a:chExt cx="214313" cy="214313"/>
                    </a:xfrm>
                  </p:grpSpPr>
                  <p:sp>
                    <p:nvSpPr>
                      <p:cNvPr id="10205" name="Arc 10204">
                        <a:extLst>
                          <a:ext uri="{FF2B5EF4-FFF2-40B4-BE49-F238E27FC236}">
                            <a16:creationId xmlns:a16="http://schemas.microsoft.com/office/drawing/2014/main" id="{35E6D272-C845-7DB1-8E27-00C00624960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206" name="Arc 10205">
                        <a:extLst>
                          <a:ext uri="{FF2B5EF4-FFF2-40B4-BE49-F238E27FC236}">
                            <a16:creationId xmlns:a16="http://schemas.microsoft.com/office/drawing/2014/main" id="{2AB7E913-93A9-E759-2445-145EB81B306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201" name="Group 10200">
                      <a:extLst>
                        <a:ext uri="{FF2B5EF4-FFF2-40B4-BE49-F238E27FC236}">
                          <a16:creationId xmlns:a16="http://schemas.microsoft.com/office/drawing/2014/main" id="{C2064679-E97F-1AE4-F1DC-59B780E06204}"/>
                        </a:ext>
                      </a:extLst>
                    </p:cNvPr>
                    <p:cNvGrpSpPr/>
                    <p:nvPr/>
                  </p:nvGrpSpPr>
                  <p:grpSpPr>
                    <a:xfrm rot="14400000" flipH="1">
                      <a:off x="6389147" y="3932622"/>
                      <a:ext cx="393192" cy="393192"/>
                      <a:chOff x="5354637" y="3446463"/>
                      <a:chExt cx="214313" cy="214313"/>
                    </a:xfrm>
                  </p:grpSpPr>
                  <p:sp>
                    <p:nvSpPr>
                      <p:cNvPr id="10203" name="Arc 10202">
                        <a:extLst>
                          <a:ext uri="{FF2B5EF4-FFF2-40B4-BE49-F238E27FC236}">
                            <a16:creationId xmlns:a16="http://schemas.microsoft.com/office/drawing/2014/main" id="{B0725287-CD3D-95FF-3A03-220FF4E6B95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204" name="Arc 10203">
                        <a:extLst>
                          <a:ext uri="{FF2B5EF4-FFF2-40B4-BE49-F238E27FC236}">
                            <a16:creationId xmlns:a16="http://schemas.microsoft.com/office/drawing/2014/main" id="{25A91438-E1A2-B7A1-573D-4F3997A2BD8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202" name="TextBox 10201">
                      <a:extLst>
                        <a:ext uri="{FF2B5EF4-FFF2-40B4-BE49-F238E27FC236}">
                          <a16:creationId xmlns:a16="http://schemas.microsoft.com/office/drawing/2014/main" id="{57B0FEE7-5A13-9A55-8237-6B9295F24E25}"/>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148" name="Group 10147">
                  <a:extLst>
                    <a:ext uri="{FF2B5EF4-FFF2-40B4-BE49-F238E27FC236}">
                      <a16:creationId xmlns:a16="http://schemas.microsoft.com/office/drawing/2014/main" id="{29A203B9-F70B-AA84-A4D2-993FE6C4E542}"/>
                    </a:ext>
                  </a:extLst>
                </p:cNvPr>
                <p:cNvGrpSpPr/>
                <p:nvPr/>
              </p:nvGrpSpPr>
              <p:grpSpPr>
                <a:xfrm>
                  <a:off x="6069086" y="3246228"/>
                  <a:ext cx="1019224" cy="991639"/>
                  <a:chOff x="5886431" y="3225768"/>
                  <a:chExt cx="1019224" cy="991639"/>
                </a:xfrm>
              </p:grpSpPr>
              <p:grpSp>
                <p:nvGrpSpPr>
                  <p:cNvPr id="10149" name="Group 10148">
                    <a:extLst>
                      <a:ext uri="{FF2B5EF4-FFF2-40B4-BE49-F238E27FC236}">
                        <a16:creationId xmlns:a16="http://schemas.microsoft.com/office/drawing/2014/main" id="{BE3A0FC9-5044-0B40-22BA-E135EBD747BA}"/>
                      </a:ext>
                    </a:extLst>
                  </p:cNvPr>
                  <p:cNvGrpSpPr/>
                  <p:nvPr/>
                </p:nvGrpSpPr>
                <p:grpSpPr>
                  <a:xfrm>
                    <a:off x="6197413" y="3824215"/>
                    <a:ext cx="393192" cy="393192"/>
                    <a:chOff x="5265196" y="3357021"/>
                    <a:chExt cx="393192" cy="393192"/>
                  </a:xfrm>
                </p:grpSpPr>
                <p:grpSp>
                  <p:nvGrpSpPr>
                    <p:cNvPr id="10184" name="Group 10183">
                      <a:extLst>
                        <a:ext uri="{FF2B5EF4-FFF2-40B4-BE49-F238E27FC236}">
                          <a16:creationId xmlns:a16="http://schemas.microsoft.com/office/drawing/2014/main" id="{3D397F95-7BAE-180E-C844-A86DE6DC904F}"/>
                        </a:ext>
                      </a:extLst>
                    </p:cNvPr>
                    <p:cNvGrpSpPr/>
                    <p:nvPr/>
                  </p:nvGrpSpPr>
                  <p:grpSpPr>
                    <a:xfrm rot="14400000">
                      <a:off x="5265196" y="3357021"/>
                      <a:ext cx="393192" cy="393192"/>
                      <a:chOff x="5354637" y="3446463"/>
                      <a:chExt cx="214313" cy="214313"/>
                    </a:xfrm>
                  </p:grpSpPr>
                  <p:sp>
                    <p:nvSpPr>
                      <p:cNvPr id="10193" name="Arc 10192">
                        <a:extLst>
                          <a:ext uri="{FF2B5EF4-FFF2-40B4-BE49-F238E27FC236}">
                            <a16:creationId xmlns:a16="http://schemas.microsoft.com/office/drawing/2014/main" id="{77232C09-FCAB-4F87-30E2-27350319562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194" name="Arc 10193">
                        <a:extLst>
                          <a:ext uri="{FF2B5EF4-FFF2-40B4-BE49-F238E27FC236}">
                            <a16:creationId xmlns:a16="http://schemas.microsoft.com/office/drawing/2014/main" id="{942D50A3-1EC6-EB83-7E11-94F5AAD6241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185" name="Group 10184">
                      <a:extLst>
                        <a:ext uri="{FF2B5EF4-FFF2-40B4-BE49-F238E27FC236}">
                          <a16:creationId xmlns:a16="http://schemas.microsoft.com/office/drawing/2014/main" id="{E38DB82E-154D-032D-134B-894C703BB459}"/>
                        </a:ext>
                      </a:extLst>
                    </p:cNvPr>
                    <p:cNvGrpSpPr/>
                    <p:nvPr/>
                  </p:nvGrpSpPr>
                  <p:grpSpPr>
                    <a:xfrm>
                      <a:off x="5310186" y="3402011"/>
                      <a:ext cx="303213" cy="303213"/>
                      <a:chOff x="5310186" y="3402011"/>
                      <a:chExt cx="303213" cy="303213"/>
                    </a:xfrm>
                  </p:grpSpPr>
                  <p:grpSp>
                    <p:nvGrpSpPr>
                      <p:cNvPr id="10186" name="Group 10185">
                        <a:extLst>
                          <a:ext uri="{FF2B5EF4-FFF2-40B4-BE49-F238E27FC236}">
                            <a16:creationId xmlns:a16="http://schemas.microsoft.com/office/drawing/2014/main" id="{5A69CCC6-67B2-777D-9192-58C4A3B526B0}"/>
                          </a:ext>
                        </a:extLst>
                      </p:cNvPr>
                      <p:cNvGrpSpPr/>
                      <p:nvPr/>
                    </p:nvGrpSpPr>
                    <p:grpSpPr>
                      <a:xfrm>
                        <a:off x="5354636" y="3446461"/>
                        <a:ext cx="214313" cy="214313"/>
                        <a:chOff x="5354637" y="3446463"/>
                        <a:chExt cx="214313" cy="214313"/>
                      </a:xfrm>
                    </p:grpSpPr>
                    <p:sp>
                      <p:nvSpPr>
                        <p:cNvPr id="10191" name="Arc 10190">
                          <a:extLst>
                            <a:ext uri="{FF2B5EF4-FFF2-40B4-BE49-F238E27FC236}">
                              <a16:creationId xmlns:a16="http://schemas.microsoft.com/office/drawing/2014/main" id="{8875DD12-CD00-D346-5693-773A4566A86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192" name="Arc 10191">
                          <a:extLst>
                            <a:ext uri="{FF2B5EF4-FFF2-40B4-BE49-F238E27FC236}">
                              <a16:creationId xmlns:a16="http://schemas.microsoft.com/office/drawing/2014/main" id="{B43BE91A-4317-C6E4-1487-F1DF9BAFAB5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187" name="Group 10186">
                        <a:extLst>
                          <a:ext uri="{FF2B5EF4-FFF2-40B4-BE49-F238E27FC236}">
                            <a16:creationId xmlns:a16="http://schemas.microsoft.com/office/drawing/2014/main" id="{6BD6D52D-C566-D9FE-BD0A-05F7B4BBC9DC}"/>
                          </a:ext>
                        </a:extLst>
                      </p:cNvPr>
                      <p:cNvGrpSpPr/>
                      <p:nvPr/>
                    </p:nvGrpSpPr>
                    <p:grpSpPr>
                      <a:xfrm rot="7200000">
                        <a:off x="5310186" y="3402011"/>
                        <a:ext cx="303213" cy="303213"/>
                        <a:chOff x="5354637" y="3446463"/>
                        <a:chExt cx="214313" cy="214313"/>
                      </a:xfrm>
                    </p:grpSpPr>
                    <p:sp>
                      <p:nvSpPr>
                        <p:cNvPr id="10189" name="Arc 10188">
                          <a:extLst>
                            <a:ext uri="{FF2B5EF4-FFF2-40B4-BE49-F238E27FC236}">
                              <a16:creationId xmlns:a16="http://schemas.microsoft.com/office/drawing/2014/main" id="{15643A5E-229C-9EAC-5764-7D213AF804B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190" name="Arc 10189">
                          <a:extLst>
                            <a:ext uri="{FF2B5EF4-FFF2-40B4-BE49-F238E27FC236}">
                              <a16:creationId xmlns:a16="http://schemas.microsoft.com/office/drawing/2014/main" id="{A1D13DF5-6467-BBF6-CD69-EB86F48FF44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188" name="TextBox 10187">
                        <a:extLst>
                          <a:ext uri="{FF2B5EF4-FFF2-40B4-BE49-F238E27FC236}">
                            <a16:creationId xmlns:a16="http://schemas.microsoft.com/office/drawing/2014/main" id="{3E0A5AB6-A909-ECE3-7D78-F49D8B90DBAF}"/>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150" name="Group 10149">
                    <a:extLst>
                      <a:ext uri="{FF2B5EF4-FFF2-40B4-BE49-F238E27FC236}">
                        <a16:creationId xmlns:a16="http://schemas.microsoft.com/office/drawing/2014/main" id="{9BF65E19-1A3F-BF57-DD93-A3B12CDDAEAE}"/>
                      </a:ext>
                    </a:extLst>
                  </p:cNvPr>
                  <p:cNvGrpSpPr/>
                  <p:nvPr/>
                </p:nvGrpSpPr>
                <p:grpSpPr>
                  <a:xfrm>
                    <a:off x="5886431" y="3525040"/>
                    <a:ext cx="393192" cy="393192"/>
                    <a:chOff x="5265196" y="3932619"/>
                    <a:chExt cx="393192" cy="393192"/>
                  </a:xfrm>
                </p:grpSpPr>
                <p:grpSp>
                  <p:nvGrpSpPr>
                    <p:cNvPr id="10174" name="Group 10173">
                      <a:extLst>
                        <a:ext uri="{FF2B5EF4-FFF2-40B4-BE49-F238E27FC236}">
                          <a16:creationId xmlns:a16="http://schemas.microsoft.com/office/drawing/2014/main" id="{CE537FEA-4E5E-428F-3262-0C2870C4C80D}"/>
                        </a:ext>
                      </a:extLst>
                    </p:cNvPr>
                    <p:cNvGrpSpPr/>
                    <p:nvPr/>
                  </p:nvGrpSpPr>
                  <p:grpSpPr>
                    <a:xfrm>
                      <a:off x="5354636" y="4022061"/>
                      <a:ext cx="214313" cy="214313"/>
                      <a:chOff x="5354637" y="3446463"/>
                      <a:chExt cx="214313" cy="214313"/>
                    </a:xfrm>
                  </p:grpSpPr>
                  <p:sp>
                    <p:nvSpPr>
                      <p:cNvPr id="10182" name="Arc 10181">
                        <a:extLst>
                          <a:ext uri="{FF2B5EF4-FFF2-40B4-BE49-F238E27FC236}">
                            <a16:creationId xmlns:a16="http://schemas.microsoft.com/office/drawing/2014/main" id="{86397968-51A3-4087-DF16-3424AA9DD3F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183" name="Arc 10182">
                        <a:extLst>
                          <a:ext uri="{FF2B5EF4-FFF2-40B4-BE49-F238E27FC236}">
                            <a16:creationId xmlns:a16="http://schemas.microsoft.com/office/drawing/2014/main" id="{62EBA770-D6DC-5A3F-C9E7-3382C3BA942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175" name="Group 10174">
                      <a:extLst>
                        <a:ext uri="{FF2B5EF4-FFF2-40B4-BE49-F238E27FC236}">
                          <a16:creationId xmlns:a16="http://schemas.microsoft.com/office/drawing/2014/main" id="{F147C068-F09C-3434-7E3A-F724C68933F0}"/>
                        </a:ext>
                      </a:extLst>
                    </p:cNvPr>
                    <p:cNvGrpSpPr/>
                    <p:nvPr/>
                  </p:nvGrpSpPr>
                  <p:grpSpPr>
                    <a:xfrm rot="14400000">
                      <a:off x="5310186" y="3977611"/>
                      <a:ext cx="303213" cy="303213"/>
                      <a:chOff x="5354637" y="3446463"/>
                      <a:chExt cx="214313" cy="214313"/>
                    </a:xfrm>
                  </p:grpSpPr>
                  <p:sp>
                    <p:nvSpPr>
                      <p:cNvPr id="10180" name="Arc 10179">
                        <a:extLst>
                          <a:ext uri="{FF2B5EF4-FFF2-40B4-BE49-F238E27FC236}">
                            <a16:creationId xmlns:a16="http://schemas.microsoft.com/office/drawing/2014/main" id="{AC2D2145-B894-FB87-8C35-AAFAFBD2B24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181" name="Arc 10180">
                        <a:extLst>
                          <a:ext uri="{FF2B5EF4-FFF2-40B4-BE49-F238E27FC236}">
                            <a16:creationId xmlns:a16="http://schemas.microsoft.com/office/drawing/2014/main" id="{54A2EADF-6263-BC03-0B98-73277161227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176" name="Group 10175">
                      <a:extLst>
                        <a:ext uri="{FF2B5EF4-FFF2-40B4-BE49-F238E27FC236}">
                          <a16:creationId xmlns:a16="http://schemas.microsoft.com/office/drawing/2014/main" id="{BAD73C27-398D-7EF7-0B43-AB21E614A1FB}"/>
                        </a:ext>
                      </a:extLst>
                    </p:cNvPr>
                    <p:cNvGrpSpPr/>
                    <p:nvPr/>
                  </p:nvGrpSpPr>
                  <p:grpSpPr>
                    <a:xfrm rot="7200000">
                      <a:off x="5265196" y="3932619"/>
                      <a:ext cx="393192" cy="393192"/>
                      <a:chOff x="5354637" y="3446463"/>
                      <a:chExt cx="214313" cy="214313"/>
                    </a:xfrm>
                  </p:grpSpPr>
                  <p:sp>
                    <p:nvSpPr>
                      <p:cNvPr id="10178" name="Arc 10177">
                        <a:extLst>
                          <a:ext uri="{FF2B5EF4-FFF2-40B4-BE49-F238E27FC236}">
                            <a16:creationId xmlns:a16="http://schemas.microsoft.com/office/drawing/2014/main" id="{778C7273-CB16-245E-5F9F-198C32510C8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179" name="Arc 10178">
                        <a:extLst>
                          <a:ext uri="{FF2B5EF4-FFF2-40B4-BE49-F238E27FC236}">
                            <a16:creationId xmlns:a16="http://schemas.microsoft.com/office/drawing/2014/main" id="{72907835-4DA2-F31A-0875-5F4CA7C5183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177" name="TextBox 10176">
                      <a:extLst>
                        <a:ext uri="{FF2B5EF4-FFF2-40B4-BE49-F238E27FC236}">
                          <a16:creationId xmlns:a16="http://schemas.microsoft.com/office/drawing/2014/main" id="{6215B95F-AEF4-4A38-F264-CB93534598BE}"/>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0151" name="Group 10150">
                    <a:extLst>
                      <a:ext uri="{FF2B5EF4-FFF2-40B4-BE49-F238E27FC236}">
                        <a16:creationId xmlns:a16="http://schemas.microsoft.com/office/drawing/2014/main" id="{5901BC77-F276-F17A-CF15-BA89EB040CA8}"/>
                      </a:ext>
                    </a:extLst>
                  </p:cNvPr>
                  <p:cNvGrpSpPr/>
                  <p:nvPr/>
                </p:nvGrpSpPr>
                <p:grpSpPr>
                  <a:xfrm>
                    <a:off x="6512463" y="3525040"/>
                    <a:ext cx="393192" cy="393192"/>
                    <a:chOff x="6389147" y="3357021"/>
                    <a:chExt cx="393192" cy="393192"/>
                  </a:xfrm>
                </p:grpSpPr>
                <p:grpSp>
                  <p:nvGrpSpPr>
                    <p:cNvPr id="10163" name="Group 10162">
                      <a:extLst>
                        <a:ext uri="{FF2B5EF4-FFF2-40B4-BE49-F238E27FC236}">
                          <a16:creationId xmlns:a16="http://schemas.microsoft.com/office/drawing/2014/main" id="{8761B392-A2F0-3D01-4E34-B2DD1497D47F}"/>
                        </a:ext>
                      </a:extLst>
                    </p:cNvPr>
                    <p:cNvGrpSpPr/>
                    <p:nvPr/>
                  </p:nvGrpSpPr>
                  <p:grpSpPr>
                    <a:xfrm rot="7200000" flipH="1">
                      <a:off x="6389147" y="3357021"/>
                      <a:ext cx="393192" cy="393192"/>
                      <a:chOff x="5354637" y="3446463"/>
                      <a:chExt cx="214313" cy="214313"/>
                    </a:xfrm>
                  </p:grpSpPr>
                  <p:sp>
                    <p:nvSpPr>
                      <p:cNvPr id="10172" name="Arc 10171">
                        <a:extLst>
                          <a:ext uri="{FF2B5EF4-FFF2-40B4-BE49-F238E27FC236}">
                            <a16:creationId xmlns:a16="http://schemas.microsoft.com/office/drawing/2014/main" id="{EA4BB33A-3286-9B82-A8F8-26238BDE7BC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173" name="Arc 10172">
                        <a:extLst>
                          <a:ext uri="{FF2B5EF4-FFF2-40B4-BE49-F238E27FC236}">
                            <a16:creationId xmlns:a16="http://schemas.microsoft.com/office/drawing/2014/main" id="{B4F8C216-EF1C-2C0F-F135-BE3D4750BE1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164" name="Group 10163">
                      <a:extLst>
                        <a:ext uri="{FF2B5EF4-FFF2-40B4-BE49-F238E27FC236}">
                          <a16:creationId xmlns:a16="http://schemas.microsoft.com/office/drawing/2014/main" id="{9161FFA4-3F3C-2945-94DE-DEA1F0AF664E}"/>
                        </a:ext>
                      </a:extLst>
                    </p:cNvPr>
                    <p:cNvGrpSpPr/>
                    <p:nvPr/>
                  </p:nvGrpSpPr>
                  <p:grpSpPr>
                    <a:xfrm>
                      <a:off x="6434137" y="3402011"/>
                      <a:ext cx="303213" cy="303213"/>
                      <a:chOff x="6434137" y="3402011"/>
                      <a:chExt cx="303213" cy="303213"/>
                    </a:xfrm>
                  </p:grpSpPr>
                  <p:grpSp>
                    <p:nvGrpSpPr>
                      <p:cNvPr id="10165" name="Group 10164">
                        <a:extLst>
                          <a:ext uri="{FF2B5EF4-FFF2-40B4-BE49-F238E27FC236}">
                            <a16:creationId xmlns:a16="http://schemas.microsoft.com/office/drawing/2014/main" id="{91561571-7D1A-E743-9815-5DE0DA443DDA}"/>
                          </a:ext>
                        </a:extLst>
                      </p:cNvPr>
                      <p:cNvGrpSpPr/>
                      <p:nvPr/>
                    </p:nvGrpSpPr>
                    <p:grpSpPr>
                      <a:xfrm flipH="1">
                        <a:off x="6478587" y="3446461"/>
                        <a:ext cx="214313" cy="214313"/>
                        <a:chOff x="5354637" y="3446463"/>
                        <a:chExt cx="214313" cy="214313"/>
                      </a:xfrm>
                    </p:grpSpPr>
                    <p:sp>
                      <p:nvSpPr>
                        <p:cNvPr id="10170" name="Arc 10169">
                          <a:extLst>
                            <a:ext uri="{FF2B5EF4-FFF2-40B4-BE49-F238E27FC236}">
                              <a16:creationId xmlns:a16="http://schemas.microsoft.com/office/drawing/2014/main" id="{5FED27AA-B563-F558-1395-6B37D3F476A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171" name="Arc 10170">
                          <a:extLst>
                            <a:ext uri="{FF2B5EF4-FFF2-40B4-BE49-F238E27FC236}">
                              <a16:creationId xmlns:a16="http://schemas.microsoft.com/office/drawing/2014/main" id="{1525B7C8-4693-D6D0-4DC2-65201AF4F19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166" name="Group 10165">
                        <a:extLst>
                          <a:ext uri="{FF2B5EF4-FFF2-40B4-BE49-F238E27FC236}">
                            <a16:creationId xmlns:a16="http://schemas.microsoft.com/office/drawing/2014/main" id="{65618A52-5F2B-316A-9193-3AF427FFF340}"/>
                          </a:ext>
                        </a:extLst>
                      </p:cNvPr>
                      <p:cNvGrpSpPr/>
                      <p:nvPr/>
                    </p:nvGrpSpPr>
                    <p:grpSpPr>
                      <a:xfrm rot="14400000" flipH="1">
                        <a:off x="6434137" y="3402011"/>
                        <a:ext cx="303213" cy="303213"/>
                        <a:chOff x="5354637" y="3446463"/>
                        <a:chExt cx="214313" cy="214313"/>
                      </a:xfrm>
                    </p:grpSpPr>
                    <p:sp>
                      <p:nvSpPr>
                        <p:cNvPr id="10168" name="Arc 10167">
                          <a:extLst>
                            <a:ext uri="{FF2B5EF4-FFF2-40B4-BE49-F238E27FC236}">
                              <a16:creationId xmlns:a16="http://schemas.microsoft.com/office/drawing/2014/main" id="{05751ECD-AC74-61BE-655F-F8255B86568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169" name="Arc 10168">
                          <a:extLst>
                            <a:ext uri="{FF2B5EF4-FFF2-40B4-BE49-F238E27FC236}">
                              <a16:creationId xmlns:a16="http://schemas.microsoft.com/office/drawing/2014/main" id="{9A36752A-1CC9-8545-2F88-F146C8A590B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167" name="TextBox 10166">
                        <a:extLst>
                          <a:ext uri="{FF2B5EF4-FFF2-40B4-BE49-F238E27FC236}">
                            <a16:creationId xmlns:a16="http://schemas.microsoft.com/office/drawing/2014/main" id="{5A9FAEEC-5A8C-38EE-A7C0-1A76F285E7C2}"/>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152" name="Group 10151">
                    <a:extLst>
                      <a:ext uri="{FF2B5EF4-FFF2-40B4-BE49-F238E27FC236}">
                        <a16:creationId xmlns:a16="http://schemas.microsoft.com/office/drawing/2014/main" id="{72E636EA-0C3E-CC9E-7F12-885E3CAF0D2C}"/>
                      </a:ext>
                    </a:extLst>
                  </p:cNvPr>
                  <p:cNvGrpSpPr/>
                  <p:nvPr/>
                </p:nvGrpSpPr>
                <p:grpSpPr>
                  <a:xfrm>
                    <a:off x="6197413" y="3225768"/>
                    <a:ext cx="393192" cy="393192"/>
                    <a:chOff x="6389147" y="3932622"/>
                    <a:chExt cx="393192" cy="393192"/>
                  </a:xfrm>
                </p:grpSpPr>
                <p:grpSp>
                  <p:nvGrpSpPr>
                    <p:cNvPr id="10153" name="Group 10152">
                      <a:extLst>
                        <a:ext uri="{FF2B5EF4-FFF2-40B4-BE49-F238E27FC236}">
                          <a16:creationId xmlns:a16="http://schemas.microsoft.com/office/drawing/2014/main" id="{367E2E48-19B1-3A68-4821-92986811A95C}"/>
                        </a:ext>
                      </a:extLst>
                    </p:cNvPr>
                    <p:cNvGrpSpPr/>
                    <p:nvPr/>
                  </p:nvGrpSpPr>
                  <p:grpSpPr>
                    <a:xfrm flipH="1">
                      <a:off x="6478587" y="4022061"/>
                      <a:ext cx="214313" cy="214313"/>
                      <a:chOff x="5354637" y="3446463"/>
                      <a:chExt cx="214313" cy="214313"/>
                    </a:xfrm>
                  </p:grpSpPr>
                  <p:sp>
                    <p:nvSpPr>
                      <p:cNvPr id="10161" name="Arc 10160">
                        <a:extLst>
                          <a:ext uri="{FF2B5EF4-FFF2-40B4-BE49-F238E27FC236}">
                            <a16:creationId xmlns:a16="http://schemas.microsoft.com/office/drawing/2014/main" id="{8834D2A9-DAC6-C034-F4F0-B7EFEBC7B9A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162" name="Arc 10161">
                        <a:extLst>
                          <a:ext uri="{FF2B5EF4-FFF2-40B4-BE49-F238E27FC236}">
                            <a16:creationId xmlns:a16="http://schemas.microsoft.com/office/drawing/2014/main" id="{F079BA25-B3CE-93EC-92CC-C1CE83E8C18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154" name="Group 10153">
                      <a:extLst>
                        <a:ext uri="{FF2B5EF4-FFF2-40B4-BE49-F238E27FC236}">
                          <a16:creationId xmlns:a16="http://schemas.microsoft.com/office/drawing/2014/main" id="{815F762C-76EA-EA91-FC00-DB226A0CA21B}"/>
                        </a:ext>
                      </a:extLst>
                    </p:cNvPr>
                    <p:cNvGrpSpPr/>
                    <p:nvPr/>
                  </p:nvGrpSpPr>
                  <p:grpSpPr>
                    <a:xfrm rot="7200000" flipH="1">
                      <a:off x="6434137" y="3977611"/>
                      <a:ext cx="303213" cy="303213"/>
                      <a:chOff x="5354637" y="3446463"/>
                      <a:chExt cx="214313" cy="214313"/>
                    </a:xfrm>
                  </p:grpSpPr>
                  <p:sp>
                    <p:nvSpPr>
                      <p:cNvPr id="10159" name="Arc 10158">
                        <a:extLst>
                          <a:ext uri="{FF2B5EF4-FFF2-40B4-BE49-F238E27FC236}">
                            <a16:creationId xmlns:a16="http://schemas.microsoft.com/office/drawing/2014/main" id="{8AEF908D-5480-BD6E-CC57-83DF345F3D8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160" name="Arc 10159">
                        <a:extLst>
                          <a:ext uri="{FF2B5EF4-FFF2-40B4-BE49-F238E27FC236}">
                            <a16:creationId xmlns:a16="http://schemas.microsoft.com/office/drawing/2014/main" id="{19574C3A-C49A-88C8-13EA-85E145B4689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155" name="Group 10154">
                      <a:extLst>
                        <a:ext uri="{FF2B5EF4-FFF2-40B4-BE49-F238E27FC236}">
                          <a16:creationId xmlns:a16="http://schemas.microsoft.com/office/drawing/2014/main" id="{39CD6202-A6C5-F2FF-7ABD-BCE93E72F3C9}"/>
                        </a:ext>
                      </a:extLst>
                    </p:cNvPr>
                    <p:cNvGrpSpPr/>
                    <p:nvPr/>
                  </p:nvGrpSpPr>
                  <p:grpSpPr>
                    <a:xfrm rot="14400000" flipH="1">
                      <a:off x="6389147" y="3932622"/>
                      <a:ext cx="393192" cy="393192"/>
                      <a:chOff x="5354637" y="3446463"/>
                      <a:chExt cx="214313" cy="214313"/>
                    </a:xfrm>
                  </p:grpSpPr>
                  <p:sp>
                    <p:nvSpPr>
                      <p:cNvPr id="10157" name="Arc 10156">
                        <a:extLst>
                          <a:ext uri="{FF2B5EF4-FFF2-40B4-BE49-F238E27FC236}">
                            <a16:creationId xmlns:a16="http://schemas.microsoft.com/office/drawing/2014/main" id="{C22BDBFB-FB2E-B57F-2235-32AFB3C7651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158" name="Arc 10157">
                        <a:extLst>
                          <a:ext uri="{FF2B5EF4-FFF2-40B4-BE49-F238E27FC236}">
                            <a16:creationId xmlns:a16="http://schemas.microsoft.com/office/drawing/2014/main" id="{A44DBDD0-F58F-030C-EBDA-A1B05A292BE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156" name="TextBox 10155">
                      <a:extLst>
                        <a:ext uri="{FF2B5EF4-FFF2-40B4-BE49-F238E27FC236}">
                          <a16:creationId xmlns:a16="http://schemas.microsoft.com/office/drawing/2014/main" id="{A1C8AF32-B5E2-5780-C6CC-58EE8D6A4FB1}"/>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9190" name="Group 9189">
              <a:extLst>
                <a:ext uri="{FF2B5EF4-FFF2-40B4-BE49-F238E27FC236}">
                  <a16:creationId xmlns:a16="http://schemas.microsoft.com/office/drawing/2014/main" id="{B0A8CAEF-3F8A-EB16-351A-FD330DFD4CCB}"/>
                </a:ext>
              </a:extLst>
            </p:cNvPr>
            <p:cNvGrpSpPr/>
            <p:nvPr/>
          </p:nvGrpSpPr>
          <p:grpSpPr>
            <a:xfrm>
              <a:off x="3814867" y="-515566"/>
              <a:ext cx="2263438" cy="2198360"/>
              <a:chOff x="5445106" y="2039507"/>
              <a:chExt cx="2263438" cy="2198360"/>
            </a:xfrm>
          </p:grpSpPr>
          <p:grpSp>
            <p:nvGrpSpPr>
              <p:cNvPr id="9955" name="Group 9954">
                <a:extLst>
                  <a:ext uri="{FF2B5EF4-FFF2-40B4-BE49-F238E27FC236}">
                    <a16:creationId xmlns:a16="http://schemas.microsoft.com/office/drawing/2014/main" id="{5AA31644-A692-82A0-118B-D7AAFA8659B7}"/>
                  </a:ext>
                </a:extLst>
              </p:cNvPr>
              <p:cNvGrpSpPr/>
              <p:nvPr/>
            </p:nvGrpSpPr>
            <p:grpSpPr>
              <a:xfrm>
                <a:off x="5445106" y="2644743"/>
                <a:ext cx="1643204" cy="1593124"/>
                <a:chOff x="5445106" y="2644743"/>
                <a:chExt cx="1643204" cy="1593124"/>
              </a:xfrm>
            </p:grpSpPr>
            <p:grpSp>
              <p:nvGrpSpPr>
                <p:cNvPr id="10051" name="Group 10050">
                  <a:extLst>
                    <a:ext uri="{FF2B5EF4-FFF2-40B4-BE49-F238E27FC236}">
                      <a16:creationId xmlns:a16="http://schemas.microsoft.com/office/drawing/2014/main" id="{EE19F45F-3BC4-C5BC-BA4C-587A120B733C}"/>
                    </a:ext>
                  </a:extLst>
                </p:cNvPr>
                <p:cNvGrpSpPr/>
                <p:nvPr/>
              </p:nvGrpSpPr>
              <p:grpSpPr>
                <a:xfrm>
                  <a:off x="5445106" y="2644743"/>
                  <a:ext cx="1019224" cy="991639"/>
                  <a:chOff x="5886431" y="3225768"/>
                  <a:chExt cx="1019224" cy="991639"/>
                </a:xfrm>
              </p:grpSpPr>
              <p:grpSp>
                <p:nvGrpSpPr>
                  <p:cNvPr id="10099" name="Group 10098">
                    <a:extLst>
                      <a:ext uri="{FF2B5EF4-FFF2-40B4-BE49-F238E27FC236}">
                        <a16:creationId xmlns:a16="http://schemas.microsoft.com/office/drawing/2014/main" id="{412144AA-DBF6-0205-6418-419D088C91F1}"/>
                      </a:ext>
                    </a:extLst>
                  </p:cNvPr>
                  <p:cNvGrpSpPr/>
                  <p:nvPr/>
                </p:nvGrpSpPr>
                <p:grpSpPr>
                  <a:xfrm>
                    <a:off x="6197413" y="3824215"/>
                    <a:ext cx="393192" cy="393192"/>
                    <a:chOff x="5265196" y="3357021"/>
                    <a:chExt cx="393192" cy="393192"/>
                  </a:xfrm>
                </p:grpSpPr>
                <p:grpSp>
                  <p:nvGrpSpPr>
                    <p:cNvPr id="10134" name="Group 10133">
                      <a:extLst>
                        <a:ext uri="{FF2B5EF4-FFF2-40B4-BE49-F238E27FC236}">
                          <a16:creationId xmlns:a16="http://schemas.microsoft.com/office/drawing/2014/main" id="{6BC82129-7E72-6028-03B1-CEE3CE404100}"/>
                        </a:ext>
                      </a:extLst>
                    </p:cNvPr>
                    <p:cNvGrpSpPr/>
                    <p:nvPr/>
                  </p:nvGrpSpPr>
                  <p:grpSpPr>
                    <a:xfrm rot="14400000">
                      <a:off x="5265196" y="3357021"/>
                      <a:ext cx="393192" cy="393192"/>
                      <a:chOff x="5354637" y="3446463"/>
                      <a:chExt cx="214313" cy="214313"/>
                    </a:xfrm>
                  </p:grpSpPr>
                  <p:sp>
                    <p:nvSpPr>
                      <p:cNvPr id="10143" name="Arc 10142">
                        <a:extLst>
                          <a:ext uri="{FF2B5EF4-FFF2-40B4-BE49-F238E27FC236}">
                            <a16:creationId xmlns:a16="http://schemas.microsoft.com/office/drawing/2014/main" id="{A224D8A2-4EFE-DC0D-021D-9E0BCBD86B9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144" name="Arc 10143">
                        <a:extLst>
                          <a:ext uri="{FF2B5EF4-FFF2-40B4-BE49-F238E27FC236}">
                            <a16:creationId xmlns:a16="http://schemas.microsoft.com/office/drawing/2014/main" id="{3FE08ACD-65C1-2252-8F52-2438AEEA8FB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135" name="Group 10134">
                      <a:extLst>
                        <a:ext uri="{FF2B5EF4-FFF2-40B4-BE49-F238E27FC236}">
                          <a16:creationId xmlns:a16="http://schemas.microsoft.com/office/drawing/2014/main" id="{A8781E11-72F4-04BA-2627-FDB57D635C0D}"/>
                        </a:ext>
                      </a:extLst>
                    </p:cNvPr>
                    <p:cNvGrpSpPr/>
                    <p:nvPr/>
                  </p:nvGrpSpPr>
                  <p:grpSpPr>
                    <a:xfrm>
                      <a:off x="5310186" y="3402011"/>
                      <a:ext cx="303213" cy="303213"/>
                      <a:chOff x="5310186" y="3402011"/>
                      <a:chExt cx="303213" cy="303213"/>
                    </a:xfrm>
                  </p:grpSpPr>
                  <p:grpSp>
                    <p:nvGrpSpPr>
                      <p:cNvPr id="10136" name="Group 10135">
                        <a:extLst>
                          <a:ext uri="{FF2B5EF4-FFF2-40B4-BE49-F238E27FC236}">
                            <a16:creationId xmlns:a16="http://schemas.microsoft.com/office/drawing/2014/main" id="{B5451D75-C5B8-8F1C-CC33-AC2BD6C994AE}"/>
                          </a:ext>
                        </a:extLst>
                      </p:cNvPr>
                      <p:cNvGrpSpPr/>
                      <p:nvPr/>
                    </p:nvGrpSpPr>
                    <p:grpSpPr>
                      <a:xfrm>
                        <a:off x="5354636" y="3446461"/>
                        <a:ext cx="214313" cy="214313"/>
                        <a:chOff x="5354637" y="3446463"/>
                        <a:chExt cx="214313" cy="214313"/>
                      </a:xfrm>
                    </p:grpSpPr>
                    <p:sp>
                      <p:nvSpPr>
                        <p:cNvPr id="10141" name="Arc 10140">
                          <a:extLst>
                            <a:ext uri="{FF2B5EF4-FFF2-40B4-BE49-F238E27FC236}">
                              <a16:creationId xmlns:a16="http://schemas.microsoft.com/office/drawing/2014/main" id="{B76EF1AA-E502-D3EA-B6D5-613B0B1E900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142" name="Arc 10141">
                          <a:extLst>
                            <a:ext uri="{FF2B5EF4-FFF2-40B4-BE49-F238E27FC236}">
                              <a16:creationId xmlns:a16="http://schemas.microsoft.com/office/drawing/2014/main" id="{6AF0C032-75DF-A419-BDC6-7CB72F93B9B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137" name="Group 10136">
                        <a:extLst>
                          <a:ext uri="{FF2B5EF4-FFF2-40B4-BE49-F238E27FC236}">
                            <a16:creationId xmlns:a16="http://schemas.microsoft.com/office/drawing/2014/main" id="{63CAC792-5E5B-D7C4-A0E3-5F4387126464}"/>
                          </a:ext>
                        </a:extLst>
                      </p:cNvPr>
                      <p:cNvGrpSpPr/>
                      <p:nvPr/>
                    </p:nvGrpSpPr>
                    <p:grpSpPr>
                      <a:xfrm rot="7200000">
                        <a:off x="5310186" y="3402011"/>
                        <a:ext cx="303213" cy="303213"/>
                        <a:chOff x="5354637" y="3446463"/>
                        <a:chExt cx="214313" cy="214313"/>
                      </a:xfrm>
                    </p:grpSpPr>
                    <p:sp>
                      <p:nvSpPr>
                        <p:cNvPr id="10139" name="Arc 10138">
                          <a:extLst>
                            <a:ext uri="{FF2B5EF4-FFF2-40B4-BE49-F238E27FC236}">
                              <a16:creationId xmlns:a16="http://schemas.microsoft.com/office/drawing/2014/main" id="{BA2BF012-AE72-EE89-74CC-ED24E95C7A1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140" name="Arc 10139">
                          <a:extLst>
                            <a:ext uri="{FF2B5EF4-FFF2-40B4-BE49-F238E27FC236}">
                              <a16:creationId xmlns:a16="http://schemas.microsoft.com/office/drawing/2014/main" id="{17384F6B-5F5F-EAF9-9F2E-AF50EB9F548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138" name="TextBox 10137">
                        <a:extLst>
                          <a:ext uri="{FF2B5EF4-FFF2-40B4-BE49-F238E27FC236}">
                            <a16:creationId xmlns:a16="http://schemas.microsoft.com/office/drawing/2014/main" id="{43A12402-2D62-59CD-3A6F-FADC91C3AB03}"/>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100" name="Group 10099">
                    <a:extLst>
                      <a:ext uri="{FF2B5EF4-FFF2-40B4-BE49-F238E27FC236}">
                        <a16:creationId xmlns:a16="http://schemas.microsoft.com/office/drawing/2014/main" id="{985D20A7-C578-CAAF-2DBE-3101EA7A632F}"/>
                      </a:ext>
                    </a:extLst>
                  </p:cNvPr>
                  <p:cNvGrpSpPr/>
                  <p:nvPr/>
                </p:nvGrpSpPr>
                <p:grpSpPr>
                  <a:xfrm>
                    <a:off x="5886431" y="3525040"/>
                    <a:ext cx="393192" cy="393192"/>
                    <a:chOff x="5265196" y="3932619"/>
                    <a:chExt cx="393192" cy="393192"/>
                  </a:xfrm>
                </p:grpSpPr>
                <p:grpSp>
                  <p:nvGrpSpPr>
                    <p:cNvPr id="10124" name="Group 10123">
                      <a:extLst>
                        <a:ext uri="{FF2B5EF4-FFF2-40B4-BE49-F238E27FC236}">
                          <a16:creationId xmlns:a16="http://schemas.microsoft.com/office/drawing/2014/main" id="{F7B30A00-1820-1E78-83B4-BE4F8FC94E7B}"/>
                        </a:ext>
                      </a:extLst>
                    </p:cNvPr>
                    <p:cNvGrpSpPr/>
                    <p:nvPr/>
                  </p:nvGrpSpPr>
                  <p:grpSpPr>
                    <a:xfrm>
                      <a:off x="5354636" y="4022061"/>
                      <a:ext cx="214313" cy="214313"/>
                      <a:chOff x="5354637" y="3446463"/>
                      <a:chExt cx="214313" cy="214313"/>
                    </a:xfrm>
                  </p:grpSpPr>
                  <p:sp>
                    <p:nvSpPr>
                      <p:cNvPr id="10132" name="Arc 10131">
                        <a:extLst>
                          <a:ext uri="{FF2B5EF4-FFF2-40B4-BE49-F238E27FC236}">
                            <a16:creationId xmlns:a16="http://schemas.microsoft.com/office/drawing/2014/main" id="{7CA23C2B-CACA-8165-7E2C-2A6BF815602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133" name="Arc 10132">
                        <a:extLst>
                          <a:ext uri="{FF2B5EF4-FFF2-40B4-BE49-F238E27FC236}">
                            <a16:creationId xmlns:a16="http://schemas.microsoft.com/office/drawing/2014/main" id="{2CA88622-F027-594D-3308-0835C3A4CCE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125" name="Group 10124">
                      <a:extLst>
                        <a:ext uri="{FF2B5EF4-FFF2-40B4-BE49-F238E27FC236}">
                          <a16:creationId xmlns:a16="http://schemas.microsoft.com/office/drawing/2014/main" id="{438FC5AE-B897-EB7D-7C41-3EF89AFFE16A}"/>
                        </a:ext>
                      </a:extLst>
                    </p:cNvPr>
                    <p:cNvGrpSpPr/>
                    <p:nvPr/>
                  </p:nvGrpSpPr>
                  <p:grpSpPr>
                    <a:xfrm rot="14400000">
                      <a:off x="5310186" y="3977611"/>
                      <a:ext cx="303213" cy="303213"/>
                      <a:chOff x="5354637" y="3446463"/>
                      <a:chExt cx="214313" cy="214313"/>
                    </a:xfrm>
                  </p:grpSpPr>
                  <p:sp>
                    <p:nvSpPr>
                      <p:cNvPr id="10130" name="Arc 10129">
                        <a:extLst>
                          <a:ext uri="{FF2B5EF4-FFF2-40B4-BE49-F238E27FC236}">
                            <a16:creationId xmlns:a16="http://schemas.microsoft.com/office/drawing/2014/main" id="{CAC31F1A-D2EA-6C7D-398E-96F54881DBF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131" name="Arc 10130">
                        <a:extLst>
                          <a:ext uri="{FF2B5EF4-FFF2-40B4-BE49-F238E27FC236}">
                            <a16:creationId xmlns:a16="http://schemas.microsoft.com/office/drawing/2014/main" id="{23D0CF3D-29CB-C611-835F-BACFF570FB0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126" name="Group 10125">
                      <a:extLst>
                        <a:ext uri="{FF2B5EF4-FFF2-40B4-BE49-F238E27FC236}">
                          <a16:creationId xmlns:a16="http://schemas.microsoft.com/office/drawing/2014/main" id="{03720358-BD77-1FBA-237C-836FFF6620C7}"/>
                        </a:ext>
                      </a:extLst>
                    </p:cNvPr>
                    <p:cNvGrpSpPr/>
                    <p:nvPr/>
                  </p:nvGrpSpPr>
                  <p:grpSpPr>
                    <a:xfrm rot="7200000">
                      <a:off x="5265196" y="3932619"/>
                      <a:ext cx="393192" cy="393192"/>
                      <a:chOff x="5354637" y="3446463"/>
                      <a:chExt cx="214313" cy="214313"/>
                    </a:xfrm>
                  </p:grpSpPr>
                  <p:sp>
                    <p:nvSpPr>
                      <p:cNvPr id="10128" name="Arc 10127">
                        <a:extLst>
                          <a:ext uri="{FF2B5EF4-FFF2-40B4-BE49-F238E27FC236}">
                            <a16:creationId xmlns:a16="http://schemas.microsoft.com/office/drawing/2014/main" id="{31697992-D51D-AFDA-AD21-A32A2AC9A09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129" name="Arc 10128">
                        <a:extLst>
                          <a:ext uri="{FF2B5EF4-FFF2-40B4-BE49-F238E27FC236}">
                            <a16:creationId xmlns:a16="http://schemas.microsoft.com/office/drawing/2014/main" id="{60A0F919-FB56-AFEA-B79E-9E37FB3327C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127" name="TextBox 10126">
                      <a:extLst>
                        <a:ext uri="{FF2B5EF4-FFF2-40B4-BE49-F238E27FC236}">
                          <a16:creationId xmlns:a16="http://schemas.microsoft.com/office/drawing/2014/main" id="{910301F7-F4A4-32AF-05A1-210BA2E66185}"/>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0101" name="Group 10100">
                    <a:extLst>
                      <a:ext uri="{FF2B5EF4-FFF2-40B4-BE49-F238E27FC236}">
                        <a16:creationId xmlns:a16="http://schemas.microsoft.com/office/drawing/2014/main" id="{00D5231D-FA7E-4725-6ED4-687583EB7DAE}"/>
                      </a:ext>
                    </a:extLst>
                  </p:cNvPr>
                  <p:cNvGrpSpPr/>
                  <p:nvPr/>
                </p:nvGrpSpPr>
                <p:grpSpPr>
                  <a:xfrm>
                    <a:off x="6512463" y="3525040"/>
                    <a:ext cx="393192" cy="393192"/>
                    <a:chOff x="6389147" y="3357021"/>
                    <a:chExt cx="393192" cy="393192"/>
                  </a:xfrm>
                </p:grpSpPr>
                <p:grpSp>
                  <p:nvGrpSpPr>
                    <p:cNvPr id="10113" name="Group 10112">
                      <a:extLst>
                        <a:ext uri="{FF2B5EF4-FFF2-40B4-BE49-F238E27FC236}">
                          <a16:creationId xmlns:a16="http://schemas.microsoft.com/office/drawing/2014/main" id="{CBE339E9-0A61-3818-0560-3274840C5986}"/>
                        </a:ext>
                      </a:extLst>
                    </p:cNvPr>
                    <p:cNvGrpSpPr/>
                    <p:nvPr/>
                  </p:nvGrpSpPr>
                  <p:grpSpPr>
                    <a:xfrm rot="7200000" flipH="1">
                      <a:off x="6389147" y="3357021"/>
                      <a:ext cx="393192" cy="393192"/>
                      <a:chOff x="5354637" y="3446463"/>
                      <a:chExt cx="214313" cy="214313"/>
                    </a:xfrm>
                  </p:grpSpPr>
                  <p:sp>
                    <p:nvSpPr>
                      <p:cNvPr id="10122" name="Arc 10121">
                        <a:extLst>
                          <a:ext uri="{FF2B5EF4-FFF2-40B4-BE49-F238E27FC236}">
                            <a16:creationId xmlns:a16="http://schemas.microsoft.com/office/drawing/2014/main" id="{85592880-189D-867E-59EC-887F4AA2D46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123" name="Arc 10122">
                        <a:extLst>
                          <a:ext uri="{FF2B5EF4-FFF2-40B4-BE49-F238E27FC236}">
                            <a16:creationId xmlns:a16="http://schemas.microsoft.com/office/drawing/2014/main" id="{461778AD-6EBE-62C7-DF36-35D1662A4B3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114" name="Group 10113">
                      <a:extLst>
                        <a:ext uri="{FF2B5EF4-FFF2-40B4-BE49-F238E27FC236}">
                          <a16:creationId xmlns:a16="http://schemas.microsoft.com/office/drawing/2014/main" id="{621F832B-5DF6-8B47-4E49-7647709BC490}"/>
                        </a:ext>
                      </a:extLst>
                    </p:cNvPr>
                    <p:cNvGrpSpPr/>
                    <p:nvPr/>
                  </p:nvGrpSpPr>
                  <p:grpSpPr>
                    <a:xfrm>
                      <a:off x="6434137" y="3402011"/>
                      <a:ext cx="303213" cy="303213"/>
                      <a:chOff x="6434137" y="3402011"/>
                      <a:chExt cx="303213" cy="303213"/>
                    </a:xfrm>
                  </p:grpSpPr>
                  <p:grpSp>
                    <p:nvGrpSpPr>
                      <p:cNvPr id="10115" name="Group 10114">
                        <a:extLst>
                          <a:ext uri="{FF2B5EF4-FFF2-40B4-BE49-F238E27FC236}">
                            <a16:creationId xmlns:a16="http://schemas.microsoft.com/office/drawing/2014/main" id="{221812D7-EF24-00CB-7FDA-634CE4712755}"/>
                          </a:ext>
                        </a:extLst>
                      </p:cNvPr>
                      <p:cNvGrpSpPr/>
                      <p:nvPr/>
                    </p:nvGrpSpPr>
                    <p:grpSpPr>
                      <a:xfrm flipH="1">
                        <a:off x="6478587" y="3446461"/>
                        <a:ext cx="214313" cy="214313"/>
                        <a:chOff x="5354637" y="3446463"/>
                        <a:chExt cx="214313" cy="214313"/>
                      </a:xfrm>
                    </p:grpSpPr>
                    <p:sp>
                      <p:nvSpPr>
                        <p:cNvPr id="10120" name="Arc 10119">
                          <a:extLst>
                            <a:ext uri="{FF2B5EF4-FFF2-40B4-BE49-F238E27FC236}">
                              <a16:creationId xmlns:a16="http://schemas.microsoft.com/office/drawing/2014/main" id="{695405DD-F84E-867C-C7FC-FD91049E7F1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121" name="Arc 10120">
                          <a:extLst>
                            <a:ext uri="{FF2B5EF4-FFF2-40B4-BE49-F238E27FC236}">
                              <a16:creationId xmlns:a16="http://schemas.microsoft.com/office/drawing/2014/main" id="{AE411F5E-FF75-940B-BBDA-DE5299D45F9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116" name="Group 10115">
                        <a:extLst>
                          <a:ext uri="{FF2B5EF4-FFF2-40B4-BE49-F238E27FC236}">
                            <a16:creationId xmlns:a16="http://schemas.microsoft.com/office/drawing/2014/main" id="{C14DC90C-280E-662B-D62A-53FC95E03DBB}"/>
                          </a:ext>
                        </a:extLst>
                      </p:cNvPr>
                      <p:cNvGrpSpPr/>
                      <p:nvPr/>
                    </p:nvGrpSpPr>
                    <p:grpSpPr>
                      <a:xfrm rot="14400000" flipH="1">
                        <a:off x="6434137" y="3402011"/>
                        <a:ext cx="303213" cy="303213"/>
                        <a:chOff x="5354637" y="3446463"/>
                        <a:chExt cx="214313" cy="214313"/>
                      </a:xfrm>
                    </p:grpSpPr>
                    <p:sp>
                      <p:nvSpPr>
                        <p:cNvPr id="10118" name="Arc 10117">
                          <a:extLst>
                            <a:ext uri="{FF2B5EF4-FFF2-40B4-BE49-F238E27FC236}">
                              <a16:creationId xmlns:a16="http://schemas.microsoft.com/office/drawing/2014/main" id="{C7C4E802-5477-294E-D607-D3FAF40703C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119" name="Arc 10118">
                          <a:extLst>
                            <a:ext uri="{FF2B5EF4-FFF2-40B4-BE49-F238E27FC236}">
                              <a16:creationId xmlns:a16="http://schemas.microsoft.com/office/drawing/2014/main" id="{32CD358A-FD6C-0E5F-CBC8-A2BFF2B59C1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117" name="TextBox 10116">
                        <a:extLst>
                          <a:ext uri="{FF2B5EF4-FFF2-40B4-BE49-F238E27FC236}">
                            <a16:creationId xmlns:a16="http://schemas.microsoft.com/office/drawing/2014/main" id="{C3CCD9B6-F04B-BA08-2A23-ADDB29D1A11F}"/>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102" name="Group 10101">
                    <a:extLst>
                      <a:ext uri="{FF2B5EF4-FFF2-40B4-BE49-F238E27FC236}">
                        <a16:creationId xmlns:a16="http://schemas.microsoft.com/office/drawing/2014/main" id="{C20CAAB2-D113-2DED-B3F2-7A599A8CF87B}"/>
                      </a:ext>
                    </a:extLst>
                  </p:cNvPr>
                  <p:cNvGrpSpPr/>
                  <p:nvPr/>
                </p:nvGrpSpPr>
                <p:grpSpPr>
                  <a:xfrm>
                    <a:off x="6197413" y="3225768"/>
                    <a:ext cx="393192" cy="393192"/>
                    <a:chOff x="6389147" y="3932622"/>
                    <a:chExt cx="393192" cy="393192"/>
                  </a:xfrm>
                </p:grpSpPr>
                <p:grpSp>
                  <p:nvGrpSpPr>
                    <p:cNvPr id="10103" name="Group 10102">
                      <a:extLst>
                        <a:ext uri="{FF2B5EF4-FFF2-40B4-BE49-F238E27FC236}">
                          <a16:creationId xmlns:a16="http://schemas.microsoft.com/office/drawing/2014/main" id="{4B5C59F0-7624-A332-5891-7F3E6665AD50}"/>
                        </a:ext>
                      </a:extLst>
                    </p:cNvPr>
                    <p:cNvGrpSpPr/>
                    <p:nvPr/>
                  </p:nvGrpSpPr>
                  <p:grpSpPr>
                    <a:xfrm flipH="1">
                      <a:off x="6478587" y="4022061"/>
                      <a:ext cx="214313" cy="214313"/>
                      <a:chOff x="5354637" y="3446463"/>
                      <a:chExt cx="214313" cy="214313"/>
                    </a:xfrm>
                  </p:grpSpPr>
                  <p:sp>
                    <p:nvSpPr>
                      <p:cNvPr id="10111" name="Arc 10110">
                        <a:extLst>
                          <a:ext uri="{FF2B5EF4-FFF2-40B4-BE49-F238E27FC236}">
                            <a16:creationId xmlns:a16="http://schemas.microsoft.com/office/drawing/2014/main" id="{5F9D90B3-4D78-63BB-C76A-C303E4D71C7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112" name="Arc 10111">
                        <a:extLst>
                          <a:ext uri="{FF2B5EF4-FFF2-40B4-BE49-F238E27FC236}">
                            <a16:creationId xmlns:a16="http://schemas.microsoft.com/office/drawing/2014/main" id="{89780900-3C5B-9D30-A7E2-7E03F552455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104" name="Group 10103">
                      <a:extLst>
                        <a:ext uri="{FF2B5EF4-FFF2-40B4-BE49-F238E27FC236}">
                          <a16:creationId xmlns:a16="http://schemas.microsoft.com/office/drawing/2014/main" id="{5238B4C6-2104-B959-5351-01B5A274B16E}"/>
                        </a:ext>
                      </a:extLst>
                    </p:cNvPr>
                    <p:cNvGrpSpPr/>
                    <p:nvPr/>
                  </p:nvGrpSpPr>
                  <p:grpSpPr>
                    <a:xfrm rot="7200000" flipH="1">
                      <a:off x="6434137" y="3977611"/>
                      <a:ext cx="303213" cy="303213"/>
                      <a:chOff x="5354637" y="3446463"/>
                      <a:chExt cx="214313" cy="214313"/>
                    </a:xfrm>
                  </p:grpSpPr>
                  <p:sp>
                    <p:nvSpPr>
                      <p:cNvPr id="10109" name="Arc 10108">
                        <a:extLst>
                          <a:ext uri="{FF2B5EF4-FFF2-40B4-BE49-F238E27FC236}">
                            <a16:creationId xmlns:a16="http://schemas.microsoft.com/office/drawing/2014/main" id="{2E3FCE58-DA55-DC26-A08D-0B9A28E1F68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110" name="Arc 10109">
                        <a:extLst>
                          <a:ext uri="{FF2B5EF4-FFF2-40B4-BE49-F238E27FC236}">
                            <a16:creationId xmlns:a16="http://schemas.microsoft.com/office/drawing/2014/main" id="{E483BE72-208F-E343-1F6F-F1F058A5747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105" name="Group 10104">
                      <a:extLst>
                        <a:ext uri="{FF2B5EF4-FFF2-40B4-BE49-F238E27FC236}">
                          <a16:creationId xmlns:a16="http://schemas.microsoft.com/office/drawing/2014/main" id="{44E9DF9D-3793-CB36-D7A8-478A4148CD26}"/>
                        </a:ext>
                      </a:extLst>
                    </p:cNvPr>
                    <p:cNvGrpSpPr/>
                    <p:nvPr/>
                  </p:nvGrpSpPr>
                  <p:grpSpPr>
                    <a:xfrm rot="14400000" flipH="1">
                      <a:off x="6389147" y="3932622"/>
                      <a:ext cx="393192" cy="393192"/>
                      <a:chOff x="5354637" y="3446463"/>
                      <a:chExt cx="214313" cy="214313"/>
                    </a:xfrm>
                  </p:grpSpPr>
                  <p:sp>
                    <p:nvSpPr>
                      <p:cNvPr id="10107" name="Arc 10106">
                        <a:extLst>
                          <a:ext uri="{FF2B5EF4-FFF2-40B4-BE49-F238E27FC236}">
                            <a16:creationId xmlns:a16="http://schemas.microsoft.com/office/drawing/2014/main" id="{A0F0D1FD-470D-D515-ADFF-5950877063E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108" name="Arc 10107">
                        <a:extLst>
                          <a:ext uri="{FF2B5EF4-FFF2-40B4-BE49-F238E27FC236}">
                            <a16:creationId xmlns:a16="http://schemas.microsoft.com/office/drawing/2014/main" id="{E1A98D31-AD64-3624-764E-E1BB3B05FF3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106" name="TextBox 10105">
                      <a:extLst>
                        <a:ext uri="{FF2B5EF4-FFF2-40B4-BE49-F238E27FC236}">
                          <a16:creationId xmlns:a16="http://schemas.microsoft.com/office/drawing/2014/main" id="{346D8118-C6A8-9128-2013-7C68263DBD53}"/>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052" name="Group 10051">
                  <a:extLst>
                    <a:ext uri="{FF2B5EF4-FFF2-40B4-BE49-F238E27FC236}">
                      <a16:creationId xmlns:a16="http://schemas.microsoft.com/office/drawing/2014/main" id="{85E621E2-89C0-BD74-834E-92A933A94505}"/>
                    </a:ext>
                  </a:extLst>
                </p:cNvPr>
                <p:cNvGrpSpPr/>
                <p:nvPr/>
              </p:nvGrpSpPr>
              <p:grpSpPr>
                <a:xfrm>
                  <a:off x="6069086" y="3246228"/>
                  <a:ext cx="1019224" cy="991639"/>
                  <a:chOff x="5886431" y="3225768"/>
                  <a:chExt cx="1019224" cy="991639"/>
                </a:xfrm>
              </p:grpSpPr>
              <p:grpSp>
                <p:nvGrpSpPr>
                  <p:cNvPr id="10053" name="Group 10052">
                    <a:extLst>
                      <a:ext uri="{FF2B5EF4-FFF2-40B4-BE49-F238E27FC236}">
                        <a16:creationId xmlns:a16="http://schemas.microsoft.com/office/drawing/2014/main" id="{46B0DB1F-5F6F-6B7D-C08E-E7CDCE65BDA1}"/>
                      </a:ext>
                    </a:extLst>
                  </p:cNvPr>
                  <p:cNvGrpSpPr/>
                  <p:nvPr/>
                </p:nvGrpSpPr>
                <p:grpSpPr>
                  <a:xfrm>
                    <a:off x="6197413" y="3824215"/>
                    <a:ext cx="393192" cy="393192"/>
                    <a:chOff x="5265196" y="3357021"/>
                    <a:chExt cx="393192" cy="393192"/>
                  </a:xfrm>
                </p:grpSpPr>
                <p:grpSp>
                  <p:nvGrpSpPr>
                    <p:cNvPr id="10088" name="Group 10087">
                      <a:extLst>
                        <a:ext uri="{FF2B5EF4-FFF2-40B4-BE49-F238E27FC236}">
                          <a16:creationId xmlns:a16="http://schemas.microsoft.com/office/drawing/2014/main" id="{A46C9BDA-BC18-6078-DBCE-6F08F6732386}"/>
                        </a:ext>
                      </a:extLst>
                    </p:cNvPr>
                    <p:cNvGrpSpPr/>
                    <p:nvPr/>
                  </p:nvGrpSpPr>
                  <p:grpSpPr>
                    <a:xfrm rot="14400000">
                      <a:off x="5265196" y="3357021"/>
                      <a:ext cx="393192" cy="393192"/>
                      <a:chOff x="5354637" y="3446463"/>
                      <a:chExt cx="214313" cy="214313"/>
                    </a:xfrm>
                  </p:grpSpPr>
                  <p:sp>
                    <p:nvSpPr>
                      <p:cNvPr id="10097" name="Arc 10096">
                        <a:extLst>
                          <a:ext uri="{FF2B5EF4-FFF2-40B4-BE49-F238E27FC236}">
                            <a16:creationId xmlns:a16="http://schemas.microsoft.com/office/drawing/2014/main" id="{5748081D-76EE-2DD9-4462-9E59FD3F9B8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098" name="Arc 10097">
                        <a:extLst>
                          <a:ext uri="{FF2B5EF4-FFF2-40B4-BE49-F238E27FC236}">
                            <a16:creationId xmlns:a16="http://schemas.microsoft.com/office/drawing/2014/main" id="{B61D5D80-9851-9BD1-A872-4FD74E55B5C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089" name="Group 10088">
                      <a:extLst>
                        <a:ext uri="{FF2B5EF4-FFF2-40B4-BE49-F238E27FC236}">
                          <a16:creationId xmlns:a16="http://schemas.microsoft.com/office/drawing/2014/main" id="{56B53C81-08D3-6FD7-53F9-64291A9726E1}"/>
                        </a:ext>
                      </a:extLst>
                    </p:cNvPr>
                    <p:cNvGrpSpPr/>
                    <p:nvPr/>
                  </p:nvGrpSpPr>
                  <p:grpSpPr>
                    <a:xfrm>
                      <a:off x="5310186" y="3402011"/>
                      <a:ext cx="303213" cy="303213"/>
                      <a:chOff x="5310186" y="3402011"/>
                      <a:chExt cx="303213" cy="303213"/>
                    </a:xfrm>
                  </p:grpSpPr>
                  <p:grpSp>
                    <p:nvGrpSpPr>
                      <p:cNvPr id="10090" name="Group 10089">
                        <a:extLst>
                          <a:ext uri="{FF2B5EF4-FFF2-40B4-BE49-F238E27FC236}">
                            <a16:creationId xmlns:a16="http://schemas.microsoft.com/office/drawing/2014/main" id="{C266345C-E962-F427-2BEF-635164E06C60}"/>
                          </a:ext>
                        </a:extLst>
                      </p:cNvPr>
                      <p:cNvGrpSpPr/>
                      <p:nvPr/>
                    </p:nvGrpSpPr>
                    <p:grpSpPr>
                      <a:xfrm>
                        <a:off x="5354636" y="3446461"/>
                        <a:ext cx="214313" cy="214313"/>
                        <a:chOff x="5354637" y="3446463"/>
                        <a:chExt cx="214313" cy="214313"/>
                      </a:xfrm>
                    </p:grpSpPr>
                    <p:sp>
                      <p:nvSpPr>
                        <p:cNvPr id="10095" name="Arc 10094">
                          <a:extLst>
                            <a:ext uri="{FF2B5EF4-FFF2-40B4-BE49-F238E27FC236}">
                              <a16:creationId xmlns:a16="http://schemas.microsoft.com/office/drawing/2014/main" id="{9315555D-AF20-B877-9F0B-55DCF1B72D3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096" name="Arc 10095">
                          <a:extLst>
                            <a:ext uri="{FF2B5EF4-FFF2-40B4-BE49-F238E27FC236}">
                              <a16:creationId xmlns:a16="http://schemas.microsoft.com/office/drawing/2014/main" id="{E5945412-C0CC-6579-BFD0-C8DB33B260F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091" name="Group 10090">
                        <a:extLst>
                          <a:ext uri="{FF2B5EF4-FFF2-40B4-BE49-F238E27FC236}">
                            <a16:creationId xmlns:a16="http://schemas.microsoft.com/office/drawing/2014/main" id="{0C30A992-05F1-3975-57B0-03C379AFD329}"/>
                          </a:ext>
                        </a:extLst>
                      </p:cNvPr>
                      <p:cNvGrpSpPr/>
                      <p:nvPr/>
                    </p:nvGrpSpPr>
                    <p:grpSpPr>
                      <a:xfrm rot="7200000">
                        <a:off x="5310186" y="3402011"/>
                        <a:ext cx="303213" cy="303213"/>
                        <a:chOff x="5354637" y="3446463"/>
                        <a:chExt cx="214313" cy="214313"/>
                      </a:xfrm>
                    </p:grpSpPr>
                    <p:sp>
                      <p:nvSpPr>
                        <p:cNvPr id="10093" name="Arc 10092">
                          <a:extLst>
                            <a:ext uri="{FF2B5EF4-FFF2-40B4-BE49-F238E27FC236}">
                              <a16:creationId xmlns:a16="http://schemas.microsoft.com/office/drawing/2014/main" id="{D92A7BEC-D918-8D92-4DF3-BC851C1F62C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094" name="Arc 10093">
                          <a:extLst>
                            <a:ext uri="{FF2B5EF4-FFF2-40B4-BE49-F238E27FC236}">
                              <a16:creationId xmlns:a16="http://schemas.microsoft.com/office/drawing/2014/main" id="{1D244B63-8962-65AA-043C-58C6A298842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092" name="TextBox 10091">
                        <a:extLst>
                          <a:ext uri="{FF2B5EF4-FFF2-40B4-BE49-F238E27FC236}">
                            <a16:creationId xmlns:a16="http://schemas.microsoft.com/office/drawing/2014/main" id="{74E00F8D-DDED-77DF-627D-34B78AD0C4CD}"/>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054" name="Group 10053">
                    <a:extLst>
                      <a:ext uri="{FF2B5EF4-FFF2-40B4-BE49-F238E27FC236}">
                        <a16:creationId xmlns:a16="http://schemas.microsoft.com/office/drawing/2014/main" id="{FC3BF97D-F328-466C-FB5E-F6D7ADE590AD}"/>
                      </a:ext>
                    </a:extLst>
                  </p:cNvPr>
                  <p:cNvGrpSpPr/>
                  <p:nvPr/>
                </p:nvGrpSpPr>
                <p:grpSpPr>
                  <a:xfrm>
                    <a:off x="5886431" y="3525040"/>
                    <a:ext cx="393192" cy="393192"/>
                    <a:chOff x="5265196" y="3932619"/>
                    <a:chExt cx="393192" cy="393192"/>
                  </a:xfrm>
                </p:grpSpPr>
                <p:grpSp>
                  <p:nvGrpSpPr>
                    <p:cNvPr id="10078" name="Group 10077">
                      <a:extLst>
                        <a:ext uri="{FF2B5EF4-FFF2-40B4-BE49-F238E27FC236}">
                          <a16:creationId xmlns:a16="http://schemas.microsoft.com/office/drawing/2014/main" id="{65092383-A1F7-9EBC-30BE-4FA10E0C0594}"/>
                        </a:ext>
                      </a:extLst>
                    </p:cNvPr>
                    <p:cNvGrpSpPr/>
                    <p:nvPr/>
                  </p:nvGrpSpPr>
                  <p:grpSpPr>
                    <a:xfrm>
                      <a:off x="5354636" y="4022061"/>
                      <a:ext cx="214313" cy="214313"/>
                      <a:chOff x="5354637" y="3446463"/>
                      <a:chExt cx="214313" cy="214313"/>
                    </a:xfrm>
                  </p:grpSpPr>
                  <p:sp>
                    <p:nvSpPr>
                      <p:cNvPr id="10086" name="Arc 10085">
                        <a:extLst>
                          <a:ext uri="{FF2B5EF4-FFF2-40B4-BE49-F238E27FC236}">
                            <a16:creationId xmlns:a16="http://schemas.microsoft.com/office/drawing/2014/main" id="{93D8EBF8-534B-E521-996D-EE8AB23B350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087" name="Arc 10086">
                        <a:extLst>
                          <a:ext uri="{FF2B5EF4-FFF2-40B4-BE49-F238E27FC236}">
                            <a16:creationId xmlns:a16="http://schemas.microsoft.com/office/drawing/2014/main" id="{4AF44016-16AE-4BC7-E17C-857205534B5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079" name="Group 10078">
                      <a:extLst>
                        <a:ext uri="{FF2B5EF4-FFF2-40B4-BE49-F238E27FC236}">
                          <a16:creationId xmlns:a16="http://schemas.microsoft.com/office/drawing/2014/main" id="{50EDBCCB-B9F1-24FF-EED7-36E1D0F4CE3D}"/>
                        </a:ext>
                      </a:extLst>
                    </p:cNvPr>
                    <p:cNvGrpSpPr/>
                    <p:nvPr/>
                  </p:nvGrpSpPr>
                  <p:grpSpPr>
                    <a:xfrm rot="14400000">
                      <a:off x="5310186" y="3977611"/>
                      <a:ext cx="303213" cy="303213"/>
                      <a:chOff x="5354637" y="3446463"/>
                      <a:chExt cx="214313" cy="214313"/>
                    </a:xfrm>
                  </p:grpSpPr>
                  <p:sp>
                    <p:nvSpPr>
                      <p:cNvPr id="10084" name="Arc 10083">
                        <a:extLst>
                          <a:ext uri="{FF2B5EF4-FFF2-40B4-BE49-F238E27FC236}">
                            <a16:creationId xmlns:a16="http://schemas.microsoft.com/office/drawing/2014/main" id="{B1088574-A023-4AA9-0EDE-C4E59052D16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085" name="Arc 10084">
                        <a:extLst>
                          <a:ext uri="{FF2B5EF4-FFF2-40B4-BE49-F238E27FC236}">
                            <a16:creationId xmlns:a16="http://schemas.microsoft.com/office/drawing/2014/main" id="{BA53D357-7039-D3D0-E30D-2BB96A02B6F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080" name="Group 10079">
                      <a:extLst>
                        <a:ext uri="{FF2B5EF4-FFF2-40B4-BE49-F238E27FC236}">
                          <a16:creationId xmlns:a16="http://schemas.microsoft.com/office/drawing/2014/main" id="{37DD7EE0-3CAE-5454-555D-28FE9A50B388}"/>
                        </a:ext>
                      </a:extLst>
                    </p:cNvPr>
                    <p:cNvGrpSpPr/>
                    <p:nvPr/>
                  </p:nvGrpSpPr>
                  <p:grpSpPr>
                    <a:xfrm rot="7200000">
                      <a:off x="5265196" y="3932619"/>
                      <a:ext cx="393192" cy="393192"/>
                      <a:chOff x="5354637" y="3446463"/>
                      <a:chExt cx="214313" cy="214313"/>
                    </a:xfrm>
                  </p:grpSpPr>
                  <p:sp>
                    <p:nvSpPr>
                      <p:cNvPr id="10082" name="Arc 10081">
                        <a:extLst>
                          <a:ext uri="{FF2B5EF4-FFF2-40B4-BE49-F238E27FC236}">
                            <a16:creationId xmlns:a16="http://schemas.microsoft.com/office/drawing/2014/main" id="{EF293BE7-B1CB-7E36-EEE2-6D5F76B5DC1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083" name="Arc 10082">
                        <a:extLst>
                          <a:ext uri="{FF2B5EF4-FFF2-40B4-BE49-F238E27FC236}">
                            <a16:creationId xmlns:a16="http://schemas.microsoft.com/office/drawing/2014/main" id="{B4630F92-5F7B-775F-F83B-A178F3ABAB0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081" name="TextBox 10080">
                      <a:extLst>
                        <a:ext uri="{FF2B5EF4-FFF2-40B4-BE49-F238E27FC236}">
                          <a16:creationId xmlns:a16="http://schemas.microsoft.com/office/drawing/2014/main" id="{64EDAACF-5440-268E-029D-B9EFD3E70F4C}"/>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0055" name="Group 10054">
                    <a:extLst>
                      <a:ext uri="{FF2B5EF4-FFF2-40B4-BE49-F238E27FC236}">
                        <a16:creationId xmlns:a16="http://schemas.microsoft.com/office/drawing/2014/main" id="{5A2F1B05-5814-25F1-9A36-83F2378E9BD7}"/>
                      </a:ext>
                    </a:extLst>
                  </p:cNvPr>
                  <p:cNvGrpSpPr/>
                  <p:nvPr/>
                </p:nvGrpSpPr>
                <p:grpSpPr>
                  <a:xfrm>
                    <a:off x="6512463" y="3525040"/>
                    <a:ext cx="393192" cy="393192"/>
                    <a:chOff x="6389147" y="3357021"/>
                    <a:chExt cx="393192" cy="393192"/>
                  </a:xfrm>
                </p:grpSpPr>
                <p:grpSp>
                  <p:nvGrpSpPr>
                    <p:cNvPr id="10067" name="Group 10066">
                      <a:extLst>
                        <a:ext uri="{FF2B5EF4-FFF2-40B4-BE49-F238E27FC236}">
                          <a16:creationId xmlns:a16="http://schemas.microsoft.com/office/drawing/2014/main" id="{1462615C-2D69-AC23-1B11-30E1D1167C55}"/>
                        </a:ext>
                      </a:extLst>
                    </p:cNvPr>
                    <p:cNvGrpSpPr/>
                    <p:nvPr/>
                  </p:nvGrpSpPr>
                  <p:grpSpPr>
                    <a:xfrm rot="7200000" flipH="1">
                      <a:off x="6389147" y="3357021"/>
                      <a:ext cx="393192" cy="393192"/>
                      <a:chOff x="5354637" y="3446463"/>
                      <a:chExt cx="214313" cy="214313"/>
                    </a:xfrm>
                  </p:grpSpPr>
                  <p:sp>
                    <p:nvSpPr>
                      <p:cNvPr id="10076" name="Arc 10075">
                        <a:extLst>
                          <a:ext uri="{FF2B5EF4-FFF2-40B4-BE49-F238E27FC236}">
                            <a16:creationId xmlns:a16="http://schemas.microsoft.com/office/drawing/2014/main" id="{8478AF59-E87B-A4A2-8D3F-2ECE3094F9C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077" name="Arc 10076">
                        <a:extLst>
                          <a:ext uri="{FF2B5EF4-FFF2-40B4-BE49-F238E27FC236}">
                            <a16:creationId xmlns:a16="http://schemas.microsoft.com/office/drawing/2014/main" id="{0F7AC5DE-59F9-2727-41B9-3928FD9E59D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068" name="Group 10067">
                      <a:extLst>
                        <a:ext uri="{FF2B5EF4-FFF2-40B4-BE49-F238E27FC236}">
                          <a16:creationId xmlns:a16="http://schemas.microsoft.com/office/drawing/2014/main" id="{B10DBE15-B2C1-DF4A-8159-A79731F34E21}"/>
                        </a:ext>
                      </a:extLst>
                    </p:cNvPr>
                    <p:cNvGrpSpPr/>
                    <p:nvPr/>
                  </p:nvGrpSpPr>
                  <p:grpSpPr>
                    <a:xfrm>
                      <a:off x="6434137" y="3402011"/>
                      <a:ext cx="303213" cy="303213"/>
                      <a:chOff x="6434137" y="3402011"/>
                      <a:chExt cx="303213" cy="303213"/>
                    </a:xfrm>
                  </p:grpSpPr>
                  <p:grpSp>
                    <p:nvGrpSpPr>
                      <p:cNvPr id="10069" name="Group 10068">
                        <a:extLst>
                          <a:ext uri="{FF2B5EF4-FFF2-40B4-BE49-F238E27FC236}">
                            <a16:creationId xmlns:a16="http://schemas.microsoft.com/office/drawing/2014/main" id="{D2BF865D-464E-5E9E-9D69-450AE870D228}"/>
                          </a:ext>
                        </a:extLst>
                      </p:cNvPr>
                      <p:cNvGrpSpPr/>
                      <p:nvPr/>
                    </p:nvGrpSpPr>
                    <p:grpSpPr>
                      <a:xfrm flipH="1">
                        <a:off x="6478587" y="3446461"/>
                        <a:ext cx="214313" cy="214313"/>
                        <a:chOff x="5354637" y="3446463"/>
                        <a:chExt cx="214313" cy="214313"/>
                      </a:xfrm>
                    </p:grpSpPr>
                    <p:sp>
                      <p:nvSpPr>
                        <p:cNvPr id="10074" name="Arc 10073">
                          <a:extLst>
                            <a:ext uri="{FF2B5EF4-FFF2-40B4-BE49-F238E27FC236}">
                              <a16:creationId xmlns:a16="http://schemas.microsoft.com/office/drawing/2014/main" id="{FCCCA6DA-8779-F896-51BC-4802E211A7D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075" name="Arc 10074">
                          <a:extLst>
                            <a:ext uri="{FF2B5EF4-FFF2-40B4-BE49-F238E27FC236}">
                              <a16:creationId xmlns:a16="http://schemas.microsoft.com/office/drawing/2014/main" id="{33E10028-20A2-D8C1-0B70-114C6C12181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070" name="Group 10069">
                        <a:extLst>
                          <a:ext uri="{FF2B5EF4-FFF2-40B4-BE49-F238E27FC236}">
                            <a16:creationId xmlns:a16="http://schemas.microsoft.com/office/drawing/2014/main" id="{C65FBF45-FBA8-8D29-DBC8-8DABE64B6B5D}"/>
                          </a:ext>
                        </a:extLst>
                      </p:cNvPr>
                      <p:cNvGrpSpPr/>
                      <p:nvPr/>
                    </p:nvGrpSpPr>
                    <p:grpSpPr>
                      <a:xfrm rot="14400000" flipH="1">
                        <a:off x="6434137" y="3402011"/>
                        <a:ext cx="303213" cy="303213"/>
                        <a:chOff x="5354637" y="3446463"/>
                        <a:chExt cx="214313" cy="214313"/>
                      </a:xfrm>
                    </p:grpSpPr>
                    <p:sp>
                      <p:nvSpPr>
                        <p:cNvPr id="10072" name="Arc 10071">
                          <a:extLst>
                            <a:ext uri="{FF2B5EF4-FFF2-40B4-BE49-F238E27FC236}">
                              <a16:creationId xmlns:a16="http://schemas.microsoft.com/office/drawing/2014/main" id="{DB6180E5-3459-7302-FBCC-25E1676FE67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073" name="Arc 10072">
                          <a:extLst>
                            <a:ext uri="{FF2B5EF4-FFF2-40B4-BE49-F238E27FC236}">
                              <a16:creationId xmlns:a16="http://schemas.microsoft.com/office/drawing/2014/main" id="{AD819707-F5F9-293B-BDD9-FD691FE22E4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071" name="TextBox 10070">
                        <a:extLst>
                          <a:ext uri="{FF2B5EF4-FFF2-40B4-BE49-F238E27FC236}">
                            <a16:creationId xmlns:a16="http://schemas.microsoft.com/office/drawing/2014/main" id="{192677EA-50C6-B505-B50D-4CC14494F8E4}"/>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056" name="Group 10055">
                    <a:extLst>
                      <a:ext uri="{FF2B5EF4-FFF2-40B4-BE49-F238E27FC236}">
                        <a16:creationId xmlns:a16="http://schemas.microsoft.com/office/drawing/2014/main" id="{2F2598BF-E33A-0DFB-B3CC-8E760A00EB9E}"/>
                      </a:ext>
                    </a:extLst>
                  </p:cNvPr>
                  <p:cNvGrpSpPr/>
                  <p:nvPr/>
                </p:nvGrpSpPr>
                <p:grpSpPr>
                  <a:xfrm>
                    <a:off x="6197413" y="3225768"/>
                    <a:ext cx="393192" cy="393192"/>
                    <a:chOff x="6389147" y="3932622"/>
                    <a:chExt cx="393192" cy="393192"/>
                  </a:xfrm>
                </p:grpSpPr>
                <p:grpSp>
                  <p:nvGrpSpPr>
                    <p:cNvPr id="10057" name="Group 10056">
                      <a:extLst>
                        <a:ext uri="{FF2B5EF4-FFF2-40B4-BE49-F238E27FC236}">
                          <a16:creationId xmlns:a16="http://schemas.microsoft.com/office/drawing/2014/main" id="{EEFC00E2-FCC6-C078-5F73-FD3021E62D1F}"/>
                        </a:ext>
                      </a:extLst>
                    </p:cNvPr>
                    <p:cNvGrpSpPr/>
                    <p:nvPr/>
                  </p:nvGrpSpPr>
                  <p:grpSpPr>
                    <a:xfrm flipH="1">
                      <a:off x="6478587" y="4022061"/>
                      <a:ext cx="214313" cy="214313"/>
                      <a:chOff x="5354637" y="3446463"/>
                      <a:chExt cx="214313" cy="214313"/>
                    </a:xfrm>
                  </p:grpSpPr>
                  <p:sp>
                    <p:nvSpPr>
                      <p:cNvPr id="10065" name="Arc 10064">
                        <a:extLst>
                          <a:ext uri="{FF2B5EF4-FFF2-40B4-BE49-F238E27FC236}">
                            <a16:creationId xmlns:a16="http://schemas.microsoft.com/office/drawing/2014/main" id="{9803DA6D-88CD-AE03-FBCD-DB5B0B45881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066" name="Arc 10065">
                        <a:extLst>
                          <a:ext uri="{FF2B5EF4-FFF2-40B4-BE49-F238E27FC236}">
                            <a16:creationId xmlns:a16="http://schemas.microsoft.com/office/drawing/2014/main" id="{2C7381FB-3F13-5C6C-AF36-F3B65CD53CB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058" name="Group 10057">
                      <a:extLst>
                        <a:ext uri="{FF2B5EF4-FFF2-40B4-BE49-F238E27FC236}">
                          <a16:creationId xmlns:a16="http://schemas.microsoft.com/office/drawing/2014/main" id="{41EE0E57-857B-5C39-0CD8-D5B1841C46E9}"/>
                        </a:ext>
                      </a:extLst>
                    </p:cNvPr>
                    <p:cNvGrpSpPr/>
                    <p:nvPr/>
                  </p:nvGrpSpPr>
                  <p:grpSpPr>
                    <a:xfrm rot="7200000" flipH="1">
                      <a:off x="6434137" y="3977611"/>
                      <a:ext cx="303213" cy="303213"/>
                      <a:chOff x="5354637" y="3446463"/>
                      <a:chExt cx="214313" cy="214313"/>
                    </a:xfrm>
                  </p:grpSpPr>
                  <p:sp>
                    <p:nvSpPr>
                      <p:cNvPr id="10063" name="Arc 10062">
                        <a:extLst>
                          <a:ext uri="{FF2B5EF4-FFF2-40B4-BE49-F238E27FC236}">
                            <a16:creationId xmlns:a16="http://schemas.microsoft.com/office/drawing/2014/main" id="{E23B4509-6AD0-A6CC-16C2-16342EA65E8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064" name="Arc 10063">
                        <a:extLst>
                          <a:ext uri="{FF2B5EF4-FFF2-40B4-BE49-F238E27FC236}">
                            <a16:creationId xmlns:a16="http://schemas.microsoft.com/office/drawing/2014/main" id="{1C3A3A31-C53F-5125-F3BD-21A0CB79C2B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059" name="Group 10058">
                      <a:extLst>
                        <a:ext uri="{FF2B5EF4-FFF2-40B4-BE49-F238E27FC236}">
                          <a16:creationId xmlns:a16="http://schemas.microsoft.com/office/drawing/2014/main" id="{1CAD8DFB-8B3F-5395-CC7D-81CC5DF00734}"/>
                        </a:ext>
                      </a:extLst>
                    </p:cNvPr>
                    <p:cNvGrpSpPr/>
                    <p:nvPr/>
                  </p:nvGrpSpPr>
                  <p:grpSpPr>
                    <a:xfrm rot="14400000" flipH="1">
                      <a:off x="6389147" y="3932622"/>
                      <a:ext cx="393192" cy="393192"/>
                      <a:chOff x="5354637" y="3446463"/>
                      <a:chExt cx="214313" cy="214313"/>
                    </a:xfrm>
                  </p:grpSpPr>
                  <p:sp>
                    <p:nvSpPr>
                      <p:cNvPr id="10061" name="Arc 10060">
                        <a:extLst>
                          <a:ext uri="{FF2B5EF4-FFF2-40B4-BE49-F238E27FC236}">
                            <a16:creationId xmlns:a16="http://schemas.microsoft.com/office/drawing/2014/main" id="{2F863532-6749-131B-FF88-D984F7CB928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062" name="Arc 10061">
                        <a:extLst>
                          <a:ext uri="{FF2B5EF4-FFF2-40B4-BE49-F238E27FC236}">
                            <a16:creationId xmlns:a16="http://schemas.microsoft.com/office/drawing/2014/main" id="{F6A3A498-B51F-5998-C395-6924A27CCF1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060" name="TextBox 10059">
                      <a:extLst>
                        <a:ext uri="{FF2B5EF4-FFF2-40B4-BE49-F238E27FC236}">
                          <a16:creationId xmlns:a16="http://schemas.microsoft.com/office/drawing/2014/main" id="{6C037695-5F07-D2FA-D588-C918946474E8}"/>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9956" name="Group 9955">
                <a:extLst>
                  <a:ext uri="{FF2B5EF4-FFF2-40B4-BE49-F238E27FC236}">
                    <a16:creationId xmlns:a16="http://schemas.microsoft.com/office/drawing/2014/main" id="{0BD41990-0F42-EA5B-4407-E8CB3A7DDAB8}"/>
                  </a:ext>
                </a:extLst>
              </p:cNvPr>
              <p:cNvGrpSpPr/>
              <p:nvPr/>
            </p:nvGrpSpPr>
            <p:grpSpPr>
              <a:xfrm>
                <a:off x="6065340" y="2039507"/>
                <a:ext cx="1643204" cy="1593124"/>
                <a:chOff x="5445106" y="2644743"/>
                <a:chExt cx="1643204" cy="1593124"/>
              </a:xfrm>
            </p:grpSpPr>
            <p:grpSp>
              <p:nvGrpSpPr>
                <p:cNvPr id="9957" name="Group 9956">
                  <a:extLst>
                    <a:ext uri="{FF2B5EF4-FFF2-40B4-BE49-F238E27FC236}">
                      <a16:creationId xmlns:a16="http://schemas.microsoft.com/office/drawing/2014/main" id="{F1CAD34A-CCFF-2E54-D004-F8D66CF6755C}"/>
                    </a:ext>
                  </a:extLst>
                </p:cNvPr>
                <p:cNvGrpSpPr/>
                <p:nvPr/>
              </p:nvGrpSpPr>
              <p:grpSpPr>
                <a:xfrm>
                  <a:off x="5445106" y="2644743"/>
                  <a:ext cx="1019224" cy="991639"/>
                  <a:chOff x="5886431" y="3225768"/>
                  <a:chExt cx="1019224" cy="991639"/>
                </a:xfrm>
              </p:grpSpPr>
              <p:grpSp>
                <p:nvGrpSpPr>
                  <p:cNvPr id="10005" name="Group 10004">
                    <a:extLst>
                      <a:ext uri="{FF2B5EF4-FFF2-40B4-BE49-F238E27FC236}">
                        <a16:creationId xmlns:a16="http://schemas.microsoft.com/office/drawing/2014/main" id="{4A204DED-F80E-2ED0-5C7F-BC1F06E4FADB}"/>
                      </a:ext>
                    </a:extLst>
                  </p:cNvPr>
                  <p:cNvGrpSpPr/>
                  <p:nvPr/>
                </p:nvGrpSpPr>
                <p:grpSpPr>
                  <a:xfrm>
                    <a:off x="6197413" y="3824215"/>
                    <a:ext cx="393192" cy="393192"/>
                    <a:chOff x="5265196" y="3357021"/>
                    <a:chExt cx="393192" cy="393192"/>
                  </a:xfrm>
                </p:grpSpPr>
                <p:grpSp>
                  <p:nvGrpSpPr>
                    <p:cNvPr id="10040" name="Group 10039">
                      <a:extLst>
                        <a:ext uri="{FF2B5EF4-FFF2-40B4-BE49-F238E27FC236}">
                          <a16:creationId xmlns:a16="http://schemas.microsoft.com/office/drawing/2014/main" id="{9FEC379B-4C0B-EDDD-F271-B76C4FFDEF73}"/>
                        </a:ext>
                      </a:extLst>
                    </p:cNvPr>
                    <p:cNvGrpSpPr/>
                    <p:nvPr/>
                  </p:nvGrpSpPr>
                  <p:grpSpPr>
                    <a:xfrm rot="14400000">
                      <a:off x="5265196" y="3357021"/>
                      <a:ext cx="393192" cy="393192"/>
                      <a:chOff x="5354637" y="3446463"/>
                      <a:chExt cx="214313" cy="214313"/>
                    </a:xfrm>
                  </p:grpSpPr>
                  <p:sp>
                    <p:nvSpPr>
                      <p:cNvPr id="10049" name="Arc 10048">
                        <a:extLst>
                          <a:ext uri="{FF2B5EF4-FFF2-40B4-BE49-F238E27FC236}">
                            <a16:creationId xmlns:a16="http://schemas.microsoft.com/office/drawing/2014/main" id="{8DB5D581-E5FE-AAD0-2920-C9841E12DF1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050" name="Arc 10049">
                        <a:extLst>
                          <a:ext uri="{FF2B5EF4-FFF2-40B4-BE49-F238E27FC236}">
                            <a16:creationId xmlns:a16="http://schemas.microsoft.com/office/drawing/2014/main" id="{80E6E421-663F-2463-8CFB-4C6F4B27735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041" name="Group 10040">
                      <a:extLst>
                        <a:ext uri="{FF2B5EF4-FFF2-40B4-BE49-F238E27FC236}">
                          <a16:creationId xmlns:a16="http://schemas.microsoft.com/office/drawing/2014/main" id="{158877C4-E729-4080-E20F-FBC4EAFE0671}"/>
                        </a:ext>
                      </a:extLst>
                    </p:cNvPr>
                    <p:cNvGrpSpPr/>
                    <p:nvPr/>
                  </p:nvGrpSpPr>
                  <p:grpSpPr>
                    <a:xfrm>
                      <a:off x="5310186" y="3402011"/>
                      <a:ext cx="303213" cy="303213"/>
                      <a:chOff x="5310186" y="3402011"/>
                      <a:chExt cx="303213" cy="303213"/>
                    </a:xfrm>
                  </p:grpSpPr>
                  <p:grpSp>
                    <p:nvGrpSpPr>
                      <p:cNvPr id="10042" name="Group 10041">
                        <a:extLst>
                          <a:ext uri="{FF2B5EF4-FFF2-40B4-BE49-F238E27FC236}">
                            <a16:creationId xmlns:a16="http://schemas.microsoft.com/office/drawing/2014/main" id="{1B1E001A-90E0-F0F4-C0C3-9C56171D5C5E}"/>
                          </a:ext>
                        </a:extLst>
                      </p:cNvPr>
                      <p:cNvGrpSpPr/>
                      <p:nvPr/>
                    </p:nvGrpSpPr>
                    <p:grpSpPr>
                      <a:xfrm>
                        <a:off x="5354636" y="3446461"/>
                        <a:ext cx="214313" cy="214313"/>
                        <a:chOff x="5354637" y="3446463"/>
                        <a:chExt cx="214313" cy="214313"/>
                      </a:xfrm>
                    </p:grpSpPr>
                    <p:sp>
                      <p:nvSpPr>
                        <p:cNvPr id="10047" name="Arc 10046">
                          <a:extLst>
                            <a:ext uri="{FF2B5EF4-FFF2-40B4-BE49-F238E27FC236}">
                              <a16:creationId xmlns:a16="http://schemas.microsoft.com/office/drawing/2014/main" id="{F555E42C-C4EC-85F9-4068-78C83B06613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048" name="Arc 10047">
                          <a:extLst>
                            <a:ext uri="{FF2B5EF4-FFF2-40B4-BE49-F238E27FC236}">
                              <a16:creationId xmlns:a16="http://schemas.microsoft.com/office/drawing/2014/main" id="{DD39C99C-3BAC-A451-2D5B-732FC6A0038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043" name="Group 10042">
                        <a:extLst>
                          <a:ext uri="{FF2B5EF4-FFF2-40B4-BE49-F238E27FC236}">
                            <a16:creationId xmlns:a16="http://schemas.microsoft.com/office/drawing/2014/main" id="{24F8C18B-60FB-ECF2-0A16-FC1DDB4E3803}"/>
                          </a:ext>
                        </a:extLst>
                      </p:cNvPr>
                      <p:cNvGrpSpPr/>
                      <p:nvPr/>
                    </p:nvGrpSpPr>
                    <p:grpSpPr>
                      <a:xfrm rot="7200000">
                        <a:off x="5310186" y="3402011"/>
                        <a:ext cx="303213" cy="303213"/>
                        <a:chOff x="5354637" y="3446463"/>
                        <a:chExt cx="214313" cy="214313"/>
                      </a:xfrm>
                    </p:grpSpPr>
                    <p:sp>
                      <p:nvSpPr>
                        <p:cNvPr id="10045" name="Arc 10044">
                          <a:extLst>
                            <a:ext uri="{FF2B5EF4-FFF2-40B4-BE49-F238E27FC236}">
                              <a16:creationId xmlns:a16="http://schemas.microsoft.com/office/drawing/2014/main" id="{F6C836CB-BDEB-4519-5AFD-0D5169BBBC3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046" name="Arc 10045">
                          <a:extLst>
                            <a:ext uri="{FF2B5EF4-FFF2-40B4-BE49-F238E27FC236}">
                              <a16:creationId xmlns:a16="http://schemas.microsoft.com/office/drawing/2014/main" id="{020AED1E-CC41-0063-B74C-D61EED1F1E4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044" name="TextBox 10043">
                        <a:extLst>
                          <a:ext uri="{FF2B5EF4-FFF2-40B4-BE49-F238E27FC236}">
                            <a16:creationId xmlns:a16="http://schemas.microsoft.com/office/drawing/2014/main" id="{DCB86C2B-CC6D-0D17-32E5-C418B21DF279}"/>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006" name="Group 10005">
                    <a:extLst>
                      <a:ext uri="{FF2B5EF4-FFF2-40B4-BE49-F238E27FC236}">
                        <a16:creationId xmlns:a16="http://schemas.microsoft.com/office/drawing/2014/main" id="{D38DDFE0-FABB-369D-7662-77CB25EED321}"/>
                      </a:ext>
                    </a:extLst>
                  </p:cNvPr>
                  <p:cNvGrpSpPr/>
                  <p:nvPr/>
                </p:nvGrpSpPr>
                <p:grpSpPr>
                  <a:xfrm>
                    <a:off x="5886431" y="3525040"/>
                    <a:ext cx="393192" cy="393192"/>
                    <a:chOff x="5265196" y="3932619"/>
                    <a:chExt cx="393192" cy="393192"/>
                  </a:xfrm>
                </p:grpSpPr>
                <p:grpSp>
                  <p:nvGrpSpPr>
                    <p:cNvPr id="10030" name="Group 10029">
                      <a:extLst>
                        <a:ext uri="{FF2B5EF4-FFF2-40B4-BE49-F238E27FC236}">
                          <a16:creationId xmlns:a16="http://schemas.microsoft.com/office/drawing/2014/main" id="{EF802AB7-4F28-F3C1-BDF7-55D66A79581F}"/>
                        </a:ext>
                      </a:extLst>
                    </p:cNvPr>
                    <p:cNvGrpSpPr/>
                    <p:nvPr/>
                  </p:nvGrpSpPr>
                  <p:grpSpPr>
                    <a:xfrm>
                      <a:off x="5354636" y="4022061"/>
                      <a:ext cx="214313" cy="214313"/>
                      <a:chOff x="5354637" y="3446463"/>
                      <a:chExt cx="214313" cy="214313"/>
                    </a:xfrm>
                  </p:grpSpPr>
                  <p:sp>
                    <p:nvSpPr>
                      <p:cNvPr id="10038" name="Arc 10037">
                        <a:extLst>
                          <a:ext uri="{FF2B5EF4-FFF2-40B4-BE49-F238E27FC236}">
                            <a16:creationId xmlns:a16="http://schemas.microsoft.com/office/drawing/2014/main" id="{0D91A4B2-2091-9A31-6758-9A2F7FF0048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039" name="Arc 10038">
                        <a:extLst>
                          <a:ext uri="{FF2B5EF4-FFF2-40B4-BE49-F238E27FC236}">
                            <a16:creationId xmlns:a16="http://schemas.microsoft.com/office/drawing/2014/main" id="{15F1CECE-603C-DE42-86FF-A5F5992106E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031" name="Group 10030">
                      <a:extLst>
                        <a:ext uri="{FF2B5EF4-FFF2-40B4-BE49-F238E27FC236}">
                          <a16:creationId xmlns:a16="http://schemas.microsoft.com/office/drawing/2014/main" id="{793F45EB-B50B-4B34-DECF-84B2364FA027}"/>
                        </a:ext>
                      </a:extLst>
                    </p:cNvPr>
                    <p:cNvGrpSpPr/>
                    <p:nvPr/>
                  </p:nvGrpSpPr>
                  <p:grpSpPr>
                    <a:xfrm rot="14400000">
                      <a:off x="5310186" y="3977611"/>
                      <a:ext cx="303213" cy="303213"/>
                      <a:chOff x="5354637" y="3446463"/>
                      <a:chExt cx="214313" cy="214313"/>
                    </a:xfrm>
                  </p:grpSpPr>
                  <p:sp>
                    <p:nvSpPr>
                      <p:cNvPr id="10036" name="Arc 10035">
                        <a:extLst>
                          <a:ext uri="{FF2B5EF4-FFF2-40B4-BE49-F238E27FC236}">
                            <a16:creationId xmlns:a16="http://schemas.microsoft.com/office/drawing/2014/main" id="{1E977593-7436-8026-7523-9939341CB90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037" name="Arc 10036">
                        <a:extLst>
                          <a:ext uri="{FF2B5EF4-FFF2-40B4-BE49-F238E27FC236}">
                            <a16:creationId xmlns:a16="http://schemas.microsoft.com/office/drawing/2014/main" id="{21BF3CCC-1549-03A2-41BF-6882D277912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032" name="Group 10031">
                      <a:extLst>
                        <a:ext uri="{FF2B5EF4-FFF2-40B4-BE49-F238E27FC236}">
                          <a16:creationId xmlns:a16="http://schemas.microsoft.com/office/drawing/2014/main" id="{E9202E20-8DA6-B117-AE62-6ED0BFAD2EF2}"/>
                        </a:ext>
                      </a:extLst>
                    </p:cNvPr>
                    <p:cNvGrpSpPr/>
                    <p:nvPr/>
                  </p:nvGrpSpPr>
                  <p:grpSpPr>
                    <a:xfrm rot="7200000">
                      <a:off x="5265196" y="3932619"/>
                      <a:ext cx="393192" cy="393192"/>
                      <a:chOff x="5354637" y="3446463"/>
                      <a:chExt cx="214313" cy="214313"/>
                    </a:xfrm>
                  </p:grpSpPr>
                  <p:sp>
                    <p:nvSpPr>
                      <p:cNvPr id="10034" name="Arc 10033">
                        <a:extLst>
                          <a:ext uri="{FF2B5EF4-FFF2-40B4-BE49-F238E27FC236}">
                            <a16:creationId xmlns:a16="http://schemas.microsoft.com/office/drawing/2014/main" id="{ECA2CC7E-3F41-2222-8322-139FEAD50AA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035" name="Arc 10034">
                        <a:extLst>
                          <a:ext uri="{FF2B5EF4-FFF2-40B4-BE49-F238E27FC236}">
                            <a16:creationId xmlns:a16="http://schemas.microsoft.com/office/drawing/2014/main" id="{CE873C8B-FF24-D00B-E287-9904EF478EE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033" name="TextBox 10032">
                      <a:extLst>
                        <a:ext uri="{FF2B5EF4-FFF2-40B4-BE49-F238E27FC236}">
                          <a16:creationId xmlns:a16="http://schemas.microsoft.com/office/drawing/2014/main" id="{905E731B-229A-BC68-1580-E93FD2B19E2B}"/>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10007" name="Group 10006">
                    <a:extLst>
                      <a:ext uri="{FF2B5EF4-FFF2-40B4-BE49-F238E27FC236}">
                        <a16:creationId xmlns:a16="http://schemas.microsoft.com/office/drawing/2014/main" id="{35AF673D-A91D-A0AC-5FBE-13A325253D3C}"/>
                      </a:ext>
                    </a:extLst>
                  </p:cNvPr>
                  <p:cNvGrpSpPr/>
                  <p:nvPr/>
                </p:nvGrpSpPr>
                <p:grpSpPr>
                  <a:xfrm>
                    <a:off x="6512463" y="3525040"/>
                    <a:ext cx="393192" cy="393192"/>
                    <a:chOff x="6389147" y="3357021"/>
                    <a:chExt cx="393192" cy="393192"/>
                  </a:xfrm>
                </p:grpSpPr>
                <p:grpSp>
                  <p:nvGrpSpPr>
                    <p:cNvPr id="10019" name="Group 10018">
                      <a:extLst>
                        <a:ext uri="{FF2B5EF4-FFF2-40B4-BE49-F238E27FC236}">
                          <a16:creationId xmlns:a16="http://schemas.microsoft.com/office/drawing/2014/main" id="{A6AD6559-19D7-E609-51AA-8E9C4755483A}"/>
                        </a:ext>
                      </a:extLst>
                    </p:cNvPr>
                    <p:cNvGrpSpPr/>
                    <p:nvPr/>
                  </p:nvGrpSpPr>
                  <p:grpSpPr>
                    <a:xfrm rot="7200000" flipH="1">
                      <a:off x="6389147" y="3357021"/>
                      <a:ext cx="393192" cy="393192"/>
                      <a:chOff x="5354637" y="3446463"/>
                      <a:chExt cx="214313" cy="214313"/>
                    </a:xfrm>
                  </p:grpSpPr>
                  <p:sp>
                    <p:nvSpPr>
                      <p:cNvPr id="10028" name="Arc 10027">
                        <a:extLst>
                          <a:ext uri="{FF2B5EF4-FFF2-40B4-BE49-F238E27FC236}">
                            <a16:creationId xmlns:a16="http://schemas.microsoft.com/office/drawing/2014/main" id="{AC2FD193-9C33-C974-B937-63237CEEAE6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029" name="Arc 10028">
                        <a:extLst>
                          <a:ext uri="{FF2B5EF4-FFF2-40B4-BE49-F238E27FC236}">
                            <a16:creationId xmlns:a16="http://schemas.microsoft.com/office/drawing/2014/main" id="{E13EF358-F9D7-AF18-5208-DC886814E40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020" name="Group 10019">
                      <a:extLst>
                        <a:ext uri="{FF2B5EF4-FFF2-40B4-BE49-F238E27FC236}">
                          <a16:creationId xmlns:a16="http://schemas.microsoft.com/office/drawing/2014/main" id="{06929B0B-B85C-24A1-25D2-C0BE08999B3C}"/>
                        </a:ext>
                      </a:extLst>
                    </p:cNvPr>
                    <p:cNvGrpSpPr/>
                    <p:nvPr/>
                  </p:nvGrpSpPr>
                  <p:grpSpPr>
                    <a:xfrm>
                      <a:off x="6434137" y="3402011"/>
                      <a:ext cx="303213" cy="303213"/>
                      <a:chOff x="6434137" y="3402011"/>
                      <a:chExt cx="303213" cy="303213"/>
                    </a:xfrm>
                  </p:grpSpPr>
                  <p:grpSp>
                    <p:nvGrpSpPr>
                      <p:cNvPr id="10021" name="Group 10020">
                        <a:extLst>
                          <a:ext uri="{FF2B5EF4-FFF2-40B4-BE49-F238E27FC236}">
                            <a16:creationId xmlns:a16="http://schemas.microsoft.com/office/drawing/2014/main" id="{A1FBA8FC-498C-D548-A3F0-0F0480CAD0DE}"/>
                          </a:ext>
                        </a:extLst>
                      </p:cNvPr>
                      <p:cNvGrpSpPr/>
                      <p:nvPr/>
                    </p:nvGrpSpPr>
                    <p:grpSpPr>
                      <a:xfrm flipH="1">
                        <a:off x="6478587" y="3446461"/>
                        <a:ext cx="214313" cy="214313"/>
                        <a:chOff x="5354637" y="3446463"/>
                        <a:chExt cx="214313" cy="214313"/>
                      </a:xfrm>
                    </p:grpSpPr>
                    <p:sp>
                      <p:nvSpPr>
                        <p:cNvPr id="10026" name="Arc 10025">
                          <a:extLst>
                            <a:ext uri="{FF2B5EF4-FFF2-40B4-BE49-F238E27FC236}">
                              <a16:creationId xmlns:a16="http://schemas.microsoft.com/office/drawing/2014/main" id="{84D9ED07-0ADD-FD99-371E-1FB6F80707A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027" name="Arc 10026">
                          <a:extLst>
                            <a:ext uri="{FF2B5EF4-FFF2-40B4-BE49-F238E27FC236}">
                              <a16:creationId xmlns:a16="http://schemas.microsoft.com/office/drawing/2014/main" id="{5ED7923E-4988-938B-FF35-695188214FC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022" name="Group 10021">
                        <a:extLst>
                          <a:ext uri="{FF2B5EF4-FFF2-40B4-BE49-F238E27FC236}">
                            <a16:creationId xmlns:a16="http://schemas.microsoft.com/office/drawing/2014/main" id="{47C9C622-287B-6873-E0E4-C56066A802D7}"/>
                          </a:ext>
                        </a:extLst>
                      </p:cNvPr>
                      <p:cNvGrpSpPr/>
                      <p:nvPr/>
                    </p:nvGrpSpPr>
                    <p:grpSpPr>
                      <a:xfrm rot="14400000" flipH="1">
                        <a:off x="6434137" y="3402011"/>
                        <a:ext cx="303213" cy="303213"/>
                        <a:chOff x="5354637" y="3446463"/>
                        <a:chExt cx="214313" cy="214313"/>
                      </a:xfrm>
                    </p:grpSpPr>
                    <p:sp>
                      <p:nvSpPr>
                        <p:cNvPr id="10024" name="Arc 10023">
                          <a:extLst>
                            <a:ext uri="{FF2B5EF4-FFF2-40B4-BE49-F238E27FC236}">
                              <a16:creationId xmlns:a16="http://schemas.microsoft.com/office/drawing/2014/main" id="{13A77110-E40F-D848-2F44-E0A6A5A8A69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025" name="Arc 10024">
                          <a:extLst>
                            <a:ext uri="{FF2B5EF4-FFF2-40B4-BE49-F238E27FC236}">
                              <a16:creationId xmlns:a16="http://schemas.microsoft.com/office/drawing/2014/main" id="{EFF3E5C7-1B05-823C-7A36-46D13A0C083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023" name="TextBox 10022">
                        <a:extLst>
                          <a:ext uri="{FF2B5EF4-FFF2-40B4-BE49-F238E27FC236}">
                            <a16:creationId xmlns:a16="http://schemas.microsoft.com/office/drawing/2014/main" id="{4B502375-A2AC-B05B-2A70-FE3C20D8EF99}"/>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10008" name="Group 10007">
                    <a:extLst>
                      <a:ext uri="{FF2B5EF4-FFF2-40B4-BE49-F238E27FC236}">
                        <a16:creationId xmlns:a16="http://schemas.microsoft.com/office/drawing/2014/main" id="{CAB54AB2-9322-5EDD-E1DC-F5BB70E4341C}"/>
                      </a:ext>
                    </a:extLst>
                  </p:cNvPr>
                  <p:cNvGrpSpPr/>
                  <p:nvPr/>
                </p:nvGrpSpPr>
                <p:grpSpPr>
                  <a:xfrm>
                    <a:off x="6197413" y="3225768"/>
                    <a:ext cx="393192" cy="393192"/>
                    <a:chOff x="6389147" y="3932622"/>
                    <a:chExt cx="393192" cy="393192"/>
                  </a:xfrm>
                </p:grpSpPr>
                <p:grpSp>
                  <p:nvGrpSpPr>
                    <p:cNvPr id="10009" name="Group 10008">
                      <a:extLst>
                        <a:ext uri="{FF2B5EF4-FFF2-40B4-BE49-F238E27FC236}">
                          <a16:creationId xmlns:a16="http://schemas.microsoft.com/office/drawing/2014/main" id="{98BC1469-21B6-5B3F-A1D5-893901FA738B}"/>
                        </a:ext>
                      </a:extLst>
                    </p:cNvPr>
                    <p:cNvGrpSpPr/>
                    <p:nvPr/>
                  </p:nvGrpSpPr>
                  <p:grpSpPr>
                    <a:xfrm flipH="1">
                      <a:off x="6478587" y="4022061"/>
                      <a:ext cx="214313" cy="214313"/>
                      <a:chOff x="5354637" y="3446463"/>
                      <a:chExt cx="214313" cy="214313"/>
                    </a:xfrm>
                  </p:grpSpPr>
                  <p:sp>
                    <p:nvSpPr>
                      <p:cNvPr id="10017" name="Arc 10016">
                        <a:extLst>
                          <a:ext uri="{FF2B5EF4-FFF2-40B4-BE49-F238E27FC236}">
                            <a16:creationId xmlns:a16="http://schemas.microsoft.com/office/drawing/2014/main" id="{9EF43F55-8804-B64A-F0DA-47BDD082E84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018" name="Arc 10017">
                        <a:extLst>
                          <a:ext uri="{FF2B5EF4-FFF2-40B4-BE49-F238E27FC236}">
                            <a16:creationId xmlns:a16="http://schemas.microsoft.com/office/drawing/2014/main" id="{ED9A1061-0A76-DC65-5CB6-B4C5BB71ED4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010" name="Group 10009">
                      <a:extLst>
                        <a:ext uri="{FF2B5EF4-FFF2-40B4-BE49-F238E27FC236}">
                          <a16:creationId xmlns:a16="http://schemas.microsoft.com/office/drawing/2014/main" id="{BF41137A-DE29-1D3C-0133-42DA5F37B607}"/>
                        </a:ext>
                      </a:extLst>
                    </p:cNvPr>
                    <p:cNvGrpSpPr/>
                    <p:nvPr/>
                  </p:nvGrpSpPr>
                  <p:grpSpPr>
                    <a:xfrm rot="7200000" flipH="1">
                      <a:off x="6434137" y="3977611"/>
                      <a:ext cx="303213" cy="303213"/>
                      <a:chOff x="5354637" y="3446463"/>
                      <a:chExt cx="214313" cy="214313"/>
                    </a:xfrm>
                  </p:grpSpPr>
                  <p:sp>
                    <p:nvSpPr>
                      <p:cNvPr id="10015" name="Arc 10014">
                        <a:extLst>
                          <a:ext uri="{FF2B5EF4-FFF2-40B4-BE49-F238E27FC236}">
                            <a16:creationId xmlns:a16="http://schemas.microsoft.com/office/drawing/2014/main" id="{FE99C287-77CE-A5B2-4C1D-E873966FC4D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016" name="Arc 10015">
                        <a:extLst>
                          <a:ext uri="{FF2B5EF4-FFF2-40B4-BE49-F238E27FC236}">
                            <a16:creationId xmlns:a16="http://schemas.microsoft.com/office/drawing/2014/main" id="{29B2AA6E-6FB9-4346-F7C1-ADA36F785FB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10011" name="Group 10010">
                      <a:extLst>
                        <a:ext uri="{FF2B5EF4-FFF2-40B4-BE49-F238E27FC236}">
                          <a16:creationId xmlns:a16="http://schemas.microsoft.com/office/drawing/2014/main" id="{7A3B5C57-FA41-905F-68BA-628E66AFDAED}"/>
                        </a:ext>
                      </a:extLst>
                    </p:cNvPr>
                    <p:cNvGrpSpPr/>
                    <p:nvPr/>
                  </p:nvGrpSpPr>
                  <p:grpSpPr>
                    <a:xfrm rot="14400000" flipH="1">
                      <a:off x="6389147" y="3932622"/>
                      <a:ext cx="393192" cy="393192"/>
                      <a:chOff x="5354637" y="3446463"/>
                      <a:chExt cx="214313" cy="214313"/>
                    </a:xfrm>
                  </p:grpSpPr>
                  <p:sp>
                    <p:nvSpPr>
                      <p:cNvPr id="10013" name="Arc 10012">
                        <a:extLst>
                          <a:ext uri="{FF2B5EF4-FFF2-40B4-BE49-F238E27FC236}">
                            <a16:creationId xmlns:a16="http://schemas.microsoft.com/office/drawing/2014/main" id="{8E5E5E5D-B3D3-E5F1-5AB3-D2030AEA1DB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014" name="Arc 10013">
                        <a:extLst>
                          <a:ext uri="{FF2B5EF4-FFF2-40B4-BE49-F238E27FC236}">
                            <a16:creationId xmlns:a16="http://schemas.microsoft.com/office/drawing/2014/main" id="{28750DD5-65EF-3917-7D91-34E8D9C71E9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10012" name="TextBox 10011">
                      <a:extLst>
                        <a:ext uri="{FF2B5EF4-FFF2-40B4-BE49-F238E27FC236}">
                          <a16:creationId xmlns:a16="http://schemas.microsoft.com/office/drawing/2014/main" id="{880FCFF3-FADA-25CF-DB79-BB3AB3C33593}"/>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958" name="Group 9957">
                  <a:extLst>
                    <a:ext uri="{FF2B5EF4-FFF2-40B4-BE49-F238E27FC236}">
                      <a16:creationId xmlns:a16="http://schemas.microsoft.com/office/drawing/2014/main" id="{C70DAD62-95CB-A8E0-73BC-F32231C6249E}"/>
                    </a:ext>
                  </a:extLst>
                </p:cNvPr>
                <p:cNvGrpSpPr/>
                <p:nvPr/>
              </p:nvGrpSpPr>
              <p:grpSpPr>
                <a:xfrm>
                  <a:off x="6069086" y="3246228"/>
                  <a:ext cx="1019224" cy="991639"/>
                  <a:chOff x="5886431" y="3225768"/>
                  <a:chExt cx="1019224" cy="991639"/>
                </a:xfrm>
              </p:grpSpPr>
              <p:grpSp>
                <p:nvGrpSpPr>
                  <p:cNvPr id="9959" name="Group 9958">
                    <a:extLst>
                      <a:ext uri="{FF2B5EF4-FFF2-40B4-BE49-F238E27FC236}">
                        <a16:creationId xmlns:a16="http://schemas.microsoft.com/office/drawing/2014/main" id="{96D08F4C-365F-CE0D-B6CA-2A144BFC7FED}"/>
                      </a:ext>
                    </a:extLst>
                  </p:cNvPr>
                  <p:cNvGrpSpPr/>
                  <p:nvPr/>
                </p:nvGrpSpPr>
                <p:grpSpPr>
                  <a:xfrm>
                    <a:off x="6197413" y="3824215"/>
                    <a:ext cx="393192" cy="393192"/>
                    <a:chOff x="5265196" y="3357021"/>
                    <a:chExt cx="393192" cy="393192"/>
                  </a:xfrm>
                </p:grpSpPr>
                <p:grpSp>
                  <p:nvGrpSpPr>
                    <p:cNvPr id="9994" name="Group 9993">
                      <a:extLst>
                        <a:ext uri="{FF2B5EF4-FFF2-40B4-BE49-F238E27FC236}">
                          <a16:creationId xmlns:a16="http://schemas.microsoft.com/office/drawing/2014/main" id="{275209E8-5076-EAC8-DE59-B8174E3C8275}"/>
                        </a:ext>
                      </a:extLst>
                    </p:cNvPr>
                    <p:cNvGrpSpPr/>
                    <p:nvPr/>
                  </p:nvGrpSpPr>
                  <p:grpSpPr>
                    <a:xfrm rot="14400000">
                      <a:off x="5265196" y="3357021"/>
                      <a:ext cx="393192" cy="393192"/>
                      <a:chOff x="5354637" y="3446463"/>
                      <a:chExt cx="214313" cy="214313"/>
                    </a:xfrm>
                  </p:grpSpPr>
                  <p:sp>
                    <p:nvSpPr>
                      <p:cNvPr id="10003" name="Arc 10002">
                        <a:extLst>
                          <a:ext uri="{FF2B5EF4-FFF2-40B4-BE49-F238E27FC236}">
                            <a16:creationId xmlns:a16="http://schemas.microsoft.com/office/drawing/2014/main" id="{E3060687-F939-BF28-A3D7-B80B38C2FF8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004" name="Arc 10003">
                        <a:extLst>
                          <a:ext uri="{FF2B5EF4-FFF2-40B4-BE49-F238E27FC236}">
                            <a16:creationId xmlns:a16="http://schemas.microsoft.com/office/drawing/2014/main" id="{ABFE280B-2184-C60B-BF3B-C3AC58C4865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995" name="Group 9994">
                      <a:extLst>
                        <a:ext uri="{FF2B5EF4-FFF2-40B4-BE49-F238E27FC236}">
                          <a16:creationId xmlns:a16="http://schemas.microsoft.com/office/drawing/2014/main" id="{1E162E52-7BA6-3B99-00B9-967463D3999E}"/>
                        </a:ext>
                      </a:extLst>
                    </p:cNvPr>
                    <p:cNvGrpSpPr/>
                    <p:nvPr/>
                  </p:nvGrpSpPr>
                  <p:grpSpPr>
                    <a:xfrm>
                      <a:off x="5310186" y="3402011"/>
                      <a:ext cx="303213" cy="303213"/>
                      <a:chOff x="5310186" y="3402011"/>
                      <a:chExt cx="303213" cy="303213"/>
                    </a:xfrm>
                  </p:grpSpPr>
                  <p:grpSp>
                    <p:nvGrpSpPr>
                      <p:cNvPr id="9996" name="Group 9995">
                        <a:extLst>
                          <a:ext uri="{FF2B5EF4-FFF2-40B4-BE49-F238E27FC236}">
                            <a16:creationId xmlns:a16="http://schemas.microsoft.com/office/drawing/2014/main" id="{58D5CF21-FCA6-742C-2EF2-EA725BEE2CA0}"/>
                          </a:ext>
                        </a:extLst>
                      </p:cNvPr>
                      <p:cNvGrpSpPr/>
                      <p:nvPr/>
                    </p:nvGrpSpPr>
                    <p:grpSpPr>
                      <a:xfrm>
                        <a:off x="5354636" y="3446461"/>
                        <a:ext cx="214313" cy="214313"/>
                        <a:chOff x="5354637" y="3446463"/>
                        <a:chExt cx="214313" cy="214313"/>
                      </a:xfrm>
                    </p:grpSpPr>
                    <p:sp>
                      <p:nvSpPr>
                        <p:cNvPr id="10001" name="Arc 10000">
                          <a:extLst>
                            <a:ext uri="{FF2B5EF4-FFF2-40B4-BE49-F238E27FC236}">
                              <a16:creationId xmlns:a16="http://schemas.microsoft.com/office/drawing/2014/main" id="{C2868094-94CF-1188-60A3-DF94B679C61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002" name="Arc 10001">
                          <a:extLst>
                            <a:ext uri="{FF2B5EF4-FFF2-40B4-BE49-F238E27FC236}">
                              <a16:creationId xmlns:a16="http://schemas.microsoft.com/office/drawing/2014/main" id="{FD502939-D904-A303-49E1-DD5C4941492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997" name="Group 9996">
                        <a:extLst>
                          <a:ext uri="{FF2B5EF4-FFF2-40B4-BE49-F238E27FC236}">
                            <a16:creationId xmlns:a16="http://schemas.microsoft.com/office/drawing/2014/main" id="{F1FFB222-6299-E2D0-A808-EF67C3B34829}"/>
                          </a:ext>
                        </a:extLst>
                      </p:cNvPr>
                      <p:cNvGrpSpPr/>
                      <p:nvPr/>
                    </p:nvGrpSpPr>
                    <p:grpSpPr>
                      <a:xfrm rot="7200000">
                        <a:off x="5310186" y="3402011"/>
                        <a:ext cx="303213" cy="303213"/>
                        <a:chOff x="5354637" y="3446463"/>
                        <a:chExt cx="214313" cy="214313"/>
                      </a:xfrm>
                    </p:grpSpPr>
                    <p:sp>
                      <p:nvSpPr>
                        <p:cNvPr id="9999" name="Arc 9998">
                          <a:extLst>
                            <a:ext uri="{FF2B5EF4-FFF2-40B4-BE49-F238E27FC236}">
                              <a16:creationId xmlns:a16="http://schemas.microsoft.com/office/drawing/2014/main" id="{A564486A-EF0F-CFFA-E9A3-244B99F5B37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000" name="Arc 9999">
                          <a:extLst>
                            <a:ext uri="{FF2B5EF4-FFF2-40B4-BE49-F238E27FC236}">
                              <a16:creationId xmlns:a16="http://schemas.microsoft.com/office/drawing/2014/main" id="{1CE0C80D-30A4-5A44-8320-20D2EDD7E55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998" name="TextBox 9997">
                        <a:extLst>
                          <a:ext uri="{FF2B5EF4-FFF2-40B4-BE49-F238E27FC236}">
                            <a16:creationId xmlns:a16="http://schemas.microsoft.com/office/drawing/2014/main" id="{551225AD-03B6-22ED-54DB-2E807C743C34}"/>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960" name="Group 9959">
                    <a:extLst>
                      <a:ext uri="{FF2B5EF4-FFF2-40B4-BE49-F238E27FC236}">
                        <a16:creationId xmlns:a16="http://schemas.microsoft.com/office/drawing/2014/main" id="{7217B018-7997-089D-3516-46F4BB435CC4}"/>
                      </a:ext>
                    </a:extLst>
                  </p:cNvPr>
                  <p:cNvGrpSpPr/>
                  <p:nvPr/>
                </p:nvGrpSpPr>
                <p:grpSpPr>
                  <a:xfrm>
                    <a:off x="5886431" y="3525040"/>
                    <a:ext cx="393192" cy="393192"/>
                    <a:chOff x="5265196" y="3932619"/>
                    <a:chExt cx="393192" cy="393192"/>
                  </a:xfrm>
                </p:grpSpPr>
                <p:grpSp>
                  <p:nvGrpSpPr>
                    <p:cNvPr id="9984" name="Group 9983">
                      <a:extLst>
                        <a:ext uri="{FF2B5EF4-FFF2-40B4-BE49-F238E27FC236}">
                          <a16:creationId xmlns:a16="http://schemas.microsoft.com/office/drawing/2014/main" id="{AD478A54-8007-79DD-AEF4-E999EBE1BE42}"/>
                        </a:ext>
                      </a:extLst>
                    </p:cNvPr>
                    <p:cNvGrpSpPr/>
                    <p:nvPr/>
                  </p:nvGrpSpPr>
                  <p:grpSpPr>
                    <a:xfrm>
                      <a:off x="5354636" y="4022061"/>
                      <a:ext cx="214313" cy="214313"/>
                      <a:chOff x="5354637" y="3446463"/>
                      <a:chExt cx="214313" cy="214313"/>
                    </a:xfrm>
                  </p:grpSpPr>
                  <p:sp>
                    <p:nvSpPr>
                      <p:cNvPr id="9992" name="Arc 9991">
                        <a:extLst>
                          <a:ext uri="{FF2B5EF4-FFF2-40B4-BE49-F238E27FC236}">
                            <a16:creationId xmlns:a16="http://schemas.microsoft.com/office/drawing/2014/main" id="{D42A7BA9-CEA9-F348-ED53-53CFD916583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993" name="Arc 9992">
                        <a:extLst>
                          <a:ext uri="{FF2B5EF4-FFF2-40B4-BE49-F238E27FC236}">
                            <a16:creationId xmlns:a16="http://schemas.microsoft.com/office/drawing/2014/main" id="{D94C670C-F05C-D532-E7A2-D036D070A88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985" name="Group 9984">
                      <a:extLst>
                        <a:ext uri="{FF2B5EF4-FFF2-40B4-BE49-F238E27FC236}">
                          <a16:creationId xmlns:a16="http://schemas.microsoft.com/office/drawing/2014/main" id="{DDD0A281-E35F-565C-4271-BF3CE5EA72CF}"/>
                        </a:ext>
                      </a:extLst>
                    </p:cNvPr>
                    <p:cNvGrpSpPr/>
                    <p:nvPr/>
                  </p:nvGrpSpPr>
                  <p:grpSpPr>
                    <a:xfrm rot="14400000">
                      <a:off x="5310186" y="3977611"/>
                      <a:ext cx="303213" cy="303213"/>
                      <a:chOff x="5354637" y="3446463"/>
                      <a:chExt cx="214313" cy="214313"/>
                    </a:xfrm>
                  </p:grpSpPr>
                  <p:sp>
                    <p:nvSpPr>
                      <p:cNvPr id="9990" name="Arc 9989">
                        <a:extLst>
                          <a:ext uri="{FF2B5EF4-FFF2-40B4-BE49-F238E27FC236}">
                            <a16:creationId xmlns:a16="http://schemas.microsoft.com/office/drawing/2014/main" id="{AE2F5335-6CEC-B133-C063-636C7A0631C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991" name="Arc 9990">
                        <a:extLst>
                          <a:ext uri="{FF2B5EF4-FFF2-40B4-BE49-F238E27FC236}">
                            <a16:creationId xmlns:a16="http://schemas.microsoft.com/office/drawing/2014/main" id="{BD587E7D-5BA1-FA65-7FA4-D10C3BCAD8C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986" name="Group 9985">
                      <a:extLst>
                        <a:ext uri="{FF2B5EF4-FFF2-40B4-BE49-F238E27FC236}">
                          <a16:creationId xmlns:a16="http://schemas.microsoft.com/office/drawing/2014/main" id="{CA30C1AC-F5F8-1842-0B01-F7EDDCD1EB17}"/>
                        </a:ext>
                      </a:extLst>
                    </p:cNvPr>
                    <p:cNvGrpSpPr/>
                    <p:nvPr/>
                  </p:nvGrpSpPr>
                  <p:grpSpPr>
                    <a:xfrm rot="7200000">
                      <a:off x="5265196" y="3932619"/>
                      <a:ext cx="393192" cy="393192"/>
                      <a:chOff x="5354637" y="3446463"/>
                      <a:chExt cx="214313" cy="214313"/>
                    </a:xfrm>
                  </p:grpSpPr>
                  <p:sp>
                    <p:nvSpPr>
                      <p:cNvPr id="9988" name="Arc 9987">
                        <a:extLst>
                          <a:ext uri="{FF2B5EF4-FFF2-40B4-BE49-F238E27FC236}">
                            <a16:creationId xmlns:a16="http://schemas.microsoft.com/office/drawing/2014/main" id="{82072124-52A4-2670-A88A-BE49A0FF3AE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989" name="Arc 9988">
                        <a:extLst>
                          <a:ext uri="{FF2B5EF4-FFF2-40B4-BE49-F238E27FC236}">
                            <a16:creationId xmlns:a16="http://schemas.microsoft.com/office/drawing/2014/main" id="{14CEBE32-AED5-B3B0-26A6-4C71175E0F6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987" name="TextBox 9986">
                      <a:extLst>
                        <a:ext uri="{FF2B5EF4-FFF2-40B4-BE49-F238E27FC236}">
                          <a16:creationId xmlns:a16="http://schemas.microsoft.com/office/drawing/2014/main" id="{006E0C3C-1291-BCB2-F8D5-0754392ACF73}"/>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9961" name="Group 9960">
                    <a:extLst>
                      <a:ext uri="{FF2B5EF4-FFF2-40B4-BE49-F238E27FC236}">
                        <a16:creationId xmlns:a16="http://schemas.microsoft.com/office/drawing/2014/main" id="{EBC0E6E5-5E90-E021-B69A-EFEC3874C515}"/>
                      </a:ext>
                    </a:extLst>
                  </p:cNvPr>
                  <p:cNvGrpSpPr/>
                  <p:nvPr/>
                </p:nvGrpSpPr>
                <p:grpSpPr>
                  <a:xfrm>
                    <a:off x="6512463" y="3525040"/>
                    <a:ext cx="393192" cy="393192"/>
                    <a:chOff x="6389147" y="3357021"/>
                    <a:chExt cx="393192" cy="393192"/>
                  </a:xfrm>
                </p:grpSpPr>
                <p:grpSp>
                  <p:nvGrpSpPr>
                    <p:cNvPr id="9973" name="Group 9972">
                      <a:extLst>
                        <a:ext uri="{FF2B5EF4-FFF2-40B4-BE49-F238E27FC236}">
                          <a16:creationId xmlns:a16="http://schemas.microsoft.com/office/drawing/2014/main" id="{AB866871-F4F7-81CC-B9EA-77E78E4A83F7}"/>
                        </a:ext>
                      </a:extLst>
                    </p:cNvPr>
                    <p:cNvGrpSpPr/>
                    <p:nvPr/>
                  </p:nvGrpSpPr>
                  <p:grpSpPr>
                    <a:xfrm rot="7200000" flipH="1">
                      <a:off x="6389147" y="3357021"/>
                      <a:ext cx="393192" cy="393192"/>
                      <a:chOff x="5354637" y="3446463"/>
                      <a:chExt cx="214313" cy="214313"/>
                    </a:xfrm>
                  </p:grpSpPr>
                  <p:sp>
                    <p:nvSpPr>
                      <p:cNvPr id="9982" name="Arc 9981">
                        <a:extLst>
                          <a:ext uri="{FF2B5EF4-FFF2-40B4-BE49-F238E27FC236}">
                            <a16:creationId xmlns:a16="http://schemas.microsoft.com/office/drawing/2014/main" id="{0954F15F-0C0E-01ED-2F57-AC291EEC828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983" name="Arc 9982">
                        <a:extLst>
                          <a:ext uri="{FF2B5EF4-FFF2-40B4-BE49-F238E27FC236}">
                            <a16:creationId xmlns:a16="http://schemas.microsoft.com/office/drawing/2014/main" id="{F5385CFA-B8E0-CFD9-97B5-9B4BEE5541F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974" name="Group 9973">
                      <a:extLst>
                        <a:ext uri="{FF2B5EF4-FFF2-40B4-BE49-F238E27FC236}">
                          <a16:creationId xmlns:a16="http://schemas.microsoft.com/office/drawing/2014/main" id="{819A8A40-83EA-0816-8C73-6DFC6A14486B}"/>
                        </a:ext>
                      </a:extLst>
                    </p:cNvPr>
                    <p:cNvGrpSpPr/>
                    <p:nvPr/>
                  </p:nvGrpSpPr>
                  <p:grpSpPr>
                    <a:xfrm>
                      <a:off x="6434137" y="3402011"/>
                      <a:ext cx="303213" cy="303213"/>
                      <a:chOff x="6434137" y="3402011"/>
                      <a:chExt cx="303213" cy="303213"/>
                    </a:xfrm>
                  </p:grpSpPr>
                  <p:grpSp>
                    <p:nvGrpSpPr>
                      <p:cNvPr id="9975" name="Group 9974">
                        <a:extLst>
                          <a:ext uri="{FF2B5EF4-FFF2-40B4-BE49-F238E27FC236}">
                            <a16:creationId xmlns:a16="http://schemas.microsoft.com/office/drawing/2014/main" id="{16730747-D665-F10C-219B-86A3D3C1D35D}"/>
                          </a:ext>
                        </a:extLst>
                      </p:cNvPr>
                      <p:cNvGrpSpPr/>
                      <p:nvPr/>
                    </p:nvGrpSpPr>
                    <p:grpSpPr>
                      <a:xfrm flipH="1">
                        <a:off x="6478587" y="3446461"/>
                        <a:ext cx="214313" cy="214313"/>
                        <a:chOff x="5354637" y="3446463"/>
                        <a:chExt cx="214313" cy="214313"/>
                      </a:xfrm>
                    </p:grpSpPr>
                    <p:sp>
                      <p:nvSpPr>
                        <p:cNvPr id="9980" name="Arc 9979">
                          <a:extLst>
                            <a:ext uri="{FF2B5EF4-FFF2-40B4-BE49-F238E27FC236}">
                              <a16:creationId xmlns:a16="http://schemas.microsoft.com/office/drawing/2014/main" id="{55EF0235-6BE2-58B7-C894-82E5C81DB05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981" name="Arc 9980">
                          <a:extLst>
                            <a:ext uri="{FF2B5EF4-FFF2-40B4-BE49-F238E27FC236}">
                              <a16:creationId xmlns:a16="http://schemas.microsoft.com/office/drawing/2014/main" id="{BC161DD6-3DAF-F82A-AE72-683AAB07807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976" name="Group 9975">
                        <a:extLst>
                          <a:ext uri="{FF2B5EF4-FFF2-40B4-BE49-F238E27FC236}">
                            <a16:creationId xmlns:a16="http://schemas.microsoft.com/office/drawing/2014/main" id="{DC9A3891-FB05-D25C-BED5-8AFB6D9158A7}"/>
                          </a:ext>
                        </a:extLst>
                      </p:cNvPr>
                      <p:cNvGrpSpPr/>
                      <p:nvPr/>
                    </p:nvGrpSpPr>
                    <p:grpSpPr>
                      <a:xfrm rot="14400000" flipH="1">
                        <a:off x="6434137" y="3402011"/>
                        <a:ext cx="303213" cy="303213"/>
                        <a:chOff x="5354637" y="3446463"/>
                        <a:chExt cx="214313" cy="214313"/>
                      </a:xfrm>
                    </p:grpSpPr>
                    <p:sp>
                      <p:nvSpPr>
                        <p:cNvPr id="9978" name="Arc 9977">
                          <a:extLst>
                            <a:ext uri="{FF2B5EF4-FFF2-40B4-BE49-F238E27FC236}">
                              <a16:creationId xmlns:a16="http://schemas.microsoft.com/office/drawing/2014/main" id="{717FE866-E76C-F0F0-025E-6329E091772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979" name="Arc 9978">
                          <a:extLst>
                            <a:ext uri="{FF2B5EF4-FFF2-40B4-BE49-F238E27FC236}">
                              <a16:creationId xmlns:a16="http://schemas.microsoft.com/office/drawing/2014/main" id="{BBF1936E-D4CE-6BE8-6A02-8F369642B55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977" name="TextBox 9976">
                        <a:extLst>
                          <a:ext uri="{FF2B5EF4-FFF2-40B4-BE49-F238E27FC236}">
                            <a16:creationId xmlns:a16="http://schemas.microsoft.com/office/drawing/2014/main" id="{BAA6B7ED-1B43-3C34-A3D1-98CF240CB7DB}"/>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962" name="Group 9961">
                    <a:extLst>
                      <a:ext uri="{FF2B5EF4-FFF2-40B4-BE49-F238E27FC236}">
                        <a16:creationId xmlns:a16="http://schemas.microsoft.com/office/drawing/2014/main" id="{8FEAC6C2-A619-9D8E-A0CE-704B55E51282}"/>
                      </a:ext>
                    </a:extLst>
                  </p:cNvPr>
                  <p:cNvGrpSpPr/>
                  <p:nvPr/>
                </p:nvGrpSpPr>
                <p:grpSpPr>
                  <a:xfrm>
                    <a:off x="6197413" y="3225768"/>
                    <a:ext cx="393192" cy="393192"/>
                    <a:chOff x="6389147" y="3932622"/>
                    <a:chExt cx="393192" cy="393192"/>
                  </a:xfrm>
                </p:grpSpPr>
                <p:grpSp>
                  <p:nvGrpSpPr>
                    <p:cNvPr id="9963" name="Group 9962">
                      <a:extLst>
                        <a:ext uri="{FF2B5EF4-FFF2-40B4-BE49-F238E27FC236}">
                          <a16:creationId xmlns:a16="http://schemas.microsoft.com/office/drawing/2014/main" id="{62A875A2-7D4D-B3CD-12B6-AA204FEFA87C}"/>
                        </a:ext>
                      </a:extLst>
                    </p:cNvPr>
                    <p:cNvGrpSpPr/>
                    <p:nvPr/>
                  </p:nvGrpSpPr>
                  <p:grpSpPr>
                    <a:xfrm flipH="1">
                      <a:off x="6478587" y="4022061"/>
                      <a:ext cx="214313" cy="214313"/>
                      <a:chOff x="5354637" y="3446463"/>
                      <a:chExt cx="214313" cy="214313"/>
                    </a:xfrm>
                  </p:grpSpPr>
                  <p:sp>
                    <p:nvSpPr>
                      <p:cNvPr id="9971" name="Arc 9970">
                        <a:extLst>
                          <a:ext uri="{FF2B5EF4-FFF2-40B4-BE49-F238E27FC236}">
                            <a16:creationId xmlns:a16="http://schemas.microsoft.com/office/drawing/2014/main" id="{F40ABF29-0933-F834-B0F6-3AEDD799D2B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972" name="Arc 9971">
                        <a:extLst>
                          <a:ext uri="{FF2B5EF4-FFF2-40B4-BE49-F238E27FC236}">
                            <a16:creationId xmlns:a16="http://schemas.microsoft.com/office/drawing/2014/main" id="{67120774-2EFD-A550-2942-E4FE1359B51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964" name="Group 9963">
                      <a:extLst>
                        <a:ext uri="{FF2B5EF4-FFF2-40B4-BE49-F238E27FC236}">
                          <a16:creationId xmlns:a16="http://schemas.microsoft.com/office/drawing/2014/main" id="{FB7CCFEA-1CE9-65F1-FFC1-9A94B9E6BFF5}"/>
                        </a:ext>
                      </a:extLst>
                    </p:cNvPr>
                    <p:cNvGrpSpPr/>
                    <p:nvPr/>
                  </p:nvGrpSpPr>
                  <p:grpSpPr>
                    <a:xfrm rot="7200000" flipH="1">
                      <a:off x="6434137" y="3977611"/>
                      <a:ext cx="303213" cy="303213"/>
                      <a:chOff x="5354637" y="3446463"/>
                      <a:chExt cx="214313" cy="214313"/>
                    </a:xfrm>
                  </p:grpSpPr>
                  <p:sp>
                    <p:nvSpPr>
                      <p:cNvPr id="9969" name="Arc 9968">
                        <a:extLst>
                          <a:ext uri="{FF2B5EF4-FFF2-40B4-BE49-F238E27FC236}">
                            <a16:creationId xmlns:a16="http://schemas.microsoft.com/office/drawing/2014/main" id="{3B7009B0-AA7C-9ED4-F25F-095D2341744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970" name="Arc 9969">
                        <a:extLst>
                          <a:ext uri="{FF2B5EF4-FFF2-40B4-BE49-F238E27FC236}">
                            <a16:creationId xmlns:a16="http://schemas.microsoft.com/office/drawing/2014/main" id="{1B0939C5-6EBC-432E-97F7-A77A554839F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965" name="Group 9964">
                      <a:extLst>
                        <a:ext uri="{FF2B5EF4-FFF2-40B4-BE49-F238E27FC236}">
                          <a16:creationId xmlns:a16="http://schemas.microsoft.com/office/drawing/2014/main" id="{16C9150A-7CBB-1703-D83E-E9C73A434101}"/>
                        </a:ext>
                      </a:extLst>
                    </p:cNvPr>
                    <p:cNvGrpSpPr/>
                    <p:nvPr/>
                  </p:nvGrpSpPr>
                  <p:grpSpPr>
                    <a:xfrm rot="14400000" flipH="1">
                      <a:off x="6389147" y="3932622"/>
                      <a:ext cx="393192" cy="393192"/>
                      <a:chOff x="5354637" y="3446463"/>
                      <a:chExt cx="214313" cy="214313"/>
                    </a:xfrm>
                  </p:grpSpPr>
                  <p:sp>
                    <p:nvSpPr>
                      <p:cNvPr id="9967" name="Arc 9966">
                        <a:extLst>
                          <a:ext uri="{FF2B5EF4-FFF2-40B4-BE49-F238E27FC236}">
                            <a16:creationId xmlns:a16="http://schemas.microsoft.com/office/drawing/2014/main" id="{472AD4BF-75E8-765A-F961-3BBF6695DA1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968" name="Arc 9967">
                        <a:extLst>
                          <a:ext uri="{FF2B5EF4-FFF2-40B4-BE49-F238E27FC236}">
                            <a16:creationId xmlns:a16="http://schemas.microsoft.com/office/drawing/2014/main" id="{C4115BAE-DEFB-23E7-C32A-FB7634667A8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966" name="TextBox 9965">
                      <a:extLst>
                        <a:ext uri="{FF2B5EF4-FFF2-40B4-BE49-F238E27FC236}">
                          <a16:creationId xmlns:a16="http://schemas.microsoft.com/office/drawing/2014/main" id="{0484447C-AEDD-FB29-412B-42D7B93B750F}"/>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9191" name="Group 9190">
              <a:extLst>
                <a:ext uri="{FF2B5EF4-FFF2-40B4-BE49-F238E27FC236}">
                  <a16:creationId xmlns:a16="http://schemas.microsoft.com/office/drawing/2014/main" id="{6523B549-2F0B-9C8A-7A9D-349ECD39B7FD}"/>
                </a:ext>
              </a:extLst>
            </p:cNvPr>
            <p:cNvGrpSpPr/>
            <p:nvPr/>
          </p:nvGrpSpPr>
          <p:grpSpPr>
            <a:xfrm>
              <a:off x="3119327" y="697943"/>
              <a:ext cx="2263438" cy="2198360"/>
              <a:chOff x="5445106" y="2039507"/>
              <a:chExt cx="2263438" cy="2198360"/>
            </a:xfrm>
          </p:grpSpPr>
          <p:grpSp>
            <p:nvGrpSpPr>
              <p:cNvPr id="9765" name="Group 9764">
                <a:extLst>
                  <a:ext uri="{FF2B5EF4-FFF2-40B4-BE49-F238E27FC236}">
                    <a16:creationId xmlns:a16="http://schemas.microsoft.com/office/drawing/2014/main" id="{4DAD8A4C-3D80-D687-9A4E-71EE34158B9A}"/>
                  </a:ext>
                </a:extLst>
              </p:cNvPr>
              <p:cNvGrpSpPr/>
              <p:nvPr/>
            </p:nvGrpSpPr>
            <p:grpSpPr>
              <a:xfrm>
                <a:off x="5445106" y="2644743"/>
                <a:ext cx="1643204" cy="1593124"/>
                <a:chOff x="5445106" y="2644743"/>
                <a:chExt cx="1643204" cy="1593124"/>
              </a:xfrm>
            </p:grpSpPr>
            <p:grpSp>
              <p:nvGrpSpPr>
                <p:cNvPr id="9861" name="Group 9860">
                  <a:extLst>
                    <a:ext uri="{FF2B5EF4-FFF2-40B4-BE49-F238E27FC236}">
                      <a16:creationId xmlns:a16="http://schemas.microsoft.com/office/drawing/2014/main" id="{9FA9A3F6-4EA4-5D4E-588F-48AD5C60ED83}"/>
                    </a:ext>
                  </a:extLst>
                </p:cNvPr>
                <p:cNvGrpSpPr/>
                <p:nvPr/>
              </p:nvGrpSpPr>
              <p:grpSpPr>
                <a:xfrm>
                  <a:off x="5445106" y="2644743"/>
                  <a:ext cx="1019224" cy="991639"/>
                  <a:chOff x="5886431" y="3225768"/>
                  <a:chExt cx="1019224" cy="991639"/>
                </a:xfrm>
              </p:grpSpPr>
              <p:grpSp>
                <p:nvGrpSpPr>
                  <p:cNvPr id="9909" name="Group 9908">
                    <a:extLst>
                      <a:ext uri="{FF2B5EF4-FFF2-40B4-BE49-F238E27FC236}">
                        <a16:creationId xmlns:a16="http://schemas.microsoft.com/office/drawing/2014/main" id="{B13A4B47-F792-CDA5-2959-27B5598908B5}"/>
                      </a:ext>
                    </a:extLst>
                  </p:cNvPr>
                  <p:cNvGrpSpPr/>
                  <p:nvPr/>
                </p:nvGrpSpPr>
                <p:grpSpPr>
                  <a:xfrm>
                    <a:off x="6197413" y="3824215"/>
                    <a:ext cx="393192" cy="393192"/>
                    <a:chOff x="5265196" y="3357021"/>
                    <a:chExt cx="393192" cy="393192"/>
                  </a:xfrm>
                </p:grpSpPr>
                <p:grpSp>
                  <p:nvGrpSpPr>
                    <p:cNvPr id="9944" name="Group 9943">
                      <a:extLst>
                        <a:ext uri="{FF2B5EF4-FFF2-40B4-BE49-F238E27FC236}">
                          <a16:creationId xmlns:a16="http://schemas.microsoft.com/office/drawing/2014/main" id="{BA7CA1DE-7558-7F28-BF47-3981A3691282}"/>
                        </a:ext>
                      </a:extLst>
                    </p:cNvPr>
                    <p:cNvGrpSpPr/>
                    <p:nvPr/>
                  </p:nvGrpSpPr>
                  <p:grpSpPr>
                    <a:xfrm rot="14400000">
                      <a:off x="5265196" y="3357021"/>
                      <a:ext cx="393192" cy="393192"/>
                      <a:chOff x="5354637" y="3446463"/>
                      <a:chExt cx="214313" cy="214313"/>
                    </a:xfrm>
                  </p:grpSpPr>
                  <p:sp>
                    <p:nvSpPr>
                      <p:cNvPr id="9953" name="Arc 9952">
                        <a:extLst>
                          <a:ext uri="{FF2B5EF4-FFF2-40B4-BE49-F238E27FC236}">
                            <a16:creationId xmlns:a16="http://schemas.microsoft.com/office/drawing/2014/main" id="{7EADC3F1-8106-3015-D46B-59228B216AD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954" name="Arc 9953">
                        <a:extLst>
                          <a:ext uri="{FF2B5EF4-FFF2-40B4-BE49-F238E27FC236}">
                            <a16:creationId xmlns:a16="http://schemas.microsoft.com/office/drawing/2014/main" id="{8C076AE1-DCC8-7220-196C-17DB555263A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945" name="Group 9944">
                      <a:extLst>
                        <a:ext uri="{FF2B5EF4-FFF2-40B4-BE49-F238E27FC236}">
                          <a16:creationId xmlns:a16="http://schemas.microsoft.com/office/drawing/2014/main" id="{5EF386F2-A95B-D916-D04B-6C77E51A8FAF}"/>
                        </a:ext>
                      </a:extLst>
                    </p:cNvPr>
                    <p:cNvGrpSpPr/>
                    <p:nvPr/>
                  </p:nvGrpSpPr>
                  <p:grpSpPr>
                    <a:xfrm>
                      <a:off x="5310186" y="3402011"/>
                      <a:ext cx="303213" cy="303213"/>
                      <a:chOff x="5310186" y="3402011"/>
                      <a:chExt cx="303213" cy="303213"/>
                    </a:xfrm>
                  </p:grpSpPr>
                  <p:grpSp>
                    <p:nvGrpSpPr>
                      <p:cNvPr id="9946" name="Group 9945">
                        <a:extLst>
                          <a:ext uri="{FF2B5EF4-FFF2-40B4-BE49-F238E27FC236}">
                            <a16:creationId xmlns:a16="http://schemas.microsoft.com/office/drawing/2014/main" id="{8C24EADB-E04A-FC7A-556B-CEDE84B7ACF1}"/>
                          </a:ext>
                        </a:extLst>
                      </p:cNvPr>
                      <p:cNvGrpSpPr/>
                      <p:nvPr/>
                    </p:nvGrpSpPr>
                    <p:grpSpPr>
                      <a:xfrm>
                        <a:off x="5354636" y="3446461"/>
                        <a:ext cx="214313" cy="214313"/>
                        <a:chOff x="5354637" y="3446463"/>
                        <a:chExt cx="214313" cy="214313"/>
                      </a:xfrm>
                    </p:grpSpPr>
                    <p:sp>
                      <p:nvSpPr>
                        <p:cNvPr id="9951" name="Arc 9950">
                          <a:extLst>
                            <a:ext uri="{FF2B5EF4-FFF2-40B4-BE49-F238E27FC236}">
                              <a16:creationId xmlns:a16="http://schemas.microsoft.com/office/drawing/2014/main" id="{66C4349C-76DC-4A6B-796A-A645ACABB0A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952" name="Arc 9951">
                          <a:extLst>
                            <a:ext uri="{FF2B5EF4-FFF2-40B4-BE49-F238E27FC236}">
                              <a16:creationId xmlns:a16="http://schemas.microsoft.com/office/drawing/2014/main" id="{F9693E3B-5C8A-4262-D874-900D4BC4C88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947" name="Group 9946">
                        <a:extLst>
                          <a:ext uri="{FF2B5EF4-FFF2-40B4-BE49-F238E27FC236}">
                            <a16:creationId xmlns:a16="http://schemas.microsoft.com/office/drawing/2014/main" id="{E729BD74-7709-0289-2DD6-BD34CC122E17}"/>
                          </a:ext>
                        </a:extLst>
                      </p:cNvPr>
                      <p:cNvGrpSpPr/>
                      <p:nvPr/>
                    </p:nvGrpSpPr>
                    <p:grpSpPr>
                      <a:xfrm rot="7200000">
                        <a:off x="5310186" y="3402011"/>
                        <a:ext cx="303213" cy="303213"/>
                        <a:chOff x="5354637" y="3446463"/>
                        <a:chExt cx="214313" cy="214313"/>
                      </a:xfrm>
                    </p:grpSpPr>
                    <p:sp>
                      <p:nvSpPr>
                        <p:cNvPr id="9949" name="Arc 9948">
                          <a:extLst>
                            <a:ext uri="{FF2B5EF4-FFF2-40B4-BE49-F238E27FC236}">
                              <a16:creationId xmlns:a16="http://schemas.microsoft.com/office/drawing/2014/main" id="{9218BB56-6D15-ADD4-C89F-9FA6EEDDD7A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950" name="Arc 9949">
                          <a:extLst>
                            <a:ext uri="{FF2B5EF4-FFF2-40B4-BE49-F238E27FC236}">
                              <a16:creationId xmlns:a16="http://schemas.microsoft.com/office/drawing/2014/main" id="{9C29FCAA-058B-4014-D9EE-F2CD7D44A84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948" name="TextBox 9947">
                        <a:extLst>
                          <a:ext uri="{FF2B5EF4-FFF2-40B4-BE49-F238E27FC236}">
                            <a16:creationId xmlns:a16="http://schemas.microsoft.com/office/drawing/2014/main" id="{C1E5053D-1C90-5528-01F0-08C5FA4CF229}"/>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910" name="Group 9909">
                    <a:extLst>
                      <a:ext uri="{FF2B5EF4-FFF2-40B4-BE49-F238E27FC236}">
                        <a16:creationId xmlns:a16="http://schemas.microsoft.com/office/drawing/2014/main" id="{3E1B825B-239C-5DFE-4E72-EF15EAAF56F9}"/>
                      </a:ext>
                    </a:extLst>
                  </p:cNvPr>
                  <p:cNvGrpSpPr/>
                  <p:nvPr/>
                </p:nvGrpSpPr>
                <p:grpSpPr>
                  <a:xfrm>
                    <a:off x="5886431" y="3525040"/>
                    <a:ext cx="393192" cy="393192"/>
                    <a:chOff x="5265196" y="3932619"/>
                    <a:chExt cx="393192" cy="393192"/>
                  </a:xfrm>
                </p:grpSpPr>
                <p:grpSp>
                  <p:nvGrpSpPr>
                    <p:cNvPr id="9934" name="Group 9933">
                      <a:extLst>
                        <a:ext uri="{FF2B5EF4-FFF2-40B4-BE49-F238E27FC236}">
                          <a16:creationId xmlns:a16="http://schemas.microsoft.com/office/drawing/2014/main" id="{03E1F205-D6DD-DCC1-9202-A165CCA24807}"/>
                        </a:ext>
                      </a:extLst>
                    </p:cNvPr>
                    <p:cNvGrpSpPr/>
                    <p:nvPr/>
                  </p:nvGrpSpPr>
                  <p:grpSpPr>
                    <a:xfrm>
                      <a:off x="5354636" y="4022061"/>
                      <a:ext cx="214313" cy="214313"/>
                      <a:chOff x="5354637" y="3446463"/>
                      <a:chExt cx="214313" cy="214313"/>
                    </a:xfrm>
                  </p:grpSpPr>
                  <p:sp>
                    <p:nvSpPr>
                      <p:cNvPr id="9942" name="Arc 9941">
                        <a:extLst>
                          <a:ext uri="{FF2B5EF4-FFF2-40B4-BE49-F238E27FC236}">
                            <a16:creationId xmlns:a16="http://schemas.microsoft.com/office/drawing/2014/main" id="{F04817D1-C34C-625C-C0BD-00DD2E5D50A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943" name="Arc 9942">
                        <a:extLst>
                          <a:ext uri="{FF2B5EF4-FFF2-40B4-BE49-F238E27FC236}">
                            <a16:creationId xmlns:a16="http://schemas.microsoft.com/office/drawing/2014/main" id="{D82B1817-AB7D-A86E-2EF0-A2484D173A4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935" name="Group 9934">
                      <a:extLst>
                        <a:ext uri="{FF2B5EF4-FFF2-40B4-BE49-F238E27FC236}">
                          <a16:creationId xmlns:a16="http://schemas.microsoft.com/office/drawing/2014/main" id="{A784C3EE-CD7A-31B9-A1C8-995A1F80DCE3}"/>
                        </a:ext>
                      </a:extLst>
                    </p:cNvPr>
                    <p:cNvGrpSpPr/>
                    <p:nvPr/>
                  </p:nvGrpSpPr>
                  <p:grpSpPr>
                    <a:xfrm rot="14400000">
                      <a:off x="5310186" y="3977611"/>
                      <a:ext cx="303213" cy="303213"/>
                      <a:chOff x="5354637" y="3446463"/>
                      <a:chExt cx="214313" cy="214313"/>
                    </a:xfrm>
                  </p:grpSpPr>
                  <p:sp>
                    <p:nvSpPr>
                      <p:cNvPr id="9940" name="Arc 9939">
                        <a:extLst>
                          <a:ext uri="{FF2B5EF4-FFF2-40B4-BE49-F238E27FC236}">
                            <a16:creationId xmlns:a16="http://schemas.microsoft.com/office/drawing/2014/main" id="{0E24D43C-3BCD-D42A-3073-C39FC92705F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941" name="Arc 9940">
                        <a:extLst>
                          <a:ext uri="{FF2B5EF4-FFF2-40B4-BE49-F238E27FC236}">
                            <a16:creationId xmlns:a16="http://schemas.microsoft.com/office/drawing/2014/main" id="{82B34EE2-CD5A-7896-2E75-4697981651E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936" name="Group 9935">
                      <a:extLst>
                        <a:ext uri="{FF2B5EF4-FFF2-40B4-BE49-F238E27FC236}">
                          <a16:creationId xmlns:a16="http://schemas.microsoft.com/office/drawing/2014/main" id="{3E5CC222-8C26-DC64-F81E-48DC75781D90}"/>
                        </a:ext>
                      </a:extLst>
                    </p:cNvPr>
                    <p:cNvGrpSpPr/>
                    <p:nvPr/>
                  </p:nvGrpSpPr>
                  <p:grpSpPr>
                    <a:xfrm rot="7200000">
                      <a:off x="5265196" y="3932619"/>
                      <a:ext cx="393192" cy="393192"/>
                      <a:chOff x="5354637" y="3446463"/>
                      <a:chExt cx="214313" cy="214313"/>
                    </a:xfrm>
                  </p:grpSpPr>
                  <p:sp>
                    <p:nvSpPr>
                      <p:cNvPr id="9938" name="Arc 9937">
                        <a:extLst>
                          <a:ext uri="{FF2B5EF4-FFF2-40B4-BE49-F238E27FC236}">
                            <a16:creationId xmlns:a16="http://schemas.microsoft.com/office/drawing/2014/main" id="{06A5AC17-F15C-A983-383E-7891C9EA1FC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939" name="Arc 9938">
                        <a:extLst>
                          <a:ext uri="{FF2B5EF4-FFF2-40B4-BE49-F238E27FC236}">
                            <a16:creationId xmlns:a16="http://schemas.microsoft.com/office/drawing/2014/main" id="{7A344C48-E190-BCC7-8677-ACB3D365C86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937" name="TextBox 9936">
                      <a:extLst>
                        <a:ext uri="{FF2B5EF4-FFF2-40B4-BE49-F238E27FC236}">
                          <a16:creationId xmlns:a16="http://schemas.microsoft.com/office/drawing/2014/main" id="{D1C70BD1-F44D-B3FD-6F3C-AB791F134567}"/>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9911" name="Group 9910">
                    <a:extLst>
                      <a:ext uri="{FF2B5EF4-FFF2-40B4-BE49-F238E27FC236}">
                        <a16:creationId xmlns:a16="http://schemas.microsoft.com/office/drawing/2014/main" id="{C044DF07-380D-957A-4D74-34DEEE6D8F23}"/>
                      </a:ext>
                    </a:extLst>
                  </p:cNvPr>
                  <p:cNvGrpSpPr/>
                  <p:nvPr/>
                </p:nvGrpSpPr>
                <p:grpSpPr>
                  <a:xfrm>
                    <a:off x="6512463" y="3525040"/>
                    <a:ext cx="393192" cy="393192"/>
                    <a:chOff x="6389147" y="3357021"/>
                    <a:chExt cx="393192" cy="393192"/>
                  </a:xfrm>
                </p:grpSpPr>
                <p:grpSp>
                  <p:nvGrpSpPr>
                    <p:cNvPr id="9923" name="Group 9922">
                      <a:extLst>
                        <a:ext uri="{FF2B5EF4-FFF2-40B4-BE49-F238E27FC236}">
                          <a16:creationId xmlns:a16="http://schemas.microsoft.com/office/drawing/2014/main" id="{C22D1274-FE67-B68E-A279-15FB9DB582B8}"/>
                        </a:ext>
                      </a:extLst>
                    </p:cNvPr>
                    <p:cNvGrpSpPr/>
                    <p:nvPr/>
                  </p:nvGrpSpPr>
                  <p:grpSpPr>
                    <a:xfrm rot="7200000" flipH="1">
                      <a:off x="6389147" y="3357021"/>
                      <a:ext cx="393192" cy="393192"/>
                      <a:chOff x="5354637" y="3446463"/>
                      <a:chExt cx="214313" cy="214313"/>
                    </a:xfrm>
                  </p:grpSpPr>
                  <p:sp>
                    <p:nvSpPr>
                      <p:cNvPr id="9932" name="Arc 9931">
                        <a:extLst>
                          <a:ext uri="{FF2B5EF4-FFF2-40B4-BE49-F238E27FC236}">
                            <a16:creationId xmlns:a16="http://schemas.microsoft.com/office/drawing/2014/main" id="{72DA2E94-420A-F7B9-EFC7-61465D32281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933" name="Arc 9932">
                        <a:extLst>
                          <a:ext uri="{FF2B5EF4-FFF2-40B4-BE49-F238E27FC236}">
                            <a16:creationId xmlns:a16="http://schemas.microsoft.com/office/drawing/2014/main" id="{4906DC4A-0822-607A-FAF3-BCE201A6452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924" name="Group 9923">
                      <a:extLst>
                        <a:ext uri="{FF2B5EF4-FFF2-40B4-BE49-F238E27FC236}">
                          <a16:creationId xmlns:a16="http://schemas.microsoft.com/office/drawing/2014/main" id="{B841C083-6689-A252-42B6-EA76CF92D29D}"/>
                        </a:ext>
                      </a:extLst>
                    </p:cNvPr>
                    <p:cNvGrpSpPr/>
                    <p:nvPr/>
                  </p:nvGrpSpPr>
                  <p:grpSpPr>
                    <a:xfrm>
                      <a:off x="6434137" y="3402011"/>
                      <a:ext cx="303213" cy="303213"/>
                      <a:chOff x="6434137" y="3402011"/>
                      <a:chExt cx="303213" cy="303213"/>
                    </a:xfrm>
                  </p:grpSpPr>
                  <p:grpSp>
                    <p:nvGrpSpPr>
                      <p:cNvPr id="9925" name="Group 9924">
                        <a:extLst>
                          <a:ext uri="{FF2B5EF4-FFF2-40B4-BE49-F238E27FC236}">
                            <a16:creationId xmlns:a16="http://schemas.microsoft.com/office/drawing/2014/main" id="{FFFA34E1-B1C1-53B9-5420-B03434F970EB}"/>
                          </a:ext>
                        </a:extLst>
                      </p:cNvPr>
                      <p:cNvGrpSpPr/>
                      <p:nvPr/>
                    </p:nvGrpSpPr>
                    <p:grpSpPr>
                      <a:xfrm flipH="1">
                        <a:off x="6478587" y="3446461"/>
                        <a:ext cx="214313" cy="214313"/>
                        <a:chOff x="5354637" y="3446463"/>
                        <a:chExt cx="214313" cy="214313"/>
                      </a:xfrm>
                    </p:grpSpPr>
                    <p:sp>
                      <p:nvSpPr>
                        <p:cNvPr id="9930" name="Arc 9929">
                          <a:extLst>
                            <a:ext uri="{FF2B5EF4-FFF2-40B4-BE49-F238E27FC236}">
                              <a16:creationId xmlns:a16="http://schemas.microsoft.com/office/drawing/2014/main" id="{173B21CD-A41D-0C50-5841-B5354AF9D06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931" name="Arc 9930">
                          <a:extLst>
                            <a:ext uri="{FF2B5EF4-FFF2-40B4-BE49-F238E27FC236}">
                              <a16:creationId xmlns:a16="http://schemas.microsoft.com/office/drawing/2014/main" id="{2B040F62-6CFD-9598-C581-8A37F5A6177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926" name="Group 9925">
                        <a:extLst>
                          <a:ext uri="{FF2B5EF4-FFF2-40B4-BE49-F238E27FC236}">
                            <a16:creationId xmlns:a16="http://schemas.microsoft.com/office/drawing/2014/main" id="{5929E6D7-4CA8-5677-23FE-67ACB03E2759}"/>
                          </a:ext>
                        </a:extLst>
                      </p:cNvPr>
                      <p:cNvGrpSpPr/>
                      <p:nvPr/>
                    </p:nvGrpSpPr>
                    <p:grpSpPr>
                      <a:xfrm rot="14400000" flipH="1">
                        <a:off x="6434137" y="3402011"/>
                        <a:ext cx="303213" cy="303213"/>
                        <a:chOff x="5354637" y="3446463"/>
                        <a:chExt cx="214313" cy="214313"/>
                      </a:xfrm>
                    </p:grpSpPr>
                    <p:sp>
                      <p:nvSpPr>
                        <p:cNvPr id="9928" name="Arc 9927">
                          <a:extLst>
                            <a:ext uri="{FF2B5EF4-FFF2-40B4-BE49-F238E27FC236}">
                              <a16:creationId xmlns:a16="http://schemas.microsoft.com/office/drawing/2014/main" id="{B257327F-CE00-8647-A8E7-425035C7FCD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929" name="Arc 9928">
                          <a:extLst>
                            <a:ext uri="{FF2B5EF4-FFF2-40B4-BE49-F238E27FC236}">
                              <a16:creationId xmlns:a16="http://schemas.microsoft.com/office/drawing/2014/main" id="{FB5661D6-1076-9563-DCCE-ABE94204F7B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927" name="TextBox 9926">
                        <a:extLst>
                          <a:ext uri="{FF2B5EF4-FFF2-40B4-BE49-F238E27FC236}">
                            <a16:creationId xmlns:a16="http://schemas.microsoft.com/office/drawing/2014/main" id="{8363B579-629F-1D94-DAD8-582BC74A82A0}"/>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912" name="Group 9911">
                    <a:extLst>
                      <a:ext uri="{FF2B5EF4-FFF2-40B4-BE49-F238E27FC236}">
                        <a16:creationId xmlns:a16="http://schemas.microsoft.com/office/drawing/2014/main" id="{19C05463-B278-4404-28E9-9DAAA616A22D}"/>
                      </a:ext>
                    </a:extLst>
                  </p:cNvPr>
                  <p:cNvGrpSpPr/>
                  <p:nvPr/>
                </p:nvGrpSpPr>
                <p:grpSpPr>
                  <a:xfrm>
                    <a:off x="6197413" y="3225768"/>
                    <a:ext cx="393192" cy="393192"/>
                    <a:chOff x="6389147" y="3932622"/>
                    <a:chExt cx="393192" cy="393192"/>
                  </a:xfrm>
                </p:grpSpPr>
                <p:grpSp>
                  <p:nvGrpSpPr>
                    <p:cNvPr id="9913" name="Group 9912">
                      <a:extLst>
                        <a:ext uri="{FF2B5EF4-FFF2-40B4-BE49-F238E27FC236}">
                          <a16:creationId xmlns:a16="http://schemas.microsoft.com/office/drawing/2014/main" id="{9AD03426-138C-626C-9161-C66881E765E1}"/>
                        </a:ext>
                      </a:extLst>
                    </p:cNvPr>
                    <p:cNvGrpSpPr/>
                    <p:nvPr/>
                  </p:nvGrpSpPr>
                  <p:grpSpPr>
                    <a:xfrm flipH="1">
                      <a:off x="6478587" y="4022061"/>
                      <a:ext cx="214313" cy="214313"/>
                      <a:chOff x="5354637" y="3446463"/>
                      <a:chExt cx="214313" cy="214313"/>
                    </a:xfrm>
                  </p:grpSpPr>
                  <p:sp>
                    <p:nvSpPr>
                      <p:cNvPr id="9921" name="Arc 9920">
                        <a:extLst>
                          <a:ext uri="{FF2B5EF4-FFF2-40B4-BE49-F238E27FC236}">
                            <a16:creationId xmlns:a16="http://schemas.microsoft.com/office/drawing/2014/main" id="{924D3D1D-6612-D1FF-AFCF-57ED7A742FE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922" name="Arc 9921">
                        <a:extLst>
                          <a:ext uri="{FF2B5EF4-FFF2-40B4-BE49-F238E27FC236}">
                            <a16:creationId xmlns:a16="http://schemas.microsoft.com/office/drawing/2014/main" id="{CC7FF6F8-80C2-71A7-765D-577D8C98662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914" name="Group 9913">
                      <a:extLst>
                        <a:ext uri="{FF2B5EF4-FFF2-40B4-BE49-F238E27FC236}">
                          <a16:creationId xmlns:a16="http://schemas.microsoft.com/office/drawing/2014/main" id="{B9F00CDB-4FEC-4924-882B-3EF831674D57}"/>
                        </a:ext>
                      </a:extLst>
                    </p:cNvPr>
                    <p:cNvGrpSpPr/>
                    <p:nvPr/>
                  </p:nvGrpSpPr>
                  <p:grpSpPr>
                    <a:xfrm rot="7200000" flipH="1">
                      <a:off x="6434137" y="3977611"/>
                      <a:ext cx="303213" cy="303213"/>
                      <a:chOff x="5354637" y="3446463"/>
                      <a:chExt cx="214313" cy="214313"/>
                    </a:xfrm>
                  </p:grpSpPr>
                  <p:sp>
                    <p:nvSpPr>
                      <p:cNvPr id="9919" name="Arc 9918">
                        <a:extLst>
                          <a:ext uri="{FF2B5EF4-FFF2-40B4-BE49-F238E27FC236}">
                            <a16:creationId xmlns:a16="http://schemas.microsoft.com/office/drawing/2014/main" id="{21473F6C-7E25-66A5-77C1-CBF2077B8FC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920" name="Arc 9919">
                        <a:extLst>
                          <a:ext uri="{FF2B5EF4-FFF2-40B4-BE49-F238E27FC236}">
                            <a16:creationId xmlns:a16="http://schemas.microsoft.com/office/drawing/2014/main" id="{781433F9-2CC9-5ECA-CD12-906AEC79902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915" name="Group 9914">
                      <a:extLst>
                        <a:ext uri="{FF2B5EF4-FFF2-40B4-BE49-F238E27FC236}">
                          <a16:creationId xmlns:a16="http://schemas.microsoft.com/office/drawing/2014/main" id="{04D552EB-B6C2-BF62-9E74-E8BF1843657C}"/>
                        </a:ext>
                      </a:extLst>
                    </p:cNvPr>
                    <p:cNvGrpSpPr/>
                    <p:nvPr/>
                  </p:nvGrpSpPr>
                  <p:grpSpPr>
                    <a:xfrm rot="14400000" flipH="1">
                      <a:off x="6389147" y="3932622"/>
                      <a:ext cx="393192" cy="393192"/>
                      <a:chOff x="5354637" y="3446463"/>
                      <a:chExt cx="214313" cy="214313"/>
                    </a:xfrm>
                  </p:grpSpPr>
                  <p:sp>
                    <p:nvSpPr>
                      <p:cNvPr id="9917" name="Arc 9916">
                        <a:extLst>
                          <a:ext uri="{FF2B5EF4-FFF2-40B4-BE49-F238E27FC236}">
                            <a16:creationId xmlns:a16="http://schemas.microsoft.com/office/drawing/2014/main" id="{17FB0260-AAC0-5D35-4B80-5DE63DA7CA4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918" name="Arc 9917">
                        <a:extLst>
                          <a:ext uri="{FF2B5EF4-FFF2-40B4-BE49-F238E27FC236}">
                            <a16:creationId xmlns:a16="http://schemas.microsoft.com/office/drawing/2014/main" id="{D76A2037-E4C3-6CC3-A9A4-6079BD3042E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916" name="TextBox 9915">
                      <a:extLst>
                        <a:ext uri="{FF2B5EF4-FFF2-40B4-BE49-F238E27FC236}">
                          <a16:creationId xmlns:a16="http://schemas.microsoft.com/office/drawing/2014/main" id="{1119549F-2B7A-801C-3A00-59D696F8CD75}"/>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862" name="Group 9861">
                  <a:extLst>
                    <a:ext uri="{FF2B5EF4-FFF2-40B4-BE49-F238E27FC236}">
                      <a16:creationId xmlns:a16="http://schemas.microsoft.com/office/drawing/2014/main" id="{73300022-DE86-95F4-888B-8F3964E7ABBF}"/>
                    </a:ext>
                  </a:extLst>
                </p:cNvPr>
                <p:cNvGrpSpPr/>
                <p:nvPr/>
              </p:nvGrpSpPr>
              <p:grpSpPr>
                <a:xfrm>
                  <a:off x="6069086" y="3246228"/>
                  <a:ext cx="1019224" cy="991639"/>
                  <a:chOff x="5886431" y="3225768"/>
                  <a:chExt cx="1019224" cy="991639"/>
                </a:xfrm>
              </p:grpSpPr>
              <p:grpSp>
                <p:nvGrpSpPr>
                  <p:cNvPr id="9863" name="Group 9862">
                    <a:extLst>
                      <a:ext uri="{FF2B5EF4-FFF2-40B4-BE49-F238E27FC236}">
                        <a16:creationId xmlns:a16="http://schemas.microsoft.com/office/drawing/2014/main" id="{31CE149D-B3D0-F153-B4BB-89687459BABA}"/>
                      </a:ext>
                    </a:extLst>
                  </p:cNvPr>
                  <p:cNvGrpSpPr/>
                  <p:nvPr/>
                </p:nvGrpSpPr>
                <p:grpSpPr>
                  <a:xfrm>
                    <a:off x="6197413" y="3824215"/>
                    <a:ext cx="393192" cy="393192"/>
                    <a:chOff x="5265196" y="3357021"/>
                    <a:chExt cx="393192" cy="393192"/>
                  </a:xfrm>
                </p:grpSpPr>
                <p:grpSp>
                  <p:nvGrpSpPr>
                    <p:cNvPr id="9898" name="Group 9897">
                      <a:extLst>
                        <a:ext uri="{FF2B5EF4-FFF2-40B4-BE49-F238E27FC236}">
                          <a16:creationId xmlns:a16="http://schemas.microsoft.com/office/drawing/2014/main" id="{91605A5D-2CFC-C881-477A-EE3C040C0004}"/>
                        </a:ext>
                      </a:extLst>
                    </p:cNvPr>
                    <p:cNvGrpSpPr/>
                    <p:nvPr/>
                  </p:nvGrpSpPr>
                  <p:grpSpPr>
                    <a:xfrm rot="14400000">
                      <a:off x="5265196" y="3357021"/>
                      <a:ext cx="393192" cy="393192"/>
                      <a:chOff x="5354637" y="3446463"/>
                      <a:chExt cx="214313" cy="214313"/>
                    </a:xfrm>
                  </p:grpSpPr>
                  <p:sp>
                    <p:nvSpPr>
                      <p:cNvPr id="9907" name="Arc 9906">
                        <a:extLst>
                          <a:ext uri="{FF2B5EF4-FFF2-40B4-BE49-F238E27FC236}">
                            <a16:creationId xmlns:a16="http://schemas.microsoft.com/office/drawing/2014/main" id="{E9C06E74-07D1-1826-F00C-CE84C3F4EB4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908" name="Arc 9907">
                        <a:extLst>
                          <a:ext uri="{FF2B5EF4-FFF2-40B4-BE49-F238E27FC236}">
                            <a16:creationId xmlns:a16="http://schemas.microsoft.com/office/drawing/2014/main" id="{8C2ECC8E-8FF5-9EBF-2A28-A991F74328C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899" name="Group 9898">
                      <a:extLst>
                        <a:ext uri="{FF2B5EF4-FFF2-40B4-BE49-F238E27FC236}">
                          <a16:creationId xmlns:a16="http://schemas.microsoft.com/office/drawing/2014/main" id="{5E308700-573D-71D6-B062-55D30B2D7DCC}"/>
                        </a:ext>
                      </a:extLst>
                    </p:cNvPr>
                    <p:cNvGrpSpPr/>
                    <p:nvPr/>
                  </p:nvGrpSpPr>
                  <p:grpSpPr>
                    <a:xfrm>
                      <a:off x="5310186" y="3402011"/>
                      <a:ext cx="303213" cy="303213"/>
                      <a:chOff x="5310186" y="3402011"/>
                      <a:chExt cx="303213" cy="303213"/>
                    </a:xfrm>
                  </p:grpSpPr>
                  <p:grpSp>
                    <p:nvGrpSpPr>
                      <p:cNvPr id="9900" name="Group 9899">
                        <a:extLst>
                          <a:ext uri="{FF2B5EF4-FFF2-40B4-BE49-F238E27FC236}">
                            <a16:creationId xmlns:a16="http://schemas.microsoft.com/office/drawing/2014/main" id="{EF0291BD-A96E-7873-4A2E-DB144E767508}"/>
                          </a:ext>
                        </a:extLst>
                      </p:cNvPr>
                      <p:cNvGrpSpPr/>
                      <p:nvPr/>
                    </p:nvGrpSpPr>
                    <p:grpSpPr>
                      <a:xfrm>
                        <a:off x="5354636" y="3446461"/>
                        <a:ext cx="214313" cy="214313"/>
                        <a:chOff x="5354637" y="3446463"/>
                        <a:chExt cx="214313" cy="214313"/>
                      </a:xfrm>
                    </p:grpSpPr>
                    <p:sp>
                      <p:nvSpPr>
                        <p:cNvPr id="9905" name="Arc 9904">
                          <a:extLst>
                            <a:ext uri="{FF2B5EF4-FFF2-40B4-BE49-F238E27FC236}">
                              <a16:creationId xmlns:a16="http://schemas.microsoft.com/office/drawing/2014/main" id="{98E48900-1FB7-4549-ECCA-65E991BCCA3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906" name="Arc 9905">
                          <a:extLst>
                            <a:ext uri="{FF2B5EF4-FFF2-40B4-BE49-F238E27FC236}">
                              <a16:creationId xmlns:a16="http://schemas.microsoft.com/office/drawing/2014/main" id="{ECDA86E9-CF08-1857-F6C0-1C107FC1181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901" name="Group 9900">
                        <a:extLst>
                          <a:ext uri="{FF2B5EF4-FFF2-40B4-BE49-F238E27FC236}">
                            <a16:creationId xmlns:a16="http://schemas.microsoft.com/office/drawing/2014/main" id="{327B9360-45CF-72E7-0192-F6643D89522D}"/>
                          </a:ext>
                        </a:extLst>
                      </p:cNvPr>
                      <p:cNvGrpSpPr/>
                      <p:nvPr/>
                    </p:nvGrpSpPr>
                    <p:grpSpPr>
                      <a:xfrm rot="7200000">
                        <a:off x="5310186" y="3402011"/>
                        <a:ext cx="303213" cy="303213"/>
                        <a:chOff x="5354637" y="3446463"/>
                        <a:chExt cx="214313" cy="214313"/>
                      </a:xfrm>
                    </p:grpSpPr>
                    <p:sp>
                      <p:nvSpPr>
                        <p:cNvPr id="9903" name="Arc 9902">
                          <a:extLst>
                            <a:ext uri="{FF2B5EF4-FFF2-40B4-BE49-F238E27FC236}">
                              <a16:creationId xmlns:a16="http://schemas.microsoft.com/office/drawing/2014/main" id="{6DB25A9B-A67A-5D2F-A87B-738135D502B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904" name="Arc 9903">
                          <a:extLst>
                            <a:ext uri="{FF2B5EF4-FFF2-40B4-BE49-F238E27FC236}">
                              <a16:creationId xmlns:a16="http://schemas.microsoft.com/office/drawing/2014/main" id="{7F43BCF0-6EF3-B21E-470D-F49C156B357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902" name="TextBox 9901">
                        <a:extLst>
                          <a:ext uri="{FF2B5EF4-FFF2-40B4-BE49-F238E27FC236}">
                            <a16:creationId xmlns:a16="http://schemas.microsoft.com/office/drawing/2014/main" id="{443ECD8E-331C-0945-6E48-9B185854546F}"/>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864" name="Group 9863">
                    <a:extLst>
                      <a:ext uri="{FF2B5EF4-FFF2-40B4-BE49-F238E27FC236}">
                        <a16:creationId xmlns:a16="http://schemas.microsoft.com/office/drawing/2014/main" id="{87B8E5EA-8AEF-496E-71A1-6D9498546454}"/>
                      </a:ext>
                    </a:extLst>
                  </p:cNvPr>
                  <p:cNvGrpSpPr/>
                  <p:nvPr/>
                </p:nvGrpSpPr>
                <p:grpSpPr>
                  <a:xfrm>
                    <a:off x="5886431" y="3525040"/>
                    <a:ext cx="393192" cy="393192"/>
                    <a:chOff x="5265196" y="3932619"/>
                    <a:chExt cx="393192" cy="393192"/>
                  </a:xfrm>
                </p:grpSpPr>
                <p:grpSp>
                  <p:nvGrpSpPr>
                    <p:cNvPr id="9888" name="Group 9887">
                      <a:extLst>
                        <a:ext uri="{FF2B5EF4-FFF2-40B4-BE49-F238E27FC236}">
                          <a16:creationId xmlns:a16="http://schemas.microsoft.com/office/drawing/2014/main" id="{DBB82F53-8054-1A85-D200-234165775559}"/>
                        </a:ext>
                      </a:extLst>
                    </p:cNvPr>
                    <p:cNvGrpSpPr/>
                    <p:nvPr/>
                  </p:nvGrpSpPr>
                  <p:grpSpPr>
                    <a:xfrm>
                      <a:off x="5354636" y="4022061"/>
                      <a:ext cx="214313" cy="214313"/>
                      <a:chOff x="5354637" y="3446463"/>
                      <a:chExt cx="214313" cy="214313"/>
                    </a:xfrm>
                  </p:grpSpPr>
                  <p:sp>
                    <p:nvSpPr>
                      <p:cNvPr id="9896" name="Arc 9895">
                        <a:extLst>
                          <a:ext uri="{FF2B5EF4-FFF2-40B4-BE49-F238E27FC236}">
                            <a16:creationId xmlns:a16="http://schemas.microsoft.com/office/drawing/2014/main" id="{B945A090-F3B5-81E0-9DD2-396AE5B26FA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897" name="Arc 9896">
                        <a:extLst>
                          <a:ext uri="{FF2B5EF4-FFF2-40B4-BE49-F238E27FC236}">
                            <a16:creationId xmlns:a16="http://schemas.microsoft.com/office/drawing/2014/main" id="{90E1EFD4-867F-3B2B-9BF2-47ACAE8800F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889" name="Group 9888">
                      <a:extLst>
                        <a:ext uri="{FF2B5EF4-FFF2-40B4-BE49-F238E27FC236}">
                          <a16:creationId xmlns:a16="http://schemas.microsoft.com/office/drawing/2014/main" id="{BFF4F724-2085-3354-A2A5-73A5DF439B63}"/>
                        </a:ext>
                      </a:extLst>
                    </p:cNvPr>
                    <p:cNvGrpSpPr/>
                    <p:nvPr/>
                  </p:nvGrpSpPr>
                  <p:grpSpPr>
                    <a:xfrm rot="14400000">
                      <a:off x="5310186" y="3977611"/>
                      <a:ext cx="303213" cy="303213"/>
                      <a:chOff x="5354637" y="3446463"/>
                      <a:chExt cx="214313" cy="214313"/>
                    </a:xfrm>
                  </p:grpSpPr>
                  <p:sp>
                    <p:nvSpPr>
                      <p:cNvPr id="9894" name="Arc 9893">
                        <a:extLst>
                          <a:ext uri="{FF2B5EF4-FFF2-40B4-BE49-F238E27FC236}">
                            <a16:creationId xmlns:a16="http://schemas.microsoft.com/office/drawing/2014/main" id="{DD815C5B-39C0-5AD7-E2E4-7DE292FD4E2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895" name="Arc 9894">
                        <a:extLst>
                          <a:ext uri="{FF2B5EF4-FFF2-40B4-BE49-F238E27FC236}">
                            <a16:creationId xmlns:a16="http://schemas.microsoft.com/office/drawing/2014/main" id="{F6CAEAFD-E799-BB86-2576-721E9462BC5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890" name="Group 9889">
                      <a:extLst>
                        <a:ext uri="{FF2B5EF4-FFF2-40B4-BE49-F238E27FC236}">
                          <a16:creationId xmlns:a16="http://schemas.microsoft.com/office/drawing/2014/main" id="{8609EDE7-5010-2139-D899-57DA8A0FA46C}"/>
                        </a:ext>
                      </a:extLst>
                    </p:cNvPr>
                    <p:cNvGrpSpPr/>
                    <p:nvPr/>
                  </p:nvGrpSpPr>
                  <p:grpSpPr>
                    <a:xfrm rot="7200000">
                      <a:off x="5265196" y="3932619"/>
                      <a:ext cx="393192" cy="393192"/>
                      <a:chOff x="5354637" y="3446463"/>
                      <a:chExt cx="214313" cy="214313"/>
                    </a:xfrm>
                  </p:grpSpPr>
                  <p:sp>
                    <p:nvSpPr>
                      <p:cNvPr id="9892" name="Arc 9891">
                        <a:extLst>
                          <a:ext uri="{FF2B5EF4-FFF2-40B4-BE49-F238E27FC236}">
                            <a16:creationId xmlns:a16="http://schemas.microsoft.com/office/drawing/2014/main" id="{9C7334BF-6BF3-CF44-4199-A6E74861248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893" name="Arc 9892">
                        <a:extLst>
                          <a:ext uri="{FF2B5EF4-FFF2-40B4-BE49-F238E27FC236}">
                            <a16:creationId xmlns:a16="http://schemas.microsoft.com/office/drawing/2014/main" id="{79E9CCED-5990-E3CF-7A50-4ECBE139B48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891" name="TextBox 9890">
                      <a:extLst>
                        <a:ext uri="{FF2B5EF4-FFF2-40B4-BE49-F238E27FC236}">
                          <a16:creationId xmlns:a16="http://schemas.microsoft.com/office/drawing/2014/main" id="{32906DD7-15A4-907F-1EE2-671E75AADAC3}"/>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9865" name="Group 9864">
                    <a:extLst>
                      <a:ext uri="{FF2B5EF4-FFF2-40B4-BE49-F238E27FC236}">
                        <a16:creationId xmlns:a16="http://schemas.microsoft.com/office/drawing/2014/main" id="{90D793B4-58A2-87F2-5083-7D13B0476AF1}"/>
                      </a:ext>
                    </a:extLst>
                  </p:cNvPr>
                  <p:cNvGrpSpPr/>
                  <p:nvPr/>
                </p:nvGrpSpPr>
                <p:grpSpPr>
                  <a:xfrm>
                    <a:off x="6512463" y="3525040"/>
                    <a:ext cx="393192" cy="393192"/>
                    <a:chOff x="6389147" y="3357021"/>
                    <a:chExt cx="393192" cy="393192"/>
                  </a:xfrm>
                </p:grpSpPr>
                <p:grpSp>
                  <p:nvGrpSpPr>
                    <p:cNvPr id="9877" name="Group 9876">
                      <a:extLst>
                        <a:ext uri="{FF2B5EF4-FFF2-40B4-BE49-F238E27FC236}">
                          <a16:creationId xmlns:a16="http://schemas.microsoft.com/office/drawing/2014/main" id="{293A9B34-0EBB-00D7-8F1C-E245465BC671}"/>
                        </a:ext>
                      </a:extLst>
                    </p:cNvPr>
                    <p:cNvGrpSpPr/>
                    <p:nvPr/>
                  </p:nvGrpSpPr>
                  <p:grpSpPr>
                    <a:xfrm rot="7200000" flipH="1">
                      <a:off x="6389147" y="3357021"/>
                      <a:ext cx="393192" cy="393192"/>
                      <a:chOff x="5354637" y="3446463"/>
                      <a:chExt cx="214313" cy="214313"/>
                    </a:xfrm>
                  </p:grpSpPr>
                  <p:sp>
                    <p:nvSpPr>
                      <p:cNvPr id="9886" name="Arc 9885">
                        <a:extLst>
                          <a:ext uri="{FF2B5EF4-FFF2-40B4-BE49-F238E27FC236}">
                            <a16:creationId xmlns:a16="http://schemas.microsoft.com/office/drawing/2014/main" id="{0B155A37-BB73-EC89-8470-B0AA5D11A85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887" name="Arc 9886">
                        <a:extLst>
                          <a:ext uri="{FF2B5EF4-FFF2-40B4-BE49-F238E27FC236}">
                            <a16:creationId xmlns:a16="http://schemas.microsoft.com/office/drawing/2014/main" id="{0BDED09B-66B5-1ED8-8A3C-E57E6857285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878" name="Group 9877">
                      <a:extLst>
                        <a:ext uri="{FF2B5EF4-FFF2-40B4-BE49-F238E27FC236}">
                          <a16:creationId xmlns:a16="http://schemas.microsoft.com/office/drawing/2014/main" id="{42426E9A-DF6E-A8B4-CCB8-7294E8AF8D65}"/>
                        </a:ext>
                      </a:extLst>
                    </p:cNvPr>
                    <p:cNvGrpSpPr/>
                    <p:nvPr/>
                  </p:nvGrpSpPr>
                  <p:grpSpPr>
                    <a:xfrm>
                      <a:off x="6434137" y="3402011"/>
                      <a:ext cx="303213" cy="303213"/>
                      <a:chOff x="6434137" y="3402011"/>
                      <a:chExt cx="303213" cy="303213"/>
                    </a:xfrm>
                  </p:grpSpPr>
                  <p:grpSp>
                    <p:nvGrpSpPr>
                      <p:cNvPr id="9879" name="Group 9878">
                        <a:extLst>
                          <a:ext uri="{FF2B5EF4-FFF2-40B4-BE49-F238E27FC236}">
                            <a16:creationId xmlns:a16="http://schemas.microsoft.com/office/drawing/2014/main" id="{5BBA3967-EB75-B4CF-6250-91F679D89537}"/>
                          </a:ext>
                        </a:extLst>
                      </p:cNvPr>
                      <p:cNvGrpSpPr/>
                      <p:nvPr/>
                    </p:nvGrpSpPr>
                    <p:grpSpPr>
                      <a:xfrm flipH="1">
                        <a:off x="6478587" y="3446461"/>
                        <a:ext cx="214313" cy="214313"/>
                        <a:chOff x="5354637" y="3446463"/>
                        <a:chExt cx="214313" cy="214313"/>
                      </a:xfrm>
                    </p:grpSpPr>
                    <p:sp>
                      <p:nvSpPr>
                        <p:cNvPr id="9884" name="Arc 9883">
                          <a:extLst>
                            <a:ext uri="{FF2B5EF4-FFF2-40B4-BE49-F238E27FC236}">
                              <a16:creationId xmlns:a16="http://schemas.microsoft.com/office/drawing/2014/main" id="{EB752556-1704-84DF-353E-9A6D6D35AD4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885" name="Arc 9884">
                          <a:extLst>
                            <a:ext uri="{FF2B5EF4-FFF2-40B4-BE49-F238E27FC236}">
                              <a16:creationId xmlns:a16="http://schemas.microsoft.com/office/drawing/2014/main" id="{351FDCB3-EA61-0D97-6C36-C5BABBCC15A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880" name="Group 9879">
                        <a:extLst>
                          <a:ext uri="{FF2B5EF4-FFF2-40B4-BE49-F238E27FC236}">
                            <a16:creationId xmlns:a16="http://schemas.microsoft.com/office/drawing/2014/main" id="{7817B06B-38FD-0B60-8439-DB8A1FDAD12E}"/>
                          </a:ext>
                        </a:extLst>
                      </p:cNvPr>
                      <p:cNvGrpSpPr/>
                      <p:nvPr/>
                    </p:nvGrpSpPr>
                    <p:grpSpPr>
                      <a:xfrm rot="14400000" flipH="1">
                        <a:off x="6434137" y="3402011"/>
                        <a:ext cx="303213" cy="303213"/>
                        <a:chOff x="5354637" y="3446463"/>
                        <a:chExt cx="214313" cy="214313"/>
                      </a:xfrm>
                    </p:grpSpPr>
                    <p:sp>
                      <p:nvSpPr>
                        <p:cNvPr id="9882" name="Arc 9881">
                          <a:extLst>
                            <a:ext uri="{FF2B5EF4-FFF2-40B4-BE49-F238E27FC236}">
                              <a16:creationId xmlns:a16="http://schemas.microsoft.com/office/drawing/2014/main" id="{7C575CBA-E027-33EC-1133-46E99EFEFA6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883" name="Arc 9882">
                          <a:extLst>
                            <a:ext uri="{FF2B5EF4-FFF2-40B4-BE49-F238E27FC236}">
                              <a16:creationId xmlns:a16="http://schemas.microsoft.com/office/drawing/2014/main" id="{508A9D07-F5B0-63B4-1E9C-9F39FF854C2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881" name="TextBox 9880">
                        <a:extLst>
                          <a:ext uri="{FF2B5EF4-FFF2-40B4-BE49-F238E27FC236}">
                            <a16:creationId xmlns:a16="http://schemas.microsoft.com/office/drawing/2014/main" id="{6DE6B4D7-2787-3B55-1D3F-5D3C7012C60A}"/>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866" name="Group 9865">
                    <a:extLst>
                      <a:ext uri="{FF2B5EF4-FFF2-40B4-BE49-F238E27FC236}">
                        <a16:creationId xmlns:a16="http://schemas.microsoft.com/office/drawing/2014/main" id="{A67F1CCD-6B38-89BD-67C1-41FA1136B4E3}"/>
                      </a:ext>
                    </a:extLst>
                  </p:cNvPr>
                  <p:cNvGrpSpPr/>
                  <p:nvPr/>
                </p:nvGrpSpPr>
                <p:grpSpPr>
                  <a:xfrm>
                    <a:off x="6197413" y="3225768"/>
                    <a:ext cx="393192" cy="393192"/>
                    <a:chOff x="6389147" y="3932622"/>
                    <a:chExt cx="393192" cy="393192"/>
                  </a:xfrm>
                </p:grpSpPr>
                <p:grpSp>
                  <p:nvGrpSpPr>
                    <p:cNvPr id="9867" name="Group 9866">
                      <a:extLst>
                        <a:ext uri="{FF2B5EF4-FFF2-40B4-BE49-F238E27FC236}">
                          <a16:creationId xmlns:a16="http://schemas.microsoft.com/office/drawing/2014/main" id="{4CFB1A56-23F0-8E50-67EA-950E75CD7407}"/>
                        </a:ext>
                      </a:extLst>
                    </p:cNvPr>
                    <p:cNvGrpSpPr/>
                    <p:nvPr/>
                  </p:nvGrpSpPr>
                  <p:grpSpPr>
                    <a:xfrm flipH="1">
                      <a:off x="6478587" y="4022061"/>
                      <a:ext cx="214313" cy="214313"/>
                      <a:chOff x="5354637" y="3446463"/>
                      <a:chExt cx="214313" cy="214313"/>
                    </a:xfrm>
                  </p:grpSpPr>
                  <p:sp>
                    <p:nvSpPr>
                      <p:cNvPr id="9875" name="Arc 9874">
                        <a:extLst>
                          <a:ext uri="{FF2B5EF4-FFF2-40B4-BE49-F238E27FC236}">
                            <a16:creationId xmlns:a16="http://schemas.microsoft.com/office/drawing/2014/main" id="{83D78E13-D267-CABF-01EF-6B50A776C02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876" name="Arc 9875">
                        <a:extLst>
                          <a:ext uri="{FF2B5EF4-FFF2-40B4-BE49-F238E27FC236}">
                            <a16:creationId xmlns:a16="http://schemas.microsoft.com/office/drawing/2014/main" id="{95282E13-BA8A-8793-4766-F96C9E3D091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868" name="Group 9867">
                      <a:extLst>
                        <a:ext uri="{FF2B5EF4-FFF2-40B4-BE49-F238E27FC236}">
                          <a16:creationId xmlns:a16="http://schemas.microsoft.com/office/drawing/2014/main" id="{20933A5D-E360-094D-AD37-1E7354DD8216}"/>
                        </a:ext>
                      </a:extLst>
                    </p:cNvPr>
                    <p:cNvGrpSpPr/>
                    <p:nvPr/>
                  </p:nvGrpSpPr>
                  <p:grpSpPr>
                    <a:xfrm rot="7200000" flipH="1">
                      <a:off x="6434137" y="3977611"/>
                      <a:ext cx="303213" cy="303213"/>
                      <a:chOff x="5354637" y="3446463"/>
                      <a:chExt cx="214313" cy="214313"/>
                    </a:xfrm>
                  </p:grpSpPr>
                  <p:sp>
                    <p:nvSpPr>
                      <p:cNvPr id="9873" name="Arc 9872">
                        <a:extLst>
                          <a:ext uri="{FF2B5EF4-FFF2-40B4-BE49-F238E27FC236}">
                            <a16:creationId xmlns:a16="http://schemas.microsoft.com/office/drawing/2014/main" id="{91E7CFAB-9E87-D095-D0AA-1993D0869A3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874" name="Arc 9873">
                        <a:extLst>
                          <a:ext uri="{FF2B5EF4-FFF2-40B4-BE49-F238E27FC236}">
                            <a16:creationId xmlns:a16="http://schemas.microsoft.com/office/drawing/2014/main" id="{FC720250-E1D0-2272-3792-7C5535D3FEF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869" name="Group 9868">
                      <a:extLst>
                        <a:ext uri="{FF2B5EF4-FFF2-40B4-BE49-F238E27FC236}">
                          <a16:creationId xmlns:a16="http://schemas.microsoft.com/office/drawing/2014/main" id="{AB114739-4D56-FCF6-6FE9-6C025879575C}"/>
                        </a:ext>
                      </a:extLst>
                    </p:cNvPr>
                    <p:cNvGrpSpPr/>
                    <p:nvPr/>
                  </p:nvGrpSpPr>
                  <p:grpSpPr>
                    <a:xfrm rot="14400000" flipH="1">
                      <a:off x="6389147" y="3932622"/>
                      <a:ext cx="393192" cy="393192"/>
                      <a:chOff x="5354637" y="3446463"/>
                      <a:chExt cx="214313" cy="214313"/>
                    </a:xfrm>
                  </p:grpSpPr>
                  <p:sp>
                    <p:nvSpPr>
                      <p:cNvPr id="9871" name="Arc 9870">
                        <a:extLst>
                          <a:ext uri="{FF2B5EF4-FFF2-40B4-BE49-F238E27FC236}">
                            <a16:creationId xmlns:a16="http://schemas.microsoft.com/office/drawing/2014/main" id="{2648CA98-8D57-FFE5-E256-5D7D5906E96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872" name="Arc 9871">
                        <a:extLst>
                          <a:ext uri="{FF2B5EF4-FFF2-40B4-BE49-F238E27FC236}">
                            <a16:creationId xmlns:a16="http://schemas.microsoft.com/office/drawing/2014/main" id="{63CE03CC-92E0-4A1E-E819-F51DE6000C5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870" name="TextBox 9869">
                      <a:extLst>
                        <a:ext uri="{FF2B5EF4-FFF2-40B4-BE49-F238E27FC236}">
                          <a16:creationId xmlns:a16="http://schemas.microsoft.com/office/drawing/2014/main" id="{5A98E6A8-259E-4BC0-E87C-EBAA0A5925AD}"/>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9766" name="Group 9765">
                <a:extLst>
                  <a:ext uri="{FF2B5EF4-FFF2-40B4-BE49-F238E27FC236}">
                    <a16:creationId xmlns:a16="http://schemas.microsoft.com/office/drawing/2014/main" id="{6274FAA4-90BD-374C-8275-E5BCBE54F0B4}"/>
                  </a:ext>
                </a:extLst>
              </p:cNvPr>
              <p:cNvGrpSpPr/>
              <p:nvPr/>
            </p:nvGrpSpPr>
            <p:grpSpPr>
              <a:xfrm>
                <a:off x="6065340" y="2039507"/>
                <a:ext cx="1643204" cy="1593124"/>
                <a:chOff x="5445106" y="2644743"/>
                <a:chExt cx="1643204" cy="1593124"/>
              </a:xfrm>
            </p:grpSpPr>
            <p:grpSp>
              <p:nvGrpSpPr>
                <p:cNvPr id="9767" name="Group 9766">
                  <a:extLst>
                    <a:ext uri="{FF2B5EF4-FFF2-40B4-BE49-F238E27FC236}">
                      <a16:creationId xmlns:a16="http://schemas.microsoft.com/office/drawing/2014/main" id="{CE9E406B-A50D-C56A-76BF-5EE84C09D993}"/>
                    </a:ext>
                  </a:extLst>
                </p:cNvPr>
                <p:cNvGrpSpPr/>
                <p:nvPr/>
              </p:nvGrpSpPr>
              <p:grpSpPr>
                <a:xfrm>
                  <a:off x="5445106" y="2644743"/>
                  <a:ext cx="1019224" cy="991639"/>
                  <a:chOff x="5886431" y="3225768"/>
                  <a:chExt cx="1019224" cy="991639"/>
                </a:xfrm>
              </p:grpSpPr>
              <p:grpSp>
                <p:nvGrpSpPr>
                  <p:cNvPr id="9815" name="Group 9814">
                    <a:extLst>
                      <a:ext uri="{FF2B5EF4-FFF2-40B4-BE49-F238E27FC236}">
                        <a16:creationId xmlns:a16="http://schemas.microsoft.com/office/drawing/2014/main" id="{9B1CD2CE-BA27-EB88-A68C-0A3A076B8833}"/>
                      </a:ext>
                    </a:extLst>
                  </p:cNvPr>
                  <p:cNvGrpSpPr/>
                  <p:nvPr/>
                </p:nvGrpSpPr>
                <p:grpSpPr>
                  <a:xfrm>
                    <a:off x="6197413" y="3824215"/>
                    <a:ext cx="393192" cy="393192"/>
                    <a:chOff x="5265196" y="3357021"/>
                    <a:chExt cx="393192" cy="393192"/>
                  </a:xfrm>
                </p:grpSpPr>
                <p:grpSp>
                  <p:nvGrpSpPr>
                    <p:cNvPr id="9850" name="Group 9849">
                      <a:extLst>
                        <a:ext uri="{FF2B5EF4-FFF2-40B4-BE49-F238E27FC236}">
                          <a16:creationId xmlns:a16="http://schemas.microsoft.com/office/drawing/2014/main" id="{99FF0B74-A96E-D1DD-0D03-AED8B890D3BE}"/>
                        </a:ext>
                      </a:extLst>
                    </p:cNvPr>
                    <p:cNvGrpSpPr/>
                    <p:nvPr/>
                  </p:nvGrpSpPr>
                  <p:grpSpPr>
                    <a:xfrm rot="14400000">
                      <a:off x="5265196" y="3357021"/>
                      <a:ext cx="393192" cy="393192"/>
                      <a:chOff x="5354637" y="3446463"/>
                      <a:chExt cx="214313" cy="214313"/>
                    </a:xfrm>
                  </p:grpSpPr>
                  <p:sp>
                    <p:nvSpPr>
                      <p:cNvPr id="9859" name="Arc 9858">
                        <a:extLst>
                          <a:ext uri="{FF2B5EF4-FFF2-40B4-BE49-F238E27FC236}">
                            <a16:creationId xmlns:a16="http://schemas.microsoft.com/office/drawing/2014/main" id="{B5B72A92-3854-7A44-5C58-A3088805579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860" name="Arc 9859">
                        <a:extLst>
                          <a:ext uri="{FF2B5EF4-FFF2-40B4-BE49-F238E27FC236}">
                            <a16:creationId xmlns:a16="http://schemas.microsoft.com/office/drawing/2014/main" id="{EA40E1DD-08AA-9D09-2ED7-EF81B3168EB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851" name="Group 9850">
                      <a:extLst>
                        <a:ext uri="{FF2B5EF4-FFF2-40B4-BE49-F238E27FC236}">
                          <a16:creationId xmlns:a16="http://schemas.microsoft.com/office/drawing/2014/main" id="{9922F36F-4CAB-B548-AEE5-246A49F38108}"/>
                        </a:ext>
                      </a:extLst>
                    </p:cNvPr>
                    <p:cNvGrpSpPr/>
                    <p:nvPr/>
                  </p:nvGrpSpPr>
                  <p:grpSpPr>
                    <a:xfrm>
                      <a:off x="5310186" y="3402011"/>
                      <a:ext cx="303213" cy="303213"/>
                      <a:chOff x="5310186" y="3402011"/>
                      <a:chExt cx="303213" cy="303213"/>
                    </a:xfrm>
                  </p:grpSpPr>
                  <p:grpSp>
                    <p:nvGrpSpPr>
                      <p:cNvPr id="9852" name="Group 9851">
                        <a:extLst>
                          <a:ext uri="{FF2B5EF4-FFF2-40B4-BE49-F238E27FC236}">
                            <a16:creationId xmlns:a16="http://schemas.microsoft.com/office/drawing/2014/main" id="{18D16DFA-1CC2-BA55-D0A3-40B5A84DFCA3}"/>
                          </a:ext>
                        </a:extLst>
                      </p:cNvPr>
                      <p:cNvGrpSpPr/>
                      <p:nvPr/>
                    </p:nvGrpSpPr>
                    <p:grpSpPr>
                      <a:xfrm>
                        <a:off x="5354636" y="3446461"/>
                        <a:ext cx="214313" cy="214313"/>
                        <a:chOff x="5354637" y="3446463"/>
                        <a:chExt cx="214313" cy="214313"/>
                      </a:xfrm>
                    </p:grpSpPr>
                    <p:sp>
                      <p:nvSpPr>
                        <p:cNvPr id="9857" name="Arc 9856">
                          <a:extLst>
                            <a:ext uri="{FF2B5EF4-FFF2-40B4-BE49-F238E27FC236}">
                              <a16:creationId xmlns:a16="http://schemas.microsoft.com/office/drawing/2014/main" id="{E5CB3D5C-F7B3-26B5-ECA8-2AF6974E6CB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858" name="Arc 9857">
                          <a:extLst>
                            <a:ext uri="{FF2B5EF4-FFF2-40B4-BE49-F238E27FC236}">
                              <a16:creationId xmlns:a16="http://schemas.microsoft.com/office/drawing/2014/main" id="{F3F6A6B8-B2E2-C63B-608E-560D019C33B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853" name="Group 9852">
                        <a:extLst>
                          <a:ext uri="{FF2B5EF4-FFF2-40B4-BE49-F238E27FC236}">
                            <a16:creationId xmlns:a16="http://schemas.microsoft.com/office/drawing/2014/main" id="{02B0E568-9B87-983D-4EE2-6878696FD80E}"/>
                          </a:ext>
                        </a:extLst>
                      </p:cNvPr>
                      <p:cNvGrpSpPr/>
                      <p:nvPr/>
                    </p:nvGrpSpPr>
                    <p:grpSpPr>
                      <a:xfrm rot="7200000">
                        <a:off x="5310186" y="3402011"/>
                        <a:ext cx="303213" cy="303213"/>
                        <a:chOff x="5354637" y="3446463"/>
                        <a:chExt cx="214313" cy="214313"/>
                      </a:xfrm>
                    </p:grpSpPr>
                    <p:sp>
                      <p:nvSpPr>
                        <p:cNvPr id="9855" name="Arc 9854">
                          <a:extLst>
                            <a:ext uri="{FF2B5EF4-FFF2-40B4-BE49-F238E27FC236}">
                              <a16:creationId xmlns:a16="http://schemas.microsoft.com/office/drawing/2014/main" id="{24426971-103D-B299-F0A1-CB13D97AC8F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856" name="Arc 9855">
                          <a:extLst>
                            <a:ext uri="{FF2B5EF4-FFF2-40B4-BE49-F238E27FC236}">
                              <a16:creationId xmlns:a16="http://schemas.microsoft.com/office/drawing/2014/main" id="{747ED8F8-4F45-3A6A-5179-A6BBDA07C3F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854" name="TextBox 9853">
                        <a:extLst>
                          <a:ext uri="{FF2B5EF4-FFF2-40B4-BE49-F238E27FC236}">
                            <a16:creationId xmlns:a16="http://schemas.microsoft.com/office/drawing/2014/main" id="{9E59B63F-805B-79F2-5019-EF262F3D7890}"/>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816" name="Group 9815">
                    <a:extLst>
                      <a:ext uri="{FF2B5EF4-FFF2-40B4-BE49-F238E27FC236}">
                        <a16:creationId xmlns:a16="http://schemas.microsoft.com/office/drawing/2014/main" id="{C38DD631-F70A-91A1-8232-757CB8405464}"/>
                      </a:ext>
                    </a:extLst>
                  </p:cNvPr>
                  <p:cNvGrpSpPr/>
                  <p:nvPr/>
                </p:nvGrpSpPr>
                <p:grpSpPr>
                  <a:xfrm>
                    <a:off x="5886431" y="3525040"/>
                    <a:ext cx="393192" cy="393192"/>
                    <a:chOff x="5265196" y="3932619"/>
                    <a:chExt cx="393192" cy="393192"/>
                  </a:xfrm>
                </p:grpSpPr>
                <p:grpSp>
                  <p:nvGrpSpPr>
                    <p:cNvPr id="9840" name="Group 9839">
                      <a:extLst>
                        <a:ext uri="{FF2B5EF4-FFF2-40B4-BE49-F238E27FC236}">
                          <a16:creationId xmlns:a16="http://schemas.microsoft.com/office/drawing/2014/main" id="{F227F6EE-03D5-4B85-E54F-738F2EED0518}"/>
                        </a:ext>
                      </a:extLst>
                    </p:cNvPr>
                    <p:cNvGrpSpPr/>
                    <p:nvPr/>
                  </p:nvGrpSpPr>
                  <p:grpSpPr>
                    <a:xfrm>
                      <a:off x="5354636" y="4022061"/>
                      <a:ext cx="214313" cy="214313"/>
                      <a:chOff x="5354637" y="3446463"/>
                      <a:chExt cx="214313" cy="214313"/>
                    </a:xfrm>
                  </p:grpSpPr>
                  <p:sp>
                    <p:nvSpPr>
                      <p:cNvPr id="9848" name="Arc 9847">
                        <a:extLst>
                          <a:ext uri="{FF2B5EF4-FFF2-40B4-BE49-F238E27FC236}">
                            <a16:creationId xmlns:a16="http://schemas.microsoft.com/office/drawing/2014/main" id="{CCE9B868-505A-FDDF-279B-F1204D670A4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849" name="Arc 9848">
                        <a:extLst>
                          <a:ext uri="{FF2B5EF4-FFF2-40B4-BE49-F238E27FC236}">
                            <a16:creationId xmlns:a16="http://schemas.microsoft.com/office/drawing/2014/main" id="{C2A7130F-EF9F-4EA4-396F-EA40F3F35AE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841" name="Group 9840">
                      <a:extLst>
                        <a:ext uri="{FF2B5EF4-FFF2-40B4-BE49-F238E27FC236}">
                          <a16:creationId xmlns:a16="http://schemas.microsoft.com/office/drawing/2014/main" id="{6502701D-6A80-34C1-02EB-B055E7EEABFA}"/>
                        </a:ext>
                      </a:extLst>
                    </p:cNvPr>
                    <p:cNvGrpSpPr/>
                    <p:nvPr/>
                  </p:nvGrpSpPr>
                  <p:grpSpPr>
                    <a:xfrm rot="14400000">
                      <a:off x="5310186" y="3977611"/>
                      <a:ext cx="303213" cy="303213"/>
                      <a:chOff x="5354637" y="3446463"/>
                      <a:chExt cx="214313" cy="214313"/>
                    </a:xfrm>
                  </p:grpSpPr>
                  <p:sp>
                    <p:nvSpPr>
                      <p:cNvPr id="9846" name="Arc 9845">
                        <a:extLst>
                          <a:ext uri="{FF2B5EF4-FFF2-40B4-BE49-F238E27FC236}">
                            <a16:creationId xmlns:a16="http://schemas.microsoft.com/office/drawing/2014/main" id="{2BB9C5F8-2011-02C5-8C29-1328D16041E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847" name="Arc 9846">
                        <a:extLst>
                          <a:ext uri="{FF2B5EF4-FFF2-40B4-BE49-F238E27FC236}">
                            <a16:creationId xmlns:a16="http://schemas.microsoft.com/office/drawing/2014/main" id="{62CEEEB3-0E00-B03F-7FC2-54F1487A94A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842" name="Group 9841">
                      <a:extLst>
                        <a:ext uri="{FF2B5EF4-FFF2-40B4-BE49-F238E27FC236}">
                          <a16:creationId xmlns:a16="http://schemas.microsoft.com/office/drawing/2014/main" id="{65665159-7082-A584-5E84-DBB706FC3720}"/>
                        </a:ext>
                      </a:extLst>
                    </p:cNvPr>
                    <p:cNvGrpSpPr/>
                    <p:nvPr/>
                  </p:nvGrpSpPr>
                  <p:grpSpPr>
                    <a:xfrm rot="7200000">
                      <a:off x="5265196" y="3932619"/>
                      <a:ext cx="393192" cy="393192"/>
                      <a:chOff x="5354637" y="3446463"/>
                      <a:chExt cx="214313" cy="214313"/>
                    </a:xfrm>
                  </p:grpSpPr>
                  <p:sp>
                    <p:nvSpPr>
                      <p:cNvPr id="9844" name="Arc 9843">
                        <a:extLst>
                          <a:ext uri="{FF2B5EF4-FFF2-40B4-BE49-F238E27FC236}">
                            <a16:creationId xmlns:a16="http://schemas.microsoft.com/office/drawing/2014/main" id="{F8EFF8A9-732A-89B4-BFA0-A0A6849642A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845" name="Arc 9844">
                        <a:extLst>
                          <a:ext uri="{FF2B5EF4-FFF2-40B4-BE49-F238E27FC236}">
                            <a16:creationId xmlns:a16="http://schemas.microsoft.com/office/drawing/2014/main" id="{EA76C216-C4AD-127F-7937-69E679B82A9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843" name="TextBox 9842">
                      <a:extLst>
                        <a:ext uri="{FF2B5EF4-FFF2-40B4-BE49-F238E27FC236}">
                          <a16:creationId xmlns:a16="http://schemas.microsoft.com/office/drawing/2014/main" id="{FC2F03EC-8164-13B4-8A28-B28BB1D6665B}"/>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9817" name="Group 9816">
                    <a:extLst>
                      <a:ext uri="{FF2B5EF4-FFF2-40B4-BE49-F238E27FC236}">
                        <a16:creationId xmlns:a16="http://schemas.microsoft.com/office/drawing/2014/main" id="{B72153BF-C907-6534-A577-FD7F5A9E840D}"/>
                      </a:ext>
                    </a:extLst>
                  </p:cNvPr>
                  <p:cNvGrpSpPr/>
                  <p:nvPr/>
                </p:nvGrpSpPr>
                <p:grpSpPr>
                  <a:xfrm>
                    <a:off x="6512463" y="3525040"/>
                    <a:ext cx="393192" cy="393192"/>
                    <a:chOff x="6389147" y="3357021"/>
                    <a:chExt cx="393192" cy="393192"/>
                  </a:xfrm>
                </p:grpSpPr>
                <p:grpSp>
                  <p:nvGrpSpPr>
                    <p:cNvPr id="9829" name="Group 9828">
                      <a:extLst>
                        <a:ext uri="{FF2B5EF4-FFF2-40B4-BE49-F238E27FC236}">
                          <a16:creationId xmlns:a16="http://schemas.microsoft.com/office/drawing/2014/main" id="{75518841-6C8F-8582-AE6B-6211A38DF645}"/>
                        </a:ext>
                      </a:extLst>
                    </p:cNvPr>
                    <p:cNvGrpSpPr/>
                    <p:nvPr/>
                  </p:nvGrpSpPr>
                  <p:grpSpPr>
                    <a:xfrm rot="7200000" flipH="1">
                      <a:off x="6389147" y="3357021"/>
                      <a:ext cx="393192" cy="393192"/>
                      <a:chOff x="5354637" y="3446463"/>
                      <a:chExt cx="214313" cy="214313"/>
                    </a:xfrm>
                  </p:grpSpPr>
                  <p:sp>
                    <p:nvSpPr>
                      <p:cNvPr id="9838" name="Arc 9837">
                        <a:extLst>
                          <a:ext uri="{FF2B5EF4-FFF2-40B4-BE49-F238E27FC236}">
                            <a16:creationId xmlns:a16="http://schemas.microsoft.com/office/drawing/2014/main" id="{FC40A07A-22E0-E60D-28B5-B9312343ABB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839" name="Arc 9838">
                        <a:extLst>
                          <a:ext uri="{FF2B5EF4-FFF2-40B4-BE49-F238E27FC236}">
                            <a16:creationId xmlns:a16="http://schemas.microsoft.com/office/drawing/2014/main" id="{18B181B7-C858-C6E9-1827-16942231EAE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830" name="Group 9829">
                      <a:extLst>
                        <a:ext uri="{FF2B5EF4-FFF2-40B4-BE49-F238E27FC236}">
                          <a16:creationId xmlns:a16="http://schemas.microsoft.com/office/drawing/2014/main" id="{F87F8385-DDC3-BD59-60A9-3E000CEE30B5}"/>
                        </a:ext>
                      </a:extLst>
                    </p:cNvPr>
                    <p:cNvGrpSpPr/>
                    <p:nvPr/>
                  </p:nvGrpSpPr>
                  <p:grpSpPr>
                    <a:xfrm>
                      <a:off x="6434137" y="3402011"/>
                      <a:ext cx="303213" cy="303213"/>
                      <a:chOff x="6434137" y="3402011"/>
                      <a:chExt cx="303213" cy="303213"/>
                    </a:xfrm>
                  </p:grpSpPr>
                  <p:grpSp>
                    <p:nvGrpSpPr>
                      <p:cNvPr id="9831" name="Group 9830">
                        <a:extLst>
                          <a:ext uri="{FF2B5EF4-FFF2-40B4-BE49-F238E27FC236}">
                            <a16:creationId xmlns:a16="http://schemas.microsoft.com/office/drawing/2014/main" id="{E984B888-32A3-C8FE-3656-2CB9672DC8A8}"/>
                          </a:ext>
                        </a:extLst>
                      </p:cNvPr>
                      <p:cNvGrpSpPr/>
                      <p:nvPr/>
                    </p:nvGrpSpPr>
                    <p:grpSpPr>
                      <a:xfrm flipH="1">
                        <a:off x="6478587" y="3446461"/>
                        <a:ext cx="214313" cy="214313"/>
                        <a:chOff x="5354637" y="3446463"/>
                        <a:chExt cx="214313" cy="214313"/>
                      </a:xfrm>
                    </p:grpSpPr>
                    <p:sp>
                      <p:nvSpPr>
                        <p:cNvPr id="9836" name="Arc 9835">
                          <a:extLst>
                            <a:ext uri="{FF2B5EF4-FFF2-40B4-BE49-F238E27FC236}">
                              <a16:creationId xmlns:a16="http://schemas.microsoft.com/office/drawing/2014/main" id="{357DB572-A996-DF22-5992-6CC28DA70A9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837" name="Arc 9836">
                          <a:extLst>
                            <a:ext uri="{FF2B5EF4-FFF2-40B4-BE49-F238E27FC236}">
                              <a16:creationId xmlns:a16="http://schemas.microsoft.com/office/drawing/2014/main" id="{1F9F9AE9-A856-7D67-ED4F-E0EE355DC7E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832" name="Group 9831">
                        <a:extLst>
                          <a:ext uri="{FF2B5EF4-FFF2-40B4-BE49-F238E27FC236}">
                            <a16:creationId xmlns:a16="http://schemas.microsoft.com/office/drawing/2014/main" id="{DBF63D19-86CF-E356-2D2E-1E9D7B8A03AB}"/>
                          </a:ext>
                        </a:extLst>
                      </p:cNvPr>
                      <p:cNvGrpSpPr/>
                      <p:nvPr/>
                    </p:nvGrpSpPr>
                    <p:grpSpPr>
                      <a:xfrm rot="14400000" flipH="1">
                        <a:off x="6434137" y="3402011"/>
                        <a:ext cx="303213" cy="303213"/>
                        <a:chOff x="5354637" y="3446463"/>
                        <a:chExt cx="214313" cy="214313"/>
                      </a:xfrm>
                    </p:grpSpPr>
                    <p:sp>
                      <p:nvSpPr>
                        <p:cNvPr id="9834" name="Arc 9833">
                          <a:extLst>
                            <a:ext uri="{FF2B5EF4-FFF2-40B4-BE49-F238E27FC236}">
                              <a16:creationId xmlns:a16="http://schemas.microsoft.com/office/drawing/2014/main" id="{BD9A4EF2-A8B2-22B1-F724-BD68AC6DCBC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835" name="Arc 9834">
                          <a:extLst>
                            <a:ext uri="{FF2B5EF4-FFF2-40B4-BE49-F238E27FC236}">
                              <a16:creationId xmlns:a16="http://schemas.microsoft.com/office/drawing/2014/main" id="{3A70CEBE-9D43-3E66-CF2C-F3031508931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833" name="TextBox 9832">
                        <a:extLst>
                          <a:ext uri="{FF2B5EF4-FFF2-40B4-BE49-F238E27FC236}">
                            <a16:creationId xmlns:a16="http://schemas.microsoft.com/office/drawing/2014/main" id="{7F178185-B250-7C82-8364-46F94975FE6B}"/>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818" name="Group 9817">
                    <a:extLst>
                      <a:ext uri="{FF2B5EF4-FFF2-40B4-BE49-F238E27FC236}">
                        <a16:creationId xmlns:a16="http://schemas.microsoft.com/office/drawing/2014/main" id="{C754166D-910C-3ECA-D76F-8415D24971CF}"/>
                      </a:ext>
                    </a:extLst>
                  </p:cNvPr>
                  <p:cNvGrpSpPr/>
                  <p:nvPr/>
                </p:nvGrpSpPr>
                <p:grpSpPr>
                  <a:xfrm>
                    <a:off x="6197413" y="3225768"/>
                    <a:ext cx="393192" cy="393192"/>
                    <a:chOff x="6389147" y="3932622"/>
                    <a:chExt cx="393192" cy="393192"/>
                  </a:xfrm>
                </p:grpSpPr>
                <p:grpSp>
                  <p:nvGrpSpPr>
                    <p:cNvPr id="9819" name="Group 9818">
                      <a:extLst>
                        <a:ext uri="{FF2B5EF4-FFF2-40B4-BE49-F238E27FC236}">
                          <a16:creationId xmlns:a16="http://schemas.microsoft.com/office/drawing/2014/main" id="{36F280C6-1D28-26D3-86DD-BCB8D4CD69FA}"/>
                        </a:ext>
                      </a:extLst>
                    </p:cNvPr>
                    <p:cNvGrpSpPr/>
                    <p:nvPr/>
                  </p:nvGrpSpPr>
                  <p:grpSpPr>
                    <a:xfrm flipH="1">
                      <a:off x="6478587" y="4022061"/>
                      <a:ext cx="214313" cy="214313"/>
                      <a:chOff x="5354637" y="3446463"/>
                      <a:chExt cx="214313" cy="214313"/>
                    </a:xfrm>
                  </p:grpSpPr>
                  <p:sp>
                    <p:nvSpPr>
                      <p:cNvPr id="9827" name="Arc 9826">
                        <a:extLst>
                          <a:ext uri="{FF2B5EF4-FFF2-40B4-BE49-F238E27FC236}">
                            <a16:creationId xmlns:a16="http://schemas.microsoft.com/office/drawing/2014/main" id="{D8C1B95C-52F4-CF8A-BAF0-99FAFF87C08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828" name="Arc 9827">
                        <a:extLst>
                          <a:ext uri="{FF2B5EF4-FFF2-40B4-BE49-F238E27FC236}">
                            <a16:creationId xmlns:a16="http://schemas.microsoft.com/office/drawing/2014/main" id="{A145B4DE-ED5C-B29E-E70F-8B669C5F380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820" name="Group 9819">
                      <a:extLst>
                        <a:ext uri="{FF2B5EF4-FFF2-40B4-BE49-F238E27FC236}">
                          <a16:creationId xmlns:a16="http://schemas.microsoft.com/office/drawing/2014/main" id="{5496D8BB-0A96-F8B8-6EFD-501893CE2375}"/>
                        </a:ext>
                      </a:extLst>
                    </p:cNvPr>
                    <p:cNvGrpSpPr/>
                    <p:nvPr/>
                  </p:nvGrpSpPr>
                  <p:grpSpPr>
                    <a:xfrm rot="7200000" flipH="1">
                      <a:off x="6434137" y="3977611"/>
                      <a:ext cx="303213" cy="303213"/>
                      <a:chOff x="5354637" y="3446463"/>
                      <a:chExt cx="214313" cy="214313"/>
                    </a:xfrm>
                  </p:grpSpPr>
                  <p:sp>
                    <p:nvSpPr>
                      <p:cNvPr id="9825" name="Arc 9824">
                        <a:extLst>
                          <a:ext uri="{FF2B5EF4-FFF2-40B4-BE49-F238E27FC236}">
                            <a16:creationId xmlns:a16="http://schemas.microsoft.com/office/drawing/2014/main" id="{62CDCFC6-AE14-29F3-5687-0E19B1CB134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826" name="Arc 9825">
                        <a:extLst>
                          <a:ext uri="{FF2B5EF4-FFF2-40B4-BE49-F238E27FC236}">
                            <a16:creationId xmlns:a16="http://schemas.microsoft.com/office/drawing/2014/main" id="{862E3B7F-72F4-6B79-AD70-F60FA7D1C89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821" name="Group 9820">
                      <a:extLst>
                        <a:ext uri="{FF2B5EF4-FFF2-40B4-BE49-F238E27FC236}">
                          <a16:creationId xmlns:a16="http://schemas.microsoft.com/office/drawing/2014/main" id="{596DD824-DB5F-7B27-2068-7F0695E05586}"/>
                        </a:ext>
                      </a:extLst>
                    </p:cNvPr>
                    <p:cNvGrpSpPr/>
                    <p:nvPr/>
                  </p:nvGrpSpPr>
                  <p:grpSpPr>
                    <a:xfrm rot="14400000" flipH="1">
                      <a:off x="6389147" y="3932622"/>
                      <a:ext cx="393192" cy="393192"/>
                      <a:chOff x="5354637" y="3446463"/>
                      <a:chExt cx="214313" cy="214313"/>
                    </a:xfrm>
                  </p:grpSpPr>
                  <p:sp>
                    <p:nvSpPr>
                      <p:cNvPr id="9823" name="Arc 9822">
                        <a:extLst>
                          <a:ext uri="{FF2B5EF4-FFF2-40B4-BE49-F238E27FC236}">
                            <a16:creationId xmlns:a16="http://schemas.microsoft.com/office/drawing/2014/main" id="{F9CEA5F4-76F6-7D44-8782-B5220D83283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824" name="Arc 9823">
                        <a:extLst>
                          <a:ext uri="{FF2B5EF4-FFF2-40B4-BE49-F238E27FC236}">
                            <a16:creationId xmlns:a16="http://schemas.microsoft.com/office/drawing/2014/main" id="{DDC0978B-3166-46BA-3D93-90C5891C608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822" name="TextBox 9821">
                      <a:extLst>
                        <a:ext uri="{FF2B5EF4-FFF2-40B4-BE49-F238E27FC236}">
                          <a16:creationId xmlns:a16="http://schemas.microsoft.com/office/drawing/2014/main" id="{625243F0-FA9A-0AC9-8FEA-74C30594EF93}"/>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768" name="Group 9767">
                  <a:extLst>
                    <a:ext uri="{FF2B5EF4-FFF2-40B4-BE49-F238E27FC236}">
                      <a16:creationId xmlns:a16="http://schemas.microsoft.com/office/drawing/2014/main" id="{4907A7B9-9D49-12EC-6B5F-AA857A46E90A}"/>
                    </a:ext>
                  </a:extLst>
                </p:cNvPr>
                <p:cNvGrpSpPr/>
                <p:nvPr/>
              </p:nvGrpSpPr>
              <p:grpSpPr>
                <a:xfrm>
                  <a:off x="6069086" y="3246228"/>
                  <a:ext cx="1019224" cy="991639"/>
                  <a:chOff x="5886431" y="3225768"/>
                  <a:chExt cx="1019224" cy="991639"/>
                </a:xfrm>
              </p:grpSpPr>
              <p:grpSp>
                <p:nvGrpSpPr>
                  <p:cNvPr id="9769" name="Group 9768">
                    <a:extLst>
                      <a:ext uri="{FF2B5EF4-FFF2-40B4-BE49-F238E27FC236}">
                        <a16:creationId xmlns:a16="http://schemas.microsoft.com/office/drawing/2014/main" id="{321A3054-E24A-1948-A7E6-9B694E6CB58B}"/>
                      </a:ext>
                    </a:extLst>
                  </p:cNvPr>
                  <p:cNvGrpSpPr/>
                  <p:nvPr/>
                </p:nvGrpSpPr>
                <p:grpSpPr>
                  <a:xfrm>
                    <a:off x="6197413" y="3824215"/>
                    <a:ext cx="393192" cy="393192"/>
                    <a:chOff x="5265196" y="3357021"/>
                    <a:chExt cx="393192" cy="393192"/>
                  </a:xfrm>
                </p:grpSpPr>
                <p:grpSp>
                  <p:nvGrpSpPr>
                    <p:cNvPr id="9804" name="Group 9803">
                      <a:extLst>
                        <a:ext uri="{FF2B5EF4-FFF2-40B4-BE49-F238E27FC236}">
                          <a16:creationId xmlns:a16="http://schemas.microsoft.com/office/drawing/2014/main" id="{4867C7F5-ED59-BD0F-CC8A-E812B5B3CC76}"/>
                        </a:ext>
                      </a:extLst>
                    </p:cNvPr>
                    <p:cNvGrpSpPr/>
                    <p:nvPr/>
                  </p:nvGrpSpPr>
                  <p:grpSpPr>
                    <a:xfrm rot="14400000">
                      <a:off x="5265196" y="3357021"/>
                      <a:ext cx="393192" cy="393192"/>
                      <a:chOff x="5354637" y="3446463"/>
                      <a:chExt cx="214313" cy="214313"/>
                    </a:xfrm>
                  </p:grpSpPr>
                  <p:sp>
                    <p:nvSpPr>
                      <p:cNvPr id="9813" name="Arc 9812">
                        <a:extLst>
                          <a:ext uri="{FF2B5EF4-FFF2-40B4-BE49-F238E27FC236}">
                            <a16:creationId xmlns:a16="http://schemas.microsoft.com/office/drawing/2014/main" id="{C9BCD11C-471A-C233-5CD8-9160303C4F7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814" name="Arc 9813">
                        <a:extLst>
                          <a:ext uri="{FF2B5EF4-FFF2-40B4-BE49-F238E27FC236}">
                            <a16:creationId xmlns:a16="http://schemas.microsoft.com/office/drawing/2014/main" id="{E053E2A4-9B17-8A58-7E3B-F42434B7FA5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805" name="Group 9804">
                      <a:extLst>
                        <a:ext uri="{FF2B5EF4-FFF2-40B4-BE49-F238E27FC236}">
                          <a16:creationId xmlns:a16="http://schemas.microsoft.com/office/drawing/2014/main" id="{8EF07C34-789F-FEEE-F1A9-F385B43784B2}"/>
                        </a:ext>
                      </a:extLst>
                    </p:cNvPr>
                    <p:cNvGrpSpPr/>
                    <p:nvPr/>
                  </p:nvGrpSpPr>
                  <p:grpSpPr>
                    <a:xfrm>
                      <a:off x="5310186" y="3402011"/>
                      <a:ext cx="303213" cy="303213"/>
                      <a:chOff x="5310186" y="3402011"/>
                      <a:chExt cx="303213" cy="303213"/>
                    </a:xfrm>
                  </p:grpSpPr>
                  <p:grpSp>
                    <p:nvGrpSpPr>
                      <p:cNvPr id="9806" name="Group 9805">
                        <a:extLst>
                          <a:ext uri="{FF2B5EF4-FFF2-40B4-BE49-F238E27FC236}">
                            <a16:creationId xmlns:a16="http://schemas.microsoft.com/office/drawing/2014/main" id="{F7419FA0-7422-6769-0D2E-D41704276D93}"/>
                          </a:ext>
                        </a:extLst>
                      </p:cNvPr>
                      <p:cNvGrpSpPr/>
                      <p:nvPr/>
                    </p:nvGrpSpPr>
                    <p:grpSpPr>
                      <a:xfrm>
                        <a:off x="5354636" y="3446461"/>
                        <a:ext cx="214313" cy="214313"/>
                        <a:chOff x="5354637" y="3446463"/>
                        <a:chExt cx="214313" cy="214313"/>
                      </a:xfrm>
                    </p:grpSpPr>
                    <p:sp>
                      <p:nvSpPr>
                        <p:cNvPr id="9811" name="Arc 9810">
                          <a:extLst>
                            <a:ext uri="{FF2B5EF4-FFF2-40B4-BE49-F238E27FC236}">
                              <a16:creationId xmlns:a16="http://schemas.microsoft.com/office/drawing/2014/main" id="{E43D4854-FE0E-32DF-8B95-D08CAA0EFD5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812" name="Arc 9811">
                          <a:extLst>
                            <a:ext uri="{FF2B5EF4-FFF2-40B4-BE49-F238E27FC236}">
                              <a16:creationId xmlns:a16="http://schemas.microsoft.com/office/drawing/2014/main" id="{55419336-19D8-07EA-1524-422EC39808E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807" name="Group 9806">
                        <a:extLst>
                          <a:ext uri="{FF2B5EF4-FFF2-40B4-BE49-F238E27FC236}">
                            <a16:creationId xmlns:a16="http://schemas.microsoft.com/office/drawing/2014/main" id="{80A5789E-6D67-0AC4-36FD-B6E2609C19EA}"/>
                          </a:ext>
                        </a:extLst>
                      </p:cNvPr>
                      <p:cNvGrpSpPr/>
                      <p:nvPr/>
                    </p:nvGrpSpPr>
                    <p:grpSpPr>
                      <a:xfrm rot="7200000">
                        <a:off x="5310186" y="3402011"/>
                        <a:ext cx="303213" cy="303213"/>
                        <a:chOff x="5354637" y="3446463"/>
                        <a:chExt cx="214313" cy="214313"/>
                      </a:xfrm>
                    </p:grpSpPr>
                    <p:sp>
                      <p:nvSpPr>
                        <p:cNvPr id="9809" name="Arc 9808">
                          <a:extLst>
                            <a:ext uri="{FF2B5EF4-FFF2-40B4-BE49-F238E27FC236}">
                              <a16:creationId xmlns:a16="http://schemas.microsoft.com/office/drawing/2014/main" id="{F451999C-4F90-1D88-D045-D5A9A82047D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810" name="Arc 9809">
                          <a:extLst>
                            <a:ext uri="{FF2B5EF4-FFF2-40B4-BE49-F238E27FC236}">
                              <a16:creationId xmlns:a16="http://schemas.microsoft.com/office/drawing/2014/main" id="{6F0A043A-6AFB-8F81-1AB3-AF5D3E46D39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808" name="TextBox 9807">
                        <a:extLst>
                          <a:ext uri="{FF2B5EF4-FFF2-40B4-BE49-F238E27FC236}">
                            <a16:creationId xmlns:a16="http://schemas.microsoft.com/office/drawing/2014/main" id="{F3D28A47-AF30-5374-81D4-354FDDE45948}"/>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770" name="Group 9769">
                    <a:extLst>
                      <a:ext uri="{FF2B5EF4-FFF2-40B4-BE49-F238E27FC236}">
                        <a16:creationId xmlns:a16="http://schemas.microsoft.com/office/drawing/2014/main" id="{3C6030C5-21D3-9908-9C81-BAC26400652E}"/>
                      </a:ext>
                    </a:extLst>
                  </p:cNvPr>
                  <p:cNvGrpSpPr/>
                  <p:nvPr/>
                </p:nvGrpSpPr>
                <p:grpSpPr>
                  <a:xfrm>
                    <a:off x="5886431" y="3525040"/>
                    <a:ext cx="393192" cy="393192"/>
                    <a:chOff x="5265196" y="3932619"/>
                    <a:chExt cx="393192" cy="393192"/>
                  </a:xfrm>
                </p:grpSpPr>
                <p:grpSp>
                  <p:nvGrpSpPr>
                    <p:cNvPr id="9794" name="Group 9793">
                      <a:extLst>
                        <a:ext uri="{FF2B5EF4-FFF2-40B4-BE49-F238E27FC236}">
                          <a16:creationId xmlns:a16="http://schemas.microsoft.com/office/drawing/2014/main" id="{31846D53-C9FA-9620-40BC-4FD1FDF1AF27}"/>
                        </a:ext>
                      </a:extLst>
                    </p:cNvPr>
                    <p:cNvGrpSpPr/>
                    <p:nvPr/>
                  </p:nvGrpSpPr>
                  <p:grpSpPr>
                    <a:xfrm>
                      <a:off x="5354636" y="4022061"/>
                      <a:ext cx="214313" cy="214313"/>
                      <a:chOff x="5354637" y="3446463"/>
                      <a:chExt cx="214313" cy="214313"/>
                    </a:xfrm>
                  </p:grpSpPr>
                  <p:sp>
                    <p:nvSpPr>
                      <p:cNvPr id="9802" name="Arc 9801">
                        <a:extLst>
                          <a:ext uri="{FF2B5EF4-FFF2-40B4-BE49-F238E27FC236}">
                            <a16:creationId xmlns:a16="http://schemas.microsoft.com/office/drawing/2014/main" id="{4A7BCF58-006B-1EE1-3EBD-E19D80264ED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803" name="Arc 9802">
                        <a:extLst>
                          <a:ext uri="{FF2B5EF4-FFF2-40B4-BE49-F238E27FC236}">
                            <a16:creationId xmlns:a16="http://schemas.microsoft.com/office/drawing/2014/main" id="{54566E03-12E5-C68B-FCD2-9E5D98464B6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795" name="Group 9794">
                      <a:extLst>
                        <a:ext uri="{FF2B5EF4-FFF2-40B4-BE49-F238E27FC236}">
                          <a16:creationId xmlns:a16="http://schemas.microsoft.com/office/drawing/2014/main" id="{A5A6F6EB-0855-B9C6-5D02-3756FD007964}"/>
                        </a:ext>
                      </a:extLst>
                    </p:cNvPr>
                    <p:cNvGrpSpPr/>
                    <p:nvPr/>
                  </p:nvGrpSpPr>
                  <p:grpSpPr>
                    <a:xfrm rot="14400000">
                      <a:off x="5310186" y="3977611"/>
                      <a:ext cx="303213" cy="303213"/>
                      <a:chOff x="5354637" y="3446463"/>
                      <a:chExt cx="214313" cy="214313"/>
                    </a:xfrm>
                  </p:grpSpPr>
                  <p:sp>
                    <p:nvSpPr>
                      <p:cNvPr id="9800" name="Arc 9799">
                        <a:extLst>
                          <a:ext uri="{FF2B5EF4-FFF2-40B4-BE49-F238E27FC236}">
                            <a16:creationId xmlns:a16="http://schemas.microsoft.com/office/drawing/2014/main" id="{CAAD64DB-75C9-B5A5-E6F7-FB2A6F26F46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801" name="Arc 9800">
                        <a:extLst>
                          <a:ext uri="{FF2B5EF4-FFF2-40B4-BE49-F238E27FC236}">
                            <a16:creationId xmlns:a16="http://schemas.microsoft.com/office/drawing/2014/main" id="{22273435-1C3E-46D3-2330-2671596C9E3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796" name="Group 9795">
                      <a:extLst>
                        <a:ext uri="{FF2B5EF4-FFF2-40B4-BE49-F238E27FC236}">
                          <a16:creationId xmlns:a16="http://schemas.microsoft.com/office/drawing/2014/main" id="{BC187C1E-5EF2-8898-E247-BBFB77B3FB67}"/>
                        </a:ext>
                      </a:extLst>
                    </p:cNvPr>
                    <p:cNvGrpSpPr/>
                    <p:nvPr/>
                  </p:nvGrpSpPr>
                  <p:grpSpPr>
                    <a:xfrm rot="7200000">
                      <a:off x="5265196" y="3932619"/>
                      <a:ext cx="393192" cy="393192"/>
                      <a:chOff x="5354637" y="3446463"/>
                      <a:chExt cx="214313" cy="214313"/>
                    </a:xfrm>
                  </p:grpSpPr>
                  <p:sp>
                    <p:nvSpPr>
                      <p:cNvPr id="9798" name="Arc 9797">
                        <a:extLst>
                          <a:ext uri="{FF2B5EF4-FFF2-40B4-BE49-F238E27FC236}">
                            <a16:creationId xmlns:a16="http://schemas.microsoft.com/office/drawing/2014/main" id="{0AE18DCD-450B-1F44-FE24-042866EA6EE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799" name="Arc 9798">
                        <a:extLst>
                          <a:ext uri="{FF2B5EF4-FFF2-40B4-BE49-F238E27FC236}">
                            <a16:creationId xmlns:a16="http://schemas.microsoft.com/office/drawing/2014/main" id="{07BDA407-4567-7ACF-9BE3-375AAA9C1EA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797" name="TextBox 9796">
                      <a:extLst>
                        <a:ext uri="{FF2B5EF4-FFF2-40B4-BE49-F238E27FC236}">
                          <a16:creationId xmlns:a16="http://schemas.microsoft.com/office/drawing/2014/main" id="{8F74758D-2B5C-4703-1AAE-28441109D48C}"/>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9771" name="Group 9770">
                    <a:extLst>
                      <a:ext uri="{FF2B5EF4-FFF2-40B4-BE49-F238E27FC236}">
                        <a16:creationId xmlns:a16="http://schemas.microsoft.com/office/drawing/2014/main" id="{42DF9B1C-49B5-71A9-9626-A3BDF5CB9540}"/>
                      </a:ext>
                    </a:extLst>
                  </p:cNvPr>
                  <p:cNvGrpSpPr/>
                  <p:nvPr/>
                </p:nvGrpSpPr>
                <p:grpSpPr>
                  <a:xfrm>
                    <a:off x="6512463" y="3525040"/>
                    <a:ext cx="393192" cy="393192"/>
                    <a:chOff x="6389147" y="3357021"/>
                    <a:chExt cx="393192" cy="393192"/>
                  </a:xfrm>
                </p:grpSpPr>
                <p:grpSp>
                  <p:nvGrpSpPr>
                    <p:cNvPr id="9783" name="Group 9782">
                      <a:extLst>
                        <a:ext uri="{FF2B5EF4-FFF2-40B4-BE49-F238E27FC236}">
                          <a16:creationId xmlns:a16="http://schemas.microsoft.com/office/drawing/2014/main" id="{F5967DDE-5751-F1EA-FA28-6D6AAC6631B1}"/>
                        </a:ext>
                      </a:extLst>
                    </p:cNvPr>
                    <p:cNvGrpSpPr/>
                    <p:nvPr/>
                  </p:nvGrpSpPr>
                  <p:grpSpPr>
                    <a:xfrm rot="7200000" flipH="1">
                      <a:off x="6389147" y="3357021"/>
                      <a:ext cx="393192" cy="393192"/>
                      <a:chOff x="5354637" y="3446463"/>
                      <a:chExt cx="214313" cy="214313"/>
                    </a:xfrm>
                  </p:grpSpPr>
                  <p:sp>
                    <p:nvSpPr>
                      <p:cNvPr id="9792" name="Arc 9791">
                        <a:extLst>
                          <a:ext uri="{FF2B5EF4-FFF2-40B4-BE49-F238E27FC236}">
                            <a16:creationId xmlns:a16="http://schemas.microsoft.com/office/drawing/2014/main" id="{1AF15205-F8F1-2306-6E5F-383EB02C51B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793" name="Arc 9792">
                        <a:extLst>
                          <a:ext uri="{FF2B5EF4-FFF2-40B4-BE49-F238E27FC236}">
                            <a16:creationId xmlns:a16="http://schemas.microsoft.com/office/drawing/2014/main" id="{940F185A-AEB0-8EAC-1215-418444DD7FD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784" name="Group 9783">
                      <a:extLst>
                        <a:ext uri="{FF2B5EF4-FFF2-40B4-BE49-F238E27FC236}">
                          <a16:creationId xmlns:a16="http://schemas.microsoft.com/office/drawing/2014/main" id="{D8037F1D-3D79-1A01-460B-71FC4D79D8A0}"/>
                        </a:ext>
                      </a:extLst>
                    </p:cNvPr>
                    <p:cNvGrpSpPr/>
                    <p:nvPr/>
                  </p:nvGrpSpPr>
                  <p:grpSpPr>
                    <a:xfrm>
                      <a:off x="6434137" y="3402011"/>
                      <a:ext cx="303213" cy="303213"/>
                      <a:chOff x="6434137" y="3402011"/>
                      <a:chExt cx="303213" cy="303213"/>
                    </a:xfrm>
                  </p:grpSpPr>
                  <p:grpSp>
                    <p:nvGrpSpPr>
                      <p:cNvPr id="9785" name="Group 9784">
                        <a:extLst>
                          <a:ext uri="{FF2B5EF4-FFF2-40B4-BE49-F238E27FC236}">
                            <a16:creationId xmlns:a16="http://schemas.microsoft.com/office/drawing/2014/main" id="{DC2DE0EF-A16C-6031-E118-42FB34907634}"/>
                          </a:ext>
                        </a:extLst>
                      </p:cNvPr>
                      <p:cNvGrpSpPr/>
                      <p:nvPr/>
                    </p:nvGrpSpPr>
                    <p:grpSpPr>
                      <a:xfrm flipH="1">
                        <a:off x="6478587" y="3446461"/>
                        <a:ext cx="214313" cy="214313"/>
                        <a:chOff x="5354637" y="3446463"/>
                        <a:chExt cx="214313" cy="214313"/>
                      </a:xfrm>
                    </p:grpSpPr>
                    <p:sp>
                      <p:nvSpPr>
                        <p:cNvPr id="9790" name="Arc 9789">
                          <a:extLst>
                            <a:ext uri="{FF2B5EF4-FFF2-40B4-BE49-F238E27FC236}">
                              <a16:creationId xmlns:a16="http://schemas.microsoft.com/office/drawing/2014/main" id="{D3DD73F8-3B73-B164-0F7D-C31FE0D22F4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791" name="Arc 9790">
                          <a:extLst>
                            <a:ext uri="{FF2B5EF4-FFF2-40B4-BE49-F238E27FC236}">
                              <a16:creationId xmlns:a16="http://schemas.microsoft.com/office/drawing/2014/main" id="{AD258845-E8B7-7623-935D-4E2F3CBD107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786" name="Group 9785">
                        <a:extLst>
                          <a:ext uri="{FF2B5EF4-FFF2-40B4-BE49-F238E27FC236}">
                            <a16:creationId xmlns:a16="http://schemas.microsoft.com/office/drawing/2014/main" id="{8AD28825-C23E-20E4-270A-E9B9A9FE66F4}"/>
                          </a:ext>
                        </a:extLst>
                      </p:cNvPr>
                      <p:cNvGrpSpPr/>
                      <p:nvPr/>
                    </p:nvGrpSpPr>
                    <p:grpSpPr>
                      <a:xfrm rot="14400000" flipH="1">
                        <a:off x="6434137" y="3402011"/>
                        <a:ext cx="303213" cy="303213"/>
                        <a:chOff x="5354637" y="3446463"/>
                        <a:chExt cx="214313" cy="214313"/>
                      </a:xfrm>
                    </p:grpSpPr>
                    <p:sp>
                      <p:nvSpPr>
                        <p:cNvPr id="9788" name="Arc 9787">
                          <a:extLst>
                            <a:ext uri="{FF2B5EF4-FFF2-40B4-BE49-F238E27FC236}">
                              <a16:creationId xmlns:a16="http://schemas.microsoft.com/office/drawing/2014/main" id="{F76DE09C-1984-9C20-226E-CEDF4FD49E9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789" name="Arc 9788">
                          <a:extLst>
                            <a:ext uri="{FF2B5EF4-FFF2-40B4-BE49-F238E27FC236}">
                              <a16:creationId xmlns:a16="http://schemas.microsoft.com/office/drawing/2014/main" id="{989A03B4-9EE7-4DC9-295B-F40FAD1DD7A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787" name="TextBox 9786">
                        <a:extLst>
                          <a:ext uri="{FF2B5EF4-FFF2-40B4-BE49-F238E27FC236}">
                            <a16:creationId xmlns:a16="http://schemas.microsoft.com/office/drawing/2014/main" id="{87D8B941-7400-89AF-1EEF-C022227A86CC}"/>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772" name="Group 9771">
                    <a:extLst>
                      <a:ext uri="{FF2B5EF4-FFF2-40B4-BE49-F238E27FC236}">
                        <a16:creationId xmlns:a16="http://schemas.microsoft.com/office/drawing/2014/main" id="{F0D04A9A-3E07-7808-EA3F-8BC6449B3CF0}"/>
                      </a:ext>
                    </a:extLst>
                  </p:cNvPr>
                  <p:cNvGrpSpPr/>
                  <p:nvPr/>
                </p:nvGrpSpPr>
                <p:grpSpPr>
                  <a:xfrm>
                    <a:off x="6197413" y="3225768"/>
                    <a:ext cx="393192" cy="393192"/>
                    <a:chOff x="6389147" y="3932622"/>
                    <a:chExt cx="393192" cy="393192"/>
                  </a:xfrm>
                </p:grpSpPr>
                <p:grpSp>
                  <p:nvGrpSpPr>
                    <p:cNvPr id="9773" name="Group 9772">
                      <a:extLst>
                        <a:ext uri="{FF2B5EF4-FFF2-40B4-BE49-F238E27FC236}">
                          <a16:creationId xmlns:a16="http://schemas.microsoft.com/office/drawing/2014/main" id="{05446880-8265-0BDB-6ED3-CD0C198C5605}"/>
                        </a:ext>
                      </a:extLst>
                    </p:cNvPr>
                    <p:cNvGrpSpPr/>
                    <p:nvPr/>
                  </p:nvGrpSpPr>
                  <p:grpSpPr>
                    <a:xfrm flipH="1">
                      <a:off x="6478587" y="4022061"/>
                      <a:ext cx="214313" cy="214313"/>
                      <a:chOff x="5354637" y="3446463"/>
                      <a:chExt cx="214313" cy="214313"/>
                    </a:xfrm>
                  </p:grpSpPr>
                  <p:sp>
                    <p:nvSpPr>
                      <p:cNvPr id="9781" name="Arc 9780">
                        <a:extLst>
                          <a:ext uri="{FF2B5EF4-FFF2-40B4-BE49-F238E27FC236}">
                            <a16:creationId xmlns:a16="http://schemas.microsoft.com/office/drawing/2014/main" id="{7DE9AB75-76EF-337D-AD9E-C156A8D96D8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782" name="Arc 9781">
                        <a:extLst>
                          <a:ext uri="{FF2B5EF4-FFF2-40B4-BE49-F238E27FC236}">
                            <a16:creationId xmlns:a16="http://schemas.microsoft.com/office/drawing/2014/main" id="{E149BEA1-2BEF-6EB1-8D78-2E44955DE6D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774" name="Group 9773">
                      <a:extLst>
                        <a:ext uri="{FF2B5EF4-FFF2-40B4-BE49-F238E27FC236}">
                          <a16:creationId xmlns:a16="http://schemas.microsoft.com/office/drawing/2014/main" id="{58B346A7-6C03-4495-B9F8-68FA358F977D}"/>
                        </a:ext>
                      </a:extLst>
                    </p:cNvPr>
                    <p:cNvGrpSpPr/>
                    <p:nvPr/>
                  </p:nvGrpSpPr>
                  <p:grpSpPr>
                    <a:xfrm rot="7200000" flipH="1">
                      <a:off x="6434137" y="3977611"/>
                      <a:ext cx="303213" cy="303213"/>
                      <a:chOff x="5354637" y="3446463"/>
                      <a:chExt cx="214313" cy="214313"/>
                    </a:xfrm>
                  </p:grpSpPr>
                  <p:sp>
                    <p:nvSpPr>
                      <p:cNvPr id="9779" name="Arc 9778">
                        <a:extLst>
                          <a:ext uri="{FF2B5EF4-FFF2-40B4-BE49-F238E27FC236}">
                            <a16:creationId xmlns:a16="http://schemas.microsoft.com/office/drawing/2014/main" id="{C5DF9A85-4E99-64DD-255A-07FEE3C56FD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780" name="Arc 9779">
                        <a:extLst>
                          <a:ext uri="{FF2B5EF4-FFF2-40B4-BE49-F238E27FC236}">
                            <a16:creationId xmlns:a16="http://schemas.microsoft.com/office/drawing/2014/main" id="{5A93B5B6-5978-5C1C-BAE2-C24E39C1C39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775" name="Group 9774">
                      <a:extLst>
                        <a:ext uri="{FF2B5EF4-FFF2-40B4-BE49-F238E27FC236}">
                          <a16:creationId xmlns:a16="http://schemas.microsoft.com/office/drawing/2014/main" id="{83AD66CC-4D16-F5CD-966A-0A84519C1D57}"/>
                        </a:ext>
                      </a:extLst>
                    </p:cNvPr>
                    <p:cNvGrpSpPr/>
                    <p:nvPr/>
                  </p:nvGrpSpPr>
                  <p:grpSpPr>
                    <a:xfrm rot="14400000" flipH="1">
                      <a:off x="6389147" y="3932622"/>
                      <a:ext cx="393192" cy="393192"/>
                      <a:chOff x="5354637" y="3446463"/>
                      <a:chExt cx="214313" cy="214313"/>
                    </a:xfrm>
                  </p:grpSpPr>
                  <p:sp>
                    <p:nvSpPr>
                      <p:cNvPr id="9777" name="Arc 9776">
                        <a:extLst>
                          <a:ext uri="{FF2B5EF4-FFF2-40B4-BE49-F238E27FC236}">
                            <a16:creationId xmlns:a16="http://schemas.microsoft.com/office/drawing/2014/main" id="{68009FCA-0B2F-D6EF-17F9-5A47E6887BE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778" name="Arc 9777">
                        <a:extLst>
                          <a:ext uri="{FF2B5EF4-FFF2-40B4-BE49-F238E27FC236}">
                            <a16:creationId xmlns:a16="http://schemas.microsoft.com/office/drawing/2014/main" id="{9C2B80FF-0068-ADF3-D29F-B6E9A2BABFB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776" name="TextBox 9775">
                      <a:extLst>
                        <a:ext uri="{FF2B5EF4-FFF2-40B4-BE49-F238E27FC236}">
                          <a16:creationId xmlns:a16="http://schemas.microsoft.com/office/drawing/2014/main" id="{3CF83766-97F7-6C72-D1CB-8279175BC780}"/>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9192" name="Group 9191">
              <a:extLst>
                <a:ext uri="{FF2B5EF4-FFF2-40B4-BE49-F238E27FC236}">
                  <a16:creationId xmlns:a16="http://schemas.microsoft.com/office/drawing/2014/main" id="{78565E7A-43E0-CBE0-54AD-78724102CDEF}"/>
                </a:ext>
              </a:extLst>
            </p:cNvPr>
            <p:cNvGrpSpPr/>
            <p:nvPr/>
          </p:nvGrpSpPr>
          <p:grpSpPr>
            <a:xfrm>
              <a:off x="-111183" y="663612"/>
              <a:ext cx="2263438" cy="2198360"/>
              <a:chOff x="5445106" y="2039507"/>
              <a:chExt cx="2263438" cy="2198360"/>
            </a:xfrm>
          </p:grpSpPr>
          <p:grpSp>
            <p:nvGrpSpPr>
              <p:cNvPr id="9575" name="Group 9574">
                <a:extLst>
                  <a:ext uri="{FF2B5EF4-FFF2-40B4-BE49-F238E27FC236}">
                    <a16:creationId xmlns:a16="http://schemas.microsoft.com/office/drawing/2014/main" id="{AABBCB9E-44C6-4047-DD97-EA6767A9FAD5}"/>
                  </a:ext>
                </a:extLst>
              </p:cNvPr>
              <p:cNvGrpSpPr/>
              <p:nvPr/>
            </p:nvGrpSpPr>
            <p:grpSpPr>
              <a:xfrm>
                <a:off x="5445106" y="2644743"/>
                <a:ext cx="1643204" cy="1593124"/>
                <a:chOff x="5445106" y="2644743"/>
                <a:chExt cx="1643204" cy="1593124"/>
              </a:xfrm>
            </p:grpSpPr>
            <p:grpSp>
              <p:nvGrpSpPr>
                <p:cNvPr id="9671" name="Group 9670">
                  <a:extLst>
                    <a:ext uri="{FF2B5EF4-FFF2-40B4-BE49-F238E27FC236}">
                      <a16:creationId xmlns:a16="http://schemas.microsoft.com/office/drawing/2014/main" id="{1D565C50-EE25-FF2F-F034-078BDE105FF4}"/>
                    </a:ext>
                  </a:extLst>
                </p:cNvPr>
                <p:cNvGrpSpPr/>
                <p:nvPr/>
              </p:nvGrpSpPr>
              <p:grpSpPr>
                <a:xfrm>
                  <a:off x="5445106" y="2644743"/>
                  <a:ext cx="1019224" cy="991639"/>
                  <a:chOff x="5886431" y="3225768"/>
                  <a:chExt cx="1019224" cy="991639"/>
                </a:xfrm>
              </p:grpSpPr>
              <p:grpSp>
                <p:nvGrpSpPr>
                  <p:cNvPr id="9719" name="Group 9718">
                    <a:extLst>
                      <a:ext uri="{FF2B5EF4-FFF2-40B4-BE49-F238E27FC236}">
                        <a16:creationId xmlns:a16="http://schemas.microsoft.com/office/drawing/2014/main" id="{E0D9A75B-1514-D7B8-82AB-79E3A87DB39A}"/>
                      </a:ext>
                    </a:extLst>
                  </p:cNvPr>
                  <p:cNvGrpSpPr/>
                  <p:nvPr/>
                </p:nvGrpSpPr>
                <p:grpSpPr>
                  <a:xfrm>
                    <a:off x="6197413" y="3824215"/>
                    <a:ext cx="393192" cy="393192"/>
                    <a:chOff x="5265196" y="3357021"/>
                    <a:chExt cx="393192" cy="393192"/>
                  </a:xfrm>
                </p:grpSpPr>
                <p:grpSp>
                  <p:nvGrpSpPr>
                    <p:cNvPr id="9754" name="Group 9753">
                      <a:extLst>
                        <a:ext uri="{FF2B5EF4-FFF2-40B4-BE49-F238E27FC236}">
                          <a16:creationId xmlns:a16="http://schemas.microsoft.com/office/drawing/2014/main" id="{7B51A576-D654-3E7D-18FC-E340E4917D16}"/>
                        </a:ext>
                      </a:extLst>
                    </p:cNvPr>
                    <p:cNvGrpSpPr/>
                    <p:nvPr/>
                  </p:nvGrpSpPr>
                  <p:grpSpPr>
                    <a:xfrm rot="14400000">
                      <a:off x="5265196" y="3357021"/>
                      <a:ext cx="393192" cy="393192"/>
                      <a:chOff x="5354637" y="3446463"/>
                      <a:chExt cx="214313" cy="214313"/>
                    </a:xfrm>
                  </p:grpSpPr>
                  <p:sp>
                    <p:nvSpPr>
                      <p:cNvPr id="9763" name="Arc 9762">
                        <a:extLst>
                          <a:ext uri="{FF2B5EF4-FFF2-40B4-BE49-F238E27FC236}">
                            <a16:creationId xmlns:a16="http://schemas.microsoft.com/office/drawing/2014/main" id="{1BAB1C13-797B-8F05-EEDC-90F04149514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764" name="Arc 9763">
                        <a:extLst>
                          <a:ext uri="{FF2B5EF4-FFF2-40B4-BE49-F238E27FC236}">
                            <a16:creationId xmlns:a16="http://schemas.microsoft.com/office/drawing/2014/main" id="{332E6355-F021-0996-83EE-D4F6EA0F422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755" name="Group 9754">
                      <a:extLst>
                        <a:ext uri="{FF2B5EF4-FFF2-40B4-BE49-F238E27FC236}">
                          <a16:creationId xmlns:a16="http://schemas.microsoft.com/office/drawing/2014/main" id="{B2236E7C-64EF-65BB-3603-4BAA5493CE81}"/>
                        </a:ext>
                      </a:extLst>
                    </p:cNvPr>
                    <p:cNvGrpSpPr/>
                    <p:nvPr/>
                  </p:nvGrpSpPr>
                  <p:grpSpPr>
                    <a:xfrm>
                      <a:off x="5310186" y="3402011"/>
                      <a:ext cx="303213" cy="303213"/>
                      <a:chOff x="5310186" y="3402011"/>
                      <a:chExt cx="303213" cy="303213"/>
                    </a:xfrm>
                  </p:grpSpPr>
                  <p:grpSp>
                    <p:nvGrpSpPr>
                      <p:cNvPr id="9756" name="Group 9755">
                        <a:extLst>
                          <a:ext uri="{FF2B5EF4-FFF2-40B4-BE49-F238E27FC236}">
                            <a16:creationId xmlns:a16="http://schemas.microsoft.com/office/drawing/2014/main" id="{F6DA5C21-9869-E538-49FF-5CEA3BB3B941}"/>
                          </a:ext>
                        </a:extLst>
                      </p:cNvPr>
                      <p:cNvGrpSpPr/>
                      <p:nvPr/>
                    </p:nvGrpSpPr>
                    <p:grpSpPr>
                      <a:xfrm>
                        <a:off x="5354636" y="3446461"/>
                        <a:ext cx="214313" cy="214313"/>
                        <a:chOff x="5354637" y="3446463"/>
                        <a:chExt cx="214313" cy="214313"/>
                      </a:xfrm>
                    </p:grpSpPr>
                    <p:sp>
                      <p:nvSpPr>
                        <p:cNvPr id="9761" name="Arc 9760">
                          <a:extLst>
                            <a:ext uri="{FF2B5EF4-FFF2-40B4-BE49-F238E27FC236}">
                              <a16:creationId xmlns:a16="http://schemas.microsoft.com/office/drawing/2014/main" id="{6D1DEA79-FB8E-2F3F-5E1D-CA5DC64ED7C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762" name="Arc 9761">
                          <a:extLst>
                            <a:ext uri="{FF2B5EF4-FFF2-40B4-BE49-F238E27FC236}">
                              <a16:creationId xmlns:a16="http://schemas.microsoft.com/office/drawing/2014/main" id="{C9F20101-D903-03FF-83F5-DA371CE7519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757" name="Group 9756">
                        <a:extLst>
                          <a:ext uri="{FF2B5EF4-FFF2-40B4-BE49-F238E27FC236}">
                            <a16:creationId xmlns:a16="http://schemas.microsoft.com/office/drawing/2014/main" id="{D1CB50BE-F8CE-C613-77FC-75075EFB8A86}"/>
                          </a:ext>
                        </a:extLst>
                      </p:cNvPr>
                      <p:cNvGrpSpPr/>
                      <p:nvPr/>
                    </p:nvGrpSpPr>
                    <p:grpSpPr>
                      <a:xfrm rot="7200000">
                        <a:off x="5310186" y="3402011"/>
                        <a:ext cx="303213" cy="303213"/>
                        <a:chOff x="5354637" y="3446463"/>
                        <a:chExt cx="214313" cy="214313"/>
                      </a:xfrm>
                    </p:grpSpPr>
                    <p:sp>
                      <p:nvSpPr>
                        <p:cNvPr id="9759" name="Arc 9758">
                          <a:extLst>
                            <a:ext uri="{FF2B5EF4-FFF2-40B4-BE49-F238E27FC236}">
                              <a16:creationId xmlns:a16="http://schemas.microsoft.com/office/drawing/2014/main" id="{642B0B11-8DD1-6C37-4BBE-0E93ACC0C10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760" name="Arc 9759">
                          <a:extLst>
                            <a:ext uri="{FF2B5EF4-FFF2-40B4-BE49-F238E27FC236}">
                              <a16:creationId xmlns:a16="http://schemas.microsoft.com/office/drawing/2014/main" id="{190968B8-0754-9D42-215B-4AA36C72BD0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758" name="TextBox 9757">
                        <a:extLst>
                          <a:ext uri="{FF2B5EF4-FFF2-40B4-BE49-F238E27FC236}">
                            <a16:creationId xmlns:a16="http://schemas.microsoft.com/office/drawing/2014/main" id="{6FEB6B68-2428-2E72-95E4-77FD205D5E7A}"/>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720" name="Group 9719">
                    <a:extLst>
                      <a:ext uri="{FF2B5EF4-FFF2-40B4-BE49-F238E27FC236}">
                        <a16:creationId xmlns:a16="http://schemas.microsoft.com/office/drawing/2014/main" id="{671D119C-39B8-ED21-61AD-F2541B4C341E}"/>
                      </a:ext>
                    </a:extLst>
                  </p:cNvPr>
                  <p:cNvGrpSpPr/>
                  <p:nvPr/>
                </p:nvGrpSpPr>
                <p:grpSpPr>
                  <a:xfrm>
                    <a:off x="5886431" y="3525040"/>
                    <a:ext cx="393192" cy="393192"/>
                    <a:chOff x="5265196" y="3932619"/>
                    <a:chExt cx="393192" cy="393192"/>
                  </a:xfrm>
                </p:grpSpPr>
                <p:grpSp>
                  <p:nvGrpSpPr>
                    <p:cNvPr id="9744" name="Group 9743">
                      <a:extLst>
                        <a:ext uri="{FF2B5EF4-FFF2-40B4-BE49-F238E27FC236}">
                          <a16:creationId xmlns:a16="http://schemas.microsoft.com/office/drawing/2014/main" id="{50518965-9DD6-B124-3FBB-2CBC83F632F8}"/>
                        </a:ext>
                      </a:extLst>
                    </p:cNvPr>
                    <p:cNvGrpSpPr/>
                    <p:nvPr/>
                  </p:nvGrpSpPr>
                  <p:grpSpPr>
                    <a:xfrm>
                      <a:off x="5354636" y="4022061"/>
                      <a:ext cx="214313" cy="214313"/>
                      <a:chOff x="5354637" y="3446463"/>
                      <a:chExt cx="214313" cy="214313"/>
                    </a:xfrm>
                  </p:grpSpPr>
                  <p:sp>
                    <p:nvSpPr>
                      <p:cNvPr id="9752" name="Arc 9751">
                        <a:extLst>
                          <a:ext uri="{FF2B5EF4-FFF2-40B4-BE49-F238E27FC236}">
                            <a16:creationId xmlns:a16="http://schemas.microsoft.com/office/drawing/2014/main" id="{378F6D7A-776C-8F75-FD6C-4CEC039E537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753" name="Arc 9752">
                        <a:extLst>
                          <a:ext uri="{FF2B5EF4-FFF2-40B4-BE49-F238E27FC236}">
                            <a16:creationId xmlns:a16="http://schemas.microsoft.com/office/drawing/2014/main" id="{77BFA046-E1EC-A25C-1AE1-0A2424582AB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745" name="Group 9744">
                      <a:extLst>
                        <a:ext uri="{FF2B5EF4-FFF2-40B4-BE49-F238E27FC236}">
                          <a16:creationId xmlns:a16="http://schemas.microsoft.com/office/drawing/2014/main" id="{E9ACAF81-A094-E864-C539-8A62BC1F1C2A}"/>
                        </a:ext>
                      </a:extLst>
                    </p:cNvPr>
                    <p:cNvGrpSpPr/>
                    <p:nvPr/>
                  </p:nvGrpSpPr>
                  <p:grpSpPr>
                    <a:xfrm rot="14400000">
                      <a:off x="5310186" y="3977611"/>
                      <a:ext cx="303213" cy="303213"/>
                      <a:chOff x="5354637" y="3446463"/>
                      <a:chExt cx="214313" cy="214313"/>
                    </a:xfrm>
                  </p:grpSpPr>
                  <p:sp>
                    <p:nvSpPr>
                      <p:cNvPr id="9750" name="Arc 9749">
                        <a:extLst>
                          <a:ext uri="{FF2B5EF4-FFF2-40B4-BE49-F238E27FC236}">
                            <a16:creationId xmlns:a16="http://schemas.microsoft.com/office/drawing/2014/main" id="{F563BCC9-0AEF-1196-D8F2-0730BA6499C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751" name="Arc 9750">
                        <a:extLst>
                          <a:ext uri="{FF2B5EF4-FFF2-40B4-BE49-F238E27FC236}">
                            <a16:creationId xmlns:a16="http://schemas.microsoft.com/office/drawing/2014/main" id="{7041A42E-C481-89C2-3CA6-440B7ED8656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746" name="Group 9745">
                      <a:extLst>
                        <a:ext uri="{FF2B5EF4-FFF2-40B4-BE49-F238E27FC236}">
                          <a16:creationId xmlns:a16="http://schemas.microsoft.com/office/drawing/2014/main" id="{B6E875DC-5099-F0D5-9059-94133BAB9289}"/>
                        </a:ext>
                      </a:extLst>
                    </p:cNvPr>
                    <p:cNvGrpSpPr/>
                    <p:nvPr/>
                  </p:nvGrpSpPr>
                  <p:grpSpPr>
                    <a:xfrm rot="7200000">
                      <a:off x="5265196" y="3932619"/>
                      <a:ext cx="393192" cy="393192"/>
                      <a:chOff x="5354637" y="3446463"/>
                      <a:chExt cx="214313" cy="214313"/>
                    </a:xfrm>
                  </p:grpSpPr>
                  <p:sp>
                    <p:nvSpPr>
                      <p:cNvPr id="9748" name="Arc 9747">
                        <a:extLst>
                          <a:ext uri="{FF2B5EF4-FFF2-40B4-BE49-F238E27FC236}">
                            <a16:creationId xmlns:a16="http://schemas.microsoft.com/office/drawing/2014/main" id="{193EC80A-6DFA-61A2-6495-6C45895877F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749" name="Arc 9748">
                        <a:extLst>
                          <a:ext uri="{FF2B5EF4-FFF2-40B4-BE49-F238E27FC236}">
                            <a16:creationId xmlns:a16="http://schemas.microsoft.com/office/drawing/2014/main" id="{C7D08977-D13B-6172-6A01-94F6E5E07F9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747" name="TextBox 9746">
                      <a:extLst>
                        <a:ext uri="{FF2B5EF4-FFF2-40B4-BE49-F238E27FC236}">
                          <a16:creationId xmlns:a16="http://schemas.microsoft.com/office/drawing/2014/main" id="{77678A80-70DC-07F8-7B68-23B0E37C9A7D}"/>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9721" name="Group 9720">
                    <a:extLst>
                      <a:ext uri="{FF2B5EF4-FFF2-40B4-BE49-F238E27FC236}">
                        <a16:creationId xmlns:a16="http://schemas.microsoft.com/office/drawing/2014/main" id="{AD9A90B3-25AB-B0A7-5772-D07BEEBE55DD}"/>
                      </a:ext>
                    </a:extLst>
                  </p:cNvPr>
                  <p:cNvGrpSpPr/>
                  <p:nvPr/>
                </p:nvGrpSpPr>
                <p:grpSpPr>
                  <a:xfrm>
                    <a:off x="6512463" y="3525040"/>
                    <a:ext cx="393192" cy="393192"/>
                    <a:chOff x="6389147" y="3357021"/>
                    <a:chExt cx="393192" cy="393192"/>
                  </a:xfrm>
                </p:grpSpPr>
                <p:grpSp>
                  <p:nvGrpSpPr>
                    <p:cNvPr id="9733" name="Group 9732">
                      <a:extLst>
                        <a:ext uri="{FF2B5EF4-FFF2-40B4-BE49-F238E27FC236}">
                          <a16:creationId xmlns:a16="http://schemas.microsoft.com/office/drawing/2014/main" id="{B91F1884-A73D-D00D-3421-448DE59503DE}"/>
                        </a:ext>
                      </a:extLst>
                    </p:cNvPr>
                    <p:cNvGrpSpPr/>
                    <p:nvPr/>
                  </p:nvGrpSpPr>
                  <p:grpSpPr>
                    <a:xfrm rot="7200000" flipH="1">
                      <a:off x="6389147" y="3357021"/>
                      <a:ext cx="393192" cy="393192"/>
                      <a:chOff x="5354637" y="3446463"/>
                      <a:chExt cx="214313" cy="214313"/>
                    </a:xfrm>
                  </p:grpSpPr>
                  <p:sp>
                    <p:nvSpPr>
                      <p:cNvPr id="9742" name="Arc 9741">
                        <a:extLst>
                          <a:ext uri="{FF2B5EF4-FFF2-40B4-BE49-F238E27FC236}">
                            <a16:creationId xmlns:a16="http://schemas.microsoft.com/office/drawing/2014/main" id="{D410FC0F-C2BA-18BE-55D8-5B94731F940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743" name="Arc 9742">
                        <a:extLst>
                          <a:ext uri="{FF2B5EF4-FFF2-40B4-BE49-F238E27FC236}">
                            <a16:creationId xmlns:a16="http://schemas.microsoft.com/office/drawing/2014/main" id="{FA638D1E-5CBB-A86D-B7C3-7247482D68D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734" name="Group 9733">
                      <a:extLst>
                        <a:ext uri="{FF2B5EF4-FFF2-40B4-BE49-F238E27FC236}">
                          <a16:creationId xmlns:a16="http://schemas.microsoft.com/office/drawing/2014/main" id="{24D64EF8-3B41-162B-6C32-64709CDD355D}"/>
                        </a:ext>
                      </a:extLst>
                    </p:cNvPr>
                    <p:cNvGrpSpPr/>
                    <p:nvPr/>
                  </p:nvGrpSpPr>
                  <p:grpSpPr>
                    <a:xfrm>
                      <a:off x="6434137" y="3402011"/>
                      <a:ext cx="303213" cy="303213"/>
                      <a:chOff x="6434137" y="3402011"/>
                      <a:chExt cx="303213" cy="303213"/>
                    </a:xfrm>
                  </p:grpSpPr>
                  <p:grpSp>
                    <p:nvGrpSpPr>
                      <p:cNvPr id="9735" name="Group 9734">
                        <a:extLst>
                          <a:ext uri="{FF2B5EF4-FFF2-40B4-BE49-F238E27FC236}">
                            <a16:creationId xmlns:a16="http://schemas.microsoft.com/office/drawing/2014/main" id="{977BB945-342B-E85C-B300-552FA850810C}"/>
                          </a:ext>
                        </a:extLst>
                      </p:cNvPr>
                      <p:cNvGrpSpPr/>
                      <p:nvPr/>
                    </p:nvGrpSpPr>
                    <p:grpSpPr>
                      <a:xfrm flipH="1">
                        <a:off x="6478587" y="3446461"/>
                        <a:ext cx="214313" cy="214313"/>
                        <a:chOff x="5354637" y="3446463"/>
                        <a:chExt cx="214313" cy="214313"/>
                      </a:xfrm>
                    </p:grpSpPr>
                    <p:sp>
                      <p:nvSpPr>
                        <p:cNvPr id="9740" name="Arc 9739">
                          <a:extLst>
                            <a:ext uri="{FF2B5EF4-FFF2-40B4-BE49-F238E27FC236}">
                              <a16:creationId xmlns:a16="http://schemas.microsoft.com/office/drawing/2014/main" id="{B060ADB5-6481-FD80-E61B-ADEDD0B4734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741" name="Arc 9740">
                          <a:extLst>
                            <a:ext uri="{FF2B5EF4-FFF2-40B4-BE49-F238E27FC236}">
                              <a16:creationId xmlns:a16="http://schemas.microsoft.com/office/drawing/2014/main" id="{FF1C2669-775D-0C99-A826-6678EB75CF4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736" name="Group 9735">
                        <a:extLst>
                          <a:ext uri="{FF2B5EF4-FFF2-40B4-BE49-F238E27FC236}">
                            <a16:creationId xmlns:a16="http://schemas.microsoft.com/office/drawing/2014/main" id="{5F767B0D-5B23-F6AB-FF78-B318FD9B66C4}"/>
                          </a:ext>
                        </a:extLst>
                      </p:cNvPr>
                      <p:cNvGrpSpPr/>
                      <p:nvPr/>
                    </p:nvGrpSpPr>
                    <p:grpSpPr>
                      <a:xfrm rot="14400000" flipH="1">
                        <a:off x="6434137" y="3402011"/>
                        <a:ext cx="303213" cy="303213"/>
                        <a:chOff x="5354637" y="3446463"/>
                        <a:chExt cx="214313" cy="214313"/>
                      </a:xfrm>
                    </p:grpSpPr>
                    <p:sp>
                      <p:nvSpPr>
                        <p:cNvPr id="9738" name="Arc 9737">
                          <a:extLst>
                            <a:ext uri="{FF2B5EF4-FFF2-40B4-BE49-F238E27FC236}">
                              <a16:creationId xmlns:a16="http://schemas.microsoft.com/office/drawing/2014/main" id="{0CF24DF6-171E-48DA-D138-D76C4E05CE3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739" name="Arc 9738">
                          <a:extLst>
                            <a:ext uri="{FF2B5EF4-FFF2-40B4-BE49-F238E27FC236}">
                              <a16:creationId xmlns:a16="http://schemas.microsoft.com/office/drawing/2014/main" id="{2744D212-936C-46CA-726D-76FA666FF95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737" name="TextBox 9736">
                        <a:extLst>
                          <a:ext uri="{FF2B5EF4-FFF2-40B4-BE49-F238E27FC236}">
                            <a16:creationId xmlns:a16="http://schemas.microsoft.com/office/drawing/2014/main" id="{B1A30279-ECA1-A9F5-5604-40A9F559D18C}"/>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722" name="Group 9721">
                    <a:extLst>
                      <a:ext uri="{FF2B5EF4-FFF2-40B4-BE49-F238E27FC236}">
                        <a16:creationId xmlns:a16="http://schemas.microsoft.com/office/drawing/2014/main" id="{137BECA2-E2FE-9DB8-B6B6-3C6EFACE5B41}"/>
                      </a:ext>
                    </a:extLst>
                  </p:cNvPr>
                  <p:cNvGrpSpPr/>
                  <p:nvPr/>
                </p:nvGrpSpPr>
                <p:grpSpPr>
                  <a:xfrm>
                    <a:off x="6197413" y="3225768"/>
                    <a:ext cx="393192" cy="393192"/>
                    <a:chOff x="6389147" y="3932622"/>
                    <a:chExt cx="393192" cy="393192"/>
                  </a:xfrm>
                </p:grpSpPr>
                <p:grpSp>
                  <p:nvGrpSpPr>
                    <p:cNvPr id="9723" name="Group 9722">
                      <a:extLst>
                        <a:ext uri="{FF2B5EF4-FFF2-40B4-BE49-F238E27FC236}">
                          <a16:creationId xmlns:a16="http://schemas.microsoft.com/office/drawing/2014/main" id="{E128B600-B598-12C0-DE5F-00EA628BEB6B}"/>
                        </a:ext>
                      </a:extLst>
                    </p:cNvPr>
                    <p:cNvGrpSpPr/>
                    <p:nvPr/>
                  </p:nvGrpSpPr>
                  <p:grpSpPr>
                    <a:xfrm flipH="1">
                      <a:off x="6478587" y="4022061"/>
                      <a:ext cx="214313" cy="214313"/>
                      <a:chOff x="5354637" y="3446463"/>
                      <a:chExt cx="214313" cy="214313"/>
                    </a:xfrm>
                  </p:grpSpPr>
                  <p:sp>
                    <p:nvSpPr>
                      <p:cNvPr id="9731" name="Arc 9730">
                        <a:extLst>
                          <a:ext uri="{FF2B5EF4-FFF2-40B4-BE49-F238E27FC236}">
                            <a16:creationId xmlns:a16="http://schemas.microsoft.com/office/drawing/2014/main" id="{55F458E9-5FAB-848D-6383-B4E4EF24205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732" name="Arc 9731">
                        <a:extLst>
                          <a:ext uri="{FF2B5EF4-FFF2-40B4-BE49-F238E27FC236}">
                            <a16:creationId xmlns:a16="http://schemas.microsoft.com/office/drawing/2014/main" id="{AD9A95A6-503C-1775-DC5B-9B2C775CF75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724" name="Group 9723">
                      <a:extLst>
                        <a:ext uri="{FF2B5EF4-FFF2-40B4-BE49-F238E27FC236}">
                          <a16:creationId xmlns:a16="http://schemas.microsoft.com/office/drawing/2014/main" id="{157501B6-FE0B-BE91-EBF3-06D51AD1690B}"/>
                        </a:ext>
                      </a:extLst>
                    </p:cNvPr>
                    <p:cNvGrpSpPr/>
                    <p:nvPr/>
                  </p:nvGrpSpPr>
                  <p:grpSpPr>
                    <a:xfrm rot="7200000" flipH="1">
                      <a:off x="6434137" y="3977611"/>
                      <a:ext cx="303213" cy="303213"/>
                      <a:chOff x="5354637" y="3446463"/>
                      <a:chExt cx="214313" cy="214313"/>
                    </a:xfrm>
                  </p:grpSpPr>
                  <p:sp>
                    <p:nvSpPr>
                      <p:cNvPr id="9729" name="Arc 9728">
                        <a:extLst>
                          <a:ext uri="{FF2B5EF4-FFF2-40B4-BE49-F238E27FC236}">
                            <a16:creationId xmlns:a16="http://schemas.microsoft.com/office/drawing/2014/main" id="{F3091703-8A0A-30CA-9BD3-70F2E59B72F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730" name="Arc 9729">
                        <a:extLst>
                          <a:ext uri="{FF2B5EF4-FFF2-40B4-BE49-F238E27FC236}">
                            <a16:creationId xmlns:a16="http://schemas.microsoft.com/office/drawing/2014/main" id="{7BB45E00-3DD9-2909-64F1-3315C64F0BC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725" name="Group 9724">
                      <a:extLst>
                        <a:ext uri="{FF2B5EF4-FFF2-40B4-BE49-F238E27FC236}">
                          <a16:creationId xmlns:a16="http://schemas.microsoft.com/office/drawing/2014/main" id="{F5C93A73-2F4B-40BC-F742-E620B85A7F13}"/>
                        </a:ext>
                      </a:extLst>
                    </p:cNvPr>
                    <p:cNvGrpSpPr/>
                    <p:nvPr/>
                  </p:nvGrpSpPr>
                  <p:grpSpPr>
                    <a:xfrm rot="14400000" flipH="1">
                      <a:off x="6389147" y="3932622"/>
                      <a:ext cx="393192" cy="393192"/>
                      <a:chOff x="5354637" y="3446463"/>
                      <a:chExt cx="214313" cy="214313"/>
                    </a:xfrm>
                  </p:grpSpPr>
                  <p:sp>
                    <p:nvSpPr>
                      <p:cNvPr id="9727" name="Arc 9726">
                        <a:extLst>
                          <a:ext uri="{FF2B5EF4-FFF2-40B4-BE49-F238E27FC236}">
                            <a16:creationId xmlns:a16="http://schemas.microsoft.com/office/drawing/2014/main" id="{ECCD6707-5328-FF37-323A-46ECD14163B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728" name="Arc 9727">
                        <a:extLst>
                          <a:ext uri="{FF2B5EF4-FFF2-40B4-BE49-F238E27FC236}">
                            <a16:creationId xmlns:a16="http://schemas.microsoft.com/office/drawing/2014/main" id="{E20D99B2-CCD5-7CA1-E1F9-BF3147FBF7B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726" name="TextBox 9725">
                      <a:extLst>
                        <a:ext uri="{FF2B5EF4-FFF2-40B4-BE49-F238E27FC236}">
                          <a16:creationId xmlns:a16="http://schemas.microsoft.com/office/drawing/2014/main" id="{939D9E1D-F9A9-D8E6-D558-90E70B042242}"/>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672" name="Group 9671">
                  <a:extLst>
                    <a:ext uri="{FF2B5EF4-FFF2-40B4-BE49-F238E27FC236}">
                      <a16:creationId xmlns:a16="http://schemas.microsoft.com/office/drawing/2014/main" id="{03978F7F-EDD6-FBD0-C58F-ACA6ED4DCBA0}"/>
                    </a:ext>
                  </a:extLst>
                </p:cNvPr>
                <p:cNvGrpSpPr/>
                <p:nvPr/>
              </p:nvGrpSpPr>
              <p:grpSpPr>
                <a:xfrm>
                  <a:off x="6069086" y="3246228"/>
                  <a:ext cx="1019224" cy="991639"/>
                  <a:chOff x="5886431" y="3225768"/>
                  <a:chExt cx="1019224" cy="991639"/>
                </a:xfrm>
              </p:grpSpPr>
              <p:grpSp>
                <p:nvGrpSpPr>
                  <p:cNvPr id="9673" name="Group 9672">
                    <a:extLst>
                      <a:ext uri="{FF2B5EF4-FFF2-40B4-BE49-F238E27FC236}">
                        <a16:creationId xmlns:a16="http://schemas.microsoft.com/office/drawing/2014/main" id="{FFDA6B03-1700-ED0E-E85D-FEC9BC9F5E93}"/>
                      </a:ext>
                    </a:extLst>
                  </p:cNvPr>
                  <p:cNvGrpSpPr/>
                  <p:nvPr/>
                </p:nvGrpSpPr>
                <p:grpSpPr>
                  <a:xfrm>
                    <a:off x="6197413" y="3824215"/>
                    <a:ext cx="393192" cy="393192"/>
                    <a:chOff x="5265196" y="3357021"/>
                    <a:chExt cx="393192" cy="393192"/>
                  </a:xfrm>
                </p:grpSpPr>
                <p:grpSp>
                  <p:nvGrpSpPr>
                    <p:cNvPr id="9708" name="Group 9707">
                      <a:extLst>
                        <a:ext uri="{FF2B5EF4-FFF2-40B4-BE49-F238E27FC236}">
                          <a16:creationId xmlns:a16="http://schemas.microsoft.com/office/drawing/2014/main" id="{FA40CCC6-EF12-CE21-3BD4-93AF2268CC88}"/>
                        </a:ext>
                      </a:extLst>
                    </p:cNvPr>
                    <p:cNvGrpSpPr/>
                    <p:nvPr/>
                  </p:nvGrpSpPr>
                  <p:grpSpPr>
                    <a:xfrm rot="14400000">
                      <a:off x="5265196" y="3357021"/>
                      <a:ext cx="393192" cy="393192"/>
                      <a:chOff x="5354637" y="3446463"/>
                      <a:chExt cx="214313" cy="214313"/>
                    </a:xfrm>
                  </p:grpSpPr>
                  <p:sp>
                    <p:nvSpPr>
                      <p:cNvPr id="9717" name="Arc 9716">
                        <a:extLst>
                          <a:ext uri="{FF2B5EF4-FFF2-40B4-BE49-F238E27FC236}">
                            <a16:creationId xmlns:a16="http://schemas.microsoft.com/office/drawing/2014/main" id="{85087AEA-3FFC-6424-3011-E0EC0F297C3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718" name="Arc 9717">
                        <a:extLst>
                          <a:ext uri="{FF2B5EF4-FFF2-40B4-BE49-F238E27FC236}">
                            <a16:creationId xmlns:a16="http://schemas.microsoft.com/office/drawing/2014/main" id="{6E5FBABF-7E14-F27F-6256-168BCA45280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709" name="Group 9708">
                      <a:extLst>
                        <a:ext uri="{FF2B5EF4-FFF2-40B4-BE49-F238E27FC236}">
                          <a16:creationId xmlns:a16="http://schemas.microsoft.com/office/drawing/2014/main" id="{90DF2E4E-A93D-5C6E-FA44-E02ADC99DC74}"/>
                        </a:ext>
                      </a:extLst>
                    </p:cNvPr>
                    <p:cNvGrpSpPr/>
                    <p:nvPr/>
                  </p:nvGrpSpPr>
                  <p:grpSpPr>
                    <a:xfrm>
                      <a:off x="5310186" y="3402011"/>
                      <a:ext cx="303213" cy="303213"/>
                      <a:chOff x="5310186" y="3402011"/>
                      <a:chExt cx="303213" cy="303213"/>
                    </a:xfrm>
                  </p:grpSpPr>
                  <p:grpSp>
                    <p:nvGrpSpPr>
                      <p:cNvPr id="9710" name="Group 9709">
                        <a:extLst>
                          <a:ext uri="{FF2B5EF4-FFF2-40B4-BE49-F238E27FC236}">
                            <a16:creationId xmlns:a16="http://schemas.microsoft.com/office/drawing/2014/main" id="{BD493552-4540-AACF-4082-167F100F543B}"/>
                          </a:ext>
                        </a:extLst>
                      </p:cNvPr>
                      <p:cNvGrpSpPr/>
                      <p:nvPr/>
                    </p:nvGrpSpPr>
                    <p:grpSpPr>
                      <a:xfrm>
                        <a:off x="5354636" y="3446461"/>
                        <a:ext cx="214313" cy="214313"/>
                        <a:chOff x="5354637" y="3446463"/>
                        <a:chExt cx="214313" cy="214313"/>
                      </a:xfrm>
                    </p:grpSpPr>
                    <p:sp>
                      <p:nvSpPr>
                        <p:cNvPr id="9715" name="Arc 9714">
                          <a:extLst>
                            <a:ext uri="{FF2B5EF4-FFF2-40B4-BE49-F238E27FC236}">
                              <a16:creationId xmlns:a16="http://schemas.microsoft.com/office/drawing/2014/main" id="{4C83E10D-003F-D4DE-77F9-912E7C32DA6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716" name="Arc 9715">
                          <a:extLst>
                            <a:ext uri="{FF2B5EF4-FFF2-40B4-BE49-F238E27FC236}">
                              <a16:creationId xmlns:a16="http://schemas.microsoft.com/office/drawing/2014/main" id="{9D628B48-F012-C884-F65F-25DFB1ED80F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711" name="Group 9710">
                        <a:extLst>
                          <a:ext uri="{FF2B5EF4-FFF2-40B4-BE49-F238E27FC236}">
                            <a16:creationId xmlns:a16="http://schemas.microsoft.com/office/drawing/2014/main" id="{043743C7-1C92-B8C1-1FCA-0A3B33EF4629}"/>
                          </a:ext>
                        </a:extLst>
                      </p:cNvPr>
                      <p:cNvGrpSpPr/>
                      <p:nvPr/>
                    </p:nvGrpSpPr>
                    <p:grpSpPr>
                      <a:xfrm rot="7200000">
                        <a:off x="5310186" y="3402011"/>
                        <a:ext cx="303213" cy="303213"/>
                        <a:chOff x="5354637" y="3446463"/>
                        <a:chExt cx="214313" cy="214313"/>
                      </a:xfrm>
                    </p:grpSpPr>
                    <p:sp>
                      <p:nvSpPr>
                        <p:cNvPr id="9713" name="Arc 9712">
                          <a:extLst>
                            <a:ext uri="{FF2B5EF4-FFF2-40B4-BE49-F238E27FC236}">
                              <a16:creationId xmlns:a16="http://schemas.microsoft.com/office/drawing/2014/main" id="{38315D3B-8BC5-A35E-DF4E-6B877194086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714" name="Arc 9713">
                          <a:extLst>
                            <a:ext uri="{FF2B5EF4-FFF2-40B4-BE49-F238E27FC236}">
                              <a16:creationId xmlns:a16="http://schemas.microsoft.com/office/drawing/2014/main" id="{EAAA10AC-0B69-B2FE-48B7-A26525FFD1F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712" name="TextBox 9711">
                        <a:extLst>
                          <a:ext uri="{FF2B5EF4-FFF2-40B4-BE49-F238E27FC236}">
                            <a16:creationId xmlns:a16="http://schemas.microsoft.com/office/drawing/2014/main" id="{129FD912-9816-FA00-FAC2-4D27556F3DAA}"/>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674" name="Group 9673">
                    <a:extLst>
                      <a:ext uri="{FF2B5EF4-FFF2-40B4-BE49-F238E27FC236}">
                        <a16:creationId xmlns:a16="http://schemas.microsoft.com/office/drawing/2014/main" id="{F79BC005-B515-8D52-05E8-80953B0CB1E2}"/>
                      </a:ext>
                    </a:extLst>
                  </p:cNvPr>
                  <p:cNvGrpSpPr/>
                  <p:nvPr/>
                </p:nvGrpSpPr>
                <p:grpSpPr>
                  <a:xfrm>
                    <a:off x="5886431" y="3525040"/>
                    <a:ext cx="393192" cy="393192"/>
                    <a:chOff x="5265196" y="3932619"/>
                    <a:chExt cx="393192" cy="393192"/>
                  </a:xfrm>
                </p:grpSpPr>
                <p:grpSp>
                  <p:nvGrpSpPr>
                    <p:cNvPr id="9698" name="Group 9697">
                      <a:extLst>
                        <a:ext uri="{FF2B5EF4-FFF2-40B4-BE49-F238E27FC236}">
                          <a16:creationId xmlns:a16="http://schemas.microsoft.com/office/drawing/2014/main" id="{E13898F0-3B65-F09C-B5BC-F72A6F198F39}"/>
                        </a:ext>
                      </a:extLst>
                    </p:cNvPr>
                    <p:cNvGrpSpPr/>
                    <p:nvPr/>
                  </p:nvGrpSpPr>
                  <p:grpSpPr>
                    <a:xfrm>
                      <a:off x="5354636" y="4022061"/>
                      <a:ext cx="214313" cy="214313"/>
                      <a:chOff x="5354637" y="3446463"/>
                      <a:chExt cx="214313" cy="214313"/>
                    </a:xfrm>
                  </p:grpSpPr>
                  <p:sp>
                    <p:nvSpPr>
                      <p:cNvPr id="9706" name="Arc 9705">
                        <a:extLst>
                          <a:ext uri="{FF2B5EF4-FFF2-40B4-BE49-F238E27FC236}">
                            <a16:creationId xmlns:a16="http://schemas.microsoft.com/office/drawing/2014/main" id="{E8878FEA-38E8-E952-80EC-CC293A2BD24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707" name="Arc 9706">
                        <a:extLst>
                          <a:ext uri="{FF2B5EF4-FFF2-40B4-BE49-F238E27FC236}">
                            <a16:creationId xmlns:a16="http://schemas.microsoft.com/office/drawing/2014/main" id="{52BF6808-1178-04AE-9178-CFD4216B788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699" name="Group 9698">
                      <a:extLst>
                        <a:ext uri="{FF2B5EF4-FFF2-40B4-BE49-F238E27FC236}">
                          <a16:creationId xmlns:a16="http://schemas.microsoft.com/office/drawing/2014/main" id="{79B87350-3705-FD21-3BFD-46002DF9F24A}"/>
                        </a:ext>
                      </a:extLst>
                    </p:cNvPr>
                    <p:cNvGrpSpPr/>
                    <p:nvPr/>
                  </p:nvGrpSpPr>
                  <p:grpSpPr>
                    <a:xfrm rot="14400000">
                      <a:off x="5310186" y="3977611"/>
                      <a:ext cx="303213" cy="303213"/>
                      <a:chOff x="5354637" y="3446463"/>
                      <a:chExt cx="214313" cy="214313"/>
                    </a:xfrm>
                  </p:grpSpPr>
                  <p:sp>
                    <p:nvSpPr>
                      <p:cNvPr id="9704" name="Arc 9703">
                        <a:extLst>
                          <a:ext uri="{FF2B5EF4-FFF2-40B4-BE49-F238E27FC236}">
                            <a16:creationId xmlns:a16="http://schemas.microsoft.com/office/drawing/2014/main" id="{5BABDC66-B387-18D7-6DF0-A6F72C99E90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705" name="Arc 9704">
                        <a:extLst>
                          <a:ext uri="{FF2B5EF4-FFF2-40B4-BE49-F238E27FC236}">
                            <a16:creationId xmlns:a16="http://schemas.microsoft.com/office/drawing/2014/main" id="{ECA01A1E-D432-BBDA-E3BF-D7BCACD6F1B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700" name="Group 9699">
                      <a:extLst>
                        <a:ext uri="{FF2B5EF4-FFF2-40B4-BE49-F238E27FC236}">
                          <a16:creationId xmlns:a16="http://schemas.microsoft.com/office/drawing/2014/main" id="{DDFA49E2-14D2-44D7-05C0-33384AE33867}"/>
                        </a:ext>
                      </a:extLst>
                    </p:cNvPr>
                    <p:cNvGrpSpPr/>
                    <p:nvPr/>
                  </p:nvGrpSpPr>
                  <p:grpSpPr>
                    <a:xfrm rot="7200000">
                      <a:off x="5265196" y="3932619"/>
                      <a:ext cx="393192" cy="393192"/>
                      <a:chOff x="5354637" y="3446463"/>
                      <a:chExt cx="214313" cy="214313"/>
                    </a:xfrm>
                  </p:grpSpPr>
                  <p:sp>
                    <p:nvSpPr>
                      <p:cNvPr id="9702" name="Arc 9701">
                        <a:extLst>
                          <a:ext uri="{FF2B5EF4-FFF2-40B4-BE49-F238E27FC236}">
                            <a16:creationId xmlns:a16="http://schemas.microsoft.com/office/drawing/2014/main" id="{A6A8C0A4-2923-7DEB-27FC-2B747E6C5D8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703" name="Arc 9702">
                        <a:extLst>
                          <a:ext uri="{FF2B5EF4-FFF2-40B4-BE49-F238E27FC236}">
                            <a16:creationId xmlns:a16="http://schemas.microsoft.com/office/drawing/2014/main" id="{BEC2F6BB-F07E-2A0E-5A19-A364D831074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701" name="TextBox 9700">
                      <a:extLst>
                        <a:ext uri="{FF2B5EF4-FFF2-40B4-BE49-F238E27FC236}">
                          <a16:creationId xmlns:a16="http://schemas.microsoft.com/office/drawing/2014/main" id="{6385B8D8-9919-921E-C93A-C3C3DCA4DEE8}"/>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9675" name="Group 9674">
                    <a:extLst>
                      <a:ext uri="{FF2B5EF4-FFF2-40B4-BE49-F238E27FC236}">
                        <a16:creationId xmlns:a16="http://schemas.microsoft.com/office/drawing/2014/main" id="{D4C16173-BBCC-C3D9-175C-0207B7F3A4B4}"/>
                      </a:ext>
                    </a:extLst>
                  </p:cNvPr>
                  <p:cNvGrpSpPr/>
                  <p:nvPr/>
                </p:nvGrpSpPr>
                <p:grpSpPr>
                  <a:xfrm>
                    <a:off x="6512463" y="3525040"/>
                    <a:ext cx="393192" cy="393192"/>
                    <a:chOff x="6389147" y="3357021"/>
                    <a:chExt cx="393192" cy="393192"/>
                  </a:xfrm>
                </p:grpSpPr>
                <p:grpSp>
                  <p:nvGrpSpPr>
                    <p:cNvPr id="9687" name="Group 9686">
                      <a:extLst>
                        <a:ext uri="{FF2B5EF4-FFF2-40B4-BE49-F238E27FC236}">
                          <a16:creationId xmlns:a16="http://schemas.microsoft.com/office/drawing/2014/main" id="{81DC3FC6-AE2F-3CFE-265D-DB015EAAC60A}"/>
                        </a:ext>
                      </a:extLst>
                    </p:cNvPr>
                    <p:cNvGrpSpPr/>
                    <p:nvPr/>
                  </p:nvGrpSpPr>
                  <p:grpSpPr>
                    <a:xfrm rot="7200000" flipH="1">
                      <a:off x="6389147" y="3357021"/>
                      <a:ext cx="393192" cy="393192"/>
                      <a:chOff x="5354637" y="3446463"/>
                      <a:chExt cx="214313" cy="214313"/>
                    </a:xfrm>
                  </p:grpSpPr>
                  <p:sp>
                    <p:nvSpPr>
                      <p:cNvPr id="9696" name="Arc 9695">
                        <a:extLst>
                          <a:ext uri="{FF2B5EF4-FFF2-40B4-BE49-F238E27FC236}">
                            <a16:creationId xmlns:a16="http://schemas.microsoft.com/office/drawing/2014/main" id="{C19956BC-4CAC-304C-2653-796ECBA5229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697" name="Arc 9696">
                        <a:extLst>
                          <a:ext uri="{FF2B5EF4-FFF2-40B4-BE49-F238E27FC236}">
                            <a16:creationId xmlns:a16="http://schemas.microsoft.com/office/drawing/2014/main" id="{16AF312B-AC9D-BBDB-3C7B-06D1C700DA2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688" name="Group 9687">
                      <a:extLst>
                        <a:ext uri="{FF2B5EF4-FFF2-40B4-BE49-F238E27FC236}">
                          <a16:creationId xmlns:a16="http://schemas.microsoft.com/office/drawing/2014/main" id="{00D4B3D4-B407-3F57-E036-D01CFE26D826}"/>
                        </a:ext>
                      </a:extLst>
                    </p:cNvPr>
                    <p:cNvGrpSpPr/>
                    <p:nvPr/>
                  </p:nvGrpSpPr>
                  <p:grpSpPr>
                    <a:xfrm>
                      <a:off x="6434137" y="3402011"/>
                      <a:ext cx="303213" cy="303213"/>
                      <a:chOff x="6434137" y="3402011"/>
                      <a:chExt cx="303213" cy="303213"/>
                    </a:xfrm>
                  </p:grpSpPr>
                  <p:grpSp>
                    <p:nvGrpSpPr>
                      <p:cNvPr id="9689" name="Group 9688">
                        <a:extLst>
                          <a:ext uri="{FF2B5EF4-FFF2-40B4-BE49-F238E27FC236}">
                            <a16:creationId xmlns:a16="http://schemas.microsoft.com/office/drawing/2014/main" id="{612ACCC6-30D8-0E7C-3B78-CBDA0F93EA4E}"/>
                          </a:ext>
                        </a:extLst>
                      </p:cNvPr>
                      <p:cNvGrpSpPr/>
                      <p:nvPr/>
                    </p:nvGrpSpPr>
                    <p:grpSpPr>
                      <a:xfrm flipH="1">
                        <a:off x="6478587" y="3446461"/>
                        <a:ext cx="214313" cy="214313"/>
                        <a:chOff x="5354637" y="3446463"/>
                        <a:chExt cx="214313" cy="214313"/>
                      </a:xfrm>
                    </p:grpSpPr>
                    <p:sp>
                      <p:nvSpPr>
                        <p:cNvPr id="9694" name="Arc 9693">
                          <a:extLst>
                            <a:ext uri="{FF2B5EF4-FFF2-40B4-BE49-F238E27FC236}">
                              <a16:creationId xmlns:a16="http://schemas.microsoft.com/office/drawing/2014/main" id="{FBB3630B-5CF4-8C4D-C4E2-629CE4FB60A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695" name="Arc 9694">
                          <a:extLst>
                            <a:ext uri="{FF2B5EF4-FFF2-40B4-BE49-F238E27FC236}">
                              <a16:creationId xmlns:a16="http://schemas.microsoft.com/office/drawing/2014/main" id="{8B65D719-A5DB-858F-9287-5C494CB48D0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690" name="Group 9689">
                        <a:extLst>
                          <a:ext uri="{FF2B5EF4-FFF2-40B4-BE49-F238E27FC236}">
                            <a16:creationId xmlns:a16="http://schemas.microsoft.com/office/drawing/2014/main" id="{9B72EBCB-046E-0348-46A5-58125C5A9DAE}"/>
                          </a:ext>
                        </a:extLst>
                      </p:cNvPr>
                      <p:cNvGrpSpPr/>
                      <p:nvPr/>
                    </p:nvGrpSpPr>
                    <p:grpSpPr>
                      <a:xfrm rot="14400000" flipH="1">
                        <a:off x="6434137" y="3402011"/>
                        <a:ext cx="303213" cy="303213"/>
                        <a:chOff x="5354637" y="3446463"/>
                        <a:chExt cx="214313" cy="214313"/>
                      </a:xfrm>
                    </p:grpSpPr>
                    <p:sp>
                      <p:nvSpPr>
                        <p:cNvPr id="9692" name="Arc 9691">
                          <a:extLst>
                            <a:ext uri="{FF2B5EF4-FFF2-40B4-BE49-F238E27FC236}">
                              <a16:creationId xmlns:a16="http://schemas.microsoft.com/office/drawing/2014/main" id="{24C3D96B-402A-8939-C62A-8EBDE99B257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693" name="Arc 9692">
                          <a:extLst>
                            <a:ext uri="{FF2B5EF4-FFF2-40B4-BE49-F238E27FC236}">
                              <a16:creationId xmlns:a16="http://schemas.microsoft.com/office/drawing/2014/main" id="{CFD64D59-4BB5-9C80-8E06-8D2F73AD556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691" name="TextBox 9690">
                        <a:extLst>
                          <a:ext uri="{FF2B5EF4-FFF2-40B4-BE49-F238E27FC236}">
                            <a16:creationId xmlns:a16="http://schemas.microsoft.com/office/drawing/2014/main" id="{8B6AA240-E96C-7645-3F8B-046E55E4F544}"/>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676" name="Group 9675">
                    <a:extLst>
                      <a:ext uri="{FF2B5EF4-FFF2-40B4-BE49-F238E27FC236}">
                        <a16:creationId xmlns:a16="http://schemas.microsoft.com/office/drawing/2014/main" id="{7A974395-C521-15C4-6203-79EB3271C500}"/>
                      </a:ext>
                    </a:extLst>
                  </p:cNvPr>
                  <p:cNvGrpSpPr/>
                  <p:nvPr/>
                </p:nvGrpSpPr>
                <p:grpSpPr>
                  <a:xfrm>
                    <a:off x="6197413" y="3225768"/>
                    <a:ext cx="393192" cy="393192"/>
                    <a:chOff x="6389147" y="3932622"/>
                    <a:chExt cx="393192" cy="393192"/>
                  </a:xfrm>
                </p:grpSpPr>
                <p:grpSp>
                  <p:nvGrpSpPr>
                    <p:cNvPr id="9677" name="Group 9676">
                      <a:extLst>
                        <a:ext uri="{FF2B5EF4-FFF2-40B4-BE49-F238E27FC236}">
                          <a16:creationId xmlns:a16="http://schemas.microsoft.com/office/drawing/2014/main" id="{59DFBFEA-B53B-1799-CEBD-4BD213F8AF26}"/>
                        </a:ext>
                      </a:extLst>
                    </p:cNvPr>
                    <p:cNvGrpSpPr/>
                    <p:nvPr/>
                  </p:nvGrpSpPr>
                  <p:grpSpPr>
                    <a:xfrm flipH="1">
                      <a:off x="6478587" y="4022061"/>
                      <a:ext cx="214313" cy="214313"/>
                      <a:chOff x="5354637" y="3446463"/>
                      <a:chExt cx="214313" cy="214313"/>
                    </a:xfrm>
                  </p:grpSpPr>
                  <p:sp>
                    <p:nvSpPr>
                      <p:cNvPr id="9685" name="Arc 9684">
                        <a:extLst>
                          <a:ext uri="{FF2B5EF4-FFF2-40B4-BE49-F238E27FC236}">
                            <a16:creationId xmlns:a16="http://schemas.microsoft.com/office/drawing/2014/main" id="{986EC565-4814-68E0-4AC6-0336901C78D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686" name="Arc 9685">
                        <a:extLst>
                          <a:ext uri="{FF2B5EF4-FFF2-40B4-BE49-F238E27FC236}">
                            <a16:creationId xmlns:a16="http://schemas.microsoft.com/office/drawing/2014/main" id="{156D8BBF-AFAC-38A8-AEA6-491EE9679FA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678" name="Group 9677">
                      <a:extLst>
                        <a:ext uri="{FF2B5EF4-FFF2-40B4-BE49-F238E27FC236}">
                          <a16:creationId xmlns:a16="http://schemas.microsoft.com/office/drawing/2014/main" id="{826FA598-8450-4501-6200-BC69124185CD}"/>
                        </a:ext>
                      </a:extLst>
                    </p:cNvPr>
                    <p:cNvGrpSpPr/>
                    <p:nvPr/>
                  </p:nvGrpSpPr>
                  <p:grpSpPr>
                    <a:xfrm rot="7200000" flipH="1">
                      <a:off x="6434137" y="3977611"/>
                      <a:ext cx="303213" cy="303213"/>
                      <a:chOff x="5354637" y="3446463"/>
                      <a:chExt cx="214313" cy="214313"/>
                    </a:xfrm>
                  </p:grpSpPr>
                  <p:sp>
                    <p:nvSpPr>
                      <p:cNvPr id="9683" name="Arc 9682">
                        <a:extLst>
                          <a:ext uri="{FF2B5EF4-FFF2-40B4-BE49-F238E27FC236}">
                            <a16:creationId xmlns:a16="http://schemas.microsoft.com/office/drawing/2014/main" id="{817C61B5-064F-EAC5-A3C3-B841A38612F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684" name="Arc 9683">
                        <a:extLst>
                          <a:ext uri="{FF2B5EF4-FFF2-40B4-BE49-F238E27FC236}">
                            <a16:creationId xmlns:a16="http://schemas.microsoft.com/office/drawing/2014/main" id="{5E6AF860-571E-F31C-86B6-6968E6997C4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679" name="Group 9678">
                      <a:extLst>
                        <a:ext uri="{FF2B5EF4-FFF2-40B4-BE49-F238E27FC236}">
                          <a16:creationId xmlns:a16="http://schemas.microsoft.com/office/drawing/2014/main" id="{E82F75F1-AB5E-3480-A939-77C98D21B92E}"/>
                        </a:ext>
                      </a:extLst>
                    </p:cNvPr>
                    <p:cNvGrpSpPr/>
                    <p:nvPr/>
                  </p:nvGrpSpPr>
                  <p:grpSpPr>
                    <a:xfrm rot="14400000" flipH="1">
                      <a:off x="6389147" y="3932622"/>
                      <a:ext cx="393192" cy="393192"/>
                      <a:chOff x="5354637" y="3446463"/>
                      <a:chExt cx="214313" cy="214313"/>
                    </a:xfrm>
                  </p:grpSpPr>
                  <p:sp>
                    <p:nvSpPr>
                      <p:cNvPr id="9681" name="Arc 9680">
                        <a:extLst>
                          <a:ext uri="{FF2B5EF4-FFF2-40B4-BE49-F238E27FC236}">
                            <a16:creationId xmlns:a16="http://schemas.microsoft.com/office/drawing/2014/main" id="{54D5A441-F167-5FAF-F160-509E8ECCD6D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682" name="Arc 9681">
                        <a:extLst>
                          <a:ext uri="{FF2B5EF4-FFF2-40B4-BE49-F238E27FC236}">
                            <a16:creationId xmlns:a16="http://schemas.microsoft.com/office/drawing/2014/main" id="{73176152-4867-B8D0-D5C3-270AA2B3313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680" name="TextBox 9679">
                      <a:extLst>
                        <a:ext uri="{FF2B5EF4-FFF2-40B4-BE49-F238E27FC236}">
                          <a16:creationId xmlns:a16="http://schemas.microsoft.com/office/drawing/2014/main" id="{DAEF87B6-0325-17B5-2E5A-D7FCFD1F0401}"/>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9576" name="Group 9575">
                <a:extLst>
                  <a:ext uri="{FF2B5EF4-FFF2-40B4-BE49-F238E27FC236}">
                    <a16:creationId xmlns:a16="http://schemas.microsoft.com/office/drawing/2014/main" id="{CE88E2BF-90E1-7074-E4E9-5E61451FC055}"/>
                  </a:ext>
                </a:extLst>
              </p:cNvPr>
              <p:cNvGrpSpPr/>
              <p:nvPr/>
            </p:nvGrpSpPr>
            <p:grpSpPr>
              <a:xfrm>
                <a:off x="6065340" y="2039507"/>
                <a:ext cx="1643204" cy="1593124"/>
                <a:chOff x="5445106" y="2644743"/>
                <a:chExt cx="1643204" cy="1593124"/>
              </a:xfrm>
            </p:grpSpPr>
            <p:grpSp>
              <p:nvGrpSpPr>
                <p:cNvPr id="9577" name="Group 9576">
                  <a:extLst>
                    <a:ext uri="{FF2B5EF4-FFF2-40B4-BE49-F238E27FC236}">
                      <a16:creationId xmlns:a16="http://schemas.microsoft.com/office/drawing/2014/main" id="{1F350D38-BC9C-18B3-9973-30DEB90A3407}"/>
                    </a:ext>
                  </a:extLst>
                </p:cNvPr>
                <p:cNvGrpSpPr/>
                <p:nvPr/>
              </p:nvGrpSpPr>
              <p:grpSpPr>
                <a:xfrm>
                  <a:off x="5445106" y="2644743"/>
                  <a:ext cx="1019224" cy="991639"/>
                  <a:chOff x="5886431" y="3225768"/>
                  <a:chExt cx="1019224" cy="991639"/>
                </a:xfrm>
              </p:grpSpPr>
              <p:grpSp>
                <p:nvGrpSpPr>
                  <p:cNvPr id="9625" name="Group 9624">
                    <a:extLst>
                      <a:ext uri="{FF2B5EF4-FFF2-40B4-BE49-F238E27FC236}">
                        <a16:creationId xmlns:a16="http://schemas.microsoft.com/office/drawing/2014/main" id="{3338BEC4-F331-99DE-FB0D-7F5735AAA2F8}"/>
                      </a:ext>
                    </a:extLst>
                  </p:cNvPr>
                  <p:cNvGrpSpPr/>
                  <p:nvPr/>
                </p:nvGrpSpPr>
                <p:grpSpPr>
                  <a:xfrm>
                    <a:off x="6197413" y="3824215"/>
                    <a:ext cx="393192" cy="393192"/>
                    <a:chOff x="5265196" y="3357021"/>
                    <a:chExt cx="393192" cy="393192"/>
                  </a:xfrm>
                </p:grpSpPr>
                <p:grpSp>
                  <p:nvGrpSpPr>
                    <p:cNvPr id="9660" name="Group 9659">
                      <a:extLst>
                        <a:ext uri="{FF2B5EF4-FFF2-40B4-BE49-F238E27FC236}">
                          <a16:creationId xmlns:a16="http://schemas.microsoft.com/office/drawing/2014/main" id="{F132E32E-6CDF-050D-954F-AE59FF17CB44}"/>
                        </a:ext>
                      </a:extLst>
                    </p:cNvPr>
                    <p:cNvGrpSpPr/>
                    <p:nvPr/>
                  </p:nvGrpSpPr>
                  <p:grpSpPr>
                    <a:xfrm rot="14400000">
                      <a:off x="5265196" y="3357021"/>
                      <a:ext cx="393192" cy="393192"/>
                      <a:chOff x="5354637" y="3446463"/>
                      <a:chExt cx="214313" cy="214313"/>
                    </a:xfrm>
                  </p:grpSpPr>
                  <p:sp>
                    <p:nvSpPr>
                      <p:cNvPr id="9669" name="Arc 9668">
                        <a:extLst>
                          <a:ext uri="{FF2B5EF4-FFF2-40B4-BE49-F238E27FC236}">
                            <a16:creationId xmlns:a16="http://schemas.microsoft.com/office/drawing/2014/main" id="{D3FDFC93-0495-1C06-0791-26E7A1BCE07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670" name="Arc 9669">
                        <a:extLst>
                          <a:ext uri="{FF2B5EF4-FFF2-40B4-BE49-F238E27FC236}">
                            <a16:creationId xmlns:a16="http://schemas.microsoft.com/office/drawing/2014/main" id="{4FAEB6A4-A35E-6C44-166C-5D783561695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661" name="Group 9660">
                      <a:extLst>
                        <a:ext uri="{FF2B5EF4-FFF2-40B4-BE49-F238E27FC236}">
                          <a16:creationId xmlns:a16="http://schemas.microsoft.com/office/drawing/2014/main" id="{FCDAC991-CAFC-1B7F-3300-C8188EF739E7}"/>
                        </a:ext>
                      </a:extLst>
                    </p:cNvPr>
                    <p:cNvGrpSpPr/>
                    <p:nvPr/>
                  </p:nvGrpSpPr>
                  <p:grpSpPr>
                    <a:xfrm>
                      <a:off x="5310186" y="3402011"/>
                      <a:ext cx="303213" cy="303213"/>
                      <a:chOff x="5310186" y="3402011"/>
                      <a:chExt cx="303213" cy="303213"/>
                    </a:xfrm>
                  </p:grpSpPr>
                  <p:grpSp>
                    <p:nvGrpSpPr>
                      <p:cNvPr id="9662" name="Group 9661">
                        <a:extLst>
                          <a:ext uri="{FF2B5EF4-FFF2-40B4-BE49-F238E27FC236}">
                            <a16:creationId xmlns:a16="http://schemas.microsoft.com/office/drawing/2014/main" id="{A2755D9F-FD5B-A8FC-228C-E0571FF84826}"/>
                          </a:ext>
                        </a:extLst>
                      </p:cNvPr>
                      <p:cNvGrpSpPr/>
                      <p:nvPr/>
                    </p:nvGrpSpPr>
                    <p:grpSpPr>
                      <a:xfrm>
                        <a:off x="5354636" y="3446461"/>
                        <a:ext cx="214313" cy="214313"/>
                        <a:chOff x="5354637" y="3446463"/>
                        <a:chExt cx="214313" cy="214313"/>
                      </a:xfrm>
                    </p:grpSpPr>
                    <p:sp>
                      <p:nvSpPr>
                        <p:cNvPr id="9667" name="Arc 9666">
                          <a:extLst>
                            <a:ext uri="{FF2B5EF4-FFF2-40B4-BE49-F238E27FC236}">
                              <a16:creationId xmlns:a16="http://schemas.microsoft.com/office/drawing/2014/main" id="{F314C67E-7961-04B7-552A-CF4A456B5A0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668" name="Arc 9667">
                          <a:extLst>
                            <a:ext uri="{FF2B5EF4-FFF2-40B4-BE49-F238E27FC236}">
                              <a16:creationId xmlns:a16="http://schemas.microsoft.com/office/drawing/2014/main" id="{437FBC6B-7483-0781-4FEF-BCA65CB490C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663" name="Group 9662">
                        <a:extLst>
                          <a:ext uri="{FF2B5EF4-FFF2-40B4-BE49-F238E27FC236}">
                            <a16:creationId xmlns:a16="http://schemas.microsoft.com/office/drawing/2014/main" id="{DA3C1622-F765-A155-1BB5-C9FA37D4E91A}"/>
                          </a:ext>
                        </a:extLst>
                      </p:cNvPr>
                      <p:cNvGrpSpPr/>
                      <p:nvPr/>
                    </p:nvGrpSpPr>
                    <p:grpSpPr>
                      <a:xfrm rot="7200000">
                        <a:off x="5310186" y="3402011"/>
                        <a:ext cx="303213" cy="303213"/>
                        <a:chOff x="5354637" y="3446463"/>
                        <a:chExt cx="214313" cy="214313"/>
                      </a:xfrm>
                    </p:grpSpPr>
                    <p:sp>
                      <p:nvSpPr>
                        <p:cNvPr id="9665" name="Arc 9664">
                          <a:extLst>
                            <a:ext uri="{FF2B5EF4-FFF2-40B4-BE49-F238E27FC236}">
                              <a16:creationId xmlns:a16="http://schemas.microsoft.com/office/drawing/2014/main" id="{91EFE812-8CAD-94DA-A31F-629DC36E641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666" name="Arc 9665">
                          <a:extLst>
                            <a:ext uri="{FF2B5EF4-FFF2-40B4-BE49-F238E27FC236}">
                              <a16:creationId xmlns:a16="http://schemas.microsoft.com/office/drawing/2014/main" id="{C2473EAD-FE2B-7C07-6927-1A555FE7630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664" name="TextBox 9663">
                        <a:extLst>
                          <a:ext uri="{FF2B5EF4-FFF2-40B4-BE49-F238E27FC236}">
                            <a16:creationId xmlns:a16="http://schemas.microsoft.com/office/drawing/2014/main" id="{8928C7B1-F3E7-6C31-CB35-182AEEE872D2}"/>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626" name="Group 9625">
                    <a:extLst>
                      <a:ext uri="{FF2B5EF4-FFF2-40B4-BE49-F238E27FC236}">
                        <a16:creationId xmlns:a16="http://schemas.microsoft.com/office/drawing/2014/main" id="{7D12CE3D-5149-E650-FA17-FC32983FE5E0}"/>
                      </a:ext>
                    </a:extLst>
                  </p:cNvPr>
                  <p:cNvGrpSpPr/>
                  <p:nvPr/>
                </p:nvGrpSpPr>
                <p:grpSpPr>
                  <a:xfrm>
                    <a:off x="5886431" y="3525040"/>
                    <a:ext cx="393192" cy="393192"/>
                    <a:chOff x="5265196" y="3932619"/>
                    <a:chExt cx="393192" cy="393192"/>
                  </a:xfrm>
                </p:grpSpPr>
                <p:grpSp>
                  <p:nvGrpSpPr>
                    <p:cNvPr id="9650" name="Group 9649">
                      <a:extLst>
                        <a:ext uri="{FF2B5EF4-FFF2-40B4-BE49-F238E27FC236}">
                          <a16:creationId xmlns:a16="http://schemas.microsoft.com/office/drawing/2014/main" id="{A1C82F48-B07E-DC12-5CCD-335EA3F649AB}"/>
                        </a:ext>
                      </a:extLst>
                    </p:cNvPr>
                    <p:cNvGrpSpPr/>
                    <p:nvPr/>
                  </p:nvGrpSpPr>
                  <p:grpSpPr>
                    <a:xfrm>
                      <a:off x="5354636" y="4022061"/>
                      <a:ext cx="214313" cy="214313"/>
                      <a:chOff x="5354637" y="3446463"/>
                      <a:chExt cx="214313" cy="214313"/>
                    </a:xfrm>
                  </p:grpSpPr>
                  <p:sp>
                    <p:nvSpPr>
                      <p:cNvPr id="9658" name="Arc 9657">
                        <a:extLst>
                          <a:ext uri="{FF2B5EF4-FFF2-40B4-BE49-F238E27FC236}">
                            <a16:creationId xmlns:a16="http://schemas.microsoft.com/office/drawing/2014/main" id="{9B662F1B-1CAD-D9AF-9561-62F991F71EA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659" name="Arc 9658">
                        <a:extLst>
                          <a:ext uri="{FF2B5EF4-FFF2-40B4-BE49-F238E27FC236}">
                            <a16:creationId xmlns:a16="http://schemas.microsoft.com/office/drawing/2014/main" id="{E107443C-10BA-8743-42E9-BD0C3794B46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651" name="Group 9650">
                      <a:extLst>
                        <a:ext uri="{FF2B5EF4-FFF2-40B4-BE49-F238E27FC236}">
                          <a16:creationId xmlns:a16="http://schemas.microsoft.com/office/drawing/2014/main" id="{606D71C0-02EB-A67A-1688-B4F8673BF20B}"/>
                        </a:ext>
                      </a:extLst>
                    </p:cNvPr>
                    <p:cNvGrpSpPr/>
                    <p:nvPr/>
                  </p:nvGrpSpPr>
                  <p:grpSpPr>
                    <a:xfrm rot="14400000">
                      <a:off x="5310186" y="3977611"/>
                      <a:ext cx="303213" cy="303213"/>
                      <a:chOff x="5354637" y="3446463"/>
                      <a:chExt cx="214313" cy="214313"/>
                    </a:xfrm>
                  </p:grpSpPr>
                  <p:sp>
                    <p:nvSpPr>
                      <p:cNvPr id="9656" name="Arc 9655">
                        <a:extLst>
                          <a:ext uri="{FF2B5EF4-FFF2-40B4-BE49-F238E27FC236}">
                            <a16:creationId xmlns:a16="http://schemas.microsoft.com/office/drawing/2014/main" id="{A7887B6C-B01D-6945-ADF9-8F33D7B57E1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657" name="Arc 9656">
                        <a:extLst>
                          <a:ext uri="{FF2B5EF4-FFF2-40B4-BE49-F238E27FC236}">
                            <a16:creationId xmlns:a16="http://schemas.microsoft.com/office/drawing/2014/main" id="{3E1B1A39-EC3A-8A24-5731-0614364D425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652" name="Group 9651">
                      <a:extLst>
                        <a:ext uri="{FF2B5EF4-FFF2-40B4-BE49-F238E27FC236}">
                          <a16:creationId xmlns:a16="http://schemas.microsoft.com/office/drawing/2014/main" id="{7073C8AE-524C-2ADA-A898-FA66EA49FFEB}"/>
                        </a:ext>
                      </a:extLst>
                    </p:cNvPr>
                    <p:cNvGrpSpPr/>
                    <p:nvPr/>
                  </p:nvGrpSpPr>
                  <p:grpSpPr>
                    <a:xfrm rot="7200000">
                      <a:off x="5265196" y="3932619"/>
                      <a:ext cx="393192" cy="393192"/>
                      <a:chOff x="5354637" y="3446463"/>
                      <a:chExt cx="214313" cy="214313"/>
                    </a:xfrm>
                  </p:grpSpPr>
                  <p:sp>
                    <p:nvSpPr>
                      <p:cNvPr id="9654" name="Arc 9653">
                        <a:extLst>
                          <a:ext uri="{FF2B5EF4-FFF2-40B4-BE49-F238E27FC236}">
                            <a16:creationId xmlns:a16="http://schemas.microsoft.com/office/drawing/2014/main" id="{D1C4211D-B641-879E-8AF7-2A42D02893F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655" name="Arc 9654">
                        <a:extLst>
                          <a:ext uri="{FF2B5EF4-FFF2-40B4-BE49-F238E27FC236}">
                            <a16:creationId xmlns:a16="http://schemas.microsoft.com/office/drawing/2014/main" id="{34F3EA41-6753-CDBF-0053-78A00592F01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653" name="TextBox 9652">
                      <a:extLst>
                        <a:ext uri="{FF2B5EF4-FFF2-40B4-BE49-F238E27FC236}">
                          <a16:creationId xmlns:a16="http://schemas.microsoft.com/office/drawing/2014/main" id="{95D6BE7F-01E5-9ED7-4F31-0682ADAEDCB0}"/>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9627" name="Group 9626">
                    <a:extLst>
                      <a:ext uri="{FF2B5EF4-FFF2-40B4-BE49-F238E27FC236}">
                        <a16:creationId xmlns:a16="http://schemas.microsoft.com/office/drawing/2014/main" id="{D45C20DF-79D3-4C19-84E6-F3EDC758E99B}"/>
                      </a:ext>
                    </a:extLst>
                  </p:cNvPr>
                  <p:cNvGrpSpPr/>
                  <p:nvPr/>
                </p:nvGrpSpPr>
                <p:grpSpPr>
                  <a:xfrm>
                    <a:off x="6512463" y="3525040"/>
                    <a:ext cx="393192" cy="393192"/>
                    <a:chOff x="6389147" y="3357021"/>
                    <a:chExt cx="393192" cy="393192"/>
                  </a:xfrm>
                </p:grpSpPr>
                <p:grpSp>
                  <p:nvGrpSpPr>
                    <p:cNvPr id="9639" name="Group 9638">
                      <a:extLst>
                        <a:ext uri="{FF2B5EF4-FFF2-40B4-BE49-F238E27FC236}">
                          <a16:creationId xmlns:a16="http://schemas.microsoft.com/office/drawing/2014/main" id="{1385B393-DFE3-3A6D-2293-39A8A695E3B6}"/>
                        </a:ext>
                      </a:extLst>
                    </p:cNvPr>
                    <p:cNvGrpSpPr/>
                    <p:nvPr/>
                  </p:nvGrpSpPr>
                  <p:grpSpPr>
                    <a:xfrm rot="7200000" flipH="1">
                      <a:off x="6389147" y="3357021"/>
                      <a:ext cx="393192" cy="393192"/>
                      <a:chOff x="5354637" y="3446463"/>
                      <a:chExt cx="214313" cy="214313"/>
                    </a:xfrm>
                  </p:grpSpPr>
                  <p:sp>
                    <p:nvSpPr>
                      <p:cNvPr id="9648" name="Arc 9647">
                        <a:extLst>
                          <a:ext uri="{FF2B5EF4-FFF2-40B4-BE49-F238E27FC236}">
                            <a16:creationId xmlns:a16="http://schemas.microsoft.com/office/drawing/2014/main" id="{C14E100D-1C25-2F17-31B7-8F75E9A644E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649" name="Arc 9648">
                        <a:extLst>
                          <a:ext uri="{FF2B5EF4-FFF2-40B4-BE49-F238E27FC236}">
                            <a16:creationId xmlns:a16="http://schemas.microsoft.com/office/drawing/2014/main" id="{F96A2453-F804-B859-2CFF-9D052B38FB9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640" name="Group 9639">
                      <a:extLst>
                        <a:ext uri="{FF2B5EF4-FFF2-40B4-BE49-F238E27FC236}">
                          <a16:creationId xmlns:a16="http://schemas.microsoft.com/office/drawing/2014/main" id="{0A0E06F6-2031-817D-5725-9487ACEF0FE8}"/>
                        </a:ext>
                      </a:extLst>
                    </p:cNvPr>
                    <p:cNvGrpSpPr/>
                    <p:nvPr/>
                  </p:nvGrpSpPr>
                  <p:grpSpPr>
                    <a:xfrm>
                      <a:off x="6434137" y="3402011"/>
                      <a:ext cx="303213" cy="303213"/>
                      <a:chOff x="6434137" y="3402011"/>
                      <a:chExt cx="303213" cy="303213"/>
                    </a:xfrm>
                  </p:grpSpPr>
                  <p:grpSp>
                    <p:nvGrpSpPr>
                      <p:cNvPr id="9641" name="Group 9640">
                        <a:extLst>
                          <a:ext uri="{FF2B5EF4-FFF2-40B4-BE49-F238E27FC236}">
                            <a16:creationId xmlns:a16="http://schemas.microsoft.com/office/drawing/2014/main" id="{7819DEFC-7400-623F-73CC-99E728778A73}"/>
                          </a:ext>
                        </a:extLst>
                      </p:cNvPr>
                      <p:cNvGrpSpPr/>
                      <p:nvPr/>
                    </p:nvGrpSpPr>
                    <p:grpSpPr>
                      <a:xfrm flipH="1">
                        <a:off x="6478587" y="3446461"/>
                        <a:ext cx="214313" cy="214313"/>
                        <a:chOff x="5354637" y="3446463"/>
                        <a:chExt cx="214313" cy="214313"/>
                      </a:xfrm>
                    </p:grpSpPr>
                    <p:sp>
                      <p:nvSpPr>
                        <p:cNvPr id="9646" name="Arc 9645">
                          <a:extLst>
                            <a:ext uri="{FF2B5EF4-FFF2-40B4-BE49-F238E27FC236}">
                              <a16:creationId xmlns:a16="http://schemas.microsoft.com/office/drawing/2014/main" id="{C9F68455-3653-0C68-2A3D-65D958FBC07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647" name="Arc 9646">
                          <a:extLst>
                            <a:ext uri="{FF2B5EF4-FFF2-40B4-BE49-F238E27FC236}">
                              <a16:creationId xmlns:a16="http://schemas.microsoft.com/office/drawing/2014/main" id="{DAAF89C2-B6D8-CAFC-00A1-D72BF7F2632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642" name="Group 9641">
                        <a:extLst>
                          <a:ext uri="{FF2B5EF4-FFF2-40B4-BE49-F238E27FC236}">
                            <a16:creationId xmlns:a16="http://schemas.microsoft.com/office/drawing/2014/main" id="{8AA1CAFA-9C02-015E-B347-476DCFF4F8D2}"/>
                          </a:ext>
                        </a:extLst>
                      </p:cNvPr>
                      <p:cNvGrpSpPr/>
                      <p:nvPr/>
                    </p:nvGrpSpPr>
                    <p:grpSpPr>
                      <a:xfrm rot="14400000" flipH="1">
                        <a:off x="6434137" y="3402011"/>
                        <a:ext cx="303213" cy="303213"/>
                        <a:chOff x="5354637" y="3446463"/>
                        <a:chExt cx="214313" cy="214313"/>
                      </a:xfrm>
                    </p:grpSpPr>
                    <p:sp>
                      <p:nvSpPr>
                        <p:cNvPr id="9644" name="Arc 9643">
                          <a:extLst>
                            <a:ext uri="{FF2B5EF4-FFF2-40B4-BE49-F238E27FC236}">
                              <a16:creationId xmlns:a16="http://schemas.microsoft.com/office/drawing/2014/main" id="{5544CFFA-0F73-CEC1-FF52-2B89B0BFC53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645" name="Arc 9644">
                          <a:extLst>
                            <a:ext uri="{FF2B5EF4-FFF2-40B4-BE49-F238E27FC236}">
                              <a16:creationId xmlns:a16="http://schemas.microsoft.com/office/drawing/2014/main" id="{32A4EAAA-043A-62C7-0BC6-A858ED8D517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643" name="TextBox 9642">
                        <a:extLst>
                          <a:ext uri="{FF2B5EF4-FFF2-40B4-BE49-F238E27FC236}">
                            <a16:creationId xmlns:a16="http://schemas.microsoft.com/office/drawing/2014/main" id="{2C1DBD68-F279-6ED9-40F4-FB305AFB550B}"/>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628" name="Group 9627">
                    <a:extLst>
                      <a:ext uri="{FF2B5EF4-FFF2-40B4-BE49-F238E27FC236}">
                        <a16:creationId xmlns:a16="http://schemas.microsoft.com/office/drawing/2014/main" id="{A3924A2F-58D6-CBE3-C597-CCD8EE6086F1}"/>
                      </a:ext>
                    </a:extLst>
                  </p:cNvPr>
                  <p:cNvGrpSpPr/>
                  <p:nvPr/>
                </p:nvGrpSpPr>
                <p:grpSpPr>
                  <a:xfrm>
                    <a:off x="6197413" y="3225768"/>
                    <a:ext cx="393192" cy="393192"/>
                    <a:chOff x="6389147" y="3932622"/>
                    <a:chExt cx="393192" cy="393192"/>
                  </a:xfrm>
                </p:grpSpPr>
                <p:grpSp>
                  <p:nvGrpSpPr>
                    <p:cNvPr id="9629" name="Group 9628">
                      <a:extLst>
                        <a:ext uri="{FF2B5EF4-FFF2-40B4-BE49-F238E27FC236}">
                          <a16:creationId xmlns:a16="http://schemas.microsoft.com/office/drawing/2014/main" id="{994CFD2D-C53D-AC39-9ADC-AB7D75FE8D7E}"/>
                        </a:ext>
                      </a:extLst>
                    </p:cNvPr>
                    <p:cNvGrpSpPr/>
                    <p:nvPr/>
                  </p:nvGrpSpPr>
                  <p:grpSpPr>
                    <a:xfrm flipH="1">
                      <a:off x="6478587" y="4022061"/>
                      <a:ext cx="214313" cy="214313"/>
                      <a:chOff x="5354637" y="3446463"/>
                      <a:chExt cx="214313" cy="214313"/>
                    </a:xfrm>
                  </p:grpSpPr>
                  <p:sp>
                    <p:nvSpPr>
                      <p:cNvPr id="9637" name="Arc 9636">
                        <a:extLst>
                          <a:ext uri="{FF2B5EF4-FFF2-40B4-BE49-F238E27FC236}">
                            <a16:creationId xmlns:a16="http://schemas.microsoft.com/office/drawing/2014/main" id="{402987AB-D780-0401-BA4A-E8F3F0DE5FA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638" name="Arc 9637">
                        <a:extLst>
                          <a:ext uri="{FF2B5EF4-FFF2-40B4-BE49-F238E27FC236}">
                            <a16:creationId xmlns:a16="http://schemas.microsoft.com/office/drawing/2014/main" id="{CE0B2D37-C444-E3BC-8A0B-CA8A45A7126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630" name="Group 9629">
                      <a:extLst>
                        <a:ext uri="{FF2B5EF4-FFF2-40B4-BE49-F238E27FC236}">
                          <a16:creationId xmlns:a16="http://schemas.microsoft.com/office/drawing/2014/main" id="{4474FB56-EA14-5666-FB24-2DABC0BED860}"/>
                        </a:ext>
                      </a:extLst>
                    </p:cNvPr>
                    <p:cNvGrpSpPr/>
                    <p:nvPr/>
                  </p:nvGrpSpPr>
                  <p:grpSpPr>
                    <a:xfrm rot="7200000" flipH="1">
                      <a:off x="6434137" y="3977611"/>
                      <a:ext cx="303213" cy="303213"/>
                      <a:chOff x="5354637" y="3446463"/>
                      <a:chExt cx="214313" cy="214313"/>
                    </a:xfrm>
                  </p:grpSpPr>
                  <p:sp>
                    <p:nvSpPr>
                      <p:cNvPr id="9635" name="Arc 9634">
                        <a:extLst>
                          <a:ext uri="{FF2B5EF4-FFF2-40B4-BE49-F238E27FC236}">
                            <a16:creationId xmlns:a16="http://schemas.microsoft.com/office/drawing/2014/main" id="{4ECCF7A2-E2AC-F7D7-84F1-64679FB3269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636" name="Arc 9635">
                        <a:extLst>
                          <a:ext uri="{FF2B5EF4-FFF2-40B4-BE49-F238E27FC236}">
                            <a16:creationId xmlns:a16="http://schemas.microsoft.com/office/drawing/2014/main" id="{025F06D7-B571-8B21-EF0F-DBB01BAE042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631" name="Group 9630">
                      <a:extLst>
                        <a:ext uri="{FF2B5EF4-FFF2-40B4-BE49-F238E27FC236}">
                          <a16:creationId xmlns:a16="http://schemas.microsoft.com/office/drawing/2014/main" id="{B0869BDE-1F8C-841E-454A-058D58C677D7}"/>
                        </a:ext>
                      </a:extLst>
                    </p:cNvPr>
                    <p:cNvGrpSpPr/>
                    <p:nvPr/>
                  </p:nvGrpSpPr>
                  <p:grpSpPr>
                    <a:xfrm rot="14400000" flipH="1">
                      <a:off x="6389147" y="3932622"/>
                      <a:ext cx="393192" cy="393192"/>
                      <a:chOff x="5354637" y="3446463"/>
                      <a:chExt cx="214313" cy="214313"/>
                    </a:xfrm>
                  </p:grpSpPr>
                  <p:sp>
                    <p:nvSpPr>
                      <p:cNvPr id="9633" name="Arc 9632">
                        <a:extLst>
                          <a:ext uri="{FF2B5EF4-FFF2-40B4-BE49-F238E27FC236}">
                            <a16:creationId xmlns:a16="http://schemas.microsoft.com/office/drawing/2014/main" id="{88B8D164-0F00-18EE-894D-1130E873B9C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634" name="Arc 9633">
                        <a:extLst>
                          <a:ext uri="{FF2B5EF4-FFF2-40B4-BE49-F238E27FC236}">
                            <a16:creationId xmlns:a16="http://schemas.microsoft.com/office/drawing/2014/main" id="{22C0137B-DD08-1265-A85C-1B194C6F989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632" name="TextBox 9631">
                      <a:extLst>
                        <a:ext uri="{FF2B5EF4-FFF2-40B4-BE49-F238E27FC236}">
                          <a16:creationId xmlns:a16="http://schemas.microsoft.com/office/drawing/2014/main" id="{69569716-D8C8-C2D3-CC6F-76082F64CB6B}"/>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578" name="Group 9577">
                  <a:extLst>
                    <a:ext uri="{FF2B5EF4-FFF2-40B4-BE49-F238E27FC236}">
                      <a16:creationId xmlns:a16="http://schemas.microsoft.com/office/drawing/2014/main" id="{C7D79040-6E81-F97D-5918-2491B868D414}"/>
                    </a:ext>
                  </a:extLst>
                </p:cNvPr>
                <p:cNvGrpSpPr/>
                <p:nvPr/>
              </p:nvGrpSpPr>
              <p:grpSpPr>
                <a:xfrm>
                  <a:off x="6069086" y="3246228"/>
                  <a:ext cx="1019224" cy="991639"/>
                  <a:chOff x="5886431" y="3225768"/>
                  <a:chExt cx="1019224" cy="991639"/>
                </a:xfrm>
              </p:grpSpPr>
              <p:grpSp>
                <p:nvGrpSpPr>
                  <p:cNvPr id="9579" name="Group 9578">
                    <a:extLst>
                      <a:ext uri="{FF2B5EF4-FFF2-40B4-BE49-F238E27FC236}">
                        <a16:creationId xmlns:a16="http://schemas.microsoft.com/office/drawing/2014/main" id="{71606804-680D-6767-9F6F-A3E2996222F9}"/>
                      </a:ext>
                    </a:extLst>
                  </p:cNvPr>
                  <p:cNvGrpSpPr/>
                  <p:nvPr/>
                </p:nvGrpSpPr>
                <p:grpSpPr>
                  <a:xfrm>
                    <a:off x="6197413" y="3824215"/>
                    <a:ext cx="393192" cy="393192"/>
                    <a:chOff x="5265196" y="3357021"/>
                    <a:chExt cx="393192" cy="393192"/>
                  </a:xfrm>
                </p:grpSpPr>
                <p:grpSp>
                  <p:nvGrpSpPr>
                    <p:cNvPr id="9614" name="Group 9613">
                      <a:extLst>
                        <a:ext uri="{FF2B5EF4-FFF2-40B4-BE49-F238E27FC236}">
                          <a16:creationId xmlns:a16="http://schemas.microsoft.com/office/drawing/2014/main" id="{56FC9222-44F4-A954-1BF2-9BDA2B6F0E95}"/>
                        </a:ext>
                      </a:extLst>
                    </p:cNvPr>
                    <p:cNvGrpSpPr/>
                    <p:nvPr/>
                  </p:nvGrpSpPr>
                  <p:grpSpPr>
                    <a:xfrm rot="14400000">
                      <a:off x="5265196" y="3357021"/>
                      <a:ext cx="393192" cy="393192"/>
                      <a:chOff x="5354637" y="3446463"/>
                      <a:chExt cx="214313" cy="214313"/>
                    </a:xfrm>
                  </p:grpSpPr>
                  <p:sp>
                    <p:nvSpPr>
                      <p:cNvPr id="9623" name="Arc 9622">
                        <a:extLst>
                          <a:ext uri="{FF2B5EF4-FFF2-40B4-BE49-F238E27FC236}">
                            <a16:creationId xmlns:a16="http://schemas.microsoft.com/office/drawing/2014/main" id="{2924D2B5-B67B-F648-7268-805FAF7CF6F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624" name="Arc 9623">
                        <a:extLst>
                          <a:ext uri="{FF2B5EF4-FFF2-40B4-BE49-F238E27FC236}">
                            <a16:creationId xmlns:a16="http://schemas.microsoft.com/office/drawing/2014/main" id="{6A83C8E7-C333-1B7F-0086-0804A27CAB2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615" name="Group 9614">
                      <a:extLst>
                        <a:ext uri="{FF2B5EF4-FFF2-40B4-BE49-F238E27FC236}">
                          <a16:creationId xmlns:a16="http://schemas.microsoft.com/office/drawing/2014/main" id="{78CE9483-69BF-C584-4659-2643B53B35BF}"/>
                        </a:ext>
                      </a:extLst>
                    </p:cNvPr>
                    <p:cNvGrpSpPr/>
                    <p:nvPr/>
                  </p:nvGrpSpPr>
                  <p:grpSpPr>
                    <a:xfrm>
                      <a:off x="5310186" y="3402011"/>
                      <a:ext cx="303213" cy="303213"/>
                      <a:chOff x="5310186" y="3402011"/>
                      <a:chExt cx="303213" cy="303213"/>
                    </a:xfrm>
                  </p:grpSpPr>
                  <p:grpSp>
                    <p:nvGrpSpPr>
                      <p:cNvPr id="9616" name="Group 9615">
                        <a:extLst>
                          <a:ext uri="{FF2B5EF4-FFF2-40B4-BE49-F238E27FC236}">
                            <a16:creationId xmlns:a16="http://schemas.microsoft.com/office/drawing/2014/main" id="{EFD11BB0-D096-999E-70D8-771835C3B515}"/>
                          </a:ext>
                        </a:extLst>
                      </p:cNvPr>
                      <p:cNvGrpSpPr/>
                      <p:nvPr/>
                    </p:nvGrpSpPr>
                    <p:grpSpPr>
                      <a:xfrm>
                        <a:off x="5354636" y="3446461"/>
                        <a:ext cx="214313" cy="214313"/>
                        <a:chOff x="5354637" y="3446463"/>
                        <a:chExt cx="214313" cy="214313"/>
                      </a:xfrm>
                    </p:grpSpPr>
                    <p:sp>
                      <p:nvSpPr>
                        <p:cNvPr id="9621" name="Arc 9620">
                          <a:extLst>
                            <a:ext uri="{FF2B5EF4-FFF2-40B4-BE49-F238E27FC236}">
                              <a16:creationId xmlns:a16="http://schemas.microsoft.com/office/drawing/2014/main" id="{92BEE084-7591-932B-23FB-A828919BD57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622" name="Arc 9621">
                          <a:extLst>
                            <a:ext uri="{FF2B5EF4-FFF2-40B4-BE49-F238E27FC236}">
                              <a16:creationId xmlns:a16="http://schemas.microsoft.com/office/drawing/2014/main" id="{043C614E-EEB5-D1A1-E3ED-5BC71BB3B6A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617" name="Group 9616">
                        <a:extLst>
                          <a:ext uri="{FF2B5EF4-FFF2-40B4-BE49-F238E27FC236}">
                            <a16:creationId xmlns:a16="http://schemas.microsoft.com/office/drawing/2014/main" id="{27A37B33-8E88-0461-A073-ACB7DD39861D}"/>
                          </a:ext>
                        </a:extLst>
                      </p:cNvPr>
                      <p:cNvGrpSpPr/>
                      <p:nvPr/>
                    </p:nvGrpSpPr>
                    <p:grpSpPr>
                      <a:xfrm rot="7200000">
                        <a:off x="5310186" y="3402011"/>
                        <a:ext cx="303213" cy="303213"/>
                        <a:chOff x="5354637" y="3446463"/>
                        <a:chExt cx="214313" cy="214313"/>
                      </a:xfrm>
                    </p:grpSpPr>
                    <p:sp>
                      <p:nvSpPr>
                        <p:cNvPr id="9619" name="Arc 9618">
                          <a:extLst>
                            <a:ext uri="{FF2B5EF4-FFF2-40B4-BE49-F238E27FC236}">
                              <a16:creationId xmlns:a16="http://schemas.microsoft.com/office/drawing/2014/main" id="{896F6142-C70D-89AA-7C4F-477B1A6DC0A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620" name="Arc 9619">
                          <a:extLst>
                            <a:ext uri="{FF2B5EF4-FFF2-40B4-BE49-F238E27FC236}">
                              <a16:creationId xmlns:a16="http://schemas.microsoft.com/office/drawing/2014/main" id="{356A4201-A6BB-A02C-B96E-598A2DE848E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618" name="TextBox 9617">
                        <a:extLst>
                          <a:ext uri="{FF2B5EF4-FFF2-40B4-BE49-F238E27FC236}">
                            <a16:creationId xmlns:a16="http://schemas.microsoft.com/office/drawing/2014/main" id="{EB0E90D2-EFDA-34D2-573A-3A8F72E3193A}"/>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580" name="Group 9579">
                    <a:extLst>
                      <a:ext uri="{FF2B5EF4-FFF2-40B4-BE49-F238E27FC236}">
                        <a16:creationId xmlns:a16="http://schemas.microsoft.com/office/drawing/2014/main" id="{A0CFD62E-E880-FA8A-4E4C-E65D6D18F59B}"/>
                      </a:ext>
                    </a:extLst>
                  </p:cNvPr>
                  <p:cNvGrpSpPr/>
                  <p:nvPr/>
                </p:nvGrpSpPr>
                <p:grpSpPr>
                  <a:xfrm>
                    <a:off x="5886431" y="3525040"/>
                    <a:ext cx="393192" cy="393192"/>
                    <a:chOff x="5265196" y="3932619"/>
                    <a:chExt cx="393192" cy="393192"/>
                  </a:xfrm>
                </p:grpSpPr>
                <p:grpSp>
                  <p:nvGrpSpPr>
                    <p:cNvPr id="9604" name="Group 9603">
                      <a:extLst>
                        <a:ext uri="{FF2B5EF4-FFF2-40B4-BE49-F238E27FC236}">
                          <a16:creationId xmlns:a16="http://schemas.microsoft.com/office/drawing/2014/main" id="{41B2F264-ABF6-7696-0D3B-0156F6DEFE40}"/>
                        </a:ext>
                      </a:extLst>
                    </p:cNvPr>
                    <p:cNvGrpSpPr/>
                    <p:nvPr/>
                  </p:nvGrpSpPr>
                  <p:grpSpPr>
                    <a:xfrm>
                      <a:off x="5354636" y="4022061"/>
                      <a:ext cx="214313" cy="214313"/>
                      <a:chOff x="5354637" y="3446463"/>
                      <a:chExt cx="214313" cy="214313"/>
                    </a:xfrm>
                  </p:grpSpPr>
                  <p:sp>
                    <p:nvSpPr>
                      <p:cNvPr id="9612" name="Arc 9611">
                        <a:extLst>
                          <a:ext uri="{FF2B5EF4-FFF2-40B4-BE49-F238E27FC236}">
                            <a16:creationId xmlns:a16="http://schemas.microsoft.com/office/drawing/2014/main" id="{D03317CE-FAE8-1A08-9B0F-D96EB6BC115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613" name="Arc 9612">
                        <a:extLst>
                          <a:ext uri="{FF2B5EF4-FFF2-40B4-BE49-F238E27FC236}">
                            <a16:creationId xmlns:a16="http://schemas.microsoft.com/office/drawing/2014/main" id="{11445C56-69BF-7FA3-3371-4007F1EB7B6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605" name="Group 9604">
                      <a:extLst>
                        <a:ext uri="{FF2B5EF4-FFF2-40B4-BE49-F238E27FC236}">
                          <a16:creationId xmlns:a16="http://schemas.microsoft.com/office/drawing/2014/main" id="{50067B9A-0CBF-2626-7AFE-79E804039B07}"/>
                        </a:ext>
                      </a:extLst>
                    </p:cNvPr>
                    <p:cNvGrpSpPr/>
                    <p:nvPr/>
                  </p:nvGrpSpPr>
                  <p:grpSpPr>
                    <a:xfrm rot="14400000">
                      <a:off x="5310186" y="3977611"/>
                      <a:ext cx="303213" cy="303213"/>
                      <a:chOff x="5354637" y="3446463"/>
                      <a:chExt cx="214313" cy="214313"/>
                    </a:xfrm>
                  </p:grpSpPr>
                  <p:sp>
                    <p:nvSpPr>
                      <p:cNvPr id="9610" name="Arc 9609">
                        <a:extLst>
                          <a:ext uri="{FF2B5EF4-FFF2-40B4-BE49-F238E27FC236}">
                            <a16:creationId xmlns:a16="http://schemas.microsoft.com/office/drawing/2014/main" id="{A38E9CD1-FCB0-3A1E-3C8D-BCAA365B783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611" name="Arc 9610">
                        <a:extLst>
                          <a:ext uri="{FF2B5EF4-FFF2-40B4-BE49-F238E27FC236}">
                            <a16:creationId xmlns:a16="http://schemas.microsoft.com/office/drawing/2014/main" id="{94408302-77D1-BEFD-ECA5-F889E31A107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606" name="Group 9605">
                      <a:extLst>
                        <a:ext uri="{FF2B5EF4-FFF2-40B4-BE49-F238E27FC236}">
                          <a16:creationId xmlns:a16="http://schemas.microsoft.com/office/drawing/2014/main" id="{1B832309-F92D-B574-D5AA-28791F4EFEA4}"/>
                        </a:ext>
                      </a:extLst>
                    </p:cNvPr>
                    <p:cNvGrpSpPr/>
                    <p:nvPr/>
                  </p:nvGrpSpPr>
                  <p:grpSpPr>
                    <a:xfrm rot="7200000">
                      <a:off x="5265196" y="3932619"/>
                      <a:ext cx="393192" cy="393192"/>
                      <a:chOff x="5354637" y="3446463"/>
                      <a:chExt cx="214313" cy="214313"/>
                    </a:xfrm>
                  </p:grpSpPr>
                  <p:sp>
                    <p:nvSpPr>
                      <p:cNvPr id="9608" name="Arc 9607">
                        <a:extLst>
                          <a:ext uri="{FF2B5EF4-FFF2-40B4-BE49-F238E27FC236}">
                            <a16:creationId xmlns:a16="http://schemas.microsoft.com/office/drawing/2014/main" id="{3BCE647F-9B77-79FC-75AA-540ACA80371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609" name="Arc 9608">
                        <a:extLst>
                          <a:ext uri="{FF2B5EF4-FFF2-40B4-BE49-F238E27FC236}">
                            <a16:creationId xmlns:a16="http://schemas.microsoft.com/office/drawing/2014/main" id="{365BD45B-E1BD-97C8-6502-3740A572EB4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607" name="TextBox 9606">
                      <a:extLst>
                        <a:ext uri="{FF2B5EF4-FFF2-40B4-BE49-F238E27FC236}">
                          <a16:creationId xmlns:a16="http://schemas.microsoft.com/office/drawing/2014/main" id="{CCCB0517-C778-3FC6-FF95-EC59D85B2FB3}"/>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9581" name="Group 9580">
                    <a:extLst>
                      <a:ext uri="{FF2B5EF4-FFF2-40B4-BE49-F238E27FC236}">
                        <a16:creationId xmlns:a16="http://schemas.microsoft.com/office/drawing/2014/main" id="{5ADBB46C-46F6-0C7B-F853-8C3EFEFF94F2}"/>
                      </a:ext>
                    </a:extLst>
                  </p:cNvPr>
                  <p:cNvGrpSpPr/>
                  <p:nvPr/>
                </p:nvGrpSpPr>
                <p:grpSpPr>
                  <a:xfrm>
                    <a:off x="6512463" y="3525040"/>
                    <a:ext cx="393192" cy="393192"/>
                    <a:chOff x="6389147" y="3357021"/>
                    <a:chExt cx="393192" cy="393192"/>
                  </a:xfrm>
                </p:grpSpPr>
                <p:grpSp>
                  <p:nvGrpSpPr>
                    <p:cNvPr id="9593" name="Group 9592">
                      <a:extLst>
                        <a:ext uri="{FF2B5EF4-FFF2-40B4-BE49-F238E27FC236}">
                          <a16:creationId xmlns:a16="http://schemas.microsoft.com/office/drawing/2014/main" id="{9632B243-567C-8621-6C3F-46B7C09B858C}"/>
                        </a:ext>
                      </a:extLst>
                    </p:cNvPr>
                    <p:cNvGrpSpPr/>
                    <p:nvPr/>
                  </p:nvGrpSpPr>
                  <p:grpSpPr>
                    <a:xfrm rot="7200000" flipH="1">
                      <a:off x="6389147" y="3357021"/>
                      <a:ext cx="393192" cy="393192"/>
                      <a:chOff x="5354637" y="3446463"/>
                      <a:chExt cx="214313" cy="214313"/>
                    </a:xfrm>
                  </p:grpSpPr>
                  <p:sp>
                    <p:nvSpPr>
                      <p:cNvPr id="9602" name="Arc 9601">
                        <a:extLst>
                          <a:ext uri="{FF2B5EF4-FFF2-40B4-BE49-F238E27FC236}">
                            <a16:creationId xmlns:a16="http://schemas.microsoft.com/office/drawing/2014/main" id="{99DD5562-3802-489B-76C4-43CC248C785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603" name="Arc 9602">
                        <a:extLst>
                          <a:ext uri="{FF2B5EF4-FFF2-40B4-BE49-F238E27FC236}">
                            <a16:creationId xmlns:a16="http://schemas.microsoft.com/office/drawing/2014/main" id="{00934081-66D8-D7EB-D933-712A9659B5E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594" name="Group 9593">
                      <a:extLst>
                        <a:ext uri="{FF2B5EF4-FFF2-40B4-BE49-F238E27FC236}">
                          <a16:creationId xmlns:a16="http://schemas.microsoft.com/office/drawing/2014/main" id="{0F04C422-D299-DA22-9400-97A78476D832}"/>
                        </a:ext>
                      </a:extLst>
                    </p:cNvPr>
                    <p:cNvGrpSpPr/>
                    <p:nvPr/>
                  </p:nvGrpSpPr>
                  <p:grpSpPr>
                    <a:xfrm>
                      <a:off x="6434137" y="3402011"/>
                      <a:ext cx="303213" cy="303213"/>
                      <a:chOff x="6434137" y="3402011"/>
                      <a:chExt cx="303213" cy="303213"/>
                    </a:xfrm>
                  </p:grpSpPr>
                  <p:grpSp>
                    <p:nvGrpSpPr>
                      <p:cNvPr id="9595" name="Group 9594">
                        <a:extLst>
                          <a:ext uri="{FF2B5EF4-FFF2-40B4-BE49-F238E27FC236}">
                            <a16:creationId xmlns:a16="http://schemas.microsoft.com/office/drawing/2014/main" id="{6D66061E-1FAC-C577-8FCA-48336CC6F1DD}"/>
                          </a:ext>
                        </a:extLst>
                      </p:cNvPr>
                      <p:cNvGrpSpPr/>
                      <p:nvPr/>
                    </p:nvGrpSpPr>
                    <p:grpSpPr>
                      <a:xfrm flipH="1">
                        <a:off x="6478587" y="3446461"/>
                        <a:ext cx="214313" cy="214313"/>
                        <a:chOff x="5354637" y="3446463"/>
                        <a:chExt cx="214313" cy="214313"/>
                      </a:xfrm>
                    </p:grpSpPr>
                    <p:sp>
                      <p:nvSpPr>
                        <p:cNvPr id="9600" name="Arc 9599">
                          <a:extLst>
                            <a:ext uri="{FF2B5EF4-FFF2-40B4-BE49-F238E27FC236}">
                              <a16:creationId xmlns:a16="http://schemas.microsoft.com/office/drawing/2014/main" id="{92DF0AAE-F4CD-1B64-5112-C8822A8F516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601" name="Arc 9600">
                          <a:extLst>
                            <a:ext uri="{FF2B5EF4-FFF2-40B4-BE49-F238E27FC236}">
                              <a16:creationId xmlns:a16="http://schemas.microsoft.com/office/drawing/2014/main" id="{C149A6D2-EB37-3B0C-3639-00D903A35A9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596" name="Group 9595">
                        <a:extLst>
                          <a:ext uri="{FF2B5EF4-FFF2-40B4-BE49-F238E27FC236}">
                            <a16:creationId xmlns:a16="http://schemas.microsoft.com/office/drawing/2014/main" id="{25DAF7D3-371E-F151-4045-FC58660B3AB8}"/>
                          </a:ext>
                        </a:extLst>
                      </p:cNvPr>
                      <p:cNvGrpSpPr/>
                      <p:nvPr/>
                    </p:nvGrpSpPr>
                    <p:grpSpPr>
                      <a:xfrm rot="14400000" flipH="1">
                        <a:off x="6434137" y="3402011"/>
                        <a:ext cx="303213" cy="303213"/>
                        <a:chOff x="5354637" y="3446463"/>
                        <a:chExt cx="214313" cy="214313"/>
                      </a:xfrm>
                    </p:grpSpPr>
                    <p:sp>
                      <p:nvSpPr>
                        <p:cNvPr id="9598" name="Arc 9597">
                          <a:extLst>
                            <a:ext uri="{FF2B5EF4-FFF2-40B4-BE49-F238E27FC236}">
                              <a16:creationId xmlns:a16="http://schemas.microsoft.com/office/drawing/2014/main" id="{3A57FD86-5265-5066-BC46-45BD35BA54D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599" name="Arc 9598">
                          <a:extLst>
                            <a:ext uri="{FF2B5EF4-FFF2-40B4-BE49-F238E27FC236}">
                              <a16:creationId xmlns:a16="http://schemas.microsoft.com/office/drawing/2014/main" id="{6AAF9C97-4B31-A2C5-8376-0849372B76C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597" name="TextBox 9596">
                        <a:extLst>
                          <a:ext uri="{FF2B5EF4-FFF2-40B4-BE49-F238E27FC236}">
                            <a16:creationId xmlns:a16="http://schemas.microsoft.com/office/drawing/2014/main" id="{6BD26FEA-1A2B-07E1-7AF8-141760ABBBF6}"/>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582" name="Group 9581">
                    <a:extLst>
                      <a:ext uri="{FF2B5EF4-FFF2-40B4-BE49-F238E27FC236}">
                        <a16:creationId xmlns:a16="http://schemas.microsoft.com/office/drawing/2014/main" id="{39DE2E6A-DDA7-50F9-2CF5-6BF4CB44FE2F}"/>
                      </a:ext>
                    </a:extLst>
                  </p:cNvPr>
                  <p:cNvGrpSpPr/>
                  <p:nvPr/>
                </p:nvGrpSpPr>
                <p:grpSpPr>
                  <a:xfrm>
                    <a:off x="6197413" y="3225768"/>
                    <a:ext cx="393192" cy="393192"/>
                    <a:chOff x="6389147" y="3932622"/>
                    <a:chExt cx="393192" cy="393192"/>
                  </a:xfrm>
                </p:grpSpPr>
                <p:grpSp>
                  <p:nvGrpSpPr>
                    <p:cNvPr id="9583" name="Group 9582">
                      <a:extLst>
                        <a:ext uri="{FF2B5EF4-FFF2-40B4-BE49-F238E27FC236}">
                          <a16:creationId xmlns:a16="http://schemas.microsoft.com/office/drawing/2014/main" id="{9C51D1EE-BCF7-F498-CFD0-375362896657}"/>
                        </a:ext>
                      </a:extLst>
                    </p:cNvPr>
                    <p:cNvGrpSpPr/>
                    <p:nvPr/>
                  </p:nvGrpSpPr>
                  <p:grpSpPr>
                    <a:xfrm flipH="1">
                      <a:off x="6478587" y="4022061"/>
                      <a:ext cx="214313" cy="214313"/>
                      <a:chOff x="5354637" y="3446463"/>
                      <a:chExt cx="214313" cy="214313"/>
                    </a:xfrm>
                  </p:grpSpPr>
                  <p:sp>
                    <p:nvSpPr>
                      <p:cNvPr id="9591" name="Arc 9590">
                        <a:extLst>
                          <a:ext uri="{FF2B5EF4-FFF2-40B4-BE49-F238E27FC236}">
                            <a16:creationId xmlns:a16="http://schemas.microsoft.com/office/drawing/2014/main" id="{C63F5C93-F90D-9946-B48A-558FBCA66F7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592" name="Arc 9591">
                        <a:extLst>
                          <a:ext uri="{FF2B5EF4-FFF2-40B4-BE49-F238E27FC236}">
                            <a16:creationId xmlns:a16="http://schemas.microsoft.com/office/drawing/2014/main" id="{B5181A89-2DA7-F246-16DE-4B078E5B69D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584" name="Group 9583">
                      <a:extLst>
                        <a:ext uri="{FF2B5EF4-FFF2-40B4-BE49-F238E27FC236}">
                          <a16:creationId xmlns:a16="http://schemas.microsoft.com/office/drawing/2014/main" id="{73981CC2-F597-2B04-8F11-7F9C96AFAC60}"/>
                        </a:ext>
                      </a:extLst>
                    </p:cNvPr>
                    <p:cNvGrpSpPr/>
                    <p:nvPr/>
                  </p:nvGrpSpPr>
                  <p:grpSpPr>
                    <a:xfrm rot="7200000" flipH="1">
                      <a:off x="6434137" y="3977611"/>
                      <a:ext cx="303213" cy="303213"/>
                      <a:chOff x="5354637" y="3446463"/>
                      <a:chExt cx="214313" cy="214313"/>
                    </a:xfrm>
                  </p:grpSpPr>
                  <p:sp>
                    <p:nvSpPr>
                      <p:cNvPr id="9589" name="Arc 9588">
                        <a:extLst>
                          <a:ext uri="{FF2B5EF4-FFF2-40B4-BE49-F238E27FC236}">
                            <a16:creationId xmlns:a16="http://schemas.microsoft.com/office/drawing/2014/main" id="{712237E3-BC7D-A077-9C48-7C588D1B994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590" name="Arc 9589">
                        <a:extLst>
                          <a:ext uri="{FF2B5EF4-FFF2-40B4-BE49-F238E27FC236}">
                            <a16:creationId xmlns:a16="http://schemas.microsoft.com/office/drawing/2014/main" id="{E6330A85-16C7-C0FF-8F4C-269FB08D904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585" name="Group 9584">
                      <a:extLst>
                        <a:ext uri="{FF2B5EF4-FFF2-40B4-BE49-F238E27FC236}">
                          <a16:creationId xmlns:a16="http://schemas.microsoft.com/office/drawing/2014/main" id="{E2C71194-8979-3213-BEC7-E3B3FE4A3F4E}"/>
                        </a:ext>
                      </a:extLst>
                    </p:cNvPr>
                    <p:cNvGrpSpPr/>
                    <p:nvPr/>
                  </p:nvGrpSpPr>
                  <p:grpSpPr>
                    <a:xfrm rot="14400000" flipH="1">
                      <a:off x="6389147" y="3932622"/>
                      <a:ext cx="393192" cy="393192"/>
                      <a:chOff x="5354637" y="3446463"/>
                      <a:chExt cx="214313" cy="214313"/>
                    </a:xfrm>
                  </p:grpSpPr>
                  <p:sp>
                    <p:nvSpPr>
                      <p:cNvPr id="9587" name="Arc 9586">
                        <a:extLst>
                          <a:ext uri="{FF2B5EF4-FFF2-40B4-BE49-F238E27FC236}">
                            <a16:creationId xmlns:a16="http://schemas.microsoft.com/office/drawing/2014/main" id="{83FA8EF6-CBDB-E372-527D-FFA449DD653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588" name="Arc 9587">
                        <a:extLst>
                          <a:ext uri="{FF2B5EF4-FFF2-40B4-BE49-F238E27FC236}">
                            <a16:creationId xmlns:a16="http://schemas.microsoft.com/office/drawing/2014/main" id="{3A3C2413-637A-BC02-B722-50FC82AF9BD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586" name="TextBox 9585">
                      <a:extLst>
                        <a:ext uri="{FF2B5EF4-FFF2-40B4-BE49-F238E27FC236}">
                          <a16:creationId xmlns:a16="http://schemas.microsoft.com/office/drawing/2014/main" id="{F030B11B-FE81-10B0-74E7-24FDBB6A429A}"/>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9193" name="Group 9192">
              <a:extLst>
                <a:ext uri="{FF2B5EF4-FFF2-40B4-BE49-F238E27FC236}">
                  <a16:creationId xmlns:a16="http://schemas.microsoft.com/office/drawing/2014/main" id="{0C2D04C0-97B8-43C4-9D02-E874E5BE4070}"/>
                </a:ext>
              </a:extLst>
            </p:cNvPr>
            <p:cNvGrpSpPr/>
            <p:nvPr/>
          </p:nvGrpSpPr>
          <p:grpSpPr>
            <a:xfrm>
              <a:off x="1677244" y="638235"/>
              <a:ext cx="2263438" cy="2198360"/>
              <a:chOff x="5445106" y="2039507"/>
              <a:chExt cx="2263438" cy="2198360"/>
            </a:xfrm>
          </p:grpSpPr>
          <p:grpSp>
            <p:nvGrpSpPr>
              <p:cNvPr id="9385" name="Group 9384">
                <a:extLst>
                  <a:ext uri="{FF2B5EF4-FFF2-40B4-BE49-F238E27FC236}">
                    <a16:creationId xmlns:a16="http://schemas.microsoft.com/office/drawing/2014/main" id="{D56EF89C-ACEC-4094-6AEB-6CDB0824C413}"/>
                  </a:ext>
                </a:extLst>
              </p:cNvPr>
              <p:cNvGrpSpPr/>
              <p:nvPr/>
            </p:nvGrpSpPr>
            <p:grpSpPr>
              <a:xfrm>
                <a:off x="5445106" y="2644743"/>
                <a:ext cx="1643204" cy="1593124"/>
                <a:chOff x="5445106" y="2644743"/>
                <a:chExt cx="1643204" cy="1593124"/>
              </a:xfrm>
            </p:grpSpPr>
            <p:grpSp>
              <p:nvGrpSpPr>
                <p:cNvPr id="9481" name="Group 9480">
                  <a:extLst>
                    <a:ext uri="{FF2B5EF4-FFF2-40B4-BE49-F238E27FC236}">
                      <a16:creationId xmlns:a16="http://schemas.microsoft.com/office/drawing/2014/main" id="{3BD48033-18BB-2737-BCF0-483E689596E1}"/>
                    </a:ext>
                  </a:extLst>
                </p:cNvPr>
                <p:cNvGrpSpPr/>
                <p:nvPr/>
              </p:nvGrpSpPr>
              <p:grpSpPr>
                <a:xfrm>
                  <a:off x="5445106" y="2644743"/>
                  <a:ext cx="1019224" cy="991639"/>
                  <a:chOff x="5886431" y="3225768"/>
                  <a:chExt cx="1019224" cy="991639"/>
                </a:xfrm>
              </p:grpSpPr>
              <p:grpSp>
                <p:nvGrpSpPr>
                  <p:cNvPr id="9529" name="Group 9528">
                    <a:extLst>
                      <a:ext uri="{FF2B5EF4-FFF2-40B4-BE49-F238E27FC236}">
                        <a16:creationId xmlns:a16="http://schemas.microsoft.com/office/drawing/2014/main" id="{2EE85EBE-50AF-3F48-5266-C93A2AF6A18D}"/>
                      </a:ext>
                    </a:extLst>
                  </p:cNvPr>
                  <p:cNvGrpSpPr/>
                  <p:nvPr/>
                </p:nvGrpSpPr>
                <p:grpSpPr>
                  <a:xfrm>
                    <a:off x="6197413" y="3824215"/>
                    <a:ext cx="393192" cy="393192"/>
                    <a:chOff x="5265196" y="3357021"/>
                    <a:chExt cx="393192" cy="393192"/>
                  </a:xfrm>
                </p:grpSpPr>
                <p:grpSp>
                  <p:nvGrpSpPr>
                    <p:cNvPr id="9564" name="Group 9563">
                      <a:extLst>
                        <a:ext uri="{FF2B5EF4-FFF2-40B4-BE49-F238E27FC236}">
                          <a16:creationId xmlns:a16="http://schemas.microsoft.com/office/drawing/2014/main" id="{FC479C9C-B9F3-552E-98A9-D3B300F9F4EA}"/>
                        </a:ext>
                      </a:extLst>
                    </p:cNvPr>
                    <p:cNvGrpSpPr/>
                    <p:nvPr/>
                  </p:nvGrpSpPr>
                  <p:grpSpPr>
                    <a:xfrm rot="14400000">
                      <a:off x="5265196" y="3357021"/>
                      <a:ext cx="393192" cy="393192"/>
                      <a:chOff x="5354637" y="3446463"/>
                      <a:chExt cx="214313" cy="214313"/>
                    </a:xfrm>
                  </p:grpSpPr>
                  <p:sp>
                    <p:nvSpPr>
                      <p:cNvPr id="9573" name="Arc 9572">
                        <a:extLst>
                          <a:ext uri="{FF2B5EF4-FFF2-40B4-BE49-F238E27FC236}">
                            <a16:creationId xmlns:a16="http://schemas.microsoft.com/office/drawing/2014/main" id="{214DE112-AE97-F7E6-382D-F5B0510405B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574" name="Arc 9573">
                        <a:extLst>
                          <a:ext uri="{FF2B5EF4-FFF2-40B4-BE49-F238E27FC236}">
                            <a16:creationId xmlns:a16="http://schemas.microsoft.com/office/drawing/2014/main" id="{2ED64750-6E2F-3C04-F117-FE2FEBEEA78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565" name="Group 9564">
                      <a:extLst>
                        <a:ext uri="{FF2B5EF4-FFF2-40B4-BE49-F238E27FC236}">
                          <a16:creationId xmlns:a16="http://schemas.microsoft.com/office/drawing/2014/main" id="{D2B9C8D4-54C9-6EF4-A5F8-1A70CB97FBE2}"/>
                        </a:ext>
                      </a:extLst>
                    </p:cNvPr>
                    <p:cNvGrpSpPr/>
                    <p:nvPr/>
                  </p:nvGrpSpPr>
                  <p:grpSpPr>
                    <a:xfrm>
                      <a:off x="5310186" y="3402011"/>
                      <a:ext cx="303213" cy="303213"/>
                      <a:chOff x="5310186" y="3402011"/>
                      <a:chExt cx="303213" cy="303213"/>
                    </a:xfrm>
                  </p:grpSpPr>
                  <p:grpSp>
                    <p:nvGrpSpPr>
                      <p:cNvPr id="9566" name="Group 9565">
                        <a:extLst>
                          <a:ext uri="{FF2B5EF4-FFF2-40B4-BE49-F238E27FC236}">
                            <a16:creationId xmlns:a16="http://schemas.microsoft.com/office/drawing/2014/main" id="{F698F6E4-48FC-86FC-3131-33EBE9C76795}"/>
                          </a:ext>
                        </a:extLst>
                      </p:cNvPr>
                      <p:cNvGrpSpPr/>
                      <p:nvPr/>
                    </p:nvGrpSpPr>
                    <p:grpSpPr>
                      <a:xfrm>
                        <a:off x="5354636" y="3446461"/>
                        <a:ext cx="214313" cy="214313"/>
                        <a:chOff x="5354637" y="3446463"/>
                        <a:chExt cx="214313" cy="214313"/>
                      </a:xfrm>
                    </p:grpSpPr>
                    <p:sp>
                      <p:nvSpPr>
                        <p:cNvPr id="9571" name="Arc 9570">
                          <a:extLst>
                            <a:ext uri="{FF2B5EF4-FFF2-40B4-BE49-F238E27FC236}">
                              <a16:creationId xmlns:a16="http://schemas.microsoft.com/office/drawing/2014/main" id="{36EFB2C2-B2FC-1D4F-CDDD-6A95FD9A92E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572" name="Arc 9571">
                          <a:extLst>
                            <a:ext uri="{FF2B5EF4-FFF2-40B4-BE49-F238E27FC236}">
                              <a16:creationId xmlns:a16="http://schemas.microsoft.com/office/drawing/2014/main" id="{60140C23-C904-9B54-0E72-F22D11EC152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567" name="Group 9566">
                        <a:extLst>
                          <a:ext uri="{FF2B5EF4-FFF2-40B4-BE49-F238E27FC236}">
                            <a16:creationId xmlns:a16="http://schemas.microsoft.com/office/drawing/2014/main" id="{06443100-2B65-124F-452C-4C00D6C2E8C6}"/>
                          </a:ext>
                        </a:extLst>
                      </p:cNvPr>
                      <p:cNvGrpSpPr/>
                      <p:nvPr/>
                    </p:nvGrpSpPr>
                    <p:grpSpPr>
                      <a:xfrm rot="7200000">
                        <a:off x="5310186" y="3402011"/>
                        <a:ext cx="303213" cy="303213"/>
                        <a:chOff x="5354637" y="3446463"/>
                        <a:chExt cx="214313" cy="214313"/>
                      </a:xfrm>
                    </p:grpSpPr>
                    <p:sp>
                      <p:nvSpPr>
                        <p:cNvPr id="9569" name="Arc 9568">
                          <a:extLst>
                            <a:ext uri="{FF2B5EF4-FFF2-40B4-BE49-F238E27FC236}">
                              <a16:creationId xmlns:a16="http://schemas.microsoft.com/office/drawing/2014/main" id="{0019067B-2C78-928B-E6B6-5A0E180EEDB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570" name="Arc 9569">
                          <a:extLst>
                            <a:ext uri="{FF2B5EF4-FFF2-40B4-BE49-F238E27FC236}">
                              <a16:creationId xmlns:a16="http://schemas.microsoft.com/office/drawing/2014/main" id="{0C8128B9-E247-AB4D-9034-E352A16AF20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568" name="TextBox 9567">
                        <a:extLst>
                          <a:ext uri="{FF2B5EF4-FFF2-40B4-BE49-F238E27FC236}">
                            <a16:creationId xmlns:a16="http://schemas.microsoft.com/office/drawing/2014/main" id="{39AAE0F9-F703-721A-1E33-0BBA0B54179A}"/>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530" name="Group 9529">
                    <a:extLst>
                      <a:ext uri="{FF2B5EF4-FFF2-40B4-BE49-F238E27FC236}">
                        <a16:creationId xmlns:a16="http://schemas.microsoft.com/office/drawing/2014/main" id="{187EF38B-1641-096D-7FD4-84640A976E8A}"/>
                      </a:ext>
                    </a:extLst>
                  </p:cNvPr>
                  <p:cNvGrpSpPr/>
                  <p:nvPr/>
                </p:nvGrpSpPr>
                <p:grpSpPr>
                  <a:xfrm>
                    <a:off x="5886431" y="3525040"/>
                    <a:ext cx="393192" cy="393192"/>
                    <a:chOff x="5265196" y="3932619"/>
                    <a:chExt cx="393192" cy="393192"/>
                  </a:xfrm>
                </p:grpSpPr>
                <p:grpSp>
                  <p:nvGrpSpPr>
                    <p:cNvPr id="9554" name="Group 9553">
                      <a:extLst>
                        <a:ext uri="{FF2B5EF4-FFF2-40B4-BE49-F238E27FC236}">
                          <a16:creationId xmlns:a16="http://schemas.microsoft.com/office/drawing/2014/main" id="{20CFAFE9-94C4-DC3F-5873-E54D9C21B6EF}"/>
                        </a:ext>
                      </a:extLst>
                    </p:cNvPr>
                    <p:cNvGrpSpPr/>
                    <p:nvPr/>
                  </p:nvGrpSpPr>
                  <p:grpSpPr>
                    <a:xfrm>
                      <a:off x="5354636" y="4022061"/>
                      <a:ext cx="214313" cy="214313"/>
                      <a:chOff x="5354637" y="3446463"/>
                      <a:chExt cx="214313" cy="214313"/>
                    </a:xfrm>
                  </p:grpSpPr>
                  <p:sp>
                    <p:nvSpPr>
                      <p:cNvPr id="9562" name="Arc 9561">
                        <a:extLst>
                          <a:ext uri="{FF2B5EF4-FFF2-40B4-BE49-F238E27FC236}">
                            <a16:creationId xmlns:a16="http://schemas.microsoft.com/office/drawing/2014/main" id="{422F7468-6DDE-1DAA-5D81-891BAC76C8A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563" name="Arc 9562">
                        <a:extLst>
                          <a:ext uri="{FF2B5EF4-FFF2-40B4-BE49-F238E27FC236}">
                            <a16:creationId xmlns:a16="http://schemas.microsoft.com/office/drawing/2014/main" id="{FBC1EF40-F641-9F50-F386-C4E2590439B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555" name="Group 9554">
                      <a:extLst>
                        <a:ext uri="{FF2B5EF4-FFF2-40B4-BE49-F238E27FC236}">
                          <a16:creationId xmlns:a16="http://schemas.microsoft.com/office/drawing/2014/main" id="{58AE2780-D1E5-B670-0F69-B6F11C235181}"/>
                        </a:ext>
                      </a:extLst>
                    </p:cNvPr>
                    <p:cNvGrpSpPr/>
                    <p:nvPr/>
                  </p:nvGrpSpPr>
                  <p:grpSpPr>
                    <a:xfrm rot="14400000">
                      <a:off x="5310186" y="3977611"/>
                      <a:ext cx="303213" cy="303213"/>
                      <a:chOff x="5354637" y="3446463"/>
                      <a:chExt cx="214313" cy="214313"/>
                    </a:xfrm>
                  </p:grpSpPr>
                  <p:sp>
                    <p:nvSpPr>
                      <p:cNvPr id="9560" name="Arc 9559">
                        <a:extLst>
                          <a:ext uri="{FF2B5EF4-FFF2-40B4-BE49-F238E27FC236}">
                            <a16:creationId xmlns:a16="http://schemas.microsoft.com/office/drawing/2014/main" id="{ACDE032A-FFC9-DE19-3DDD-0FFE2B31AE1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561" name="Arc 9560">
                        <a:extLst>
                          <a:ext uri="{FF2B5EF4-FFF2-40B4-BE49-F238E27FC236}">
                            <a16:creationId xmlns:a16="http://schemas.microsoft.com/office/drawing/2014/main" id="{6D066A64-A9BF-C1E8-9869-1F7216825AE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556" name="Group 9555">
                      <a:extLst>
                        <a:ext uri="{FF2B5EF4-FFF2-40B4-BE49-F238E27FC236}">
                          <a16:creationId xmlns:a16="http://schemas.microsoft.com/office/drawing/2014/main" id="{2B3A0BD7-481F-03D2-C650-0B6F949B6FFA}"/>
                        </a:ext>
                      </a:extLst>
                    </p:cNvPr>
                    <p:cNvGrpSpPr/>
                    <p:nvPr/>
                  </p:nvGrpSpPr>
                  <p:grpSpPr>
                    <a:xfrm rot="7200000">
                      <a:off x="5265196" y="3932619"/>
                      <a:ext cx="393192" cy="393192"/>
                      <a:chOff x="5354637" y="3446463"/>
                      <a:chExt cx="214313" cy="214313"/>
                    </a:xfrm>
                  </p:grpSpPr>
                  <p:sp>
                    <p:nvSpPr>
                      <p:cNvPr id="9558" name="Arc 9557">
                        <a:extLst>
                          <a:ext uri="{FF2B5EF4-FFF2-40B4-BE49-F238E27FC236}">
                            <a16:creationId xmlns:a16="http://schemas.microsoft.com/office/drawing/2014/main" id="{F50DFAC9-279B-148C-090D-748BA780EDF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559" name="Arc 9558">
                        <a:extLst>
                          <a:ext uri="{FF2B5EF4-FFF2-40B4-BE49-F238E27FC236}">
                            <a16:creationId xmlns:a16="http://schemas.microsoft.com/office/drawing/2014/main" id="{AB907EFF-AEC0-814C-2FBF-6C184C5CA7A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557" name="TextBox 9556">
                      <a:extLst>
                        <a:ext uri="{FF2B5EF4-FFF2-40B4-BE49-F238E27FC236}">
                          <a16:creationId xmlns:a16="http://schemas.microsoft.com/office/drawing/2014/main" id="{F3C98599-DBE6-DA85-55B2-27DFB16620A7}"/>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9531" name="Group 9530">
                    <a:extLst>
                      <a:ext uri="{FF2B5EF4-FFF2-40B4-BE49-F238E27FC236}">
                        <a16:creationId xmlns:a16="http://schemas.microsoft.com/office/drawing/2014/main" id="{3B2C3843-C667-4F29-F517-BA090B559F1F}"/>
                      </a:ext>
                    </a:extLst>
                  </p:cNvPr>
                  <p:cNvGrpSpPr/>
                  <p:nvPr/>
                </p:nvGrpSpPr>
                <p:grpSpPr>
                  <a:xfrm>
                    <a:off x="6512463" y="3525040"/>
                    <a:ext cx="393192" cy="393192"/>
                    <a:chOff x="6389147" y="3357021"/>
                    <a:chExt cx="393192" cy="393192"/>
                  </a:xfrm>
                </p:grpSpPr>
                <p:grpSp>
                  <p:nvGrpSpPr>
                    <p:cNvPr id="9543" name="Group 9542">
                      <a:extLst>
                        <a:ext uri="{FF2B5EF4-FFF2-40B4-BE49-F238E27FC236}">
                          <a16:creationId xmlns:a16="http://schemas.microsoft.com/office/drawing/2014/main" id="{400E21DC-14C2-F935-43CC-C42B515106DA}"/>
                        </a:ext>
                      </a:extLst>
                    </p:cNvPr>
                    <p:cNvGrpSpPr/>
                    <p:nvPr/>
                  </p:nvGrpSpPr>
                  <p:grpSpPr>
                    <a:xfrm rot="7200000" flipH="1">
                      <a:off x="6389147" y="3357021"/>
                      <a:ext cx="393192" cy="393192"/>
                      <a:chOff x="5354637" y="3446463"/>
                      <a:chExt cx="214313" cy="214313"/>
                    </a:xfrm>
                  </p:grpSpPr>
                  <p:sp>
                    <p:nvSpPr>
                      <p:cNvPr id="9552" name="Arc 9551">
                        <a:extLst>
                          <a:ext uri="{FF2B5EF4-FFF2-40B4-BE49-F238E27FC236}">
                            <a16:creationId xmlns:a16="http://schemas.microsoft.com/office/drawing/2014/main" id="{814A90E4-E1F9-DDAD-DB3C-B292E31CB3A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553" name="Arc 9552">
                        <a:extLst>
                          <a:ext uri="{FF2B5EF4-FFF2-40B4-BE49-F238E27FC236}">
                            <a16:creationId xmlns:a16="http://schemas.microsoft.com/office/drawing/2014/main" id="{B7B464A2-7A3E-FE1C-0F32-CF5D18C8644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544" name="Group 9543">
                      <a:extLst>
                        <a:ext uri="{FF2B5EF4-FFF2-40B4-BE49-F238E27FC236}">
                          <a16:creationId xmlns:a16="http://schemas.microsoft.com/office/drawing/2014/main" id="{146C531E-514C-BA8E-FB16-3B8027E24F36}"/>
                        </a:ext>
                      </a:extLst>
                    </p:cNvPr>
                    <p:cNvGrpSpPr/>
                    <p:nvPr/>
                  </p:nvGrpSpPr>
                  <p:grpSpPr>
                    <a:xfrm>
                      <a:off x="6434137" y="3402011"/>
                      <a:ext cx="303213" cy="303213"/>
                      <a:chOff x="6434137" y="3402011"/>
                      <a:chExt cx="303213" cy="303213"/>
                    </a:xfrm>
                  </p:grpSpPr>
                  <p:grpSp>
                    <p:nvGrpSpPr>
                      <p:cNvPr id="9545" name="Group 9544">
                        <a:extLst>
                          <a:ext uri="{FF2B5EF4-FFF2-40B4-BE49-F238E27FC236}">
                            <a16:creationId xmlns:a16="http://schemas.microsoft.com/office/drawing/2014/main" id="{526D1F3E-F0D2-2179-BBE3-C95CCFB05F90}"/>
                          </a:ext>
                        </a:extLst>
                      </p:cNvPr>
                      <p:cNvGrpSpPr/>
                      <p:nvPr/>
                    </p:nvGrpSpPr>
                    <p:grpSpPr>
                      <a:xfrm flipH="1">
                        <a:off x="6478587" y="3446461"/>
                        <a:ext cx="214313" cy="214313"/>
                        <a:chOff x="5354637" y="3446463"/>
                        <a:chExt cx="214313" cy="214313"/>
                      </a:xfrm>
                    </p:grpSpPr>
                    <p:sp>
                      <p:nvSpPr>
                        <p:cNvPr id="9550" name="Arc 9549">
                          <a:extLst>
                            <a:ext uri="{FF2B5EF4-FFF2-40B4-BE49-F238E27FC236}">
                              <a16:creationId xmlns:a16="http://schemas.microsoft.com/office/drawing/2014/main" id="{D7450D6C-2D4D-1D82-FF2A-D96775FE592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551" name="Arc 9550">
                          <a:extLst>
                            <a:ext uri="{FF2B5EF4-FFF2-40B4-BE49-F238E27FC236}">
                              <a16:creationId xmlns:a16="http://schemas.microsoft.com/office/drawing/2014/main" id="{1C62CA3C-D98F-638F-F16C-3FDE51320E9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546" name="Group 9545">
                        <a:extLst>
                          <a:ext uri="{FF2B5EF4-FFF2-40B4-BE49-F238E27FC236}">
                            <a16:creationId xmlns:a16="http://schemas.microsoft.com/office/drawing/2014/main" id="{010AEA60-7128-F908-FF10-AC45182AF776}"/>
                          </a:ext>
                        </a:extLst>
                      </p:cNvPr>
                      <p:cNvGrpSpPr/>
                      <p:nvPr/>
                    </p:nvGrpSpPr>
                    <p:grpSpPr>
                      <a:xfrm rot="14400000" flipH="1">
                        <a:off x="6434137" y="3402011"/>
                        <a:ext cx="303213" cy="303213"/>
                        <a:chOff x="5354637" y="3446463"/>
                        <a:chExt cx="214313" cy="214313"/>
                      </a:xfrm>
                    </p:grpSpPr>
                    <p:sp>
                      <p:nvSpPr>
                        <p:cNvPr id="9548" name="Arc 9547">
                          <a:extLst>
                            <a:ext uri="{FF2B5EF4-FFF2-40B4-BE49-F238E27FC236}">
                              <a16:creationId xmlns:a16="http://schemas.microsoft.com/office/drawing/2014/main" id="{5B5CDE29-D811-C418-58CE-89AFF23E679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549" name="Arc 9548">
                          <a:extLst>
                            <a:ext uri="{FF2B5EF4-FFF2-40B4-BE49-F238E27FC236}">
                              <a16:creationId xmlns:a16="http://schemas.microsoft.com/office/drawing/2014/main" id="{BF32AC06-FB7A-909F-E75A-0DBBD088A64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547" name="TextBox 9546">
                        <a:extLst>
                          <a:ext uri="{FF2B5EF4-FFF2-40B4-BE49-F238E27FC236}">
                            <a16:creationId xmlns:a16="http://schemas.microsoft.com/office/drawing/2014/main" id="{3D8B2FDE-06E5-23DF-CC43-96848E6A9BBD}"/>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532" name="Group 9531">
                    <a:extLst>
                      <a:ext uri="{FF2B5EF4-FFF2-40B4-BE49-F238E27FC236}">
                        <a16:creationId xmlns:a16="http://schemas.microsoft.com/office/drawing/2014/main" id="{CC82CEF5-6FAE-0226-1FF6-09A1A809A575}"/>
                      </a:ext>
                    </a:extLst>
                  </p:cNvPr>
                  <p:cNvGrpSpPr/>
                  <p:nvPr/>
                </p:nvGrpSpPr>
                <p:grpSpPr>
                  <a:xfrm>
                    <a:off x="6197413" y="3225768"/>
                    <a:ext cx="393192" cy="393192"/>
                    <a:chOff x="6389147" y="3932622"/>
                    <a:chExt cx="393192" cy="393192"/>
                  </a:xfrm>
                </p:grpSpPr>
                <p:grpSp>
                  <p:nvGrpSpPr>
                    <p:cNvPr id="9533" name="Group 9532">
                      <a:extLst>
                        <a:ext uri="{FF2B5EF4-FFF2-40B4-BE49-F238E27FC236}">
                          <a16:creationId xmlns:a16="http://schemas.microsoft.com/office/drawing/2014/main" id="{90497EEB-0FA1-A090-7A17-D75DFC505691}"/>
                        </a:ext>
                      </a:extLst>
                    </p:cNvPr>
                    <p:cNvGrpSpPr/>
                    <p:nvPr/>
                  </p:nvGrpSpPr>
                  <p:grpSpPr>
                    <a:xfrm flipH="1">
                      <a:off x="6478587" y="4022061"/>
                      <a:ext cx="214313" cy="214313"/>
                      <a:chOff x="5354637" y="3446463"/>
                      <a:chExt cx="214313" cy="214313"/>
                    </a:xfrm>
                  </p:grpSpPr>
                  <p:sp>
                    <p:nvSpPr>
                      <p:cNvPr id="9541" name="Arc 9540">
                        <a:extLst>
                          <a:ext uri="{FF2B5EF4-FFF2-40B4-BE49-F238E27FC236}">
                            <a16:creationId xmlns:a16="http://schemas.microsoft.com/office/drawing/2014/main" id="{97790D44-BE57-481B-21F4-849E30DFF0D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542" name="Arc 9541">
                        <a:extLst>
                          <a:ext uri="{FF2B5EF4-FFF2-40B4-BE49-F238E27FC236}">
                            <a16:creationId xmlns:a16="http://schemas.microsoft.com/office/drawing/2014/main" id="{419139CB-EC7C-7B4B-0099-A580E3B94D8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534" name="Group 9533">
                      <a:extLst>
                        <a:ext uri="{FF2B5EF4-FFF2-40B4-BE49-F238E27FC236}">
                          <a16:creationId xmlns:a16="http://schemas.microsoft.com/office/drawing/2014/main" id="{7E614037-4218-E8F9-8EE8-53C5063E26BB}"/>
                        </a:ext>
                      </a:extLst>
                    </p:cNvPr>
                    <p:cNvGrpSpPr/>
                    <p:nvPr/>
                  </p:nvGrpSpPr>
                  <p:grpSpPr>
                    <a:xfrm rot="7200000" flipH="1">
                      <a:off x="6434137" y="3977611"/>
                      <a:ext cx="303213" cy="303213"/>
                      <a:chOff x="5354637" y="3446463"/>
                      <a:chExt cx="214313" cy="214313"/>
                    </a:xfrm>
                  </p:grpSpPr>
                  <p:sp>
                    <p:nvSpPr>
                      <p:cNvPr id="9539" name="Arc 9538">
                        <a:extLst>
                          <a:ext uri="{FF2B5EF4-FFF2-40B4-BE49-F238E27FC236}">
                            <a16:creationId xmlns:a16="http://schemas.microsoft.com/office/drawing/2014/main" id="{7FF2EADF-8470-FD0E-AB4C-93900E85F17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540" name="Arc 9539">
                        <a:extLst>
                          <a:ext uri="{FF2B5EF4-FFF2-40B4-BE49-F238E27FC236}">
                            <a16:creationId xmlns:a16="http://schemas.microsoft.com/office/drawing/2014/main" id="{578D3FCB-9FBC-B589-1974-CB2BED796C0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535" name="Group 9534">
                      <a:extLst>
                        <a:ext uri="{FF2B5EF4-FFF2-40B4-BE49-F238E27FC236}">
                          <a16:creationId xmlns:a16="http://schemas.microsoft.com/office/drawing/2014/main" id="{A56AA35D-051B-E212-4160-F52479996D13}"/>
                        </a:ext>
                      </a:extLst>
                    </p:cNvPr>
                    <p:cNvGrpSpPr/>
                    <p:nvPr/>
                  </p:nvGrpSpPr>
                  <p:grpSpPr>
                    <a:xfrm rot="14400000" flipH="1">
                      <a:off x="6389147" y="3932622"/>
                      <a:ext cx="393192" cy="393192"/>
                      <a:chOff x="5354637" y="3446463"/>
                      <a:chExt cx="214313" cy="214313"/>
                    </a:xfrm>
                  </p:grpSpPr>
                  <p:sp>
                    <p:nvSpPr>
                      <p:cNvPr id="9537" name="Arc 9536">
                        <a:extLst>
                          <a:ext uri="{FF2B5EF4-FFF2-40B4-BE49-F238E27FC236}">
                            <a16:creationId xmlns:a16="http://schemas.microsoft.com/office/drawing/2014/main" id="{83F88254-13A6-DBFC-1334-ED581DCF677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538" name="Arc 9537">
                        <a:extLst>
                          <a:ext uri="{FF2B5EF4-FFF2-40B4-BE49-F238E27FC236}">
                            <a16:creationId xmlns:a16="http://schemas.microsoft.com/office/drawing/2014/main" id="{02535BB6-25CB-B7BF-9CEC-F9B89535FB0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536" name="TextBox 9535">
                      <a:extLst>
                        <a:ext uri="{FF2B5EF4-FFF2-40B4-BE49-F238E27FC236}">
                          <a16:creationId xmlns:a16="http://schemas.microsoft.com/office/drawing/2014/main" id="{4441B1AB-F037-9079-4BA0-B88BD014B3BC}"/>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482" name="Group 9481">
                  <a:extLst>
                    <a:ext uri="{FF2B5EF4-FFF2-40B4-BE49-F238E27FC236}">
                      <a16:creationId xmlns:a16="http://schemas.microsoft.com/office/drawing/2014/main" id="{06057E67-404E-E1C3-58F8-94BD9FD5675C}"/>
                    </a:ext>
                  </a:extLst>
                </p:cNvPr>
                <p:cNvGrpSpPr/>
                <p:nvPr/>
              </p:nvGrpSpPr>
              <p:grpSpPr>
                <a:xfrm>
                  <a:off x="6069086" y="3246228"/>
                  <a:ext cx="1019224" cy="991639"/>
                  <a:chOff x="5886431" y="3225768"/>
                  <a:chExt cx="1019224" cy="991639"/>
                </a:xfrm>
              </p:grpSpPr>
              <p:grpSp>
                <p:nvGrpSpPr>
                  <p:cNvPr id="9483" name="Group 9482">
                    <a:extLst>
                      <a:ext uri="{FF2B5EF4-FFF2-40B4-BE49-F238E27FC236}">
                        <a16:creationId xmlns:a16="http://schemas.microsoft.com/office/drawing/2014/main" id="{58346492-C502-7D2A-E161-D2FC0D5DF051}"/>
                      </a:ext>
                    </a:extLst>
                  </p:cNvPr>
                  <p:cNvGrpSpPr/>
                  <p:nvPr/>
                </p:nvGrpSpPr>
                <p:grpSpPr>
                  <a:xfrm>
                    <a:off x="6197413" y="3824215"/>
                    <a:ext cx="393192" cy="393192"/>
                    <a:chOff x="5265196" y="3357021"/>
                    <a:chExt cx="393192" cy="393192"/>
                  </a:xfrm>
                </p:grpSpPr>
                <p:grpSp>
                  <p:nvGrpSpPr>
                    <p:cNvPr id="9518" name="Group 9517">
                      <a:extLst>
                        <a:ext uri="{FF2B5EF4-FFF2-40B4-BE49-F238E27FC236}">
                          <a16:creationId xmlns:a16="http://schemas.microsoft.com/office/drawing/2014/main" id="{380EEEF1-A850-CCC9-A41D-522BDAFD0651}"/>
                        </a:ext>
                      </a:extLst>
                    </p:cNvPr>
                    <p:cNvGrpSpPr/>
                    <p:nvPr/>
                  </p:nvGrpSpPr>
                  <p:grpSpPr>
                    <a:xfrm rot="14400000">
                      <a:off x="5265196" y="3357021"/>
                      <a:ext cx="393192" cy="393192"/>
                      <a:chOff x="5354637" y="3446463"/>
                      <a:chExt cx="214313" cy="214313"/>
                    </a:xfrm>
                  </p:grpSpPr>
                  <p:sp>
                    <p:nvSpPr>
                      <p:cNvPr id="9527" name="Arc 9526">
                        <a:extLst>
                          <a:ext uri="{FF2B5EF4-FFF2-40B4-BE49-F238E27FC236}">
                            <a16:creationId xmlns:a16="http://schemas.microsoft.com/office/drawing/2014/main" id="{2EEEE7AD-CA3F-5017-D983-07D77D16C90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528" name="Arc 9527">
                        <a:extLst>
                          <a:ext uri="{FF2B5EF4-FFF2-40B4-BE49-F238E27FC236}">
                            <a16:creationId xmlns:a16="http://schemas.microsoft.com/office/drawing/2014/main" id="{145E2788-253B-03BA-0E88-7E54A646A0F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519" name="Group 9518">
                      <a:extLst>
                        <a:ext uri="{FF2B5EF4-FFF2-40B4-BE49-F238E27FC236}">
                          <a16:creationId xmlns:a16="http://schemas.microsoft.com/office/drawing/2014/main" id="{48A2AEA9-D01B-AB46-727F-2727E963970D}"/>
                        </a:ext>
                      </a:extLst>
                    </p:cNvPr>
                    <p:cNvGrpSpPr/>
                    <p:nvPr/>
                  </p:nvGrpSpPr>
                  <p:grpSpPr>
                    <a:xfrm>
                      <a:off x="5310186" y="3402011"/>
                      <a:ext cx="303213" cy="303213"/>
                      <a:chOff x="5310186" y="3402011"/>
                      <a:chExt cx="303213" cy="303213"/>
                    </a:xfrm>
                  </p:grpSpPr>
                  <p:grpSp>
                    <p:nvGrpSpPr>
                      <p:cNvPr id="9520" name="Group 9519">
                        <a:extLst>
                          <a:ext uri="{FF2B5EF4-FFF2-40B4-BE49-F238E27FC236}">
                            <a16:creationId xmlns:a16="http://schemas.microsoft.com/office/drawing/2014/main" id="{9D328E0F-7688-FECC-E75F-961AAF61BC33}"/>
                          </a:ext>
                        </a:extLst>
                      </p:cNvPr>
                      <p:cNvGrpSpPr/>
                      <p:nvPr/>
                    </p:nvGrpSpPr>
                    <p:grpSpPr>
                      <a:xfrm>
                        <a:off x="5354636" y="3446461"/>
                        <a:ext cx="214313" cy="214313"/>
                        <a:chOff x="5354637" y="3446463"/>
                        <a:chExt cx="214313" cy="214313"/>
                      </a:xfrm>
                    </p:grpSpPr>
                    <p:sp>
                      <p:nvSpPr>
                        <p:cNvPr id="9525" name="Arc 9524">
                          <a:extLst>
                            <a:ext uri="{FF2B5EF4-FFF2-40B4-BE49-F238E27FC236}">
                              <a16:creationId xmlns:a16="http://schemas.microsoft.com/office/drawing/2014/main" id="{2C3FFBF8-EB6C-D4F6-B16E-C94DB3823B9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526" name="Arc 9525">
                          <a:extLst>
                            <a:ext uri="{FF2B5EF4-FFF2-40B4-BE49-F238E27FC236}">
                              <a16:creationId xmlns:a16="http://schemas.microsoft.com/office/drawing/2014/main" id="{EC8400D6-3F95-22F8-C3EA-9FCDA148A9A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521" name="Group 9520">
                        <a:extLst>
                          <a:ext uri="{FF2B5EF4-FFF2-40B4-BE49-F238E27FC236}">
                            <a16:creationId xmlns:a16="http://schemas.microsoft.com/office/drawing/2014/main" id="{8220015C-4463-150C-4143-E7D14D84F507}"/>
                          </a:ext>
                        </a:extLst>
                      </p:cNvPr>
                      <p:cNvGrpSpPr/>
                      <p:nvPr/>
                    </p:nvGrpSpPr>
                    <p:grpSpPr>
                      <a:xfrm rot="7200000">
                        <a:off x="5310186" y="3402011"/>
                        <a:ext cx="303213" cy="303213"/>
                        <a:chOff x="5354637" y="3446463"/>
                        <a:chExt cx="214313" cy="214313"/>
                      </a:xfrm>
                    </p:grpSpPr>
                    <p:sp>
                      <p:nvSpPr>
                        <p:cNvPr id="9523" name="Arc 9522">
                          <a:extLst>
                            <a:ext uri="{FF2B5EF4-FFF2-40B4-BE49-F238E27FC236}">
                              <a16:creationId xmlns:a16="http://schemas.microsoft.com/office/drawing/2014/main" id="{07649A1C-FBDF-1F2F-B3E2-0C6E9198942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524" name="Arc 9523">
                          <a:extLst>
                            <a:ext uri="{FF2B5EF4-FFF2-40B4-BE49-F238E27FC236}">
                              <a16:creationId xmlns:a16="http://schemas.microsoft.com/office/drawing/2014/main" id="{7D81CCEF-3327-58BA-B5AF-35245C7DA83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522" name="TextBox 9521">
                        <a:extLst>
                          <a:ext uri="{FF2B5EF4-FFF2-40B4-BE49-F238E27FC236}">
                            <a16:creationId xmlns:a16="http://schemas.microsoft.com/office/drawing/2014/main" id="{3311179A-F2A2-8578-235C-8F896D087C06}"/>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484" name="Group 9483">
                    <a:extLst>
                      <a:ext uri="{FF2B5EF4-FFF2-40B4-BE49-F238E27FC236}">
                        <a16:creationId xmlns:a16="http://schemas.microsoft.com/office/drawing/2014/main" id="{22CC4F64-0C0A-4A07-54C0-5BCE4FF4DE19}"/>
                      </a:ext>
                    </a:extLst>
                  </p:cNvPr>
                  <p:cNvGrpSpPr/>
                  <p:nvPr/>
                </p:nvGrpSpPr>
                <p:grpSpPr>
                  <a:xfrm>
                    <a:off x="5886431" y="3525040"/>
                    <a:ext cx="393192" cy="393192"/>
                    <a:chOff x="5265196" y="3932619"/>
                    <a:chExt cx="393192" cy="393192"/>
                  </a:xfrm>
                </p:grpSpPr>
                <p:grpSp>
                  <p:nvGrpSpPr>
                    <p:cNvPr id="9508" name="Group 9507">
                      <a:extLst>
                        <a:ext uri="{FF2B5EF4-FFF2-40B4-BE49-F238E27FC236}">
                          <a16:creationId xmlns:a16="http://schemas.microsoft.com/office/drawing/2014/main" id="{BA989590-0D7A-BCEA-6A9C-EE60495B707F}"/>
                        </a:ext>
                      </a:extLst>
                    </p:cNvPr>
                    <p:cNvGrpSpPr/>
                    <p:nvPr/>
                  </p:nvGrpSpPr>
                  <p:grpSpPr>
                    <a:xfrm>
                      <a:off x="5354636" y="4022061"/>
                      <a:ext cx="214313" cy="214313"/>
                      <a:chOff x="5354637" y="3446463"/>
                      <a:chExt cx="214313" cy="214313"/>
                    </a:xfrm>
                  </p:grpSpPr>
                  <p:sp>
                    <p:nvSpPr>
                      <p:cNvPr id="9516" name="Arc 9515">
                        <a:extLst>
                          <a:ext uri="{FF2B5EF4-FFF2-40B4-BE49-F238E27FC236}">
                            <a16:creationId xmlns:a16="http://schemas.microsoft.com/office/drawing/2014/main" id="{923A2089-61D7-DB5D-9932-9AADE83E1BC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517" name="Arc 9516">
                        <a:extLst>
                          <a:ext uri="{FF2B5EF4-FFF2-40B4-BE49-F238E27FC236}">
                            <a16:creationId xmlns:a16="http://schemas.microsoft.com/office/drawing/2014/main" id="{6802874D-81FE-BA60-871C-7D0B9C9A633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509" name="Group 9508">
                      <a:extLst>
                        <a:ext uri="{FF2B5EF4-FFF2-40B4-BE49-F238E27FC236}">
                          <a16:creationId xmlns:a16="http://schemas.microsoft.com/office/drawing/2014/main" id="{3F24B2FD-A185-DA4F-9812-664E82ABCD39}"/>
                        </a:ext>
                      </a:extLst>
                    </p:cNvPr>
                    <p:cNvGrpSpPr/>
                    <p:nvPr/>
                  </p:nvGrpSpPr>
                  <p:grpSpPr>
                    <a:xfrm rot="14400000">
                      <a:off x="5310186" y="3977611"/>
                      <a:ext cx="303213" cy="303213"/>
                      <a:chOff x="5354637" y="3446463"/>
                      <a:chExt cx="214313" cy="214313"/>
                    </a:xfrm>
                  </p:grpSpPr>
                  <p:sp>
                    <p:nvSpPr>
                      <p:cNvPr id="9514" name="Arc 9513">
                        <a:extLst>
                          <a:ext uri="{FF2B5EF4-FFF2-40B4-BE49-F238E27FC236}">
                            <a16:creationId xmlns:a16="http://schemas.microsoft.com/office/drawing/2014/main" id="{5AD7A9A6-7656-9212-349E-9357DF49143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515" name="Arc 9514">
                        <a:extLst>
                          <a:ext uri="{FF2B5EF4-FFF2-40B4-BE49-F238E27FC236}">
                            <a16:creationId xmlns:a16="http://schemas.microsoft.com/office/drawing/2014/main" id="{5244033C-84C9-FB7A-D4A5-21A5BADE766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510" name="Group 9509">
                      <a:extLst>
                        <a:ext uri="{FF2B5EF4-FFF2-40B4-BE49-F238E27FC236}">
                          <a16:creationId xmlns:a16="http://schemas.microsoft.com/office/drawing/2014/main" id="{F7B7BFF4-09C9-D4E3-A75F-14FE03B3ADE2}"/>
                        </a:ext>
                      </a:extLst>
                    </p:cNvPr>
                    <p:cNvGrpSpPr/>
                    <p:nvPr/>
                  </p:nvGrpSpPr>
                  <p:grpSpPr>
                    <a:xfrm rot="7200000">
                      <a:off x="5265196" y="3932619"/>
                      <a:ext cx="393192" cy="393192"/>
                      <a:chOff x="5354637" y="3446463"/>
                      <a:chExt cx="214313" cy="214313"/>
                    </a:xfrm>
                  </p:grpSpPr>
                  <p:sp>
                    <p:nvSpPr>
                      <p:cNvPr id="9512" name="Arc 9511">
                        <a:extLst>
                          <a:ext uri="{FF2B5EF4-FFF2-40B4-BE49-F238E27FC236}">
                            <a16:creationId xmlns:a16="http://schemas.microsoft.com/office/drawing/2014/main" id="{736BC6AE-4BCA-60A6-BD2A-AA4A57ED02D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513" name="Arc 9512">
                        <a:extLst>
                          <a:ext uri="{FF2B5EF4-FFF2-40B4-BE49-F238E27FC236}">
                            <a16:creationId xmlns:a16="http://schemas.microsoft.com/office/drawing/2014/main" id="{DF240FB5-7F3C-0632-0F55-631B4C1583D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511" name="TextBox 9510">
                      <a:extLst>
                        <a:ext uri="{FF2B5EF4-FFF2-40B4-BE49-F238E27FC236}">
                          <a16:creationId xmlns:a16="http://schemas.microsoft.com/office/drawing/2014/main" id="{95260F34-DBF8-DA7D-3A1B-38954AA22C96}"/>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9485" name="Group 9484">
                    <a:extLst>
                      <a:ext uri="{FF2B5EF4-FFF2-40B4-BE49-F238E27FC236}">
                        <a16:creationId xmlns:a16="http://schemas.microsoft.com/office/drawing/2014/main" id="{F6677B81-9B80-2DD4-A009-68464CA05A45}"/>
                      </a:ext>
                    </a:extLst>
                  </p:cNvPr>
                  <p:cNvGrpSpPr/>
                  <p:nvPr/>
                </p:nvGrpSpPr>
                <p:grpSpPr>
                  <a:xfrm>
                    <a:off x="6512463" y="3525040"/>
                    <a:ext cx="393192" cy="393192"/>
                    <a:chOff x="6389147" y="3357021"/>
                    <a:chExt cx="393192" cy="393192"/>
                  </a:xfrm>
                </p:grpSpPr>
                <p:grpSp>
                  <p:nvGrpSpPr>
                    <p:cNvPr id="9497" name="Group 9496">
                      <a:extLst>
                        <a:ext uri="{FF2B5EF4-FFF2-40B4-BE49-F238E27FC236}">
                          <a16:creationId xmlns:a16="http://schemas.microsoft.com/office/drawing/2014/main" id="{7FFB6444-BDF7-65F5-9352-072DD981F681}"/>
                        </a:ext>
                      </a:extLst>
                    </p:cNvPr>
                    <p:cNvGrpSpPr/>
                    <p:nvPr/>
                  </p:nvGrpSpPr>
                  <p:grpSpPr>
                    <a:xfrm rot="7200000" flipH="1">
                      <a:off x="6389147" y="3357021"/>
                      <a:ext cx="393192" cy="393192"/>
                      <a:chOff x="5354637" y="3446463"/>
                      <a:chExt cx="214313" cy="214313"/>
                    </a:xfrm>
                  </p:grpSpPr>
                  <p:sp>
                    <p:nvSpPr>
                      <p:cNvPr id="9506" name="Arc 9505">
                        <a:extLst>
                          <a:ext uri="{FF2B5EF4-FFF2-40B4-BE49-F238E27FC236}">
                            <a16:creationId xmlns:a16="http://schemas.microsoft.com/office/drawing/2014/main" id="{C26B5BEE-A27D-DEA4-2828-B3846D3739C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507" name="Arc 9506">
                        <a:extLst>
                          <a:ext uri="{FF2B5EF4-FFF2-40B4-BE49-F238E27FC236}">
                            <a16:creationId xmlns:a16="http://schemas.microsoft.com/office/drawing/2014/main" id="{D26C1302-010A-42CC-6D56-8FC9D4C946C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498" name="Group 9497">
                      <a:extLst>
                        <a:ext uri="{FF2B5EF4-FFF2-40B4-BE49-F238E27FC236}">
                          <a16:creationId xmlns:a16="http://schemas.microsoft.com/office/drawing/2014/main" id="{0CA35E5A-F1C3-D230-9327-32B349A6B394}"/>
                        </a:ext>
                      </a:extLst>
                    </p:cNvPr>
                    <p:cNvGrpSpPr/>
                    <p:nvPr/>
                  </p:nvGrpSpPr>
                  <p:grpSpPr>
                    <a:xfrm>
                      <a:off x="6434137" y="3402011"/>
                      <a:ext cx="303213" cy="303213"/>
                      <a:chOff x="6434137" y="3402011"/>
                      <a:chExt cx="303213" cy="303213"/>
                    </a:xfrm>
                  </p:grpSpPr>
                  <p:grpSp>
                    <p:nvGrpSpPr>
                      <p:cNvPr id="9499" name="Group 9498">
                        <a:extLst>
                          <a:ext uri="{FF2B5EF4-FFF2-40B4-BE49-F238E27FC236}">
                            <a16:creationId xmlns:a16="http://schemas.microsoft.com/office/drawing/2014/main" id="{A2A0AFF9-6958-DFBD-4F2D-650D142B9B5C}"/>
                          </a:ext>
                        </a:extLst>
                      </p:cNvPr>
                      <p:cNvGrpSpPr/>
                      <p:nvPr/>
                    </p:nvGrpSpPr>
                    <p:grpSpPr>
                      <a:xfrm flipH="1">
                        <a:off x="6478587" y="3446461"/>
                        <a:ext cx="214313" cy="214313"/>
                        <a:chOff x="5354637" y="3446463"/>
                        <a:chExt cx="214313" cy="214313"/>
                      </a:xfrm>
                    </p:grpSpPr>
                    <p:sp>
                      <p:nvSpPr>
                        <p:cNvPr id="9504" name="Arc 9503">
                          <a:extLst>
                            <a:ext uri="{FF2B5EF4-FFF2-40B4-BE49-F238E27FC236}">
                              <a16:creationId xmlns:a16="http://schemas.microsoft.com/office/drawing/2014/main" id="{7BB989F7-707B-3405-9E42-69F8194219B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505" name="Arc 9504">
                          <a:extLst>
                            <a:ext uri="{FF2B5EF4-FFF2-40B4-BE49-F238E27FC236}">
                              <a16:creationId xmlns:a16="http://schemas.microsoft.com/office/drawing/2014/main" id="{F6BA298C-B8D2-CA44-7B58-DFE6433518C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500" name="Group 9499">
                        <a:extLst>
                          <a:ext uri="{FF2B5EF4-FFF2-40B4-BE49-F238E27FC236}">
                            <a16:creationId xmlns:a16="http://schemas.microsoft.com/office/drawing/2014/main" id="{9317A798-C501-A730-F363-A18CD1203AF7}"/>
                          </a:ext>
                        </a:extLst>
                      </p:cNvPr>
                      <p:cNvGrpSpPr/>
                      <p:nvPr/>
                    </p:nvGrpSpPr>
                    <p:grpSpPr>
                      <a:xfrm rot="14400000" flipH="1">
                        <a:off x="6434137" y="3402011"/>
                        <a:ext cx="303213" cy="303213"/>
                        <a:chOff x="5354637" y="3446463"/>
                        <a:chExt cx="214313" cy="214313"/>
                      </a:xfrm>
                    </p:grpSpPr>
                    <p:sp>
                      <p:nvSpPr>
                        <p:cNvPr id="9502" name="Arc 9501">
                          <a:extLst>
                            <a:ext uri="{FF2B5EF4-FFF2-40B4-BE49-F238E27FC236}">
                              <a16:creationId xmlns:a16="http://schemas.microsoft.com/office/drawing/2014/main" id="{B8606422-A8C1-F41F-955C-E803E759BB0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503" name="Arc 9502">
                          <a:extLst>
                            <a:ext uri="{FF2B5EF4-FFF2-40B4-BE49-F238E27FC236}">
                              <a16:creationId xmlns:a16="http://schemas.microsoft.com/office/drawing/2014/main" id="{0B64F57E-A713-999E-E2C8-9E9D3097300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501" name="TextBox 9500">
                        <a:extLst>
                          <a:ext uri="{FF2B5EF4-FFF2-40B4-BE49-F238E27FC236}">
                            <a16:creationId xmlns:a16="http://schemas.microsoft.com/office/drawing/2014/main" id="{FC4ABE91-9ACB-A81C-3CAA-051464C6E38E}"/>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486" name="Group 9485">
                    <a:extLst>
                      <a:ext uri="{FF2B5EF4-FFF2-40B4-BE49-F238E27FC236}">
                        <a16:creationId xmlns:a16="http://schemas.microsoft.com/office/drawing/2014/main" id="{BB6C83CC-A85B-5095-E527-A75A24EC2FFA}"/>
                      </a:ext>
                    </a:extLst>
                  </p:cNvPr>
                  <p:cNvGrpSpPr/>
                  <p:nvPr/>
                </p:nvGrpSpPr>
                <p:grpSpPr>
                  <a:xfrm>
                    <a:off x="6197413" y="3225768"/>
                    <a:ext cx="393192" cy="393192"/>
                    <a:chOff x="6389147" y="3932622"/>
                    <a:chExt cx="393192" cy="393192"/>
                  </a:xfrm>
                </p:grpSpPr>
                <p:grpSp>
                  <p:nvGrpSpPr>
                    <p:cNvPr id="9487" name="Group 9486">
                      <a:extLst>
                        <a:ext uri="{FF2B5EF4-FFF2-40B4-BE49-F238E27FC236}">
                          <a16:creationId xmlns:a16="http://schemas.microsoft.com/office/drawing/2014/main" id="{7721BFC0-369B-CBFA-44CD-3E5398CE6CDB}"/>
                        </a:ext>
                      </a:extLst>
                    </p:cNvPr>
                    <p:cNvGrpSpPr/>
                    <p:nvPr/>
                  </p:nvGrpSpPr>
                  <p:grpSpPr>
                    <a:xfrm flipH="1">
                      <a:off x="6478587" y="4022061"/>
                      <a:ext cx="214313" cy="214313"/>
                      <a:chOff x="5354637" y="3446463"/>
                      <a:chExt cx="214313" cy="214313"/>
                    </a:xfrm>
                  </p:grpSpPr>
                  <p:sp>
                    <p:nvSpPr>
                      <p:cNvPr id="9495" name="Arc 9494">
                        <a:extLst>
                          <a:ext uri="{FF2B5EF4-FFF2-40B4-BE49-F238E27FC236}">
                            <a16:creationId xmlns:a16="http://schemas.microsoft.com/office/drawing/2014/main" id="{E6A5B4DF-D1ED-C97A-7C2F-2E1507DB5B0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496" name="Arc 9495">
                        <a:extLst>
                          <a:ext uri="{FF2B5EF4-FFF2-40B4-BE49-F238E27FC236}">
                            <a16:creationId xmlns:a16="http://schemas.microsoft.com/office/drawing/2014/main" id="{5F48F0E6-DE84-49D9-704F-B89B5D8B38C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488" name="Group 9487">
                      <a:extLst>
                        <a:ext uri="{FF2B5EF4-FFF2-40B4-BE49-F238E27FC236}">
                          <a16:creationId xmlns:a16="http://schemas.microsoft.com/office/drawing/2014/main" id="{0CFA7A98-5491-3438-7148-2FE91F04F194}"/>
                        </a:ext>
                      </a:extLst>
                    </p:cNvPr>
                    <p:cNvGrpSpPr/>
                    <p:nvPr/>
                  </p:nvGrpSpPr>
                  <p:grpSpPr>
                    <a:xfrm rot="7200000" flipH="1">
                      <a:off x="6434137" y="3977611"/>
                      <a:ext cx="303213" cy="303213"/>
                      <a:chOff x="5354637" y="3446463"/>
                      <a:chExt cx="214313" cy="214313"/>
                    </a:xfrm>
                  </p:grpSpPr>
                  <p:sp>
                    <p:nvSpPr>
                      <p:cNvPr id="9493" name="Arc 9492">
                        <a:extLst>
                          <a:ext uri="{FF2B5EF4-FFF2-40B4-BE49-F238E27FC236}">
                            <a16:creationId xmlns:a16="http://schemas.microsoft.com/office/drawing/2014/main" id="{CF93116A-A1B2-8E0A-2FBD-883C9D90B1F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494" name="Arc 9493">
                        <a:extLst>
                          <a:ext uri="{FF2B5EF4-FFF2-40B4-BE49-F238E27FC236}">
                            <a16:creationId xmlns:a16="http://schemas.microsoft.com/office/drawing/2014/main" id="{C13ABCE3-D9C4-4437-9ED2-476E5864425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489" name="Group 9488">
                      <a:extLst>
                        <a:ext uri="{FF2B5EF4-FFF2-40B4-BE49-F238E27FC236}">
                          <a16:creationId xmlns:a16="http://schemas.microsoft.com/office/drawing/2014/main" id="{D7D9D3A3-AD12-A757-9765-9623DEE899E9}"/>
                        </a:ext>
                      </a:extLst>
                    </p:cNvPr>
                    <p:cNvGrpSpPr/>
                    <p:nvPr/>
                  </p:nvGrpSpPr>
                  <p:grpSpPr>
                    <a:xfrm rot="14400000" flipH="1">
                      <a:off x="6389147" y="3932622"/>
                      <a:ext cx="393192" cy="393192"/>
                      <a:chOff x="5354637" y="3446463"/>
                      <a:chExt cx="214313" cy="214313"/>
                    </a:xfrm>
                  </p:grpSpPr>
                  <p:sp>
                    <p:nvSpPr>
                      <p:cNvPr id="9491" name="Arc 9490">
                        <a:extLst>
                          <a:ext uri="{FF2B5EF4-FFF2-40B4-BE49-F238E27FC236}">
                            <a16:creationId xmlns:a16="http://schemas.microsoft.com/office/drawing/2014/main" id="{369ED683-1D0E-3BFE-F088-59240B37C0F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492" name="Arc 9491">
                        <a:extLst>
                          <a:ext uri="{FF2B5EF4-FFF2-40B4-BE49-F238E27FC236}">
                            <a16:creationId xmlns:a16="http://schemas.microsoft.com/office/drawing/2014/main" id="{E7E14A73-5654-03E0-A37B-5C87B7AC410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490" name="TextBox 9489">
                      <a:extLst>
                        <a:ext uri="{FF2B5EF4-FFF2-40B4-BE49-F238E27FC236}">
                          <a16:creationId xmlns:a16="http://schemas.microsoft.com/office/drawing/2014/main" id="{A4345829-96BE-B085-136E-5551434AFDAC}"/>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9386" name="Group 9385">
                <a:extLst>
                  <a:ext uri="{FF2B5EF4-FFF2-40B4-BE49-F238E27FC236}">
                    <a16:creationId xmlns:a16="http://schemas.microsoft.com/office/drawing/2014/main" id="{14EDD55F-49CA-F734-1DB4-7ADE9810E623}"/>
                  </a:ext>
                </a:extLst>
              </p:cNvPr>
              <p:cNvGrpSpPr/>
              <p:nvPr/>
            </p:nvGrpSpPr>
            <p:grpSpPr>
              <a:xfrm>
                <a:off x="6065340" y="2039507"/>
                <a:ext cx="1643204" cy="1593124"/>
                <a:chOff x="5445106" y="2644743"/>
                <a:chExt cx="1643204" cy="1593124"/>
              </a:xfrm>
            </p:grpSpPr>
            <p:grpSp>
              <p:nvGrpSpPr>
                <p:cNvPr id="9387" name="Group 9386">
                  <a:extLst>
                    <a:ext uri="{FF2B5EF4-FFF2-40B4-BE49-F238E27FC236}">
                      <a16:creationId xmlns:a16="http://schemas.microsoft.com/office/drawing/2014/main" id="{6E83B4A2-C78D-BD32-D50D-5AA3986D3DE8}"/>
                    </a:ext>
                  </a:extLst>
                </p:cNvPr>
                <p:cNvGrpSpPr/>
                <p:nvPr/>
              </p:nvGrpSpPr>
              <p:grpSpPr>
                <a:xfrm>
                  <a:off x="5445106" y="2644743"/>
                  <a:ext cx="1019224" cy="991639"/>
                  <a:chOff x="5886431" y="3225768"/>
                  <a:chExt cx="1019224" cy="991639"/>
                </a:xfrm>
              </p:grpSpPr>
              <p:grpSp>
                <p:nvGrpSpPr>
                  <p:cNvPr id="9435" name="Group 9434">
                    <a:extLst>
                      <a:ext uri="{FF2B5EF4-FFF2-40B4-BE49-F238E27FC236}">
                        <a16:creationId xmlns:a16="http://schemas.microsoft.com/office/drawing/2014/main" id="{15C31D4E-2C8B-1E18-DC72-237407233E9F}"/>
                      </a:ext>
                    </a:extLst>
                  </p:cNvPr>
                  <p:cNvGrpSpPr/>
                  <p:nvPr/>
                </p:nvGrpSpPr>
                <p:grpSpPr>
                  <a:xfrm>
                    <a:off x="6197413" y="3824215"/>
                    <a:ext cx="393192" cy="393192"/>
                    <a:chOff x="5265196" y="3357021"/>
                    <a:chExt cx="393192" cy="393192"/>
                  </a:xfrm>
                </p:grpSpPr>
                <p:grpSp>
                  <p:nvGrpSpPr>
                    <p:cNvPr id="9470" name="Group 9469">
                      <a:extLst>
                        <a:ext uri="{FF2B5EF4-FFF2-40B4-BE49-F238E27FC236}">
                          <a16:creationId xmlns:a16="http://schemas.microsoft.com/office/drawing/2014/main" id="{C57DE7DB-F25B-556D-0291-31C7710712B5}"/>
                        </a:ext>
                      </a:extLst>
                    </p:cNvPr>
                    <p:cNvGrpSpPr/>
                    <p:nvPr/>
                  </p:nvGrpSpPr>
                  <p:grpSpPr>
                    <a:xfrm rot="14400000">
                      <a:off x="5265196" y="3357021"/>
                      <a:ext cx="393192" cy="393192"/>
                      <a:chOff x="5354637" y="3446463"/>
                      <a:chExt cx="214313" cy="214313"/>
                    </a:xfrm>
                  </p:grpSpPr>
                  <p:sp>
                    <p:nvSpPr>
                      <p:cNvPr id="9479" name="Arc 9478">
                        <a:extLst>
                          <a:ext uri="{FF2B5EF4-FFF2-40B4-BE49-F238E27FC236}">
                            <a16:creationId xmlns:a16="http://schemas.microsoft.com/office/drawing/2014/main" id="{67F4B83D-FC48-E0DA-BBD2-A791168AACE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480" name="Arc 9479">
                        <a:extLst>
                          <a:ext uri="{FF2B5EF4-FFF2-40B4-BE49-F238E27FC236}">
                            <a16:creationId xmlns:a16="http://schemas.microsoft.com/office/drawing/2014/main" id="{7C8DDB52-AC8C-46C1-3C9E-BF27B367FF3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471" name="Group 9470">
                      <a:extLst>
                        <a:ext uri="{FF2B5EF4-FFF2-40B4-BE49-F238E27FC236}">
                          <a16:creationId xmlns:a16="http://schemas.microsoft.com/office/drawing/2014/main" id="{655BAEC9-A1E8-900E-79EF-CD75793D28B7}"/>
                        </a:ext>
                      </a:extLst>
                    </p:cNvPr>
                    <p:cNvGrpSpPr/>
                    <p:nvPr/>
                  </p:nvGrpSpPr>
                  <p:grpSpPr>
                    <a:xfrm>
                      <a:off x="5310186" y="3402011"/>
                      <a:ext cx="303213" cy="303213"/>
                      <a:chOff x="5310186" y="3402011"/>
                      <a:chExt cx="303213" cy="303213"/>
                    </a:xfrm>
                  </p:grpSpPr>
                  <p:grpSp>
                    <p:nvGrpSpPr>
                      <p:cNvPr id="9472" name="Group 9471">
                        <a:extLst>
                          <a:ext uri="{FF2B5EF4-FFF2-40B4-BE49-F238E27FC236}">
                            <a16:creationId xmlns:a16="http://schemas.microsoft.com/office/drawing/2014/main" id="{BFA2405A-1FAA-6131-1D18-FC1C64CA667B}"/>
                          </a:ext>
                        </a:extLst>
                      </p:cNvPr>
                      <p:cNvGrpSpPr/>
                      <p:nvPr/>
                    </p:nvGrpSpPr>
                    <p:grpSpPr>
                      <a:xfrm>
                        <a:off x="5354636" y="3446461"/>
                        <a:ext cx="214313" cy="214313"/>
                        <a:chOff x="5354637" y="3446463"/>
                        <a:chExt cx="214313" cy="214313"/>
                      </a:xfrm>
                    </p:grpSpPr>
                    <p:sp>
                      <p:nvSpPr>
                        <p:cNvPr id="9477" name="Arc 9476">
                          <a:extLst>
                            <a:ext uri="{FF2B5EF4-FFF2-40B4-BE49-F238E27FC236}">
                              <a16:creationId xmlns:a16="http://schemas.microsoft.com/office/drawing/2014/main" id="{DE229D90-AF63-27CF-ADDA-203975105DF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478" name="Arc 9477">
                          <a:extLst>
                            <a:ext uri="{FF2B5EF4-FFF2-40B4-BE49-F238E27FC236}">
                              <a16:creationId xmlns:a16="http://schemas.microsoft.com/office/drawing/2014/main" id="{BCDD375E-085D-FC8A-1B7F-9F04F172ADF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473" name="Group 9472">
                        <a:extLst>
                          <a:ext uri="{FF2B5EF4-FFF2-40B4-BE49-F238E27FC236}">
                            <a16:creationId xmlns:a16="http://schemas.microsoft.com/office/drawing/2014/main" id="{1FA1467E-8E55-5D73-2CE1-1063EC021EB5}"/>
                          </a:ext>
                        </a:extLst>
                      </p:cNvPr>
                      <p:cNvGrpSpPr/>
                      <p:nvPr/>
                    </p:nvGrpSpPr>
                    <p:grpSpPr>
                      <a:xfrm rot="7200000">
                        <a:off x="5310186" y="3402011"/>
                        <a:ext cx="303213" cy="303213"/>
                        <a:chOff x="5354637" y="3446463"/>
                        <a:chExt cx="214313" cy="214313"/>
                      </a:xfrm>
                    </p:grpSpPr>
                    <p:sp>
                      <p:nvSpPr>
                        <p:cNvPr id="9475" name="Arc 9474">
                          <a:extLst>
                            <a:ext uri="{FF2B5EF4-FFF2-40B4-BE49-F238E27FC236}">
                              <a16:creationId xmlns:a16="http://schemas.microsoft.com/office/drawing/2014/main" id="{A6B94831-EA80-5E81-FF32-1E39910F377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476" name="Arc 9475">
                          <a:extLst>
                            <a:ext uri="{FF2B5EF4-FFF2-40B4-BE49-F238E27FC236}">
                              <a16:creationId xmlns:a16="http://schemas.microsoft.com/office/drawing/2014/main" id="{CA404C71-ACE0-0B21-748E-A2B4385FBD3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474" name="TextBox 9473">
                        <a:extLst>
                          <a:ext uri="{FF2B5EF4-FFF2-40B4-BE49-F238E27FC236}">
                            <a16:creationId xmlns:a16="http://schemas.microsoft.com/office/drawing/2014/main" id="{03EAD7F1-7AE7-4921-FD09-B92E7D7D8CEC}"/>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436" name="Group 9435">
                    <a:extLst>
                      <a:ext uri="{FF2B5EF4-FFF2-40B4-BE49-F238E27FC236}">
                        <a16:creationId xmlns:a16="http://schemas.microsoft.com/office/drawing/2014/main" id="{5E3090C4-A75C-8146-BAEB-6E40EEE8542F}"/>
                      </a:ext>
                    </a:extLst>
                  </p:cNvPr>
                  <p:cNvGrpSpPr/>
                  <p:nvPr/>
                </p:nvGrpSpPr>
                <p:grpSpPr>
                  <a:xfrm>
                    <a:off x="5886431" y="3525040"/>
                    <a:ext cx="393192" cy="393192"/>
                    <a:chOff x="5265196" y="3932619"/>
                    <a:chExt cx="393192" cy="393192"/>
                  </a:xfrm>
                </p:grpSpPr>
                <p:grpSp>
                  <p:nvGrpSpPr>
                    <p:cNvPr id="9460" name="Group 9459">
                      <a:extLst>
                        <a:ext uri="{FF2B5EF4-FFF2-40B4-BE49-F238E27FC236}">
                          <a16:creationId xmlns:a16="http://schemas.microsoft.com/office/drawing/2014/main" id="{5F23D83F-BBE2-E1CF-7258-BD5A0EE50AC1}"/>
                        </a:ext>
                      </a:extLst>
                    </p:cNvPr>
                    <p:cNvGrpSpPr/>
                    <p:nvPr/>
                  </p:nvGrpSpPr>
                  <p:grpSpPr>
                    <a:xfrm>
                      <a:off x="5354636" y="4022061"/>
                      <a:ext cx="214313" cy="214313"/>
                      <a:chOff x="5354637" y="3446463"/>
                      <a:chExt cx="214313" cy="214313"/>
                    </a:xfrm>
                  </p:grpSpPr>
                  <p:sp>
                    <p:nvSpPr>
                      <p:cNvPr id="9468" name="Arc 9467">
                        <a:extLst>
                          <a:ext uri="{FF2B5EF4-FFF2-40B4-BE49-F238E27FC236}">
                            <a16:creationId xmlns:a16="http://schemas.microsoft.com/office/drawing/2014/main" id="{DADFFA73-AF93-2D49-94D3-E2EC9BB5FDB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469" name="Arc 9468">
                        <a:extLst>
                          <a:ext uri="{FF2B5EF4-FFF2-40B4-BE49-F238E27FC236}">
                            <a16:creationId xmlns:a16="http://schemas.microsoft.com/office/drawing/2014/main" id="{6F2A76AB-3D69-597D-B59D-A63CBA05FA4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461" name="Group 9460">
                      <a:extLst>
                        <a:ext uri="{FF2B5EF4-FFF2-40B4-BE49-F238E27FC236}">
                          <a16:creationId xmlns:a16="http://schemas.microsoft.com/office/drawing/2014/main" id="{F01F736C-D2F1-1308-ABF4-50ED2BCB0635}"/>
                        </a:ext>
                      </a:extLst>
                    </p:cNvPr>
                    <p:cNvGrpSpPr/>
                    <p:nvPr/>
                  </p:nvGrpSpPr>
                  <p:grpSpPr>
                    <a:xfrm rot="14400000">
                      <a:off x="5310186" y="3977611"/>
                      <a:ext cx="303213" cy="303213"/>
                      <a:chOff x="5354637" y="3446463"/>
                      <a:chExt cx="214313" cy="214313"/>
                    </a:xfrm>
                  </p:grpSpPr>
                  <p:sp>
                    <p:nvSpPr>
                      <p:cNvPr id="9466" name="Arc 9465">
                        <a:extLst>
                          <a:ext uri="{FF2B5EF4-FFF2-40B4-BE49-F238E27FC236}">
                            <a16:creationId xmlns:a16="http://schemas.microsoft.com/office/drawing/2014/main" id="{A431D945-8A15-D921-EF77-38E0E60F599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467" name="Arc 9466">
                        <a:extLst>
                          <a:ext uri="{FF2B5EF4-FFF2-40B4-BE49-F238E27FC236}">
                            <a16:creationId xmlns:a16="http://schemas.microsoft.com/office/drawing/2014/main" id="{2385A0C5-FDEA-212D-3649-D59DCD87C24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462" name="Group 9461">
                      <a:extLst>
                        <a:ext uri="{FF2B5EF4-FFF2-40B4-BE49-F238E27FC236}">
                          <a16:creationId xmlns:a16="http://schemas.microsoft.com/office/drawing/2014/main" id="{05FEA3EA-8B8D-D856-30D8-CD8DE77F5CA8}"/>
                        </a:ext>
                      </a:extLst>
                    </p:cNvPr>
                    <p:cNvGrpSpPr/>
                    <p:nvPr/>
                  </p:nvGrpSpPr>
                  <p:grpSpPr>
                    <a:xfrm rot="7200000">
                      <a:off x="5265196" y="3932619"/>
                      <a:ext cx="393192" cy="393192"/>
                      <a:chOff x="5354637" y="3446463"/>
                      <a:chExt cx="214313" cy="214313"/>
                    </a:xfrm>
                  </p:grpSpPr>
                  <p:sp>
                    <p:nvSpPr>
                      <p:cNvPr id="9464" name="Arc 9463">
                        <a:extLst>
                          <a:ext uri="{FF2B5EF4-FFF2-40B4-BE49-F238E27FC236}">
                            <a16:creationId xmlns:a16="http://schemas.microsoft.com/office/drawing/2014/main" id="{1EBA289F-44CF-39EE-B3B3-1CAB6F6CF94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465" name="Arc 9464">
                        <a:extLst>
                          <a:ext uri="{FF2B5EF4-FFF2-40B4-BE49-F238E27FC236}">
                            <a16:creationId xmlns:a16="http://schemas.microsoft.com/office/drawing/2014/main" id="{0760DFCA-DDDF-36C9-5DF6-2882FCE4988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463" name="TextBox 9462">
                      <a:extLst>
                        <a:ext uri="{FF2B5EF4-FFF2-40B4-BE49-F238E27FC236}">
                          <a16:creationId xmlns:a16="http://schemas.microsoft.com/office/drawing/2014/main" id="{C469CA3A-9784-386C-6C6F-A3ADB0EA49DC}"/>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9437" name="Group 9436">
                    <a:extLst>
                      <a:ext uri="{FF2B5EF4-FFF2-40B4-BE49-F238E27FC236}">
                        <a16:creationId xmlns:a16="http://schemas.microsoft.com/office/drawing/2014/main" id="{D591677C-C87A-CE45-683B-9D9629E265FD}"/>
                      </a:ext>
                    </a:extLst>
                  </p:cNvPr>
                  <p:cNvGrpSpPr/>
                  <p:nvPr/>
                </p:nvGrpSpPr>
                <p:grpSpPr>
                  <a:xfrm>
                    <a:off x="6512463" y="3525040"/>
                    <a:ext cx="393192" cy="393192"/>
                    <a:chOff x="6389147" y="3357021"/>
                    <a:chExt cx="393192" cy="393192"/>
                  </a:xfrm>
                </p:grpSpPr>
                <p:grpSp>
                  <p:nvGrpSpPr>
                    <p:cNvPr id="9449" name="Group 9448">
                      <a:extLst>
                        <a:ext uri="{FF2B5EF4-FFF2-40B4-BE49-F238E27FC236}">
                          <a16:creationId xmlns:a16="http://schemas.microsoft.com/office/drawing/2014/main" id="{DBBC11DD-8F43-217B-7269-676F5F6B6B38}"/>
                        </a:ext>
                      </a:extLst>
                    </p:cNvPr>
                    <p:cNvGrpSpPr/>
                    <p:nvPr/>
                  </p:nvGrpSpPr>
                  <p:grpSpPr>
                    <a:xfrm rot="7200000" flipH="1">
                      <a:off x="6389147" y="3357021"/>
                      <a:ext cx="393192" cy="393192"/>
                      <a:chOff x="5354637" y="3446463"/>
                      <a:chExt cx="214313" cy="214313"/>
                    </a:xfrm>
                  </p:grpSpPr>
                  <p:sp>
                    <p:nvSpPr>
                      <p:cNvPr id="9458" name="Arc 9457">
                        <a:extLst>
                          <a:ext uri="{FF2B5EF4-FFF2-40B4-BE49-F238E27FC236}">
                            <a16:creationId xmlns:a16="http://schemas.microsoft.com/office/drawing/2014/main" id="{05683A67-01F2-2D76-1554-C25178CB41E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459" name="Arc 9458">
                        <a:extLst>
                          <a:ext uri="{FF2B5EF4-FFF2-40B4-BE49-F238E27FC236}">
                            <a16:creationId xmlns:a16="http://schemas.microsoft.com/office/drawing/2014/main" id="{D5B92D04-32E0-234D-31E5-3C29ED39411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450" name="Group 9449">
                      <a:extLst>
                        <a:ext uri="{FF2B5EF4-FFF2-40B4-BE49-F238E27FC236}">
                          <a16:creationId xmlns:a16="http://schemas.microsoft.com/office/drawing/2014/main" id="{87464086-B0A3-9E36-4CE6-505EF3D25010}"/>
                        </a:ext>
                      </a:extLst>
                    </p:cNvPr>
                    <p:cNvGrpSpPr/>
                    <p:nvPr/>
                  </p:nvGrpSpPr>
                  <p:grpSpPr>
                    <a:xfrm>
                      <a:off x="6434137" y="3402011"/>
                      <a:ext cx="303213" cy="303213"/>
                      <a:chOff x="6434137" y="3402011"/>
                      <a:chExt cx="303213" cy="303213"/>
                    </a:xfrm>
                  </p:grpSpPr>
                  <p:grpSp>
                    <p:nvGrpSpPr>
                      <p:cNvPr id="9451" name="Group 9450">
                        <a:extLst>
                          <a:ext uri="{FF2B5EF4-FFF2-40B4-BE49-F238E27FC236}">
                            <a16:creationId xmlns:a16="http://schemas.microsoft.com/office/drawing/2014/main" id="{4DB14357-83EC-6B20-59CB-33145E68FFF3}"/>
                          </a:ext>
                        </a:extLst>
                      </p:cNvPr>
                      <p:cNvGrpSpPr/>
                      <p:nvPr/>
                    </p:nvGrpSpPr>
                    <p:grpSpPr>
                      <a:xfrm flipH="1">
                        <a:off x="6478587" y="3446461"/>
                        <a:ext cx="214313" cy="214313"/>
                        <a:chOff x="5354637" y="3446463"/>
                        <a:chExt cx="214313" cy="214313"/>
                      </a:xfrm>
                    </p:grpSpPr>
                    <p:sp>
                      <p:nvSpPr>
                        <p:cNvPr id="9456" name="Arc 9455">
                          <a:extLst>
                            <a:ext uri="{FF2B5EF4-FFF2-40B4-BE49-F238E27FC236}">
                              <a16:creationId xmlns:a16="http://schemas.microsoft.com/office/drawing/2014/main" id="{6447AF17-8E21-AD01-8421-1DF21408284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457" name="Arc 9456">
                          <a:extLst>
                            <a:ext uri="{FF2B5EF4-FFF2-40B4-BE49-F238E27FC236}">
                              <a16:creationId xmlns:a16="http://schemas.microsoft.com/office/drawing/2014/main" id="{54BFA6D0-7FCD-4E8C-568E-172AB8BC6C6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452" name="Group 9451">
                        <a:extLst>
                          <a:ext uri="{FF2B5EF4-FFF2-40B4-BE49-F238E27FC236}">
                            <a16:creationId xmlns:a16="http://schemas.microsoft.com/office/drawing/2014/main" id="{D1BA8D64-E347-7AB3-702D-1E678896B50C}"/>
                          </a:ext>
                        </a:extLst>
                      </p:cNvPr>
                      <p:cNvGrpSpPr/>
                      <p:nvPr/>
                    </p:nvGrpSpPr>
                    <p:grpSpPr>
                      <a:xfrm rot="14400000" flipH="1">
                        <a:off x="6434137" y="3402011"/>
                        <a:ext cx="303213" cy="303213"/>
                        <a:chOff x="5354637" y="3446463"/>
                        <a:chExt cx="214313" cy="214313"/>
                      </a:xfrm>
                    </p:grpSpPr>
                    <p:sp>
                      <p:nvSpPr>
                        <p:cNvPr id="9454" name="Arc 9453">
                          <a:extLst>
                            <a:ext uri="{FF2B5EF4-FFF2-40B4-BE49-F238E27FC236}">
                              <a16:creationId xmlns:a16="http://schemas.microsoft.com/office/drawing/2014/main" id="{2F2BE0F9-D62C-B753-DDCF-9166EA27371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455" name="Arc 9454">
                          <a:extLst>
                            <a:ext uri="{FF2B5EF4-FFF2-40B4-BE49-F238E27FC236}">
                              <a16:creationId xmlns:a16="http://schemas.microsoft.com/office/drawing/2014/main" id="{052F14F6-D403-2166-FF2B-135B49A9226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453" name="TextBox 9452">
                        <a:extLst>
                          <a:ext uri="{FF2B5EF4-FFF2-40B4-BE49-F238E27FC236}">
                            <a16:creationId xmlns:a16="http://schemas.microsoft.com/office/drawing/2014/main" id="{A39B210F-9EF9-7177-36DC-D96A425015B0}"/>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438" name="Group 9437">
                    <a:extLst>
                      <a:ext uri="{FF2B5EF4-FFF2-40B4-BE49-F238E27FC236}">
                        <a16:creationId xmlns:a16="http://schemas.microsoft.com/office/drawing/2014/main" id="{7B75D35C-9326-BECE-E1CA-EFF6051C940E}"/>
                      </a:ext>
                    </a:extLst>
                  </p:cNvPr>
                  <p:cNvGrpSpPr/>
                  <p:nvPr/>
                </p:nvGrpSpPr>
                <p:grpSpPr>
                  <a:xfrm>
                    <a:off x="6197413" y="3225768"/>
                    <a:ext cx="393192" cy="393192"/>
                    <a:chOff x="6389147" y="3932622"/>
                    <a:chExt cx="393192" cy="393192"/>
                  </a:xfrm>
                </p:grpSpPr>
                <p:grpSp>
                  <p:nvGrpSpPr>
                    <p:cNvPr id="9439" name="Group 9438">
                      <a:extLst>
                        <a:ext uri="{FF2B5EF4-FFF2-40B4-BE49-F238E27FC236}">
                          <a16:creationId xmlns:a16="http://schemas.microsoft.com/office/drawing/2014/main" id="{3F3D56B7-74B4-6EAC-3478-FFB73DC00C6A}"/>
                        </a:ext>
                      </a:extLst>
                    </p:cNvPr>
                    <p:cNvGrpSpPr/>
                    <p:nvPr/>
                  </p:nvGrpSpPr>
                  <p:grpSpPr>
                    <a:xfrm flipH="1">
                      <a:off x="6478587" y="4022061"/>
                      <a:ext cx="214313" cy="214313"/>
                      <a:chOff x="5354637" y="3446463"/>
                      <a:chExt cx="214313" cy="214313"/>
                    </a:xfrm>
                  </p:grpSpPr>
                  <p:sp>
                    <p:nvSpPr>
                      <p:cNvPr id="9447" name="Arc 9446">
                        <a:extLst>
                          <a:ext uri="{FF2B5EF4-FFF2-40B4-BE49-F238E27FC236}">
                            <a16:creationId xmlns:a16="http://schemas.microsoft.com/office/drawing/2014/main" id="{743D250C-D5B7-F8C0-D3B5-CDB3A8592EA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448" name="Arc 9447">
                        <a:extLst>
                          <a:ext uri="{FF2B5EF4-FFF2-40B4-BE49-F238E27FC236}">
                            <a16:creationId xmlns:a16="http://schemas.microsoft.com/office/drawing/2014/main" id="{AF763B8B-17A0-1397-3498-438C56B62E7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440" name="Group 9439">
                      <a:extLst>
                        <a:ext uri="{FF2B5EF4-FFF2-40B4-BE49-F238E27FC236}">
                          <a16:creationId xmlns:a16="http://schemas.microsoft.com/office/drawing/2014/main" id="{589C4D44-4D70-184D-FCB8-39DE0CD0F0E6}"/>
                        </a:ext>
                      </a:extLst>
                    </p:cNvPr>
                    <p:cNvGrpSpPr/>
                    <p:nvPr/>
                  </p:nvGrpSpPr>
                  <p:grpSpPr>
                    <a:xfrm rot="7200000" flipH="1">
                      <a:off x="6434137" y="3977611"/>
                      <a:ext cx="303213" cy="303213"/>
                      <a:chOff x="5354637" y="3446463"/>
                      <a:chExt cx="214313" cy="214313"/>
                    </a:xfrm>
                  </p:grpSpPr>
                  <p:sp>
                    <p:nvSpPr>
                      <p:cNvPr id="9445" name="Arc 9444">
                        <a:extLst>
                          <a:ext uri="{FF2B5EF4-FFF2-40B4-BE49-F238E27FC236}">
                            <a16:creationId xmlns:a16="http://schemas.microsoft.com/office/drawing/2014/main" id="{EAE496B8-03A3-EC22-E041-E1E45AEEF36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446" name="Arc 9445">
                        <a:extLst>
                          <a:ext uri="{FF2B5EF4-FFF2-40B4-BE49-F238E27FC236}">
                            <a16:creationId xmlns:a16="http://schemas.microsoft.com/office/drawing/2014/main" id="{D32CB38E-7A6E-4CA8-7186-2FCEFB647AA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441" name="Group 9440">
                      <a:extLst>
                        <a:ext uri="{FF2B5EF4-FFF2-40B4-BE49-F238E27FC236}">
                          <a16:creationId xmlns:a16="http://schemas.microsoft.com/office/drawing/2014/main" id="{DCC909BC-E504-E30A-6B35-96C280AF1C50}"/>
                        </a:ext>
                      </a:extLst>
                    </p:cNvPr>
                    <p:cNvGrpSpPr/>
                    <p:nvPr/>
                  </p:nvGrpSpPr>
                  <p:grpSpPr>
                    <a:xfrm rot="14400000" flipH="1">
                      <a:off x="6389147" y="3932622"/>
                      <a:ext cx="393192" cy="393192"/>
                      <a:chOff x="5354637" y="3446463"/>
                      <a:chExt cx="214313" cy="214313"/>
                    </a:xfrm>
                  </p:grpSpPr>
                  <p:sp>
                    <p:nvSpPr>
                      <p:cNvPr id="9443" name="Arc 9442">
                        <a:extLst>
                          <a:ext uri="{FF2B5EF4-FFF2-40B4-BE49-F238E27FC236}">
                            <a16:creationId xmlns:a16="http://schemas.microsoft.com/office/drawing/2014/main" id="{DD16C440-F710-FADA-531E-E443E5C7CC2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444" name="Arc 9443">
                        <a:extLst>
                          <a:ext uri="{FF2B5EF4-FFF2-40B4-BE49-F238E27FC236}">
                            <a16:creationId xmlns:a16="http://schemas.microsoft.com/office/drawing/2014/main" id="{93A59F12-EECC-183D-6ECE-5B12A2BAA35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442" name="TextBox 9441">
                      <a:extLst>
                        <a:ext uri="{FF2B5EF4-FFF2-40B4-BE49-F238E27FC236}">
                          <a16:creationId xmlns:a16="http://schemas.microsoft.com/office/drawing/2014/main" id="{A802631C-3C63-D597-44D7-8C42CB4EA475}"/>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388" name="Group 9387">
                  <a:extLst>
                    <a:ext uri="{FF2B5EF4-FFF2-40B4-BE49-F238E27FC236}">
                      <a16:creationId xmlns:a16="http://schemas.microsoft.com/office/drawing/2014/main" id="{965D153F-7691-4999-EFAE-B01404F63019}"/>
                    </a:ext>
                  </a:extLst>
                </p:cNvPr>
                <p:cNvGrpSpPr/>
                <p:nvPr/>
              </p:nvGrpSpPr>
              <p:grpSpPr>
                <a:xfrm>
                  <a:off x="6069086" y="3246228"/>
                  <a:ext cx="1019224" cy="991639"/>
                  <a:chOff x="5886431" y="3225768"/>
                  <a:chExt cx="1019224" cy="991639"/>
                </a:xfrm>
              </p:grpSpPr>
              <p:grpSp>
                <p:nvGrpSpPr>
                  <p:cNvPr id="9389" name="Group 9388">
                    <a:extLst>
                      <a:ext uri="{FF2B5EF4-FFF2-40B4-BE49-F238E27FC236}">
                        <a16:creationId xmlns:a16="http://schemas.microsoft.com/office/drawing/2014/main" id="{241248C7-506E-625D-A8C8-D172AA5AF500}"/>
                      </a:ext>
                    </a:extLst>
                  </p:cNvPr>
                  <p:cNvGrpSpPr/>
                  <p:nvPr/>
                </p:nvGrpSpPr>
                <p:grpSpPr>
                  <a:xfrm>
                    <a:off x="6197413" y="3824215"/>
                    <a:ext cx="393192" cy="393192"/>
                    <a:chOff x="5265196" y="3357021"/>
                    <a:chExt cx="393192" cy="393192"/>
                  </a:xfrm>
                </p:grpSpPr>
                <p:grpSp>
                  <p:nvGrpSpPr>
                    <p:cNvPr id="9424" name="Group 9423">
                      <a:extLst>
                        <a:ext uri="{FF2B5EF4-FFF2-40B4-BE49-F238E27FC236}">
                          <a16:creationId xmlns:a16="http://schemas.microsoft.com/office/drawing/2014/main" id="{C2F1124C-932C-10B6-0FDF-A5BF45460836}"/>
                        </a:ext>
                      </a:extLst>
                    </p:cNvPr>
                    <p:cNvGrpSpPr/>
                    <p:nvPr/>
                  </p:nvGrpSpPr>
                  <p:grpSpPr>
                    <a:xfrm rot="14400000">
                      <a:off x="5265196" y="3357021"/>
                      <a:ext cx="393192" cy="393192"/>
                      <a:chOff x="5354637" y="3446463"/>
                      <a:chExt cx="214313" cy="214313"/>
                    </a:xfrm>
                  </p:grpSpPr>
                  <p:sp>
                    <p:nvSpPr>
                      <p:cNvPr id="9433" name="Arc 9432">
                        <a:extLst>
                          <a:ext uri="{FF2B5EF4-FFF2-40B4-BE49-F238E27FC236}">
                            <a16:creationId xmlns:a16="http://schemas.microsoft.com/office/drawing/2014/main" id="{031ABFBF-0B96-44D4-B6A7-42A2A3F5EDD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434" name="Arc 9433">
                        <a:extLst>
                          <a:ext uri="{FF2B5EF4-FFF2-40B4-BE49-F238E27FC236}">
                            <a16:creationId xmlns:a16="http://schemas.microsoft.com/office/drawing/2014/main" id="{C98AE858-0FBC-0E4C-B568-1B858589135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425" name="Group 9424">
                      <a:extLst>
                        <a:ext uri="{FF2B5EF4-FFF2-40B4-BE49-F238E27FC236}">
                          <a16:creationId xmlns:a16="http://schemas.microsoft.com/office/drawing/2014/main" id="{B210AE9C-FB4A-2478-281D-BF3911B1EE8B}"/>
                        </a:ext>
                      </a:extLst>
                    </p:cNvPr>
                    <p:cNvGrpSpPr/>
                    <p:nvPr/>
                  </p:nvGrpSpPr>
                  <p:grpSpPr>
                    <a:xfrm>
                      <a:off x="5310186" y="3402011"/>
                      <a:ext cx="303213" cy="303213"/>
                      <a:chOff x="5310186" y="3402011"/>
                      <a:chExt cx="303213" cy="303213"/>
                    </a:xfrm>
                  </p:grpSpPr>
                  <p:grpSp>
                    <p:nvGrpSpPr>
                      <p:cNvPr id="9426" name="Group 9425">
                        <a:extLst>
                          <a:ext uri="{FF2B5EF4-FFF2-40B4-BE49-F238E27FC236}">
                            <a16:creationId xmlns:a16="http://schemas.microsoft.com/office/drawing/2014/main" id="{E1FAC8EC-0224-196D-FD41-666F5664E188}"/>
                          </a:ext>
                        </a:extLst>
                      </p:cNvPr>
                      <p:cNvGrpSpPr/>
                      <p:nvPr/>
                    </p:nvGrpSpPr>
                    <p:grpSpPr>
                      <a:xfrm>
                        <a:off x="5354636" y="3446461"/>
                        <a:ext cx="214313" cy="214313"/>
                        <a:chOff x="5354637" y="3446463"/>
                        <a:chExt cx="214313" cy="214313"/>
                      </a:xfrm>
                    </p:grpSpPr>
                    <p:sp>
                      <p:nvSpPr>
                        <p:cNvPr id="9431" name="Arc 9430">
                          <a:extLst>
                            <a:ext uri="{FF2B5EF4-FFF2-40B4-BE49-F238E27FC236}">
                              <a16:creationId xmlns:a16="http://schemas.microsoft.com/office/drawing/2014/main" id="{AEDCD672-057C-061C-D2B7-99A69862D32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432" name="Arc 9431">
                          <a:extLst>
                            <a:ext uri="{FF2B5EF4-FFF2-40B4-BE49-F238E27FC236}">
                              <a16:creationId xmlns:a16="http://schemas.microsoft.com/office/drawing/2014/main" id="{87223F11-FF5A-2793-A75C-341D69696EF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427" name="Group 9426">
                        <a:extLst>
                          <a:ext uri="{FF2B5EF4-FFF2-40B4-BE49-F238E27FC236}">
                            <a16:creationId xmlns:a16="http://schemas.microsoft.com/office/drawing/2014/main" id="{AD3414CE-666B-7C33-8181-4843BADFCDD3}"/>
                          </a:ext>
                        </a:extLst>
                      </p:cNvPr>
                      <p:cNvGrpSpPr/>
                      <p:nvPr/>
                    </p:nvGrpSpPr>
                    <p:grpSpPr>
                      <a:xfrm rot="7200000">
                        <a:off x="5310186" y="3402011"/>
                        <a:ext cx="303213" cy="303213"/>
                        <a:chOff x="5354637" y="3446463"/>
                        <a:chExt cx="214313" cy="214313"/>
                      </a:xfrm>
                    </p:grpSpPr>
                    <p:sp>
                      <p:nvSpPr>
                        <p:cNvPr id="9429" name="Arc 9428">
                          <a:extLst>
                            <a:ext uri="{FF2B5EF4-FFF2-40B4-BE49-F238E27FC236}">
                              <a16:creationId xmlns:a16="http://schemas.microsoft.com/office/drawing/2014/main" id="{9986024E-82EC-D61A-5DE9-F6D561CAC97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430" name="Arc 9429">
                          <a:extLst>
                            <a:ext uri="{FF2B5EF4-FFF2-40B4-BE49-F238E27FC236}">
                              <a16:creationId xmlns:a16="http://schemas.microsoft.com/office/drawing/2014/main" id="{CE8013B2-210A-8062-6BF9-074B88E147E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428" name="TextBox 9427">
                        <a:extLst>
                          <a:ext uri="{FF2B5EF4-FFF2-40B4-BE49-F238E27FC236}">
                            <a16:creationId xmlns:a16="http://schemas.microsoft.com/office/drawing/2014/main" id="{F8F7CA71-7A80-7C8E-5A71-0036F10E4E85}"/>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390" name="Group 9389">
                    <a:extLst>
                      <a:ext uri="{FF2B5EF4-FFF2-40B4-BE49-F238E27FC236}">
                        <a16:creationId xmlns:a16="http://schemas.microsoft.com/office/drawing/2014/main" id="{4C525FFA-566C-BAA4-F292-A569C519A664}"/>
                      </a:ext>
                    </a:extLst>
                  </p:cNvPr>
                  <p:cNvGrpSpPr/>
                  <p:nvPr/>
                </p:nvGrpSpPr>
                <p:grpSpPr>
                  <a:xfrm>
                    <a:off x="5886431" y="3525040"/>
                    <a:ext cx="393192" cy="393192"/>
                    <a:chOff x="5265196" y="3932619"/>
                    <a:chExt cx="393192" cy="393192"/>
                  </a:xfrm>
                </p:grpSpPr>
                <p:grpSp>
                  <p:nvGrpSpPr>
                    <p:cNvPr id="9414" name="Group 9413">
                      <a:extLst>
                        <a:ext uri="{FF2B5EF4-FFF2-40B4-BE49-F238E27FC236}">
                          <a16:creationId xmlns:a16="http://schemas.microsoft.com/office/drawing/2014/main" id="{6FBB3847-0C42-10BB-C277-1AF8001FAD82}"/>
                        </a:ext>
                      </a:extLst>
                    </p:cNvPr>
                    <p:cNvGrpSpPr/>
                    <p:nvPr/>
                  </p:nvGrpSpPr>
                  <p:grpSpPr>
                    <a:xfrm>
                      <a:off x="5354636" y="4022061"/>
                      <a:ext cx="214313" cy="214313"/>
                      <a:chOff x="5354637" y="3446463"/>
                      <a:chExt cx="214313" cy="214313"/>
                    </a:xfrm>
                  </p:grpSpPr>
                  <p:sp>
                    <p:nvSpPr>
                      <p:cNvPr id="9422" name="Arc 9421">
                        <a:extLst>
                          <a:ext uri="{FF2B5EF4-FFF2-40B4-BE49-F238E27FC236}">
                            <a16:creationId xmlns:a16="http://schemas.microsoft.com/office/drawing/2014/main" id="{20857C2A-FDE3-CAC3-137B-96940B813E0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423" name="Arc 9422">
                        <a:extLst>
                          <a:ext uri="{FF2B5EF4-FFF2-40B4-BE49-F238E27FC236}">
                            <a16:creationId xmlns:a16="http://schemas.microsoft.com/office/drawing/2014/main" id="{D55C228E-974A-B52F-75BB-8B7A0903D1C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415" name="Group 9414">
                      <a:extLst>
                        <a:ext uri="{FF2B5EF4-FFF2-40B4-BE49-F238E27FC236}">
                          <a16:creationId xmlns:a16="http://schemas.microsoft.com/office/drawing/2014/main" id="{4F8956A5-6AC2-CE83-54E5-536CFD77FEBB}"/>
                        </a:ext>
                      </a:extLst>
                    </p:cNvPr>
                    <p:cNvGrpSpPr/>
                    <p:nvPr/>
                  </p:nvGrpSpPr>
                  <p:grpSpPr>
                    <a:xfrm rot="14400000">
                      <a:off x="5310186" y="3977611"/>
                      <a:ext cx="303213" cy="303213"/>
                      <a:chOff x="5354637" y="3446463"/>
                      <a:chExt cx="214313" cy="214313"/>
                    </a:xfrm>
                  </p:grpSpPr>
                  <p:sp>
                    <p:nvSpPr>
                      <p:cNvPr id="9420" name="Arc 9419">
                        <a:extLst>
                          <a:ext uri="{FF2B5EF4-FFF2-40B4-BE49-F238E27FC236}">
                            <a16:creationId xmlns:a16="http://schemas.microsoft.com/office/drawing/2014/main" id="{41C7355B-1517-5110-42BD-5CEE1DB931A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421" name="Arc 9420">
                        <a:extLst>
                          <a:ext uri="{FF2B5EF4-FFF2-40B4-BE49-F238E27FC236}">
                            <a16:creationId xmlns:a16="http://schemas.microsoft.com/office/drawing/2014/main" id="{F02673B9-6F25-B278-0069-5104EE0A411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416" name="Group 9415">
                      <a:extLst>
                        <a:ext uri="{FF2B5EF4-FFF2-40B4-BE49-F238E27FC236}">
                          <a16:creationId xmlns:a16="http://schemas.microsoft.com/office/drawing/2014/main" id="{BABCCA9B-41AD-4592-2343-69AADCC77662}"/>
                        </a:ext>
                      </a:extLst>
                    </p:cNvPr>
                    <p:cNvGrpSpPr/>
                    <p:nvPr/>
                  </p:nvGrpSpPr>
                  <p:grpSpPr>
                    <a:xfrm rot="7200000">
                      <a:off x="5265196" y="3932619"/>
                      <a:ext cx="393192" cy="393192"/>
                      <a:chOff x="5354637" y="3446463"/>
                      <a:chExt cx="214313" cy="214313"/>
                    </a:xfrm>
                  </p:grpSpPr>
                  <p:sp>
                    <p:nvSpPr>
                      <p:cNvPr id="9418" name="Arc 9417">
                        <a:extLst>
                          <a:ext uri="{FF2B5EF4-FFF2-40B4-BE49-F238E27FC236}">
                            <a16:creationId xmlns:a16="http://schemas.microsoft.com/office/drawing/2014/main" id="{39773F1C-741C-8404-0E12-AB6968958A7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419" name="Arc 9418">
                        <a:extLst>
                          <a:ext uri="{FF2B5EF4-FFF2-40B4-BE49-F238E27FC236}">
                            <a16:creationId xmlns:a16="http://schemas.microsoft.com/office/drawing/2014/main" id="{8FE98BC2-CA0B-2DF1-A4ED-7D629F32AC9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417" name="TextBox 9416">
                      <a:extLst>
                        <a:ext uri="{FF2B5EF4-FFF2-40B4-BE49-F238E27FC236}">
                          <a16:creationId xmlns:a16="http://schemas.microsoft.com/office/drawing/2014/main" id="{E3D5369F-E8F9-3E70-D428-DDEDBFBEC8B8}"/>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9391" name="Group 9390">
                    <a:extLst>
                      <a:ext uri="{FF2B5EF4-FFF2-40B4-BE49-F238E27FC236}">
                        <a16:creationId xmlns:a16="http://schemas.microsoft.com/office/drawing/2014/main" id="{B9A75967-D5FB-A167-7624-35DCFBD8109D}"/>
                      </a:ext>
                    </a:extLst>
                  </p:cNvPr>
                  <p:cNvGrpSpPr/>
                  <p:nvPr/>
                </p:nvGrpSpPr>
                <p:grpSpPr>
                  <a:xfrm>
                    <a:off x="6512463" y="3525040"/>
                    <a:ext cx="393192" cy="393192"/>
                    <a:chOff x="6389147" y="3357021"/>
                    <a:chExt cx="393192" cy="393192"/>
                  </a:xfrm>
                </p:grpSpPr>
                <p:grpSp>
                  <p:nvGrpSpPr>
                    <p:cNvPr id="9403" name="Group 9402">
                      <a:extLst>
                        <a:ext uri="{FF2B5EF4-FFF2-40B4-BE49-F238E27FC236}">
                          <a16:creationId xmlns:a16="http://schemas.microsoft.com/office/drawing/2014/main" id="{0A040F2C-680B-3B95-EA0D-FE6E776A2ED7}"/>
                        </a:ext>
                      </a:extLst>
                    </p:cNvPr>
                    <p:cNvGrpSpPr/>
                    <p:nvPr/>
                  </p:nvGrpSpPr>
                  <p:grpSpPr>
                    <a:xfrm rot="7200000" flipH="1">
                      <a:off x="6389147" y="3357021"/>
                      <a:ext cx="393192" cy="393192"/>
                      <a:chOff x="5354637" y="3446463"/>
                      <a:chExt cx="214313" cy="214313"/>
                    </a:xfrm>
                  </p:grpSpPr>
                  <p:sp>
                    <p:nvSpPr>
                      <p:cNvPr id="9412" name="Arc 9411">
                        <a:extLst>
                          <a:ext uri="{FF2B5EF4-FFF2-40B4-BE49-F238E27FC236}">
                            <a16:creationId xmlns:a16="http://schemas.microsoft.com/office/drawing/2014/main" id="{CBAB4381-2E89-2C96-C44E-C15A491D551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413" name="Arc 9412">
                        <a:extLst>
                          <a:ext uri="{FF2B5EF4-FFF2-40B4-BE49-F238E27FC236}">
                            <a16:creationId xmlns:a16="http://schemas.microsoft.com/office/drawing/2014/main" id="{8B658D91-593F-D250-42CD-80755D41B60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404" name="Group 9403">
                      <a:extLst>
                        <a:ext uri="{FF2B5EF4-FFF2-40B4-BE49-F238E27FC236}">
                          <a16:creationId xmlns:a16="http://schemas.microsoft.com/office/drawing/2014/main" id="{14B38EEA-8BD1-61B5-0A1C-86FAE49B1358}"/>
                        </a:ext>
                      </a:extLst>
                    </p:cNvPr>
                    <p:cNvGrpSpPr/>
                    <p:nvPr/>
                  </p:nvGrpSpPr>
                  <p:grpSpPr>
                    <a:xfrm>
                      <a:off x="6434137" y="3402011"/>
                      <a:ext cx="303213" cy="303213"/>
                      <a:chOff x="6434137" y="3402011"/>
                      <a:chExt cx="303213" cy="303213"/>
                    </a:xfrm>
                  </p:grpSpPr>
                  <p:grpSp>
                    <p:nvGrpSpPr>
                      <p:cNvPr id="9405" name="Group 9404">
                        <a:extLst>
                          <a:ext uri="{FF2B5EF4-FFF2-40B4-BE49-F238E27FC236}">
                            <a16:creationId xmlns:a16="http://schemas.microsoft.com/office/drawing/2014/main" id="{66F15656-B211-DAB2-63C7-0849F6EF055B}"/>
                          </a:ext>
                        </a:extLst>
                      </p:cNvPr>
                      <p:cNvGrpSpPr/>
                      <p:nvPr/>
                    </p:nvGrpSpPr>
                    <p:grpSpPr>
                      <a:xfrm flipH="1">
                        <a:off x="6478587" y="3446461"/>
                        <a:ext cx="214313" cy="214313"/>
                        <a:chOff x="5354637" y="3446463"/>
                        <a:chExt cx="214313" cy="214313"/>
                      </a:xfrm>
                    </p:grpSpPr>
                    <p:sp>
                      <p:nvSpPr>
                        <p:cNvPr id="9410" name="Arc 9409">
                          <a:extLst>
                            <a:ext uri="{FF2B5EF4-FFF2-40B4-BE49-F238E27FC236}">
                              <a16:creationId xmlns:a16="http://schemas.microsoft.com/office/drawing/2014/main" id="{DB80741E-3744-078B-8460-F46B1E2043B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411" name="Arc 9410">
                          <a:extLst>
                            <a:ext uri="{FF2B5EF4-FFF2-40B4-BE49-F238E27FC236}">
                              <a16:creationId xmlns:a16="http://schemas.microsoft.com/office/drawing/2014/main" id="{5658E90C-E6AD-B1F5-DA0B-54940895AA3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406" name="Group 9405">
                        <a:extLst>
                          <a:ext uri="{FF2B5EF4-FFF2-40B4-BE49-F238E27FC236}">
                            <a16:creationId xmlns:a16="http://schemas.microsoft.com/office/drawing/2014/main" id="{81CF48D2-05E1-CD5A-CE78-35A03DCAEB95}"/>
                          </a:ext>
                        </a:extLst>
                      </p:cNvPr>
                      <p:cNvGrpSpPr/>
                      <p:nvPr/>
                    </p:nvGrpSpPr>
                    <p:grpSpPr>
                      <a:xfrm rot="14400000" flipH="1">
                        <a:off x="6434137" y="3402011"/>
                        <a:ext cx="303213" cy="303213"/>
                        <a:chOff x="5354637" y="3446463"/>
                        <a:chExt cx="214313" cy="214313"/>
                      </a:xfrm>
                    </p:grpSpPr>
                    <p:sp>
                      <p:nvSpPr>
                        <p:cNvPr id="9408" name="Arc 9407">
                          <a:extLst>
                            <a:ext uri="{FF2B5EF4-FFF2-40B4-BE49-F238E27FC236}">
                              <a16:creationId xmlns:a16="http://schemas.microsoft.com/office/drawing/2014/main" id="{6C4A2008-5D57-7B6C-B0F7-43080A161A9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409" name="Arc 9408">
                          <a:extLst>
                            <a:ext uri="{FF2B5EF4-FFF2-40B4-BE49-F238E27FC236}">
                              <a16:creationId xmlns:a16="http://schemas.microsoft.com/office/drawing/2014/main" id="{525464AA-E55C-4621-822C-D210AF6BB00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407" name="TextBox 9406">
                        <a:extLst>
                          <a:ext uri="{FF2B5EF4-FFF2-40B4-BE49-F238E27FC236}">
                            <a16:creationId xmlns:a16="http://schemas.microsoft.com/office/drawing/2014/main" id="{D6AE01CF-5CCE-F74F-C7B7-9EF6F81CD7FF}"/>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392" name="Group 9391">
                    <a:extLst>
                      <a:ext uri="{FF2B5EF4-FFF2-40B4-BE49-F238E27FC236}">
                        <a16:creationId xmlns:a16="http://schemas.microsoft.com/office/drawing/2014/main" id="{000D4B95-61E6-8DBC-7E8D-737E21AD1088}"/>
                      </a:ext>
                    </a:extLst>
                  </p:cNvPr>
                  <p:cNvGrpSpPr/>
                  <p:nvPr/>
                </p:nvGrpSpPr>
                <p:grpSpPr>
                  <a:xfrm>
                    <a:off x="6197413" y="3225768"/>
                    <a:ext cx="393192" cy="393192"/>
                    <a:chOff x="6389147" y="3932622"/>
                    <a:chExt cx="393192" cy="393192"/>
                  </a:xfrm>
                </p:grpSpPr>
                <p:grpSp>
                  <p:nvGrpSpPr>
                    <p:cNvPr id="9393" name="Group 9392">
                      <a:extLst>
                        <a:ext uri="{FF2B5EF4-FFF2-40B4-BE49-F238E27FC236}">
                          <a16:creationId xmlns:a16="http://schemas.microsoft.com/office/drawing/2014/main" id="{1E96E2BB-F921-EDB4-8987-7D413182CE22}"/>
                        </a:ext>
                      </a:extLst>
                    </p:cNvPr>
                    <p:cNvGrpSpPr/>
                    <p:nvPr/>
                  </p:nvGrpSpPr>
                  <p:grpSpPr>
                    <a:xfrm flipH="1">
                      <a:off x="6478587" y="4022061"/>
                      <a:ext cx="214313" cy="214313"/>
                      <a:chOff x="5354637" y="3446463"/>
                      <a:chExt cx="214313" cy="214313"/>
                    </a:xfrm>
                  </p:grpSpPr>
                  <p:sp>
                    <p:nvSpPr>
                      <p:cNvPr id="9401" name="Arc 9400">
                        <a:extLst>
                          <a:ext uri="{FF2B5EF4-FFF2-40B4-BE49-F238E27FC236}">
                            <a16:creationId xmlns:a16="http://schemas.microsoft.com/office/drawing/2014/main" id="{032FA511-A6F1-0CAE-74EA-F7FF686BF04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402" name="Arc 9401">
                        <a:extLst>
                          <a:ext uri="{FF2B5EF4-FFF2-40B4-BE49-F238E27FC236}">
                            <a16:creationId xmlns:a16="http://schemas.microsoft.com/office/drawing/2014/main" id="{05B6E8AB-2061-3005-737B-2AA51C1E76D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394" name="Group 9393">
                      <a:extLst>
                        <a:ext uri="{FF2B5EF4-FFF2-40B4-BE49-F238E27FC236}">
                          <a16:creationId xmlns:a16="http://schemas.microsoft.com/office/drawing/2014/main" id="{18873DF2-B135-B3E1-0E16-896C9AACA59F}"/>
                        </a:ext>
                      </a:extLst>
                    </p:cNvPr>
                    <p:cNvGrpSpPr/>
                    <p:nvPr/>
                  </p:nvGrpSpPr>
                  <p:grpSpPr>
                    <a:xfrm rot="7200000" flipH="1">
                      <a:off x="6434137" y="3977611"/>
                      <a:ext cx="303213" cy="303213"/>
                      <a:chOff x="5354637" y="3446463"/>
                      <a:chExt cx="214313" cy="214313"/>
                    </a:xfrm>
                  </p:grpSpPr>
                  <p:sp>
                    <p:nvSpPr>
                      <p:cNvPr id="9399" name="Arc 9398">
                        <a:extLst>
                          <a:ext uri="{FF2B5EF4-FFF2-40B4-BE49-F238E27FC236}">
                            <a16:creationId xmlns:a16="http://schemas.microsoft.com/office/drawing/2014/main" id="{CD701AA1-DA43-C20E-F228-0FD45A1A4BE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400" name="Arc 9399">
                        <a:extLst>
                          <a:ext uri="{FF2B5EF4-FFF2-40B4-BE49-F238E27FC236}">
                            <a16:creationId xmlns:a16="http://schemas.microsoft.com/office/drawing/2014/main" id="{FE5DF66C-3FB6-8200-5BF6-29B6F1CC0DD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395" name="Group 9394">
                      <a:extLst>
                        <a:ext uri="{FF2B5EF4-FFF2-40B4-BE49-F238E27FC236}">
                          <a16:creationId xmlns:a16="http://schemas.microsoft.com/office/drawing/2014/main" id="{A3C936F8-26C1-3423-B48F-2EF2939F1E75}"/>
                        </a:ext>
                      </a:extLst>
                    </p:cNvPr>
                    <p:cNvGrpSpPr/>
                    <p:nvPr/>
                  </p:nvGrpSpPr>
                  <p:grpSpPr>
                    <a:xfrm rot="14400000" flipH="1">
                      <a:off x="6389147" y="3932622"/>
                      <a:ext cx="393192" cy="393192"/>
                      <a:chOff x="5354637" y="3446463"/>
                      <a:chExt cx="214313" cy="214313"/>
                    </a:xfrm>
                  </p:grpSpPr>
                  <p:sp>
                    <p:nvSpPr>
                      <p:cNvPr id="9397" name="Arc 9396">
                        <a:extLst>
                          <a:ext uri="{FF2B5EF4-FFF2-40B4-BE49-F238E27FC236}">
                            <a16:creationId xmlns:a16="http://schemas.microsoft.com/office/drawing/2014/main" id="{B802B780-3256-059E-5078-A52DA01846C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398" name="Arc 9397">
                        <a:extLst>
                          <a:ext uri="{FF2B5EF4-FFF2-40B4-BE49-F238E27FC236}">
                            <a16:creationId xmlns:a16="http://schemas.microsoft.com/office/drawing/2014/main" id="{4E856DB3-5E2E-FAE1-7FBF-AB6F0135911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396" name="TextBox 9395">
                      <a:extLst>
                        <a:ext uri="{FF2B5EF4-FFF2-40B4-BE49-F238E27FC236}">
                          <a16:creationId xmlns:a16="http://schemas.microsoft.com/office/drawing/2014/main" id="{8E7AD433-D027-F3B1-3BC3-8EEDB9179C8A}"/>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9194" name="Group 9193">
              <a:extLst>
                <a:ext uri="{FF2B5EF4-FFF2-40B4-BE49-F238E27FC236}">
                  <a16:creationId xmlns:a16="http://schemas.microsoft.com/office/drawing/2014/main" id="{DC7DBBA5-6CE4-EB24-AF40-91D00F20FF97}"/>
                </a:ext>
              </a:extLst>
            </p:cNvPr>
            <p:cNvGrpSpPr/>
            <p:nvPr/>
          </p:nvGrpSpPr>
          <p:grpSpPr>
            <a:xfrm>
              <a:off x="10942563" y="432400"/>
              <a:ext cx="2263438" cy="2198360"/>
              <a:chOff x="5445106" y="2039507"/>
              <a:chExt cx="2263438" cy="2198360"/>
            </a:xfrm>
          </p:grpSpPr>
          <p:grpSp>
            <p:nvGrpSpPr>
              <p:cNvPr id="9195" name="Group 9194">
                <a:extLst>
                  <a:ext uri="{FF2B5EF4-FFF2-40B4-BE49-F238E27FC236}">
                    <a16:creationId xmlns:a16="http://schemas.microsoft.com/office/drawing/2014/main" id="{32E818BC-29CD-8D53-5E71-39951B51E8FF}"/>
                  </a:ext>
                </a:extLst>
              </p:cNvPr>
              <p:cNvGrpSpPr/>
              <p:nvPr/>
            </p:nvGrpSpPr>
            <p:grpSpPr>
              <a:xfrm>
                <a:off x="5445106" y="2644743"/>
                <a:ext cx="1643204" cy="1593124"/>
                <a:chOff x="5445106" y="2644743"/>
                <a:chExt cx="1643204" cy="1593124"/>
              </a:xfrm>
            </p:grpSpPr>
            <p:grpSp>
              <p:nvGrpSpPr>
                <p:cNvPr id="9291" name="Group 9290">
                  <a:extLst>
                    <a:ext uri="{FF2B5EF4-FFF2-40B4-BE49-F238E27FC236}">
                      <a16:creationId xmlns:a16="http://schemas.microsoft.com/office/drawing/2014/main" id="{B148DF1B-A989-27BB-D6B1-2D7A9D4029A2}"/>
                    </a:ext>
                  </a:extLst>
                </p:cNvPr>
                <p:cNvGrpSpPr/>
                <p:nvPr/>
              </p:nvGrpSpPr>
              <p:grpSpPr>
                <a:xfrm>
                  <a:off x="5445106" y="2644743"/>
                  <a:ext cx="1019224" cy="991639"/>
                  <a:chOff x="5886431" y="3225768"/>
                  <a:chExt cx="1019224" cy="991639"/>
                </a:xfrm>
              </p:grpSpPr>
              <p:grpSp>
                <p:nvGrpSpPr>
                  <p:cNvPr id="9339" name="Group 9338">
                    <a:extLst>
                      <a:ext uri="{FF2B5EF4-FFF2-40B4-BE49-F238E27FC236}">
                        <a16:creationId xmlns:a16="http://schemas.microsoft.com/office/drawing/2014/main" id="{C1A429A1-1D4E-D6AC-997A-72B0A2E7FD4A}"/>
                      </a:ext>
                    </a:extLst>
                  </p:cNvPr>
                  <p:cNvGrpSpPr/>
                  <p:nvPr/>
                </p:nvGrpSpPr>
                <p:grpSpPr>
                  <a:xfrm>
                    <a:off x="6197413" y="3824215"/>
                    <a:ext cx="393192" cy="393192"/>
                    <a:chOff x="5265196" y="3357021"/>
                    <a:chExt cx="393192" cy="393192"/>
                  </a:xfrm>
                </p:grpSpPr>
                <p:grpSp>
                  <p:nvGrpSpPr>
                    <p:cNvPr id="9374" name="Group 9373">
                      <a:extLst>
                        <a:ext uri="{FF2B5EF4-FFF2-40B4-BE49-F238E27FC236}">
                          <a16:creationId xmlns:a16="http://schemas.microsoft.com/office/drawing/2014/main" id="{23540130-9917-7820-1E89-C52CB95D20AB}"/>
                        </a:ext>
                      </a:extLst>
                    </p:cNvPr>
                    <p:cNvGrpSpPr/>
                    <p:nvPr/>
                  </p:nvGrpSpPr>
                  <p:grpSpPr>
                    <a:xfrm rot="14400000">
                      <a:off x="5265196" y="3357021"/>
                      <a:ext cx="393192" cy="393192"/>
                      <a:chOff x="5354637" y="3446463"/>
                      <a:chExt cx="214313" cy="214313"/>
                    </a:xfrm>
                  </p:grpSpPr>
                  <p:sp>
                    <p:nvSpPr>
                      <p:cNvPr id="9383" name="Arc 9382">
                        <a:extLst>
                          <a:ext uri="{FF2B5EF4-FFF2-40B4-BE49-F238E27FC236}">
                            <a16:creationId xmlns:a16="http://schemas.microsoft.com/office/drawing/2014/main" id="{E5F48D8B-AEEF-6E95-170E-FF705BB66AA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384" name="Arc 9383">
                        <a:extLst>
                          <a:ext uri="{FF2B5EF4-FFF2-40B4-BE49-F238E27FC236}">
                            <a16:creationId xmlns:a16="http://schemas.microsoft.com/office/drawing/2014/main" id="{5F3FF693-1975-D271-FF78-4B808F03B50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375" name="Group 9374">
                      <a:extLst>
                        <a:ext uri="{FF2B5EF4-FFF2-40B4-BE49-F238E27FC236}">
                          <a16:creationId xmlns:a16="http://schemas.microsoft.com/office/drawing/2014/main" id="{188F1843-17FD-30E7-6C2D-997C9882767B}"/>
                        </a:ext>
                      </a:extLst>
                    </p:cNvPr>
                    <p:cNvGrpSpPr/>
                    <p:nvPr/>
                  </p:nvGrpSpPr>
                  <p:grpSpPr>
                    <a:xfrm>
                      <a:off x="5310186" y="3402011"/>
                      <a:ext cx="303213" cy="303213"/>
                      <a:chOff x="5310186" y="3402011"/>
                      <a:chExt cx="303213" cy="303213"/>
                    </a:xfrm>
                  </p:grpSpPr>
                  <p:grpSp>
                    <p:nvGrpSpPr>
                      <p:cNvPr id="9376" name="Group 9375">
                        <a:extLst>
                          <a:ext uri="{FF2B5EF4-FFF2-40B4-BE49-F238E27FC236}">
                            <a16:creationId xmlns:a16="http://schemas.microsoft.com/office/drawing/2014/main" id="{5785D5A1-7BF7-6891-2137-A11F08378DA2}"/>
                          </a:ext>
                        </a:extLst>
                      </p:cNvPr>
                      <p:cNvGrpSpPr/>
                      <p:nvPr/>
                    </p:nvGrpSpPr>
                    <p:grpSpPr>
                      <a:xfrm>
                        <a:off x="5354636" y="3446461"/>
                        <a:ext cx="214313" cy="214313"/>
                        <a:chOff x="5354637" y="3446463"/>
                        <a:chExt cx="214313" cy="214313"/>
                      </a:xfrm>
                    </p:grpSpPr>
                    <p:sp>
                      <p:nvSpPr>
                        <p:cNvPr id="9381" name="Arc 9380">
                          <a:extLst>
                            <a:ext uri="{FF2B5EF4-FFF2-40B4-BE49-F238E27FC236}">
                              <a16:creationId xmlns:a16="http://schemas.microsoft.com/office/drawing/2014/main" id="{52B38105-B05A-E82B-A8A1-24FB3939C00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382" name="Arc 9381">
                          <a:extLst>
                            <a:ext uri="{FF2B5EF4-FFF2-40B4-BE49-F238E27FC236}">
                              <a16:creationId xmlns:a16="http://schemas.microsoft.com/office/drawing/2014/main" id="{43ACEBE9-1C55-3353-FBBE-0C1CADBFB93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377" name="Group 9376">
                        <a:extLst>
                          <a:ext uri="{FF2B5EF4-FFF2-40B4-BE49-F238E27FC236}">
                            <a16:creationId xmlns:a16="http://schemas.microsoft.com/office/drawing/2014/main" id="{F8F922AB-4B2A-F573-6CE0-5EAD5048569C}"/>
                          </a:ext>
                        </a:extLst>
                      </p:cNvPr>
                      <p:cNvGrpSpPr/>
                      <p:nvPr/>
                    </p:nvGrpSpPr>
                    <p:grpSpPr>
                      <a:xfrm rot="7200000">
                        <a:off x="5310186" y="3402011"/>
                        <a:ext cx="303213" cy="303213"/>
                        <a:chOff x="5354637" y="3446463"/>
                        <a:chExt cx="214313" cy="214313"/>
                      </a:xfrm>
                    </p:grpSpPr>
                    <p:sp>
                      <p:nvSpPr>
                        <p:cNvPr id="9379" name="Arc 9378">
                          <a:extLst>
                            <a:ext uri="{FF2B5EF4-FFF2-40B4-BE49-F238E27FC236}">
                              <a16:creationId xmlns:a16="http://schemas.microsoft.com/office/drawing/2014/main" id="{A0F9EE4C-821B-C997-B7D8-9C02272C580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380" name="Arc 9379">
                          <a:extLst>
                            <a:ext uri="{FF2B5EF4-FFF2-40B4-BE49-F238E27FC236}">
                              <a16:creationId xmlns:a16="http://schemas.microsoft.com/office/drawing/2014/main" id="{010F344F-3111-0E72-2735-682EDACD0C5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378" name="TextBox 9377">
                        <a:extLst>
                          <a:ext uri="{FF2B5EF4-FFF2-40B4-BE49-F238E27FC236}">
                            <a16:creationId xmlns:a16="http://schemas.microsoft.com/office/drawing/2014/main" id="{B165E0CF-1542-BD74-AEDC-78BE25E11923}"/>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340" name="Group 9339">
                    <a:extLst>
                      <a:ext uri="{FF2B5EF4-FFF2-40B4-BE49-F238E27FC236}">
                        <a16:creationId xmlns:a16="http://schemas.microsoft.com/office/drawing/2014/main" id="{F75BA3ED-6134-9391-5F08-1876BD9325E6}"/>
                      </a:ext>
                    </a:extLst>
                  </p:cNvPr>
                  <p:cNvGrpSpPr/>
                  <p:nvPr/>
                </p:nvGrpSpPr>
                <p:grpSpPr>
                  <a:xfrm>
                    <a:off x="5886431" y="3525040"/>
                    <a:ext cx="393192" cy="393192"/>
                    <a:chOff x="5265196" y="3932619"/>
                    <a:chExt cx="393192" cy="393192"/>
                  </a:xfrm>
                </p:grpSpPr>
                <p:grpSp>
                  <p:nvGrpSpPr>
                    <p:cNvPr id="9364" name="Group 9363">
                      <a:extLst>
                        <a:ext uri="{FF2B5EF4-FFF2-40B4-BE49-F238E27FC236}">
                          <a16:creationId xmlns:a16="http://schemas.microsoft.com/office/drawing/2014/main" id="{091EE7FB-B95C-A7B7-5540-0B5145909B31}"/>
                        </a:ext>
                      </a:extLst>
                    </p:cNvPr>
                    <p:cNvGrpSpPr/>
                    <p:nvPr/>
                  </p:nvGrpSpPr>
                  <p:grpSpPr>
                    <a:xfrm>
                      <a:off x="5354636" y="4022061"/>
                      <a:ext cx="214313" cy="214313"/>
                      <a:chOff x="5354637" y="3446463"/>
                      <a:chExt cx="214313" cy="214313"/>
                    </a:xfrm>
                  </p:grpSpPr>
                  <p:sp>
                    <p:nvSpPr>
                      <p:cNvPr id="9372" name="Arc 9371">
                        <a:extLst>
                          <a:ext uri="{FF2B5EF4-FFF2-40B4-BE49-F238E27FC236}">
                            <a16:creationId xmlns:a16="http://schemas.microsoft.com/office/drawing/2014/main" id="{75D70738-4507-9036-30CD-5AA4220356B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373" name="Arc 9372">
                        <a:extLst>
                          <a:ext uri="{FF2B5EF4-FFF2-40B4-BE49-F238E27FC236}">
                            <a16:creationId xmlns:a16="http://schemas.microsoft.com/office/drawing/2014/main" id="{FECF20F2-9E63-8E86-5C09-C2C71DB4648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365" name="Group 9364">
                      <a:extLst>
                        <a:ext uri="{FF2B5EF4-FFF2-40B4-BE49-F238E27FC236}">
                          <a16:creationId xmlns:a16="http://schemas.microsoft.com/office/drawing/2014/main" id="{FAFA045D-499E-317E-435C-5B313937CF84}"/>
                        </a:ext>
                      </a:extLst>
                    </p:cNvPr>
                    <p:cNvGrpSpPr/>
                    <p:nvPr/>
                  </p:nvGrpSpPr>
                  <p:grpSpPr>
                    <a:xfrm rot="14400000">
                      <a:off x="5310186" y="3977611"/>
                      <a:ext cx="303213" cy="303213"/>
                      <a:chOff x="5354637" y="3446463"/>
                      <a:chExt cx="214313" cy="214313"/>
                    </a:xfrm>
                  </p:grpSpPr>
                  <p:sp>
                    <p:nvSpPr>
                      <p:cNvPr id="9370" name="Arc 9369">
                        <a:extLst>
                          <a:ext uri="{FF2B5EF4-FFF2-40B4-BE49-F238E27FC236}">
                            <a16:creationId xmlns:a16="http://schemas.microsoft.com/office/drawing/2014/main" id="{BA3C4A3E-62FF-A604-C330-4CD210300BF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371" name="Arc 9370">
                        <a:extLst>
                          <a:ext uri="{FF2B5EF4-FFF2-40B4-BE49-F238E27FC236}">
                            <a16:creationId xmlns:a16="http://schemas.microsoft.com/office/drawing/2014/main" id="{068B8453-67D9-E494-13AA-799C49F1EE3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366" name="Group 9365">
                      <a:extLst>
                        <a:ext uri="{FF2B5EF4-FFF2-40B4-BE49-F238E27FC236}">
                          <a16:creationId xmlns:a16="http://schemas.microsoft.com/office/drawing/2014/main" id="{03BC896C-F9D2-D29F-A7CB-2CFFDD209E8D}"/>
                        </a:ext>
                      </a:extLst>
                    </p:cNvPr>
                    <p:cNvGrpSpPr/>
                    <p:nvPr/>
                  </p:nvGrpSpPr>
                  <p:grpSpPr>
                    <a:xfrm rot="7200000">
                      <a:off x="5265196" y="3932619"/>
                      <a:ext cx="393192" cy="393192"/>
                      <a:chOff x="5354637" y="3446463"/>
                      <a:chExt cx="214313" cy="214313"/>
                    </a:xfrm>
                  </p:grpSpPr>
                  <p:sp>
                    <p:nvSpPr>
                      <p:cNvPr id="9368" name="Arc 9367">
                        <a:extLst>
                          <a:ext uri="{FF2B5EF4-FFF2-40B4-BE49-F238E27FC236}">
                            <a16:creationId xmlns:a16="http://schemas.microsoft.com/office/drawing/2014/main" id="{F094C0F9-7ACC-A769-1819-D5733B4E9F1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369" name="Arc 9368">
                        <a:extLst>
                          <a:ext uri="{FF2B5EF4-FFF2-40B4-BE49-F238E27FC236}">
                            <a16:creationId xmlns:a16="http://schemas.microsoft.com/office/drawing/2014/main" id="{4DC87FB9-842C-1718-3C75-42D83014920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367" name="TextBox 9366">
                      <a:extLst>
                        <a:ext uri="{FF2B5EF4-FFF2-40B4-BE49-F238E27FC236}">
                          <a16:creationId xmlns:a16="http://schemas.microsoft.com/office/drawing/2014/main" id="{8AA462E8-FD24-C9D8-CDC6-8367B58A9E8D}"/>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9341" name="Group 9340">
                    <a:extLst>
                      <a:ext uri="{FF2B5EF4-FFF2-40B4-BE49-F238E27FC236}">
                        <a16:creationId xmlns:a16="http://schemas.microsoft.com/office/drawing/2014/main" id="{24F75FED-DE2A-F39C-8C09-F8C8F718B7DF}"/>
                      </a:ext>
                    </a:extLst>
                  </p:cNvPr>
                  <p:cNvGrpSpPr/>
                  <p:nvPr/>
                </p:nvGrpSpPr>
                <p:grpSpPr>
                  <a:xfrm>
                    <a:off x="6512463" y="3525040"/>
                    <a:ext cx="393192" cy="393192"/>
                    <a:chOff x="6389147" y="3357021"/>
                    <a:chExt cx="393192" cy="393192"/>
                  </a:xfrm>
                </p:grpSpPr>
                <p:grpSp>
                  <p:nvGrpSpPr>
                    <p:cNvPr id="9353" name="Group 9352">
                      <a:extLst>
                        <a:ext uri="{FF2B5EF4-FFF2-40B4-BE49-F238E27FC236}">
                          <a16:creationId xmlns:a16="http://schemas.microsoft.com/office/drawing/2014/main" id="{5F32E846-0BBE-9070-CA45-3D6EBA83072A}"/>
                        </a:ext>
                      </a:extLst>
                    </p:cNvPr>
                    <p:cNvGrpSpPr/>
                    <p:nvPr/>
                  </p:nvGrpSpPr>
                  <p:grpSpPr>
                    <a:xfrm rot="7200000" flipH="1">
                      <a:off x="6389147" y="3357021"/>
                      <a:ext cx="393192" cy="393192"/>
                      <a:chOff x="5354637" y="3446463"/>
                      <a:chExt cx="214313" cy="214313"/>
                    </a:xfrm>
                  </p:grpSpPr>
                  <p:sp>
                    <p:nvSpPr>
                      <p:cNvPr id="9362" name="Arc 9361">
                        <a:extLst>
                          <a:ext uri="{FF2B5EF4-FFF2-40B4-BE49-F238E27FC236}">
                            <a16:creationId xmlns:a16="http://schemas.microsoft.com/office/drawing/2014/main" id="{47DD5178-9B4B-278A-5C13-36E13D74774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363" name="Arc 9362">
                        <a:extLst>
                          <a:ext uri="{FF2B5EF4-FFF2-40B4-BE49-F238E27FC236}">
                            <a16:creationId xmlns:a16="http://schemas.microsoft.com/office/drawing/2014/main" id="{E333478C-586F-AA27-412D-1AF8F3B221E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354" name="Group 9353">
                      <a:extLst>
                        <a:ext uri="{FF2B5EF4-FFF2-40B4-BE49-F238E27FC236}">
                          <a16:creationId xmlns:a16="http://schemas.microsoft.com/office/drawing/2014/main" id="{81982CBC-96B9-E6ED-E2CA-9B3715BF1CB0}"/>
                        </a:ext>
                      </a:extLst>
                    </p:cNvPr>
                    <p:cNvGrpSpPr/>
                    <p:nvPr/>
                  </p:nvGrpSpPr>
                  <p:grpSpPr>
                    <a:xfrm>
                      <a:off x="6434137" y="3402011"/>
                      <a:ext cx="303213" cy="303213"/>
                      <a:chOff x="6434137" y="3402011"/>
                      <a:chExt cx="303213" cy="303213"/>
                    </a:xfrm>
                  </p:grpSpPr>
                  <p:grpSp>
                    <p:nvGrpSpPr>
                      <p:cNvPr id="9355" name="Group 9354">
                        <a:extLst>
                          <a:ext uri="{FF2B5EF4-FFF2-40B4-BE49-F238E27FC236}">
                            <a16:creationId xmlns:a16="http://schemas.microsoft.com/office/drawing/2014/main" id="{8DF6FE79-FF06-4331-9EA7-771A9BB619FB}"/>
                          </a:ext>
                        </a:extLst>
                      </p:cNvPr>
                      <p:cNvGrpSpPr/>
                      <p:nvPr/>
                    </p:nvGrpSpPr>
                    <p:grpSpPr>
                      <a:xfrm flipH="1">
                        <a:off x="6478587" y="3446461"/>
                        <a:ext cx="214313" cy="214313"/>
                        <a:chOff x="5354637" y="3446463"/>
                        <a:chExt cx="214313" cy="214313"/>
                      </a:xfrm>
                    </p:grpSpPr>
                    <p:sp>
                      <p:nvSpPr>
                        <p:cNvPr id="9360" name="Arc 9359">
                          <a:extLst>
                            <a:ext uri="{FF2B5EF4-FFF2-40B4-BE49-F238E27FC236}">
                              <a16:creationId xmlns:a16="http://schemas.microsoft.com/office/drawing/2014/main" id="{B626AFF7-B5C0-748C-E4C6-A0492218201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361" name="Arc 9360">
                          <a:extLst>
                            <a:ext uri="{FF2B5EF4-FFF2-40B4-BE49-F238E27FC236}">
                              <a16:creationId xmlns:a16="http://schemas.microsoft.com/office/drawing/2014/main" id="{A10E865A-D16F-4C9A-3445-6CABA28E42E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356" name="Group 9355">
                        <a:extLst>
                          <a:ext uri="{FF2B5EF4-FFF2-40B4-BE49-F238E27FC236}">
                            <a16:creationId xmlns:a16="http://schemas.microsoft.com/office/drawing/2014/main" id="{100E2B84-E349-4BB1-C133-D2B4A1E04838}"/>
                          </a:ext>
                        </a:extLst>
                      </p:cNvPr>
                      <p:cNvGrpSpPr/>
                      <p:nvPr/>
                    </p:nvGrpSpPr>
                    <p:grpSpPr>
                      <a:xfrm rot="14400000" flipH="1">
                        <a:off x="6434137" y="3402011"/>
                        <a:ext cx="303213" cy="303213"/>
                        <a:chOff x="5354637" y="3446463"/>
                        <a:chExt cx="214313" cy="214313"/>
                      </a:xfrm>
                    </p:grpSpPr>
                    <p:sp>
                      <p:nvSpPr>
                        <p:cNvPr id="9358" name="Arc 9357">
                          <a:extLst>
                            <a:ext uri="{FF2B5EF4-FFF2-40B4-BE49-F238E27FC236}">
                              <a16:creationId xmlns:a16="http://schemas.microsoft.com/office/drawing/2014/main" id="{DEA6CB3F-B1AA-7A0B-CF24-AC935E5159B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359" name="Arc 9358">
                          <a:extLst>
                            <a:ext uri="{FF2B5EF4-FFF2-40B4-BE49-F238E27FC236}">
                              <a16:creationId xmlns:a16="http://schemas.microsoft.com/office/drawing/2014/main" id="{8190D0B1-515B-1C59-C8BA-2095003719D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357" name="TextBox 9356">
                        <a:extLst>
                          <a:ext uri="{FF2B5EF4-FFF2-40B4-BE49-F238E27FC236}">
                            <a16:creationId xmlns:a16="http://schemas.microsoft.com/office/drawing/2014/main" id="{81150079-0D73-6627-0AED-74FA5C17F43E}"/>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342" name="Group 9341">
                    <a:extLst>
                      <a:ext uri="{FF2B5EF4-FFF2-40B4-BE49-F238E27FC236}">
                        <a16:creationId xmlns:a16="http://schemas.microsoft.com/office/drawing/2014/main" id="{631B512B-B490-47A1-B28C-A59474972656}"/>
                      </a:ext>
                    </a:extLst>
                  </p:cNvPr>
                  <p:cNvGrpSpPr/>
                  <p:nvPr/>
                </p:nvGrpSpPr>
                <p:grpSpPr>
                  <a:xfrm>
                    <a:off x="6197413" y="3225768"/>
                    <a:ext cx="393192" cy="393192"/>
                    <a:chOff x="6389147" y="3932622"/>
                    <a:chExt cx="393192" cy="393192"/>
                  </a:xfrm>
                </p:grpSpPr>
                <p:grpSp>
                  <p:nvGrpSpPr>
                    <p:cNvPr id="9343" name="Group 9342">
                      <a:extLst>
                        <a:ext uri="{FF2B5EF4-FFF2-40B4-BE49-F238E27FC236}">
                          <a16:creationId xmlns:a16="http://schemas.microsoft.com/office/drawing/2014/main" id="{2FFD9D33-BD35-CCF7-515B-90B2795FFA78}"/>
                        </a:ext>
                      </a:extLst>
                    </p:cNvPr>
                    <p:cNvGrpSpPr/>
                    <p:nvPr/>
                  </p:nvGrpSpPr>
                  <p:grpSpPr>
                    <a:xfrm flipH="1">
                      <a:off x="6478587" y="4022061"/>
                      <a:ext cx="214313" cy="214313"/>
                      <a:chOff x="5354637" y="3446463"/>
                      <a:chExt cx="214313" cy="214313"/>
                    </a:xfrm>
                  </p:grpSpPr>
                  <p:sp>
                    <p:nvSpPr>
                      <p:cNvPr id="9351" name="Arc 9350">
                        <a:extLst>
                          <a:ext uri="{FF2B5EF4-FFF2-40B4-BE49-F238E27FC236}">
                            <a16:creationId xmlns:a16="http://schemas.microsoft.com/office/drawing/2014/main" id="{77A0417C-991E-7100-4F93-6822367CF3E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352" name="Arc 9351">
                        <a:extLst>
                          <a:ext uri="{FF2B5EF4-FFF2-40B4-BE49-F238E27FC236}">
                            <a16:creationId xmlns:a16="http://schemas.microsoft.com/office/drawing/2014/main" id="{D20A5082-6E5E-BA15-4A2B-5284947FD2B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344" name="Group 9343">
                      <a:extLst>
                        <a:ext uri="{FF2B5EF4-FFF2-40B4-BE49-F238E27FC236}">
                          <a16:creationId xmlns:a16="http://schemas.microsoft.com/office/drawing/2014/main" id="{ED6AF153-5F71-42D2-F15E-EF5FCA5AEEE4}"/>
                        </a:ext>
                      </a:extLst>
                    </p:cNvPr>
                    <p:cNvGrpSpPr/>
                    <p:nvPr/>
                  </p:nvGrpSpPr>
                  <p:grpSpPr>
                    <a:xfrm rot="7200000" flipH="1">
                      <a:off x="6434137" y="3977611"/>
                      <a:ext cx="303213" cy="303213"/>
                      <a:chOff x="5354637" y="3446463"/>
                      <a:chExt cx="214313" cy="214313"/>
                    </a:xfrm>
                  </p:grpSpPr>
                  <p:sp>
                    <p:nvSpPr>
                      <p:cNvPr id="9349" name="Arc 9348">
                        <a:extLst>
                          <a:ext uri="{FF2B5EF4-FFF2-40B4-BE49-F238E27FC236}">
                            <a16:creationId xmlns:a16="http://schemas.microsoft.com/office/drawing/2014/main" id="{DC8C7685-B146-6932-4F78-DE6DDDEAB58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350" name="Arc 9349">
                        <a:extLst>
                          <a:ext uri="{FF2B5EF4-FFF2-40B4-BE49-F238E27FC236}">
                            <a16:creationId xmlns:a16="http://schemas.microsoft.com/office/drawing/2014/main" id="{9DAFF63E-82B8-BE8F-829A-270DCDE4905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345" name="Group 9344">
                      <a:extLst>
                        <a:ext uri="{FF2B5EF4-FFF2-40B4-BE49-F238E27FC236}">
                          <a16:creationId xmlns:a16="http://schemas.microsoft.com/office/drawing/2014/main" id="{A2935CC5-5756-5177-F49A-0F2FFB626E48}"/>
                        </a:ext>
                      </a:extLst>
                    </p:cNvPr>
                    <p:cNvGrpSpPr/>
                    <p:nvPr/>
                  </p:nvGrpSpPr>
                  <p:grpSpPr>
                    <a:xfrm rot="14400000" flipH="1">
                      <a:off x="6389147" y="3932622"/>
                      <a:ext cx="393192" cy="393192"/>
                      <a:chOff x="5354637" y="3446463"/>
                      <a:chExt cx="214313" cy="214313"/>
                    </a:xfrm>
                  </p:grpSpPr>
                  <p:sp>
                    <p:nvSpPr>
                      <p:cNvPr id="9347" name="Arc 9346">
                        <a:extLst>
                          <a:ext uri="{FF2B5EF4-FFF2-40B4-BE49-F238E27FC236}">
                            <a16:creationId xmlns:a16="http://schemas.microsoft.com/office/drawing/2014/main" id="{D2ED3EC4-004A-FBDE-91CD-48E7C598E86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348" name="Arc 9347">
                        <a:extLst>
                          <a:ext uri="{FF2B5EF4-FFF2-40B4-BE49-F238E27FC236}">
                            <a16:creationId xmlns:a16="http://schemas.microsoft.com/office/drawing/2014/main" id="{0D3192E0-7F78-9851-71AD-1CAE967B771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346" name="TextBox 9345">
                      <a:extLst>
                        <a:ext uri="{FF2B5EF4-FFF2-40B4-BE49-F238E27FC236}">
                          <a16:creationId xmlns:a16="http://schemas.microsoft.com/office/drawing/2014/main" id="{52833DBD-F021-9BAE-9E54-62D3013EEFB2}"/>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292" name="Group 9291">
                  <a:extLst>
                    <a:ext uri="{FF2B5EF4-FFF2-40B4-BE49-F238E27FC236}">
                      <a16:creationId xmlns:a16="http://schemas.microsoft.com/office/drawing/2014/main" id="{58C582B8-7A28-6F71-83AF-B703668A390E}"/>
                    </a:ext>
                  </a:extLst>
                </p:cNvPr>
                <p:cNvGrpSpPr/>
                <p:nvPr/>
              </p:nvGrpSpPr>
              <p:grpSpPr>
                <a:xfrm>
                  <a:off x="6069086" y="3246228"/>
                  <a:ext cx="1019224" cy="991639"/>
                  <a:chOff x="5886431" y="3225768"/>
                  <a:chExt cx="1019224" cy="991639"/>
                </a:xfrm>
              </p:grpSpPr>
              <p:grpSp>
                <p:nvGrpSpPr>
                  <p:cNvPr id="9293" name="Group 9292">
                    <a:extLst>
                      <a:ext uri="{FF2B5EF4-FFF2-40B4-BE49-F238E27FC236}">
                        <a16:creationId xmlns:a16="http://schemas.microsoft.com/office/drawing/2014/main" id="{1B3EF621-402C-990B-3D96-248078BD2103}"/>
                      </a:ext>
                    </a:extLst>
                  </p:cNvPr>
                  <p:cNvGrpSpPr/>
                  <p:nvPr/>
                </p:nvGrpSpPr>
                <p:grpSpPr>
                  <a:xfrm>
                    <a:off x="6197413" y="3824215"/>
                    <a:ext cx="393192" cy="393192"/>
                    <a:chOff x="5265196" y="3357021"/>
                    <a:chExt cx="393192" cy="393192"/>
                  </a:xfrm>
                </p:grpSpPr>
                <p:grpSp>
                  <p:nvGrpSpPr>
                    <p:cNvPr id="9328" name="Group 9327">
                      <a:extLst>
                        <a:ext uri="{FF2B5EF4-FFF2-40B4-BE49-F238E27FC236}">
                          <a16:creationId xmlns:a16="http://schemas.microsoft.com/office/drawing/2014/main" id="{2C2AC5C4-4776-C978-3EFD-B9CA8E5063DD}"/>
                        </a:ext>
                      </a:extLst>
                    </p:cNvPr>
                    <p:cNvGrpSpPr/>
                    <p:nvPr/>
                  </p:nvGrpSpPr>
                  <p:grpSpPr>
                    <a:xfrm rot="14400000">
                      <a:off x="5265196" y="3357021"/>
                      <a:ext cx="393192" cy="393192"/>
                      <a:chOff x="5354637" y="3446463"/>
                      <a:chExt cx="214313" cy="214313"/>
                    </a:xfrm>
                  </p:grpSpPr>
                  <p:sp>
                    <p:nvSpPr>
                      <p:cNvPr id="9337" name="Arc 9336">
                        <a:extLst>
                          <a:ext uri="{FF2B5EF4-FFF2-40B4-BE49-F238E27FC236}">
                            <a16:creationId xmlns:a16="http://schemas.microsoft.com/office/drawing/2014/main" id="{2C20E879-DC7E-B554-5E5B-1037DE13803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338" name="Arc 9337">
                        <a:extLst>
                          <a:ext uri="{FF2B5EF4-FFF2-40B4-BE49-F238E27FC236}">
                            <a16:creationId xmlns:a16="http://schemas.microsoft.com/office/drawing/2014/main" id="{BD19AE52-7D37-3225-472A-27A7DFEC60F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329" name="Group 9328">
                      <a:extLst>
                        <a:ext uri="{FF2B5EF4-FFF2-40B4-BE49-F238E27FC236}">
                          <a16:creationId xmlns:a16="http://schemas.microsoft.com/office/drawing/2014/main" id="{E6FF0144-1020-8AE2-28C3-E2D262F1A7B7}"/>
                        </a:ext>
                      </a:extLst>
                    </p:cNvPr>
                    <p:cNvGrpSpPr/>
                    <p:nvPr/>
                  </p:nvGrpSpPr>
                  <p:grpSpPr>
                    <a:xfrm>
                      <a:off x="5310186" y="3402011"/>
                      <a:ext cx="303213" cy="303213"/>
                      <a:chOff x="5310186" y="3402011"/>
                      <a:chExt cx="303213" cy="303213"/>
                    </a:xfrm>
                  </p:grpSpPr>
                  <p:grpSp>
                    <p:nvGrpSpPr>
                      <p:cNvPr id="9330" name="Group 9329">
                        <a:extLst>
                          <a:ext uri="{FF2B5EF4-FFF2-40B4-BE49-F238E27FC236}">
                            <a16:creationId xmlns:a16="http://schemas.microsoft.com/office/drawing/2014/main" id="{47FB0834-60F4-19DE-646A-67F4B57A6C84}"/>
                          </a:ext>
                        </a:extLst>
                      </p:cNvPr>
                      <p:cNvGrpSpPr/>
                      <p:nvPr/>
                    </p:nvGrpSpPr>
                    <p:grpSpPr>
                      <a:xfrm>
                        <a:off x="5354636" y="3446461"/>
                        <a:ext cx="214313" cy="214313"/>
                        <a:chOff x="5354637" y="3446463"/>
                        <a:chExt cx="214313" cy="214313"/>
                      </a:xfrm>
                    </p:grpSpPr>
                    <p:sp>
                      <p:nvSpPr>
                        <p:cNvPr id="9335" name="Arc 9334">
                          <a:extLst>
                            <a:ext uri="{FF2B5EF4-FFF2-40B4-BE49-F238E27FC236}">
                              <a16:creationId xmlns:a16="http://schemas.microsoft.com/office/drawing/2014/main" id="{B8ECB34F-4F23-F487-361E-9E2261C6A5A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336" name="Arc 9335">
                          <a:extLst>
                            <a:ext uri="{FF2B5EF4-FFF2-40B4-BE49-F238E27FC236}">
                              <a16:creationId xmlns:a16="http://schemas.microsoft.com/office/drawing/2014/main" id="{B9DF0DAE-1D61-115F-153A-FBC047D9FBF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331" name="Group 9330">
                        <a:extLst>
                          <a:ext uri="{FF2B5EF4-FFF2-40B4-BE49-F238E27FC236}">
                            <a16:creationId xmlns:a16="http://schemas.microsoft.com/office/drawing/2014/main" id="{0AA998BE-F957-D6D6-9928-6CB1C2FB0AFC}"/>
                          </a:ext>
                        </a:extLst>
                      </p:cNvPr>
                      <p:cNvGrpSpPr/>
                      <p:nvPr/>
                    </p:nvGrpSpPr>
                    <p:grpSpPr>
                      <a:xfrm rot="7200000">
                        <a:off x="5310186" y="3402011"/>
                        <a:ext cx="303213" cy="303213"/>
                        <a:chOff x="5354637" y="3446463"/>
                        <a:chExt cx="214313" cy="214313"/>
                      </a:xfrm>
                    </p:grpSpPr>
                    <p:sp>
                      <p:nvSpPr>
                        <p:cNvPr id="9333" name="Arc 9332">
                          <a:extLst>
                            <a:ext uri="{FF2B5EF4-FFF2-40B4-BE49-F238E27FC236}">
                              <a16:creationId xmlns:a16="http://schemas.microsoft.com/office/drawing/2014/main" id="{BF343253-A241-DF9B-6156-4D84510A2A9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334" name="Arc 9333">
                          <a:extLst>
                            <a:ext uri="{FF2B5EF4-FFF2-40B4-BE49-F238E27FC236}">
                              <a16:creationId xmlns:a16="http://schemas.microsoft.com/office/drawing/2014/main" id="{1EDEB77B-12E5-FC3D-B088-C6C910F17AD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332" name="TextBox 9331">
                        <a:extLst>
                          <a:ext uri="{FF2B5EF4-FFF2-40B4-BE49-F238E27FC236}">
                            <a16:creationId xmlns:a16="http://schemas.microsoft.com/office/drawing/2014/main" id="{35E373FF-3210-18B9-4532-7A195438DA9E}"/>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294" name="Group 9293">
                    <a:extLst>
                      <a:ext uri="{FF2B5EF4-FFF2-40B4-BE49-F238E27FC236}">
                        <a16:creationId xmlns:a16="http://schemas.microsoft.com/office/drawing/2014/main" id="{7802E576-3A2C-22EE-5539-797971DE0204}"/>
                      </a:ext>
                    </a:extLst>
                  </p:cNvPr>
                  <p:cNvGrpSpPr/>
                  <p:nvPr/>
                </p:nvGrpSpPr>
                <p:grpSpPr>
                  <a:xfrm>
                    <a:off x="5886431" y="3525040"/>
                    <a:ext cx="393192" cy="393192"/>
                    <a:chOff x="5265196" y="3932619"/>
                    <a:chExt cx="393192" cy="393192"/>
                  </a:xfrm>
                </p:grpSpPr>
                <p:grpSp>
                  <p:nvGrpSpPr>
                    <p:cNvPr id="9318" name="Group 9317">
                      <a:extLst>
                        <a:ext uri="{FF2B5EF4-FFF2-40B4-BE49-F238E27FC236}">
                          <a16:creationId xmlns:a16="http://schemas.microsoft.com/office/drawing/2014/main" id="{A2E8FD3A-38F0-680D-7F30-C33D4E421173}"/>
                        </a:ext>
                      </a:extLst>
                    </p:cNvPr>
                    <p:cNvGrpSpPr/>
                    <p:nvPr/>
                  </p:nvGrpSpPr>
                  <p:grpSpPr>
                    <a:xfrm>
                      <a:off x="5354636" y="4022061"/>
                      <a:ext cx="214313" cy="214313"/>
                      <a:chOff x="5354637" y="3446463"/>
                      <a:chExt cx="214313" cy="214313"/>
                    </a:xfrm>
                  </p:grpSpPr>
                  <p:sp>
                    <p:nvSpPr>
                      <p:cNvPr id="9326" name="Arc 9325">
                        <a:extLst>
                          <a:ext uri="{FF2B5EF4-FFF2-40B4-BE49-F238E27FC236}">
                            <a16:creationId xmlns:a16="http://schemas.microsoft.com/office/drawing/2014/main" id="{07F5C7A4-5748-2B14-3AA0-4EBC813D271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327" name="Arc 9326">
                        <a:extLst>
                          <a:ext uri="{FF2B5EF4-FFF2-40B4-BE49-F238E27FC236}">
                            <a16:creationId xmlns:a16="http://schemas.microsoft.com/office/drawing/2014/main" id="{CB5DA5F1-E943-A3E5-C797-19DE1FF152B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319" name="Group 9318">
                      <a:extLst>
                        <a:ext uri="{FF2B5EF4-FFF2-40B4-BE49-F238E27FC236}">
                          <a16:creationId xmlns:a16="http://schemas.microsoft.com/office/drawing/2014/main" id="{48B2BFCD-58DA-F7DE-6138-616BDC043551}"/>
                        </a:ext>
                      </a:extLst>
                    </p:cNvPr>
                    <p:cNvGrpSpPr/>
                    <p:nvPr/>
                  </p:nvGrpSpPr>
                  <p:grpSpPr>
                    <a:xfrm rot="14400000">
                      <a:off x="5310186" y="3977611"/>
                      <a:ext cx="303213" cy="303213"/>
                      <a:chOff x="5354637" y="3446463"/>
                      <a:chExt cx="214313" cy="214313"/>
                    </a:xfrm>
                  </p:grpSpPr>
                  <p:sp>
                    <p:nvSpPr>
                      <p:cNvPr id="9324" name="Arc 9323">
                        <a:extLst>
                          <a:ext uri="{FF2B5EF4-FFF2-40B4-BE49-F238E27FC236}">
                            <a16:creationId xmlns:a16="http://schemas.microsoft.com/office/drawing/2014/main" id="{39BEA7E2-EC5E-9F78-A4DB-66DA6AB046A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325" name="Arc 9324">
                        <a:extLst>
                          <a:ext uri="{FF2B5EF4-FFF2-40B4-BE49-F238E27FC236}">
                            <a16:creationId xmlns:a16="http://schemas.microsoft.com/office/drawing/2014/main" id="{F83D7949-1E01-399B-63FC-FF0BD60F603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320" name="Group 9319">
                      <a:extLst>
                        <a:ext uri="{FF2B5EF4-FFF2-40B4-BE49-F238E27FC236}">
                          <a16:creationId xmlns:a16="http://schemas.microsoft.com/office/drawing/2014/main" id="{ACEE1E09-C998-FC5E-D8F5-E94B14954448}"/>
                        </a:ext>
                      </a:extLst>
                    </p:cNvPr>
                    <p:cNvGrpSpPr/>
                    <p:nvPr/>
                  </p:nvGrpSpPr>
                  <p:grpSpPr>
                    <a:xfrm rot="7200000">
                      <a:off x="5265196" y="3932619"/>
                      <a:ext cx="393192" cy="393192"/>
                      <a:chOff x="5354637" y="3446463"/>
                      <a:chExt cx="214313" cy="214313"/>
                    </a:xfrm>
                  </p:grpSpPr>
                  <p:sp>
                    <p:nvSpPr>
                      <p:cNvPr id="9322" name="Arc 9321">
                        <a:extLst>
                          <a:ext uri="{FF2B5EF4-FFF2-40B4-BE49-F238E27FC236}">
                            <a16:creationId xmlns:a16="http://schemas.microsoft.com/office/drawing/2014/main" id="{06E59730-A3C5-A2FC-43E9-8A30128A436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323" name="Arc 9322">
                        <a:extLst>
                          <a:ext uri="{FF2B5EF4-FFF2-40B4-BE49-F238E27FC236}">
                            <a16:creationId xmlns:a16="http://schemas.microsoft.com/office/drawing/2014/main" id="{C607FCDA-8D2B-A642-06F0-ECBC2D9C918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321" name="TextBox 9320">
                      <a:extLst>
                        <a:ext uri="{FF2B5EF4-FFF2-40B4-BE49-F238E27FC236}">
                          <a16:creationId xmlns:a16="http://schemas.microsoft.com/office/drawing/2014/main" id="{E320C4C1-948B-0E99-E8BF-9A4FA4F68139}"/>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9295" name="Group 9294">
                    <a:extLst>
                      <a:ext uri="{FF2B5EF4-FFF2-40B4-BE49-F238E27FC236}">
                        <a16:creationId xmlns:a16="http://schemas.microsoft.com/office/drawing/2014/main" id="{C32988C0-2160-ED97-F2D8-99C58A8561B7}"/>
                      </a:ext>
                    </a:extLst>
                  </p:cNvPr>
                  <p:cNvGrpSpPr/>
                  <p:nvPr/>
                </p:nvGrpSpPr>
                <p:grpSpPr>
                  <a:xfrm>
                    <a:off x="6512463" y="3525040"/>
                    <a:ext cx="393192" cy="393192"/>
                    <a:chOff x="6389147" y="3357021"/>
                    <a:chExt cx="393192" cy="393192"/>
                  </a:xfrm>
                </p:grpSpPr>
                <p:grpSp>
                  <p:nvGrpSpPr>
                    <p:cNvPr id="9307" name="Group 9306">
                      <a:extLst>
                        <a:ext uri="{FF2B5EF4-FFF2-40B4-BE49-F238E27FC236}">
                          <a16:creationId xmlns:a16="http://schemas.microsoft.com/office/drawing/2014/main" id="{DE8E3386-7ACA-C45E-E69E-A5F10A63C894}"/>
                        </a:ext>
                      </a:extLst>
                    </p:cNvPr>
                    <p:cNvGrpSpPr/>
                    <p:nvPr/>
                  </p:nvGrpSpPr>
                  <p:grpSpPr>
                    <a:xfrm rot="7200000" flipH="1">
                      <a:off x="6389147" y="3357021"/>
                      <a:ext cx="393192" cy="393192"/>
                      <a:chOff x="5354637" y="3446463"/>
                      <a:chExt cx="214313" cy="214313"/>
                    </a:xfrm>
                  </p:grpSpPr>
                  <p:sp>
                    <p:nvSpPr>
                      <p:cNvPr id="9316" name="Arc 9315">
                        <a:extLst>
                          <a:ext uri="{FF2B5EF4-FFF2-40B4-BE49-F238E27FC236}">
                            <a16:creationId xmlns:a16="http://schemas.microsoft.com/office/drawing/2014/main" id="{9556CD1B-4369-B4D3-55C1-CA1EC95515F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317" name="Arc 9316">
                        <a:extLst>
                          <a:ext uri="{FF2B5EF4-FFF2-40B4-BE49-F238E27FC236}">
                            <a16:creationId xmlns:a16="http://schemas.microsoft.com/office/drawing/2014/main" id="{34D919DD-1DB1-426A-061A-661FC754B47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308" name="Group 9307">
                      <a:extLst>
                        <a:ext uri="{FF2B5EF4-FFF2-40B4-BE49-F238E27FC236}">
                          <a16:creationId xmlns:a16="http://schemas.microsoft.com/office/drawing/2014/main" id="{394B3715-A85D-CD3B-668E-18CA5A3F94CA}"/>
                        </a:ext>
                      </a:extLst>
                    </p:cNvPr>
                    <p:cNvGrpSpPr/>
                    <p:nvPr/>
                  </p:nvGrpSpPr>
                  <p:grpSpPr>
                    <a:xfrm>
                      <a:off x="6434137" y="3402011"/>
                      <a:ext cx="303213" cy="303213"/>
                      <a:chOff x="6434137" y="3402011"/>
                      <a:chExt cx="303213" cy="303213"/>
                    </a:xfrm>
                  </p:grpSpPr>
                  <p:grpSp>
                    <p:nvGrpSpPr>
                      <p:cNvPr id="9309" name="Group 9308">
                        <a:extLst>
                          <a:ext uri="{FF2B5EF4-FFF2-40B4-BE49-F238E27FC236}">
                            <a16:creationId xmlns:a16="http://schemas.microsoft.com/office/drawing/2014/main" id="{9187E14B-5C54-3803-658F-850F065576B0}"/>
                          </a:ext>
                        </a:extLst>
                      </p:cNvPr>
                      <p:cNvGrpSpPr/>
                      <p:nvPr/>
                    </p:nvGrpSpPr>
                    <p:grpSpPr>
                      <a:xfrm flipH="1">
                        <a:off x="6478587" y="3446461"/>
                        <a:ext cx="214313" cy="214313"/>
                        <a:chOff x="5354637" y="3446463"/>
                        <a:chExt cx="214313" cy="214313"/>
                      </a:xfrm>
                    </p:grpSpPr>
                    <p:sp>
                      <p:nvSpPr>
                        <p:cNvPr id="9314" name="Arc 9313">
                          <a:extLst>
                            <a:ext uri="{FF2B5EF4-FFF2-40B4-BE49-F238E27FC236}">
                              <a16:creationId xmlns:a16="http://schemas.microsoft.com/office/drawing/2014/main" id="{4B0A3108-8AB3-C1E1-8D99-508C3ABC84A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315" name="Arc 9314">
                          <a:extLst>
                            <a:ext uri="{FF2B5EF4-FFF2-40B4-BE49-F238E27FC236}">
                              <a16:creationId xmlns:a16="http://schemas.microsoft.com/office/drawing/2014/main" id="{434813D5-C160-3F65-F939-2A65286BF8F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310" name="Group 9309">
                        <a:extLst>
                          <a:ext uri="{FF2B5EF4-FFF2-40B4-BE49-F238E27FC236}">
                            <a16:creationId xmlns:a16="http://schemas.microsoft.com/office/drawing/2014/main" id="{6AEC3B01-4963-7364-EF87-E19D86083ADC}"/>
                          </a:ext>
                        </a:extLst>
                      </p:cNvPr>
                      <p:cNvGrpSpPr/>
                      <p:nvPr/>
                    </p:nvGrpSpPr>
                    <p:grpSpPr>
                      <a:xfrm rot="14400000" flipH="1">
                        <a:off x="6434137" y="3402011"/>
                        <a:ext cx="303213" cy="303213"/>
                        <a:chOff x="5354637" y="3446463"/>
                        <a:chExt cx="214313" cy="214313"/>
                      </a:xfrm>
                    </p:grpSpPr>
                    <p:sp>
                      <p:nvSpPr>
                        <p:cNvPr id="9312" name="Arc 9311">
                          <a:extLst>
                            <a:ext uri="{FF2B5EF4-FFF2-40B4-BE49-F238E27FC236}">
                              <a16:creationId xmlns:a16="http://schemas.microsoft.com/office/drawing/2014/main" id="{09B20369-13F0-3679-30A6-FC0F0754580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313" name="Arc 9312">
                          <a:extLst>
                            <a:ext uri="{FF2B5EF4-FFF2-40B4-BE49-F238E27FC236}">
                              <a16:creationId xmlns:a16="http://schemas.microsoft.com/office/drawing/2014/main" id="{A28152F7-B25D-D8B4-67DE-ED7FA2711BA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311" name="TextBox 9310">
                        <a:extLst>
                          <a:ext uri="{FF2B5EF4-FFF2-40B4-BE49-F238E27FC236}">
                            <a16:creationId xmlns:a16="http://schemas.microsoft.com/office/drawing/2014/main" id="{FDC842CE-AA34-14CB-1BF3-23156FFA7A6A}"/>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296" name="Group 9295">
                    <a:extLst>
                      <a:ext uri="{FF2B5EF4-FFF2-40B4-BE49-F238E27FC236}">
                        <a16:creationId xmlns:a16="http://schemas.microsoft.com/office/drawing/2014/main" id="{2722D97D-DDC1-3385-BCF3-B1C1B202255C}"/>
                      </a:ext>
                    </a:extLst>
                  </p:cNvPr>
                  <p:cNvGrpSpPr/>
                  <p:nvPr/>
                </p:nvGrpSpPr>
                <p:grpSpPr>
                  <a:xfrm>
                    <a:off x="6197413" y="3225768"/>
                    <a:ext cx="393192" cy="393192"/>
                    <a:chOff x="6389147" y="3932622"/>
                    <a:chExt cx="393192" cy="393192"/>
                  </a:xfrm>
                </p:grpSpPr>
                <p:grpSp>
                  <p:nvGrpSpPr>
                    <p:cNvPr id="9297" name="Group 9296">
                      <a:extLst>
                        <a:ext uri="{FF2B5EF4-FFF2-40B4-BE49-F238E27FC236}">
                          <a16:creationId xmlns:a16="http://schemas.microsoft.com/office/drawing/2014/main" id="{C530DD32-0EE5-F77F-C579-35687D4CD741}"/>
                        </a:ext>
                      </a:extLst>
                    </p:cNvPr>
                    <p:cNvGrpSpPr/>
                    <p:nvPr/>
                  </p:nvGrpSpPr>
                  <p:grpSpPr>
                    <a:xfrm flipH="1">
                      <a:off x="6478587" y="4022061"/>
                      <a:ext cx="214313" cy="214313"/>
                      <a:chOff x="5354637" y="3446463"/>
                      <a:chExt cx="214313" cy="214313"/>
                    </a:xfrm>
                  </p:grpSpPr>
                  <p:sp>
                    <p:nvSpPr>
                      <p:cNvPr id="9305" name="Arc 9304">
                        <a:extLst>
                          <a:ext uri="{FF2B5EF4-FFF2-40B4-BE49-F238E27FC236}">
                            <a16:creationId xmlns:a16="http://schemas.microsoft.com/office/drawing/2014/main" id="{83D37B66-3D60-34CD-0C2B-7DFFAC61C25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306" name="Arc 9305">
                        <a:extLst>
                          <a:ext uri="{FF2B5EF4-FFF2-40B4-BE49-F238E27FC236}">
                            <a16:creationId xmlns:a16="http://schemas.microsoft.com/office/drawing/2014/main" id="{D0780E83-98B2-A89F-DEAB-6C87E5A3D2F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298" name="Group 9297">
                      <a:extLst>
                        <a:ext uri="{FF2B5EF4-FFF2-40B4-BE49-F238E27FC236}">
                          <a16:creationId xmlns:a16="http://schemas.microsoft.com/office/drawing/2014/main" id="{2EB10BE2-ECF1-23E8-A280-C2592C25A150}"/>
                        </a:ext>
                      </a:extLst>
                    </p:cNvPr>
                    <p:cNvGrpSpPr/>
                    <p:nvPr/>
                  </p:nvGrpSpPr>
                  <p:grpSpPr>
                    <a:xfrm rot="7200000" flipH="1">
                      <a:off x="6434137" y="3977611"/>
                      <a:ext cx="303213" cy="303213"/>
                      <a:chOff x="5354637" y="3446463"/>
                      <a:chExt cx="214313" cy="214313"/>
                    </a:xfrm>
                  </p:grpSpPr>
                  <p:sp>
                    <p:nvSpPr>
                      <p:cNvPr id="9303" name="Arc 9302">
                        <a:extLst>
                          <a:ext uri="{FF2B5EF4-FFF2-40B4-BE49-F238E27FC236}">
                            <a16:creationId xmlns:a16="http://schemas.microsoft.com/office/drawing/2014/main" id="{BD61B41F-47A6-C2AE-ED12-29000F22012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304" name="Arc 9303">
                        <a:extLst>
                          <a:ext uri="{FF2B5EF4-FFF2-40B4-BE49-F238E27FC236}">
                            <a16:creationId xmlns:a16="http://schemas.microsoft.com/office/drawing/2014/main" id="{C90C423E-3A4C-3ABB-251F-39B562F71AD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299" name="Group 9298">
                      <a:extLst>
                        <a:ext uri="{FF2B5EF4-FFF2-40B4-BE49-F238E27FC236}">
                          <a16:creationId xmlns:a16="http://schemas.microsoft.com/office/drawing/2014/main" id="{6276AF6D-20A4-69EA-C259-A8B7AE517C62}"/>
                        </a:ext>
                      </a:extLst>
                    </p:cNvPr>
                    <p:cNvGrpSpPr/>
                    <p:nvPr/>
                  </p:nvGrpSpPr>
                  <p:grpSpPr>
                    <a:xfrm rot="14400000" flipH="1">
                      <a:off x="6389147" y="3932622"/>
                      <a:ext cx="393192" cy="393192"/>
                      <a:chOff x="5354637" y="3446463"/>
                      <a:chExt cx="214313" cy="214313"/>
                    </a:xfrm>
                  </p:grpSpPr>
                  <p:sp>
                    <p:nvSpPr>
                      <p:cNvPr id="9301" name="Arc 9300">
                        <a:extLst>
                          <a:ext uri="{FF2B5EF4-FFF2-40B4-BE49-F238E27FC236}">
                            <a16:creationId xmlns:a16="http://schemas.microsoft.com/office/drawing/2014/main" id="{E247DA56-23EF-ED79-F133-773D94F2D87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302" name="Arc 9301">
                        <a:extLst>
                          <a:ext uri="{FF2B5EF4-FFF2-40B4-BE49-F238E27FC236}">
                            <a16:creationId xmlns:a16="http://schemas.microsoft.com/office/drawing/2014/main" id="{59499CD8-8305-8B2D-E7D4-361E8CCE6D3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300" name="TextBox 9299">
                      <a:extLst>
                        <a:ext uri="{FF2B5EF4-FFF2-40B4-BE49-F238E27FC236}">
                          <a16:creationId xmlns:a16="http://schemas.microsoft.com/office/drawing/2014/main" id="{B27B95E3-0AAB-6094-FBF7-4B4273C9ED68}"/>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9196" name="Group 9195">
                <a:extLst>
                  <a:ext uri="{FF2B5EF4-FFF2-40B4-BE49-F238E27FC236}">
                    <a16:creationId xmlns:a16="http://schemas.microsoft.com/office/drawing/2014/main" id="{B264637A-8147-0084-C1DF-79F55D878055}"/>
                  </a:ext>
                </a:extLst>
              </p:cNvPr>
              <p:cNvGrpSpPr/>
              <p:nvPr/>
            </p:nvGrpSpPr>
            <p:grpSpPr>
              <a:xfrm>
                <a:off x="6065340" y="2039507"/>
                <a:ext cx="1643204" cy="1593124"/>
                <a:chOff x="5445106" y="2644743"/>
                <a:chExt cx="1643204" cy="1593124"/>
              </a:xfrm>
            </p:grpSpPr>
            <p:grpSp>
              <p:nvGrpSpPr>
                <p:cNvPr id="9197" name="Group 9196">
                  <a:extLst>
                    <a:ext uri="{FF2B5EF4-FFF2-40B4-BE49-F238E27FC236}">
                      <a16:creationId xmlns:a16="http://schemas.microsoft.com/office/drawing/2014/main" id="{4A471BE1-E5A4-BC7C-BFEC-800A2F3FB650}"/>
                    </a:ext>
                  </a:extLst>
                </p:cNvPr>
                <p:cNvGrpSpPr/>
                <p:nvPr/>
              </p:nvGrpSpPr>
              <p:grpSpPr>
                <a:xfrm>
                  <a:off x="5445106" y="2644743"/>
                  <a:ext cx="1019224" cy="991639"/>
                  <a:chOff x="5886431" y="3225768"/>
                  <a:chExt cx="1019224" cy="991639"/>
                </a:xfrm>
              </p:grpSpPr>
              <p:grpSp>
                <p:nvGrpSpPr>
                  <p:cNvPr id="9245" name="Group 9244">
                    <a:extLst>
                      <a:ext uri="{FF2B5EF4-FFF2-40B4-BE49-F238E27FC236}">
                        <a16:creationId xmlns:a16="http://schemas.microsoft.com/office/drawing/2014/main" id="{CD6552B6-25D8-CEDD-7A45-C25757551064}"/>
                      </a:ext>
                    </a:extLst>
                  </p:cNvPr>
                  <p:cNvGrpSpPr/>
                  <p:nvPr/>
                </p:nvGrpSpPr>
                <p:grpSpPr>
                  <a:xfrm>
                    <a:off x="6197413" y="3824215"/>
                    <a:ext cx="393192" cy="393192"/>
                    <a:chOff x="5265196" y="3357021"/>
                    <a:chExt cx="393192" cy="393192"/>
                  </a:xfrm>
                </p:grpSpPr>
                <p:grpSp>
                  <p:nvGrpSpPr>
                    <p:cNvPr id="9280" name="Group 9279">
                      <a:extLst>
                        <a:ext uri="{FF2B5EF4-FFF2-40B4-BE49-F238E27FC236}">
                          <a16:creationId xmlns:a16="http://schemas.microsoft.com/office/drawing/2014/main" id="{BB505DAC-0C43-8691-C683-58281844D154}"/>
                        </a:ext>
                      </a:extLst>
                    </p:cNvPr>
                    <p:cNvGrpSpPr/>
                    <p:nvPr/>
                  </p:nvGrpSpPr>
                  <p:grpSpPr>
                    <a:xfrm rot="14400000">
                      <a:off x="5265196" y="3357021"/>
                      <a:ext cx="393192" cy="393192"/>
                      <a:chOff x="5354637" y="3446463"/>
                      <a:chExt cx="214313" cy="214313"/>
                    </a:xfrm>
                  </p:grpSpPr>
                  <p:sp>
                    <p:nvSpPr>
                      <p:cNvPr id="9289" name="Arc 9288">
                        <a:extLst>
                          <a:ext uri="{FF2B5EF4-FFF2-40B4-BE49-F238E27FC236}">
                            <a16:creationId xmlns:a16="http://schemas.microsoft.com/office/drawing/2014/main" id="{E802292B-0007-DEEB-23A9-3B7F0994342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290" name="Arc 9289">
                        <a:extLst>
                          <a:ext uri="{FF2B5EF4-FFF2-40B4-BE49-F238E27FC236}">
                            <a16:creationId xmlns:a16="http://schemas.microsoft.com/office/drawing/2014/main" id="{1505BC5D-1A5C-D858-DEBD-594E6477CE4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281" name="Group 9280">
                      <a:extLst>
                        <a:ext uri="{FF2B5EF4-FFF2-40B4-BE49-F238E27FC236}">
                          <a16:creationId xmlns:a16="http://schemas.microsoft.com/office/drawing/2014/main" id="{35B87A46-1B54-6870-6150-25E8CE52EA3B}"/>
                        </a:ext>
                      </a:extLst>
                    </p:cNvPr>
                    <p:cNvGrpSpPr/>
                    <p:nvPr/>
                  </p:nvGrpSpPr>
                  <p:grpSpPr>
                    <a:xfrm>
                      <a:off x="5310186" y="3402011"/>
                      <a:ext cx="303213" cy="303213"/>
                      <a:chOff x="5310186" y="3402011"/>
                      <a:chExt cx="303213" cy="303213"/>
                    </a:xfrm>
                  </p:grpSpPr>
                  <p:grpSp>
                    <p:nvGrpSpPr>
                      <p:cNvPr id="9282" name="Group 9281">
                        <a:extLst>
                          <a:ext uri="{FF2B5EF4-FFF2-40B4-BE49-F238E27FC236}">
                            <a16:creationId xmlns:a16="http://schemas.microsoft.com/office/drawing/2014/main" id="{BAEB00CB-2486-A448-8A9E-078C90F6AAE9}"/>
                          </a:ext>
                        </a:extLst>
                      </p:cNvPr>
                      <p:cNvGrpSpPr/>
                      <p:nvPr/>
                    </p:nvGrpSpPr>
                    <p:grpSpPr>
                      <a:xfrm>
                        <a:off x="5354636" y="3446461"/>
                        <a:ext cx="214313" cy="214313"/>
                        <a:chOff x="5354637" y="3446463"/>
                        <a:chExt cx="214313" cy="214313"/>
                      </a:xfrm>
                    </p:grpSpPr>
                    <p:sp>
                      <p:nvSpPr>
                        <p:cNvPr id="9287" name="Arc 9286">
                          <a:extLst>
                            <a:ext uri="{FF2B5EF4-FFF2-40B4-BE49-F238E27FC236}">
                              <a16:creationId xmlns:a16="http://schemas.microsoft.com/office/drawing/2014/main" id="{36FBCF39-E627-2F34-69F4-CC9765B2648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288" name="Arc 9287">
                          <a:extLst>
                            <a:ext uri="{FF2B5EF4-FFF2-40B4-BE49-F238E27FC236}">
                              <a16:creationId xmlns:a16="http://schemas.microsoft.com/office/drawing/2014/main" id="{BF0E6400-84C0-3084-C081-A4FA04A0A83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283" name="Group 9282">
                        <a:extLst>
                          <a:ext uri="{FF2B5EF4-FFF2-40B4-BE49-F238E27FC236}">
                            <a16:creationId xmlns:a16="http://schemas.microsoft.com/office/drawing/2014/main" id="{BC1596C0-2DB2-A35A-EC37-D7B2F7F1BCF6}"/>
                          </a:ext>
                        </a:extLst>
                      </p:cNvPr>
                      <p:cNvGrpSpPr/>
                      <p:nvPr/>
                    </p:nvGrpSpPr>
                    <p:grpSpPr>
                      <a:xfrm rot="7200000">
                        <a:off x="5310186" y="3402011"/>
                        <a:ext cx="303213" cy="303213"/>
                        <a:chOff x="5354637" y="3446463"/>
                        <a:chExt cx="214313" cy="214313"/>
                      </a:xfrm>
                    </p:grpSpPr>
                    <p:sp>
                      <p:nvSpPr>
                        <p:cNvPr id="9285" name="Arc 9284">
                          <a:extLst>
                            <a:ext uri="{FF2B5EF4-FFF2-40B4-BE49-F238E27FC236}">
                              <a16:creationId xmlns:a16="http://schemas.microsoft.com/office/drawing/2014/main" id="{AA2C844B-B6EB-8D35-7DBA-C2B2226B6C6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286" name="Arc 9285">
                          <a:extLst>
                            <a:ext uri="{FF2B5EF4-FFF2-40B4-BE49-F238E27FC236}">
                              <a16:creationId xmlns:a16="http://schemas.microsoft.com/office/drawing/2014/main" id="{CAFB2D9E-5480-D527-D127-D80CCB7F59C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284" name="TextBox 9283">
                        <a:extLst>
                          <a:ext uri="{FF2B5EF4-FFF2-40B4-BE49-F238E27FC236}">
                            <a16:creationId xmlns:a16="http://schemas.microsoft.com/office/drawing/2014/main" id="{03CEE7DE-2463-C04C-80D6-6D158830D2E2}"/>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246" name="Group 9245">
                    <a:extLst>
                      <a:ext uri="{FF2B5EF4-FFF2-40B4-BE49-F238E27FC236}">
                        <a16:creationId xmlns:a16="http://schemas.microsoft.com/office/drawing/2014/main" id="{CA387EBF-1254-5470-286A-01FF9CD38383}"/>
                      </a:ext>
                    </a:extLst>
                  </p:cNvPr>
                  <p:cNvGrpSpPr/>
                  <p:nvPr/>
                </p:nvGrpSpPr>
                <p:grpSpPr>
                  <a:xfrm>
                    <a:off x="5886431" y="3525040"/>
                    <a:ext cx="393192" cy="393192"/>
                    <a:chOff x="5265196" y="3932619"/>
                    <a:chExt cx="393192" cy="393192"/>
                  </a:xfrm>
                </p:grpSpPr>
                <p:grpSp>
                  <p:nvGrpSpPr>
                    <p:cNvPr id="9270" name="Group 9269">
                      <a:extLst>
                        <a:ext uri="{FF2B5EF4-FFF2-40B4-BE49-F238E27FC236}">
                          <a16:creationId xmlns:a16="http://schemas.microsoft.com/office/drawing/2014/main" id="{94C42CF1-4815-187B-0DBA-82EF21F135C7}"/>
                        </a:ext>
                      </a:extLst>
                    </p:cNvPr>
                    <p:cNvGrpSpPr/>
                    <p:nvPr/>
                  </p:nvGrpSpPr>
                  <p:grpSpPr>
                    <a:xfrm>
                      <a:off x="5354636" y="4022061"/>
                      <a:ext cx="214313" cy="214313"/>
                      <a:chOff x="5354637" y="3446463"/>
                      <a:chExt cx="214313" cy="214313"/>
                    </a:xfrm>
                  </p:grpSpPr>
                  <p:sp>
                    <p:nvSpPr>
                      <p:cNvPr id="9278" name="Arc 9277">
                        <a:extLst>
                          <a:ext uri="{FF2B5EF4-FFF2-40B4-BE49-F238E27FC236}">
                            <a16:creationId xmlns:a16="http://schemas.microsoft.com/office/drawing/2014/main" id="{2459302D-9124-D3F3-3B24-058BF64B325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279" name="Arc 9278">
                        <a:extLst>
                          <a:ext uri="{FF2B5EF4-FFF2-40B4-BE49-F238E27FC236}">
                            <a16:creationId xmlns:a16="http://schemas.microsoft.com/office/drawing/2014/main" id="{10D6C5FD-C2CB-B5FF-6D3F-BE9E6D6A153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271" name="Group 9270">
                      <a:extLst>
                        <a:ext uri="{FF2B5EF4-FFF2-40B4-BE49-F238E27FC236}">
                          <a16:creationId xmlns:a16="http://schemas.microsoft.com/office/drawing/2014/main" id="{D3437669-5DFC-B290-A8A1-DAFA9B31C21C}"/>
                        </a:ext>
                      </a:extLst>
                    </p:cNvPr>
                    <p:cNvGrpSpPr/>
                    <p:nvPr/>
                  </p:nvGrpSpPr>
                  <p:grpSpPr>
                    <a:xfrm rot="14400000">
                      <a:off x="5310186" y="3977611"/>
                      <a:ext cx="303213" cy="303213"/>
                      <a:chOff x="5354637" y="3446463"/>
                      <a:chExt cx="214313" cy="214313"/>
                    </a:xfrm>
                  </p:grpSpPr>
                  <p:sp>
                    <p:nvSpPr>
                      <p:cNvPr id="9276" name="Arc 9275">
                        <a:extLst>
                          <a:ext uri="{FF2B5EF4-FFF2-40B4-BE49-F238E27FC236}">
                            <a16:creationId xmlns:a16="http://schemas.microsoft.com/office/drawing/2014/main" id="{DD76D0E9-C912-E0FC-7DD7-4CDC8186B86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277" name="Arc 9276">
                        <a:extLst>
                          <a:ext uri="{FF2B5EF4-FFF2-40B4-BE49-F238E27FC236}">
                            <a16:creationId xmlns:a16="http://schemas.microsoft.com/office/drawing/2014/main" id="{CFAF47B4-EB90-DF82-95FA-2B6F124EB52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272" name="Group 9271">
                      <a:extLst>
                        <a:ext uri="{FF2B5EF4-FFF2-40B4-BE49-F238E27FC236}">
                          <a16:creationId xmlns:a16="http://schemas.microsoft.com/office/drawing/2014/main" id="{250ADA4A-5270-1C13-9285-3D8529CD4B0B}"/>
                        </a:ext>
                      </a:extLst>
                    </p:cNvPr>
                    <p:cNvGrpSpPr/>
                    <p:nvPr/>
                  </p:nvGrpSpPr>
                  <p:grpSpPr>
                    <a:xfrm rot="7200000">
                      <a:off x="5265196" y="3932619"/>
                      <a:ext cx="393192" cy="393192"/>
                      <a:chOff x="5354637" y="3446463"/>
                      <a:chExt cx="214313" cy="214313"/>
                    </a:xfrm>
                  </p:grpSpPr>
                  <p:sp>
                    <p:nvSpPr>
                      <p:cNvPr id="9274" name="Arc 9273">
                        <a:extLst>
                          <a:ext uri="{FF2B5EF4-FFF2-40B4-BE49-F238E27FC236}">
                            <a16:creationId xmlns:a16="http://schemas.microsoft.com/office/drawing/2014/main" id="{E70170B1-0A91-39A8-CF03-AB0AD4CACBC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275" name="Arc 9274">
                        <a:extLst>
                          <a:ext uri="{FF2B5EF4-FFF2-40B4-BE49-F238E27FC236}">
                            <a16:creationId xmlns:a16="http://schemas.microsoft.com/office/drawing/2014/main" id="{7B5F61EB-F4AC-DBAB-CC9D-7A975DCA985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273" name="TextBox 9272">
                      <a:extLst>
                        <a:ext uri="{FF2B5EF4-FFF2-40B4-BE49-F238E27FC236}">
                          <a16:creationId xmlns:a16="http://schemas.microsoft.com/office/drawing/2014/main" id="{72F33208-BA86-4F7D-C289-A96B3BB36156}"/>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9247" name="Group 9246">
                    <a:extLst>
                      <a:ext uri="{FF2B5EF4-FFF2-40B4-BE49-F238E27FC236}">
                        <a16:creationId xmlns:a16="http://schemas.microsoft.com/office/drawing/2014/main" id="{EBE79E4B-8723-91A5-22E5-856B373ACFC2}"/>
                      </a:ext>
                    </a:extLst>
                  </p:cNvPr>
                  <p:cNvGrpSpPr/>
                  <p:nvPr/>
                </p:nvGrpSpPr>
                <p:grpSpPr>
                  <a:xfrm>
                    <a:off x="6512463" y="3525040"/>
                    <a:ext cx="393192" cy="393192"/>
                    <a:chOff x="6389147" y="3357021"/>
                    <a:chExt cx="393192" cy="393192"/>
                  </a:xfrm>
                </p:grpSpPr>
                <p:grpSp>
                  <p:nvGrpSpPr>
                    <p:cNvPr id="9259" name="Group 9258">
                      <a:extLst>
                        <a:ext uri="{FF2B5EF4-FFF2-40B4-BE49-F238E27FC236}">
                          <a16:creationId xmlns:a16="http://schemas.microsoft.com/office/drawing/2014/main" id="{A77CCDD3-7A8A-557C-AA91-D03E9658F235}"/>
                        </a:ext>
                      </a:extLst>
                    </p:cNvPr>
                    <p:cNvGrpSpPr/>
                    <p:nvPr/>
                  </p:nvGrpSpPr>
                  <p:grpSpPr>
                    <a:xfrm rot="7200000" flipH="1">
                      <a:off x="6389147" y="3357021"/>
                      <a:ext cx="393192" cy="393192"/>
                      <a:chOff x="5354637" y="3446463"/>
                      <a:chExt cx="214313" cy="214313"/>
                    </a:xfrm>
                  </p:grpSpPr>
                  <p:sp>
                    <p:nvSpPr>
                      <p:cNvPr id="9268" name="Arc 9267">
                        <a:extLst>
                          <a:ext uri="{FF2B5EF4-FFF2-40B4-BE49-F238E27FC236}">
                            <a16:creationId xmlns:a16="http://schemas.microsoft.com/office/drawing/2014/main" id="{FE7D7ECC-8F25-64C8-4EB8-98C34A14F8D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269" name="Arc 9268">
                        <a:extLst>
                          <a:ext uri="{FF2B5EF4-FFF2-40B4-BE49-F238E27FC236}">
                            <a16:creationId xmlns:a16="http://schemas.microsoft.com/office/drawing/2014/main" id="{A621A99C-1079-D25F-4F0C-F48F64E12FE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260" name="Group 9259">
                      <a:extLst>
                        <a:ext uri="{FF2B5EF4-FFF2-40B4-BE49-F238E27FC236}">
                          <a16:creationId xmlns:a16="http://schemas.microsoft.com/office/drawing/2014/main" id="{AD288D21-0764-826F-1E9A-88F260923CF7}"/>
                        </a:ext>
                      </a:extLst>
                    </p:cNvPr>
                    <p:cNvGrpSpPr/>
                    <p:nvPr/>
                  </p:nvGrpSpPr>
                  <p:grpSpPr>
                    <a:xfrm>
                      <a:off x="6434137" y="3402011"/>
                      <a:ext cx="303213" cy="303213"/>
                      <a:chOff x="6434137" y="3402011"/>
                      <a:chExt cx="303213" cy="303213"/>
                    </a:xfrm>
                  </p:grpSpPr>
                  <p:grpSp>
                    <p:nvGrpSpPr>
                      <p:cNvPr id="9261" name="Group 9260">
                        <a:extLst>
                          <a:ext uri="{FF2B5EF4-FFF2-40B4-BE49-F238E27FC236}">
                            <a16:creationId xmlns:a16="http://schemas.microsoft.com/office/drawing/2014/main" id="{7C81E356-3BFB-87FC-6041-2FDE8280E2B5}"/>
                          </a:ext>
                        </a:extLst>
                      </p:cNvPr>
                      <p:cNvGrpSpPr/>
                      <p:nvPr/>
                    </p:nvGrpSpPr>
                    <p:grpSpPr>
                      <a:xfrm flipH="1">
                        <a:off x="6478587" y="3446461"/>
                        <a:ext cx="214313" cy="214313"/>
                        <a:chOff x="5354637" y="3446463"/>
                        <a:chExt cx="214313" cy="214313"/>
                      </a:xfrm>
                    </p:grpSpPr>
                    <p:sp>
                      <p:nvSpPr>
                        <p:cNvPr id="9266" name="Arc 9265">
                          <a:extLst>
                            <a:ext uri="{FF2B5EF4-FFF2-40B4-BE49-F238E27FC236}">
                              <a16:creationId xmlns:a16="http://schemas.microsoft.com/office/drawing/2014/main" id="{D066FAB0-BD99-78EB-F542-77EB37834FF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267" name="Arc 9266">
                          <a:extLst>
                            <a:ext uri="{FF2B5EF4-FFF2-40B4-BE49-F238E27FC236}">
                              <a16:creationId xmlns:a16="http://schemas.microsoft.com/office/drawing/2014/main" id="{9978861E-3F6F-1BD1-589D-BB867CF979B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262" name="Group 9261">
                        <a:extLst>
                          <a:ext uri="{FF2B5EF4-FFF2-40B4-BE49-F238E27FC236}">
                            <a16:creationId xmlns:a16="http://schemas.microsoft.com/office/drawing/2014/main" id="{540AD553-0F81-144B-427E-908C3CA9120F}"/>
                          </a:ext>
                        </a:extLst>
                      </p:cNvPr>
                      <p:cNvGrpSpPr/>
                      <p:nvPr/>
                    </p:nvGrpSpPr>
                    <p:grpSpPr>
                      <a:xfrm rot="14400000" flipH="1">
                        <a:off x="6434137" y="3402011"/>
                        <a:ext cx="303213" cy="303213"/>
                        <a:chOff x="5354637" y="3446463"/>
                        <a:chExt cx="214313" cy="214313"/>
                      </a:xfrm>
                    </p:grpSpPr>
                    <p:sp>
                      <p:nvSpPr>
                        <p:cNvPr id="9264" name="Arc 9263">
                          <a:extLst>
                            <a:ext uri="{FF2B5EF4-FFF2-40B4-BE49-F238E27FC236}">
                              <a16:creationId xmlns:a16="http://schemas.microsoft.com/office/drawing/2014/main" id="{80BF60C9-3F71-5207-03BB-030426F7F98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265" name="Arc 9264">
                          <a:extLst>
                            <a:ext uri="{FF2B5EF4-FFF2-40B4-BE49-F238E27FC236}">
                              <a16:creationId xmlns:a16="http://schemas.microsoft.com/office/drawing/2014/main" id="{21394E85-7ED0-4BE7-4C0B-B393201213C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263" name="TextBox 9262">
                        <a:extLst>
                          <a:ext uri="{FF2B5EF4-FFF2-40B4-BE49-F238E27FC236}">
                            <a16:creationId xmlns:a16="http://schemas.microsoft.com/office/drawing/2014/main" id="{4E96979A-EA31-5431-6DFD-A2366B8748C2}"/>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248" name="Group 9247">
                    <a:extLst>
                      <a:ext uri="{FF2B5EF4-FFF2-40B4-BE49-F238E27FC236}">
                        <a16:creationId xmlns:a16="http://schemas.microsoft.com/office/drawing/2014/main" id="{57F1532A-88BF-E861-BD61-4E94FCA1FC9C}"/>
                      </a:ext>
                    </a:extLst>
                  </p:cNvPr>
                  <p:cNvGrpSpPr/>
                  <p:nvPr/>
                </p:nvGrpSpPr>
                <p:grpSpPr>
                  <a:xfrm>
                    <a:off x="6197413" y="3225768"/>
                    <a:ext cx="393192" cy="393192"/>
                    <a:chOff x="6389147" y="3932622"/>
                    <a:chExt cx="393192" cy="393192"/>
                  </a:xfrm>
                </p:grpSpPr>
                <p:grpSp>
                  <p:nvGrpSpPr>
                    <p:cNvPr id="9249" name="Group 9248">
                      <a:extLst>
                        <a:ext uri="{FF2B5EF4-FFF2-40B4-BE49-F238E27FC236}">
                          <a16:creationId xmlns:a16="http://schemas.microsoft.com/office/drawing/2014/main" id="{91220751-BD85-E37D-FF5C-CE8C402E35FF}"/>
                        </a:ext>
                      </a:extLst>
                    </p:cNvPr>
                    <p:cNvGrpSpPr/>
                    <p:nvPr/>
                  </p:nvGrpSpPr>
                  <p:grpSpPr>
                    <a:xfrm flipH="1">
                      <a:off x="6478587" y="4022061"/>
                      <a:ext cx="214313" cy="214313"/>
                      <a:chOff x="5354637" y="3446463"/>
                      <a:chExt cx="214313" cy="214313"/>
                    </a:xfrm>
                  </p:grpSpPr>
                  <p:sp>
                    <p:nvSpPr>
                      <p:cNvPr id="9257" name="Arc 9256">
                        <a:extLst>
                          <a:ext uri="{FF2B5EF4-FFF2-40B4-BE49-F238E27FC236}">
                            <a16:creationId xmlns:a16="http://schemas.microsoft.com/office/drawing/2014/main" id="{86F6B0B8-5CE6-0333-F7EF-46B66214F1A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258" name="Arc 9257">
                        <a:extLst>
                          <a:ext uri="{FF2B5EF4-FFF2-40B4-BE49-F238E27FC236}">
                            <a16:creationId xmlns:a16="http://schemas.microsoft.com/office/drawing/2014/main" id="{537B1627-6A86-44F6-759A-697415E80BE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250" name="Group 9249">
                      <a:extLst>
                        <a:ext uri="{FF2B5EF4-FFF2-40B4-BE49-F238E27FC236}">
                          <a16:creationId xmlns:a16="http://schemas.microsoft.com/office/drawing/2014/main" id="{A502DC73-D5B1-61EB-3427-C4FA52FAAFCA}"/>
                        </a:ext>
                      </a:extLst>
                    </p:cNvPr>
                    <p:cNvGrpSpPr/>
                    <p:nvPr/>
                  </p:nvGrpSpPr>
                  <p:grpSpPr>
                    <a:xfrm rot="7200000" flipH="1">
                      <a:off x="6434137" y="3977611"/>
                      <a:ext cx="303213" cy="303213"/>
                      <a:chOff x="5354637" y="3446463"/>
                      <a:chExt cx="214313" cy="214313"/>
                    </a:xfrm>
                  </p:grpSpPr>
                  <p:sp>
                    <p:nvSpPr>
                      <p:cNvPr id="9255" name="Arc 9254">
                        <a:extLst>
                          <a:ext uri="{FF2B5EF4-FFF2-40B4-BE49-F238E27FC236}">
                            <a16:creationId xmlns:a16="http://schemas.microsoft.com/office/drawing/2014/main" id="{1E145294-AB0F-171D-62CD-333C865032A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256" name="Arc 9255">
                        <a:extLst>
                          <a:ext uri="{FF2B5EF4-FFF2-40B4-BE49-F238E27FC236}">
                            <a16:creationId xmlns:a16="http://schemas.microsoft.com/office/drawing/2014/main" id="{16CCC89D-4729-E02F-8432-C4316CEB49C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251" name="Group 9250">
                      <a:extLst>
                        <a:ext uri="{FF2B5EF4-FFF2-40B4-BE49-F238E27FC236}">
                          <a16:creationId xmlns:a16="http://schemas.microsoft.com/office/drawing/2014/main" id="{25A0BEF0-FF9F-FE0E-2ACD-1087D548C61A}"/>
                        </a:ext>
                      </a:extLst>
                    </p:cNvPr>
                    <p:cNvGrpSpPr/>
                    <p:nvPr/>
                  </p:nvGrpSpPr>
                  <p:grpSpPr>
                    <a:xfrm rot="14400000" flipH="1">
                      <a:off x="6389147" y="3932622"/>
                      <a:ext cx="393192" cy="393192"/>
                      <a:chOff x="5354637" y="3446463"/>
                      <a:chExt cx="214313" cy="214313"/>
                    </a:xfrm>
                  </p:grpSpPr>
                  <p:sp>
                    <p:nvSpPr>
                      <p:cNvPr id="9253" name="Arc 9252">
                        <a:extLst>
                          <a:ext uri="{FF2B5EF4-FFF2-40B4-BE49-F238E27FC236}">
                            <a16:creationId xmlns:a16="http://schemas.microsoft.com/office/drawing/2014/main" id="{66F30AC3-CEBD-2FB7-8AB4-36C8BBCC37C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254" name="Arc 9253">
                        <a:extLst>
                          <a:ext uri="{FF2B5EF4-FFF2-40B4-BE49-F238E27FC236}">
                            <a16:creationId xmlns:a16="http://schemas.microsoft.com/office/drawing/2014/main" id="{CE9464AE-3B56-924D-8BE4-23EB1D7024F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252" name="TextBox 9251">
                      <a:extLst>
                        <a:ext uri="{FF2B5EF4-FFF2-40B4-BE49-F238E27FC236}">
                          <a16:creationId xmlns:a16="http://schemas.microsoft.com/office/drawing/2014/main" id="{E2123B8F-CD29-E261-4CFD-B59949CF9092}"/>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198" name="Group 9197">
                  <a:extLst>
                    <a:ext uri="{FF2B5EF4-FFF2-40B4-BE49-F238E27FC236}">
                      <a16:creationId xmlns:a16="http://schemas.microsoft.com/office/drawing/2014/main" id="{3A7DC857-B59C-EBE8-593C-812853169BD1}"/>
                    </a:ext>
                  </a:extLst>
                </p:cNvPr>
                <p:cNvGrpSpPr/>
                <p:nvPr/>
              </p:nvGrpSpPr>
              <p:grpSpPr>
                <a:xfrm>
                  <a:off x="6069086" y="3246228"/>
                  <a:ext cx="1019224" cy="991639"/>
                  <a:chOff x="5886431" y="3225768"/>
                  <a:chExt cx="1019224" cy="991639"/>
                </a:xfrm>
              </p:grpSpPr>
              <p:grpSp>
                <p:nvGrpSpPr>
                  <p:cNvPr id="9199" name="Group 9198">
                    <a:extLst>
                      <a:ext uri="{FF2B5EF4-FFF2-40B4-BE49-F238E27FC236}">
                        <a16:creationId xmlns:a16="http://schemas.microsoft.com/office/drawing/2014/main" id="{0016B2A5-9084-FB65-9135-7AA693C88685}"/>
                      </a:ext>
                    </a:extLst>
                  </p:cNvPr>
                  <p:cNvGrpSpPr/>
                  <p:nvPr/>
                </p:nvGrpSpPr>
                <p:grpSpPr>
                  <a:xfrm>
                    <a:off x="6197413" y="3824215"/>
                    <a:ext cx="393192" cy="393192"/>
                    <a:chOff x="5265196" y="3357021"/>
                    <a:chExt cx="393192" cy="393192"/>
                  </a:xfrm>
                </p:grpSpPr>
                <p:grpSp>
                  <p:nvGrpSpPr>
                    <p:cNvPr id="9234" name="Group 9233">
                      <a:extLst>
                        <a:ext uri="{FF2B5EF4-FFF2-40B4-BE49-F238E27FC236}">
                          <a16:creationId xmlns:a16="http://schemas.microsoft.com/office/drawing/2014/main" id="{9437FECE-C105-B800-F30A-F3E70045D469}"/>
                        </a:ext>
                      </a:extLst>
                    </p:cNvPr>
                    <p:cNvGrpSpPr/>
                    <p:nvPr/>
                  </p:nvGrpSpPr>
                  <p:grpSpPr>
                    <a:xfrm rot="14400000">
                      <a:off x="5265196" y="3357021"/>
                      <a:ext cx="393192" cy="393192"/>
                      <a:chOff x="5354637" y="3446463"/>
                      <a:chExt cx="214313" cy="214313"/>
                    </a:xfrm>
                  </p:grpSpPr>
                  <p:sp>
                    <p:nvSpPr>
                      <p:cNvPr id="9243" name="Arc 9242">
                        <a:extLst>
                          <a:ext uri="{FF2B5EF4-FFF2-40B4-BE49-F238E27FC236}">
                            <a16:creationId xmlns:a16="http://schemas.microsoft.com/office/drawing/2014/main" id="{013D2BA4-C0FB-EFC3-182A-1A5F7C60C88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244" name="Arc 9243">
                        <a:extLst>
                          <a:ext uri="{FF2B5EF4-FFF2-40B4-BE49-F238E27FC236}">
                            <a16:creationId xmlns:a16="http://schemas.microsoft.com/office/drawing/2014/main" id="{C3A8BE12-E16F-CDC0-A781-7AC8FFA26BB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235" name="Group 9234">
                      <a:extLst>
                        <a:ext uri="{FF2B5EF4-FFF2-40B4-BE49-F238E27FC236}">
                          <a16:creationId xmlns:a16="http://schemas.microsoft.com/office/drawing/2014/main" id="{3AA71E22-A4FB-4128-D9DE-13B2D9BFE3C9}"/>
                        </a:ext>
                      </a:extLst>
                    </p:cNvPr>
                    <p:cNvGrpSpPr/>
                    <p:nvPr/>
                  </p:nvGrpSpPr>
                  <p:grpSpPr>
                    <a:xfrm>
                      <a:off x="5310186" y="3402011"/>
                      <a:ext cx="303213" cy="303213"/>
                      <a:chOff x="5310186" y="3402011"/>
                      <a:chExt cx="303213" cy="303213"/>
                    </a:xfrm>
                  </p:grpSpPr>
                  <p:grpSp>
                    <p:nvGrpSpPr>
                      <p:cNvPr id="9236" name="Group 9235">
                        <a:extLst>
                          <a:ext uri="{FF2B5EF4-FFF2-40B4-BE49-F238E27FC236}">
                            <a16:creationId xmlns:a16="http://schemas.microsoft.com/office/drawing/2014/main" id="{D7DA73A1-9A06-2ECB-3DAA-03E1793AC349}"/>
                          </a:ext>
                        </a:extLst>
                      </p:cNvPr>
                      <p:cNvGrpSpPr/>
                      <p:nvPr/>
                    </p:nvGrpSpPr>
                    <p:grpSpPr>
                      <a:xfrm>
                        <a:off x="5354636" y="3446461"/>
                        <a:ext cx="214313" cy="214313"/>
                        <a:chOff x="5354637" y="3446463"/>
                        <a:chExt cx="214313" cy="214313"/>
                      </a:xfrm>
                    </p:grpSpPr>
                    <p:sp>
                      <p:nvSpPr>
                        <p:cNvPr id="9241" name="Arc 9240">
                          <a:extLst>
                            <a:ext uri="{FF2B5EF4-FFF2-40B4-BE49-F238E27FC236}">
                              <a16:creationId xmlns:a16="http://schemas.microsoft.com/office/drawing/2014/main" id="{AFC72626-F686-25E7-061F-55C2CCCD9A6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242" name="Arc 9241">
                          <a:extLst>
                            <a:ext uri="{FF2B5EF4-FFF2-40B4-BE49-F238E27FC236}">
                              <a16:creationId xmlns:a16="http://schemas.microsoft.com/office/drawing/2014/main" id="{523F8425-6257-103C-8E80-7CDD07EB477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237" name="Group 9236">
                        <a:extLst>
                          <a:ext uri="{FF2B5EF4-FFF2-40B4-BE49-F238E27FC236}">
                            <a16:creationId xmlns:a16="http://schemas.microsoft.com/office/drawing/2014/main" id="{8013D365-E46E-D489-C07E-23E585AA4557}"/>
                          </a:ext>
                        </a:extLst>
                      </p:cNvPr>
                      <p:cNvGrpSpPr/>
                      <p:nvPr/>
                    </p:nvGrpSpPr>
                    <p:grpSpPr>
                      <a:xfrm rot="7200000">
                        <a:off x="5310186" y="3402011"/>
                        <a:ext cx="303213" cy="303213"/>
                        <a:chOff x="5354637" y="3446463"/>
                        <a:chExt cx="214313" cy="214313"/>
                      </a:xfrm>
                    </p:grpSpPr>
                    <p:sp>
                      <p:nvSpPr>
                        <p:cNvPr id="9239" name="Arc 9238">
                          <a:extLst>
                            <a:ext uri="{FF2B5EF4-FFF2-40B4-BE49-F238E27FC236}">
                              <a16:creationId xmlns:a16="http://schemas.microsoft.com/office/drawing/2014/main" id="{75E0589C-3BE6-918D-B79C-C8145F1AC2B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240" name="Arc 9239">
                          <a:extLst>
                            <a:ext uri="{FF2B5EF4-FFF2-40B4-BE49-F238E27FC236}">
                              <a16:creationId xmlns:a16="http://schemas.microsoft.com/office/drawing/2014/main" id="{1A36B11A-875A-1474-6749-8954BDF995F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238" name="TextBox 9237">
                        <a:extLst>
                          <a:ext uri="{FF2B5EF4-FFF2-40B4-BE49-F238E27FC236}">
                            <a16:creationId xmlns:a16="http://schemas.microsoft.com/office/drawing/2014/main" id="{402F70C6-0358-E97B-7D1B-8AB87B7D418A}"/>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200" name="Group 9199">
                    <a:extLst>
                      <a:ext uri="{FF2B5EF4-FFF2-40B4-BE49-F238E27FC236}">
                        <a16:creationId xmlns:a16="http://schemas.microsoft.com/office/drawing/2014/main" id="{09727FE1-1039-CB6D-8853-CF4DA7747709}"/>
                      </a:ext>
                    </a:extLst>
                  </p:cNvPr>
                  <p:cNvGrpSpPr/>
                  <p:nvPr/>
                </p:nvGrpSpPr>
                <p:grpSpPr>
                  <a:xfrm>
                    <a:off x="5886431" y="3525040"/>
                    <a:ext cx="393192" cy="393192"/>
                    <a:chOff x="5265196" y="3932619"/>
                    <a:chExt cx="393192" cy="393192"/>
                  </a:xfrm>
                </p:grpSpPr>
                <p:grpSp>
                  <p:nvGrpSpPr>
                    <p:cNvPr id="9224" name="Group 9223">
                      <a:extLst>
                        <a:ext uri="{FF2B5EF4-FFF2-40B4-BE49-F238E27FC236}">
                          <a16:creationId xmlns:a16="http://schemas.microsoft.com/office/drawing/2014/main" id="{B0CF4324-2187-F8E1-579F-8E5EEA7804BF}"/>
                        </a:ext>
                      </a:extLst>
                    </p:cNvPr>
                    <p:cNvGrpSpPr/>
                    <p:nvPr/>
                  </p:nvGrpSpPr>
                  <p:grpSpPr>
                    <a:xfrm>
                      <a:off x="5354636" y="4022061"/>
                      <a:ext cx="214313" cy="214313"/>
                      <a:chOff x="5354637" y="3446463"/>
                      <a:chExt cx="214313" cy="214313"/>
                    </a:xfrm>
                  </p:grpSpPr>
                  <p:sp>
                    <p:nvSpPr>
                      <p:cNvPr id="9232" name="Arc 9231">
                        <a:extLst>
                          <a:ext uri="{FF2B5EF4-FFF2-40B4-BE49-F238E27FC236}">
                            <a16:creationId xmlns:a16="http://schemas.microsoft.com/office/drawing/2014/main" id="{B4E47730-F361-3990-BC3A-E390DF8775D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233" name="Arc 9232">
                        <a:extLst>
                          <a:ext uri="{FF2B5EF4-FFF2-40B4-BE49-F238E27FC236}">
                            <a16:creationId xmlns:a16="http://schemas.microsoft.com/office/drawing/2014/main" id="{B50F2D6F-661B-BE34-65DE-D79B225E0BF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225" name="Group 9224">
                      <a:extLst>
                        <a:ext uri="{FF2B5EF4-FFF2-40B4-BE49-F238E27FC236}">
                          <a16:creationId xmlns:a16="http://schemas.microsoft.com/office/drawing/2014/main" id="{95B938D6-1F21-2FB9-EB71-DAF9CF9B6230}"/>
                        </a:ext>
                      </a:extLst>
                    </p:cNvPr>
                    <p:cNvGrpSpPr/>
                    <p:nvPr/>
                  </p:nvGrpSpPr>
                  <p:grpSpPr>
                    <a:xfrm rot="14400000">
                      <a:off x="5310186" y="3977611"/>
                      <a:ext cx="303213" cy="303213"/>
                      <a:chOff x="5354637" y="3446463"/>
                      <a:chExt cx="214313" cy="214313"/>
                    </a:xfrm>
                  </p:grpSpPr>
                  <p:sp>
                    <p:nvSpPr>
                      <p:cNvPr id="9230" name="Arc 9229">
                        <a:extLst>
                          <a:ext uri="{FF2B5EF4-FFF2-40B4-BE49-F238E27FC236}">
                            <a16:creationId xmlns:a16="http://schemas.microsoft.com/office/drawing/2014/main" id="{DADDF547-79CD-0ACC-69D7-7E9D683DEC4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231" name="Arc 9230">
                        <a:extLst>
                          <a:ext uri="{FF2B5EF4-FFF2-40B4-BE49-F238E27FC236}">
                            <a16:creationId xmlns:a16="http://schemas.microsoft.com/office/drawing/2014/main" id="{ACF993F8-B8F4-256A-11AA-917DBEFE6B4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226" name="Group 9225">
                      <a:extLst>
                        <a:ext uri="{FF2B5EF4-FFF2-40B4-BE49-F238E27FC236}">
                          <a16:creationId xmlns:a16="http://schemas.microsoft.com/office/drawing/2014/main" id="{AB12B8CF-65EF-005F-5899-90EABD7AF583}"/>
                        </a:ext>
                      </a:extLst>
                    </p:cNvPr>
                    <p:cNvGrpSpPr/>
                    <p:nvPr/>
                  </p:nvGrpSpPr>
                  <p:grpSpPr>
                    <a:xfrm rot="7200000">
                      <a:off x="5265196" y="3932619"/>
                      <a:ext cx="393192" cy="393192"/>
                      <a:chOff x="5354637" y="3446463"/>
                      <a:chExt cx="214313" cy="214313"/>
                    </a:xfrm>
                  </p:grpSpPr>
                  <p:sp>
                    <p:nvSpPr>
                      <p:cNvPr id="9228" name="Arc 9227">
                        <a:extLst>
                          <a:ext uri="{FF2B5EF4-FFF2-40B4-BE49-F238E27FC236}">
                            <a16:creationId xmlns:a16="http://schemas.microsoft.com/office/drawing/2014/main" id="{A0C4CE3E-277D-6209-DD43-41464B29929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229" name="Arc 9228">
                        <a:extLst>
                          <a:ext uri="{FF2B5EF4-FFF2-40B4-BE49-F238E27FC236}">
                            <a16:creationId xmlns:a16="http://schemas.microsoft.com/office/drawing/2014/main" id="{36674C15-7268-0112-20B1-4625AEA4DA1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227" name="TextBox 9226">
                      <a:extLst>
                        <a:ext uri="{FF2B5EF4-FFF2-40B4-BE49-F238E27FC236}">
                          <a16:creationId xmlns:a16="http://schemas.microsoft.com/office/drawing/2014/main" id="{9ECE0ED2-F4B2-1D3B-FE03-4BFC9E3C403F}"/>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9201" name="Group 9200">
                    <a:extLst>
                      <a:ext uri="{FF2B5EF4-FFF2-40B4-BE49-F238E27FC236}">
                        <a16:creationId xmlns:a16="http://schemas.microsoft.com/office/drawing/2014/main" id="{78D5C334-A648-65D7-6ECB-AF9ACFA0A6D1}"/>
                      </a:ext>
                    </a:extLst>
                  </p:cNvPr>
                  <p:cNvGrpSpPr/>
                  <p:nvPr/>
                </p:nvGrpSpPr>
                <p:grpSpPr>
                  <a:xfrm>
                    <a:off x="6512463" y="3525040"/>
                    <a:ext cx="393192" cy="393192"/>
                    <a:chOff x="6389147" y="3357021"/>
                    <a:chExt cx="393192" cy="393192"/>
                  </a:xfrm>
                </p:grpSpPr>
                <p:grpSp>
                  <p:nvGrpSpPr>
                    <p:cNvPr id="9213" name="Group 9212">
                      <a:extLst>
                        <a:ext uri="{FF2B5EF4-FFF2-40B4-BE49-F238E27FC236}">
                          <a16:creationId xmlns:a16="http://schemas.microsoft.com/office/drawing/2014/main" id="{653BB61E-E11E-EDB2-B88D-9BEDBE3F0C4D}"/>
                        </a:ext>
                      </a:extLst>
                    </p:cNvPr>
                    <p:cNvGrpSpPr/>
                    <p:nvPr/>
                  </p:nvGrpSpPr>
                  <p:grpSpPr>
                    <a:xfrm rot="7200000" flipH="1">
                      <a:off x="6389147" y="3357021"/>
                      <a:ext cx="393192" cy="393192"/>
                      <a:chOff x="5354637" y="3446463"/>
                      <a:chExt cx="214313" cy="214313"/>
                    </a:xfrm>
                  </p:grpSpPr>
                  <p:sp>
                    <p:nvSpPr>
                      <p:cNvPr id="9222" name="Arc 9221">
                        <a:extLst>
                          <a:ext uri="{FF2B5EF4-FFF2-40B4-BE49-F238E27FC236}">
                            <a16:creationId xmlns:a16="http://schemas.microsoft.com/office/drawing/2014/main" id="{D97FEE6E-AC13-A0D8-98F0-E0812DDDBD9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223" name="Arc 9222">
                        <a:extLst>
                          <a:ext uri="{FF2B5EF4-FFF2-40B4-BE49-F238E27FC236}">
                            <a16:creationId xmlns:a16="http://schemas.microsoft.com/office/drawing/2014/main" id="{01F5B3DA-4E36-78D4-F9DE-47200F6BEFE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214" name="Group 9213">
                      <a:extLst>
                        <a:ext uri="{FF2B5EF4-FFF2-40B4-BE49-F238E27FC236}">
                          <a16:creationId xmlns:a16="http://schemas.microsoft.com/office/drawing/2014/main" id="{CA782D38-3735-A11B-BBCE-C9958CCE4613}"/>
                        </a:ext>
                      </a:extLst>
                    </p:cNvPr>
                    <p:cNvGrpSpPr/>
                    <p:nvPr/>
                  </p:nvGrpSpPr>
                  <p:grpSpPr>
                    <a:xfrm>
                      <a:off x="6434137" y="3402011"/>
                      <a:ext cx="303213" cy="303213"/>
                      <a:chOff x="6434137" y="3402011"/>
                      <a:chExt cx="303213" cy="303213"/>
                    </a:xfrm>
                  </p:grpSpPr>
                  <p:grpSp>
                    <p:nvGrpSpPr>
                      <p:cNvPr id="9215" name="Group 9214">
                        <a:extLst>
                          <a:ext uri="{FF2B5EF4-FFF2-40B4-BE49-F238E27FC236}">
                            <a16:creationId xmlns:a16="http://schemas.microsoft.com/office/drawing/2014/main" id="{8EB65ECA-9A1F-1BFC-7A5C-A4FF33B68A0C}"/>
                          </a:ext>
                        </a:extLst>
                      </p:cNvPr>
                      <p:cNvGrpSpPr/>
                      <p:nvPr/>
                    </p:nvGrpSpPr>
                    <p:grpSpPr>
                      <a:xfrm flipH="1">
                        <a:off x="6478587" y="3446461"/>
                        <a:ext cx="214313" cy="214313"/>
                        <a:chOff x="5354637" y="3446463"/>
                        <a:chExt cx="214313" cy="214313"/>
                      </a:xfrm>
                    </p:grpSpPr>
                    <p:sp>
                      <p:nvSpPr>
                        <p:cNvPr id="9220" name="Arc 9219">
                          <a:extLst>
                            <a:ext uri="{FF2B5EF4-FFF2-40B4-BE49-F238E27FC236}">
                              <a16:creationId xmlns:a16="http://schemas.microsoft.com/office/drawing/2014/main" id="{96E9B1FD-DA13-C12B-7BD5-5A37A5F9E36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221" name="Arc 9220">
                          <a:extLst>
                            <a:ext uri="{FF2B5EF4-FFF2-40B4-BE49-F238E27FC236}">
                              <a16:creationId xmlns:a16="http://schemas.microsoft.com/office/drawing/2014/main" id="{07DB1DC9-124E-423F-E734-B4F4FD39A2E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216" name="Group 9215">
                        <a:extLst>
                          <a:ext uri="{FF2B5EF4-FFF2-40B4-BE49-F238E27FC236}">
                            <a16:creationId xmlns:a16="http://schemas.microsoft.com/office/drawing/2014/main" id="{301ADE42-DE24-94FC-E461-0178DA87A66C}"/>
                          </a:ext>
                        </a:extLst>
                      </p:cNvPr>
                      <p:cNvGrpSpPr/>
                      <p:nvPr/>
                    </p:nvGrpSpPr>
                    <p:grpSpPr>
                      <a:xfrm rot="14400000" flipH="1">
                        <a:off x="6434137" y="3402011"/>
                        <a:ext cx="303213" cy="303213"/>
                        <a:chOff x="5354637" y="3446463"/>
                        <a:chExt cx="214313" cy="214313"/>
                      </a:xfrm>
                    </p:grpSpPr>
                    <p:sp>
                      <p:nvSpPr>
                        <p:cNvPr id="9218" name="Arc 9217">
                          <a:extLst>
                            <a:ext uri="{FF2B5EF4-FFF2-40B4-BE49-F238E27FC236}">
                              <a16:creationId xmlns:a16="http://schemas.microsoft.com/office/drawing/2014/main" id="{F48CE639-EBF6-59AA-9EA4-1DC45F59A35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219" name="Arc 9218">
                          <a:extLst>
                            <a:ext uri="{FF2B5EF4-FFF2-40B4-BE49-F238E27FC236}">
                              <a16:creationId xmlns:a16="http://schemas.microsoft.com/office/drawing/2014/main" id="{9F9BD576-851C-8185-B9EF-F49F603CB0C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217" name="TextBox 9216">
                        <a:extLst>
                          <a:ext uri="{FF2B5EF4-FFF2-40B4-BE49-F238E27FC236}">
                            <a16:creationId xmlns:a16="http://schemas.microsoft.com/office/drawing/2014/main" id="{51E16AE0-42CE-907E-EB30-A9915A14A805}"/>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9202" name="Group 9201">
                    <a:extLst>
                      <a:ext uri="{FF2B5EF4-FFF2-40B4-BE49-F238E27FC236}">
                        <a16:creationId xmlns:a16="http://schemas.microsoft.com/office/drawing/2014/main" id="{092EB2AB-AC54-9EFD-DAB1-084F198F1ED8}"/>
                      </a:ext>
                    </a:extLst>
                  </p:cNvPr>
                  <p:cNvGrpSpPr/>
                  <p:nvPr/>
                </p:nvGrpSpPr>
                <p:grpSpPr>
                  <a:xfrm>
                    <a:off x="6197413" y="3225768"/>
                    <a:ext cx="393192" cy="393192"/>
                    <a:chOff x="6389147" y="3932622"/>
                    <a:chExt cx="393192" cy="393192"/>
                  </a:xfrm>
                </p:grpSpPr>
                <p:grpSp>
                  <p:nvGrpSpPr>
                    <p:cNvPr id="9203" name="Group 9202">
                      <a:extLst>
                        <a:ext uri="{FF2B5EF4-FFF2-40B4-BE49-F238E27FC236}">
                          <a16:creationId xmlns:a16="http://schemas.microsoft.com/office/drawing/2014/main" id="{BBFD1178-F8C1-A4D8-8904-E619F823EE64}"/>
                        </a:ext>
                      </a:extLst>
                    </p:cNvPr>
                    <p:cNvGrpSpPr/>
                    <p:nvPr/>
                  </p:nvGrpSpPr>
                  <p:grpSpPr>
                    <a:xfrm flipH="1">
                      <a:off x="6478587" y="4022061"/>
                      <a:ext cx="214313" cy="214313"/>
                      <a:chOff x="5354637" y="3446463"/>
                      <a:chExt cx="214313" cy="214313"/>
                    </a:xfrm>
                  </p:grpSpPr>
                  <p:sp>
                    <p:nvSpPr>
                      <p:cNvPr id="9211" name="Arc 9210">
                        <a:extLst>
                          <a:ext uri="{FF2B5EF4-FFF2-40B4-BE49-F238E27FC236}">
                            <a16:creationId xmlns:a16="http://schemas.microsoft.com/office/drawing/2014/main" id="{0565BC2A-8419-6F2A-FDDA-08A04E2635C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212" name="Arc 9211">
                        <a:extLst>
                          <a:ext uri="{FF2B5EF4-FFF2-40B4-BE49-F238E27FC236}">
                            <a16:creationId xmlns:a16="http://schemas.microsoft.com/office/drawing/2014/main" id="{361954EB-B9C6-44AE-ECC5-45EA1BDEEF2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204" name="Group 9203">
                      <a:extLst>
                        <a:ext uri="{FF2B5EF4-FFF2-40B4-BE49-F238E27FC236}">
                          <a16:creationId xmlns:a16="http://schemas.microsoft.com/office/drawing/2014/main" id="{6848F640-9DA3-2592-7F39-E0B70D1E7F84}"/>
                        </a:ext>
                      </a:extLst>
                    </p:cNvPr>
                    <p:cNvGrpSpPr/>
                    <p:nvPr/>
                  </p:nvGrpSpPr>
                  <p:grpSpPr>
                    <a:xfrm rot="7200000" flipH="1">
                      <a:off x="6434137" y="3977611"/>
                      <a:ext cx="303213" cy="303213"/>
                      <a:chOff x="5354637" y="3446463"/>
                      <a:chExt cx="214313" cy="214313"/>
                    </a:xfrm>
                  </p:grpSpPr>
                  <p:sp>
                    <p:nvSpPr>
                      <p:cNvPr id="9209" name="Arc 9208">
                        <a:extLst>
                          <a:ext uri="{FF2B5EF4-FFF2-40B4-BE49-F238E27FC236}">
                            <a16:creationId xmlns:a16="http://schemas.microsoft.com/office/drawing/2014/main" id="{44FEB349-C1AD-EE79-D72C-186BD8EF6EC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210" name="Arc 9209">
                        <a:extLst>
                          <a:ext uri="{FF2B5EF4-FFF2-40B4-BE49-F238E27FC236}">
                            <a16:creationId xmlns:a16="http://schemas.microsoft.com/office/drawing/2014/main" id="{8F4F91EB-41FD-5C15-A231-B97B542DD3E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9205" name="Group 9204">
                      <a:extLst>
                        <a:ext uri="{FF2B5EF4-FFF2-40B4-BE49-F238E27FC236}">
                          <a16:creationId xmlns:a16="http://schemas.microsoft.com/office/drawing/2014/main" id="{8A16DEC4-DAE5-F41F-DFDA-99A2D110491D}"/>
                        </a:ext>
                      </a:extLst>
                    </p:cNvPr>
                    <p:cNvGrpSpPr/>
                    <p:nvPr/>
                  </p:nvGrpSpPr>
                  <p:grpSpPr>
                    <a:xfrm rot="14400000" flipH="1">
                      <a:off x="6389147" y="3932622"/>
                      <a:ext cx="393192" cy="393192"/>
                      <a:chOff x="5354637" y="3446463"/>
                      <a:chExt cx="214313" cy="214313"/>
                    </a:xfrm>
                  </p:grpSpPr>
                  <p:sp>
                    <p:nvSpPr>
                      <p:cNvPr id="9207" name="Arc 9206">
                        <a:extLst>
                          <a:ext uri="{FF2B5EF4-FFF2-40B4-BE49-F238E27FC236}">
                            <a16:creationId xmlns:a16="http://schemas.microsoft.com/office/drawing/2014/main" id="{C5208501-815E-99EB-8D57-EA3712F9584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208" name="Arc 9207">
                        <a:extLst>
                          <a:ext uri="{FF2B5EF4-FFF2-40B4-BE49-F238E27FC236}">
                            <a16:creationId xmlns:a16="http://schemas.microsoft.com/office/drawing/2014/main" id="{67049BEA-C54B-9634-AFA1-45142900471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9206" name="TextBox 9205">
                      <a:extLst>
                        <a:ext uri="{FF2B5EF4-FFF2-40B4-BE49-F238E27FC236}">
                          <a16:creationId xmlns:a16="http://schemas.microsoft.com/office/drawing/2014/main" id="{D45A48E4-7654-23CA-C4F8-3A15CF2B6C61}"/>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grpSp>
        <p:nvGrpSpPr>
          <p:cNvPr id="21407" name="Group 21406">
            <a:extLst>
              <a:ext uri="{FF2B5EF4-FFF2-40B4-BE49-F238E27FC236}">
                <a16:creationId xmlns:a16="http://schemas.microsoft.com/office/drawing/2014/main" id="{51CF0DF4-7CFA-493F-B09B-435EF3145251}"/>
              </a:ext>
            </a:extLst>
          </p:cNvPr>
          <p:cNvGrpSpPr/>
          <p:nvPr/>
        </p:nvGrpSpPr>
        <p:grpSpPr>
          <a:xfrm flipV="1">
            <a:off x="-3158568" y="-704752"/>
            <a:ext cx="8726965" cy="2416401"/>
            <a:chOff x="-599392" y="-878204"/>
            <a:chExt cx="13805393" cy="3822563"/>
          </a:xfrm>
        </p:grpSpPr>
        <p:grpSp>
          <p:nvGrpSpPr>
            <p:cNvPr id="21408" name="Group 21407">
              <a:extLst>
                <a:ext uri="{FF2B5EF4-FFF2-40B4-BE49-F238E27FC236}">
                  <a16:creationId xmlns:a16="http://schemas.microsoft.com/office/drawing/2014/main" id="{B43AB763-1269-D341-68E3-4938B02C6DEB}"/>
                </a:ext>
              </a:extLst>
            </p:cNvPr>
            <p:cNvGrpSpPr/>
            <p:nvPr/>
          </p:nvGrpSpPr>
          <p:grpSpPr>
            <a:xfrm>
              <a:off x="6811099" y="-681609"/>
              <a:ext cx="2263438" cy="2198360"/>
              <a:chOff x="5445106" y="2039507"/>
              <a:chExt cx="2263438" cy="2198360"/>
            </a:xfrm>
          </p:grpSpPr>
          <p:grpSp>
            <p:nvGrpSpPr>
              <p:cNvPr id="24274" name="Group 24273">
                <a:extLst>
                  <a:ext uri="{FF2B5EF4-FFF2-40B4-BE49-F238E27FC236}">
                    <a16:creationId xmlns:a16="http://schemas.microsoft.com/office/drawing/2014/main" id="{CFB9EF17-86DB-8688-4C2D-85CC7CD00E2D}"/>
                  </a:ext>
                </a:extLst>
              </p:cNvPr>
              <p:cNvGrpSpPr/>
              <p:nvPr/>
            </p:nvGrpSpPr>
            <p:grpSpPr>
              <a:xfrm>
                <a:off x="5445106" y="2644743"/>
                <a:ext cx="1643204" cy="1593124"/>
                <a:chOff x="5445106" y="2644743"/>
                <a:chExt cx="1643204" cy="1593124"/>
              </a:xfrm>
            </p:grpSpPr>
            <p:grpSp>
              <p:nvGrpSpPr>
                <p:cNvPr id="24370" name="Group 24369">
                  <a:extLst>
                    <a:ext uri="{FF2B5EF4-FFF2-40B4-BE49-F238E27FC236}">
                      <a16:creationId xmlns:a16="http://schemas.microsoft.com/office/drawing/2014/main" id="{0289BCC0-0D79-38E3-58BC-51E883329C6A}"/>
                    </a:ext>
                  </a:extLst>
                </p:cNvPr>
                <p:cNvGrpSpPr/>
                <p:nvPr/>
              </p:nvGrpSpPr>
              <p:grpSpPr>
                <a:xfrm>
                  <a:off x="5445106" y="2644743"/>
                  <a:ext cx="1019224" cy="991639"/>
                  <a:chOff x="5886431" y="3225768"/>
                  <a:chExt cx="1019224" cy="991639"/>
                </a:xfrm>
              </p:grpSpPr>
              <p:grpSp>
                <p:nvGrpSpPr>
                  <p:cNvPr id="24418" name="Group 24417">
                    <a:extLst>
                      <a:ext uri="{FF2B5EF4-FFF2-40B4-BE49-F238E27FC236}">
                        <a16:creationId xmlns:a16="http://schemas.microsoft.com/office/drawing/2014/main" id="{A66CC67E-2656-2403-27A8-DCFD86A0D0B4}"/>
                      </a:ext>
                    </a:extLst>
                  </p:cNvPr>
                  <p:cNvGrpSpPr/>
                  <p:nvPr/>
                </p:nvGrpSpPr>
                <p:grpSpPr>
                  <a:xfrm>
                    <a:off x="6197413" y="3824215"/>
                    <a:ext cx="393192" cy="393192"/>
                    <a:chOff x="5265196" y="3357021"/>
                    <a:chExt cx="393192" cy="393192"/>
                  </a:xfrm>
                </p:grpSpPr>
                <p:grpSp>
                  <p:nvGrpSpPr>
                    <p:cNvPr id="24453" name="Group 24452">
                      <a:extLst>
                        <a:ext uri="{FF2B5EF4-FFF2-40B4-BE49-F238E27FC236}">
                          <a16:creationId xmlns:a16="http://schemas.microsoft.com/office/drawing/2014/main" id="{75799E90-ED99-0789-9E97-9D32538EFB61}"/>
                        </a:ext>
                      </a:extLst>
                    </p:cNvPr>
                    <p:cNvGrpSpPr/>
                    <p:nvPr/>
                  </p:nvGrpSpPr>
                  <p:grpSpPr>
                    <a:xfrm rot="14400000">
                      <a:off x="5265196" y="3357021"/>
                      <a:ext cx="393192" cy="393192"/>
                      <a:chOff x="5354637" y="3446463"/>
                      <a:chExt cx="214313" cy="214313"/>
                    </a:xfrm>
                  </p:grpSpPr>
                  <p:sp>
                    <p:nvSpPr>
                      <p:cNvPr id="24462" name="Arc 24461">
                        <a:extLst>
                          <a:ext uri="{FF2B5EF4-FFF2-40B4-BE49-F238E27FC236}">
                            <a16:creationId xmlns:a16="http://schemas.microsoft.com/office/drawing/2014/main" id="{39151F7D-ED63-0F16-0A39-B916395FFCB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463" name="Arc 24462">
                        <a:extLst>
                          <a:ext uri="{FF2B5EF4-FFF2-40B4-BE49-F238E27FC236}">
                            <a16:creationId xmlns:a16="http://schemas.microsoft.com/office/drawing/2014/main" id="{F582A059-68E4-D54E-C21F-C0E4E4E8AD6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454" name="Group 24453">
                      <a:extLst>
                        <a:ext uri="{FF2B5EF4-FFF2-40B4-BE49-F238E27FC236}">
                          <a16:creationId xmlns:a16="http://schemas.microsoft.com/office/drawing/2014/main" id="{3A6C3F7D-BDF2-7AF6-5D0A-2D1CBD12106F}"/>
                        </a:ext>
                      </a:extLst>
                    </p:cNvPr>
                    <p:cNvGrpSpPr/>
                    <p:nvPr/>
                  </p:nvGrpSpPr>
                  <p:grpSpPr>
                    <a:xfrm>
                      <a:off x="5310186" y="3402011"/>
                      <a:ext cx="303213" cy="303213"/>
                      <a:chOff x="5310186" y="3402011"/>
                      <a:chExt cx="303213" cy="303213"/>
                    </a:xfrm>
                  </p:grpSpPr>
                  <p:grpSp>
                    <p:nvGrpSpPr>
                      <p:cNvPr id="24455" name="Group 24454">
                        <a:extLst>
                          <a:ext uri="{FF2B5EF4-FFF2-40B4-BE49-F238E27FC236}">
                            <a16:creationId xmlns:a16="http://schemas.microsoft.com/office/drawing/2014/main" id="{426859EB-57C5-1F3B-FB74-AC85EBA4BDD0}"/>
                          </a:ext>
                        </a:extLst>
                      </p:cNvPr>
                      <p:cNvGrpSpPr/>
                      <p:nvPr/>
                    </p:nvGrpSpPr>
                    <p:grpSpPr>
                      <a:xfrm>
                        <a:off x="5354636" y="3446461"/>
                        <a:ext cx="214313" cy="214313"/>
                        <a:chOff x="5354637" y="3446463"/>
                        <a:chExt cx="214313" cy="214313"/>
                      </a:xfrm>
                    </p:grpSpPr>
                    <p:sp>
                      <p:nvSpPr>
                        <p:cNvPr id="24460" name="Arc 24459">
                          <a:extLst>
                            <a:ext uri="{FF2B5EF4-FFF2-40B4-BE49-F238E27FC236}">
                              <a16:creationId xmlns:a16="http://schemas.microsoft.com/office/drawing/2014/main" id="{BDF473E1-583C-7B9F-A6BA-A8BEE578387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461" name="Arc 24460">
                          <a:extLst>
                            <a:ext uri="{FF2B5EF4-FFF2-40B4-BE49-F238E27FC236}">
                              <a16:creationId xmlns:a16="http://schemas.microsoft.com/office/drawing/2014/main" id="{77CD42A2-7643-1F7D-E5F5-61AE3003C30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456" name="Group 24455">
                        <a:extLst>
                          <a:ext uri="{FF2B5EF4-FFF2-40B4-BE49-F238E27FC236}">
                            <a16:creationId xmlns:a16="http://schemas.microsoft.com/office/drawing/2014/main" id="{68760A44-C115-7616-7DCE-50479F936992}"/>
                          </a:ext>
                        </a:extLst>
                      </p:cNvPr>
                      <p:cNvGrpSpPr/>
                      <p:nvPr/>
                    </p:nvGrpSpPr>
                    <p:grpSpPr>
                      <a:xfrm rot="7200000">
                        <a:off x="5310186" y="3402011"/>
                        <a:ext cx="303213" cy="303213"/>
                        <a:chOff x="5354637" y="3446463"/>
                        <a:chExt cx="214313" cy="214313"/>
                      </a:xfrm>
                    </p:grpSpPr>
                    <p:sp>
                      <p:nvSpPr>
                        <p:cNvPr id="24458" name="Arc 24457">
                          <a:extLst>
                            <a:ext uri="{FF2B5EF4-FFF2-40B4-BE49-F238E27FC236}">
                              <a16:creationId xmlns:a16="http://schemas.microsoft.com/office/drawing/2014/main" id="{8CF9A692-7BDF-72FB-6B8D-11231CE2C12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459" name="Arc 24458">
                          <a:extLst>
                            <a:ext uri="{FF2B5EF4-FFF2-40B4-BE49-F238E27FC236}">
                              <a16:creationId xmlns:a16="http://schemas.microsoft.com/office/drawing/2014/main" id="{CF38893D-249E-5D35-07E6-E73BF27A613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4457" name="TextBox 24456">
                        <a:extLst>
                          <a:ext uri="{FF2B5EF4-FFF2-40B4-BE49-F238E27FC236}">
                            <a16:creationId xmlns:a16="http://schemas.microsoft.com/office/drawing/2014/main" id="{DBE6D979-2FBF-FA62-BA03-392AD279A294}"/>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4419" name="Group 24418">
                    <a:extLst>
                      <a:ext uri="{FF2B5EF4-FFF2-40B4-BE49-F238E27FC236}">
                        <a16:creationId xmlns:a16="http://schemas.microsoft.com/office/drawing/2014/main" id="{81B4801E-84AF-9093-3557-EAFBD9C19EBE}"/>
                      </a:ext>
                    </a:extLst>
                  </p:cNvPr>
                  <p:cNvGrpSpPr/>
                  <p:nvPr/>
                </p:nvGrpSpPr>
                <p:grpSpPr>
                  <a:xfrm>
                    <a:off x="5886431" y="3525040"/>
                    <a:ext cx="393192" cy="393192"/>
                    <a:chOff x="5265196" y="3932619"/>
                    <a:chExt cx="393192" cy="393192"/>
                  </a:xfrm>
                </p:grpSpPr>
                <p:grpSp>
                  <p:nvGrpSpPr>
                    <p:cNvPr id="24443" name="Group 24442">
                      <a:extLst>
                        <a:ext uri="{FF2B5EF4-FFF2-40B4-BE49-F238E27FC236}">
                          <a16:creationId xmlns:a16="http://schemas.microsoft.com/office/drawing/2014/main" id="{819033F4-8028-5B8F-7740-FCDB2EDE5F79}"/>
                        </a:ext>
                      </a:extLst>
                    </p:cNvPr>
                    <p:cNvGrpSpPr/>
                    <p:nvPr/>
                  </p:nvGrpSpPr>
                  <p:grpSpPr>
                    <a:xfrm>
                      <a:off x="5354636" y="4022061"/>
                      <a:ext cx="214313" cy="214313"/>
                      <a:chOff x="5354637" y="3446463"/>
                      <a:chExt cx="214313" cy="214313"/>
                    </a:xfrm>
                  </p:grpSpPr>
                  <p:sp>
                    <p:nvSpPr>
                      <p:cNvPr id="24451" name="Arc 24450">
                        <a:extLst>
                          <a:ext uri="{FF2B5EF4-FFF2-40B4-BE49-F238E27FC236}">
                            <a16:creationId xmlns:a16="http://schemas.microsoft.com/office/drawing/2014/main" id="{B1C9A863-C341-D083-4704-7AF879DEF1C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452" name="Arc 24451">
                        <a:extLst>
                          <a:ext uri="{FF2B5EF4-FFF2-40B4-BE49-F238E27FC236}">
                            <a16:creationId xmlns:a16="http://schemas.microsoft.com/office/drawing/2014/main" id="{C54831CB-2895-AB11-AC2E-5701452CFAD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444" name="Group 24443">
                      <a:extLst>
                        <a:ext uri="{FF2B5EF4-FFF2-40B4-BE49-F238E27FC236}">
                          <a16:creationId xmlns:a16="http://schemas.microsoft.com/office/drawing/2014/main" id="{5CCE7AA9-F41E-72CA-6F6D-B6686F31E3FB}"/>
                        </a:ext>
                      </a:extLst>
                    </p:cNvPr>
                    <p:cNvGrpSpPr/>
                    <p:nvPr/>
                  </p:nvGrpSpPr>
                  <p:grpSpPr>
                    <a:xfrm rot="14400000">
                      <a:off x="5310186" y="3977611"/>
                      <a:ext cx="303213" cy="303213"/>
                      <a:chOff x="5354637" y="3446463"/>
                      <a:chExt cx="214313" cy="214313"/>
                    </a:xfrm>
                  </p:grpSpPr>
                  <p:sp>
                    <p:nvSpPr>
                      <p:cNvPr id="24449" name="Arc 24448">
                        <a:extLst>
                          <a:ext uri="{FF2B5EF4-FFF2-40B4-BE49-F238E27FC236}">
                            <a16:creationId xmlns:a16="http://schemas.microsoft.com/office/drawing/2014/main" id="{F9D150A4-0ACE-5B6A-4B0C-348BF3A1523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450" name="Arc 24449">
                        <a:extLst>
                          <a:ext uri="{FF2B5EF4-FFF2-40B4-BE49-F238E27FC236}">
                            <a16:creationId xmlns:a16="http://schemas.microsoft.com/office/drawing/2014/main" id="{BAAF4D0D-F073-3F2D-3DDA-6E07983918A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445" name="Group 24444">
                      <a:extLst>
                        <a:ext uri="{FF2B5EF4-FFF2-40B4-BE49-F238E27FC236}">
                          <a16:creationId xmlns:a16="http://schemas.microsoft.com/office/drawing/2014/main" id="{7AD8A0A8-599E-04C2-EFE9-B063A843D4F8}"/>
                        </a:ext>
                      </a:extLst>
                    </p:cNvPr>
                    <p:cNvGrpSpPr/>
                    <p:nvPr/>
                  </p:nvGrpSpPr>
                  <p:grpSpPr>
                    <a:xfrm rot="7200000">
                      <a:off x="5265196" y="3932619"/>
                      <a:ext cx="393192" cy="393192"/>
                      <a:chOff x="5354637" y="3446463"/>
                      <a:chExt cx="214313" cy="214313"/>
                    </a:xfrm>
                  </p:grpSpPr>
                  <p:sp>
                    <p:nvSpPr>
                      <p:cNvPr id="24447" name="Arc 24446">
                        <a:extLst>
                          <a:ext uri="{FF2B5EF4-FFF2-40B4-BE49-F238E27FC236}">
                            <a16:creationId xmlns:a16="http://schemas.microsoft.com/office/drawing/2014/main" id="{DC328CA8-859B-436A-7240-A5FD25DB5BB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448" name="Arc 24447">
                        <a:extLst>
                          <a:ext uri="{FF2B5EF4-FFF2-40B4-BE49-F238E27FC236}">
                            <a16:creationId xmlns:a16="http://schemas.microsoft.com/office/drawing/2014/main" id="{116C7697-67FD-FE6C-6455-6148EBDA940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4446" name="TextBox 24445">
                      <a:extLst>
                        <a:ext uri="{FF2B5EF4-FFF2-40B4-BE49-F238E27FC236}">
                          <a16:creationId xmlns:a16="http://schemas.microsoft.com/office/drawing/2014/main" id="{E7416256-1627-F790-CB21-83AF7C100F57}"/>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4420" name="Group 24419">
                    <a:extLst>
                      <a:ext uri="{FF2B5EF4-FFF2-40B4-BE49-F238E27FC236}">
                        <a16:creationId xmlns:a16="http://schemas.microsoft.com/office/drawing/2014/main" id="{1C01A70C-5B06-AC3F-D827-BE1FF0E5FF01}"/>
                      </a:ext>
                    </a:extLst>
                  </p:cNvPr>
                  <p:cNvGrpSpPr/>
                  <p:nvPr/>
                </p:nvGrpSpPr>
                <p:grpSpPr>
                  <a:xfrm>
                    <a:off x="6512463" y="3525040"/>
                    <a:ext cx="393192" cy="393192"/>
                    <a:chOff x="6389147" y="3357021"/>
                    <a:chExt cx="393192" cy="393192"/>
                  </a:xfrm>
                </p:grpSpPr>
                <p:grpSp>
                  <p:nvGrpSpPr>
                    <p:cNvPr id="24432" name="Group 24431">
                      <a:extLst>
                        <a:ext uri="{FF2B5EF4-FFF2-40B4-BE49-F238E27FC236}">
                          <a16:creationId xmlns:a16="http://schemas.microsoft.com/office/drawing/2014/main" id="{97D2EEDE-08D2-59D4-A172-06C7B6D72EFA}"/>
                        </a:ext>
                      </a:extLst>
                    </p:cNvPr>
                    <p:cNvGrpSpPr/>
                    <p:nvPr/>
                  </p:nvGrpSpPr>
                  <p:grpSpPr>
                    <a:xfrm rot="7200000" flipH="1">
                      <a:off x="6389147" y="3357021"/>
                      <a:ext cx="393192" cy="393192"/>
                      <a:chOff x="5354637" y="3446463"/>
                      <a:chExt cx="214313" cy="214313"/>
                    </a:xfrm>
                  </p:grpSpPr>
                  <p:sp>
                    <p:nvSpPr>
                      <p:cNvPr id="24441" name="Arc 24440">
                        <a:extLst>
                          <a:ext uri="{FF2B5EF4-FFF2-40B4-BE49-F238E27FC236}">
                            <a16:creationId xmlns:a16="http://schemas.microsoft.com/office/drawing/2014/main" id="{7A4B985E-5D8A-B4EB-0DAC-FABA4E316C6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442" name="Arc 24441">
                        <a:extLst>
                          <a:ext uri="{FF2B5EF4-FFF2-40B4-BE49-F238E27FC236}">
                            <a16:creationId xmlns:a16="http://schemas.microsoft.com/office/drawing/2014/main" id="{2E78683E-9FFB-4FB3-BBBE-64A4C6A519F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433" name="Group 24432">
                      <a:extLst>
                        <a:ext uri="{FF2B5EF4-FFF2-40B4-BE49-F238E27FC236}">
                          <a16:creationId xmlns:a16="http://schemas.microsoft.com/office/drawing/2014/main" id="{DA142C5B-37C4-3ABA-48F9-5289090DD387}"/>
                        </a:ext>
                      </a:extLst>
                    </p:cNvPr>
                    <p:cNvGrpSpPr/>
                    <p:nvPr/>
                  </p:nvGrpSpPr>
                  <p:grpSpPr>
                    <a:xfrm>
                      <a:off x="6434137" y="3402011"/>
                      <a:ext cx="303213" cy="303213"/>
                      <a:chOff x="6434137" y="3402011"/>
                      <a:chExt cx="303213" cy="303213"/>
                    </a:xfrm>
                  </p:grpSpPr>
                  <p:grpSp>
                    <p:nvGrpSpPr>
                      <p:cNvPr id="24434" name="Group 24433">
                        <a:extLst>
                          <a:ext uri="{FF2B5EF4-FFF2-40B4-BE49-F238E27FC236}">
                            <a16:creationId xmlns:a16="http://schemas.microsoft.com/office/drawing/2014/main" id="{EA08A073-28A4-000A-760F-6F4D466C3B35}"/>
                          </a:ext>
                        </a:extLst>
                      </p:cNvPr>
                      <p:cNvGrpSpPr/>
                      <p:nvPr/>
                    </p:nvGrpSpPr>
                    <p:grpSpPr>
                      <a:xfrm flipH="1">
                        <a:off x="6478587" y="3446461"/>
                        <a:ext cx="214313" cy="214313"/>
                        <a:chOff x="5354637" y="3446463"/>
                        <a:chExt cx="214313" cy="214313"/>
                      </a:xfrm>
                    </p:grpSpPr>
                    <p:sp>
                      <p:nvSpPr>
                        <p:cNvPr id="24439" name="Arc 24438">
                          <a:extLst>
                            <a:ext uri="{FF2B5EF4-FFF2-40B4-BE49-F238E27FC236}">
                              <a16:creationId xmlns:a16="http://schemas.microsoft.com/office/drawing/2014/main" id="{A8E8413F-8DB8-BCF6-06F2-3315A3A29BF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440" name="Arc 24439">
                          <a:extLst>
                            <a:ext uri="{FF2B5EF4-FFF2-40B4-BE49-F238E27FC236}">
                              <a16:creationId xmlns:a16="http://schemas.microsoft.com/office/drawing/2014/main" id="{A79DFE7D-EAF8-ABDC-1D78-AC271C4AE53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435" name="Group 24434">
                        <a:extLst>
                          <a:ext uri="{FF2B5EF4-FFF2-40B4-BE49-F238E27FC236}">
                            <a16:creationId xmlns:a16="http://schemas.microsoft.com/office/drawing/2014/main" id="{0AA0007F-A4D4-5C13-A9AD-A98D4366F03E}"/>
                          </a:ext>
                        </a:extLst>
                      </p:cNvPr>
                      <p:cNvGrpSpPr/>
                      <p:nvPr/>
                    </p:nvGrpSpPr>
                    <p:grpSpPr>
                      <a:xfrm rot="14400000" flipH="1">
                        <a:off x="6434137" y="3402011"/>
                        <a:ext cx="303213" cy="303213"/>
                        <a:chOff x="5354637" y="3446463"/>
                        <a:chExt cx="214313" cy="214313"/>
                      </a:xfrm>
                    </p:grpSpPr>
                    <p:sp>
                      <p:nvSpPr>
                        <p:cNvPr id="24437" name="Arc 24436">
                          <a:extLst>
                            <a:ext uri="{FF2B5EF4-FFF2-40B4-BE49-F238E27FC236}">
                              <a16:creationId xmlns:a16="http://schemas.microsoft.com/office/drawing/2014/main" id="{7095A1F1-A0E0-EF78-EFAB-DE89324C57C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438" name="Arc 24437">
                          <a:extLst>
                            <a:ext uri="{FF2B5EF4-FFF2-40B4-BE49-F238E27FC236}">
                              <a16:creationId xmlns:a16="http://schemas.microsoft.com/office/drawing/2014/main" id="{3E676D34-7E27-0B09-7BBF-A2073CC39C3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4436" name="TextBox 24435">
                        <a:extLst>
                          <a:ext uri="{FF2B5EF4-FFF2-40B4-BE49-F238E27FC236}">
                            <a16:creationId xmlns:a16="http://schemas.microsoft.com/office/drawing/2014/main" id="{C52B3155-5460-DC7D-D1D4-ADD786BC1DD1}"/>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4421" name="Group 24420">
                    <a:extLst>
                      <a:ext uri="{FF2B5EF4-FFF2-40B4-BE49-F238E27FC236}">
                        <a16:creationId xmlns:a16="http://schemas.microsoft.com/office/drawing/2014/main" id="{5A888514-05B2-E5D1-5C56-F2F0124B30B4}"/>
                      </a:ext>
                    </a:extLst>
                  </p:cNvPr>
                  <p:cNvGrpSpPr/>
                  <p:nvPr/>
                </p:nvGrpSpPr>
                <p:grpSpPr>
                  <a:xfrm>
                    <a:off x="6197413" y="3225768"/>
                    <a:ext cx="393192" cy="393192"/>
                    <a:chOff x="6389147" y="3932622"/>
                    <a:chExt cx="393192" cy="393192"/>
                  </a:xfrm>
                </p:grpSpPr>
                <p:grpSp>
                  <p:nvGrpSpPr>
                    <p:cNvPr id="24422" name="Group 24421">
                      <a:extLst>
                        <a:ext uri="{FF2B5EF4-FFF2-40B4-BE49-F238E27FC236}">
                          <a16:creationId xmlns:a16="http://schemas.microsoft.com/office/drawing/2014/main" id="{E0BF87A4-349F-E620-1F5F-F5D5A40F8E06}"/>
                        </a:ext>
                      </a:extLst>
                    </p:cNvPr>
                    <p:cNvGrpSpPr/>
                    <p:nvPr/>
                  </p:nvGrpSpPr>
                  <p:grpSpPr>
                    <a:xfrm flipH="1">
                      <a:off x="6478587" y="4022061"/>
                      <a:ext cx="214313" cy="214313"/>
                      <a:chOff x="5354637" y="3446463"/>
                      <a:chExt cx="214313" cy="214313"/>
                    </a:xfrm>
                  </p:grpSpPr>
                  <p:sp>
                    <p:nvSpPr>
                      <p:cNvPr id="24430" name="Arc 24429">
                        <a:extLst>
                          <a:ext uri="{FF2B5EF4-FFF2-40B4-BE49-F238E27FC236}">
                            <a16:creationId xmlns:a16="http://schemas.microsoft.com/office/drawing/2014/main" id="{9B9BA9FC-4768-61F7-901C-9D2CD69402A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431" name="Arc 24430">
                        <a:extLst>
                          <a:ext uri="{FF2B5EF4-FFF2-40B4-BE49-F238E27FC236}">
                            <a16:creationId xmlns:a16="http://schemas.microsoft.com/office/drawing/2014/main" id="{6014E7E6-8D47-5965-8E58-17393C09642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423" name="Group 24422">
                      <a:extLst>
                        <a:ext uri="{FF2B5EF4-FFF2-40B4-BE49-F238E27FC236}">
                          <a16:creationId xmlns:a16="http://schemas.microsoft.com/office/drawing/2014/main" id="{C0555E8A-F6E8-E31F-4843-0502B619E565}"/>
                        </a:ext>
                      </a:extLst>
                    </p:cNvPr>
                    <p:cNvGrpSpPr/>
                    <p:nvPr/>
                  </p:nvGrpSpPr>
                  <p:grpSpPr>
                    <a:xfrm rot="7200000" flipH="1">
                      <a:off x="6434137" y="3977611"/>
                      <a:ext cx="303213" cy="303213"/>
                      <a:chOff x="5354637" y="3446463"/>
                      <a:chExt cx="214313" cy="214313"/>
                    </a:xfrm>
                  </p:grpSpPr>
                  <p:sp>
                    <p:nvSpPr>
                      <p:cNvPr id="24428" name="Arc 24427">
                        <a:extLst>
                          <a:ext uri="{FF2B5EF4-FFF2-40B4-BE49-F238E27FC236}">
                            <a16:creationId xmlns:a16="http://schemas.microsoft.com/office/drawing/2014/main" id="{E0910ABC-9B1F-A263-F116-5EA8B364A11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429" name="Arc 24428">
                        <a:extLst>
                          <a:ext uri="{FF2B5EF4-FFF2-40B4-BE49-F238E27FC236}">
                            <a16:creationId xmlns:a16="http://schemas.microsoft.com/office/drawing/2014/main" id="{672ADEBE-405F-D795-5A59-8A57C325D50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424" name="Group 24423">
                      <a:extLst>
                        <a:ext uri="{FF2B5EF4-FFF2-40B4-BE49-F238E27FC236}">
                          <a16:creationId xmlns:a16="http://schemas.microsoft.com/office/drawing/2014/main" id="{FDCD1D4B-6769-0C3A-5FFA-36A775F26C53}"/>
                        </a:ext>
                      </a:extLst>
                    </p:cNvPr>
                    <p:cNvGrpSpPr/>
                    <p:nvPr/>
                  </p:nvGrpSpPr>
                  <p:grpSpPr>
                    <a:xfrm rot="14400000" flipH="1">
                      <a:off x="6389147" y="3932622"/>
                      <a:ext cx="393192" cy="393192"/>
                      <a:chOff x="5354637" y="3446463"/>
                      <a:chExt cx="214313" cy="214313"/>
                    </a:xfrm>
                  </p:grpSpPr>
                  <p:sp>
                    <p:nvSpPr>
                      <p:cNvPr id="24426" name="Arc 24425">
                        <a:extLst>
                          <a:ext uri="{FF2B5EF4-FFF2-40B4-BE49-F238E27FC236}">
                            <a16:creationId xmlns:a16="http://schemas.microsoft.com/office/drawing/2014/main" id="{1ED403C3-CA12-B87A-D293-DD413E10914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427" name="Arc 24426">
                        <a:extLst>
                          <a:ext uri="{FF2B5EF4-FFF2-40B4-BE49-F238E27FC236}">
                            <a16:creationId xmlns:a16="http://schemas.microsoft.com/office/drawing/2014/main" id="{6551B31A-42E4-AF9A-5ECB-461AD13BE9D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4425" name="TextBox 24424">
                      <a:extLst>
                        <a:ext uri="{FF2B5EF4-FFF2-40B4-BE49-F238E27FC236}">
                          <a16:creationId xmlns:a16="http://schemas.microsoft.com/office/drawing/2014/main" id="{4EA56269-FF4F-0877-2397-755BC90A831D}"/>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4371" name="Group 24370">
                  <a:extLst>
                    <a:ext uri="{FF2B5EF4-FFF2-40B4-BE49-F238E27FC236}">
                      <a16:creationId xmlns:a16="http://schemas.microsoft.com/office/drawing/2014/main" id="{A2EA64D2-4DF8-7D77-8C9E-6166F0AE5E67}"/>
                    </a:ext>
                  </a:extLst>
                </p:cNvPr>
                <p:cNvGrpSpPr/>
                <p:nvPr/>
              </p:nvGrpSpPr>
              <p:grpSpPr>
                <a:xfrm>
                  <a:off x="6069086" y="3246228"/>
                  <a:ext cx="1019224" cy="991639"/>
                  <a:chOff x="5886431" y="3225768"/>
                  <a:chExt cx="1019224" cy="991639"/>
                </a:xfrm>
              </p:grpSpPr>
              <p:grpSp>
                <p:nvGrpSpPr>
                  <p:cNvPr id="24372" name="Group 24371">
                    <a:extLst>
                      <a:ext uri="{FF2B5EF4-FFF2-40B4-BE49-F238E27FC236}">
                        <a16:creationId xmlns:a16="http://schemas.microsoft.com/office/drawing/2014/main" id="{A05AEA32-1429-C389-76FB-B1CC6247BDB3}"/>
                      </a:ext>
                    </a:extLst>
                  </p:cNvPr>
                  <p:cNvGrpSpPr/>
                  <p:nvPr/>
                </p:nvGrpSpPr>
                <p:grpSpPr>
                  <a:xfrm>
                    <a:off x="6197413" y="3824215"/>
                    <a:ext cx="393192" cy="393192"/>
                    <a:chOff x="5265196" y="3357021"/>
                    <a:chExt cx="393192" cy="393192"/>
                  </a:xfrm>
                </p:grpSpPr>
                <p:grpSp>
                  <p:nvGrpSpPr>
                    <p:cNvPr id="24407" name="Group 24406">
                      <a:extLst>
                        <a:ext uri="{FF2B5EF4-FFF2-40B4-BE49-F238E27FC236}">
                          <a16:creationId xmlns:a16="http://schemas.microsoft.com/office/drawing/2014/main" id="{7D66FFA4-7E09-9C0E-A914-CF5E993735A2}"/>
                        </a:ext>
                      </a:extLst>
                    </p:cNvPr>
                    <p:cNvGrpSpPr/>
                    <p:nvPr/>
                  </p:nvGrpSpPr>
                  <p:grpSpPr>
                    <a:xfrm rot="14400000">
                      <a:off x="5265196" y="3357021"/>
                      <a:ext cx="393192" cy="393192"/>
                      <a:chOff x="5354637" y="3446463"/>
                      <a:chExt cx="214313" cy="214313"/>
                    </a:xfrm>
                  </p:grpSpPr>
                  <p:sp>
                    <p:nvSpPr>
                      <p:cNvPr id="24416" name="Arc 24415">
                        <a:extLst>
                          <a:ext uri="{FF2B5EF4-FFF2-40B4-BE49-F238E27FC236}">
                            <a16:creationId xmlns:a16="http://schemas.microsoft.com/office/drawing/2014/main" id="{2967A67D-0C7E-31EE-8042-658DEE5D58C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417" name="Arc 24416">
                        <a:extLst>
                          <a:ext uri="{FF2B5EF4-FFF2-40B4-BE49-F238E27FC236}">
                            <a16:creationId xmlns:a16="http://schemas.microsoft.com/office/drawing/2014/main" id="{0AB859EF-5E68-21A6-AEED-54CB70242D4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408" name="Group 24407">
                      <a:extLst>
                        <a:ext uri="{FF2B5EF4-FFF2-40B4-BE49-F238E27FC236}">
                          <a16:creationId xmlns:a16="http://schemas.microsoft.com/office/drawing/2014/main" id="{15E3AD9A-D86C-303B-AC90-47948E5FA759}"/>
                        </a:ext>
                      </a:extLst>
                    </p:cNvPr>
                    <p:cNvGrpSpPr/>
                    <p:nvPr/>
                  </p:nvGrpSpPr>
                  <p:grpSpPr>
                    <a:xfrm>
                      <a:off x="5310186" y="3402011"/>
                      <a:ext cx="303213" cy="303213"/>
                      <a:chOff x="5310186" y="3402011"/>
                      <a:chExt cx="303213" cy="303213"/>
                    </a:xfrm>
                  </p:grpSpPr>
                  <p:grpSp>
                    <p:nvGrpSpPr>
                      <p:cNvPr id="24409" name="Group 24408">
                        <a:extLst>
                          <a:ext uri="{FF2B5EF4-FFF2-40B4-BE49-F238E27FC236}">
                            <a16:creationId xmlns:a16="http://schemas.microsoft.com/office/drawing/2014/main" id="{5AAED65B-0B00-25F4-810F-CF5265A6A9EF}"/>
                          </a:ext>
                        </a:extLst>
                      </p:cNvPr>
                      <p:cNvGrpSpPr/>
                      <p:nvPr/>
                    </p:nvGrpSpPr>
                    <p:grpSpPr>
                      <a:xfrm>
                        <a:off x="5354636" y="3446461"/>
                        <a:ext cx="214313" cy="214313"/>
                        <a:chOff x="5354637" y="3446463"/>
                        <a:chExt cx="214313" cy="214313"/>
                      </a:xfrm>
                    </p:grpSpPr>
                    <p:sp>
                      <p:nvSpPr>
                        <p:cNvPr id="24414" name="Arc 24413">
                          <a:extLst>
                            <a:ext uri="{FF2B5EF4-FFF2-40B4-BE49-F238E27FC236}">
                              <a16:creationId xmlns:a16="http://schemas.microsoft.com/office/drawing/2014/main" id="{E51046B5-2D07-9F63-1743-86F348E540B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415" name="Arc 24414">
                          <a:extLst>
                            <a:ext uri="{FF2B5EF4-FFF2-40B4-BE49-F238E27FC236}">
                              <a16:creationId xmlns:a16="http://schemas.microsoft.com/office/drawing/2014/main" id="{E5B77731-0192-6778-3E41-48FF012E0E2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410" name="Group 24409">
                        <a:extLst>
                          <a:ext uri="{FF2B5EF4-FFF2-40B4-BE49-F238E27FC236}">
                            <a16:creationId xmlns:a16="http://schemas.microsoft.com/office/drawing/2014/main" id="{4E2EF2E1-7DD3-1871-A8CD-5A9EA563715E}"/>
                          </a:ext>
                        </a:extLst>
                      </p:cNvPr>
                      <p:cNvGrpSpPr/>
                      <p:nvPr/>
                    </p:nvGrpSpPr>
                    <p:grpSpPr>
                      <a:xfrm rot="7200000">
                        <a:off x="5310186" y="3402011"/>
                        <a:ext cx="303213" cy="303213"/>
                        <a:chOff x="5354637" y="3446463"/>
                        <a:chExt cx="214313" cy="214313"/>
                      </a:xfrm>
                    </p:grpSpPr>
                    <p:sp>
                      <p:nvSpPr>
                        <p:cNvPr id="24412" name="Arc 24411">
                          <a:extLst>
                            <a:ext uri="{FF2B5EF4-FFF2-40B4-BE49-F238E27FC236}">
                              <a16:creationId xmlns:a16="http://schemas.microsoft.com/office/drawing/2014/main" id="{1C6F26E0-034E-62B8-8C30-08A6C5A1208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413" name="Arc 24412">
                          <a:extLst>
                            <a:ext uri="{FF2B5EF4-FFF2-40B4-BE49-F238E27FC236}">
                              <a16:creationId xmlns:a16="http://schemas.microsoft.com/office/drawing/2014/main" id="{6730F89C-F864-C2D2-C737-184933D3F8A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4411" name="TextBox 24410">
                        <a:extLst>
                          <a:ext uri="{FF2B5EF4-FFF2-40B4-BE49-F238E27FC236}">
                            <a16:creationId xmlns:a16="http://schemas.microsoft.com/office/drawing/2014/main" id="{FCBDAB54-8A7C-EEED-227D-A01219A058B3}"/>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4373" name="Group 24372">
                    <a:extLst>
                      <a:ext uri="{FF2B5EF4-FFF2-40B4-BE49-F238E27FC236}">
                        <a16:creationId xmlns:a16="http://schemas.microsoft.com/office/drawing/2014/main" id="{25B8E67D-CC4D-85DB-753F-32C9D87E40D5}"/>
                      </a:ext>
                    </a:extLst>
                  </p:cNvPr>
                  <p:cNvGrpSpPr/>
                  <p:nvPr/>
                </p:nvGrpSpPr>
                <p:grpSpPr>
                  <a:xfrm>
                    <a:off x="5886431" y="3525040"/>
                    <a:ext cx="393192" cy="393192"/>
                    <a:chOff x="5265196" y="3932619"/>
                    <a:chExt cx="393192" cy="393192"/>
                  </a:xfrm>
                </p:grpSpPr>
                <p:grpSp>
                  <p:nvGrpSpPr>
                    <p:cNvPr id="24397" name="Group 24396">
                      <a:extLst>
                        <a:ext uri="{FF2B5EF4-FFF2-40B4-BE49-F238E27FC236}">
                          <a16:creationId xmlns:a16="http://schemas.microsoft.com/office/drawing/2014/main" id="{5487EF33-EB08-8181-5B03-B36442A54737}"/>
                        </a:ext>
                      </a:extLst>
                    </p:cNvPr>
                    <p:cNvGrpSpPr/>
                    <p:nvPr/>
                  </p:nvGrpSpPr>
                  <p:grpSpPr>
                    <a:xfrm>
                      <a:off x="5354636" y="4022061"/>
                      <a:ext cx="214313" cy="214313"/>
                      <a:chOff x="5354637" y="3446463"/>
                      <a:chExt cx="214313" cy="214313"/>
                    </a:xfrm>
                  </p:grpSpPr>
                  <p:sp>
                    <p:nvSpPr>
                      <p:cNvPr id="24405" name="Arc 24404">
                        <a:extLst>
                          <a:ext uri="{FF2B5EF4-FFF2-40B4-BE49-F238E27FC236}">
                            <a16:creationId xmlns:a16="http://schemas.microsoft.com/office/drawing/2014/main" id="{BD883352-0A8E-0C5D-FD0C-5F5935DEBC8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406" name="Arc 24405">
                        <a:extLst>
                          <a:ext uri="{FF2B5EF4-FFF2-40B4-BE49-F238E27FC236}">
                            <a16:creationId xmlns:a16="http://schemas.microsoft.com/office/drawing/2014/main" id="{7EB7EB3F-55E1-F825-C182-99C093BD5F3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398" name="Group 24397">
                      <a:extLst>
                        <a:ext uri="{FF2B5EF4-FFF2-40B4-BE49-F238E27FC236}">
                          <a16:creationId xmlns:a16="http://schemas.microsoft.com/office/drawing/2014/main" id="{C69984AC-6F25-B5B6-55DA-1FE866FF2180}"/>
                        </a:ext>
                      </a:extLst>
                    </p:cNvPr>
                    <p:cNvGrpSpPr/>
                    <p:nvPr/>
                  </p:nvGrpSpPr>
                  <p:grpSpPr>
                    <a:xfrm rot="14400000">
                      <a:off x="5310186" y="3977611"/>
                      <a:ext cx="303213" cy="303213"/>
                      <a:chOff x="5354637" y="3446463"/>
                      <a:chExt cx="214313" cy="214313"/>
                    </a:xfrm>
                  </p:grpSpPr>
                  <p:sp>
                    <p:nvSpPr>
                      <p:cNvPr id="24403" name="Arc 24402">
                        <a:extLst>
                          <a:ext uri="{FF2B5EF4-FFF2-40B4-BE49-F238E27FC236}">
                            <a16:creationId xmlns:a16="http://schemas.microsoft.com/office/drawing/2014/main" id="{3BF87849-5FB6-7F21-1E82-165395F7FF8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404" name="Arc 24403">
                        <a:extLst>
                          <a:ext uri="{FF2B5EF4-FFF2-40B4-BE49-F238E27FC236}">
                            <a16:creationId xmlns:a16="http://schemas.microsoft.com/office/drawing/2014/main" id="{AA47884E-602D-85AF-638E-2FEF14BBEFD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399" name="Group 24398">
                      <a:extLst>
                        <a:ext uri="{FF2B5EF4-FFF2-40B4-BE49-F238E27FC236}">
                          <a16:creationId xmlns:a16="http://schemas.microsoft.com/office/drawing/2014/main" id="{5153F448-335B-911B-3595-92587866162B}"/>
                        </a:ext>
                      </a:extLst>
                    </p:cNvPr>
                    <p:cNvGrpSpPr/>
                    <p:nvPr/>
                  </p:nvGrpSpPr>
                  <p:grpSpPr>
                    <a:xfrm rot="7200000">
                      <a:off x="5265196" y="3932619"/>
                      <a:ext cx="393192" cy="393192"/>
                      <a:chOff x="5354637" y="3446463"/>
                      <a:chExt cx="214313" cy="214313"/>
                    </a:xfrm>
                  </p:grpSpPr>
                  <p:sp>
                    <p:nvSpPr>
                      <p:cNvPr id="24401" name="Arc 24400">
                        <a:extLst>
                          <a:ext uri="{FF2B5EF4-FFF2-40B4-BE49-F238E27FC236}">
                            <a16:creationId xmlns:a16="http://schemas.microsoft.com/office/drawing/2014/main" id="{43A1AAD5-BE6F-6ECE-4855-05C4DE2C019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402" name="Arc 24401">
                        <a:extLst>
                          <a:ext uri="{FF2B5EF4-FFF2-40B4-BE49-F238E27FC236}">
                            <a16:creationId xmlns:a16="http://schemas.microsoft.com/office/drawing/2014/main" id="{2CC5919F-296D-F921-B621-B5F0D61C787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4400" name="TextBox 24399">
                      <a:extLst>
                        <a:ext uri="{FF2B5EF4-FFF2-40B4-BE49-F238E27FC236}">
                          <a16:creationId xmlns:a16="http://schemas.microsoft.com/office/drawing/2014/main" id="{A9D935DE-0B0C-6D57-5297-F1B068A19374}"/>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4374" name="Group 24373">
                    <a:extLst>
                      <a:ext uri="{FF2B5EF4-FFF2-40B4-BE49-F238E27FC236}">
                        <a16:creationId xmlns:a16="http://schemas.microsoft.com/office/drawing/2014/main" id="{F4BC3B2B-63F3-A685-B7DA-62933378F511}"/>
                      </a:ext>
                    </a:extLst>
                  </p:cNvPr>
                  <p:cNvGrpSpPr/>
                  <p:nvPr/>
                </p:nvGrpSpPr>
                <p:grpSpPr>
                  <a:xfrm>
                    <a:off x="6512463" y="3525040"/>
                    <a:ext cx="393192" cy="393192"/>
                    <a:chOff x="6389147" y="3357021"/>
                    <a:chExt cx="393192" cy="393192"/>
                  </a:xfrm>
                </p:grpSpPr>
                <p:grpSp>
                  <p:nvGrpSpPr>
                    <p:cNvPr id="24386" name="Group 24385">
                      <a:extLst>
                        <a:ext uri="{FF2B5EF4-FFF2-40B4-BE49-F238E27FC236}">
                          <a16:creationId xmlns:a16="http://schemas.microsoft.com/office/drawing/2014/main" id="{7D7465F9-ABDE-1A68-1BCF-E3744BDF60FD}"/>
                        </a:ext>
                      </a:extLst>
                    </p:cNvPr>
                    <p:cNvGrpSpPr/>
                    <p:nvPr/>
                  </p:nvGrpSpPr>
                  <p:grpSpPr>
                    <a:xfrm rot="7200000" flipH="1">
                      <a:off x="6389147" y="3357021"/>
                      <a:ext cx="393192" cy="393192"/>
                      <a:chOff x="5354637" y="3446463"/>
                      <a:chExt cx="214313" cy="214313"/>
                    </a:xfrm>
                  </p:grpSpPr>
                  <p:sp>
                    <p:nvSpPr>
                      <p:cNvPr id="24395" name="Arc 24394">
                        <a:extLst>
                          <a:ext uri="{FF2B5EF4-FFF2-40B4-BE49-F238E27FC236}">
                            <a16:creationId xmlns:a16="http://schemas.microsoft.com/office/drawing/2014/main" id="{ADEB34BA-3A5A-2021-3AD3-0EE8957F5AA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396" name="Arc 24395">
                        <a:extLst>
                          <a:ext uri="{FF2B5EF4-FFF2-40B4-BE49-F238E27FC236}">
                            <a16:creationId xmlns:a16="http://schemas.microsoft.com/office/drawing/2014/main" id="{24C39817-A0E4-CABB-8026-22B7B42486B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387" name="Group 24386">
                      <a:extLst>
                        <a:ext uri="{FF2B5EF4-FFF2-40B4-BE49-F238E27FC236}">
                          <a16:creationId xmlns:a16="http://schemas.microsoft.com/office/drawing/2014/main" id="{544FDA05-8A89-D48B-1878-4EA02F3711B0}"/>
                        </a:ext>
                      </a:extLst>
                    </p:cNvPr>
                    <p:cNvGrpSpPr/>
                    <p:nvPr/>
                  </p:nvGrpSpPr>
                  <p:grpSpPr>
                    <a:xfrm>
                      <a:off x="6434137" y="3402011"/>
                      <a:ext cx="303213" cy="303213"/>
                      <a:chOff x="6434137" y="3402011"/>
                      <a:chExt cx="303213" cy="303213"/>
                    </a:xfrm>
                  </p:grpSpPr>
                  <p:grpSp>
                    <p:nvGrpSpPr>
                      <p:cNvPr id="24388" name="Group 24387">
                        <a:extLst>
                          <a:ext uri="{FF2B5EF4-FFF2-40B4-BE49-F238E27FC236}">
                            <a16:creationId xmlns:a16="http://schemas.microsoft.com/office/drawing/2014/main" id="{F8D1DA39-E0B0-317F-AA88-87473A2D7011}"/>
                          </a:ext>
                        </a:extLst>
                      </p:cNvPr>
                      <p:cNvGrpSpPr/>
                      <p:nvPr/>
                    </p:nvGrpSpPr>
                    <p:grpSpPr>
                      <a:xfrm flipH="1">
                        <a:off x="6478587" y="3446461"/>
                        <a:ext cx="214313" cy="214313"/>
                        <a:chOff x="5354637" y="3446463"/>
                        <a:chExt cx="214313" cy="214313"/>
                      </a:xfrm>
                    </p:grpSpPr>
                    <p:sp>
                      <p:nvSpPr>
                        <p:cNvPr id="24393" name="Arc 24392">
                          <a:extLst>
                            <a:ext uri="{FF2B5EF4-FFF2-40B4-BE49-F238E27FC236}">
                              <a16:creationId xmlns:a16="http://schemas.microsoft.com/office/drawing/2014/main" id="{739AB44B-662D-A18E-254B-A10440014CD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394" name="Arc 24393">
                          <a:extLst>
                            <a:ext uri="{FF2B5EF4-FFF2-40B4-BE49-F238E27FC236}">
                              <a16:creationId xmlns:a16="http://schemas.microsoft.com/office/drawing/2014/main" id="{97027711-289F-880A-8A0A-0A68AE13CA8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389" name="Group 24388">
                        <a:extLst>
                          <a:ext uri="{FF2B5EF4-FFF2-40B4-BE49-F238E27FC236}">
                            <a16:creationId xmlns:a16="http://schemas.microsoft.com/office/drawing/2014/main" id="{923E3614-17F2-9DC1-0DA2-12F1A90FF814}"/>
                          </a:ext>
                        </a:extLst>
                      </p:cNvPr>
                      <p:cNvGrpSpPr/>
                      <p:nvPr/>
                    </p:nvGrpSpPr>
                    <p:grpSpPr>
                      <a:xfrm rot="14400000" flipH="1">
                        <a:off x="6434137" y="3402011"/>
                        <a:ext cx="303213" cy="303213"/>
                        <a:chOff x="5354637" y="3446463"/>
                        <a:chExt cx="214313" cy="214313"/>
                      </a:xfrm>
                    </p:grpSpPr>
                    <p:sp>
                      <p:nvSpPr>
                        <p:cNvPr id="24391" name="Arc 24390">
                          <a:extLst>
                            <a:ext uri="{FF2B5EF4-FFF2-40B4-BE49-F238E27FC236}">
                              <a16:creationId xmlns:a16="http://schemas.microsoft.com/office/drawing/2014/main" id="{4639FF9B-056F-8E6B-C4B4-2560B19EA28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392" name="Arc 24391">
                          <a:extLst>
                            <a:ext uri="{FF2B5EF4-FFF2-40B4-BE49-F238E27FC236}">
                              <a16:creationId xmlns:a16="http://schemas.microsoft.com/office/drawing/2014/main" id="{B0CB307B-A3EA-DB6D-0E79-A514D3A1AD1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4390" name="TextBox 24389">
                        <a:extLst>
                          <a:ext uri="{FF2B5EF4-FFF2-40B4-BE49-F238E27FC236}">
                            <a16:creationId xmlns:a16="http://schemas.microsoft.com/office/drawing/2014/main" id="{AEEEDABB-82AC-8053-7556-7578C5C4C540}"/>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4375" name="Group 24374">
                    <a:extLst>
                      <a:ext uri="{FF2B5EF4-FFF2-40B4-BE49-F238E27FC236}">
                        <a16:creationId xmlns:a16="http://schemas.microsoft.com/office/drawing/2014/main" id="{9C219034-9160-1FB1-EFDD-A43D9AC5E88F}"/>
                      </a:ext>
                    </a:extLst>
                  </p:cNvPr>
                  <p:cNvGrpSpPr/>
                  <p:nvPr/>
                </p:nvGrpSpPr>
                <p:grpSpPr>
                  <a:xfrm>
                    <a:off x="6197413" y="3225768"/>
                    <a:ext cx="393192" cy="393192"/>
                    <a:chOff x="6389147" y="3932622"/>
                    <a:chExt cx="393192" cy="393192"/>
                  </a:xfrm>
                </p:grpSpPr>
                <p:grpSp>
                  <p:nvGrpSpPr>
                    <p:cNvPr id="24376" name="Group 24375">
                      <a:extLst>
                        <a:ext uri="{FF2B5EF4-FFF2-40B4-BE49-F238E27FC236}">
                          <a16:creationId xmlns:a16="http://schemas.microsoft.com/office/drawing/2014/main" id="{41F4C8B4-9001-CB2F-BF2A-8920B01289E7}"/>
                        </a:ext>
                      </a:extLst>
                    </p:cNvPr>
                    <p:cNvGrpSpPr/>
                    <p:nvPr/>
                  </p:nvGrpSpPr>
                  <p:grpSpPr>
                    <a:xfrm flipH="1">
                      <a:off x="6478587" y="4022061"/>
                      <a:ext cx="214313" cy="214313"/>
                      <a:chOff x="5354637" y="3446463"/>
                      <a:chExt cx="214313" cy="214313"/>
                    </a:xfrm>
                  </p:grpSpPr>
                  <p:sp>
                    <p:nvSpPr>
                      <p:cNvPr id="24384" name="Arc 24383">
                        <a:extLst>
                          <a:ext uri="{FF2B5EF4-FFF2-40B4-BE49-F238E27FC236}">
                            <a16:creationId xmlns:a16="http://schemas.microsoft.com/office/drawing/2014/main" id="{3F7B993A-6D24-B4B9-0E0E-035A20E924F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385" name="Arc 24384">
                        <a:extLst>
                          <a:ext uri="{FF2B5EF4-FFF2-40B4-BE49-F238E27FC236}">
                            <a16:creationId xmlns:a16="http://schemas.microsoft.com/office/drawing/2014/main" id="{CDEB2A28-0A16-A13B-7F0C-17B18E2CDCD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377" name="Group 24376">
                      <a:extLst>
                        <a:ext uri="{FF2B5EF4-FFF2-40B4-BE49-F238E27FC236}">
                          <a16:creationId xmlns:a16="http://schemas.microsoft.com/office/drawing/2014/main" id="{A1B46CB2-A7F3-34EC-B9B3-5C6165D76CB8}"/>
                        </a:ext>
                      </a:extLst>
                    </p:cNvPr>
                    <p:cNvGrpSpPr/>
                    <p:nvPr/>
                  </p:nvGrpSpPr>
                  <p:grpSpPr>
                    <a:xfrm rot="7200000" flipH="1">
                      <a:off x="6434137" y="3977611"/>
                      <a:ext cx="303213" cy="303213"/>
                      <a:chOff x="5354637" y="3446463"/>
                      <a:chExt cx="214313" cy="214313"/>
                    </a:xfrm>
                  </p:grpSpPr>
                  <p:sp>
                    <p:nvSpPr>
                      <p:cNvPr id="24382" name="Arc 24381">
                        <a:extLst>
                          <a:ext uri="{FF2B5EF4-FFF2-40B4-BE49-F238E27FC236}">
                            <a16:creationId xmlns:a16="http://schemas.microsoft.com/office/drawing/2014/main" id="{8BD42257-6017-52F1-5B53-B3E5A00B758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383" name="Arc 24382">
                        <a:extLst>
                          <a:ext uri="{FF2B5EF4-FFF2-40B4-BE49-F238E27FC236}">
                            <a16:creationId xmlns:a16="http://schemas.microsoft.com/office/drawing/2014/main" id="{3EEDBF84-BCFD-2CF2-DA29-BB7D7C1FA53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378" name="Group 24377">
                      <a:extLst>
                        <a:ext uri="{FF2B5EF4-FFF2-40B4-BE49-F238E27FC236}">
                          <a16:creationId xmlns:a16="http://schemas.microsoft.com/office/drawing/2014/main" id="{26110668-2AC6-AFF8-6912-743FE12A026D}"/>
                        </a:ext>
                      </a:extLst>
                    </p:cNvPr>
                    <p:cNvGrpSpPr/>
                    <p:nvPr/>
                  </p:nvGrpSpPr>
                  <p:grpSpPr>
                    <a:xfrm rot="14400000" flipH="1">
                      <a:off x="6389147" y="3932622"/>
                      <a:ext cx="393192" cy="393192"/>
                      <a:chOff x="5354637" y="3446463"/>
                      <a:chExt cx="214313" cy="214313"/>
                    </a:xfrm>
                  </p:grpSpPr>
                  <p:sp>
                    <p:nvSpPr>
                      <p:cNvPr id="24380" name="Arc 24379">
                        <a:extLst>
                          <a:ext uri="{FF2B5EF4-FFF2-40B4-BE49-F238E27FC236}">
                            <a16:creationId xmlns:a16="http://schemas.microsoft.com/office/drawing/2014/main" id="{4CB7964F-82E8-7DFC-39DF-3E81BD4E636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381" name="Arc 24380">
                        <a:extLst>
                          <a:ext uri="{FF2B5EF4-FFF2-40B4-BE49-F238E27FC236}">
                            <a16:creationId xmlns:a16="http://schemas.microsoft.com/office/drawing/2014/main" id="{FA55B09D-4C77-EDFE-62CF-A4068C8402D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4379" name="TextBox 24378">
                      <a:extLst>
                        <a:ext uri="{FF2B5EF4-FFF2-40B4-BE49-F238E27FC236}">
                          <a16:creationId xmlns:a16="http://schemas.microsoft.com/office/drawing/2014/main" id="{DCABF9D1-2618-F4CA-7C4A-EB0BB394E616}"/>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24275" name="Group 24274">
                <a:extLst>
                  <a:ext uri="{FF2B5EF4-FFF2-40B4-BE49-F238E27FC236}">
                    <a16:creationId xmlns:a16="http://schemas.microsoft.com/office/drawing/2014/main" id="{41E749B5-B66E-E58E-C3AD-ED5E00F401AA}"/>
                  </a:ext>
                </a:extLst>
              </p:cNvPr>
              <p:cNvGrpSpPr/>
              <p:nvPr/>
            </p:nvGrpSpPr>
            <p:grpSpPr>
              <a:xfrm>
                <a:off x="6065340" y="2039507"/>
                <a:ext cx="1643204" cy="1593124"/>
                <a:chOff x="5445106" y="2644743"/>
                <a:chExt cx="1643204" cy="1593124"/>
              </a:xfrm>
            </p:grpSpPr>
            <p:grpSp>
              <p:nvGrpSpPr>
                <p:cNvPr id="24276" name="Group 24275">
                  <a:extLst>
                    <a:ext uri="{FF2B5EF4-FFF2-40B4-BE49-F238E27FC236}">
                      <a16:creationId xmlns:a16="http://schemas.microsoft.com/office/drawing/2014/main" id="{000ECA1A-8EBC-399E-F664-0B4DF432F028}"/>
                    </a:ext>
                  </a:extLst>
                </p:cNvPr>
                <p:cNvGrpSpPr/>
                <p:nvPr/>
              </p:nvGrpSpPr>
              <p:grpSpPr>
                <a:xfrm>
                  <a:off x="5445106" y="2644743"/>
                  <a:ext cx="1019224" cy="991639"/>
                  <a:chOff x="5886431" y="3225768"/>
                  <a:chExt cx="1019224" cy="991639"/>
                </a:xfrm>
              </p:grpSpPr>
              <p:grpSp>
                <p:nvGrpSpPr>
                  <p:cNvPr id="24324" name="Group 24323">
                    <a:extLst>
                      <a:ext uri="{FF2B5EF4-FFF2-40B4-BE49-F238E27FC236}">
                        <a16:creationId xmlns:a16="http://schemas.microsoft.com/office/drawing/2014/main" id="{0A45A7EE-1449-AA13-EEC4-EB8DE43528D1}"/>
                      </a:ext>
                    </a:extLst>
                  </p:cNvPr>
                  <p:cNvGrpSpPr/>
                  <p:nvPr/>
                </p:nvGrpSpPr>
                <p:grpSpPr>
                  <a:xfrm>
                    <a:off x="6197413" y="3824215"/>
                    <a:ext cx="393192" cy="393192"/>
                    <a:chOff x="5265196" y="3357021"/>
                    <a:chExt cx="393192" cy="393192"/>
                  </a:xfrm>
                </p:grpSpPr>
                <p:grpSp>
                  <p:nvGrpSpPr>
                    <p:cNvPr id="24359" name="Group 24358">
                      <a:extLst>
                        <a:ext uri="{FF2B5EF4-FFF2-40B4-BE49-F238E27FC236}">
                          <a16:creationId xmlns:a16="http://schemas.microsoft.com/office/drawing/2014/main" id="{A0A466B4-0359-E7AA-B882-7EBE4C20D399}"/>
                        </a:ext>
                      </a:extLst>
                    </p:cNvPr>
                    <p:cNvGrpSpPr/>
                    <p:nvPr/>
                  </p:nvGrpSpPr>
                  <p:grpSpPr>
                    <a:xfrm rot="14400000">
                      <a:off x="5265196" y="3357021"/>
                      <a:ext cx="393192" cy="393192"/>
                      <a:chOff x="5354637" y="3446463"/>
                      <a:chExt cx="214313" cy="214313"/>
                    </a:xfrm>
                  </p:grpSpPr>
                  <p:sp>
                    <p:nvSpPr>
                      <p:cNvPr id="24368" name="Arc 24367">
                        <a:extLst>
                          <a:ext uri="{FF2B5EF4-FFF2-40B4-BE49-F238E27FC236}">
                            <a16:creationId xmlns:a16="http://schemas.microsoft.com/office/drawing/2014/main" id="{4A4E438D-292B-7286-CDFE-64987021E62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369" name="Arc 24368">
                        <a:extLst>
                          <a:ext uri="{FF2B5EF4-FFF2-40B4-BE49-F238E27FC236}">
                            <a16:creationId xmlns:a16="http://schemas.microsoft.com/office/drawing/2014/main" id="{A0BD8A2A-2931-BABA-4A0B-84F085027CC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360" name="Group 24359">
                      <a:extLst>
                        <a:ext uri="{FF2B5EF4-FFF2-40B4-BE49-F238E27FC236}">
                          <a16:creationId xmlns:a16="http://schemas.microsoft.com/office/drawing/2014/main" id="{3222BDB6-E05A-BE61-803A-90C45E2DD375}"/>
                        </a:ext>
                      </a:extLst>
                    </p:cNvPr>
                    <p:cNvGrpSpPr/>
                    <p:nvPr/>
                  </p:nvGrpSpPr>
                  <p:grpSpPr>
                    <a:xfrm>
                      <a:off x="5310186" y="3402011"/>
                      <a:ext cx="303213" cy="303213"/>
                      <a:chOff x="5310186" y="3402011"/>
                      <a:chExt cx="303213" cy="303213"/>
                    </a:xfrm>
                  </p:grpSpPr>
                  <p:grpSp>
                    <p:nvGrpSpPr>
                      <p:cNvPr id="24361" name="Group 24360">
                        <a:extLst>
                          <a:ext uri="{FF2B5EF4-FFF2-40B4-BE49-F238E27FC236}">
                            <a16:creationId xmlns:a16="http://schemas.microsoft.com/office/drawing/2014/main" id="{EEC5978E-77FD-2541-EA17-6FC50AFCD236}"/>
                          </a:ext>
                        </a:extLst>
                      </p:cNvPr>
                      <p:cNvGrpSpPr/>
                      <p:nvPr/>
                    </p:nvGrpSpPr>
                    <p:grpSpPr>
                      <a:xfrm>
                        <a:off x="5354636" y="3446461"/>
                        <a:ext cx="214313" cy="214313"/>
                        <a:chOff x="5354637" y="3446463"/>
                        <a:chExt cx="214313" cy="214313"/>
                      </a:xfrm>
                    </p:grpSpPr>
                    <p:sp>
                      <p:nvSpPr>
                        <p:cNvPr id="24366" name="Arc 24365">
                          <a:extLst>
                            <a:ext uri="{FF2B5EF4-FFF2-40B4-BE49-F238E27FC236}">
                              <a16:creationId xmlns:a16="http://schemas.microsoft.com/office/drawing/2014/main" id="{46BB8EEB-8202-25C6-4A5C-C956970F719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367" name="Arc 24366">
                          <a:extLst>
                            <a:ext uri="{FF2B5EF4-FFF2-40B4-BE49-F238E27FC236}">
                              <a16:creationId xmlns:a16="http://schemas.microsoft.com/office/drawing/2014/main" id="{E3006A58-0374-A3C5-037F-EB01C49B5F2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362" name="Group 24361">
                        <a:extLst>
                          <a:ext uri="{FF2B5EF4-FFF2-40B4-BE49-F238E27FC236}">
                            <a16:creationId xmlns:a16="http://schemas.microsoft.com/office/drawing/2014/main" id="{CE51CA54-D581-7B55-AF05-5CC71A46010D}"/>
                          </a:ext>
                        </a:extLst>
                      </p:cNvPr>
                      <p:cNvGrpSpPr/>
                      <p:nvPr/>
                    </p:nvGrpSpPr>
                    <p:grpSpPr>
                      <a:xfrm rot="7200000">
                        <a:off x="5310186" y="3402011"/>
                        <a:ext cx="303213" cy="303213"/>
                        <a:chOff x="5354637" y="3446463"/>
                        <a:chExt cx="214313" cy="214313"/>
                      </a:xfrm>
                    </p:grpSpPr>
                    <p:sp>
                      <p:nvSpPr>
                        <p:cNvPr id="24364" name="Arc 24363">
                          <a:extLst>
                            <a:ext uri="{FF2B5EF4-FFF2-40B4-BE49-F238E27FC236}">
                              <a16:creationId xmlns:a16="http://schemas.microsoft.com/office/drawing/2014/main" id="{71B42B7D-243D-BB11-DF45-ABAE996BA2C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365" name="Arc 24364">
                          <a:extLst>
                            <a:ext uri="{FF2B5EF4-FFF2-40B4-BE49-F238E27FC236}">
                              <a16:creationId xmlns:a16="http://schemas.microsoft.com/office/drawing/2014/main" id="{22809A65-B60F-16DB-1B4B-4FEC4FB3161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4363" name="TextBox 24362">
                        <a:extLst>
                          <a:ext uri="{FF2B5EF4-FFF2-40B4-BE49-F238E27FC236}">
                            <a16:creationId xmlns:a16="http://schemas.microsoft.com/office/drawing/2014/main" id="{C76F07DA-6DDF-24D1-C08E-DB56CEA4B685}"/>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4325" name="Group 24324">
                    <a:extLst>
                      <a:ext uri="{FF2B5EF4-FFF2-40B4-BE49-F238E27FC236}">
                        <a16:creationId xmlns:a16="http://schemas.microsoft.com/office/drawing/2014/main" id="{73F98833-C369-6B96-B90C-0F0D7747BE75}"/>
                      </a:ext>
                    </a:extLst>
                  </p:cNvPr>
                  <p:cNvGrpSpPr/>
                  <p:nvPr/>
                </p:nvGrpSpPr>
                <p:grpSpPr>
                  <a:xfrm>
                    <a:off x="5886431" y="3525040"/>
                    <a:ext cx="393192" cy="393192"/>
                    <a:chOff x="5265196" y="3932619"/>
                    <a:chExt cx="393192" cy="393192"/>
                  </a:xfrm>
                </p:grpSpPr>
                <p:grpSp>
                  <p:nvGrpSpPr>
                    <p:cNvPr id="24349" name="Group 24348">
                      <a:extLst>
                        <a:ext uri="{FF2B5EF4-FFF2-40B4-BE49-F238E27FC236}">
                          <a16:creationId xmlns:a16="http://schemas.microsoft.com/office/drawing/2014/main" id="{0171190E-F051-8403-AF41-4C1B4F47ED08}"/>
                        </a:ext>
                      </a:extLst>
                    </p:cNvPr>
                    <p:cNvGrpSpPr/>
                    <p:nvPr/>
                  </p:nvGrpSpPr>
                  <p:grpSpPr>
                    <a:xfrm>
                      <a:off x="5354636" y="4022061"/>
                      <a:ext cx="214313" cy="214313"/>
                      <a:chOff x="5354637" y="3446463"/>
                      <a:chExt cx="214313" cy="214313"/>
                    </a:xfrm>
                  </p:grpSpPr>
                  <p:sp>
                    <p:nvSpPr>
                      <p:cNvPr id="24357" name="Arc 24356">
                        <a:extLst>
                          <a:ext uri="{FF2B5EF4-FFF2-40B4-BE49-F238E27FC236}">
                            <a16:creationId xmlns:a16="http://schemas.microsoft.com/office/drawing/2014/main" id="{C5BC5587-6CB4-F5A4-08F4-553D1F6757F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358" name="Arc 24357">
                        <a:extLst>
                          <a:ext uri="{FF2B5EF4-FFF2-40B4-BE49-F238E27FC236}">
                            <a16:creationId xmlns:a16="http://schemas.microsoft.com/office/drawing/2014/main" id="{E8D63217-410F-F84A-9F28-47D5545D681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350" name="Group 24349">
                      <a:extLst>
                        <a:ext uri="{FF2B5EF4-FFF2-40B4-BE49-F238E27FC236}">
                          <a16:creationId xmlns:a16="http://schemas.microsoft.com/office/drawing/2014/main" id="{7C065195-2283-9244-0427-27640BE8CC78}"/>
                        </a:ext>
                      </a:extLst>
                    </p:cNvPr>
                    <p:cNvGrpSpPr/>
                    <p:nvPr/>
                  </p:nvGrpSpPr>
                  <p:grpSpPr>
                    <a:xfrm rot="14400000">
                      <a:off x="5310186" y="3977611"/>
                      <a:ext cx="303213" cy="303213"/>
                      <a:chOff x="5354637" y="3446463"/>
                      <a:chExt cx="214313" cy="214313"/>
                    </a:xfrm>
                  </p:grpSpPr>
                  <p:sp>
                    <p:nvSpPr>
                      <p:cNvPr id="24355" name="Arc 24354">
                        <a:extLst>
                          <a:ext uri="{FF2B5EF4-FFF2-40B4-BE49-F238E27FC236}">
                            <a16:creationId xmlns:a16="http://schemas.microsoft.com/office/drawing/2014/main" id="{7B5C09FE-69AC-54E2-F8E0-9A20C04B097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356" name="Arc 24355">
                        <a:extLst>
                          <a:ext uri="{FF2B5EF4-FFF2-40B4-BE49-F238E27FC236}">
                            <a16:creationId xmlns:a16="http://schemas.microsoft.com/office/drawing/2014/main" id="{00E102F1-B5FC-883C-34F4-403F3375C63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351" name="Group 24350">
                      <a:extLst>
                        <a:ext uri="{FF2B5EF4-FFF2-40B4-BE49-F238E27FC236}">
                          <a16:creationId xmlns:a16="http://schemas.microsoft.com/office/drawing/2014/main" id="{F0A7F16A-2107-F2B0-B11B-8B0698B6E1A8}"/>
                        </a:ext>
                      </a:extLst>
                    </p:cNvPr>
                    <p:cNvGrpSpPr/>
                    <p:nvPr/>
                  </p:nvGrpSpPr>
                  <p:grpSpPr>
                    <a:xfrm rot="7200000">
                      <a:off x="5265196" y="3932619"/>
                      <a:ext cx="393192" cy="393192"/>
                      <a:chOff x="5354637" y="3446463"/>
                      <a:chExt cx="214313" cy="214313"/>
                    </a:xfrm>
                  </p:grpSpPr>
                  <p:sp>
                    <p:nvSpPr>
                      <p:cNvPr id="24353" name="Arc 24352">
                        <a:extLst>
                          <a:ext uri="{FF2B5EF4-FFF2-40B4-BE49-F238E27FC236}">
                            <a16:creationId xmlns:a16="http://schemas.microsoft.com/office/drawing/2014/main" id="{4D86FD9E-D5DA-FD97-4927-062699D755B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354" name="Arc 24353">
                        <a:extLst>
                          <a:ext uri="{FF2B5EF4-FFF2-40B4-BE49-F238E27FC236}">
                            <a16:creationId xmlns:a16="http://schemas.microsoft.com/office/drawing/2014/main" id="{1E641BD8-44CA-D226-12C2-D1254F29E7F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4352" name="TextBox 24351">
                      <a:extLst>
                        <a:ext uri="{FF2B5EF4-FFF2-40B4-BE49-F238E27FC236}">
                          <a16:creationId xmlns:a16="http://schemas.microsoft.com/office/drawing/2014/main" id="{5FF8A00C-2046-1CAF-0423-F86AAD790056}"/>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4326" name="Group 24325">
                    <a:extLst>
                      <a:ext uri="{FF2B5EF4-FFF2-40B4-BE49-F238E27FC236}">
                        <a16:creationId xmlns:a16="http://schemas.microsoft.com/office/drawing/2014/main" id="{37BE5C88-652F-C628-6969-5D4E58332434}"/>
                      </a:ext>
                    </a:extLst>
                  </p:cNvPr>
                  <p:cNvGrpSpPr/>
                  <p:nvPr/>
                </p:nvGrpSpPr>
                <p:grpSpPr>
                  <a:xfrm>
                    <a:off x="6512463" y="3525040"/>
                    <a:ext cx="393192" cy="393192"/>
                    <a:chOff x="6389147" y="3357021"/>
                    <a:chExt cx="393192" cy="393192"/>
                  </a:xfrm>
                </p:grpSpPr>
                <p:grpSp>
                  <p:nvGrpSpPr>
                    <p:cNvPr id="24338" name="Group 24337">
                      <a:extLst>
                        <a:ext uri="{FF2B5EF4-FFF2-40B4-BE49-F238E27FC236}">
                          <a16:creationId xmlns:a16="http://schemas.microsoft.com/office/drawing/2014/main" id="{18AF2C1E-6AB2-6536-5E6C-1154E3F4DEBC}"/>
                        </a:ext>
                      </a:extLst>
                    </p:cNvPr>
                    <p:cNvGrpSpPr/>
                    <p:nvPr/>
                  </p:nvGrpSpPr>
                  <p:grpSpPr>
                    <a:xfrm rot="7200000" flipH="1">
                      <a:off x="6389147" y="3357021"/>
                      <a:ext cx="393192" cy="393192"/>
                      <a:chOff x="5354637" y="3446463"/>
                      <a:chExt cx="214313" cy="214313"/>
                    </a:xfrm>
                  </p:grpSpPr>
                  <p:sp>
                    <p:nvSpPr>
                      <p:cNvPr id="24347" name="Arc 24346">
                        <a:extLst>
                          <a:ext uri="{FF2B5EF4-FFF2-40B4-BE49-F238E27FC236}">
                            <a16:creationId xmlns:a16="http://schemas.microsoft.com/office/drawing/2014/main" id="{5A031FE6-EEE0-2120-4CF8-DF2431A41F1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348" name="Arc 24347">
                        <a:extLst>
                          <a:ext uri="{FF2B5EF4-FFF2-40B4-BE49-F238E27FC236}">
                            <a16:creationId xmlns:a16="http://schemas.microsoft.com/office/drawing/2014/main" id="{9E63A4BA-4E49-E3A1-5257-D04FF38E0E1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339" name="Group 24338">
                      <a:extLst>
                        <a:ext uri="{FF2B5EF4-FFF2-40B4-BE49-F238E27FC236}">
                          <a16:creationId xmlns:a16="http://schemas.microsoft.com/office/drawing/2014/main" id="{0BD21C70-3C0D-CE5F-6402-AB013B776078}"/>
                        </a:ext>
                      </a:extLst>
                    </p:cNvPr>
                    <p:cNvGrpSpPr/>
                    <p:nvPr/>
                  </p:nvGrpSpPr>
                  <p:grpSpPr>
                    <a:xfrm>
                      <a:off x="6434137" y="3402011"/>
                      <a:ext cx="303213" cy="303213"/>
                      <a:chOff x="6434137" y="3402011"/>
                      <a:chExt cx="303213" cy="303213"/>
                    </a:xfrm>
                  </p:grpSpPr>
                  <p:grpSp>
                    <p:nvGrpSpPr>
                      <p:cNvPr id="24340" name="Group 24339">
                        <a:extLst>
                          <a:ext uri="{FF2B5EF4-FFF2-40B4-BE49-F238E27FC236}">
                            <a16:creationId xmlns:a16="http://schemas.microsoft.com/office/drawing/2014/main" id="{06FB51D6-C622-B8FB-5612-EA1C433988FB}"/>
                          </a:ext>
                        </a:extLst>
                      </p:cNvPr>
                      <p:cNvGrpSpPr/>
                      <p:nvPr/>
                    </p:nvGrpSpPr>
                    <p:grpSpPr>
                      <a:xfrm flipH="1">
                        <a:off x="6478587" y="3446461"/>
                        <a:ext cx="214313" cy="214313"/>
                        <a:chOff x="5354637" y="3446463"/>
                        <a:chExt cx="214313" cy="214313"/>
                      </a:xfrm>
                    </p:grpSpPr>
                    <p:sp>
                      <p:nvSpPr>
                        <p:cNvPr id="24345" name="Arc 24344">
                          <a:extLst>
                            <a:ext uri="{FF2B5EF4-FFF2-40B4-BE49-F238E27FC236}">
                              <a16:creationId xmlns:a16="http://schemas.microsoft.com/office/drawing/2014/main" id="{B79E001C-6E8D-9D48-ACFA-27F171BF556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346" name="Arc 24345">
                          <a:extLst>
                            <a:ext uri="{FF2B5EF4-FFF2-40B4-BE49-F238E27FC236}">
                              <a16:creationId xmlns:a16="http://schemas.microsoft.com/office/drawing/2014/main" id="{C4555476-16CE-C677-7DED-7E36ECEBB1D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341" name="Group 24340">
                        <a:extLst>
                          <a:ext uri="{FF2B5EF4-FFF2-40B4-BE49-F238E27FC236}">
                            <a16:creationId xmlns:a16="http://schemas.microsoft.com/office/drawing/2014/main" id="{0F84C3AD-7F42-143C-5CF8-3B0F61B8CB56}"/>
                          </a:ext>
                        </a:extLst>
                      </p:cNvPr>
                      <p:cNvGrpSpPr/>
                      <p:nvPr/>
                    </p:nvGrpSpPr>
                    <p:grpSpPr>
                      <a:xfrm rot="14400000" flipH="1">
                        <a:off x="6434137" y="3402011"/>
                        <a:ext cx="303213" cy="303213"/>
                        <a:chOff x="5354637" y="3446463"/>
                        <a:chExt cx="214313" cy="214313"/>
                      </a:xfrm>
                    </p:grpSpPr>
                    <p:sp>
                      <p:nvSpPr>
                        <p:cNvPr id="24343" name="Arc 24342">
                          <a:extLst>
                            <a:ext uri="{FF2B5EF4-FFF2-40B4-BE49-F238E27FC236}">
                              <a16:creationId xmlns:a16="http://schemas.microsoft.com/office/drawing/2014/main" id="{93F1EA67-8C1B-CF18-A0FA-4C7F46F63A9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344" name="Arc 24343">
                          <a:extLst>
                            <a:ext uri="{FF2B5EF4-FFF2-40B4-BE49-F238E27FC236}">
                              <a16:creationId xmlns:a16="http://schemas.microsoft.com/office/drawing/2014/main" id="{EEDCEA7D-F31A-49DB-9218-673EA8EB107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4342" name="TextBox 24341">
                        <a:extLst>
                          <a:ext uri="{FF2B5EF4-FFF2-40B4-BE49-F238E27FC236}">
                            <a16:creationId xmlns:a16="http://schemas.microsoft.com/office/drawing/2014/main" id="{587163E8-04AE-34E3-806C-E78ADF54B6A6}"/>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4327" name="Group 24326">
                    <a:extLst>
                      <a:ext uri="{FF2B5EF4-FFF2-40B4-BE49-F238E27FC236}">
                        <a16:creationId xmlns:a16="http://schemas.microsoft.com/office/drawing/2014/main" id="{5355FB6C-909F-F351-DC32-57A59593AB35}"/>
                      </a:ext>
                    </a:extLst>
                  </p:cNvPr>
                  <p:cNvGrpSpPr/>
                  <p:nvPr/>
                </p:nvGrpSpPr>
                <p:grpSpPr>
                  <a:xfrm>
                    <a:off x="6197413" y="3225768"/>
                    <a:ext cx="393192" cy="393192"/>
                    <a:chOff x="6389147" y="3932622"/>
                    <a:chExt cx="393192" cy="393192"/>
                  </a:xfrm>
                </p:grpSpPr>
                <p:grpSp>
                  <p:nvGrpSpPr>
                    <p:cNvPr id="24328" name="Group 24327">
                      <a:extLst>
                        <a:ext uri="{FF2B5EF4-FFF2-40B4-BE49-F238E27FC236}">
                          <a16:creationId xmlns:a16="http://schemas.microsoft.com/office/drawing/2014/main" id="{DBE6DB58-E44D-E267-026B-1BDA8C4445E7}"/>
                        </a:ext>
                      </a:extLst>
                    </p:cNvPr>
                    <p:cNvGrpSpPr/>
                    <p:nvPr/>
                  </p:nvGrpSpPr>
                  <p:grpSpPr>
                    <a:xfrm flipH="1">
                      <a:off x="6478587" y="4022061"/>
                      <a:ext cx="214313" cy="214313"/>
                      <a:chOff x="5354637" y="3446463"/>
                      <a:chExt cx="214313" cy="214313"/>
                    </a:xfrm>
                  </p:grpSpPr>
                  <p:sp>
                    <p:nvSpPr>
                      <p:cNvPr id="24336" name="Arc 24335">
                        <a:extLst>
                          <a:ext uri="{FF2B5EF4-FFF2-40B4-BE49-F238E27FC236}">
                            <a16:creationId xmlns:a16="http://schemas.microsoft.com/office/drawing/2014/main" id="{FD28C6EB-6370-BEA7-67AF-D56D47E9ED3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337" name="Arc 24336">
                        <a:extLst>
                          <a:ext uri="{FF2B5EF4-FFF2-40B4-BE49-F238E27FC236}">
                            <a16:creationId xmlns:a16="http://schemas.microsoft.com/office/drawing/2014/main" id="{3F22ACF1-AD36-87F3-1D8F-FEFE6B45CEE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329" name="Group 24328">
                      <a:extLst>
                        <a:ext uri="{FF2B5EF4-FFF2-40B4-BE49-F238E27FC236}">
                          <a16:creationId xmlns:a16="http://schemas.microsoft.com/office/drawing/2014/main" id="{178F7D9B-AF5F-8C85-1EF8-A84850E7EF5B}"/>
                        </a:ext>
                      </a:extLst>
                    </p:cNvPr>
                    <p:cNvGrpSpPr/>
                    <p:nvPr/>
                  </p:nvGrpSpPr>
                  <p:grpSpPr>
                    <a:xfrm rot="7200000" flipH="1">
                      <a:off x="6434137" y="3977611"/>
                      <a:ext cx="303213" cy="303213"/>
                      <a:chOff x="5354637" y="3446463"/>
                      <a:chExt cx="214313" cy="214313"/>
                    </a:xfrm>
                  </p:grpSpPr>
                  <p:sp>
                    <p:nvSpPr>
                      <p:cNvPr id="24334" name="Arc 24333">
                        <a:extLst>
                          <a:ext uri="{FF2B5EF4-FFF2-40B4-BE49-F238E27FC236}">
                            <a16:creationId xmlns:a16="http://schemas.microsoft.com/office/drawing/2014/main" id="{AB199044-F79A-DDFA-9332-B6219EC5308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335" name="Arc 24334">
                        <a:extLst>
                          <a:ext uri="{FF2B5EF4-FFF2-40B4-BE49-F238E27FC236}">
                            <a16:creationId xmlns:a16="http://schemas.microsoft.com/office/drawing/2014/main" id="{8563354A-E0E6-D2C9-9ECB-ED648FF00CD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330" name="Group 24329">
                      <a:extLst>
                        <a:ext uri="{FF2B5EF4-FFF2-40B4-BE49-F238E27FC236}">
                          <a16:creationId xmlns:a16="http://schemas.microsoft.com/office/drawing/2014/main" id="{25FC9516-DD00-23FA-2DA7-F7179AD3C54F}"/>
                        </a:ext>
                      </a:extLst>
                    </p:cNvPr>
                    <p:cNvGrpSpPr/>
                    <p:nvPr/>
                  </p:nvGrpSpPr>
                  <p:grpSpPr>
                    <a:xfrm rot="14400000" flipH="1">
                      <a:off x="6389147" y="3932622"/>
                      <a:ext cx="393192" cy="393192"/>
                      <a:chOff x="5354637" y="3446463"/>
                      <a:chExt cx="214313" cy="214313"/>
                    </a:xfrm>
                  </p:grpSpPr>
                  <p:sp>
                    <p:nvSpPr>
                      <p:cNvPr id="24332" name="Arc 24331">
                        <a:extLst>
                          <a:ext uri="{FF2B5EF4-FFF2-40B4-BE49-F238E27FC236}">
                            <a16:creationId xmlns:a16="http://schemas.microsoft.com/office/drawing/2014/main" id="{4A436588-9FC4-425B-B947-EE68FA91098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333" name="Arc 24332">
                        <a:extLst>
                          <a:ext uri="{FF2B5EF4-FFF2-40B4-BE49-F238E27FC236}">
                            <a16:creationId xmlns:a16="http://schemas.microsoft.com/office/drawing/2014/main" id="{9FCB68FA-CC91-0208-1C43-8F9BEFD069B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4331" name="TextBox 24330">
                      <a:extLst>
                        <a:ext uri="{FF2B5EF4-FFF2-40B4-BE49-F238E27FC236}">
                          <a16:creationId xmlns:a16="http://schemas.microsoft.com/office/drawing/2014/main" id="{54D9307B-6105-DDCE-A618-039C75A6EEEA}"/>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4277" name="Group 24276">
                  <a:extLst>
                    <a:ext uri="{FF2B5EF4-FFF2-40B4-BE49-F238E27FC236}">
                      <a16:creationId xmlns:a16="http://schemas.microsoft.com/office/drawing/2014/main" id="{EB880A87-D529-3FFA-5BB9-60C2C7671A8E}"/>
                    </a:ext>
                  </a:extLst>
                </p:cNvPr>
                <p:cNvGrpSpPr/>
                <p:nvPr/>
              </p:nvGrpSpPr>
              <p:grpSpPr>
                <a:xfrm>
                  <a:off x="6069086" y="3246228"/>
                  <a:ext cx="1019224" cy="991639"/>
                  <a:chOff x="5886431" y="3225768"/>
                  <a:chExt cx="1019224" cy="991639"/>
                </a:xfrm>
              </p:grpSpPr>
              <p:grpSp>
                <p:nvGrpSpPr>
                  <p:cNvPr id="24278" name="Group 24277">
                    <a:extLst>
                      <a:ext uri="{FF2B5EF4-FFF2-40B4-BE49-F238E27FC236}">
                        <a16:creationId xmlns:a16="http://schemas.microsoft.com/office/drawing/2014/main" id="{9BFC2195-F269-DB68-F055-766ECB678F92}"/>
                      </a:ext>
                    </a:extLst>
                  </p:cNvPr>
                  <p:cNvGrpSpPr/>
                  <p:nvPr/>
                </p:nvGrpSpPr>
                <p:grpSpPr>
                  <a:xfrm>
                    <a:off x="6197413" y="3824215"/>
                    <a:ext cx="393192" cy="393192"/>
                    <a:chOff x="5265196" y="3357021"/>
                    <a:chExt cx="393192" cy="393192"/>
                  </a:xfrm>
                </p:grpSpPr>
                <p:grpSp>
                  <p:nvGrpSpPr>
                    <p:cNvPr id="24313" name="Group 24312">
                      <a:extLst>
                        <a:ext uri="{FF2B5EF4-FFF2-40B4-BE49-F238E27FC236}">
                          <a16:creationId xmlns:a16="http://schemas.microsoft.com/office/drawing/2014/main" id="{7BF14F74-78F7-FAF9-53B7-D88E46F248A2}"/>
                        </a:ext>
                      </a:extLst>
                    </p:cNvPr>
                    <p:cNvGrpSpPr/>
                    <p:nvPr/>
                  </p:nvGrpSpPr>
                  <p:grpSpPr>
                    <a:xfrm rot="14400000">
                      <a:off x="5265196" y="3357021"/>
                      <a:ext cx="393192" cy="393192"/>
                      <a:chOff x="5354637" y="3446463"/>
                      <a:chExt cx="214313" cy="214313"/>
                    </a:xfrm>
                  </p:grpSpPr>
                  <p:sp>
                    <p:nvSpPr>
                      <p:cNvPr id="24322" name="Arc 24321">
                        <a:extLst>
                          <a:ext uri="{FF2B5EF4-FFF2-40B4-BE49-F238E27FC236}">
                            <a16:creationId xmlns:a16="http://schemas.microsoft.com/office/drawing/2014/main" id="{14CE47EC-1DE6-0F6A-1909-AB4DB5A632D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323" name="Arc 24322">
                        <a:extLst>
                          <a:ext uri="{FF2B5EF4-FFF2-40B4-BE49-F238E27FC236}">
                            <a16:creationId xmlns:a16="http://schemas.microsoft.com/office/drawing/2014/main" id="{742428E1-5885-DA6A-33FA-B3BC9BCB845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314" name="Group 24313">
                      <a:extLst>
                        <a:ext uri="{FF2B5EF4-FFF2-40B4-BE49-F238E27FC236}">
                          <a16:creationId xmlns:a16="http://schemas.microsoft.com/office/drawing/2014/main" id="{A3CED08C-C1C1-281F-7624-0A4C234478B3}"/>
                        </a:ext>
                      </a:extLst>
                    </p:cNvPr>
                    <p:cNvGrpSpPr/>
                    <p:nvPr/>
                  </p:nvGrpSpPr>
                  <p:grpSpPr>
                    <a:xfrm>
                      <a:off x="5310186" y="3402011"/>
                      <a:ext cx="303213" cy="303213"/>
                      <a:chOff x="5310186" y="3402011"/>
                      <a:chExt cx="303213" cy="303213"/>
                    </a:xfrm>
                  </p:grpSpPr>
                  <p:grpSp>
                    <p:nvGrpSpPr>
                      <p:cNvPr id="24315" name="Group 24314">
                        <a:extLst>
                          <a:ext uri="{FF2B5EF4-FFF2-40B4-BE49-F238E27FC236}">
                            <a16:creationId xmlns:a16="http://schemas.microsoft.com/office/drawing/2014/main" id="{DBBEC081-E8A1-57F5-069F-B0352FF8E654}"/>
                          </a:ext>
                        </a:extLst>
                      </p:cNvPr>
                      <p:cNvGrpSpPr/>
                      <p:nvPr/>
                    </p:nvGrpSpPr>
                    <p:grpSpPr>
                      <a:xfrm>
                        <a:off x="5354636" y="3446461"/>
                        <a:ext cx="214313" cy="214313"/>
                        <a:chOff x="5354637" y="3446463"/>
                        <a:chExt cx="214313" cy="214313"/>
                      </a:xfrm>
                    </p:grpSpPr>
                    <p:sp>
                      <p:nvSpPr>
                        <p:cNvPr id="24320" name="Arc 24319">
                          <a:extLst>
                            <a:ext uri="{FF2B5EF4-FFF2-40B4-BE49-F238E27FC236}">
                              <a16:creationId xmlns:a16="http://schemas.microsoft.com/office/drawing/2014/main" id="{7C741A85-567F-316B-43F2-C0382EACC28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321" name="Arc 24320">
                          <a:extLst>
                            <a:ext uri="{FF2B5EF4-FFF2-40B4-BE49-F238E27FC236}">
                              <a16:creationId xmlns:a16="http://schemas.microsoft.com/office/drawing/2014/main" id="{1901D970-9EEA-7C7E-C73E-220661EC294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316" name="Group 24315">
                        <a:extLst>
                          <a:ext uri="{FF2B5EF4-FFF2-40B4-BE49-F238E27FC236}">
                            <a16:creationId xmlns:a16="http://schemas.microsoft.com/office/drawing/2014/main" id="{66FF2B63-D29B-53DA-8D0E-588949B502CA}"/>
                          </a:ext>
                        </a:extLst>
                      </p:cNvPr>
                      <p:cNvGrpSpPr/>
                      <p:nvPr/>
                    </p:nvGrpSpPr>
                    <p:grpSpPr>
                      <a:xfrm rot="7200000">
                        <a:off x="5310186" y="3402011"/>
                        <a:ext cx="303213" cy="303213"/>
                        <a:chOff x="5354637" y="3446463"/>
                        <a:chExt cx="214313" cy="214313"/>
                      </a:xfrm>
                    </p:grpSpPr>
                    <p:sp>
                      <p:nvSpPr>
                        <p:cNvPr id="24318" name="Arc 24317">
                          <a:extLst>
                            <a:ext uri="{FF2B5EF4-FFF2-40B4-BE49-F238E27FC236}">
                              <a16:creationId xmlns:a16="http://schemas.microsoft.com/office/drawing/2014/main" id="{080F8B86-AF7F-2C15-051E-E06FF2BA285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319" name="Arc 24318">
                          <a:extLst>
                            <a:ext uri="{FF2B5EF4-FFF2-40B4-BE49-F238E27FC236}">
                              <a16:creationId xmlns:a16="http://schemas.microsoft.com/office/drawing/2014/main" id="{F6ACE2D5-ECEE-1A33-A09D-18AD9286100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4317" name="TextBox 24316">
                        <a:extLst>
                          <a:ext uri="{FF2B5EF4-FFF2-40B4-BE49-F238E27FC236}">
                            <a16:creationId xmlns:a16="http://schemas.microsoft.com/office/drawing/2014/main" id="{84FAD00F-D3C6-221C-4BBC-FA833DA2E2F4}"/>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4279" name="Group 24278">
                    <a:extLst>
                      <a:ext uri="{FF2B5EF4-FFF2-40B4-BE49-F238E27FC236}">
                        <a16:creationId xmlns:a16="http://schemas.microsoft.com/office/drawing/2014/main" id="{055E1E1C-9F44-BDCE-6870-8F05FBD9D7DF}"/>
                      </a:ext>
                    </a:extLst>
                  </p:cNvPr>
                  <p:cNvGrpSpPr/>
                  <p:nvPr/>
                </p:nvGrpSpPr>
                <p:grpSpPr>
                  <a:xfrm>
                    <a:off x="5886431" y="3525040"/>
                    <a:ext cx="393192" cy="393192"/>
                    <a:chOff x="5265196" y="3932619"/>
                    <a:chExt cx="393192" cy="393192"/>
                  </a:xfrm>
                </p:grpSpPr>
                <p:grpSp>
                  <p:nvGrpSpPr>
                    <p:cNvPr id="24303" name="Group 24302">
                      <a:extLst>
                        <a:ext uri="{FF2B5EF4-FFF2-40B4-BE49-F238E27FC236}">
                          <a16:creationId xmlns:a16="http://schemas.microsoft.com/office/drawing/2014/main" id="{4931FF1B-6B25-6843-B6E0-148C8E560493}"/>
                        </a:ext>
                      </a:extLst>
                    </p:cNvPr>
                    <p:cNvGrpSpPr/>
                    <p:nvPr/>
                  </p:nvGrpSpPr>
                  <p:grpSpPr>
                    <a:xfrm>
                      <a:off x="5354636" y="4022061"/>
                      <a:ext cx="214313" cy="214313"/>
                      <a:chOff x="5354637" y="3446463"/>
                      <a:chExt cx="214313" cy="214313"/>
                    </a:xfrm>
                  </p:grpSpPr>
                  <p:sp>
                    <p:nvSpPr>
                      <p:cNvPr id="24311" name="Arc 24310">
                        <a:extLst>
                          <a:ext uri="{FF2B5EF4-FFF2-40B4-BE49-F238E27FC236}">
                            <a16:creationId xmlns:a16="http://schemas.microsoft.com/office/drawing/2014/main" id="{76608423-2D32-AEC7-E261-1D5A62A0643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312" name="Arc 24311">
                        <a:extLst>
                          <a:ext uri="{FF2B5EF4-FFF2-40B4-BE49-F238E27FC236}">
                            <a16:creationId xmlns:a16="http://schemas.microsoft.com/office/drawing/2014/main" id="{32FA048F-6A03-4301-E3A8-D7697AABE5D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304" name="Group 24303">
                      <a:extLst>
                        <a:ext uri="{FF2B5EF4-FFF2-40B4-BE49-F238E27FC236}">
                          <a16:creationId xmlns:a16="http://schemas.microsoft.com/office/drawing/2014/main" id="{8543F3BB-769A-2AA8-08B2-A987505387F2}"/>
                        </a:ext>
                      </a:extLst>
                    </p:cNvPr>
                    <p:cNvGrpSpPr/>
                    <p:nvPr/>
                  </p:nvGrpSpPr>
                  <p:grpSpPr>
                    <a:xfrm rot="14400000">
                      <a:off x="5310186" y="3977611"/>
                      <a:ext cx="303213" cy="303213"/>
                      <a:chOff x="5354637" y="3446463"/>
                      <a:chExt cx="214313" cy="214313"/>
                    </a:xfrm>
                  </p:grpSpPr>
                  <p:sp>
                    <p:nvSpPr>
                      <p:cNvPr id="24309" name="Arc 24308">
                        <a:extLst>
                          <a:ext uri="{FF2B5EF4-FFF2-40B4-BE49-F238E27FC236}">
                            <a16:creationId xmlns:a16="http://schemas.microsoft.com/office/drawing/2014/main" id="{7A5767A3-5D2C-E8C2-8AC7-05DB1F1D651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310" name="Arc 24309">
                        <a:extLst>
                          <a:ext uri="{FF2B5EF4-FFF2-40B4-BE49-F238E27FC236}">
                            <a16:creationId xmlns:a16="http://schemas.microsoft.com/office/drawing/2014/main" id="{AF3F72A0-3542-DD1A-FDF3-4C44D557F39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305" name="Group 24304">
                      <a:extLst>
                        <a:ext uri="{FF2B5EF4-FFF2-40B4-BE49-F238E27FC236}">
                          <a16:creationId xmlns:a16="http://schemas.microsoft.com/office/drawing/2014/main" id="{B6916704-91E2-031F-1F79-B88B781FBE5C}"/>
                        </a:ext>
                      </a:extLst>
                    </p:cNvPr>
                    <p:cNvGrpSpPr/>
                    <p:nvPr/>
                  </p:nvGrpSpPr>
                  <p:grpSpPr>
                    <a:xfrm rot="7200000">
                      <a:off x="5265196" y="3932619"/>
                      <a:ext cx="393192" cy="393192"/>
                      <a:chOff x="5354637" y="3446463"/>
                      <a:chExt cx="214313" cy="214313"/>
                    </a:xfrm>
                  </p:grpSpPr>
                  <p:sp>
                    <p:nvSpPr>
                      <p:cNvPr id="24307" name="Arc 24306">
                        <a:extLst>
                          <a:ext uri="{FF2B5EF4-FFF2-40B4-BE49-F238E27FC236}">
                            <a16:creationId xmlns:a16="http://schemas.microsoft.com/office/drawing/2014/main" id="{0C9172E1-AA63-5C8A-8804-0A7D5DA136F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308" name="Arc 24307">
                        <a:extLst>
                          <a:ext uri="{FF2B5EF4-FFF2-40B4-BE49-F238E27FC236}">
                            <a16:creationId xmlns:a16="http://schemas.microsoft.com/office/drawing/2014/main" id="{A9459757-7382-A48D-B319-34DED43DE34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4306" name="TextBox 24305">
                      <a:extLst>
                        <a:ext uri="{FF2B5EF4-FFF2-40B4-BE49-F238E27FC236}">
                          <a16:creationId xmlns:a16="http://schemas.microsoft.com/office/drawing/2014/main" id="{1FB0DDF7-B7E2-8B7D-062E-D4F9673D0B74}"/>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4280" name="Group 24279">
                    <a:extLst>
                      <a:ext uri="{FF2B5EF4-FFF2-40B4-BE49-F238E27FC236}">
                        <a16:creationId xmlns:a16="http://schemas.microsoft.com/office/drawing/2014/main" id="{2AF27A01-892B-2959-3F79-799185717225}"/>
                      </a:ext>
                    </a:extLst>
                  </p:cNvPr>
                  <p:cNvGrpSpPr/>
                  <p:nvPr/>
                </p:nvGrpSpPr>
                <p:grpSpPr>
                  <a:xfrm>
                    <a:off x="6512463" y="3525040"/>
                    <a:ext cx="393192" cy="393192"/>
                    <a:chOff x="6389147" y="3357021"/>
                    <a:chExt cx="393192" cy="393192"/>
                  </a:xfrm>
                </p:grpSpPr>
                <p:grpSp>
                  <p:nvGrpSpPr>
                    <p:cNvPr id="24292" name="Group 24291">
                      <a:extLst>
                        <a:ext uri="{FF2B5EF4-FFF2-40B4-BE49-F238E27FC236}">
                          <a16:creationId xmlns:a16="http://schemas.microsoft.com/office/drawing/2014/main" id="{12342556-46A5-07AE-CEE1-E140CF18AB34}"/>
                        </a:ext>
                      </a:extLst>
                    </p:cNvPr>
                    <p:cNvGrpSpPr/>
                    <p:nvPr/>
                  </p:nvGrpSpPr>
                  <p:grpSpPr>
                    <a:xfrm rot="7200000" flipH="1">
                      <a:off x="6389147" y="3357021"/>
                      <a:ext cx="393192" cy="393192"/>
                      <a:chOff x="5354637" y="3446463"/>
                      <a:chExt cx="214313" cy="214313"/>
                    </a:xfrm>
                  </p:grpSpPr>
                  <p:sp>
                    <p:nvSpPr>
                      <p:cNvPr id="24301" name="Arc 24300">
                        <a:extLst>
                          <a:ext uri="{FF2B5EF4-FFF2-40B4-BE49-F238E27FC236}">
                            <a16:creationId xmlns:a16="http://schemas.microsoft.com/office/drawing/2014/main" id="{C5DE2180-A3D9-7C60-70BE-BFCD3C53882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302" name="Arc 24301">
                        <a:extLst>
                          <a:ext uri="{FF2B5EF4-FFF2-40B4-BE49-F238E27FC236}">
                            <a16:creationId xmlns:a16="http://schemas.microsoft.com/office/drawing/2014/main" id="{0967EC02-9B1D-3DF8-3384-352B9E3B88D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293" name="Group 24292">
                      <a:extLst>
                        <a:ext uri="{FF2B5EF4-FFF2-40B4-BE49-F238E27FC236}">
                          <a16:creationId xmlns:a16="http://schemas.microsoft.com/office/drawing/2014/main" id="{768A8AB8-22A1-D9C7-955B-03A0D3125E01}"/>
                        </a:ext>
                      </a:extLst>
                    </p:cNvPr>
                    <p:cNvGrpSpPr/>
                    <p:nvPr/>
                  </p:nvGrpSpPr>
                  <p:grpSpPr>
                    <a:xfrm>
                      <a:off x="6434137" y="3402011"/>
                      <a:ext cx="303213" cy="303213"/>
                      <a:chOff x="6434137" y="3402011"/>
                      <a:chExt cx="303213" cy="303213"/>
                    </a:xfrm>
                  </p:grpSpPr>
                  <p:grpSp>
                    <p:nvGrpSpPr>
                      <p:cNvPr id="24294" name="Group 24293">
                        <a:extLst>
                          <a:ext uri="{FF2B5EF4-FFF2-40B4-BE49-F238E27FC236}">
                            <a16:creationId xmlns:a16="http://schemas.microsoft.com/office/drawing/2014/main" id="{6F9FC4EB-1AEF-1978-17CF-F70F2E3CBA46}"/>
                          </a:ext>
                        </a:extLst>
                      </p:cNvPr>
                      <p:cNvGrpSpPr/>
                      <p:nvPr/>
                    </p:nvGrpSpPr>
                    <p:grpSpPr>
                      <a:xfrm flipH="1">
                        <a:off x="6478587" y="3446461"/>
                        <a:ext cx="214313" cy="214313"/>
                        <a:chOff x="5354637" y="3446463"/>
                        <a:chExt cx="214313" cy="214313"/>
                      </a:xfrm>
                    </p:grpSpPr>
                    <p:sp>
                      <p:nvSpPr>
                        <p:cNvPr id="24299" name="Arc 24298">
                          <a:extLst>
                            <a:ext uri="{FF2B5EF4-FFF2-40B4-BE49-F238E27FC236}">
                              <a16:creationId xmlns:a16="http://schemas.microsoft.com/office/drawing/2014/main" id="{B82468AA-6A34-3FC3-13C5-53807E41825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300" name="Arc 24299">
                          <a:extLst>
                            <a:ext uri="{FF2B5EF4-FFF2-40B4-BE49-F238E27FC236}">
                              <a16:creationId xmlns:a16="http://schemas.microsoft.com/office/drawing/2014/main" id="{3FF3FD8C-9603-5EA3-20BC-AC1F5CF70CE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295" name="Group 24294">
                        <a:extLst>
                          <a:ext uri="{FF2B5EF4-FFF2-40B4-BE49-F238E27FC236}">
                            <a16:creationId xmlns:a16="http://schemas.microsoft.com/office/drawing/2014/main" id="{A07C3334-8EBA-81A0-4EA3-FC8CDAF8C2AA}"/>
                          </a:ext>
                        </a:extLst>
                      </p:cNvPr>
                      <p:cNvGrpSpPr/>
                      <p:nvPr/>
                    </p:nvGrpSpPr>
                    <p:grpSpPr>
                      <a:xfrm rot="14400000" flipH="1">
                        <a:off x="6434137" y="3402011"/>
                        <a:ext cx="303213" cy="303213"/>
                        <a:chOff x="5354637" y="3446463"/>
                        <a:chExt cx="214313" cy="214313"/>
                      </a:xfrm>
                    </p:grpSpPr>
                    <p:sp>
                      <p:nvSpPr>
                        <p:cNvPr id="24297" name="Arc 24296">
                          <a:extLst>
                            <a:ext uri="{FF2B5EF4-FFF2-40B4-BE49-F238E27FC236}">
                              <a16:creationId xmlns:a16="http://schemas.microsoft.com/office/drawing/2014/main" id="{AD2A5C12-525D-ACB7-04F9-9A31FF57703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298" name="Arc 24297">
                          <a:extLst>
                            <a:ext uri="{FF2B5EF4-FFF2-40B4-BE49-F238E27FC236}">
                              <a16:creationId xmlns:a16="http://schemas.microsoft.com/office/drawing/2014/main" id="{8CFD07B7-31E7-C1C4-5EA0-0D32DA85D92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4296" name="TextBox 24295">
                        <a:extLst>
                          <a:ext uri="{FF2B5EF4-FFF2-40B4-BE49-F238E27FC236}">
                            <a16:creationId xmlns:a16="http://schemas.microsoft.com/office/drawing/2014/main" id="{CFDF6A93-422C-CF69-1772-B10A11B464A9}"/>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4281" name="Group 24280">
                    <a:extLst>
                      <a:ext uri="{FF2B5EF4-FFF2-40B4-BE49-F238E27FC236}">
                        <a16:creationId xmlns:a16="http://schemas.microsoft.com/office/drawing/2014/main" id="{F8038B87-7CFD-5231-4002-DF0D63A8E96C}"/>
                      </a:ext>
                    </a:extLst>
                  </p:cNvPr>
                  <p:cNvGrpSpPr/>
                  <p:nvPr/>
                </p:nvGrpSpPr>
                <p:grpSpPr>
                  <a:xfrm>
                    <a:off x="6197413" y="3225768"/>
                    <a:ext cx="393192" cy="393192"/>
                    <a:chOff x="6389147" y="3932622"/>
                    <a:chExt cx="393192" cy="393192"/>
                  </a:xfrm>
                </p:grpSpPr>
                <p:grpSp>
                  <p:nvGrpSpPr>
                    <p:cNvPr id="24282" name="Group 24281">
                      <a:extLst>
                        <a:ext uri="{FF2B5EF4-FFF2-40B4-BE49-F238E27FC236}">
                          <a16:creationId xmlns:a16="http://schemas.microsoft.com/office/drawing/2014/main" id="{C35F67B2-6332-33F5-22FD-6901DBF1F501}"/>
                        </a:ext>
                      </a:extLst>
                    </p:cNvPr>
                    <p:cNvGrpSpPr/>
                    <p:nvPr/>
                  </p:nvGrpSpPr>
                  <p:grpSpPr>
                    <a:xfrm flipH="1">
                      <a:off x="6478587" y="4022061"/>
                      <a:ext cx="214313" cy="214313"/>
                      <a:chOff x="5354637" y="3446463"/>
                      <a:chExt cx="214313" cy="214313"/>
                    </a:xfrm>
                  </p:grpSpPr>
                  <p:sp>
                    <p:nvSpPr>
                      <p:cNvPr id="24290" name="Arc 24289">
                        <a:extLst>
                          <a:ext uri="{FF2B5EF4-FFF2-40B4-BE49-F238E27FC236}">
                            <a16:creationId xmlns:a16="http://schemas.microsoft.com/office/drawing/2014/main" id="{F92A49E3-F3AB-D437-0F00-F92ED34DF36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291" name="Arc 24290">
                        <a:extLst>
                          <a:ext uri="{FF2B5EF4-FFF2-40B4-BE49-F238E27FC236}">
                            <a16:creationId xmlns:a16="http://schemas.microsoft.com/office/drawing/2014/main" id="{6755515D-D757-5DF4-048A-A0A055843E6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283" name="Group 24282">
                      <a:extLst>
                        <a:ext uri="{FF2B5EF4-FFF2-40B4-BE49-F238E27FC236}">
                          <a16:creationId xmlns:a16="http://schemas.microsoft.com/office/drawing/2014/main" id="{CC833A7F-B1B6-D317-A5A4-9E7F90CAF6BB}"/>
                        </a:ext>
                      </a:extLst>
                    </p:cNvPr>
                    <p:cNvGrpSpPr/>
                    <p:nvPr/>
                  </p:nvGrpSpPr>
                  <p:grpSpPr>
                    <a:xfrm rot="7200000" flipH="1">
                      <a:off x="6434137" y="3977611"/>
                      <a:ext cx="303213" cy="303213"/>
                      <a:chOff x="5354637" y="3446463"/>
                      <a:chExt cx="214313" cy="214313"/>
                    </a:xfrm>
                  </p:grpSpPr>
                  <p:sp>
                    <p:nvSpPr>
                      <p:cNvPr id="24288" name="Arc 24287">
                        <a:extLst>
                          <a:ext uri="{FF2B5EF4-FFF2-40B4-BE49-F238E27FC236}">
                            <a16:creationId xmlns:a16="http://schemas.microsoft.com/office/drawing/2014/main" id="{653B2000-53D9-1447-2829-FBB2F223B61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289" name="Arc 24288">
                        <a:extLst>
                          <a:ext uri="{FF2B5EF4-FFF2-40B4-BE49-F238E27FC236}">
                            <a16:creationId xmlns:a16="http://schemas.microsoft.com/office/drawing/2014/main" id="{9CB745C9-13E3-4078-F8FF-9EFA45E2301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284" name="Group 24283">
                      <a:extLst>
                        <a:ext uri="{FF2B5EF4-FFF2-40B4-BE49-F238E27FC236}">
                          <a16:creationId xmlns:a16="http://schemas.microsoft.com/office/drawing/2014/main" id="{64969F05-99A2-347E-DAE2-64A2196E442C}"/>
                        </a:ext>
                      </a:extLst>
                    </p:cNvPr>
                    <p:cNvGrpSpPr/>
                    <p:nvPr/>
                  </p:nvGrpSpPr>
                  <p:grpSpPr>
                    <a:xfrm rot="14400000" flipH="1">
                      <a:off x="6389147" y="3932622"/>
                      <a:ext cx="393192" cy="393192"/>
                      <a:chOff x="5354637" y="3446463"/>
                      <a:chExt cx="214313" cy="214313"/>
                    </a:xfrm>
                  </p:grpSpPr>
                  <p:sp>
                    <p:nvSpPr>
                      <p:cNvPr id="24286" name="Arc 24285">
                        <a:extLst>
                          <a:ext uri="{FF2B5EF4-FFF2-40B4-BE49-F238E27FC236}">
                            <a16:creationId xmlns:a16="http://schemas.microsoft.com/office/drawing/2014/main" id="{BD87B1D9-B6F6-8432-66B2-2832071B063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287" name="Arc 24286">
                        <a:extLst>
                          <a:ext uri="{FF2B5EF4-FFF2-40B4-BE49-F238E27FC236}">
                            <a16:creationId xmlns:a16="http://schemas.microsoft.com/office/drawing/2014/main" id="{4CA81079-BB62-45F4-379D-C96A4AE6E85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4285" name="TextBox 24284">
                      <a:extLst>
                        <a:ext uri="{FF2B5EF4-FFF2-40B4-BE49-F238E27FC236}">
                          <a16:creationId xmlns:a16="http://schemas.microsoft.com/office/drawing/2014/main" id="{6ABE9339-B813-EB31-3C67-57449885988C}"/>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21409" name="Group 21408">
              <a:extLst>
                <a:ext uri="{FF2B5EF4-FFF2-40B4-BE49-F238E27FC236}">
                  <a16:creationId xmlns:a16="http://schemas.microsoft.com/office/drawing/2014/main" id="{152A437A-2BDA-F8F6-A560-FAAEED798E83}"/>
                </a:ext>
              </a:extLst>
            </p:cNvPr>
            <p:cNvGrpSpPr/>
            <p:nvPr/>
          </p:nvGrpSpPr>
          <p:grpSpPr>
            <a:xfrm>
              <a:off x="9197560" y="501825"/>
              <a:ext cx="2263438" cy="2198360"/>
              <a:chOff x="5445106" y="2039507"/>
              <a:chExt cx="2263438" cy="2198360"/>
            </a:xfrm>
          </p:grpSpPr>
          <p:grpSp>
            <p:nvGrpSpPr>
              <p:cNvPr id="24084" name="Group 24083">
                <a:extLst>
                  <a:ext uri="{FF2B5EF4-FFF2-40B4-BE49-F238E27FC236}">
                    <a16:creationId xmlns:a16="http://schemas.microsoft.com/office/drawing/2014/main" id="{FF17E243-1D24-EFC5-0435-A00D7E155046}"/>
                  </a:ext>
                </a:extLst>
              </p:cNvPr>
              <p:cNvGrpSpPr/>
              <p:nvPr/>
            </p:nvGrpSpPr>
            <p:grpSpPr>
              <a:xfrm>
                <a:off x="5445106" y="2644743"/>
                <a:ext cx="1643204" cy="1593124"/>
                <a:chOff x="5445106" y="2644743"/>
                <a:chExt cx="1643204" cy="1593124"/>
              </a:xfrm>
            </p:grpSpPr>
            <p:grpSp>
              <p:nvGrpSpPr>
                <p:cNvPr id="24180" name="Group 24179">
                  <a:extLst>
                    <a:ext uri="{FF2B5EF4-FFF2-40B4-BE49-F238E27FC236}">
                      <a16:creationId xmlns:a16="http://schemas.microsoft.com/office/drawing/2014/main" id="{D5FCEEDD-F4FE-442D-FD7D-FDBFEF0437B7}"/>
                    </a:ext>
                  </a:extLst>
                </p:cNvPr>
                <p:cNvGrpSpPr/>
                <p:nvPr/>
              </p:nvGrpSpPr>
              <p:grpSpPr>
                <a:xfrm>
                  <a:off x="5445106" y="2644743"/>
                  <a:ext cx="1019224" cy="991639"/>
                  <a:chOff x="5886431" y="3225768"/>
                  <a:chExt cx="1019224" cy="991639"/>
                </a:xfrm>
              </p:grpSpPr>
              <p:grpSp>
                <p:nvGrpSpPr>
                  <p:cNvPr id="24228" name="Group 24227">
                    <a:extLst>
                      <a:ext uri="{FF2B5EF4-FFF2-40B4-BE49-F238E27FC236}">
                        <a16:creationId xmlns:a16="http://schemas.microsoft.com/office/drawing/2014/main" id="{13417363-F6DB-E7EA-B6B3-62F42B94E653}"/>
                      </a:ext>
                    </a:extLst>
                  </p:cNvPr>
                  <p:cNvGrpSpPr/>
                  <p:nvPr/>
                </p:nvGrpSpPr>
                <p:grpSpPr>
                  <a:xfrm>
                    <a:off x="6197413" y="3824215"/>
                    <a:ext cx="393192" cy="393192"/>
                    <a:chOff x="5265196" y="3357021"/>
                    <a:chExt cx="393192" cy="393192"/>
                  </a:xfrm>
                </p:grpSpPr>
                <p:grpSp>
                  <p:nvGrpSpPr>
                    <p:cNvPr id="24263" name="Group 24262">
                      <a:extLst>
                        <a:ext uri="{FF2B5EF4-FFF2-40B4-BE49-F238E27FC236}">
                          <a16:creationId xmlns:a16="http://schemas.microsoft.com/office/drawing/2014/main" id="{63594011-5BC0-C7A7-1898-5507A02007F9}"/>
                        </a:ext>
                      </a:extLst>
                    </p:cNvPr>
                    <p:cNvGrpSpPr/>
                    <p:nvPr/>
                  </p:nvGrpSpPr>
                  <p:grpSpPr>
                    <a:xfrm rot="14400000">
                      <a:off x="5265196" y="3357021"/>
                      <a:ext cx="393192" cy="393192"/>
                      <a:chOff x="5354637" y="3446463"/>
                      <a:chExt cx="214313" cy="214313"/>
                    </a:xfrm>
                  </p:grpSpPr>
                  <p:sp>
                    <p:nvSpPr>
                      <p:cNvPr id="24272" name="Arc 24271">
                        <a:extLst>
                          <a:ext uri="{FF2B5EF4-FFF2-40B4-BE49-F238E27FC236}">
                            <a16:creationId xmlns:a16="http://schemas.microsoft.com/office/drawing/2014/main" id="{0898F0C7-45C9-988B-00C6-DEABE63FFB8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273" name="Arc 24272">
                        <a:extLst>
                          <a:ext uri="{FF2B5EF4-FFF2-40B4-BE49-F238E27FC236}">
                            <a16:creationId xmlns:a16="http://schemas.microsoft.com/office/drawing/2014/main" id="{A3725C90-AE52-9767-5172-ECDDCBA5858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264" name="Group 24263">
                      <a:extLst>
                        <a:ext uri="{FF2B5EF4-FFF2-40B4-BE49-F238E27FC236}">
                          <a16:creationId xmlns:a16="http://schemas.microsoft.com/office/drawing/2014/main" id="{1A8A40A2-732D-8B47-AAF9-8F0BDE7F5ECE}"/>
                        </a:ext>
                      </a:extLst>
                    </p:cNvPr>
                    <p:cNvGrpSpPr/>
                    <p:nvPr/>
                  </p:nvGrpSpPr>
                  <p:grpSpPr>
                    <a:xfrm>
                      <a:off x="5310186" y="3402011"/>
                      <a:ext cx="303213" cy="303213"/>
                      <a:chOff x="5310186" y="3402011"/>
                      <a:chExt cx="303213" cy="303213"/>
                    </a:xfrm>
                  </p:grpSpPr>
                  <p:grpSp>
                    <p:nvGrpSpPr>
                      <p:cNvPr id="24265" name="Group 24264">
                        <a:extLst>
                          <a:ext uri="{FF2B5EF4-FFF2-40B4-BE49-F238E27FC236}">
                            <a16:creationId xmlns:a16="http://schemas.microsoft.com/office/drawing/2014/main" id="{37AE35D7-3F7D-8670-DBCE-204845DCE8AB}"/>
                          </a:ext>
                        </a:extLst>
                      </p:cNvPr>
                      <p:cNvGrpSpPr/>
                      <p:nvPr/>
                    </p:nvGrpSpPr>
                    <p:grpSpPr>
                      <a:xfrm>
                        <a:off x="5354636" y="3446461"/>
                        <a:ext cx="214313" cy="214313"/>
                        <a:chOff x="5354637" y="3446463"/>
                        <a:chExt cx="214313" cy="214313"/>
                      </a:xfrm>
                    </p:grpSpPr>
                    <p:sp>
                      <p:nvSpPr>
                        <p:cNvPr id="24270" name="Arc 24269">
                          <a:extLst>
                            <a:ext uri="{FF2B5EF4-FFF2-40B4-BE49-F238E27FC236}">
                              <a16:creationId xmlns:a16="http://schemas.microsoft.com/office/drawing/2014/main" id="{FCB330F6-B5D3-143B-3FAC-59941D80F42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271" name="Arc 24270">
                          <a:extLst>
                            <a:ext uri="{FF2B5EF4-FFF2-40B4-BE49-F238E27FC236}">
                              <a16:creationId xmlns:a16="http://schemas.microsoft.com/office/drawing/2014/main" id="{A646F5C8-4F3B-AF95-609E-8DD1B0CE4B9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266" name="Group 24265">
                        <a:extLst>
                          <a:ext uri="{FF2B5EF4-FFF2-40B4-BE49-F238E27FC236}">
                            <a16:creationId xmlns:a16="http://schemas.microsoft.com/office/drawing/2014/main" id="{F89EBDEF-01AB-0BC7-BC9C-C32A3AA3B90F}"/>
                          </a:ext>
                        </a:extLst>
                      </p:cNvPr>
                      <p:cNvGrpSpPr/>
                      <p:nvPr/>
                    </p:nvGrpSpPr>
                    <p:grpSpPr>
                      <a:xfrm rot="7200000">
                        <a:off x="5310186" y="3402011"/>
                        <a:ext cx="303213" cy="303213"/>
                        <a:chOff x="5354637" y="3446463"/>
                        <a:chExt cx="214313" cy="214313"/>
                      </a:xfrm>
                    </p:grpSpPr>
                    <p:sp>
                      <p:nvSpPr>
                        <p:cNvPr id="24268" name="Arc 24267">
                          <a:extLst>
                            <a:ext uri="{FF2B5EF4-FFF2-40B4-BE49-F238E27FC236}">
                              <a16:creationId xmlns:a16="http://schemas.microsoft.com/office/drawing/2014/main" id="{F9A4A8C2-F8E8-6780-36D4-D646CEFEDFC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269" name="Arc 24268">
                          <a:extLst>
                            <a:ext uri="{FF2B5EF4-FFF2-40B4-BE49-F238E27FC236}">
                              <a16:creationId xmlns:a16="http://schemas.microsoft.com/office/drawing/2014/main" id="{1AE8A961-E0EF-BE12-A9F6-1AFCCBD3D81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4267" name="TextBox 24266">
                        <a:extLst>
                          <a:ext uri="{FF2B5EF4-FFF2-40B4-BE49-F238E27FC236}">
                            <a16:creationId xmlns:a16="http://schemas.microsoft.com/office/drawing/2014/main" id="{14209057-DD83-17A3-4DF5-C871C6292B34}"/>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4229" name="Group 24228">
                    <a:extLst>
                      <a:ext uri="{FF2B5EF4-FFF2-40B4-BE49-F238E27FC236}">
                        <a16:creationId xmlns:a16="http://schemas.microsoft.com/office/drawing/2014/main" id="{0E3E4705-1E74-EC13-9257-6ADED0FF9182}"/>
                      </a:ext>
                    </a:extLst>
                  </p:cNvPr>
                  <p:cNvGrpSpPr/>
                  <p:nvPr/>
                </p:nvGrpSpPr>
                <p:grpSpPr>
                  <a:xfrm>
                    <a:off x="5886431" y="3525040"/>
                    <a:ext cx="393192" cy="393192"/>
                    <a:chOff x="5265196" y="3932619"/>
                    <a:chExt cx="393192" cy="393192"/>
                  </a:xfrm>
                </p:grpSpPr>
                <p:grpSp>
                  <p:nvGrpSpPr>
                    <p:cNvPr id="24253" name="Group 24252">
                      <a:extLst>
                        <a:ext uri="{FF2B5EF4-FFF2-40B4-BE49-F238E27FC236}">
                          <a16:creationId xmlns:a16="http://schemas.microsoft.com/office/drawing/2014/main" id="{603EB1F9-D124-0B62-5E6E-3DDE0D6791A7}"/>
                        </a:ext>
                      </a:extLst>
                    </p:cNvPr>
                    <p:cNvGrpSpPr/>
                    <p:nvPr/>
                  </p:nvGrpSpPr>
                  <p:grpSpPr>
                    <a:xfrm>
                      <a:off x="5354636" y="4022061"/>
                      <a:ext cx="214313" cy="214313"/>
                      <a:chOff x="5354637" y="3446463"/>
                      <a:chExt cx="214313" cy="214313"/>
                    </a:xfrm>
                  </p:grpSpPr>
                  <p:sp>
                    <p:nvSpPr>
                      <p:cNvPr id="24261" name="Arc 24260">
                        <a:extLst>
                          <a:ext uri="{FF2B5EF4-FFF2-40B4-BE49-F238E27FC236}">
                            <a16:creationId xmlns:a16="http://schemas.microsoft.com/office/drawing/2014/main" id="{1710499E-F1B2-2915-C32C-EC993F6C61B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262" name="Arc 24261">
                        <a:extLst>
                          <a:ext uri="{FF2B5EF4-FFF2-40B4-BE49-F238E27FC236}">
                            <a16:creationId xmlns:a16="http://schemas.microsoft.com/office/drawing/2014/main" id="{B33AAFD1-4363-5E4F-D7E1-9C55AF91AC9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254" name="Group 24253">
                      <a:extLst>
                        <a:ext uri="{FF2B5EF4-FFF2-40B4-BE49-F238E27FC236}">
                          <a16:creationId xmlns:a16="http://schemas.microsoft.com/office/drawing/2014/main" id="{3E456900-EA63-E54B-4688-430F58C22692}"/>
                        </a:ext>
                      </a:extLst>
                    </p:cNvPr>
                    <p:cNvGrpSpPr/>
                    <p:nvPr/>
                  </p:nvGrpSpPr>
                  <p:grpSpPr>
                    <a:xfrm rot="14400000">
                      <a:off x="5310186" y="3977611"/>
                      <a:ext cx="303213" cy="303213"/>
                      <a:chOff x="5354637" y="3446463"/>
                      <a:chExt cx="214313" cy="214313"/>
                    </a:xfrm>
                  </p:grpSpPr>
                  <p:sp>
                    <p:nvSpPr>
                      <p:cNvPr id="24259" name="Arc 24258">
                        <a:extLst>
                          <a:ext uri="{FF2B5EF4-FFF2-40B4-BE49-F238E27FC236}">
                            <a16:creationId xmlns:a16="http://schemas.microsoft.com/office/drawing/2014/main" id="{CF5FEA69-937D-7039-D352-11066E2B784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260" name="Arc 24259">
                        <a:extLst>
                          <a:ext uri="{FF2B5EF4-FFF2-40B4-BE49-F238E27FC236}">
                            <a16:creationId xmlns:a16="http://schemas.microsoft.com/office/drawing/2014/main" id="{19A1FE38-B8C7-CC9B-B2E3-96C476E4751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255" name="Group 24254">
                      <a:extLst>
                        <a:ext uri="{FF2B5EF4-FFF2-40B4-BE49-F238E27FC236}">
                          <a16:creationId xmlns:a16="http://schemas.microsoft.com/office/drawing/2014/main" id="{7C17A44D-9C44-6C49-E522-420C6C98D63F}"/>
                        </a:ext>
                      </a:extLst>
                    </p:cNvPr>
                    <p:cNvGrpSpPr/>
                    <p:nvPr/>
                  </p:nvGrpSpPr>
                  <p:grpSpPr>
                    <a:xfrm rot="7200000">
                      <a:off x="5265196" y="3932619"/>
                      <a:ext cx="393192" cy="393192"/>
                      <a:chOff x="5354637" y="3446463"/>
                      <a:chExt cx="214313" cy="214313"/>
                    </a:xfrm>
                  </p:grpSpPr>
                  <p:sp>
                    <p:nvSpPr>
                      <p:cNvPr id="24257" name="Arc 24256">
                        <a:extLst>
                          <a:ext uri="{FF2B5EF4-FFF2-40B4-BE49-F238E27FC236}">
                            <a16:creationId xmlns:a16="http://schemas.microsoft.com/office/drawing/2014/main" id="{95641E4E-937A-D268-6582-123F010EEF4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258" name="Arc 24257">
                        <a:extLst>
                          <a:ext uri="{FF2B5EF4-FFF2-40B4-BE49-F238E27FC236}">
                            <a16:creationId xmlns:a16="http://schemas.microsoft.com/office/drawing/2014/main" id="{65E0213B-75F4-3281-470A-3A041092644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4256" name="TextBox 24255">
                      <a:extLst>
                        <a:ext uri="{FF2B5EF4-FFF2-40B4-BE49-F238E27FC236}">
                          <a16:creationId xmlns:a16="http://schemas.microsoft.com/office/drawing/2014/main" id="{A53908A5-44A7-5659-67A5-A6ACDAF8C0F4}"/>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4230" name="Group 24229">
                    <a:extLst>
                      <a:ext uri="{FF2B5EF4-FFF2-40B4-BE49-F238E27FC236}">
                        <a16:creationId xmlns:a16="http://schemas.microsoft.com/office/drawing/2014/main" id="{690A1292-9465-7C61-F576-9859C582CF34}"/>
                      </a:ext>
                    </a:extLst>
                  </p:cNvPr>
                  <p:cNvGrpSpPr/>
                  <p:nvPr/>
                </p:nvGrpSpPr>
                <p:grpSpPr>
                  <a:xfrm>
                    <a:off x="6512463" y="3525040"/>
                    <a:ext cx="393192" cy="393192"/>
                    <a:chOff x="6389147" y="3357021"/>
                    <a:chExt cx="393192" cy="393192"/>
                  </a:xfrm>
                </p:grpSpPr>
                <p:grpSp>
                  <p:nvGrpSpPr>
                    <p:cNvPr id="24242" name="Group 24241">
                      <a:extLst>
                        <a:ext uri="{FF2B5EF4-FFF2-40B4-BE49-F238E27FC236}">
                          <a16:creationId xmlns:a16="http://schemas.microsoft.com/office/drawing/2014/main" id="{68F35AAE-93DA-60B4-7B62-7FBC491A5B3D}"/>
                        </a:ext>
                      </a:extLst>
                    </p:cNvPr>
                    <p:cNvGrpSpPr/>
                    <p:nvPr/>
                  </p:nvGrpSpPr>
                  <p:grpSpPr>
                    <a:xfrm rot="7200000" flipH="1">
                      <a:off x="6389147" y="3357021"/>
                      <a:ext cx="393192" cy="393192"/>
                      <a:chOff x="5354637" y="3446463"/>
                      <a:chExt cx="214313" cy="214313"/>
                    </a:xfrm>
                  </p:grpSpPr>
                  <p:sp>
                    <p:nvSpPr>
                      <p:cNvPr id="24251" name="Arc 24250">
                        <a:extLst>
                          <a:ext uri="{FF2B5EF4-FFF2-40B4-BE49-F238E27FC236}">
                            <a16:creationId xmlns:a16="http://schemas.microsoft.com/office/drawing/2014/main" id="{14CFFA4C-CEFF-51DF-789D-899BE302BF5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252" name="Arc 24251">
                        <a:extLst>
                          <a:ext uri="{FF2B5EF4-FFF2-40B4-BE49-F238E27FC236}">
                            <a16:creationId xmlns:a16="http://schemas.microsoft.com/office/drawing/2014/main" id="{A1BAD0FA-54E5-FF18-78B9-1A9DE20DBCB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243" name="Group 24242">
                      <a:extLst>
                        <a:ext uri="{FF2B5EF4-FFF2-40B4-BE49-F238E27FC236}">
                          <a16:creationId xmlns:a16="http://schemas.microsoft.com/office/drawing/2014/main" id="{D79676EC-B8B9-0128-E6E0-E74B51CF50C7}"/>
                        </a:ext>
                      </a:extLst>
                    </p:cNvPr>
                    <p:cNvGrpSpPr/>
                    <p:nvPr/>
                  </p:nvGrpSpPr>
                  <p:grpSpPr>
                    <a:xfrm>
                      <a:off x="6434137" y="3402011"/>
                      <a:ext cx="303213" cy="303213"/>
                      <a:chOff x="6434137" y="3402011"/>
                      <a:chExt cx="303213" cy="303213"/>
                    </a:xfrm>
                  </p:grpSpPr>
                  <p:grpSp>
                    <p:nvGrpSpPr>
                      <p:cNvPr id="24244" name="Group 24243">
                        <a:extLst>
                          <a:ext uri="{FF2B5EF4-FFF2-40B4-BE49-F238E27FC236}">
                            <a16:creationId xmlns:a16="http://schemas.microsoft.com/office/drawing/2014/main" id="{8AF6CB19-51D8-F2AE-8DCF-D4394A010165}"/>
                          </a:ext>
                        </a:extLst>
                      </p:cNvPr>
                      <p:cNvGrpSpPr/>
                      <p:nvPr/>
                    </p:nvGrpSpPr>
                    <p:grpSpPr>
                      <a:xfrm flipH="1">
                        <a:off x="6478587" y="3446461"/>
                        <a:ext cx="214313" cy="214313"/>
                        <a:chOff x="5354637" y="3446463"/>
                        <a:chExt cx="214313" cy="214313"/>
                      </a:xfrm>
                    </p:grpSpPr>
                    <p:sp>
                      <p:nvSpPr>
                        <p:cNvPr id="24249" name="Arc 24248">
                          <a:extLst>
                            <a:ext uri="{FF2B5EF4-FFF2-40B4-BE49-F238E27FC236}">
                              <a16:creationId xmlns:a16="http://schemas.microsoft.com/office/drawing/2014/main" id="{39D91C2D-0270-1B2C-664D-A51BC355CA4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250" name="Arc 24249">
                          <a:extLst>
                            <a:ext uri="{FF2B5EF4-FFF2-40B4-BE49-F238E27FC236}">
                              <a16:creationId xmlns:a16="http://schemas.microsoft.com/office/drawing/2014/main" id="{1CA498B2-788D-F131-E92C-94430A1FFEE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245" name="Group 24244">
                        <a:extLst>
                          <a:ext uri="{FF2B5EF4-FFF2-40B4-BE49-F238E27FC236}">
                            <a16:creationId xmlns:a16="http://schemas.microsoft.com/office/drawing/2014/main" id="{3B9E00CE-57C5-A988-2371-B6D1C6D4F0E8}"/>
                          </a:ext>
                        </a:extLst>
                      </p:cNvPr>
                      <p:cNvGrpSpPr/>
                      <p:nvPr/>
                    </p:nvGrpSpPr>
                    <p:grpSpPr>
                      <a:xfrm rot="14400000" flipH="1">
                        <a:off x="6434137" y="3402011"/>
                        <a:ext cx="303213" cy="303213"/>
                        <a:chOff x="5354637" y="3446463"/>
                        <a:chExt cx="214313" cy="214313"/>
                      </a:xfrm>
                    </p:grpSpPr>
                    <p:sp>
                      <p:nvSpPr>
                        <p:cNvPr id="24247" name="Arc 24246">
                          <a:extLst>
                            <a:ext uri="{FF2B5EF4-FFF2-40B4-BE49-F238E27FC236}">
                              <a16:creationId xmlns:a16="http://schemas.microsoft.com/office/drawing/2014/main" id="{654537EA-5B6B-788E-3BB1-6BE5F64548B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248" name="Arc 24247">
                          <a:extLst>
                            <a:ext uri="{FF2B5EF4-FFF2-40B4-BE49-F238E27FC236}">
                              <a16:creationId xmlns:a16="http://schemas.microsoft.com/office/drawing/2014/main" id="{4AAFFF83-0757-2845-D36A-40C493A8F10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4246" name="TextBox 24245">
                        <a:extLst>
                          <a:ext uri="{FF2B5EF4-FFF2-40B4-BE49-F238E27FC236}">
                            <a16:creationId xmlns:a16="http://schemas.microsoft.com/office/drawing/2014/main" id="{4448F84D-46AA-60C4-AADF-61C407754997}"/>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4231" name="Group 24230">
                    <a:extLst>
                      <a:ext uri="{FF2B5EF4-FFF2-40B4-BE49-F238E27FC236}">
                        <a16:creationId xmlns:a16="http://schemas.microsoft.com/office/drawing/2014/main" id="{31383CB4-6F5A-51C7-52B1-20D892A65457}"/>
                      </a:ext>
                    </a:extLst>
                  </p:cNvPr>
                  <p:cNvGrpSpPr/>
                  <p:nvPr/>
                </p:nvGrpSpPr>
                <p:grpSpPr>
                  <a:xfrm>
                    <a:off x="6197413" y="3225768"/>
                    <a:ext cx="393192" cy="393192"/>
                    <a:chOff x="6389147" y="3932622"/>
                    <a:chExt cx="393192" cy="393192"/>
                  </a:xfrm>
                </p:grpSpPr>
                <p:grpSp>
                  <p:nvGrpSpPr>
                    <p:cNvPr id="24232" name="Group 24231">
                      <a:extLst>
                        <a:ext uri="{FF2B5EF4-FFF2-40B4-BE49-F238E27FC236}">
                          <a16:creationId xmlns:a16="http://schemas.microsoft.com/office/drawing/2014/main" id="{9DEA6837-06D6-4480-B0CE-4EC525A75B34}"/>
                        </a:ext>
                      </a:extLst>
                    </p:cNvPr>
                    <p:cNvGrpSpPr/>
                    <p:nvPr/>
                  </p:nvGrpSpPr>
                  <p:grpSpPr>
                    <a:xfrm flipH="1">
                      <a:off x="6478587" y="4022061"/>
                      <a:ext cx="214313" cy="214313"/>
                      <a:chOff x="5354637" y="3446463"/>
                      <a:chExt cx="214313" cy="214313"/>
                    </a:xfrm>
                  </p:grpSpPr>
                  <p:sp>
                    <p:nvSpPr>
                      <p:cNvPr id="24240" name="Arc 24239">
                        <a:extLst>
                          <a:ext uri="{FF2B5EF4-FFF2-40B4-BE49-F238E27FC236}">
                            <a16:creationId xmlns:a16="http://schemas.microsoft.com/office/drawing/2014/main" id="{72B55984-C1FD-5ED5-97FE-9D905D40687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241" name="Arc 24240">
                        <a:extLst>
                          <a:ext uri="{FF2B5EF4-FFF2-40B4-BE49-F238E27FC236}">
                            <a16:creationId xmlns:a16="http://schemas.microsoft.com/office/drawing/2014/main" id="{6250E503-A012-E298-D962-B43B5180373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233" name="Group 24232">
                      <a:extLst>
                        <a:ext uri="{FF2B5EF4-FFF2-40B4-BE49-F238E27FC236}">
                          <a16:creationId xmlns:a16="http://schemas.microsoft.com/office/drawing/2014/main" id="{500E6828-1CAA-A931-E3FC-D0B76387D5E3}"/>
                        </a:ext>
                      </a:extLst>
                    </p:cNvPr>
                    <p:cNvGrpSpPr/>
                    <p:nvPr/>
                  </p:nvGrpSpPr>
                  <p:grpSpPr>
                    <a:xfrm rot="7200000" flipH="1">
                      <a:off x="6434137" y="3977611"/>
                      <a:ext cx="303213" cy="303213"/>
                      <a:chOff x="5354637" y="3446463"/>
                      <a:chExt cx="214313" cy="214313"/>
                    </a:xfrm>
                  </p:grpSpPr>
                  <p:sp>
                    <p:nvSpPr>
                      <p:cNvPr id="24238" name="Arc 24237">
                        <a:extLst>
                          <a:ext uri="{FF2B5EF4-FFF2-40B4-BE49-F238E27FC236}">
                            <a16:creationId xmlns:a16="http://schemas.microsoft.com/office/drawing/2014/main" id="{5258D8B1-6003-0A2D-7156-9D66E1B3CF9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239" name="Arc 24238">
                        <a:extLst>
                          <a:ext uri="{FF2B5EF4-FFF2-40B4-BE49-F238E27FC236}">
                            <a16:creationId xmlns:a16="http://schemas.microsoft.com/office/drawing/2014/main" id="{03A91AA9-5275-B603-7D70-F4DE972A9B0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234" name="Group 24233">
                      <a:extLst>
                        <a:ext uri="{FF2B5EF4-FFF2-40B4-BE49-F238E27FC236}">
                          <a16:creationId xmlns:a16="http://schemas.microsoft.com/office/drawing/2014/main" id="{B7C9DA65-EE5E-D864-4C64-64EBF95C90E8}"/>
                        </a:ext>
                      </a:extLst>
                    </p:cNvPr>
                    <p:cNvGrpSpPr/>
                    <p:nvPr/>
                  </p:nvGrpSpPr>
                  <p:grpSpPr>
                    <a:xfrm rot="14400000" flipH="1">
                      <a:off x="6389147" y="3932622"/>
                      <a:ext cx="393192" cy="393192"/>
                      <a:chOff x="5354637" y="3446463"/>
                      <a:chExt cx="214313" cy="214313"/>
                    </a:xfrm>
                  </p:grpSpPr>
                  <p:sp>
                    <p:nvSpPr>
                      <p:cNvPr id="24236" name="Arc 24235">
                        <a:extLst>
                          <a:ext uri="{FF2B5EF4-FFF2-40B4-BE49-F238E27FC236}">
                            <a16:creationId xmlns:a16="http://schemas.microsoft.com/office/drawing/2014/main" id="{C98861FE-FC32-C6BD-7610-ADBD99C30B3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237" name="Arc 24236">
                        <a:extLst>
                          <a:ext uri="{FF2B5EF4-FFF2-40B4-BE49-F238E27FC236}">
                            <a16:creationId xmlns:a16="http://schemas.microsoft.com/office/drawing/2014/main" id="{04B62857-CE56-175F-D544-BBBE6160926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4235" name="TextBox 24234">
                      <a:extLst>
                        <a:ext uri="{FF2B5EF4-FFF2-40B4-BE49-F238E27FC236}">
                          <a16:creationId xmlns:a16="http://schemas.microsoft.com/office/drawing/2014/main" id="{156E831C-F251-47F8-0D91-E8AC5015B9D1}"/>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4181" name="Group 24180">
                  <a:extLst>
                    <a:ext uri="{FF2B5EF4-FFF2-40B4-BE49-F238E27FC236}">
                      <a16:creationId xmlns:a16="http://schemas.microsoft.com/office/drawing/2014/main" id="{A3586961-1336-C6CD-840D-DEA1C91ED428}"/>
                    </a:ext>
                  </a:extLst>
                </p:cNvPr>
                <p:cNvGrpSpPr/>
                <p:nvPr/>
              </p:nvGrpSpPr>
              <p:grpSpPr>
                <a:xfrm>
                  <a:off x="6069086" y="3246228"/>
                  <a:ext cx="1019224" cy="991639"/>
                  <a:chOff x="5886431" y="3225768"/>
                  <a:chExt cx="1019224" cy="991639"/>
                </a:xfrm>
              </p:grpSpPr>
              <p:grpSp>
                <p:nvGrpSpPr>
                  <p:cNvPr id="24182" name="Group 24181">
                    <a:extLst>
                      <a:ext uri="{FF2B5EF4-FFF2-40B4-BE49-F238E27FC236}">
                        <a16:creationId xmlns:a16="http://schemas.microsoft.com/office/drawing/2014/main" id="{19F01133-F7CC-B0BD-EEAE-22A276F54D6F}"/>
                      </a:ext>
                    </a:extLst>
                  </p:cNvPr>
                  <p:cNvGrpSpPr/>
                  <p:nvPr/>
                </p:nvGrpSpPr>
                <p:grpSpPr>
                  <a:xfrm>
                    <a:off x="6197413" y="3824215"/>
                    <a:ext cx="393192" cy="393192"/>
                    <a:chOff x="5265196" y="3357021"/>
                    <a:chExt cx="393192" cy="393192"/>
                  </a:xfrm>
                </p:grpSpPr>
                <p:grpSp>
                  <p:nvGrpSpPr>
                    <p:cNvPr id="24217" name="Group 24216">
                      <a:extLst>
                        <a:ext uri="{FF2B5EF4-FFF2-40B4-BE49-F238E27FC236}">
                          <a16:creationId xmlns:a16="http://schemas.microsoft.com/office/drawing/2014/main" id="{7D7E6AD8-0949-E715-78F1-EE549277054F}"/>
                        </a:ext>
                      </a:extLst>
                    </p:cNvPr>
                    <p:cNvGrpSpPr/>
                    <p:nvPr/>
                  </p:nvGrpSpPr>
                  <p:grpSpPr>
                    <a:xfrm rot="14400000">
                      <a:off x="5265196" y="3357021"/>
                      <a:ext cx="393192" cy="393192"/>
                      <a:chOff x="5354637" y="3446463"/>
                      <a:chExt cx="214313" cy="214313"/>
                    </a:xfrm>
                  </p:grpSpPr>
                  <p:sp>
                    <p:nvSpPr>
                      <p:cNvPr id="24226" name="Arc 24225">
                        <a:extLst>
                          <a:ext uri="{FF2B5EF4-FFF2-40B4-BE49-F238E27FC236}">
                            <a16:creationId xmlns:a16="http://schemas.microsoft.com/office/drawing/2014/main" id="{08866614-8E04-FC7C-C068-BF6043D3117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227" name="Arc 24226">
                        <a:extLst>
                          <a:ext uri="{FF2B5EF4-FFF2-40B4-BE49-F238E27FC236}">
                            <a16:creationId xmlns:a16="http://schemas.microsoft.com/office/drawing/2014/main" id="{58BD060B-AD5D-5F4B-405A-4D1D783FAB4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218" name="Group 24217">
                      <a:extLst>
                        <a:ext uri="{FF2B5EF4-FFF2-40B4-BE49-F238E27FC236}">
                          <a16:creationId xmlns:a16="http://schemas.microsoft.com/office/drawing/2014/main" id="{BA9A36C0-A4FA-42BC-E957-3CA8E9787346}"/>
                        </a:ext>
                      </a:extLst>
                    </p:cNvPr>
                    <p:cNvGrpSpPr/>
                    <p:nvPr/>
                  </p:nvGrpSpPr>
                  <p:grpSpPr>
                    <a:xfrm>
                      <a:off x="5310186" y="3402011"/>
                      <a:ext cx="303213" cy="303213"/>
                      <a:chOff x="5310186" y="3402011"/>
                      <a:chExt cx="303213" cy="303213"/>
                    </a:xfrm>
                  </p:grpSpPr>
                  <p:grpSp>
                    <p:nvGrpSpPr>
                      <p:cNvPr id="24219" name="Group 24218">
                        <a:extLst>
                          <a:ext uri="{FF2B5EF4-FFF2-40B4-BE49-F238E27FC236}">
                            <a16:creationId xmlns:a16="http://schemas.microsoft.com/office/drawing/2014/main" id="{75526686-1266-AD00-B27C-565080EB47C2}"/>
                          </a:ext>
                        </a:extLst>
                      </p:cNvPr>
                      <p:cNvGrpSpPr/>
                      <p:nvPr/>
                    </p:nvGrpSpPr>
                    <p:grpSpPr>
                      <a:xfrm>
                        <a:off x="5354636" y="3446461"/>
                        <a:ext cx="214313" cy="214313"/>
                        <a:chOff x="5354637" y="3446463"/>
                        <a:chExt cx="214313" cy="214313"/>
                      </a:xfrm>
                    </p:grpSpPr>
                    <p:sp>
                      <p:nvSpPr>
                        <p:cNvPr id="24224" name="Arc 24223">
                          <a:extLst>
                            <a:ext uri="{FF2B5EF4-FFF2-40B4-BE49-F238E27FC236}">
                              <a16:creationId xmlns:a16="http://schemas.microsoft.com/office/drawing/2014/main" id="{226EBD76-BDC9-58A7-ABD6-016803F485B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225" name="Arc 24224">
                          <a:extLst>
                            <a:ext uri="{FF2B5EF4-FFF2-40B4-BE49-F238E27FC236}">
                              <a16:creationId xmlns:a16="http://schemas.microsoft.com/office/drawing/2014/main" id="{310C33FC-02BD-044D-60C1-254D3717BB9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220" name="Group 24219">
                        <a:extLst>
                          <a:ext uri="{FF2B5EF4-FFF2-40B4-BE49-F238E27FC236}">
                            <a16:creationId xmlns:a16="http://schemas.microsoft.com/office/drawing/2014/main" id="{EDE4763F-9828-0A18-6FC0-874028DD7BAD}"/>
                          </a:ext>
                        </a:extLst>
                      </p:cNvPr>
                      <p:cNvGrpSpPr/>
                      <p:nvPr/>
                    </p:nvGrpSpPr>
                    <p:grpSpPr>
                      <a:xfrm rot="7200000">
                        <a:off x="5310186" y="3402011"/>
                        <a:ext cx="303213" cy="303213"/>
                        <a:chOff x="5354637" y="3446463"/>
                        <a:chExt cx="214313" cy="214313"/>
                      </a:xfrm>
                    </p:grpSpPr>
                    <p:sp>
                      <p:nvSpPr>
                        <p:cNvPr id="24222" name="Arc 24221">
                          <a:extLst>
                            <a:ext uri="{FF2B5EF4-FFF2-40B4-BE49-F238E27FC236}">
                              <a16:creationId xmlns:a16="http://schemas.microsoft.com/office/drawing/2014/main" id="{CA9A6BF4-8B1E-0556-89DF-76F5BB29E2D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223" name="Arc 24222">
                          <a:extLst>
                            <a:ext uri="{FF2B5EF4-FFF2-40B4-BE49-F238E27FC236}">
                              <a16:creationId xmlns:a16="http://schemas.microsoft.com/office/drawing/2014/main" id="{16DB318C-DF92-07C7-4468-D61E56B0B36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4221" name="TextBox 24220">
                        <a:extLst>
                          <a:ext uri="{FF2B5EF4-FFF2-40B4-BE49-F238E27FC236}">
                            <a16:creationId xmlns:a16="http://schemas.microsoft.com/office/drawing/2014/main" id="{C8156944-07B3-BAE9-F1AE-4762D30322FB}"/>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4183" name="Group 24182">
                    <a:extLst>
                      <a:ext uri="{FF2B5EF4-FFF2-40B4-BE49-F238E27FC236}">
                        <a16:creationId xmlns:a16="http://schemas.microsoft.com/office/drawing/2014/main" id="{8C7F8B60-DECA-2289-42F3-2478FAA19BD3}"/>
                      </a:ext>
                    </a:extLst>
                  </p:cNvPr>
                  <p:cNvGrpSpPr/>
                  <p:nvPr/>
                </p:nvGrpSpPr>
                <p:grpSpPr>
                  <a:xfrm>
                    <a:off x="5886431" y="3525040"/>
                    <a:ext cx="393192" cy="393192"/>
                    <a:chOff x="5265196" y="3932619"/>
                    <a:chExt cx="393192" cy="393192"/>
                  </a:xfrm>
                </p:grpSpPr>
                <p:grpSp>
                  <p:nvGrpSpPr>
                    <p:cNvPr id="24207" name="Group 24206">
                      <a:extLst>
                        <a:ext uri="{FF2B5EF4-FFF2-40B4-BE49-F238E27FC236}">
                          <a16:creationId xmlns:a16="http://schemas.microsoft.com/office/drawing/2014/main" id="{BC474C3E-5BED-2A13-4ECF-3CE85797A4A0}"/>
                        </a:ext>
                      </a:extLst>
                    </p:cNvPr>
                    <p:cNvGrpSpPr/>
                    <p:nvPr/>
                  </p:nvGrpSpPr>
                  <p:grpSpPr>
                    <a:xfrm>
                      <a:off x="5354636" y="4022061"/>
                      <a:ext cx="214313" cy="214313"/>
                      <a:chOff x="5354637" y="3446463"/>
                      <a:chExt cx="214313" cy="214313"/>
                    </a:xfrm>
                  </p:grpSpPr>
                  <p:sp>
                    <p:nvSpPr>
                      <p:cNvPr id="24215" name="Arc 24214">
                        <a:extLst>
                          <a:ext uri="{FF2B5EF4-FFF2-40B4-BE49-F238E27FC236}">
                            <a16:creationId xmlns:a16="http://schemas.microsoft.com/office/drawing/2014/main" id="{FB7C4EB2-8C85-D919-2E08-3ED54BC03DE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216" name="Arc 24215">
                        <a:extLst>
                          <a:ext uri="{FF2B5EF4-FFF2-40B4-BE49-F238E27FC236}">
                            <a16:creationId xmlns:a16="http://schemas.microsoft.com/office/drawing/2014/main" id="{7E15E603-21DA-8DCC-7FE4-C45649FCC59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208" name="Group 24207">
                      <a:extLst>
                        <a:ext uri="{FF2B5EF4-FFF2-40B4-BE49-F238E27FC236}">
                          <a16:creationId xmlns:a16="http://schemas.microsoft.com/office/drawing/2014/main" id="{613E6CC7-BCB2-8AE2-636B-EEB3417FD4A0}"/>
                        </a:ext>
                      </a:extLst>
                    </p:cNvPr>
                    <p:cNvGrpSpPr/>
                    <p:nvPr/>
                  </p:nvGrpSpPr>
                  <p:grpSpPr>
                    <a:xfrm rot="14400000">
                      <a:off x="5310186" y="3977611"/>
                      <a:ext cx="303213" cy="303213"/>
                      <a:chOff x="5354637" y="3446463"/>
                      <a:chExt cx="214313" cy="214313"/>
                    </a:xfrm>
                  </p:grpSpPr>
                  <p:sp>
                    <p:nvSpPr>
                      <p:cNvPr id="24213" name="Arc 24212">
                        <a:extLst>
                          <a:ext uri="{FF2B5EF4-FFF2-40B4-BE49-F238E27FC236}">
                            <a16:creationId xmlns:a16="http://schemas.microsoft.com/office/drawing/2014/main" id="{42EF14CE-B6A9-761D-91F0-FB56EBF33F3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214" name="Arc 24213">
                        <a:extLst>
                          <a:ext uri="{FF2B5EF4-FFF2-40B4-BE49-F238E27FC236}">
                            <a16:creationId xmlns:a16="http://schemas.microsoft.com/office/drawing/2014/main" id="{B7E89C82-8B03-B3ED-C1D3-47038BB087C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209" name="Group 24208">
                      <a:extLst>
                        <a:ext uri="{FF2B5EF4-FFF2-40B4-BE49-F238E27FC236}">
                          <a16:creationId xmlns:a16="http://schemas.microsoft.com/office/drawing/2014/main" id="{2B41E57F-2813-AFEB-7DD2-4F66D49406D0}"/>
                        </a:ext>
                      </a:extLst>
                    </p:cNvPr>
                    <p:cNvGrpSpPr/>
                    <p:nvPr/>
                  </p:nvGrpSpPr>
                  <p:grpSpPr>
                    <a:xfrm rot="7200000">
                      <a:off x="5265196" y="3932619"/>
                      <a:ext cx="393192" cy="393192"/>
                      <a:chOff x="5354637" y="3446463"/>
                      <a:chExt cx="214313" cy="214313"/>
                    </a:xfrm>
                  </p:grpSpPr>
                  <p:sp>
                    <p:nvSpPr>
                      <p:cNvPr id="24211" name="Arc 24210">
                        <a:extLst>
                          <a:ext uri="{FF2B5EF4-FFF2-40B4-BE49-F238E27FC236}">
                            <a16:creationId xmlns:a16="http://schemas.microsoft.com/office/drawing/2014/main" id="{DF902AA9-618E-1232-C005-B15424ADAFB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212" name="Arc 24211">
                        <a:extLst>
                          <a:ext uri="{FF2B5EF4-FFF2-40B4-BE49-F238E27FC236}">
                            <a16:creationId xmlns:a16="http://schemas.microsoft.com/office/drawing/2014/main" id="{832905B3-E70D-47C8-195E-A7C4C05FDB9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4210" name="TextBox 24209">
                      <a:extLst>
                        <a:ext uri="{FF2B5EF4-FFF2-40B4-BE49-F238E27FC236}">
                          <a16:creationId xmlns:a16="http://schemas.microsoft.com/office/drawing/2014/main" id="{61C47DAA-29F5-586C-4C88-1402C1ECFF47}"/>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4184" name="Group 24183">
                    <a:extLst>
                      <a:ext uri="{FF2B5EF4-FFF2-40B4-BE49-F238E27FC236}">
                        <a16:creationId xmlns:a16="http://schemas.microsoft.com/office/drawing/2014/main" id="{4E6A0A25-4933-3D5C-23A0-1B2986A04168}"/>
                      </a:ext>
                    </a:extLst>
                  </p:cNvPr>
                  <p:cNvGrpSpPr/>
                  <p:nvPr/>
                </p:nvGrpSpPr>
                <p:grpSpPr>
                  <a:xfrm>
                    <a:off x="6512463" y="3525040"/>
                    <a:ext cx="393192" cy="393192"/>
                    <a:chOff x="6389147" y="3357021"/>
                    <a:chExt cx="393192" cy="393192"/>
                  </a:xfrm>
                </p:grpSpPr>
                <p:grpSp>
                  <p:nvGrpSpPr>
                    <p:cNvPr id="24196" name="Group 24195">
                      <a:extLst>
                        <a:ext uri="{FF2B5EF4-FFF2-40B4-BE49-F238E27FC236}">
                          <a16:creationId xmlns:a16="http://schemas.microsoft.com/office/drawing/2014/main" id="{B64A9B0B-7247-63F3-944E-66C888D47D2B}"/>
                        </a:ext>
                      </a:extLst>
                    </p:cNvPr>
                    <p:cNvGrpSpPr/>
                    <p:nvPr/>
                  </p:nvGrpSpPr>
                  <p:grpSpPr>
                    <a:xfrm rot="7200000" flipH="1">
                      <a:off x="6389147" y="3357021"/>
                      <a:ext cx="393192" cy="393192"/>
                      <a:chOff x="5354637" y="3446463"/>
                      <a:chExt cx="214313" cy="214313"/>
                    </a:xfrm>
                  </p:grpSpPr>
                  <p:sp>
                    <p:nvSpPr>
                      <p:cNvPr id="24205" name="Arc 24204">
                        <a:extLst>
                          <a:ext uri="{FF2B5EF4-FFF2-40B4-BE49-F238E27FC236}">
                            <a16:creationId xmlns:a16="http://schemas.microsoft.com/office/drawing/2014/main" id="{C70F17B4-F28A-AE89-B899-1DC5A9DDEEE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206" name="Arc 24205">
                        <a:extLst>
                          <a:ext uri="{FF2B5EF4-FFF2-40B4-BE49-F238E27FC236}">
                            <a16:creationId xmlns:a16="http://schemas.microsoft.com/office/drawing/2014/main" id="{ED3861B8-D130-3350-B483-BD4B70DA6F2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197" name="Group 24196">
                      <a:extLst>
                        <a:ext uri="{FF2B5EF4-FFF2-40B4-BE49-F238E27FC236}">
                          <a16:creationId xmlns:a16="http://schemas.microsoft.com/office/drawing/2014/main" id="{FA33F9B0-1725-9CC7-C194-3DEFA36E30CB}"/>
                        </a:ext>
                      </a:extLst>
                    </p:cNvPr>
                    <p:cNvGrpSpPr/>
                    <p:nvPr/>
                  </p:nvGrpSpPr>
                  <p:grpSpPr>
                    <a:xfrm>
                      <a:off x="6434137" y="3402011"/>
                      <a:ext cx="303213" cy="303213"/>
                      <a:chOff x="6434137" y="3402011"/>
                      <a:chExt cx="303213" cy="303213"/>
                    </a:xfrm>
                  </p:grpSpPr>
                  <p:grpSp>
                    <p:nvGrpSpPr>
                      <p:cNvPr id="24198" name="Group 24197">
                        <a:extLst>
                          <a:ext uri="{FF2B5EF4-FFF2-40B4-BE49-F238E27FC236}">
                            <a16:creationId xmlns:a16="http://schemas.microsoft.com/office/drawing/2014/main" id="{BE55A697-25F1-BD79-932A-A94F5FE1CD11}"/>
                          </a:ext>
                        </a:extLst>
                      </p:cNvPr>
                      <p:cNvGrpSpPr/>
                      <p:nvPr/>
                    </p:nvGrpSpPr>
                    <p:grpSpPr>
                      <a:xfrm flipH="1">
                        <a:off x="6478587" y="3446461"/>
                        <a:ext cx="214313" cy="214313"/>
                        <a:chOff x="5354637" y="3446463"/>
                        <a:chExt cx="214313" cy="214313"/>
                      </a:xfrm>
                    </p:grpSpPr>
                    <p:sp>
                      <p:nvSpPr>
                        <p:cNvPr id="24203" name="Arc 24202">
                          <a:extLst>
                            <a:ext uri="{FF2B5EF4-FFF2-40B4-BE49-F238E27FC236}">
                              <a16:creationId xmlns:a16="http://schemas.microsoft.com/office/drawing/2014/main" id="{8FE548D9-5583-F649-3370-CCAB4120F28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204" name="Arc 24203">
                          <a:extLst>
                            <a:ext uri="{FF2B5EF4-FFF2-40B4-BE49-F238E27FC236}">
                              <a16:creationId xmlns:a16="http://schemas.microsoft.com/office/drawing/2014/main" id="{5F611322-8E77-32E7-E212-537825B9F0C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199" name="Group 24198">
                        <a:extLst>
                          <a:ext uri="{FF2B5EF4-FFF2-40B4-BE49-F238E27FC236}">
                            <a16:creationId xmlns:a16="http://schemas.microsoft.com/office/drawing/2014/main" id="{DA548690-8A4D-B1DC-209B-A08B6063D926}"/>
                          </a:ext>
                        </a:extLst>
                      </p:cNvPr>
                      <p:cNvGrpSpPr/>
                      <p:nvPr/>
                    </p:nvGrpSpPr>
                    <p:grpSpPr>
                      <a:xfrm rot="14400000" flipH="1">
                        <a:off x="6434137" y="3402011"/>
                        <a:ext cx="303213" cy="303213"/>
                        <a:chOff x="5354637" y="3446463"/>
                        <a:chExt cx="214313" cy="214313"/>
                      </a:xfrm>
                    </p:grpSpPr>
                    <p:sp>
                      <p:nvSpPr>
                        <p:cNvPr id="24201" name="Arc 24200">
                          <a:extLst>
                            <a:ext uri="{FF2B5EF4-FFF2-40B4-BE49-F238E27FC236}">
                              <a16:creationId xmlns:a16="http://schemas.microsoft.com/office/drawing/2014/main" id="{CF225BD6-C7CB-A217-B32E-967E08A4F2F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202" name="Arc 24201">
                          <a:extLst>
                            <a:ext uri="{FF2B5EF4-FFF2-40B4-BE49-F238E27FC236}">
                              <a16:creationId xmlns:a16="http://schemas.microsoft.com/office/drawing/2014/main" id="{5D7D130D-F17E-59F7-CD04-72B2575223E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4200" name="TextBox 24199">
                        <a:extLst>
                          <a:ext uri="{FF2B5EF4-FFF2-40B4-BE49-F238E27FC236}">
                            <a16:creationId xmlns:a16="http://schemas.microsoft.com/office/drawing/2014/main" id="{C4C90B8B-C8B5-A630-4A7A-7D0BC10F32C9}"/>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4185" name="Group 24184">
                    <a:extLst>
                      <a:ext uri="{FF2B5EF4-FFF2-40B4-BE49-F238E27FC236}">
                        <a16:creationId xmlns:a16="http://schemas.microsoft.com/office/drawing/2014/main" id="{5CDB9B89-5B84-152E-41F0-B2A4867E320A}"/>
                      </a:ext>
                    </a:extLst>
                  </p:cNvPr>
                  <p:cNvGrpSpPr/>
                  <p:nvPr/>
                </p:nvGrpSpPr>
                <p:grpSpPr>
                  <a:xfrm>
                    <a:off x="6197413" y="3225768"/>
                    <a:ext cx="393192" cy="393192"/>
                    <a:chOff x="6389147" y="3932622"/>
                    <a:chExt cx="393192" cy="393192"/>
                  </a:xfrm>
                </p:grpSpPr>
                <p:grpSp>
                  <p:nvGrpSpPr>
                    <p:cNvPr id="24186" name="Group 24185">
                      <a:extLst>
                        <a:ext uri="{FF2B5EF4-FFF2-40B4-BE49-F238E27FC236}">
                          <a16:creationId xmlns:a16="http://schemas.microsoft.com/office/drawing/2014/main" id="{682C1EF8-C229-0423-CC05-0B6DE4CD2301}"/>
                        </a:ext>
                      </a:extLst>
                    </p:cNvPr>
                    <p:cNvGrpSpPr/>
                    <p:nvPr/>
                  </p:nvGrpSpPr>
                  <p:grpSpPr>
                    <a:xfrm flipH="1">
                      <a:off x="6478587" y="4022061"/>
                      <a:ext cx="214313" cy="214313"/>
                      <a:chOff x="5354637" y="3446463"/>
                      <a:chExt cx="214313" cy="214313"/>
                    </a:xfrm>
                  </p:grpSpPr>
                  <p:sp>
                    <p:nvSpPr>
                      <p:cNvPr id="24194" name="Arc 24193">
                        <a:extLst>
                          <a:ext uri="{FF2B5EF4-FFF2-40B4-BE49-F238E27FC236}">
                            <a16:creationId xmlns:a16="http://schemas.microsoft.com/office/drawing/2014/main" id="{42DDA7CF-0F38-547B-F927-BDB093394C0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195" name="Arc 24194">
                        <a:extLst>
                          <a:ext uri="{FF2B5EF4-FFF2-40B4-BE49-F238E27FC236}">
                            <a16:creationId xmlns:a16="http://schemas.microsoft.com/office/drawing/2014/main" id="{DA644181-1487-6AB0-57E1-3DAA59DE006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187" name="Group 24186">
                      <a:extLst>
                        <a:ext uri="{FF2B5EF4-FFF2-40B4-BE49-F238E27FC236}">
                          <a16:creationId xmlns:a16="http://schemas.microsoft.com/office/drawing/2014/main" id="{69CAC554-07AB-3817-66B5-65703DB900E7}"/>
                        </a:ext>
                      </a:extLst>
                    </p:cNvPr>
                    <p:cNvGrpSpPr/>
                    <p:nvPr/>
                  </p:nvGrpSpPr>
                  <p:grpSpPr>
                    <a:xfrm rot="7200000" flipH="1">
                      <a:off x="6434137" y="3977611"/>
                      <a:ext cx="303213" cy="303213"/>
                      <a:chOff x="5354637" y="3446463"/>
                      <a:chExt cx="214313" cy="214313"/>
                    </a:xfrm>
                  </p:grpSpPr>
                  <p:sp>
                    <p:nvSpPr>
                      <p:cNvPr id="24192" name="Arc 24191">
                        <a:extLst>
                          <a:ext uri="{FF2B5EF4-FFF2-40B4-BE49-F238E27FC236}">
                            <a16:creationId xmlns:a16="http://schemas.microsoft.com/office/drawing/2014/main" id="{1D05A14E-657B-6E26-DB18-E7E8B6B22A2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193" name="Arc 24192">
                        <a:extLst>
                          <a:ext uri="{FF2B5EF4-FFF2-40B4-BE49-F238E27FC236}">
                            <a16:creationId xmlns:a16="http://schemas.microsoft.com/office/drawing/2014/main" id="{05D9923B-F727-C70F-FC3D-087D2FCC0B2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188" name="Group 24187">
                      <a:extLst>
                        <a:ext uri="{FF2B5EF4-FFF2-40B4-BE49-F238E27FC236}">
                          <a16:creationId xmlns:a16="http://schemas.microsoft.com/office/drawing/2014/main" id="{9B8D7A2C-0F55-6927-07B2-CBF5F0D2C18E}"/>
                        </a:ext>
                      </a:extLst>
                    </p:cNvPr>
                    <p:cNvGrpSpPr/>
                    <p:nvPr/>
                  </p:nvGrpSpPr>
                  <p:grpSpPr>
                    <a:xfrm rot="14400000" flipH="1">
                      <a:off x="6389147" y="3932622"/>
                      <a:ext cx="393192" cy="393192"/>
                      <a:chOff x="5354637" y="3446463"/>
                      <a:chExt cx="214313" cy="214313"/>
                    </a:xfrm>
                  </p:grpSpPr>
                  <p:sp>
                    <p:nvSpPr>
                      <p:cNvPr id="24190" name="Arc 24189">
                        <a:extLst>
                          <a:ext uri="{FF2B5EF4-FFF2-40B4-BE49-F238E27FC236}">
                            <a16:creationId xmlns:a16="http://schemas.microsoft.com/office/drawing/2014/main" id="{354BFCDA-3804-F284-6FC9-400914D1263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191" name="Arc 24190">
                        <a:extLst>
                          <a:ext uri="{FF2B5EF4-FFF2-40B4-BE49-F238E27FC236}">
                            <a16:creationId xmlns:a16="http://schemas.microsoft.com/office/drawing/2014/main" id="{49E46D14-39DB-A84B-4238-EB7805CE3FB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4189" name="TextBox 24188">
                      <a:extLst>
                        <a:ext uri="{FF2B5EF4-FFF2-40B4-BE49-F238E27FC236}">
                          <a16:creationId xmlns:a16="http://schemas.microsoft.com/office/drawing/2014/main" id="{CD2A3A20-7D70-A6F2-DBB1-9482B4EB1450}"/>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24085" name="Group 24084">
                <a:extLst>
                  <a:ext uri="{FF2B5EF4-FFF2-40B4-BE49-F238E27FC236}">
                    <a16:creationId xmlns:a16="http://schemas.microsoft.com/office/drawing/2014/main" id="{17148633-470D-66BF-2952-3ECA324C65A1}"/>
                  </a:ext>
                </a:extLst>
              </p:cNvPr>
              <p:cNvGrpSpPr/>
              <p:nvPr/>
            </p:nvGrpSpPr>
            <p:grpSpPr>
              <a:xfrm>
                <a:off x="6065340" y="2039507"/>
                <a:ext cx="1643204" cy="1593124"/>
                <a:chOff x="5445106" y="2644743"/>
                <a:chExt cx="1643204" cy="1593124"/>
              </a:xfrm>
            </p:grpSpPr>
            <p:grpSp>
              <p:nvGrpSpPr>
                <p:cNvPr id="24086" name="Group 24085">
                  <a:extLst>
                    <a:ext uri="{FF2B5EF4-FFF2-40B4-BE49-F238E27FC236}">
                      <a16:creationId xmlns:a16="http://schemas.microsoft.com/office/drawing/2014/main" id="{1B5B3D89-0E20-EF6E-F326-574A75C00F96}"/>
                    </a:ext>
                  </a:extLst>
                </p:cNvPr>
                <p:cNvGrpSpPr/>
                <p:nvPr/>
              </p:nvGrpSpPr>
              <p:grpSpPr>
                <a:xfrm>
                  <a:off x="5445106" y="2644743"/>
                  <a:ext cx="1019224" cy="991639"/>
                  <a:chOff x="5886431" y="3225768"/>
                  <a:chExt cx="1019224" cy="991639"/>
                </a:xfrm>
              </p:grpSpPr>
              <p:grpSp>
                <p:nvGrpSpPr>
                  <p:cNvPr id="24134" name="Group 24133">
                    <a:extLst>
                      <a:ext uri="{FF2B5EF4-FFF2-40B4-BE49-F238E27FC236}">
                        <a16:creationId xmlns:a16="http://schemas.microsoft.com/office/drawing/2014/main" id="{73FBBADD-282C-447F-DA56-F051D2D4435D}"/>
                      </a:ext>
                    </a:extLst>
                  </p:cNvPr>
                  <p:cNvGrpSpPr/>
                  <p:nvPr/>
                </p:nvGrpSpPr>
                <p:grpSpPr>
                  <a:xfrm>
                    <a:off x="6197413" y="3824215"/>
                    <a:ext cx="393192" cy="393192"/>
                    <a:chOff x="5265196" y="3357021"/>
                    <a:chExt cx="393192" cy="393192"/>
                  </a:xfrm>
                </p:grpSpPr>
                <p:grpSp>
                  <p:nvGrpSpPr>
                    <p:cNvPr id="24169" name="Group 24168">
                      <a:extLst>
                        <a:ext uri="{FF2B5EF4-FFF2-40B4-BE49-F238E27FC236}">
                          <a16:creationId xmlns:a16="http://schemas.microsoft.com/office/drawing/2014/main" id="{456D4DC6-B574-1904-6770-D77B59F62D01}"/>
                        </a:ext>
                      </a:extLst>
                    </p:cNvPr>
                    <p:cNvGrpSpPr/>
                    <p:nvPr/>
                  </p:nvGrpSpPr>
                  <p:grpSpPr>
                    <a:xfrm rot="14400000">
                      <a:off x="5265196" y="3357021"/>
                      <a:ext cx="393192" cy="393192"/>
                      <a:chOff x="5354637" y="3446463"/>
                      <a:chExt cx="214313" cy="214313"/>
                    </a:xfrm>
                  </p:grpSpPr>
                  <p:sp>
                    <p:nvSpPr>
                      <p:cNvPr id="24178" name="Arc 24177">
                        <a:extLst>
                          <a:ext uri="{FF2B5EF4-FFF2-40B4-BE49-F238E27FC236}">
                            <a16:creationId xmlns:a16="http://schemas.microsoft.com/office/drawing/2014/main" id="{D9F24CAB-87FA-0084-BE59-3EA8502E72B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179" name="Arc 24178">
                        <a:extLst>
                          <a:ext uri="{FF2B5EF4-FFF2-40B4-BE49-F238E27FC236}">
                            <a16:creationId xmlns:a16="http://schemas.microsoft.com/office/drawing/2014/main" id="{9A2A8E4E-7992-67CB-143A-F9249214AD4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170" name="Group 24169">
                      <a:extLst>
                        <a:ext uri="{FF2B5EF4-FFF2-40B4-BE49-F238E27FC236}">
                          <a16:creationId xmlns:a16="http://schemas.microsoft.com/office/drawing/2014/main" id="{2ECAFADF-0CCB-D220-4239-283171C3B9D9}"/>
                        </a:ext>
                      </a:extLst>
                    </p:cNvPr>
                    <p:cNvGrpSpPr/>
                    <p:nvPr/>
                  </p:nvGrpSpPr>
                  <p:grpSpPr>
                    <a:xfrm>
                      <a:off x="5310186" y="3402011"/>
                      <a:ext cx="303213" cy="303213"/>
                      <a:chOff x="5310186" y="3402011"/>
                      <a:chExt cx="303213" cy="303213"/>
                    </a:xfrm>
                  </p:grpSpPr>
                  <p:grpSp>
                    <p:nvGrpSpPr>
                      <p:cNvPr id="24171" name="Group 24170">
                        <a:extLst>
                          <a:ext uri="{FF2B5EF4-FFF2-40B4-BE49-F238E27FC236}">
                            <a16:creationId xmlns:a16="http://schemas.microsoft.com/office/drawing/2014/main" id="{74EF9C04-8C5C-B97D-66A5-818DA0B29FEA}"/>
                          </a:ext>
                        </a:extLst>
                      </p:cNvPr>
                      <p:cNvGrpSpPr/>
                      <p:nvPr/>
                    </p:nvGrpSpPr>
                    <p:grpSpPr>
                      <a:xfrm>
                        <a:off x="5354636" y="3446461"/>
                        <a:ext cx="214313" cy="214313"/>
                        <a:chOff x="5354637" y="3446463"/>
                        <a:chExt cx="214313" cy="214313"/>
                      </a:xfrm>
                    </p:grpSpPr>
                    <p:sp>
                      <p:nvSpPr>
                        <p:cNvPr id="24176" name="Arc 24175">
                          <a:extLst>
                            <a:ext uri="{FF2B5EF4-FFF2-40B4-BE49-F238E27FC236}">
                              <a16:creationId xmlns:a16="http://schemas.microsoft.com/office/drawing/2014/main" id="{CAE82D81-3755-28EC-202A-EDC67F1DA87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177" name="Arc 24176">
                          <a:extLst>
                            <a:ext uri="{FF2B5EF4-FFF2-40B4-BE49-F238E27FC236}">
                              <a16:creationId xmlns:a16="http://schemas.microsoft.com/office/drawing/2014/main" id="{ABF88F6F-35CB-1364-51DC-384FB2B866E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172" name="Group 24171">
                        <a:extLst>
                          <a:ext uri="{FF2B5EF4-FFF2-40B4-BE49-F238E27FC236}">
                            <a16:creationId xmlns:a16="http://schemas.microsoft.com/office/drawing/2014/main" id="{2C6BE481-2B1E-D2AF-F1FF-4C0015E1E645}"/>
                          </a:ext>
                        </a:extLst>
                      </p:cNvPr>
                      <p:cNvGrpSpPr/>
                      <p:nvPr/>
                    </p:nvGrpSpPr>
                    <p:grpSpPr>
                      <a:xfrm rot="7200000">
                        <a:off x="5310186" y="3402011"/>
                        <a:ext cx="303213" cy="303213"/>
                        <a:chOff x="5354637" y="3446463"/>
                        <a:chExt cx="214313" cy="214313"/>
                      </a:xfrm>
                    </p:grpSpPr>
                    <p:sp>
                      <p:nvSpPr>
                        <p:cNvPr id="24174" name="Arc 24173">
                          <a:extLst>
                            <a:ext uri="{FF2B5EF4-FFF2-40B4-BE49-F238E27FC236}">
                              <a16:creationId xmlns:a16="http://schemas.microsoft.com/office/drawing/2014/main" id="{8C299629-EB0F-E9C0-FD21-009128F280E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175" name="Arc 24174">
                          <a:extLst>
                            <a:ext uri="{FF2B5EF4-FFF2-40B4-BE49-F238E27FC236}">
                              <a16:creationId xmlns:a16="http://schemas.microsoft.com/office/drawing/2014/main" id="{809AD9E2-D145-3513-8C24-0A2EFCCAB5A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4173" name="TextBox 24172">
                        <a:extLst>
                          <a:ext uri="{FF2B5EF4-FFF2-40B4-BE49-F238E27FC236}">
                            <a16:creationId xmlns:a16="http://schemas.microsoft.com/office/drawing/2014/main" id="{936E4D0A-A7ED-6316-1F11-B901BD3F4EF4}"/>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4135" name="Group 24134">
                    <a:extLst>
                      <a:ext uri="{FF2B5EF4-FFF2-40B4-BE49-F238E27FC236}">
                        <a16:creationId xmlns:a16="http://schemas.microsoft.com/office/drawing/2014/main" id="{9479C822-F0AE-E332-DE45-5BD813149259}"/>
                      </a:ext>
                    </a:extLst>
                  </p:cNvPr>
                  <p:cNvGrpSpPr/>
                  <p:nvPr/>
                </p:nvGrpSpPr>
                <p:grpSpPr>
                  <a:xfrm>
                    <a:off x="5886431" y="3525040"/>
                    <a:ext cx="393192" cy="393192"/>
                    <a:chOff x="5265196" y="3932619"/>
                    <a:chExt cx="393192" cy="393192"/>
                  </a:xfrm>
                </p:grpSpPr>
                <p:grpSp>
                  <p:nvGrpSpPr>
                    <p:cNvPr id="24159" name="Group 24158">
                      <a:extLst>
                        <a:ext uri="{FF2B5EF4-FFF2-40B4-BE49-F238E27FC236}">
                          <a16:creationId xmlns:a16="http://schemas.microsoft.com/office/drawing/2014/main" id="{AB864685-7CCD-BB6F-3B3D-8E6607B90F26}"/>
                        </a:ext>
                      </a:extLst>
                    </p:cNvPr>
                    <p:cNvGrpSpPr/>
                    <p:nvPr/>
                  </p:nvGrpSpPr>
                  <p:grpSpPr>
                    <a:xfrm>
                      <a:off x="5354636" y="4022061"/>
                      <a:ext cx="214313" cy="214313"/>
                      <a:chOff x="5354637" y="3446463"/>
                      <a:chExt cx="214313" cy="214313"/>
                    </a:xfrm>
                  </p:grpSpPr>
                  <p:sp>
                    <p:nvSpPr>
                      <p:cNvPr id="24167" name="Arc 24166">
                        <a:extLst>
                          <a:ext uri="{FF2B5EF4-FFF2-40B4-BE49-F238E27FC236}">
                            <a16:creationId xmlns:a16="http://schemas.microsoft.com/office/drawing/2014/main" id="{FDA6DCAD-A1F0-A929-AB66-68E9D7D2386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168" name="Arc 24167">
                        <a:extLst>
                          <a:ext uri="{FF2B5EF4-FFF2-40B4-BE49-F238E27FC236}">
                            <a16:creationId xmlns:a16="http://schemas.microsoft.com/office/drawing/2014/main" id="{F08DEEDC-FDF7-E7E9-F74D-C6522090CB5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160" name="Group 24159">
                      <a:extLst>
                        <a:ext uri="{FF2B5EF4-FFF2-40B4-BE49-F238E27FC236}">
                          <a16:creationId xmlns:a16="http://schemas.microsoft.com/office/drawing/2014/main" id="{28875BC6-F9EA-7BCD-0F99-7B147CDD0871}"/>
                        </a:ext>
                      </a:extLst>
                    </p:cNvPr>
                    <p:cNvGrpSpPr/>
                    <p:nvPr/>
                  </p:nvGrpSpPr>
                  <p:grpSpPr>
                    <a:xfrm rot="14400000">
                      <a:off x="5310186" y="3977611"/>
                      <a:ext cx="303213" cy="303213"/>
                      <a:chOff x="5354637" y="3446463"/>
                      <a:chExt cx="214313" cy="214313"/>
                    </a:xfrm>
                  </p:grpSpPr>
                  <p:sp>
                    <p:nvSpPr>
                      <p:cNvPr id="24165" name="Arc 24164">
                        <a:extLst>
                          <a:ext uri="{FF2B5EF4-FFF2-40B4-BE49-F238E27FC236}">
                            <a16:creationId xmlns:a16="http://schemas.microsoft.com/office/drawing/2014/main" id="{F8AF0BF9-0E82-1991-3BF5-A24A2DA8D31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166" name="Arc 24165">
                        <a:extLst>
                          <a:ext uri="{FF2B5EF4-FFF2-40B4-BE49-F238E27FC236}">
                            <a16:creationId xmlns:a16="http://schemas.microsoft.com/office/drawing/2014/main" id="{A5671702-71F1-50CF-A135-4224F4AD958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161" name="Group 24160">
                      <a:extLst>
                        <a:ext uri="{FF2B5EF4-FFF2-40B4-BE49-F238E27FC236}">
                          <a16:creationId xmlns:a16="http://schemas.microsoft.com/office/drawing/2014/main" id="{4F21E0EF-7A86-2C94-483F-54DB715E19D6}"/>
                        </a:ext>
                      </a:extLst>
                    </p:cNvPr>
                    <p:cNvGrpSpPr/>
                    <p:nvPr/>
                  </p:nvGrpSpPr>
                  <p:grpSpPr>
                    <a:xfrm rot="7200000">
                      <a:off x="5265196" y="3932619"/>
                      <a:ext cx="393192" cy="393192"/>
                      <a:chOff x="5354637" y="3446463"/>
                      <a:chExt cx="214313" cy="214313"/>
                    </a:xfrm>
                  </p:grpSpPr>
                  <p:sp>
                    <p:nvSpPr>
                      <p:cNvPr id="24163" name="Arc 24162">
                        <a:extLst>
                          <a:ext uri="{FF2B5EF4-FFF2-40B4-BE49-F238E27FC236}">
                            <a16:creationId xmlns:a16="http://schemas.microsoft.com/office/drawing/2014/main" id="{9F6EC6F6-0C96-93AB-FEA3-AF9BD6CB5C1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164" name="Arc 24163">
                        <a:extLst>
                          <a:ext uri="{FF2B5EF4-FFF2-40B4-BE49-F238E27FC236}">
                            <a16:creationId xmlns:a16="http://schemas.microsoft.com/office/drawing/2014/main" id="{EC43A45D-265B-3523-8563-31F97546464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4162" name="TextBox 24161">
                      <a:extLst>
                        <a:ext uri="{FF2B5EF4-FFF2-40B4-BE49-F238E27FC236}">
                          <a16:creationId xmlns:a16="http://schemas.microsoft.com/office/drawing/2014/main" id="{FE6350ED-5E16-4404-B19C-FC9A48CAA1EC}"/>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4136" name="Group 24135">
                    <a:extLst>
                      <a:ext uri="{FF2B5EF4-FFF2-40B4-BE49-F238E27FC236}">
                        <a16:creationId xmlns:a16="http://schemas.microsoft.com/office/drawing/2014/main" id="{25B4FB22-3272-65D5-4C28-02B6020CF75B}"/>
                      </a:ext>
                    </a:extLst>
                  </p:cNvPr>
                  <p:cNvGrpSpPr/>
                  <p:nvPr/>
                </p:nvGrpSpPr>
                <p:grpSpPr>
                  <a:xfrm>
                    <a:off x="6512463" y="3525040"/>
                    <a:ext cx="393192" cy="393192"/>
                    <a:chOff x="6389147" y="3357021"/>
                    <a:chExt cx="393192" cy="393192"/>
                  </a:xfrm>
                </p:grpSpPr>
                <p:grpSp>
                  <p:nvGrpSpPr>
                    <p:cNvPr id="24148" name="Group 24147">
                      <a:extLst>
                        <a:ext uri="{FF2B5EF4-FFF2-40B4-BE49-F238E27FC236}">
                          <a16:creationId xmlns:a16="http://schemas.microsoft.com/office/drawing/2014/main" id="{8BAA753A-691F-8980-F026-1BC46C256B3D}"/>
                        </a:ext>
                      </a:extLst>
                    </p:cNvPr>
                    <p:cNvGrpSpPr/>
                    <p:nvPr/>
                  </p:nvGrpSpPr>
                  <p:grpSpPr>
                    <a:xfrm rot="7200000" flipH="1">
                      <a:off x="6389147" y="3357021"/>
                      <a:ext cx="393192" cy="393192"/>
                      <a:chOff x="5354637" y="3446463"/>
                      <a:chExt cx="214313" cy="214313"/>
                    </a:xfrm>
                  </p:grpSpPr>
                  <p:sp>
                    <p:nvSpPr>
                      <p:cNvPr id="24157" name="Arc 24156">
                        <a:extLst>
                          <a:ext uri="{FF2B5EF4-FFF2-40B4-BE49-F238E27FC236}">
                            <a16:creationId xmlns:a16="http://schemas.microsoft.com/office/drawing/2014/main" id="{B9C53A11-343A-4A6D-769A-6372FD87AF1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158" name="Arc 24157">
                        <a:extLst>
                          <a:ext uri="{FF2B5EF4-FFF2-40B4-BE49-F238E27FC236}">
                            <a16:creationId xmlns:a16="http://schemas.microsoft.com/office/drawing/2014/main" id="{4B86EA8C-A8A2-2642-C7B6-461C15BACB5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149" name="Group 24148">
                      <a:extLst>
                        <a:ext uri="{FF2B5EF4-FFF2-40B4-BE49-F238E27FC236}">
                          <a16:creationId xmlns:a16="http://schemas.microsoft.com/office/drawing/2014/main" id="{3CBC8D0D-B369-C074-5C67-1E6F0ACBBF99}"/>
                        </a:ext>
                      </a:extLst>
                    </p:cNvPr>
                    <p:cNvGrpSpPr/>
                    <p:nvPr/>
                  </p:nvGrpSpPr>
                  <p:grpSpPr>
                    <a:xfrm>
                      <a:off x="6434137" y="3402011"/>
                      <a:ext cx="303213" cy="303213"/>
                      <a:chOff x="6434137" y="3402011"/>
                      <a:chExt cx="303213" cy="303213"/>
                    </a:xfrm>
                  </p:grpSpPr>
                  <p:grpSp>
                    <p:nvGrpSpPr>
                      <p:cNvPr id="24150" name="Group 24149">
                        <a:extLst>
                          <a:ext uri="{FF2B5EF4-FFF2-40B4-BE49-F238E27FC236}">
                            <a16:creationId xmlns:a16="http://schemas.microsoft.com/office/drawing/2014/main" id="{9A1B2748-6D3B-BF2F-6F60-3FF491FE8E40}"/>
                          </a:ext>
                        </a:extLst>
                      </p:cNvPr>
                      <p:cNvGrpSpPr/>
                      <p:nvPr/>
                    </p:nvGrpSpPr>
                    <p:grpSpPr>
                      <a:xfrm flipH="1">
                        <a:off x="6478587" y="3446461"/>
                        <a:ext cx="214313" cy="214313"/>
                        <a:chOff x="5354637" y="3446463"/>
                        <a:chExt cx="214313" cy="214313"/>
                      </a:xfrm>
                    </p:grpSpPr>
                    <p:sp>
                      <p:nvSpPr>
                        <p:cNvPr id="24155" name="Arc 24154">
                          <a:extLst>
                            <a:ext uri="{FF2B5EF4-FFF2-40B4-BE49-F238E27FC236}">
                              <a16:creationId xmlns:a16="http://schemas.microsoft.com/office/drawing/2014/main" id="{96EB490E-5F97-465F-4FA4-E538925371C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156" name="Arc 24155">
                          <a:extLst>
                            <a:ext uri="{FF2B5EF4-FFF2-40B4-BE49-F238E27FC236}">
                              <a16:creationId xmlns:a16="http://schemas.microsoft.com/office/drawing/2014/main" id="{9A6DC3FB-47AC-4AED-0BB9-465ACB2D550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151" name="Group 24150">
                        <a:extLst>
                          <a:ext uri="{FF2B5EF4-FFF2-40B4-BE49-F238E27FC236}">
                            <a16:creationId xmlns:a16="http://schemas.microsoft.com/office/drawing/2014/main" id="{3A3D20AC-0702-5F15-3C27-2FF6C2B5C1A3}"/>
                          </a:ext>
                        </a:extLst>
                      </p:cNvPr>
                      <p:cNvGrpSpPr/>
                      <p:nvPr/>
                    </p:nvGrpSpPr>
                    <p:grpSpPr>
                      <a:xfrm rot="14400000" flipH="1">
                        <a:off x="6434137" y="3402011"/>
                        <a:ext cx="303213" cy="303213"/>
                        <a:chOff x="5354637" y="3446463"/>
                        <a:chExt cx="214313" cy="214313"/>
                      </a:xfrm>
                    </p:grpSpPr>
                    <p:sp>
                      <p:nvSpPr>
                        <p:cNvPr id="24153" name="Arc 24152">
                          <a:extLst>
                            <a:ext uri="{FF2B5EF4-FFF2-40B4-BE49-F238E27FC236}">
                              <a16:creationId xmlns:a16="http://schemas.microsoft.com/office/drawing/2014/main" id="{233B8FB2-B836-3B75-1371-9585DD9CF27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154" name="Arc 24153">
                          <a:extLst>
                            <a:ext uri="{FF2B5EF4-FFF2-40B4-BE49-F238E27FC236}">
                              <a16:creationId xmlns:a16="http://schemas.microsoft.com/office/drawing/2014/main" id="{CAD4F74C-0E91-4A06-3737-867A1AAEE74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4152" name="TextBox 24151">
                        <a:extLst>
                          <a:ext uri="{FF2B5EF4-FFF2-40B4-BE49-F238E27FC236}">
                            <a16:creationId xmlns:a16="http://schemas.microsoft.com/office/drawing/2014/main" id="{93F696B8-6602-0031-D324-159E5DDB9D59}"/>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4137" name="Group 24136">
                    <a:extLst>
                      <a:ext uri="{FF2B5EF4-FFF2-40B4-BE49-F238E27FC236}">
                        <a16:creationId xmlns:a16="http://schemas.microsoft.com/office/drawing/2014/main" id="{060B0C73-F132-909E-B826-EA9EACC67F92}"/>
                      </a:ext>
                    </a:extLst>
                  </p:cNvPr>
                  <p:cNvGrpSpPr/>
                  <p:nvPr/>
                </p:nvGrpSpPr>
                <p:grpSpPr>
                  <a:xfrm>
                    <a:off x="6197413" y="3225768"/>
                    <a:ext cx="393192" cy="393192"/>
                    <a:chOff x="6389147" y="3932622"/>
                    <a:chExt cx="393192" cy="393192"/>
                  </a:xfrm>
                </p:grpSpPr>
                <p:grpSp>
                  <p:nvGrpSpPr>
                    <p:cNvPr id="24138" name="Group 24137">
                      <a:extLst>
                        <a:ext uri="{FF2B5EF4-FFF2-40B4-BE49-F238E27FC236}">
                          <a16:creationId xmlns:a16="http://schemas.microsoft.com/office/drawing/2014/main" id="{BEB12DDE-D271-5ECF-3784-821DB301A10D}"/>
                        </a:ext>
                      </a:extLst>
                    </p:cNvPr>
                    <p:cNvGrpSpPr/>
                    <p:nvPr/>
                  </p:nvGrpSpPr>
                  <p:grpSpPr>
                    <a:xfrm flipH="1">
                      <a:off x="6478587" y="4022061"/>
                      <a:ext cx="214313" cy="214313"/>
                      <a:chOff x="5354637" y="3446463"/>
                      <a:chExt cx="214313" cy="214313"/>
                    </a:xfrm>
                  </p:grpSpPr>
                  <p:sp>
                    <p:nvSpPr>
                      <p:cNvPr id="24146" name="Arc 24145">
                        <a:extLst>
                          <a:ext uri="{FF2B5EF4-FFF2-40B4-BE49-F238E27FC236}">
                            <a16:creationId xmlns:a16="http://schemas.microsoft.com/office/drawing/2014/main" id="{6DCF6506-9895-DDD7-6006-BF3A6C3535F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147" name="Arc 24146">
                        <a:extLst>
                          <a:ext uri="{FF2B5EF4-FFF2-40B4-BE49-F238E27FC236}">
                            <a16:creationId xmlns:a16="http://schemas.microsoft.com/office/drawing/2014/main" id="{B84FACEE-FEED-67F3-3DDF-DC35951EB0E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139" name="Group 24138">
                      <a:extLst>
                        <a:ext uri="{FF2B5EF4-FFF2-40B4-BE49-F238E27FC236}">
                          <a16:creationId xmlns:a16="http://schemas.microsoft.com/office/drawing/2014/main" id="{9F9E9B48-DBA2-A7F2-AA1B-2BD8289B7712}"/>
                        </a:ext>
                      </a:extLst>
                    </p:cNvPr>
                    <p:cNvGrpSpPr/>
                    <p:nvPr/>
                  </p:nvGrpSpPr>
                  <p:grpSpPr>
                    <a:xfrm rot="7200000" flipH="1">
                      <a:off x="6434137" y="3977611"/>
                      <a:ext cx="303213" cy="303213"/>
                      <a:chOff x="5354637" y="3446463"/>
                      <a:chExt cx="214313" cy="214313"/>
                    </a:xfrm>
                  </p:grpSpPr>
                  <p:sp>
                    <p:nvSpPr>
                      <p:cNvPr id="24144" name="Arc 24143">
                        <a:extLst>
                          <a:ext uri="{FF2B5EF4-FFF2-40B4-BE49-F238E27FC236}">
                            <a16:creationId xmlns:a16="http://schemas.microsoft.com/office/drawing/2014/main" id="{30649A5A-7703-188C-F644-EBC65A4B50F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145" name="Arc 24144">
                        <a:extLst>
                          <a:ext uri="{FF2B5EF4-FFF2-40B4-BE49-F238E27FC236}">
                            <a16:creationId xmlns:a16="http://schemas.microsoft.com/office/drawing/2014/main" id="{FD3B1054-1E05-814A-C107-E768BEBA232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140" name="Group 24139">
                      <a:extLst>
                        <a:ext uri="{FF2B5EF4-FFF2-40B4-BE49-F238E27FC236}">
                          <a16:creationId xmlns:a16="http://schemas.microsoft.com/office/drawing/2014/main" id="{6AA91761-0F57-A213-457E-D83C93045B1D}"/>
                        </a:ext>
                      </a:extLst>
                    </p:cNvPr>
                    <p:cNvGrpSpPr/>
                    <p:nvPr/>
                  </p:nvGrpSpPr>
                  <p:grpSpPr>
                    <a:xfrm rot="14400000" flipH="1">
                      <a:off x="6389147" y="3932622"/>
                      <a:ext cx="393192" cy="393192"/>
                      <a:chOff x="5354637" y="3446463"/>
                      <a:chExt cx="214313" cy="214313"/>
                    </a:xfrm>
                  </p:grpSpPr>
                  <p:sp>
                    <p:nvSpPr>
                      <p:cNvPr id="24142" name="Arc 24141">
                        <a:extLst>
                          <a:ext uri="{FF2B5EF4-FFF2-40B4-BE49-F238E27FC236}">
                            <a16:creationId xmlns:a16="http://schemas.microsoft.com/office/drawing/2014/main" id="{34EB2DBB-73A3-1221-AFEF-D8739334FE4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143" name="Arc 24142">
                        <a:extLst>
                          <a:ext uri="{FF2B5EF4-FFF2-40B4-BE49-F238E27FC236}">
                            <a16:creationId xmlns:a16="http://schemas.microsoft.com/office/drawing/2014/main" id="{E983DFDB-4257-51CF-12AE-0ED5B5D6542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4141" name="TextBox 24140">
                      <a:extLst>
                        <a:ext uri="{FF2B5EF4-FFF2-40B4-BE49-F238E27FC236}">
                          <a16:creationId xmlns:a16="http://schemas.microsoft.com/office/drawing/2014/main" id="{8B525F0E-6CD8-5EDC-E501-678AA2F6932D}"/>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4087" name="Group 24086">
                  <a:extLst>
                    <a:ext uri="{FF2B5EF4-FFF2-40B4-BE49-F238E27FC236}">
                      <a16:creationId xmlns:a16="http://schemas.microsoft.com/office/drawing/2014/main" id="{518309FB-A704-493C-B7FB-B9DB5F808B5B}"/>
                    </a:ext>
                  </a:extLst>
                </p:cNvPr>
                <p:cNvGrpSpPr/>
                <p:nvPr/>
              </p:nvGrpSpPr>
              <p:grpSpPr>
                <a:xfrm>
                  <a:off x="6069086" y="3246228"/>
                  <a:ext cx="1019224" cy="991639"/>
                  <a:chOff x="5886431" y="3225768"/>
                  <a:chExt cx="1019224" cy="991639"/>
                </a:xfrm>
              </p:grpSpPr>
              <p:grpSp>
                <p:nvGrpSpPr>
                  <p:cNvPr id="24088" name="Group 24087">
                    <a:extLst>
                      <a:ext uri="{FF2B5EF4-FFF2-40B4-BE49-F238E27FC236}">
                        <a16:creationId xmlns:a16="http://schemas.microsoft.com/office/drawing/2014/main" id="{B07AE425-8B30-DE12-7A29-917F32B4B66C}"/>
                      </a:ext>
                    </a:extLst>
                  </p:cNvPr>
                  <p:cNvGrpSpPr/>
                  <p:nvPr/>
                </p:nvGrpSpPr>
                <p:grpSpPr>
                  <a:xfrm>
                    <a:off x="6197413" y="3824215"/>
                    <a:ext cx="393192" cy="393192"/>
                    <a:chOff x="5265196" y="3357021"/>
                    <a:chExt cx="393192" cy="393192"/>
                  </a:xfrm>
                </p:grpSpPr>
                <p:grpSp>
                  <p:nvGrpSpPr>
                    <p:cNvPr id="24123" name="Group 24122">
                      <a:extLst>
                        <a:ext uri="{FF2B5EF4-FFF2-40B4-BE49-F238E27FC236}">
                          <a16:creationId xmlns:a16="http://schemas.microsoft.com/office/drawing/2014/main" id="{D19B6B51-E848-E5A7-11CE-1AA5C224831D}"/>
                        </a:ext>
                      </a:extLst>
                    </p:cNvPr>
                    <p:cNvGrpSpPr/>
                    <p:nvPr/>
                  </p:nvGrpSpPr>
                  <p:grpSpPr>
                    <a:xfrm rot="14400000">
                      <a:off x="5265196" y="3357021"/>
                      <a:ext cx="393192" cy="393192"/>
                      <a:chOff x="5354637" y="3446463"/>
                      <a:chExt cx="214313" cy="214313"/>
                    </a:xfrm>
                  </p:grpSpPr>
                  <p:sp>
                    <p:nvSpPr>
                      <p:cNvPr id="24132" name="Arc 24131">
                        <a:extLst>
                          <a:ext uri="{FF2B5EF4-FFF2-40B4-BE49-F238E27FC236}">
                            <a16:creationId xmlns:a16="http://schemas.microsoft.com/office/drawing/2014/main" id="{CC7E9F27-4B02-FDE7-4DE2-DF551905E89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133" name="Arc 24132">
                        <a:extLst>
                          <a:ext uri="{FF2B5EF4-FFF2-40B4-BE49-F238E27FC236}">
                            <a16:creationId xmlns:a16="http://schemas.microsoft.com/office/drawing/2014/main" id="{82579F02-98EA-C207-A7E3-6477256FC33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124" name="Group 24123">
                      <a:extLst>
                        <a:ext uri="{FF2B5EF4-FFF2-40B4-BE49-F238E27FC236}">
                          <a16:creationId xmlns:a16="http://schemas.microsoft.com/office/drawing/2014/main" id="{11CDD342-E8D7-0336-9FC5-5F677020FF46}"/>
                        </a:ext>
                      </a:extLst>
                    </p:cNvPr>
                    <p:cNvGrpSpPr/>
                    <p:nvPr/>
                  </p:nvGrpSpPr>
                  <p:grpSpPr>
                    <a:xfrm>
                      <a:off x="5310186" y="3402011"/>
                      <a:ext cx="303213" cy="303213"/>
                      <a:chOff x="5310186" y="3402011"/>
                      <a:chExt cx="303213" cy="303213"/>
                    </a:xfrm>
                  </p:grpSpPr>
                  <p:grpSp>
                    <p:nvGrpSpPr>
                      <p:cNvPr id="24125" name="Group 24124">
                        <a:extLst>
                          <a:ext uri="{FF2B5EF4-FFF2-40B4-BE49-F238E27FC236}">
                            <a16:creationId xmlns:a16="http://schemas.microsoft.com/office/drawing/2014/main" id="{85D08B25-3F50-F199-413F-4D17695D1E11}"/>
                          </a:ext>
                        </a:extLst>
                      </p:cNvPr>
                      <p:cNvGrpSpPr/>
                      <p:nvPr/>
                    </p:nvGrpSpPr>
                    <p:grpSpPr>
                      <a:xfrm>
                        <a:off x="5354636" y="3446461"/>
                        <a:ext cx="214313" cy="214313"/>
                        <a:chOff x="5354637" y="3446463"/>
                        <a:chExt cx="214313" cy="214313"/>
                      </a:xfrm>
                    </p:grpSpPr>
                    <p:sp>
                      <p:nvSpPr>
                        <p:cNvPr id="24130" name="Arc 24129">
                          <a:extLst>
                            <a:ext uri="{FF2B5EF4-FFF2-40B4-BE49-F238E27FC236}">
                              <a16:creationId xmlns:a16="http://schemas.microsoft.com/office/drawing/2014/main" id="{63F9C3CA-4E8C-3106-5B94-845BE8ECDA2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131" name="Arc 24130">
                          <a:extLst>
                            <a:ext uri="{FF2B5EF4-FFF2-40B4-BE49-F238E27FC236}">
                              <a16:creationId xmlns:a16="http://schemas.microsoft.com/office/drawing/2014/main" id="{2310C6C7-0B54-74E6-E01D-93AADDE4371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126" name="Group 24125">
                        <a:extLst>
                          <a:ext uri="{FF2B5EF4-FFF2-40B4-BE49-F238E27FC236}">
                            <a16:creationId xmlns:a16="http://schemas.microsoft.com/office/drawing/2014/main" id="{18309EDA-5BF9-9E95-1593-781576EDD28F}"/>
                          </a:ext>
                        </a:extLst>
                      </p:cNvPr>
                      <p:cNvGrpSpPr/>
                      <p:nvPr/>
                    </p:nvGrpSpPr>
                    <p:grpSpPr>
                      <a:xfrm rot="7200000">
                        <a:off x="5310186" y="3402011"/>
                        <a:ext cx="303213" cy="303213"/>
                        <a:chOff x="5354637" y="3446463"/>
                        <a:chExt cx="214313" cy="214313"/>
                      </a:xfrm>
                    </p:grpSpPr>
                    <p:sp>
                      <p:nvSpPr>
                        <p:cNvPr id="24128" name="Arc 24127">
                          <a:extLst>
                            <a:ext uri="{FF2B5EF4-FFF2-40B4-BE49-F238E27FC236}">
                              <a16:creationId xmlns:a16="http://schemas.microsoft.com/office/drawing/2014/main" id="{CC4C923D-FEB5-47AB-4053-5FD5D97C71C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129" name="Arc 24128">
                          <a:extLst>
                            <a:ext uri="{FF2B5EF4-FFF2-40B4-BE49-F238E27FC236}">
                              <a16:creationId xmlns:a16="http://schemas.microsoft.com/office/drawing/2014/main" id="{FB530F32-4A6B-D2E1-9360-6FB7A819770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4127" name="TextBox 24126">
                        <a:extLst>
                          <a:ext uri="{FF2B5EF4-FFF2-40B4-BE49-F238E27FC236}">
                            <a16:creationId xmlns:a16="http://schemas.microsoft.com/office/drawing/2014/main" id="{719EBE95-3BE2-F8E3-BDED-E1AEE04FEFDF}"/>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4089" name="Group 24088">
                    <a:extLst>
                      <a:ext uri="{FF2B5EF4-FFF2-40B4-BE49-F238E27FC236}">
                        <a16:creationId xmlns:a16="http://schemas.microsoft.com/office/drawing/2014/main" id="{0BC3F451-3036-F04E-3506-B14D912EBA91}"/>
                      </a:ext>
                    </a:extLst>
                  </p:cNvPr>
                  <p:cNvGrpSpPr/>
                  <p:nvPr/>
                </p:nvGrpSpPr>
                <p:grpSpPr>
                  <a:xfrm>
                    <a:off x="5886431" y="3525040"/>
                    <a:ext cx="393192" cy="393192"/>
                    <a:chOff x="5265196" y="3932619"/>
                    <a:chExt cx="393192" cy="393192"/>
                  </a:xfrm>
                </p:grpSpPr>
                <p:grpSp>
                  <p:nvGrpSpPr>
                    <p:cNvPr id="24113" name="Group 24112">
                      <a:extLst>
                        <a:ext uri="{FF2B5EF4-FFF2-40B4-BE49-F238E27FC236}">
                          <a16:creationId xmlns:a16="http://schemas.microsoft.com/office/drawing/2014/main" id="{E3D0D621-48A6-8EA9-717C-81A84EFF4FFB}"/>
                        </a:ext>
                      </a:extLst>
                    </p:cNvPr>
                    <p:cNvGrpSpPr/>
                    <p:nvPr/>
                  </p:nvGrpSpPr>
                  <p:grpSpPr>
                    <a:xfrm>
                      <a:off x="5354636" y="4022061"/>
                      <a:ext cx="214313" cy="214313"/>
                      <a:chOff x="5354637" y="3446463"/>
                      <a:chExt cx="214313" cy="214313"/>
                    </a:xfrm>
                  </p:grpSpPr>
                  <p:sp>
                    <p:nvSpPr>
                      <p:cNvPr id="24121" name="Arc 24120">
                        <a:extLst>
                          <a:ext uri="{FF2B5EF4-FFF2-40B4-BE49-F238E27FC236}">
                            <a16:creationId xmlns:a16="http://schemas.microsoft.com/office/drawing/2014/main" id="{37E0C7D1-74C9-F3CF-4F5C-80F2CDF04A1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122" name="Arc 24121">
                        <a:extLst>
                          <a:ext uri="{FF2B5EF4-FFF2-40B4-BE49-F238E27FC236}">
                            <a16:creationId xmlns:a16="http://schemas.microsoft.com/office/drawing/2014/main" id="{CFB4B0A5-C693-2150-7806-A78C56319AC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114" name="Group 24113">
                      <a:extLst>
                        <a:ext uri="{FF2B5EF4-FFF2-40B4-BE49-F238E27FC236}">
                          <a16:creationId xmlns:a16="http://schemas.microsoft.com/office/drawing/2014/main" id="{B04C5FD0-BDB3-3F3F-D047-1BDE0D66394F}"/>
                        </a:ext>
                      </a:extLst>
                    </p:cNvPr>
                    <p:cNvGrpSpPr/>
                    <p:nvPr/>
                  </p:nvGrpSpPr>
                  <p:grpSpPr>
                    <a:xfrm rot="14400000">
                      <a:off x="5310186" y="3977611"/>
                      <a:ext cx="303213" cy="303213"/>
                      <a:chOff x="5354637" y="3446463"/>
                      <a:chExt cx="214313" cy="214313"/>
                    </a:xfrm>
                  </p:grpSpPr>
                  <p:sp>
                    <p:nvSpPr>
                      <p:cNvPr id="24119" name="Arc 24118">
                        <a:extLst>
                          <a:ext uri="{FF2B5EF4-FFF2-40B4-BE49-F238E27FC236}">
                            <a16:creationId xmlns:a16="http://schemas.microsoft.com/office/drawing/2014/main" id="{D843AE5D-AD4D-A6FD-0C7B-3B8C619739C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120" name="Arc 24119">
                        <a:extLst>
                          <a:ext uri="{FF2B5EF4-FFF2-40B4-BE49-F238E27FC236}">
                            <a16:creationId xmlns:a16="http://schemas.microsoft.com/office/drawing/2014/main" id="{CA2A94DA-F351-4BBE-23E7-363566D6099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115" name="Group 24114">
                      <a:extLst>
                        <a:ext uri="{FF2B5EF4-FFF2-40B4-BE49-F238E27FC236}">
                          <a16:creationId xmlns:a16="http://schemas.microsoft.com/office/drawing/2014/main" id="{B4C3E3D8-EDF2-FD7D-28B2-16D02ADA3F44}"/>
                        </a:ext>
                      </a:extLst>
                    </p:cNvPr>
                    <p:cNvGrpSpPr/>
                    <p:nvPr/>
                  </p:nvGrpSpPr>
                  <p:grpSpPr>
                    <a:xfrm rot="7200000">
                      <a:off x="5265196" y="3932619"/>
                      <a:ext cx="393192" cy="393192"/>
                      <a:chOff x="5354637" y="3446463"/>
                      <a:chExt cx="214313" cy="214313"/>
                    </a:xfrm>
                  </p:grpSpPr>
                  <p:sp>
                    <p:nvSpPr>
                      <p:cNvPr id="24117" name="Arc 24116">
                        <a:extLst>
                          <a:ext uri="{FF2B5EF4-FFF2-40B4-BE49-F238E27FC236}">
                            <a16:creationId xmlns:a16="http://schemas.microsoft.com/office/drawing/2014/main" id="{3428BAEF-A7D9-83EB-CC42-D923130AC64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118" name="Arc 24117">
                        <a:extLst>
                          <a:ext uri="{FF2B5EF4-FFF2-40B4-BE49-F238E27FC236}">
                            <a16:creationId xmlns:a16="http://schemas.microsoft.com/office/drawing/2014/main" id="{E852B227-608D-EDC3-A449-D9BADCFC5B6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4116" name="TextBox 24115">
                      <a:extLst>
                        <a:ext uri="{FF2B5EF4-FFF2-40B4-BE49-F238E27FC236}">
                          <a16:creationId xmlns:a16="http://schemas.microsoft.com/office/drawing/2014/main" id="{D3B62208-A4F9-F99E-539C-66E41417892C}"/>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4090" name="Group 24089">
                    <a:extLst>
                      <a:ext uri="{FF2B5EF4-FFF2-40B4-BE49-F238E27FC236}">
                        <a16:creationId xmlns:a16="http://schemas.microsoft.com/office/drawing/2014/main" id="{C6F12EB5-A990-608B-AD17-0E3AEE2837AC}"/>
                      </a:ext>
                    </a:extLst>
                  </p:cNvPr>
                  <p:cNvGrpSpPr/>
                  <p:nvPr/>
                </p:nvGrpSpPr>
                <p:grpSpPr>
                  <a:xfrm>
                    <a:off x="6512463" y="3525040"/>
                    <a:ext cx="393192" cy="393192"/>
                    <a:chOff x="6389147" y="3357021"/>
                    <a:chExt cx="393192" cy="393192"/>
                  </a:xfrm>
                </p:grpSpPr>
                <p:grpSp>
                  <p:nvGrpSpPr>
                    <p:cNvPr id="24102" name="Group 24101">
                      <a:extLst>
                        <a:ext uri="{FF2B5EF4-FFF2-40B4-BE49-F238E27FC236}">
                          <a16:creationId xmlns:a16="http://schemas.microsoft.com/office/drawing/2014/main" id="{0AA4E07A-2A39-8B37-1229-08AE5038C5DD}"/>
                        </a:ext>
                      </a:extLst>
                    </p:cNvPr>
                    <p:cNvGrpSpPr/>
                    <p:nvPr/>
                  </p:nvGrpSpPr>
                  <p:grpSpPr>
                    <a:xfrm rot="7200000" flipH="1">
                      <a:off x="6389147" y="3357021"/>
                      <a:ext cx="393192" cy="393192"/>
                      <a:chOff x="5354637" y="3446463"/>
                      <a:chExt cx="214313" cy="214313"/>
                    </a:xfrm>
                  </p:grpSpPr>
                  <p:sp>
                    <p:nvSpPr>
                      <p:cNvPr id="24111" name="Arc 24110">
                        <a:extLst>
                          <a:ext uri="{FF2B5EF4-FFF2-40B4-BE49-F238E27FC236}">
                            <a16:creationId xmlns:a16="http://schemas.microsoft.com/office/drawing/2014/main" id="{0A629170-4BD8-CB47-C417-1779978BF88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112" name="Arc 24111">
                        <a:extLst>
                          <a:ext uri="{FF2B5EF4-FFF2-40B4-BE49-F238E27FC236}">
                            <a16:creationId xmlns:a16="http://schemas.microsoft.com/office/drawing/2014/main" id="{D7A8256B-D07B-E2D4-1F68-11DA54D14BE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103" name="Group 24102">
                      <a:extLst>
                        <a:ext uri="{FF2B5EF4-FFF2-40B4-BE49-F238E27FC236}">
                          <a16:creationId xmlns:a16="http://schemas.microsoft.com/office/drawing/2014/main" id="{C0E84978-7702-E8C8-69B5-D6C30A20AF7A}"/>
                        </a:ext>
                      </a:extLst>
                    </p:cNvPr>
                    <p:cNvGrpSpPr/>
                    <p:nvPr/>
                  </p:nvGrpSpPr>
                  <p:grpSpPr>
                    <a:xfrm>
                      <a:off x="6434137" y="3402011"/>
                      <a:ext cx="303213" cy="303213"/>
                      <a:chOff x="6434137" y="3402011"/>
                      <a:chExt cx="303213" cy="303213"/>
                    </a:xfrm>
                  </p:grpSpPr>
                  <p:grpSp>
                    <p:nvGrpSpPr>
                      <p:cNvPr id="24104" name="Group 24103">
                        <a:extLst>
                          <a:ext uri="{FF2B5EF4-FFF2-40B4-BE49-F238E27FC236}">
                            <a16:creationId xmlns:a16="http://schemas.microsoft.com/office/drawing/2014/main" id="{C417B036-D06B-39CB-D48E-A79F3F305E07}"/>
                          </a:ext>
                        </a:extLst>
                      </p:cNvPr>
                      <p:cNvGrpSpPr/>
                      <p:nvPr/>
                    </p:nvGrpSpPr>
                    <p:grpSpPr>
                      <a:xfrm flipH="1">
                        <a:off x="6478587" y="3446461"/>
                        <a:ext cx="214313" cy="214313"/>
                        <a:chOff x="5354637" y="3446463"/>
                        <a:chExt cx="214313" cy="214313"/>
                      </a:xfrm>
                    </p:grpSpPr>
                    <p:sp>
                      <p:nvSpPr>
                        <p:cNvPr id="24109" name="Arc 24108">
                          <a:extLst>
                            <a:ext uri="{FF2B5EF4-FFF2-40B4-BE49-F238E27FC236}">
                              <a16:creationId xmlns:a16="http://schemas.microsoft.com/office/drawing/2014/main" id="{9BB2ADFB-1E54-0C87-08D2-05C0D28FFB6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110" name="Arc 24109">
                          <a:extLst>
                            <a:ext uri="{FF2B5EF4-FFF2-40B4-BE49-F238E27FC236}">
                              <a16:creationId xmlns:a16="http://schemas.microsoft.com/office/drawing/2014/main" id="{7070AAEA-56B5-175B-7D34-909660B141D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105" name="Group 24104">
                        <a:extLst>
                          <a:ext uri="{FF2B5EF4-FFF2-40B4-BE49-F238E27FC236}">
                            <a16:creationId xmlns:a16="http://schemas.microsoft.com/office/drawing/2014/main" id="{7C723AE5-50F2-6163-0EE1-105DC440E8BC}"/>
                          </a:ext>
                        </a:extLst>
                      </p:cNvPr>
                      <p:cNvGrpSpPr/>
                      <p:nvPr/>
                    </p:nvGrpSpPr>
                    <p:grpSpPr>
                      <a:xfrm rot="14400000" flipH="1">
                        <a:off x="6434137" y="3402011"/>
                        <a:ext cx="303213" cy="303213"/>
                        <a:chOff x="5354637" y="3446463"/>
                        <a:chExt cx="214313" cy="214313"/>
                      </a:xfrm>
                    </p:grpSpPr>
                    <p:sp>
                      <p:nvSpPr>
                        <p:cNvPr id="24107" name="Arc 24106">
                          <a:extLst>
                            <a:ext uri="{FF2B5EF4-FFF2-40B4-BE49-F238E27FC236}">
                              <a16:creationId xmlns:a16="http://schemas.microsoft.com/office/drawing/2014/main" id="{5A986D01-6388-92CB-F3E2-0B4F56AE286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108" name="Arc 24107">
                          <a:extLst>
                            <a:ext uri="{FF2B5EF4-FFF2-40B4-BE49-F238E27FC236}">
                              <a16:creationId xmlns:a16="http://schemas.microsoft.com/office/drawing/2014/main" id="{4755184D-DDD6-C2C5-282C-3160AE022F0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4106" name="TextBox 24105">
                        <a:extLst>
                          <a:ext uri="{FF2B5EF4-FFF2-40B4-BE49-F238E27FC236}">
                            <a16:creationId xmlns:a16="http://schemas.microsoft.com/office/drawing/2014/main" id="{90661951-3492-3B92-26F8-DAC294A16951}"/>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4091" name="Group 24090">
                    <a:extLst>
                      <a:ext uri="{FF2B5EF4-FFF2-40B4-BE49-F238E27FC236}">
                        <a16:creationId xmlns:a16="http://schemas.microsoft.com/office/drawing/2014/main" id="{62F4EE4E-4650-96F2-A581-F3447082175D}"/>
                      </a:ext>
                    </a:extLst>
                  </p:cNvPr>
                  <p:cNvGrpSpPr/>
                  <p:nvPr/>
                </p:nvGrpSpPr>
                <p:grpSpPr>
                  <a:xfrm>
                    <a:off x="6197413" y="3225768"/>
                    <a:ext cx="393192" cy="393192"/>
                    <a:chOff x="6389147" y="3932622"/>
                    <a:chExt cx="393192" cy="393192"/>
                  </a:xfrm>
                </p:grpSpPr>
                <p:grpSp>
                  <p:nvGrpSpPr>
                    <p:cNvPr id="24092" name="Group 24091">
                      <a:extLst>
                        <a:ext uri="{FF2B5EF4-FFF2-40B4-BE49-F238E27FC236}">
                          <a16:creationId xmlns:a16="http://schemas.microsoft.com/office/drawing/2014/main" id="{B532BC83-57B1-C976-D3BF-2DF8CA8CA192}"/>
                        </a:ext>
                      </a:extLst>
                    </p:cNvPr>
                    <p:cNvGrpSpPr/>
                    <p:nvPr/>
                  </p:nvGrpSpPr>
                  <p:grpSpPr>
                    <a:xfrm flipH="1">
                      <a:off x="6478587" y="4022061"/>
                      <a:ext cx="214313" cy="214313"/>
                      <a:chOff x="5354637" y="3446463"/>
                      <a:chExt cx="214313" cy="214313"/>
                    </a:xfrm>
                  </p:grpSpPr>
                  <p:sp>
                    <p:nvSpPr>
                      <p:cNvPr id="24100" name="Arc 24099">
                        <a:extLst>
                          <a:ext uri="{FF2B5EF4-FFF2-40B4-BE49-F238E27FC236}">
                            <a16:creationId xmlns:a16="http://schemas.microsoft.com/office/drawing/2014/main" id="{D6CCAC01-1A52-7327-6155-280049A2FFB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101" name="Arc 24100">
                        <a:extLst>
                          <a:ext uri="{FF2B5EF4-FFF2-40B4-BE49-F238E27FC236}">
                            <a16:creationId xmlns:a16="http://schemas.microsoft.com/office/drawing/2014/main" id="{88FE1669-8E08-025E-E8E4-27DD71B5218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093" name="Group 24092">
                      <a:extLst>
                        <a:ext uri="{FF2B5EF4-FFF2-40B4-BE49-F238E27FC236}">
                          <a16:creationId xmlns:a16="http://schemas.microsoft.com/office/drawing/2014/main" id="{784B48CA-3747-371E-9E62-F09605337B0E}"/>
                        </a:ext>
                      </a:extLst>
                    </p:cNvPr>
                    <p:cNvGrpSpPr/>
                    <p:nvPr/>
                  </p:nvGrpSpPr>
                  <p:grpSpPr>
                    <a:xfrm rot="7200000" flipH="1">
                      <a:off x="6434137" y="3977611"/>
                      <a:ext cx="303213" cy="303213"/>
                      <a:chOff x="5354637" y="3446463"/>
                      <a:chExt cx="214313" cy="214313"/>
                    </a:xfrm>
                  </p:grpSpPr>
                  <p:sp>
                    <p:nvSpPr>
                      <p:cNvPr id="24098" name="Arc 24097">
                        <a:extLst>
                          <a:ext uri="{FF2B5EF4-FFF2-40B4-BE49-F238E27FC236}">
                            <a16:creationId xmlns:a16="http://schemas.microsoft.com/office/drawing/2014/main" id="{98B3952B-F627-67DD-A0B3-DE09182B3CB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099" name="Arc 24098">
                        <a:extLst>
                          <a:ext uri="{FF2B5EF4-FFF2-40B4-BE49-F238E27FC236}">
                            <a16:creationId xmlns:a16="http://schemas.microsoft.com/office/drawing/2014/main" id="{A0D92084-7391-2F91-63F0-BBC32C05609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094" name="Group 24093">
                      <a:extLst>
                        <a:ext uri="{FF2B5EF4-FFF2-40B4-BE49-F238E27FC236}">
                          <a16:creationId xmlns:a16="http://schemas.microsoft.com/office/drawing/2014/main" id="{E1F4CE7B-4743-A308-6532-8A9F1B1437E0}"/>
                        </a:ext>
                      </a:extLst>
                    </p:cNvPr>
                    <p:cNvGrpSpPr/>
                    <p:nvPr/>
                  </p:nvGrpSpPr>
                  <p:grpSpPr>
                    <a:xfrm rot="14400000" flipH="1">
                      <a:off x="6389147" y="3932622"/>
                      <a:ext cx="393192" cy="393192"/>
                      <a:chOff x="5354637" y="3446463"/>
                      <a:chExt cx="214313" cy="214313"/>
                    </a:xfrm>
                  </p:grpSpPr>
                  <p:sp>
                    <p:nvSpPr>
                      <p:cNvPr id="24096" name="Arc 24095">
                        <a:extLst>
                          <a:ext uri="{FF2B5EF4-FFF2-40B4-BE49-F238E27FC236}">
                            <a16:creationId xmlns:a16="http://schemas.microsoft.com/office/drawing/2014/main" id="{120B16B3-18F8-97B5-0011-E22F38743CA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097" name="Arc 24096">
                        <a:extLst>
                          <a:ext uri="{FF2B5EF4-FFF2-40B4-BE49-F238E27FC236}">
                            <a16:creationId xmlns:a16="http://schemas.microsoft.com/office/drawing/2014/main" id="{469996D2-6B2A-5419-6FFA-F3FD8BF0BE9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4095" name="TextBox 24094">
                      <a:extLst>
                        <a:ext uri="{FF2B5EF4-FFF2-40B4-BE49-F238E27FC236}">
                          <a16:creationId xmlns:a16="http://schemas.microsoft.com/office/drawing/2014/main" id="{2DB400F8-444B-A859-44D7-973AFF91DB0E}"/>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21410" name="Group 21409">
              <a:extLst>
                <a:ext uri="{FF2B5EF4-FFF2-40B4-BE49-F238E27FC236}">
                  <a16:creationId xmlns:a16="http://schemas.microsoft.com/office/drawing/2014/main" id="{EA38D2E1-5C35-562B-184D-B4E6C756762A}"/>
                </a:ext>
              </a:extLst>
            </p:cNvPr>
            <p:cNvGrpSpPr/>
            <p:nvPr/>
          </p:nvGrpSpPr>
          <p:grpSpPr>
            <a:xfrm>
              <a:off x="8413769" y="-762992"/>
              <a:ext cx="2263438" cy="2198360"/>
              <a:chOff x="5445106" y="2039507"/>
              <a:chExt cx="2263438" cy="2198360"/>
            </a:xfrm>
          </p:grpSpPr>
          <p:grpSp>
            <p:nvGrpSpPr>
              <p:cNvPr id="23894" name="Group 23893">
                <a:extLst>
                  <a:ext uri="{FF2B5EF4-FFF2-40B4-BE49-F238E27FC236}">
                    <a16:creationId xmlns:a16="http://schemas.microsoft.com/office/drawing/2014/main" id="{2795A9AE-DB83-12EE-45EF-C5E74CEC776F}"/>
                  </a:ext>
                </a:extLst>
              </p:cNvPr>
              <p:cNvGrpSpPr/>
              <p:nvPr/>
            </p:nvGrpSpPr>
            <p:grpSpPr>
              <a:xfrm>
                <a:off x="5445106" y="2644743"/>
                <a:ext cx="1643204" cy="1593124"/>
                <a:chOff x="5445106" y="2644743"/>
                <a:chExt cx="1643204" cy="1593124"/>
              </a:xfrm>
            </p:grpSpPr>
            <p:grpSp>
              <p:nvGrpSpPr>
                <p:cNvPr id="23990" name="Group 23989">
                  <a:extLst>
                    <a:ext uri="{FF2B5EF4-FFF2-40B4-BE49-F238E27FC236}">
                      <a16:creationId xmlns:a16="http://schemas.microsoft.com/office/drawing/2014/main" id="{C562F9CE-FD6D-EDA5-D098-388DF53739E4}"/>
                    </a:ext>
                  </a:extLst>
                </p:cNvPr>
                <p:cNvGrpSpPr/>
                <p:nvPr/>
              </p:nvGrpSpPr>
              <p:grpSpPr>
                <a:xfrm>
                  <a:off x="5445106" y="2644743"/>
                  <a:ext cx="1019224" cy="991639"/>
                  <a:chOff x="5886431" y="3225768"/>
                  <a:chExt cx="1019224" cy="991639"/>
                </a:xfrm>
              </p:grpSpPr>
              <p:grpSp>
                <p:nvGrpSpPr>
                  <p:cNvPr id="24038" name="Group 24037">
                    <a:extLst>
                      <a:ext uri="{FF2B5EF4-FFF2-40B4-BE49-F238E27FC236}">
                        <a16:creationId xmlns:a16="http://schemas.microsoft.com/office/drawing/2014/main" id="{0EDC314A-CE10-25B7-AFA4-1FA1B13F6F8C}"/>
                      </a:ext>
                    </a:extLst>
                  </p:cNvPr>
                  <p:cNvGrpSpPr/>
                  <p:nvPr/>
                </p:nvGrpSpPr>
                <p:grpSpPr>
                  <a:xfrm>
                    <a:off x="6197413" y="3824215"/>
                    <a:ext cx="393192" cy="393192"/>
                    <a:chOff x="5265196" y="3357021"/>
                    <a:chExt cx="393192" cy="393192"/>
                  </a:xfrm>
                </p:grpSpPr>
                <p:grpSp>
                  <p:nvGrpSpPr>
                    <p:cNvPr id="24073" name="Group 24072">
                      <a:extLst>
                        <a:ext uri="{FF2B5EF4-FFF2-40B4-BE49-F238E27FC236}">
                          <a16:creationId xmlns:a16="http://schemas.microsoft.com/office/drawing/2014/main" id="{EDF7A767-DE31-8BA0-F934-4D26EAE427A2}"/>
                        </a:ext>
                      </a:extLst>
                    </p:cNvPr>
                    <p:cNvGrpSpPr/>
                    <p:nvPr/>
                  </p:nvGrpSpPr>
                  <p:grpSpPr>
                    <a:xfrm rot="14400000">
                      <a:off x="5265196" y="3357021"/>
                      <a:ext cx="393192" cy="393192"/>
                      <a:chOff x="5354637" y="3446463"/>
                      <a:chExt cx="214313" cy="214313"/>
                    </a:xfrm>
                  </p:grpSpPr>
                  <p:sp>
                    <p:nvSpPr>
                      <p:cNvPr id="24082" name="Arc 24081">
                        <a:extLst>
                          <a:ext uri="{FF2B5EF4-FFF2-40B4-BE49-F238E27FC236}">
                            <a16:creationId xmlns:a16="http://schemas.microsoft.com/office/drawing/2014/main" id="{BCCB2E83-C944-4E10-152A-2B9A4CD0BBE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083" name="Arc 24082">
                        <a:extLst>
                          <a:ext uri="{FF2B5EF4-FFF2-40B4-BE49-F238E27FC236}">
                            <a16:creationId xmlns:a16="http://schemas.microsoft.com/office/drawing/2014/main" id="{4EB2E323-723B-524F-94D7-1CECDDEAC62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074" name="Group 24073">
                      <a:extLst>
                        <a:ext uri="{FF2B5EF4-FFF2-40B4-BE49-F238E27FC236}">
                          <a16:creationId xmlns:a16="http://schemas.microsoft.com/office/drawing/2014/main" id="{8AD9EDC3-AC64-A8EC-0A8C-8413D464E699}"/>
                        </a:ext>
                      </a:extLst>
                    </p:cNvPr>
                    <p:cNvGrpSpPr/>
                    <p:nvPr/>
                  </p:nvGrpSpPr>
                  <p:grpSpPr>
                    <a:xfrm>
                      <a:off x="5310186" y="3402011"/>
                      <a:ext cx="303213" cy="303213"/>
                      <a:chOff x="5310186" y="3402011"/>
                      <a:chExt cx="303213" cy="303213"/>
                    </a:xfrm>
                  </p:grpSpPr>
                  <p:grpSp>
                    <p:nvGrpSpPr>
                      <p:cNvPr id="24075" name="Group 24074">
                        <a:extLst>
                          <a:ext uri="{FF2B5EF4-FFF2-40B4-BE49-F238E27FC236}">
                            <a16:creationId xmlns:a16="http://schemas.microsoft.com/office/drawing/2014/main" id="{F473C01F-8654-B562-414A-069A579935E2}"/>
                          </a:ext>
                        </a:extLst>
                      </p:cNvPr>
                      <p:cNvGrpSpPr/>
                      <p:nvPr/>
                    </p:nvGrpSpPr>
                    <p:grpSpPr>
                      <a:xfrm>
                        <a:off x="5354636" y="3446461"/>
                        <a:ext cx="214313" cy="214313"/>
                        <a:chOff x="5354637" y="3446463"/>
                        <a:chExt cx="214313" cy="214313"/>
                      </a:xfrm>
                    </p:grpSpPr>
                    <p:sp>
                      <p:nvSpPr>
                        <p:cNvPr id="24080" name="Arc 24079">
                          <a:extLst>
                            <a:ext uri="{FF2B5EF4-FFF2-40B4-BE49-F238E27FC236}">
                              <a16:creationId xmlns:a16="http://schemas.microsoft.com/office/drawing/2014/main" id="{365EC35B-DBD3-8CDA-660E-280C20DDDFF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081" name="Arc 24080">
                          <a:extLst>
                            <a:ext uri="{FF2B5EF4-FFF2-40B4-BE49-F238E27FC236}">
                              <a16:creationId xmlns:a16="http://schemas.microsoft.com/office/drawing/2014/main" id="{9CE1F6DB-4E40-05ED-2A95-35CA91ACAC0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076" name="Group 24075">
                        <a:extLst>
                          <a:ext uri="{FF2B5EF4-FFF2-40B4-BE49-F238E27FC236}">
                            <a16:creationId xmlns:a16="http://schemas.microsoft.com/office/drawing/2014/main" id="{A762707A-038D-CA74-30A5-6716C98E2F9E}"/>
                          </a:ext>
                        </a:extLst>
                      </p:cNvPr>
                      <p:cNvGrpSpPr/>
                      <p:nvPr/>
                    </p:nvGrpSpPr>
                    <p:grpSpPr>
                      <a:xfrm rot="7200000">
                        <a:off x="5310186" y="3402011"/>
                        <a:ext cx="303213" cy="303213"/>
                        <a:chOff x="5354637" y="3446463"/>
                        <a:chExt cx="214313" cy="214313"/>
                      </a:xfrm>
                    </p:grpSpPr>
                    <p:sp>
                      <p:nvSpPr>
                        <p:cNvPr id="24078" name="Arc 24077">
                          <a:extLst>
                            <a:ext uri="{FF2B5EF4-FFF2-40B4-BE49-F238E27FC236}">
                              <a16:creationId xmlns:a16="http://schemas.microsoft.com/office/drawing/2014/main" id="{BADF02C7-13FC-D6A4-74E9-522F0DAF613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079" name="Arc 24078">
                          <a:extLst>
                            <a:ext uri="{FF2B5EF4-FFF2-40B4-BE49-F238E27FC236}">
                              <a16:creationId xmlns:a16="http://schemas.microsoft.com/office/drawing/2014/main" id="{DD7E2781-BA8D-02CA-9D95-2AD8D6EB82D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4077" name="TextBox 24076">
                        <a:extLst>
                          <a:ext uri="{FF2B5EF4-FFF2-40B4-BE49-F238E27FC236}">
                            <a16:creationId xmlns:a16="http://schemas.microsoft.com/office/drawing/2014/main" id="{2F5637F2-D85C-4C4A-AFC4-237DAC2E28B0}"/>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4039" name="Group 24038">
                    <a:extLst>
                      <a:ext uri="{FF2B5EF4-FFF2-40B4-BE49-F238E27FC236}">
                        <a16:creationId xmlns:a16="http://schemas.microsoft.com/office/drawing/2014/main" id="{03606D9C-8AA1-1B36-8ADE-2424E8104748}"/>
                      </a:ext>
                    </a:extLst>
                  </p:cNvPr>
                  <p:cNvGrpSpPr/>
                  <p:nvPr/>
                </p:nvGrpSpPr>
                <p:grpSpPr>
                  <a:xfrm>
                    <a:off x="5886431" y="3525040"/>
                    <a:ext cx="393192" cy="393192"/>
                    <a:chOff x="5265196" y="3932619"/>
                    <a:chExt cx="393192" cy="393192"/>
                  </a:xfrm>
                </p:grpSpPr>
                <p:grpSp>
                  <p:nvGrpSpPr>
                    <p:cNvPr id="24063" name="Group 24062">
                      <a:extLst>
                        <a:ext uri="{FF2B5EF4-FFF2-40B4-BE49-F238E27FC236}">
                          <a16:creationId xmlns:a16="http://schemas.microsoft.com/office/drawing/2014/main" id="{8AE43227-7EA7-D575-E5C5-FF874155ED4B}"/>
                        </a:ext>
                      </a:extLst>
                    </p:cNvPr>
                    <p:cNvGrpSpPr/>
                    <p:nvPr/>
                  </p:nvGrpSpPr>
                  <p:grpSpPr>
                    <a:xfrm>
                      <a:off x="5354636" y="4022061"/>
                      <a:ext cx="214313" cy="214313"/>
                      <a:chOff x="5354637" y="3446463"/>
                      <a:chExt cx="214313" cy="214313"/>
                    </a:xfrm>
                  </p:grpSpPr>
                  <p:sp>
                    <p:nvSpPr>
                      <p:cNvPr id="24071" name="Arc 24070">
                        <a:extLst>
                          <a:ext uri="{FF2B5EF4-FFF2-40B4-BE49-F238E27FC236}">
                            <a16:creationId xmlns:a16="http://schemas.microsoft.com/office/drawing/2014/main" id="{09ED3240-1954-462F-C1D3-91C0939B50A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072" name="Arc 24071">
                        <a:extLst>
                          <a:ext uri="{FF2B5EF4-FFF2-40B4-BE49-F238E27FC236}">
                            <a16:creationId xmlns:a16="http://schemas.microsoft.com/office/drawing/2014/main" id="{11F9EA55-6A80-87E5-9719-CE5BBBFD3A9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064" name="Group 24063">
                      <a:extLst>
                        <a:ext uri="{FF2B5EF4-FFF2-40B4-BE49-F238E27FC236}">
                          <a16:creationId xmlns:a16="http://schemas.microsoft.com/office/drawing/2014/main" id="{EFBD6614-5D1D-C432-C38F-5FB1B72B7711}"/>
                        </a:ext>
                      </a:extLst>
                    </p:cNvPr>
                    <p:cNvGrpSpPr/>
                    <p:nvPr/>
                  </p:nvGrpSpPr>
                  <p:grpSpPr>
                    <a:xfrm rot="14400000">
                      <a:off x="5310186" y="3977611"/>
                      <a:ext cx="303213" cy="303213"/>
                      <a:chOff x="5354637" y="3446463"/>
                      <a:chExt cx="214313" cy="214313"/>
                    </a:xfrm>
                  </p:grpSpPr>
                  <p:sp>
                    <p:nvSpPr>
                      <p:cNvPr id="24069" name="Arc 24068">
                        <a:extLst>
                          <a:ext uri="{FF2B5EF4-FFF2-40B4-BE49-F238E27FC236}">
                            <a16:creationId xmlns:a16="http://schemas.microsoft.com/office/drawing/2014/main" id="{392135C5-1C21-7336-FAE7-EC20CEA0CF8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070" name="Arc 24069">
                        <a:extLst>
                          <a:ext uri="{FF2B5EF4-FFF2-40B4-BE49-F238E27FC236}">
                            <a16:creationId xmlns:a16="http://schemas.microsoft.com/office/drawing/2014/main" id="{CAF3EFDB-4916-3D19-8396-31667A1CA63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065" name="Group 24064">
                      <a:extLst>
                        <a:ext uri="{FF2B5EF4-FFF2-40B4-BE49-F238E27FC236}">
                          <a16:creationId xmlns:a16="http://schemas.microsoft.com/office/drawing/2014/main" id="{7AF1E30F-9744-3239-8871-B05751FB8934}"/>
                        </a:ext>
                      </a:extLst>
                    </p:cNvPr>
                    <p:cNvGrpSpPr/>
                    <p:nvPr/>
                  </p:nvGrpSpPr>
                  <p:grpSpPr>
                    <a:xfrm rot="7200000">
                      <a:off x="5265196" y="3932619"/>
                      <a:ext cx="393192" cy="393192"/>
                      <a:chOff x="5354637" y="3446463"/>
                      <a:chExt cx="214313" cy="214313"/>
                    </a:xfrm>
                  </p:grpSpPr>
                  <p:sp>
                    <p:nvSpPr>
                      <p:cNvPr id="24067" name="Arc 24066">
                        <a:extLst>
                          <a:ext uri="{FF2B5EF4-FFF2-40B4-BE49-F238E27FC236}">
                            <a16:creationId xmlns:a16="http://schemas.microsoft.com/office/drawing/2014/main" id="{6AF4B99B-C195-AD00-25D4-67DE3684B93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068" name="Arc 24067">
                        <a:extLst>
                          <a:ext uri="{FF2B5EF4-FFF2-40B4-BE49-F238E27FC236}">
                            <a16:creationId xmlns:a16="http://schemas.microsoft.com/office/drawing/2014/main" id="{05D6474E-2FD4-CAC4-72EC-9F38BE7C3B6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4066" name="TextBox 24065">
                      <a:extLst>
                        <a:ext uri="{FF2B5EF4-FFF2-40B4-BE49-F238E27FC236}">
                          <a16:creationId xmlns:a16="http://schemas.microsoft.com/office/drawing/2014/main" id="{1B40990E-7B39-F2E1-2F51-2CDBDF8640E2}"/>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4040" name="Group 24039">
                    <a:extLst>
                      <a:ext uri="{FF2B5EF4-FFF2-40B4-BE49-F238E27FC236}">
                        <a16:creationId xmlns:a16="http://schemas.microsoft.com/office/drawing/2014/main" id="{24D4D12C-18CE-F52C-63C5-4EEFC81D608D}"/>
                      </a:ext>
                    </a:extLst>
                  </p:cNvPr>
                  <p:cNvGrpSpPr/>
                  <p:nvPr/>
                </p:nvGrpSpPr>
                <p:grpSpPr>
                  <a:xfrm>
                    <a:off x="6512463" y="3525040"/>
                    <a:ext cx="393192" cy="393192"/>
                    <a:chOff x="6389147" y="3357021"/>
                    <a:chExt cx="393192" cy="393192"/>
                  </a:xfrm>
                </p:grpSpPr>
                <p:grpSp>
                  <p:nvGrpSpPr>
                    <p:cNvPr id="24052" name="Group 24051">
                      <a:extLst>
                        <a:ext uri="{FF2B5EF4-FFF2-40B4-BE49-F238E27FC236}">
                          <a16:creationId xmlns:a16="http://schemas.microsoft.com/office/drawing/2014/main" id="{960F3765-DEFB-9B37-DBB6-731D1952E9A8}"/>
                        </a:ext>
                      </a:extLst>
                    </p:cNvPr>
                    <p:cNvGrpSpPr/>
                    <p:nvPr/>
                  </p:nvGrpSpPr>
                  <p:grpSpPr>
                    <a:xfrm rot="7200000" flipH="1">
                      <a:off x="6389147" y="3357021"/>
                      <a:ext cx="393192" cy="393192"/>
                      <a:chOff x="5354637" y="3446463"/>
                      <a:chExt cx="214313" cy="214313"/>
                    </a:xfrm>
                  </p:grpSpPr>
                  <p:sp>
                    <p:nvSpPr>
                      <p:cNvPr id="24061" name="Arc 24060">
                        <a:extLst>
                          <a:ext uri="{FF2B5EF4-FFF2-40B4-BE49-F238E27FC236}">
                            <a16:creationId xmlns:a16="http://schemas.microsoft.com/office/drawing/2014/main" id="{3CFDFC34-C35D-7049-91D8-8CAE7502D14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062" name="Arc 24061">
                        <a:extLst>
                          <a:ext uri="{FF2B5EF4-FFF2-40B4-BE49-F238E27FC236}">
                            <a16:creationId xmlns:a16="http://schemas.microsoft.com/office/drawing/2014/main" id="{075A7D90-E7E2-8EA1-C1CC-F0C5130CF74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053" name="Group 24052">
                      <a:extLst>
                        <a:ext uri="{FF2B5EF4-FFF2-40B4-BE49-F238E27FC236}">
                          <a16:creationId xmlns:a16="http://schemas.microsoft.com/office/drawing/2014/main" id="{44AFD570-C3D1-32BE-E882-3844AD34A41E}"/>
                        </a:ext>
                      </a:extLst>
                    </p:cNvPr>
                    <p:cNvGrpSpPr/>
                    <p:nvPr/>
                  </p:nvGrpSpPr>
                  <p:grpSpPr>
                    <a:xfrm>
                      <a:off x="6434137" y="3402011"/>
                      <a:ext cx="303213" cy="303213"/>
                      <a:chOff x="6434137" y="3402011"/>
                      <a:chExt cx="303213" cy="303213"/>
                    </a:xfrm>
                  </p:grpSpPr>
                  <p:grpSp>
                    <p:nvGrpSpPr>
                      <p:cNvPr id="24054" name="Group 24053">
                        <a:extLst>
                          <a:ext uri="{FF2B5EF4-FFF2-40B4-BE49-F238E27FC236}">
                            <a16:creationId xmlns:a16="http://schemas.microsoft.com/office/drawing/2014/main" id="{1142961F-B354-5264-2C4A-3BFF223F4B11}"/>
                          </a:ext>
                        </a:extLst>
                      </p:cNvPr>
                      <p:cNvGrpSpPr/>
                      <p:nvPr/>
                    </p:nvGrpSpPr>
                    <p:grpSpPr>
                      <a:xfrm flipH="1">
                        <a:off x="6478587" y="3446461"/>
                        <a:ext cx="214313" cy="214313"/>
                        <a:chOff x="5354637" y="3446463"/>
                        <a:chExt cx="214313" cy="214313"/>
                      </a:xfrm>
                    </p:grpSpPr>
                    <p:sp>
                      <p:nvSpPr>
                        <p:cNvPr id="24059" name="Arc 24058">
                          <a:extLst>
                            <a:ext uri="{FF2B5EF4-FFF2-40B4-BE49-F238E27FC236}">
                              <a16:creationId xmlns:a16="http://schemas.microsoft.com/office/drawing/2014/main" id="{3B1A51E7-727A-4A21-DFC0-555F803692E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060" name="Arc 24059">
                          <a:extLst>
                            <a:ext uri="{FF2B5EF4-FFF2-40B4-BE49-F238E27FC236}">
                              <a16:creationId xmlns:a16="http://schemas.microsoft.com/office/drawing/2014/main" id="{D1A4D4AB-1360-36D5-F7F1-4AE7B385805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055" name="Group 24054">
                        <a:extLst>
                          <a:ext uri="{FF2B5EF4-FFF2-40B4-BE49-F238E27FC236}">
                            <a16:creationId xmlns:a16="http://schemas.microsoft.com/office/drawing/2014/main" id="{AA3C5ED1-B492-F1ED-4D06-C561BE72AC0D}"/>
                          </a:ext>
                        </a:extLst>
                      </p:cNvPr>
                      <p:cNvGrpSpPr/>
                      <p:nvPr/>
                    </p:nvGrpSpPr>
                    <p:grpSpPr>
                      <a:xfrm rot="14400000" flipH="1">
                        <a:off x="6434137" y="3402011"/>
                        <a:ext cx="303213" cy="303213"/>
                        <a:chOff x="5354637" y="3446463"/>
                        <a:chExt cx="214313" cy="214313"/>
                      </a:xfrm>
                    </p:grpSpPr>
                    <p:sp>
                      <p:nvSpPr>
                        <p:cNvPr id="24057" name="Arc 24056">
                          <a:extLst>
                            <a:ext uri="{FF2B5EF4-FFF2-40B4-BE49-F238E27FC236}">
                              <a16:creationId xmlns:a16="http://schemas.microsoft.com/office/drawing/2014/main" id="{91812E71-F9AF-5359-0682-D34EC6E7A03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058" name="Arc 24057">
                          <a:extLst>
                            <a:ext uri="{FF2B5EF4-FFF2-40B4-BE49-F238E27FC236}">
                              <a16:creationId xmlns:a16="http://schemas.microsoft.com/office/drawing/2014/main" id="{F805625F-3133-FC7C-269C-192CAC6EAE2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4056" name="TextBox 24055">
                        <a:extLst>
                          <a:ext uri="{FF2B5EF4-FFF2-40B4-BE49-F238E27FC236}">
                            <a16:creationId xmlns:a16="http://schemas.microsoft.com/office/drawing/2014/main" id="{9A038FAE-DD59-D8FA-2E9B-0F86E1B47655}"/>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4041" name="Group 24040">
                    <a:extLst>
                      <a:ext uri="{FF2B5EF4-FFF2-40B4-BE49-F238E27FC236}">
                        <a16:creationId xmlns:a16="http://schemas.microsoft.com/office/drawing/2014/main" id="{66FA2A89-A873-8061-6999-13AE7A55068E}"/>
                      </a:ext>
                    </a:extLst>
                  </p:cNvPr>
                  <p:cNvGrpSpPr/>
                  <p:nvPr/>
                </p:nvGrpSpPr>
                <p:grpSpPr>
                  <a:xfrm>
                    <a:off x="6197413" y="3225768"/>
                    <a:ext cx="393192" cy="393192"/>
                    <a:chOff x="6389147" y="3932622"/>
                    <a:chExt cx="393192" cy="393192"/>
                  </a:xfrm>
                </p:grpSpPr>
                <p:grpSp>
                  <p:nvGrpSpPr>
                    <p:cNvPr id="24042" name="Group 24041">
                      <a:extLst>
                        <a:ext uri="{FF2B5EF4-FFF2-40B4-BE49-F238E27FC236}">
                          <a16:creationId xmlns:a16="http://schemas.microsoft.com/office/drawing/2014/main" id="{1A10D020-65B1-4B2C-BD68-FB91DD76110B}"/>
                        </a:ext>
                      </a:extLst>
                    </p:cNvPr>
                    <p:cNvGrpSpPr/>
                    <p:nvPr/>
                  </p:nvGrpSpPr>
                  <p:grpSpPr>
                    <a:xfrm flipH="1">
                      <a:off x="6478587" y="4022061"/>
                      <a:ext cx="214313" cy="214313"/>
                      <a:chOff x="5354637" y="3446463"/>
                      <a:chExt cx="214313" cy="214313"/>
                    </a:xfrm>
                  </p:grpSpPr>
                  <p:sp>
                    <p:nvSpPr>
                      <p:cNvPr id="24050" name="Arc 24049">
                        <a:extLst>
                          <a:ext uri="{FF2B5EF4-FFF2-40B4-BE49-F238E27FC236}">
                            <a16:creationId xmlns:a16="http://schemas.microsoft.com/office/drawing/2014/main" id="{71033E39-C51A-66FA-CBFC-C660204549C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051" name="Arc 24050">
                        <a:extLst>
                          <a:ext uri="{FF2B5EF4-FFF2-40B4-BE49-F238E27FC236}">
                            <a16:creationId xmlns:a16="http://schemas.microsoft.com/office/drawing/2014/main" id="{FB1AF001-7984-1978-9175-F00E12BAC55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043" name="Group 24042">
                      <a:extLst>
                        <a:ext uri="{FF2B5EF4-FFF2-40B4-BE49-F238E27FC236}">
                          <a16:creationId xmlns:a16="http://schemas.microsoft.com/office/drawing/2014/main" id="{FD0D848B-C268-754B-FC0F-392053EE55DE}"/>
                        </a:ext>
                      </a:extLst>
                    </p:cNvPr>
                    <p:cNvGrpSpPr/>
                    <p:nvPr/>
                  </p:nvGrpSpPr>
                  <p:grpSpPr>
                    <a:xfrm rot="7200000" flipH="1">
                      <a:off x="6434137" y="3977611"/>
                      <a:ext cx="303213" cy="303213"/>
                      <a:chOff x="5354637" y="3446463"/>
                      <a:chExt cx="214313" cy="214313"/>
                    </a:xfrm>
                  </p:grpSpPr>
                  <p:sp>
                    <p:nvSpPr>
                      <p:cNvPr id="24048" name="Arc 24047">
                        <a:extLst>
                          <a:ext uri="{FF2B5EF4-FFF2-40B4-BE49-F238E27FC236}">
                            <a16:creationId xmlns:a16="http://schemas.microsoft.com/office/drawing/2014/main" id="{437BF006-8EAA-A844-D22D-0E3BE307CFA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049" name="Arc 24048">
                        <a:extLst>
                          <a:ext uri="{FF2B5EF4-FFF2-40B4-BE49-F238E27FC236}">
                            <a16:creationId xmlns:a16="http://schemas.microsoft.com/office/drawing/2014/main" id="{73675C56-B75D-6942-DDBF-0A162813E13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044" name="Group 24043">
                      <a:extLst>
                        <a:ext uri="{FF2B5EF4-FFF2-40B4-BE49-F238E27FC236}">
                          <a16:creationId xmlns:a16="http://schemas.microsoft.com/office/drawing/2014/main" id="{27EEE8C6-D161-BF36-20B9-B22F4D7EDA53}"/>
                        </a:ext>
                      </a:extLst>
                    </p:cNvPr>
                    <p:cNvGrpSpPr/>
                    <p:nvPr/>
                  </p:nvGrpSpPr>
                  <p:grpSpPr>
                    <a:xfrm rot="14400000" flipH="1">
                      <a:off x="6389147" y="3932622"/>
                      <a:ext cx="393192" cy="393192"/>
                      <a:chOff x="5354637" y="3446463"/>
                      <a:chExt cx="214313" cy="214313"/>
                    </a:xfrm>
                  </p:grpSpPr>
                  <p:sp>
                    <p:nvSpPr>
                      <p:cNvPr id="24046" name="Arc 24045">
                        <a:extLst>
                          <a:ext uri="{FF2B5EF4-FFF2-40B4-BE49-F238E27FC236}">
                            <a16:creationId xmlns:a16="http://schemas.microsoft.com/office/drawing/2014/main" id="{BEAA6A0E-89F5-1CA2-65B8-536E49520F3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047" name="Arc 24046">
                        <a:extLst>
                          <a:ext uri="{FF2B5EF4-FFF2-40B4-BE49-F238E27FC236}">
                            <a16:creationId xmlns:a16="http://schemas.microsoft.com/office/drawing/2014/main" id="{BD7E6005-6378-931D-2C2A-6CF5A57C69F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4045" name="TextBox 24044">
                      <a:extLst>
                        <a:ext uri="{FF2B5EF4-FFF2-40B4-BE49-F238E27FC236}">
                          <a16:creationId xmlns:a16="http://schemas.microsoft.com/office/drawing/2014/main" id="{9E3D0DFA-FA8D-630C-B38A-719824E25722}"/>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991" name="Group 23990">
                  <a:extLst>
                    <a:ext uri="{FF2B5EF4-FFF2-40B4-BE49-F238E27FC236}">
                      <a16:creationId xmlns:a16="http://schemas.microsoft.com/office/drawing/2014/main" id="{F0BEFD90-2CDC-BF13-3C8E-00E838A73032}"/>
                    </a:ext>
                  </a:extLst>
                </p:cNvPr>
                <p:cNvGrpSpPr/>
                <p:nvPr/>
              </p:nvGrpSpPr>
              <p:grpSpPr>
                <a:xfrm>
                  <a:off x="6069086" y="3246228"/>
                  <a:ext cx="1019224" cy="991639"/>
                  <a:chOff x="5886431" y="3225768"/>
                  <a:chExt cx="1019224" cy="991639"/>
                </a:xfrm>
              </p:grpSpPr>
              <p:grpSp>
                <p:nvGrpSpPr>
                  <p:cNvPr id="23992" name="Group 23991">
                    <a:extLst>
                      <a:ext uri="{FF2B5EF4-FFF2-40B4-BE49-F238E27FC236}">
                        <a16:creationId xmlns:a16="http://schemas.microsoft.com/office/drawing/2014/main" id="{E372279E-69F7-D7FC-2527-D6B231D1BF2B}"/>
                      </a:ext>
                    </a:extLst>
                  </p:cNvPr>
                  <p:cNvGrpSpPr/>
                  <p:nvPr/>
                </p:nvGrpSpPr>
                <p:grpSpPr>
                  <a:xfrm>
                    <a:off x="6197413" y="3824215"/>
                    <a:ext cx="393192" cy="393192"/>
                    <a:chOff x="5265196" y="3357021"/>
                    <a:chExt cx="393192" cy="393192"/>
                  </a:xfrm>
                </p:grpSpPr>
                <p:grpSp>
                  <p:nvGrpSpPr>
                    <p:cNvPr id="24027" name="Group 24026">
                      <a:extLst>
                        <a:ext uri="{FF2B5EF4-FFF2-40B4-BE49-F238E27FC236}">
                          <a16:creationId xmlns:a16="http://schemas.microsoft.com/office/drawing/2014/main" id="{9AA1F5F2-4E30-FF43-E0CB-59EF4413EF95}"/>
                        </a:ext>
                      </a:extLst>
                    </p:cNvPr>
                    <p:cNvGrpSpPr/>
                    <p:nvPr/>
                  </p:nvGrpSpPr>
                  <p:grpSpPr>
                    <a:xfrm rot="14400000">
                      <a:off x="5265196" y="3357021"/>
                      <a:ext cx="393192" cy="393192"/>
                      <a:chOff x="5354637" y="3446463"/>
                      <a:chExt cx="214313" cy="214313"/>
                    </a:xfrm>
                  </p:grpSpPr>
                  <p:sp>
                    <p:nvSpPr>
                      <p:cNvPr id="24036" name="Arc 24035">
                        <a:extLst>
                          <a:ext uri="{FF2B5EF4-FFF2-40B4-BE49-F238E27FC236}">
                            <a16:creationId xmlns:a16="http://schemas.microsoft.com/office/drawing/2014/main" id="{C9AE4CEA-D126-3590-D94C-F26CEE0A9EE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037" name="Arc 24036">
                        <a:extLst>
                          <a:ext uri="{FF2B5EF4-FFF2-40B4-BE49-F238E27FC236}">
                            <a16:creationId xmlns:a16="http://schemas.microsoft.com/office/drawing/2014/main" id="{956BCFDA-EB65-4E75-C732-AC2E7E0BE9C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028" name="Group 24027">
                      <a:extLst>
                        <a:ext uri="{FF2B5EF4-FFF2-40B4-BE49-F238E27FC236}">
                          <a16:creationId xmlns:a16="http://schemas.microsoft.com/office/drawing/2014/main" id="{3D8872DE-52D8-94EF-6F01-1B19778AC60E}"/>
                        </a:ext>
                      </a:extLst>
                    </p:cNvPr>
                    <p:cNvGrpSpPr/>
                    <p:nvPr/>
                  </p:nvGrpSpPr>
                  <p:grpSpPr>
                    <a:xfrm>
                      <a:off x="5310186" y="3402011"/>
                      <a:ext cx="303213" cy="303213"/>
                      <a:chOff x="5310186" y="3402011"/>
                      <a:chExt cx="303213" cy="303213"/>
                    </a:xfrm>
                  </p:grpSpPr>
                  <p:grpSp>
                    <p:nvGrpSpPr>
                      <p:cNvPr id="24029" name="Group 24028">
                        <a:extLst>
                          <a:ext uri="{FF2B5EF4-FFF2-40B4-BE49-F238E27FC236}">
                            <a16:creationId xmlns:a16="http://schemas.microsoft.com/office/drawing/2014/main" id="{7BDFC633-9C9D-8672-0D28-199CD6D3CA5E}"/>
                          </a:ext>
                        </a:extLst>
                      </p:cNvPr>
                      <p:cNvGrpSpPr/>
                      <p:nvPr/>
                    </p:nvGrpSpPr>
                    <p:grpSpPr>
                      <a:xfrm>
                        <a:off x="5354636" y="3446461"/>
                        <a:ext cx="214313" cy="214313"/>
                        <a:chOff x="5354637" y="3446463"/>
                        <a:chExt cx="214313" cy="214313"/>
                      </a:xfrm>
                    </p:grpSpPr>
                    <p:sp>
                      <p:nvSpPr>
                        <p:cNvPr id="24034" name="Arc 24033">
                          <a:extLst>
                            <a:ext uri="{FF2B5EF4-FFF2-40B4-BE49-F238E27FC236}">
                              <a16:creationId xmlns:a16="http://schemas.microsoft.com/office/drawing/2014/main" id="{BE1EEA81-FFBA-C5E7-9ED8-8F7E61795FB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035" name="Arc 24034">
                          <a:extLst>
                            <a:ext uri="{FF2B5EF4-FFF2-40B4-BE49-F238E27FC236}">
                              <a16:creationId xmlns:a16="http://schemas.microsoft.com/office/drawing/2014/main" id="{ECD8D17D-E6E1-3561-B91F-DF2B5369B60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030" name="Group 24029">
                        <a:extLst>
                          <a:ext uri="{FF2B5EF4-FFF2-40B4-BE49-F238E27FC236}">
                            <a16:creationId xmlns:a16="http://schemas.microsoft.com/office/drawing/2014/main" id="{C55567E6-49F2-169B-698B-EEACB4F5BEEC}"/>
                          </a:ext>
                        </a:extLst>
                      </p:cNvPr>
                      <p:cNvGrpSpPr/>
                      <p:nvPr/>
                    </p:nvGrpSpPr>
                    <p:grpSpPr>
                      <a:xfrm rot="7200000">
                        <a:off x="5310186" y="3402011"/>
                        <a:ext cx="303213" cy="303213"/>
                        <a:chOff x="5354637" y="3446463"/>
                        <a:chExt cx="214313" cy="214313"/>
                      </a:xfrm>
                    </p:grpSpPr>
                    <p:sp>
                      <p:nvSpPr>
                        <p:cNvPr id="24032" name="Arc 24031">
                          <a:extLst>
                            <a:ext uri="{FF2B5EF4-FFF2-40B4-BE49-F238E27FC236}">
                              <a16:creationId xmlns:a16="http://schemas.microsoft.com/office/drawing/2014/main" id="{D79ACB7C-0EDA-FAEB-92A5-37DA7D879CC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033" name="Arc 24032">
                          <a:extLst>
                            <a:ext uri="{FF2B5EF4-FFF2-40B4-BE49-F238E27FC236}">
                              <a16:creationId xmlns:a16="http://schemas.microsoft.com/office/drawing/2014/main" id="{BBB0AD6E-AC04-B373-AEE9-B75995E5BB3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4031" name="TextBox 24030">
                        <a:extLst>
                          <a:ext uri="{FF2B5EF4-FFF2-40B4-BE49-F238E27FC236}">
                            <a16:creationId xmlns:a16="http://schemas.microsoft.com/office/drawing/2014/main" id="{5D00A20A-A794-A4A4-D107-5BB29DA30BFC}"/>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993" name="Group 23992">
                    <a:extLst>
                      <a:ext uri="{FF2B5EF4-FFF2-40B4-BE49-F238E27FC236}">
                        <a16:creationId xmlns:a16="http://schemas.microsoft.com/office/drawing/2014/main" id="{8A55783E-68F6-13DE-0214-4FB1E4D9735B}"/>
                      </a:ext>
                    </a:extLst>
                  </p:cNvPr>
                  <p:cNvGrpSpPr/>
                  <p:nvPr/>
                </p:nvGrpSpPr>
                <p:grpSpPr>
                  <a:xfrm>
                    <a:off x="5886431" y="3525040"/>
                    <a:ext cx="393192" cy="393192"/>
                    <a:chOff x="5265196" y="3932619"/>
                    <a:chExt cx="393192" cy="393192"/>
                  </a:xfrm>
                </p:grpSpPr>
                <p:grpSp>
                  <p:nvGrpSpPr>
                    <p:cNvPr id="24017" name="Group 24016">
                      <a:extLst>
                        <a:ext uri="{FF2B5EF4-FFF2-40B4-BE49-F238E27FC236}">
                          <a16:creationId xmlns:a16="http://schemas.microsoft.com/office/drawing/2014/main" id="{9D8DE726-1E60-13EC-AB06-D525D0DB1611}"/>
                        </a:ext>
                      </a:extLst>
                    </p:cNvPr>
                    <p:cNvGrpSpPr/>
                    <p:nvPr/>
                  </p:nvGrpSpPr>
                  <p:grpSpPr>
                    <a:xfrm>
                      <a:off x="5354636" y="4022061"/>
                      <a:ext cx="214313" cy="214313"/>
                      <a:chOff x="5354637" y="3446463"/>
                      <a:chExt cx="214313" cy="214313"/>
                    </a:xfrm>
                  </p:grpSpPr>
                  <p:sp>
                    <p:nvSpPr>
                      <p:cNvPr id="24025" name="Arc 24024">
                        <a:extLst>
                          <a:ext uri="{FF2B5EF4-FFF2-40B4-BE49-F238E27FC236}">
                            <a16:creationId xmlns:a16="http://schemas.microsoft.com/office/drawing/2014/main" id="{F8E3F2DF-63F7-8F0D-502F-A1FD61A46D6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026" name="Arc 24025">
                        <a:extLst>
                          <a:ext uri="{FF2B5EF4-FFF2-40B4-BE49-F238E27FC236}">
                            <a16:creationId xmlns:a16="http://schemas.microsoft.com/office/drawing/2014/main" id="{EF2F7A16-E853-663F-4BF9-72EFF2664F9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018" name="Group 24017">
                      <a:extLst>
                        <a:ext uri="{FF2B5EF4-FFF2-40B4-BE49-F238E27FC236}">
                          <a16:creationId xmlns:a16="http://schemas.microsoft.com/office/drawing/2014/main" id="{58A8E925-3275-D13E-F93A-BB22C500DC4A}"/>
                        </a:ext>
                      </a:extLst>
                    </p:cNvPr>
                    <p:cNvGrpSpPr/>
                    <p:nvPr/>
                  </p:nvGrpSpPr>
                  <p:grpSpPr>
                    <a:xfrm rot="14400000">
                      <a:off x="5310186" y="3977611"/>
                      <a:ext cx="303213" cy="303213"/>
                      <a:chOff x="5354637" y="3446463"/>
                      <a:chExt cx="214313" cy="214313"/>
                    </a:xfrm>
                  </p:grpSpPr>
                  <p:sp>
                    <p:nvSpPr>
                      <p:cNvPr id="24023" name="Arc 24022">
                        <a:extLst>
                          <a:ext uri="{FF2B5EF4-FFF2-40B4-BE49-F238E27FC236}">
                            <a16:creationId xmlns:a16="http://schemas.microsoft.com/office/drawing/2014/main" id="{EDC62F65-F5A3-8650-EB1E-5102ED2E3B5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024" name="Arc 24023">
                        <a:extLst>
                          <a:ext uri="{FF2B5EF4-FFF2-40B4-BE49-F238E27FC236}">
                            <a16:creationId xmlns:a16="http://schemas.microsoft.com/office/drawing/2014/main" id="{3C652592-FB81-03E0-87BF-769F19112DD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019" name="Group 24018">
                      <a:extLst>
                        <a:ext uri="{FF2B5EF4-FFF2-40B4-BE49-F238E27FC236}">
                          <a16:creationId xmlns:a16="http://schemas.microsoft.com/office/drawing/2014/main" id="{AC95A723-447C-8D2A-B068-BC0A62803CDA}"/>
                        </a:ext>
                      </a:extLst>
                    </p:cNvPr>
                    <p:cNvGrpSpPr/>
                    <p:nvPr/>
                  </p:nvGrpSpPr>
                  <p:grpSpPr>
                    <a:xfrm rot="7200000">
                      <a:off x="5265196" y="3932619"/>
                      <a:ext cx="393192" cy="393192"/>
                      <a:chOff x="5354637" y="3446463"/>
                      <a:chExt cx="214313" cy="214313"/>
                    </a:xfrm>
                  </p:grpSpPr>
                  <p:sp>
                    <p:nvSpPr>
                      <p:cNvPr id="24021" name="Arc 24020">
                        <a:extLst>
                          <a:ext uri="{FF2B5EF4-FFF2-40B4-BE49-F238E27FC236}">
                            <a16:creationId xmlns:a16="http://schemas.microsoft.com/office/drawing/2014/main" id="{241B63CD-AA3F-B61A-D2C4-8A9BD7D3520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022" name="Arc 24021">
                        <a:extLst>
                          <a:ext uri="{FF2B5EF4-FFF2-40B4-BE49-F238E27FC236}">
                            <a16:creationId xmlns:a16="http://schemas.microsoft.com/office/drawing/2014/main" id="{482CA5D3-FAFC-866F-A3F9-488E28636E0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4020" name="TextBox 24019">
                      <a:extLst>
                        <a:ext uri="{FF2B5EF4-FFF2-40B4-BE49-F238E27FC236}">
                          <a16:creationId xmlns:a16="http://schemas.microsoft.com/office/drawing/2014/main" id="{038AB574-58D6-BE12-614C-F7CA098C5D6F}"/>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3994" name="Group 23993">
                    <a:extLst>
                      <a:ext uri="{FF2B5EF4-FFF2-40B4-BE49-F238E27FC236}">
                        <a16:creationId xmlns:a16="http://schemas.microsoft.com/office/drawing/2014/main" id="{FCBAB262-6C25-0E21-08AB-26F2EBF42897}"/>
                      </a:ext>
                    </a:extLst>
                  </p:cNvPr>
                  <p:cNvGrpSpPr/>
                  <p:nvPr/>
                </p:nvGrpSpPr>
                <p:grpSpPr>
                  <a:xfrm>
                    <a:off x="6512463" y="3525040"/>
                    <a:ext cx="393192" cy="393192"/>
                    <a:chOff x="6389147" y="3357021"/>
                    <a:chExt cx="393192" cy="393192"/>
                  </a:xfrm>
                </p:grpSpPr>
                <p:grpSp>
                  <p:nvGrpSpPr>
                    <p:cNvPr id="24006" name="Group 24005">
                      <a:extLst>
                        <a:ext uri="{FF2B5EF4-FFF2-40B4-BE49-F238E27FC236}">
                          <a16:creationId xmlns:a16="http://schemas.microsoft.com/office/drawing/2014/main" id="{4F91348C-B410-E8E3-5FEA-96B398F43099}"/>
                        </a:ext>
                      </a:extLst>
                    </p:cNvPr>
                    <p:cNvGrpSpPr/>
                    <p:nvPr/>
                  </p:nvGrpSpPr>
                  <p:grpSpPr>
                    <a:xfrm rot="7200000" flipH="1">
                      <a:off x="6389147" y="3357021"/>
                      <a:ext cx="393192" cy="393192"/>
                      <a:chOff x="5354637" y="3446463"/>
                      <a:chExt cx="214313" cy="214313"/>
                    </a:xfrm>
                  </p:grpSpPr>
                  <p:sp>
                    <p:nvSpPr>
                      <p:cNvPr id="24015" name="Arc 24014">
                        <a:extLst>
                          <a:ext uri="{FF2B5EF4-FFF2-40B4-BE49-F238E27FC236}">
                            <a16:creationId xmlns:a16="http://schemas.microsoft.com/office/drawing/2014/main" id="{EFEBAD4C-0145-20E8-B7DC-AA4B9080AFE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016" name="Arc 24015">
                        <a:extLst>
                          <a:ext uri="{FF2B5EF4-FFF2-40B4-BE49-F238E27FC236}">
                            <a16:creationId xmlns:a16="http://schemas.microsoft.com/office/drawing/2014/main" id="{3B63C8CD-49DC-BA4C-0150-F5EA8CC1FCA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007" name="Group 24006">
                      <a:extLst>
                        <a:ext uri="{FF2B5EF4-FFF2-40B4-BE49-F238E27FC236}">
                          <a16:creationId xmlns:a16="http://schemas.microsoft.com/office/drawing/2014/main" id="{A4212BFC-38E9-0FF2-1F0D-2FD9D16A7280}"/>
                        </a:ext>
                      </a:extLst>
                    </p:cNvPr>
                    <p:cNvGrpSpPr/>
                    <p:nvPr/>
                  </p:nvGrpSpPr>
                  <p:grpSpPr>
                    <a:xfrm>
                      <a:off x="6434137" y="3402011"/>
                      <a:ext cx="303213" cy="303213"/>
                      <a:chOff x="6434137" y="3402011"/>
                      <a:chExt cx="303213" cy="303213"/>
                    </a:xfrm>
                  </p:grpSpPr>
                  <p:grpSp>
                    <p:nvGrpSpPr>
                      <p:cNvPr id="24008" name="Group 24007">
                        <a:extLst>
                          <a:ext uri="{FF2B5EF4-FFF2-40B4-BE49-F238E27FC236}">
                            <a16:creationId xmlns:a16="http://schemas.microsoft.com/office/drawing/2014/main" id="{1B980650-16E3-1975-6EB6-058021D75699}"/>
                          </a:ext>
                        </a:extLst>
                      </p:cNvPr>
                      <p:cNvGrpSpPr/>
                      <p:nvPr/>
                    </p:nvGrpSpPr>
                    <p:grpSpPr>
                      <a:xfrm flipH="1">
                        <a:off x="6478587" y="3446461"/>
                        <a:ext cx="214313" cy="214313"/>
                        <a:chOff x="5354637" y="3446463"/>
                        <a:chExt cx="214313" cy="214313"/>
                      </a:xfrm>
                    </p:grpSpPr>
                    <p:sp>
                      <p:nvSpPr>
                        <p:cNvPr id="24013" name="Arc 24012">
                          <a:extLst>
                            <a:ext uri="{FF2B5EF4-FFF2-40B4-BE49-F238E27FC236}">
                              <a16:creationId xmlns:a16="http://schemas.microsoft.com/office/drawing/2014/main" id="{C6D725BB-4031-8C51-5C5D-E1EAD8A7082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014" name="Arc 24013">
                          <a:extLst>
                            <a:ext uri="{FF2B5EF4-FFF2-40B4-BE49-F238E27FC236}">
                              <a16:creationId xmlns:a16="http://schemas.microsoft.com/office/drawing/2014/main" id="{D6EF8722-7F8B-92B7-C118-7AB55064381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4009" name="Group 24008">
                        <a:extLst>
                          <a:ext uri="{FF2B5EF4-FFF2-40B4-BE49-F238E27FC236}">
                            <a16:creationId xmlns:a16="http://schemas.microsoft.com/office/drawing/2014/main" id="{7F01FEDD-595F-61CC-1DEC-FBE1A41F4C0E}"/>
                          </a:ext>
                        </a:extLst>
                      </p:cNvPr>
                      <p:cNvGrpSpPr/>
                      <p:nvPr/>
                    </p:nvGrpSpPr>
                    <p:grpSpPr>
                      <a:xfrm rot="14400000" flipH="1">
                        <a:off x="6434137" y="3402011"/>
                        <a:ext cx="303213" cy="303213"/>
                        <a:chOff x="5354637" y="3446463"/>
                        <a:chExt cx="214313" cy="214313"/>
                      </a:xfrm>
                    </p:grpSpPr>
                    <p:sp>
                      <p:nvSpPr>
                        <p:cNvPr id="24011" name="Arc 24010">
                          <a:extLst>
                            <a:ext uri="{FF2B5EF4-FFF2-40B4-BE49-F238E27FC236}">
                              <a16:creationId xmlns:a16="http://schemas.microsoft.com/office/drawing/2014/main" id="{091F8086-04F0-A0BA-31A6-8FD10B68F5E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012" name="Arc 24011">
                          <a:extLst>
                            <a:ext uri="{FF2B5EF4-FFF2-40B4-BE49-F238E27FC236}">
                              <a16:creationId xmlns:a16="http://schemas.microsoft.com/office/drawing/2014/main" id="{EE813172-2D14-0C79-4148-439191E4909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4010" name="TextBox 24009">
                        <a:extLst>
                          <a:ext uri="{FF2B5EF4-FFF2-40B4-BE49-F238E27FC236}">
                            <a16:creationId xmlns:a16="http://schemas.microsoft.com/office/drawing/2014/main" id="{9699316E-D6C0-907A-83EA-26B0CCBAFA50}"/>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995" name="Group 23994">
                    <a:extLst>
                      <a:ext uri="{FF2B5EF4-FFF2-40B4-BE49-F238E27FC236}">
                        <a16:creationId xmlns:a16="http://schemas.microsoft.com/office/drawing/2014/main" id="{3D2C92CB-3BF3-2850-F71E-0E13D6E1ADDF}"/>
                      </a:ext>
                    </a:extLst>
                  </p:cNvPr>
                  <p:cNvGrpSpPr/>
                  <p:nvPr/>
                </p:nvGrpSpPr>
                <p:grpSpPr>
                  <a:xfrm>
                    <a:off x="6197413" y="3225768"/>
                    <a:ext cx="393192" cy="393192"/>
                    <a:chOff x="6389147" y="3932622"/>
                    <a:chExt cx="393192" cy="393192"/>
                  </a:xfrm>
                </p:grpSpPr>
                <p:grpSp>
                  <p:nvGrpSpPr>
                    <p:cNvPr id="23996" name="Group 23995">
                      <a:extLst>
                        <a:ext uri="{FF2B5EF4-FFF2-40B4-BE49-F238E27FC236}">
                          <a16:creationId xmlns:a16="http://schemas.microsoft.com/office/drawing/2014/main" id="{D2C3979E-307A-AA46-663B-129B0E327ED4}"/>
                        </a:ext>
                      </a:extLst>
                    </p:cNvPr>
                    <p:cNvGrpSpPr/>
                    <p:nvPr/>
                  </p:nvGrpSpPr>
                  <p:grpSpPr>
                    <a:xfrm flipH="1">
                      <a:off x="6478587" y="4022061"/>
                      <a:ext cx="214313" cy="214313"/>
                      <a:chOff x="5354637" y="3446463"/>
                      <a:chExt cx="214313" cy="214313"/>
                    </a:xfrm>
                  </p:grpSpPr>
                  <p:sp>
                    <p:nvSpPr>
                      <p:cNvPr id="24004" name="Arc 24003">
                        <a:extLst>
                          <a:ext uri="{FF2B5EF4-FFF2-40B4-BE49-F238E27FC236}">
                            <a16:creationId xmlns:a16="http://schemas.microsoft.com/office/drawing/2014/main" id="{EA87DB17-7C19-2920-1207-52D4C340E12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005" name="Arc 24004">
                        <a:extLst>
                          <a:ext uri="{FF2B5EF4-FFF2-40B4-BE49-F238E27FC236}">
                            <a16:creationId xmlns:a16="http://schemas.microsoft.com/office/drawing/2014/main" id="{0642E817-BD64-3761-A2B0-6537955AC73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997" name="Group 23996">
                      <a:extLst>
                        <a:ext uri="{FF2B5EF4-FFF2-40B4-BE49-F238E27FC236}">
                          <a16:creationId xmlns:a16="http://schemas.microsoft.com/office/drawing/2014/main" id="{910E2439-8053-5419-7840-3C9135A37E42}"/>
                        </a:ext>
                      </a:extLst>
                    </p:cNvPr>
                    <p:cNvGrpSpPr/>
                    <p:nvPr/>
                  </p:nvGrpSpPr>
                  <p:grpSpPr>
                    <a:xfrm rot="7200000" flipH="1">
                      <a:off x="6434137" y="3977611"/>
                      <a:ext cx="303213" cy="303213"/>
                      <a:chOff x="5354637" y="3446463"/>
                      <a:chExt cx="214313" cy="214313"/>
                    </a:xfrm>
                  </p:grpSpPr>
                  <p:sp>
                    <p:nvSpPr>
                      <p:cNvPr id="24002" name="Arc 24001">
                        <a:extLst>
                          <a:ext uri="{FF2B5EF4-FFF2-40B4-BE49-F238E27FC236}">
                            <a16:creationId xmlns:a16="http://schemas.microsoft.com/office/drawing/2014/main" id="{FFE6F8FB-7FFF-7838-4BBC-C35DD6561AD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003" name="Arc 24002">
                        <a:extLst>
                          <a:ext uri="{FF2B5EF4-FFF2-40B4-BE49-F238E27FC236}">
                            <a16:creationId xmlns:a16="http://schemas.microsoft.com/office/drawing/2014/main" id="{76750911-12F0-2912-4B48-CF1DCD1EC74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998" name="Group 23997">
                      <a:extLst>
                        <a:ext uri="{FF2B5EF4-FFF2-40B4-BE49-F238E27FC236}">
                          <a16:creationId xmlns:a16="http://schemas.microsoft.com/office/drawing/2014/main" id="{4CF543CC-92E8-3D32-1BBB-EE2FCFC61708}"/>
                        </a:ext>
                      </a:extLst>
                    </p:cNvPr>
                    <p:cNvGrpSpPr/>
                    <p:nvPr/>
                  </p:nvGrpSpPr>
                  <p:grpSpPr>
                    <a:xfrm rot="14400000" flipH="1">
                      <a:off x="6389147" y="3932622"/>
                      <a:ext cx="393192" cy="393192"/>
                      <a:chOff x="5354637" y="3446463"/>
                      <a:chExt cx="214313" cy="214313"/>
                    </a:xfrm>
                  </p:grpSpPr>
                  <p:sp>
                    <p:nvSpPr>
                      <p:cNvPr id="24000" name="Arc 23999">
                        <a:extLst>
                          <a:ext uri="{FF2B5EF4-FFF2-40B4-BE49-F238E27FC236}">
                            <a16:creationId xmlns:a16="http://schemas.microsoft.com/office/drawing/2014/main" id="{3B51E512-A531-5599-13CE-338DC86A89E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001" name="Arc 24000">
                        <a:extLst>
                          <a:ext uri="{FF2B5EF4-FFF2-40B4-BE49-F238E27FC236}">
                            <a16:creationId xmlns:a16="http://schemas.microsoft.com/office/drawing/2014/main" id="{49C84FE7-1A0C-5897-F034-CBE42DA0D97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999" name="TextBox 23998">
                      <a:extLst>
                        <a:ext uri="{FF2B5EF4-FFF2-40B4-BE49-F238E27FC236}">
                          <a16:creationId xmlns:a16="http://schemas.microsoft.com/office/drawing/2014/main" id="{F24B0E46-D707-3F19-A49A-1F335F898146}"/>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23895" name="Group 23894">
                <a:extLst>
                  <a:ext uri="{FF2B5EF4-FFF2-40B4-BE49-F238E27FC236}">
                    <a16:creationId xmlns:a16="http://schemas.microsoft.com/office/drawing/2014/main" id="{392C1415-9C6E-C04C-D62E-064A2F8ADB72}"/>
                  </a:ext>
                </a:extLst>
              </p:cNvPr>
              <p:cNvGrpSpPr/>
              <p:nvPr/>
            </p:nvGrpSpPr>
            <p:grpSpPr>
              <a:xfrm>
                <a:off x="6065340" y="2039507"/>
                <a:ext cx="1643204" cy="1593124"/>
                <a:chOff x="5445106" y="2644743"/>
                <a:chExt cx="1643204" cy="1593124"/>
              </a:xfrm>
            </p:grpSpPr>
            <p:grpSp>
              <p:nvGrpSpPr>
                <p:cNvPr id="23896" name="Group 23895">
                  <a:extLst>
                    <a:ext uri="{FF2B5EF4-FFF2-40B4-BE49-F238E27FC236}">
                      <a16:creationId xmlns:a16="http://schemas.microsoft.com/office/drawing/2014/main" id="{79257BA3-CF32-12B0-324C-BC5DAB4FD455}"/>
                    </a:ext>
                  </a:extLst>
                </p:cNvPr>
                <p:cNvGrpSpPr/>
                <p:nvPr/>
              </p:nvGrpSpPr>
              <p:grpSpPr>
                <a:xfrm>
                  <a:off x="5445106" y="2644743"/>
                  <a:ext cx="1019224" cy="991639"/>
                  <a:chOff x="5886431" y="3225768"/>
                  <a:chExt cx="1019224" cy="991639"/>
                </a:xfrm>
              </p:grpSpPr>
              <p:grpSp>
                <p:nvGrpSpPr>
                  <p:cNvPr id="23944" name="Group 23943">
                    <a:extLst>
                      <a:ext uri="{FF2B5EF4-FFF2-40B4-BE49-F238E27FC236}">
                        <a16:creationId xmlns:a16="http://schemas.microsoft.com/office/drawing/2014/main" id="{DE6E7B89-A530-3239-1293-AD107FC17618}"/>
                      </a:ext>
                    </a:extLst>
                  </p:cNvPr>
                  <p:cNvGrpSpPr/>
                  <p:nvPr/>
                </p:nvGrpSpPr>
                <p:grpSpPr>
                  <a:xfrm>
                    <a:off x="6197413" y="3824215"/>
                    <a:ext cx="393192" cy="393192"/>
                    <a:chOff x="5265196" y="3357021"/>
                    <a:chExt cx="393192" cy="393192"/>
                  </a:xfrm>
                </p:grpSpPr>
                <p:grpSp>
                  <p:nvGrpSpPr>
                    <p:cNvPr id="23979" name="Group 23978">
                      <a:extLst>
                        <a:ext uri="{FF2B5EF4-FFF2-40B4-BE49-F238E27FC236}">
                          <a16:creationId xmlns:a16="http://schemas.microsoft.com/office/drawing/2014/main" id="{F4C25D31-2655-E3A7-FD6F-937FA9EDB9FC}"/>
                        </a:ext>
                      </a:extLst>
                    </p:cNvPr>
                    <p:cNvGrpSpPr/>
                    <p:nvPr/>
                  </p:nvGrpSpPr>
                  <p:grpSpPr>
                    <a:xfrm rot="14400000">
                      <a:off x="5265196" y="3357021"/>
                      <a:ext cx="393192" cy="393192"/>
                      <a:chOff x="5354637" y="3446463"/>
                      <a:chExt cx="214313" cy="214313"/>
                    </a:xfrm>
                  </p:grpSpPr>
                  <p:sp>
                    <p:nvSpPr>
                      <p:cNvPr id="23988" name="Arc 23987">
                        <a:extLst>
                          <a:ext uri="{FF2B5EF4-FFF2-40B4-BE49-F238E27FC236}">
                            <a16:creationId xmlns:a16="http://schemas.microsoft.com/office/drawing/2014/main" id="{7D619D54-BE4B-E61A-8FA6-56F325C0B0A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989" name="Arc 23988">
                        <a:extLst>
                          <a:ext uri="{FF2B5EF4-FFF2-40B4-BE49-F238E27FC236}">
                            <a16:creationId xmlns:a16="http://schemas.microsoft.com/office/drawing/2014/main" id="{B998A391-8FE2-DB50-751E-171C7C25523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980" name="Group 23979">
                      <a:extLst>
                        <a:ext uri="{FF2B5EF4-FFF2-40B4-BE49-F238E27FC236}">
                          <a16:creationId xmlns:a16="http://schemas.microsoft.com/office/drawing/2014/main" id="{6F7398B7-4722-4DAE-913B-08F4CA73124B}"/>
                        </a:ext>
                      </a:extLst>
                    </p:cNvPr>
                    <p:cNvGrpSpPr/>
                    <p:nvPr/>
                  </p:nvGrpSpPr>
                  <p:grpSpPr>
                    <a:xfrm>
                      <a:off x="5310186" y="3402011"/>
                      <a:ext cx="303213" cy="303213"/>
                      <a:chOff x="5310186" y="3402011"/>
                      <a:chExt cx="303213" cy="303213"/>
                    </a:xfrm>
                  </p:grpSpPr>
                  <p:grpSp>
                    <p:nvGrpSpPr>
                      <p:cNvPr id="23981" name="Group 23980">
                        <a:extLst>
                          <a:ext uri="{FF2B5EF4-FFF2-40B4-BE49-F238E27FC236}">
                            <a16:creationId xmlns:a16="http://schemas.microsoft.com/office/drawing/2014/main" id="{BBEFC397-F836-12B8-EF75-597753C923E6}"/>
                          </a:ext>
                        </a:extLst>
                      </p:cNvPr>
                      <p:cNvGrpSpPr/>
                      <p:nvPr/>
                    </p:nvGrpSpPr>
                    <p:grpSpPr>
                      <a:xfrm>
                        <a:off x="5354636" y="3446461"/>
                        <a:ext cx="214313" cy="214313"/>
                        <a:chOff x="5354637" y="3446463"/>
                        <a:chExt cx="214313" cy="214313"/>
                      </a:xfrm>
                    </p:grpSpPr>
                    <p:sp>
                      <p:nvSpPr>
                        <p:cNvPr id="23986" name="Arc 23985">
                          <a:extLst>
                            <a:ext uri="{FF2B5EF4-FFF2-40B4-BE49-F238E27FC236}">
                              <a16:creationId xmlns:a16="http://schemas.microsoft.com/office/drawing/2014/main" id="{2BC3A9C8-6D2E-991B-9DC5-A9C66D85B62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987" name="Arc 23986">
                          <a:extLst>
                            <a:ext uri="{FF2B5EF4-FFF2-40B4-BE49-F238E27FC236}">
                              <a16:creationId xmlns:a16="http://schemas.microsoft.com/office/drawing/2014/main" id="{52D27813-FF59-4E96-2EBF-1F259D8C0C5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982" name="Group 23981">
                        <a:extLst>
                          <a:ext uri="{FF2B5EF4-FFF2-40B4-BE49-F238E27FC236}">
                            <a16:creationId xmlns:a16="http://schemas.microsoft.com/office/drawing/2014/main" id="{EC2E5C9F-3F8E-1608-4A19-9ADC115E3E37}"/>
                          </a:ext>
                        </a:extLst>
                      </p:cNvPr>
                      <p:cNvGrpSpPr/>
                      <p:nvPr/>
                    </p:nvGrpSpPr>
                    <p:grpSpPr>
                      <a:xfrm rot="7200000">
                        <a:off x="5310186" y="3402011"/>
                        <a:ext cx="303213" cy="303213"/>
                        <a:chOff x="5354637" y="3446463"/>
                        <a:chExt cx="214313" cy="214313"/>
                      </a:xfrm>
                    </p:grpSpPr>
                    <p:sp>
                      <p:nvSpPr>
                        <p:cNvPr id="23984" name="Arc 23983">
                          <a:extLst>
                            <a:ext uri="{FF2B5EF4-FFF2-40B4-BE49-F238E27FC236}">
                              <a16:creationId xmlns:a16="http://schemas.microsoft.com/office/drawing/2014/main" id="{67E8EFCC-0C4F-CC1A-60CD-A0D3940CA0B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985" name="Arc 23984">
                          <a:extLst>
                            <a:ext uri="{FF2B5EF4-FFF2-40B4-BE49-F238E27FC236}">
                              <a16:creationId xmlns:a16="http://schemas.microsoft.com/office/drawing/2014/main" id="{2C90C341-D544-3C8B-4DCB-40406F9FE98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983" name="TextBox 23982">
                        <a:extLst>
                          <a:ext uri="{FF2B5EF4-FFF2-40B4-BE49-F238E27FC236}">
                            <a16:creationId xmlns:a16="http://schemas.microsoft.com/office/drawing/2014/main" id="{6184B0EF-78F1-0161-ABB7-F1BA9F3BCC9F}"/>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945" name="Group 23944">
                    <a:extLst>
                      <a:ext uri="{FF2B5EF4-FFF2-40B4-BE49-F238E27FC236}">
                        <a16:creationId xmlns:a16="http://schemas.microsoft.com/office/drawing/2014/main" id="{CEBCA844-5D7C-45E5-1556-F7C970CDFB54}"/>
                      </a:ext>
                    </a:extLst>
                  </p:cNvPr>
                  <p:cNvGrpSpPr/>
                  <p:nvPr/>
                </p:nvGrpSpPr>
                <p:grpSpPr>
                  <a:xfrm>
                    <a:off x="5886431" y="3525040"/>
                    <a:ext cx="393192" cy="393192"/>
                    <a:chOff x="5265196" y="3932619"/>
                    <a:chExt cx="393192" cy="393192"/>
                  </a:xfrm>
                </p:grpSpPr>
                <p:grpSp>
                  <p:nvGrpSpPr>
                    <p:cNvPr id="23969" name="Group 23968">
                      <a:extLst>
                        <a:ext uri="{FF2B5EF4-FFF2-40B4-BE49-F238E27FC236}">
                          <a16:creationId xmlns:a16="http://schemas.microsoft.com/office/drawing/2014/main" id="{87274B51-B1C3-351B-3BEA-A01D3C18C022}"/>
                        </a:ext>
                      </a:extLst>
                    </p:cNvPr>
                    <p:cNvGrpSpPr/>
                    <p:nvPr/>
                  </p:nvGrpSpPr>
                  <p:grpSpPr>
                    <a:xfrm>
                      <a:off x="5354636" y="4022061"/>
                      <a:ext cx="214313" cy="214313"/>
                      <a:chOff x="5354637" y="3446463"/>
                      <a:chExt cx="214313" cy="214313"/>
                    </a:xfrm>
                  </p:grpSpPr>
                  <p:sp>
                    <p:nvSpPr>
                      <p:cNvPr id="23977" name="Arc 23976">
                        <a:extLst>
                          <a:ext uri="{FF2B5EF4-FFF2-40B4-BE49-F238E27FC236}">
                            <a16:creationId xmlns:a16="http://schemas.microsoft.com/office/drawing/2014/main" id="{C18F26C7-100D-BC0C-159B-71A170D24E6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978" name="Arc 23977">
                        <a:extLst>
                          <a:ext uri="{FF2B5EF4-FFF2-40B4-BE49-F238E27FC236}">
                            <a16:creationId xmlns:a16="http://schemas.microsoft.com/office/drawing/2014/main" id="{15B9C681-6C63-9748-D8E1-0DB0999B24F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970" name="Group 23969">
                      <a:extLst>
                        <a:ext uri="{FF2B5EF4-FFF2-40B4-BE49-F238E27FC236}">
                          <a16:creationId xmlns:a16="http://schemas.microsoft.com/office/drawing/2014/main" id="{DEF21CE8-BFD8-04D8-E5DF-CC12EFA539F0}"/>
                        </a:ext>
                      </a:extLst>
                    </p:cNvPr>
                    <p:cNvGrpSpPr/>
                    <p:nvPr/>
                  </p:nvGrpSpPr>
                  <p:grpSpPr>
                    <a:xfrm rot="14400000">
                      <a:off x="5310186" y="3977611"/>
                      <a:ext cx="303213" cy="303213"/>
                      <a:chOff x="5354637" y="3446463"/>
                      <a:chExt cx="214313" cy="214313"/>
                    </a:xfrm>
                  </p:grpSpPr>
                  <p:sp>
                    <p:nvSpPr>
                      <p:cNvPr id="23975" name="Arc 23974">
                        <a:extLst>
                          <a:ext uri="{FF2B5EF4-FFF2-40B4-BE49-F238E27FC236}">
                            <a16:creationId xmlns:a16="http://schemas.microsoft.com/office/drawing/2014/main" id="{2BD26ECB-443F-DC89-2A4D-04412EDC238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976" name="Arc 23975">
                        <a:extLst>
                          <a:ext uri="{FF2B5EF4-FFF2-40B4-BE49-F238E27FC236}">
                            <a16:creationId xmlns:a16="http://schemas.microsoft.com/office/drawing/2014/main" id="{5C36FAE9-0AC7-8B71-1C54-44C3C314DFC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971" name="Group 23970">
                      <a:extLst>
                        <a:ext uri="{FF2B5EF4-FFF2-40B4-BE49-F238E27FC236}">
                          <a16:creationId xmlns:a16="http://schemas.microsoft.com/office/drawing/2014/main" id="{494B3FE6-45A9-EF26-DC3C-02CF067E08F2}"/>
                        </a:ext>
                      </a:extLst>
                    </p:cNvPr>
                    <p:cNvGrpSpPr/>
                    <p:nvPr/>
                  </p:nvGrpSpPr>
                  <p:grpSpPr>
                    <a:xfrm rot="7200000">
                      <a:off x="5265196" y="3932619"/>
                      <a:ext cx="393192" cy="393192"/>
                      <a:chOff x="5354637" y="3446463"/>
                      <a:chExt cx="214313" cy="214313"/>
                    </a:xfrm>
                  </p:grpSpPr>
                  <p:sp>
                    <p:nvSpPr>
                      <p:cNvPr id="23973" name="Arc 23972">
                        <a:extLst>
                          <a:ext uri="{FF2B5EF4-FFF2-40B4-BE49-F238E27FC236}">
                            <a16:creationId xmlns:a16="http://schemas.microsoft.com/office/drawing/2014/main" id="{8FCD8987-D452-FC34-27AF-8415C2674FC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974" name="Arc 23973">
                        <a:extLst>
                          <a:ext uri="{FF2B5EF4-FFF2-40B4-BE49-F238E27FC236}">
                            <a16:creationId xmlns:a16="http://schemas.microsoft.com/office/drawing/2014/main" id="{4CD1E713-22D5-557A-C4CD-1743C64DEE9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972" name="TextBox 23971">
                      <a:extLst>
                        <a:ext uri="{FF2B5EF4-FFF2-40B4-BE49-F238E27FC236}">
                          <a16:creationId xmlns:a16="http://schemas.microsoft.com/office/drawing/2014/main" id="{9470FC36-9333-D293-1BB8-9D5D91C7DD59}"/>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3946" name="Group 23945">
                    <a:extLst>
                      <a:ext uri="{FF2B5EF4-FFF2-40B4-BE49-F238E27FC236}">
                        <a16:creationId xmlns:a16="http://schemas.microsoft.com/office/drawing/2014/main" id="{6F04F89D-03D4-D37D-5E0E-94191A698587}"/>
                      </a:ext>
                    </a:extLst>
                  </p:cNvPr>
                  <p:cNvGrpSpPr/>
                  <p:nvPr/>
                </p:nvGrpSpPr>
                <p:grpSpPr>
                  <a:xfrm>
                    <a:off x="6512463" y="3525040"/>
                    <a:ext cx="393192" cy="393192"/>
                    <a:chOff x="6389147" y="3357021"/>
                    <a:chExt cx="393192" cy="393192"/>
                  </a:xfrm>
                </p:grpSpPr>
                <p:grpSp>
                  <p:nvGrpSpPr>
                    <p:cNvPr id="23958" name="Group 23957">
                      <a:extLst>
                        <a:ext uri="{FF2B5EF4-FFF2-40B4-BE49-F238E27FC236}">
                          <a16:creationId xmlns:a16="http://schemas.microsoft.com/office/drawing/2014/main" id="{F579E88D-5833-A52B-E499-BD6EE326DFEC}"/>
                        </a:ext>
                      </a:extLst>
                    </p:cNvPr>
                    <p:cNvGrpSpPr/>
                    <p:nvPr/>
                  </p:nvGrpSpPr>
                  <p:grpSpPr>
                    <a:xfrm rot="7200000" flipH="1">
                      <a:off x="6389147" y="3357021"/>
                      <a:ext cx="393192" cy="393192"/>
                      <a:chOff x="5354637" y="3446463"/>
                      <a:chExt cx="214313" cy="214313"/>
                    </a:xfrm>
                  </p:grpSpPr>
                  <p:sp>
                    <p:nvSpPr>
                      <p:cNvPr id="23967" name="Arc 23966">
                        <a:extLst>
                          <a:ext uri="{FF2B5EF4-FFF2-40B4-BE49-F238E27FC236}">
                            <a16:creationId xmlns:a16="http://schemas.microsoft.com/office/drawing/2014/main" id="{19E8181C-4528-4253-D460-C39B101ED41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968" name="Arc 23967">
                        <a:extLst>
                          <a:ext uri="{FF2B5EF4-FFF2-40B4-BE49-F238E27FC236}">
                            <a16:creationId xmlns:a16="http://schemas.microsoft.com/office/drawing/2014/main" id="{A91E0E92-67EB-8A87-B0F2-52251EC1420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959" name="Group 23958">
                      <a:extLst>
                        <a:ext uri="{FF2B5EF4-FFF2-40B4-BE49-F238E27FC236}">
                          <a16:creationId xmlns:a16="http://schemas.microsoft.com/office/drawing/2014/main" id="{7D5D6909-2185-44BE-A1C3-4A4AF3EDF8D1}"/>
                        </a:ext>
                      </a:extLst>
                    </p:cNvPr>
                    <p:cNvGrpSpPr/>
                    <p:nvPr/>
                  </p:nvGrpSpPr>
                  <p:grpSpPr>
                    <a:xfrm>
                      <a:off x="6434137" y="3402011"/>
                      <a:ext cx="303213" cy="303213"/>
                      <a:chOff x="6434137" y="3402011"/>
                      <a:chExt cx="303213" cy="303213"/>
                    </a:xfrm>
                  </p:grpSpPr>
                  <p:grpSp>
                    <p:nvGrpSpPr>
                      <p:cNvPr id="23960" name="Group 23959">
                        <a:extLst>
                          <a:ext uri="{FF2B5EF4-FFF2-40B4-BE49-F238E27FC236}">
                            <a16:creationId xmlns:a16="http://schemas.microsoft.com/office/drawing/2014/main" id="{D1DCCD53-96A9-C77A-AFAC-3ACDC0DCBCA3}"/>
                          </a:ext>
                        </a:extLst>
                      </p:cNvPr>
                      <p:cNvGrpSpPr/>
                      <p:nvPr/>
                    </p:nvGrpSpPr>
                    <p:grpSpPr>
                      <a:xfrm flipH="1">
                        <a:off x="6478587" y="3446461"/>
                        <a:ext cx="214313" cy="214313"/>
                        <a:chOff x="5354637" y="3446463"/>
                        <a:chExt cx="214313" cy="214313"/>
                      </a:xfrm>
                    </p:grpSpPr>
                    <p:sp>
                      <p:nvSpPr>
                        <p:cNvPr id="23965" name="Arc 23964">
                          <a:extLst>
                            <a:ext uri="{FF2B5EF4-FFF2-40B4-BE49-F238E27FC236}">
                              <a16:creationId xmlns:a16="http://schemas.microsoft.com/office/drawing/2014/main" id="{BF6EC4D9-D4A5-8A53-418B-300744F493A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966" name="Arc 23965">
                          <a:extLst>
                            <a:ext uri="{FF2B5EF4-FFF2-40B4-BE49-F238E27FC236}">
                              <a16:creationId xmlns:a16="http://schemas.microsoft.com/office/drawing/2014/main" id="{FA85828B-F030-C57B-811C-73CBFDB9803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961" name="Group 23960">
                        <a:extLst>
                          <a:ext uri="{FF2B5EF4-FFF2-40B4-BE49-F238E27FC236}">
                            <a16:creationId xmlns:a16="http://schemas.microsoft.com/office/drawing/2014/main" id="{78B84016-F49C-4996-C75A-E416850DB2B0}"/>
                          </a:ext>
                        </a:extLst>
                      </p:cNvPr>
                      <p:cNvGrpSpPr/>
                      <p:nvPr/>
                    </p:nvGrpSpPr>
                    <p:grpSpPr>
                      <a:xfrm rot="14400000" flipH="1">
                        <a:off x="6434137" y="3402011"/>
                        <a:ext cx="303213" cy="303213"/>
                        <a:chOff x="5354637" y="3446463"/>
                        <a:chExt cx="214313" cy="214313"/>
                      </a:xfrm>
                    </p:grpSpPr>
                    <p:sp>
                      <p:nvSpPr>
                        <p:cNvPr id="23963" name="Arc 23962">
                          <a:extLst>
                            <a:ext uri="{FF2B5EF4-FFF2-40B4-BE49-F238E27FC236}">
                              <a16:creationId xmlns:a16="http://schemas.microsoft.com/office/drawing/2014/main" id="{DDFD6026-7C47-1777-4F16-9D9C60485B4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964" name="Arc 23963">
                          <a:extLst>
                            <a:ext uri="{FF2B5EF4-FFF2-40B4-BE49-F238E27FC236}">
                              <a16:creationId xmlns:a16="http://schemas.microsoft.com/office/drawing/2014/main" id="{75B3147A-1450-A9D9-C0E2-2D1346F5300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962" name="TextBox 23961">
                        <a:extLst>
                          <a:ext uri="{FF2B5EF4-FFF2-40B4-BE49-F238E27FC236}">
                            <a16:creationId xmlns:a16="http://schemas.microsoft.com/office/drawing/2014/main" id="{F29A0188-D593-28C1-8207-171158778872}"/>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947" name="Group 23946">
                    <a:extLst>
                      <a:ext uri="{FF2B5EF4-FFF2-40B4-BE49-F238E27FC236}">
                        <a16:creationId xmlns:a16="http://schemas.microsoft.com/office/drawing/2014/main" id="{CBE12383-85CB-CDB9-0957-5521930C671B}"/>
                      </a:ext>
                    </a:extLst>
                  </p:cNvPr>
                  <p:cNvGrpSpPr/>
                  <p:nvPr/>
                </p:nvGrpSpPr>
                <p:grpSpPr>
                  <a:xfrm>
                    <a:off x="6197413" y="3225768"/>
                    <a:ext cx="393192" cy="393192"/>
                    <a:chOff x="6389147" y="3932622"/>
                    <a:chExt cx="393192" cy="393192"/>
                  </a:xfrm>
                </p:grpSpPr>
                <p:grpSp>
                  <p:nvGrpSpPr>
                    <p:cNvPr id="23948" name="Group 23947">
                      <a:extLst>
                        <a:ext uri="{FF2B5EF4-FFF2-40B4-BE49-F238E27FC236}">
                          <a16:creationId xmlns:a16="http://schemas.microsoft.com/office/drawing/2014/main" id="{563ACAA1-69AD-2B8D-62C8-A1F03C78C867}"/>
                        </a:ext>
                      </a:extLst>
                    </p:cNvPr>
                    <p:cNvGrpSpPr/>
                    <p:nvPr/>
                  </p:nvGrpSpPr>
                  <p:grpSpPr>
                    <a:xfrm flipH="1">
                      <a:off x="6478587" y="4022061"/>
                      <a:ext cx="214313" cy="214313"/>
                      <a:chOff x="5354637" y="3446463"/>
                      <a:chExt cx="214313" cy="214313"/>
                    </a:xfrm>
                  </p:grpSpPr>
                  <p:sp>
                    <p:nvSpPr>
                      <p:cNvPr id="23956" name="Arc 23955">
                        <a:extLst>
                          <a:ext uri="{FF2B5EF4-FFF2-40B4-BE49-F238E27FC236}">
                            <a16:creationId xmlns:a16="http://schemas.microsoft.com/office/drawing/2014/main" id="{231F4423-6E39-96F8-5CAC-8F21DBDCAB2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957" name="Arc 23956">
                        <a:extLst>
                          <a:ext uri="{FF2B5EF4-FFF2-40B4-BE49-F238E27FC236}">
                            <a16:creationId xmlns:a16="http://schemas.microsoft.com/office/drawing/2014/main" id="{CE5B91E2-86B3-9930-6B84-182CC77C606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949" name="Group 23948">
                      <a:extLst>
                        <a:ext uri="{FF2B5EF4-FFF2-40B4-BE49-F238E27FC236}">
                          <a16:creationId xmlns:a16="http://schemas.microsoft.com/office/drawing/2014/main" id="{D5F54073-2593-8435-DB91-72F13946269C}"/>
                        </a:ext>
                      </a:extLst>
                    </p:cNvPr>
                    <p:cNvGrpSpPr/>
                    <p:nvPr/>
                  </p:nvGrpSpPr>
                  <p:grpSpPr>
                    <a:xfrm rot="7200000" flipH="1">
                      <a:off x="6434137" y="3977611"/>
                      <a:ext cx="303213" cy="303213"/>
                      <a:chOff x="5354637" y="3446463"/>
                      <a:chExt cx="214313" cy="214313"/>
                    </a:xfrm>
                  </p:grpSpPr>
                  <p:sp>
                    <p:nvSpPr>
                      <p:cNvPr id="23954" name="Arc 23953">
                        <a:extLst>
                          <a:ext uri="{FF2B5EF4-FFF2-40B4-BE49-F238E27FC236}">
                            <a16:creationId xmlns:a16="http://schemas.microsoft.com/office/drawing/2014/main" id="{F84E58D4-6FBE-9C95-3476-602D4A64AFC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955" name="Arc 23954">
                        <a:extLst>
                          <a:ext uri="{FF2B5EF4-FFF2-40B4-BE49-F238E27FC236}">
                            <a16:creationId xmlns:a16="http://schemas.microsoft.com/office/drawing/2014/main" id="{C6D7BE49-91BB-C2A3-A878-2D6776AF6E0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950" name="Group 23949">
                      <a:extLst>
                        <a:ext uri="{FF2B5EF4-FFF2-40B4-BE49-F238E27FC236}">
                          <a16:creationId xmlns:a16="http://schemas.microsoft.com/office/drawing/2014/main" id="{618B4145-BEF8-FD54-5CAB-9DFA204D749D}"/>
                        </a:ext>
                      </a:extLst>
                    </p:cNvPr>
                    <p:cNvGrpSpPr/>
                    <p:nvPr/>
                  </p:nvGrpSpPr>
                  <p:grpSpPr>
                    <a:xfrm rot="14400000" flipH="1">
                      <a:off x="6389147" y="3932622"/>
                      <a:ext cx="393192" cy="393192"/>
                      <a:chOff x="5354637" y="3446463"/>
                      <a:chExt cx="214313" cy="214313"/>
                    </a:xfrm>
                  </p:grpSpPr>
                  <p:sp>
                    <p:nvSpPr>
                      <p:cNvPr id="23952" name="Arc 23951">
                        <a:extLst>
                          <a:ext uri="{FF2B5EF4-FFF2-40B4-BE49-F238E27FC236}">
                            <a16:creationId xmlns:a16="http://schemas.microsoft.com/office/drawing/2014/main" id="{C5D166C2-F2AA-2A33-6748-CEF9A6927ED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953" name="Arc 23952">
                        <a:extLst>
                          <a:ext uri="{FF2B5EF4-FFF2-40B4-BE49-F238E27FC236}">
                            <a16:creationId xmlns:a16="http://schemas.microsoft.com/office/drawing/2014/main" id="{07CF56B7-88E8-C70E-463E-A408A1351AD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951" name="TextBox 23950">
                      <a:extLst>
                        <a:ext uri="{FF2B5EF4-FFF2-40B4-BE49-F238E27FC236}">
                          <a16:creationId xmlns:a16="http://schemas.microsoft.com/office/drawing/2014/main" id="{0FBA6F5B-4409-0A08-55DC-BC1C3C196211}"/>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897" name="Group 23896">
                  <a:extLst>
                    <a:ext uri="{FF2B5EF4-FFF2-40B4-BE49-F238E27FC236}">
                      <a16:creationId xmlns:a16="http://schemas.microsoft.com/office/drawing/2014/main" id="{03C0D3C8-7EAD-0006-2BB6-01658BF71899}"/>
                    </a:ext>
                  </a:extLst>
                </p:cNvPr>
                <p:cNvGrpSpPr/>
                <p:nvPr/>
              </p:nvGrpSpPr>
              <p:grpSpPr>
                <a:xfrm>
                  <a:off x="6069086" y="3246228"/>
                  <a:ext cx="1019224" cy="991639"/>
                  <a:chOff x="5886431" y="3225768"/>
                  <a:chExt cx="1019224" cy="991639"/>
                </a:xfrm>
              </p:grpSpPr>
              <p:grpSp>
                <p:nvGrpSpPr>
                  <p:cNvPr id="23898" name="Group 23897">
                    <a:extLst>
                      <a:ext uri="{FF2B5EF4-FFF2-40B4-BE49-F238E27FC236}">
                        <a16:creationId xmlns:a16="http://schemas.microsoft.com/office/drawing/2014/main" id="{4B32E73F-46EA-8285-41E8-9FB2AF07EBEC}"/>
                      </a:ext>
                    </a:extLst>
                  </p:cNvPr>
                  <p:cNvGrpSpPr/>
                  <p:nvPr/>
                </p:nvGrpSpPr>
                <p:grpSpPr>
                  <a:xfrm>
                    <a:off x="6197413" y="3824215"/>
                    <a:ext cx="393192" cy="393192"/>
                    <a:chOff x="5265196" y="3357021"/>
                    <a:chExt cx="393192" cy="393192"/>
                  </a:xfrm>
                </p:grpSpPr>
                <p:grpSp>
                  <p:nvGrpSpPr>
                    <p:cNvPr id="23933" name="Group 23932">
                      <a:extLst>
                        <a:ext uri="{FF2B5EF4-FFF2-40B4-BE49-F238E27FC236}">
                          <a16:creationId xmlns:a16="http://schemas.microsoft.com/office/drawing/2014/main" id="{3FA19FC3-08D3-57C2-3F43-438495F16725}"/>
                        </a:ext>
                      </a:extLst>
                    </p:cNvPr>
                    <p:cNvGrpSpPr/>
                    <p:nvPr/>
                  </p:nvGrpSpPr>
                  <p:grpSpPr>
                    <a:xfrm rot="14400000">
                      <a:off x="5265196" y="3357021"/>
                      <a:ext cx="393192" cy="393192"/>
                      <a:chOff x="5354637" y="3446463"/>
                      <a:chExt cx="214313" cy="214313"/>
                    </a:xfrm>
                  </p:grpSpPr>
                  <p:sp>
                    <p:nvSpPr>
                      <p:cNvPr id="23942" name="Arc 23941">
                        <a:extLst>
                          <a:ext uri="{FF2B5EF4-FFF2-40B4-BE49-F238E27FC236}">
                            <a16:creationId xmlns:a16="http://schemas.microsoft.com/office/drawing/2014/main" id="{05E80C3E-287E-0DB6-FE52-31AD3A706F1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943" name="Arc 23942">
                        <a:extLst>
                          <a:ext uri="{FF2B5EF4-FFF2-40B4-BE49-F238E27FC236}">
                            <a16:creationId xmlns:a16="http://schemas.microsoft.com/office/drawing/2014/main" id="{10C03571-8A4C-48ED-D97F-8ED6B0EBA88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934" name="Group 23933">
                      <a:extLst>
                        <a:ext uri="{FF2B5EF4-FFF2-40B4-BE49-F238E27FC236}">
                          <a16:creationId xmlns:a16="http://schemas.microsoft.com/office/drawing/2014/main" id="{E99CE14D-4629-49B1-428C-9C51AAD40AD2}"/>
                        </a:ext>
                      </a:extLst>
                    </p:cNvPr>
                    <p:cNvGrpSpPr/>
                    <p:nvPr/>
                  </p:nvGrpSpPr>
                  <p:grpSpPr>
                    <a:xfrm>
                      <a:off x="5310186" y="3402011"/>
                      <a:ext cx="303213" cy="303213"/>
                      <a:chOff x="5310186" y="3402011"/>
                      <a:chExt cx="303213" cy="303213"/>
                    </a:xfrm>
                  </p:grpSpPr>
                  <p:grpSp>
                    <p:nvGrpSpPr>
                      <p:cNvPr id="23935" name="Group 23934">
                        <a:extLst>
                          <a:ext uri="{FF2B5EF4-FFF2-40B4-BE49-F238E27FC236}">
                            <a16:creationId xmlns:a16="http://schemas.microsoft.com/office/drawing/2014/main" id="{C6AEDBF8-8C33-472A-9150-92DE66A82999}"/>
                          </a:ext>
                        </a:extLst>
                      </p:cNvPr>
                      <p:cNvGrpSpPr/>
                      <p:nvPr/>
                    </p:nvGrpSpPr>
                    <p:grpSpPr>
                      <a:xfrm>
                        <a:off x="5354636" y="3446461"/>
                        <a:ext cx="214313" cy="214313"/>
                        <a:chOff x="5354637" y="3446463"/>
                        <a:chExt cx="214313" cy="214313"/>
                      </a:xfrm>
                    </p:grpSpPr>
                    <p:sp>
                      <p:nvSpPr>
                        <p:cNvPr id="23940" name="Arc 23939">
                          <a:extLst>
                            <a:ext uri="{FF2B5EF4-FFF2-40B4-BE49-F238E27FC236}">
                              <a16:creationId xmlns:a16="http://schemas.microsoft.com/office/drawing/2014/main" id="{6D3324B7-DEAB-BEC3-6C02-EBCD6C1B382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941" name="Arc 23940">
                          <a:extLst>
                            <a:ext uri="{FF2B5EF4-FFF2-40B4-BE49-F238E27FC236}">
                              <a16:creationId xmlns:a16="http://schemas.microsoft.com/office/drawing/2014/main" id="{F5B44D50-5B5B-58A9-F22C-6759B662015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936" name="Group 23935">
                        <a:extLst>
                          <a:ext uri="{FF2B5EF4-FFF2-40B4-BE49-F238E27FC236}">
                            <a16:creationId xmlns:a16="http://schemas.microsoft.com/office/drawing/2014/main" id="{52486529-E64A-2276-90CA-E267E90D9FCE}"/>
                          </a:ext>
                        </a:extLst>
                      </p:cNvPr>
                      <p:cNvGrpSpPr/>
                      <p:nvPr/>
                    </p:nvGrpSpPr>
                    <p:grpSpPr>
                      <a:xfrm rot="7200000">
                        <a:off x="5310186" y="3402011"/>
                        <a:ext cx="303213" cy="303213"/>
                        <a:chOff x="5354637" y="3446463"/>
                        <a:chExt cx="214313" cy="214313"/>
                      </a:xfrm>
                    </p:grpSpPr>
                    <p:sp>
                      <p:nvSpPr>
                        <p:cNvPr id="23938" name="Arc 23937">
                          <a:extLst>
                            <a:ext uri="{FF2B5EF4-FFF2-40B4-BE49-F238E27FC236}">
                              <a16:creationId xmlns:a16="http://schemas.microsoft.com/office/drawing/2014/main" id="{4C366584-92F9-A5E6-E261-26959ED800B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939" name="Arc 23938">
                          <a:extLst>
                            <a:ext uri="{FF2B5EF4-FFF2-40B4-BE49-F238E27FC236}">
                              <a16:creationId xmlns:a16="http://schemas.microsoft.com/office/drawing/2014/main" id="{6918F303-B09A-635A-5317-232F6D41E36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937" name="TextBox 23936">
                        <a:extLst>
                          <a:ext uri="{FF2B5EF4-FFF2-40B4-BE49-F238E27FC236}">
                            <a16:creationId xmlns:a16="http://schemas.microsoft.com/office/drawing/2014/main" id="{6AD0CA27-05CC-C9CC-11C7-C585AD9CB9F8}"/>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899" name="Group 23898">
                    <a:extLst>
                      <a:ext uri="{FF2B5EF4-FFF2-40B4-BE49-F238E27FC236}">
                        <a16:creationId xmlns:a16="http://schemas.microsoft.com/office/drawing/2014/main" id="{B674B4EE-912D-AF3B-DAEF-06F047A6D8A5}"/>
                      </a:ext>
                    </a:extLst>
                  </p:cNvPr>
                  <p:cNvGrpSpPr/>
                  <p:nvPr/>
                </p:nvGrpSpPr>
                <p:grpSpPr>
                  <a:xfrm>
                    <a:off x="5886431" y="3525040"/>
                    <a:ext cx="393192" cy="393192"/>
                    <a:chOff x="5265196" y="3932619"/>
                    <a:chExt cx="393192" cy="393192"/>
                  </a:xfrm>
                </p:grpSpPr>
                <p:grpSp>
                  <p:nvGrpSpPr>
                    <p:cNvPr id="23923" name="Group 23922">
                      <a:extLst>
                        <a:ext uri="{FF2B5EF4-FFF2-40B4-BE49-F238E27FC236}">
                          <a16:creationId xmlns:a16="http://schemas.microsoft.com/office/drawing/2014/main" id="{04A9CFA2-5389-880D-E544-4A7C2835C348}"/>
                        </a:ext>
                      </a:extLst>
                    </p:cNvPr>
                    <p:cNvGrpSpPr/>
                    <p:nvPr/>
                  </p:nvGrpSpPr>
                  <p:grpSpPr>
                    <a:xfrm>
                      <a:off x="5354636" y="4022061"/>
                      <a:ext cx="214313" cy="214313"/>
                      <a:chOff x="5354637" y="3446463"/>
                      <a:chExt cx="214313" cy="214313"/>
                    </a:xfrm>
                  </p:grpSpPr>
                  <p:sp>
                    <p:nvSpPr>
                      <p:cNvPr id="23931" name="Arc 23930">
                        <a:extLst>
                          <a:ext uri="{FF2B5EF4-FFF2-40B4-BE49-F238E27FC236}">
                            <a16:creationId xmlns:a16="http://schemas.microsoft.com/office/drawing/2014/main" id="{83A68642-F785-ED34-2860-B784F7515D0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932" name="Arc 23931">
                        <a:extLst>
                          <a:ext uri="{FF2B5EF4-FFF2-40B4-BE49-F238E27FC236}">
                            <a16:creationId xmlns:a16="http://schemas.microsoft.com/office/drawing/2014/main" id="{03A22243-C0FE-BF5D-C1C3-00C1000FEDA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924" name="Group 23923">
                      <a:extLst>
                        <a:ext uri="{FF2B5EF4-FFF2-40B4-BE49-F238E27FC236}">
                          <a16:creationId xmlns:a16="http://schemas.microsoft.com/office/drawing/2014/main" id="{FE7F8199-9545-4B2E-19A9-1CEB9C9EEB8E}"/>
                        </a:ext>
                      </a:extLst>
                    </p:cNvPr>
                    <p:cNvGrpSpPr/>
                    <p:nvPr/>
                  </p:nvGrpSpPr>
                  <p:grpSpPr>
                    <a:xfrm rot="14400000">
                      <a:off x="5310186" y="3977611"/>
                      <a:ext cx="303213" cy="303213"/>
                      <a:chOff x="5354637" y="3446463"/>
                      <a:chExt cx="214313" cy="214313"/>
                    </a:xfrm>
                  </p:grpSpPr>
                  <p:sp>
                    <p:nvSpPr>
                      <p:cNvPr id="23929" name="Arc 23928">
                        <a:extLst>
                          <a:ext uri="{FF2B5EF4-FFF2-40B4-BE49-F238E27FC236}">
                            <a16:creationId xmlns:a16="http://schemas.microsoft.com/office/drawing/2014/main" id="{E533279D-77A1-5F44-4E13-3E8C105CBD5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930" name="Arc 23929">
                        <a:extLst>
                          <a:ext uri="{FF2B5EF4-FFF2-40B4-BE49-F238E27FC236}">
                            <a16:creationId xmlns:a16="http://schemas.microsoft.com/office/drawing/2014/main" id="{1E8C61C3-BF9E-CDB4-8360-2B93CEDE2FC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925" name="Group 23924">
                      <a:extLst>
                        <a:ext uri="{FF2B5EF4-FFF2-40B4-BE49-F238E27FC236}">
                          <a16:creationId xmlns:a16="http://schemas.microsoft.com/office/drawing/2014/main" id="{31D68FB8-9561-D189-E121-29C44068CACA}"/>
                        </a:ext>
                      </a:extLst>
                    </p:cNvPr>
                    <p:cNvGrpSpPr/>
                    <p:nvPr/>
                  </p:nvGrpSpPr>
                  <p:grpSpPr>
                    <a:xfrm rot="7200000">
                      <a:off x="5265196" y="3932619"/>
                      <a:ext cx="393192" cy="393192"/>
                      <a:chOff x="5354637" y="3446463"/>
                      <a:chExt cx="214313" cy="214313"/>
                    </a:xfrm>
                  </p:grpSpPr>
                  <p:sp>
                    <p:nvSpPr>
                      <p:cNvPr id="23927" name="Arc 23926">
                        <a:extLst>
                          <a:ext uri="{FF2B5EF4-FFF2-40B4-BE49-F238E27FC236}">
                            <a16:creationId xmlns:a16="http://schemas.microsoft.com/office/drawing/2014/main" id="{5F8E78F9-27CE-097F-865B-66794F6A889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928" name="Arc 23927">
                        <a:extLst>
                          <a:ext uri="{FF2B5EF4-FFF2-40B4-BE49-F238E27FC236}">
                            <a16:creationId xmlns:a16="http://schemas.microsoft.com/office/drawing/2014/main" id="{F40CF1DA-C01D-64AF-6F14-91B8D9508BD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926" name="TextBox 23925">
                      <a:extLst>
                        <a:ext uri="{FF2B5EF4-FFF2-40B4-BE49-F238E27FC236}">
                          <a16:creationId xmlns:a16="http://schemas.microsoft.com/office/drawing/2014/main" id="{7196195E-AF21-1542-6689-E5A8C4B9442D}"/>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3900" name="Group 23899">
                    <a:extLst>
                      <a:ext uri="{FF2B5EF4-FFF2-40B4-BE49-F238E27FC236}">
                        <a16:creationId xmlns:a16="http://schemas.microsoft.com/office/drawing/2014/main" id="{6206E4F4-F0A4-90AE-0EEB-D5BAC9EEEAC8}"/>
                      </a:ext>
                    </a:extLst>
                  </p:cNvPr>
                  <p:cNvGrpSpPr/>
                  <p:nvPr/>
                </p:nvGrpSpPr>
                <p:grpSpPr>
                  <a:xfrm>
                    <a:off x="6512463" y="3525040"/>
                    <a:ext cx="393192" cy="393192"/>
                    <a:chOff x="6389147" y="3357021"/>
                    <a:chExt cx="393192" cy="393192"/>
                  </a:xfrm>
                </p:grpSpPr>
                <p:grpSp>
                  <p:nvGrpSpPr>
                    <p:cNvPr id="23912" name="Group 23911">
                      <a:extLst>
                        <a:ext uri="{FF2B5EF4-FFF2-40B4-BE49-F238E27FC236}">
                          <a16:creationId xmlns:a16="http://schemas.microsoft.com/office/drawing/2014/main" id="{631ED10A-666E-7A38-EE79-958BBB617C6C}"/>
                        </a:ext>
                      </a:extLst>
                    </p:cNvPr>
                    <p:cNvGrpSpPr/>
                    <p:nvPr/>
                  </p:nvGrpSpPr>
                  <p:grpSpPr>
                    <a:xfrm rot="7200000" flipH="1">
                      <a:off x="6389147" y="3357021"/>
                      <a:ext cx="393192" cy="393192"/>
                      <a:chOff x="5354637" y="3446463"/>
                      <a:chExt cx="214313" cy="214313"/>
                    </a:xfrm>
                  </p:grpSpPr>
                  <p:sp>
                    <p:nvSpPr>
                      <p:cNvPr id="23921" name="Arc 23920">
                        <a:extLst>
                          <a:ext uri="{FF2B5EF4-FFF2-40B4-BE49-F238E27FC236}">
                            <a16:creationId xmlns:a16="http://schemas.microsoft.com/office/drawing/2014/main" id="{4A7AB47D-1F72-62DF-0D2E-727F5FE322E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922" name="Arc 23921">
                        <a:extLst>
                          <a:ext uri="{FF2B5EF4-FFF2-40B4-BE49-F238E27FC236}">
                            <a16:creationId xmlns:a16="http://schemas.microsoft.com/office/drawing/2014/main" id="{682A9133-E1A6-C402-D98B-7DD392D8B1E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913" name="Group 23912">
                      <a:extLst>
                        <a:ext uri="{FF2B5EF4-FFF2-40B4-BE49-F238E27FC236}">
                          <a16:creationId xmlns:a16="http://schemas.microsoft.com/office/drawing/2014/main" id="{1DF521BA-D34B-5714-AB3A-7A39257DD6CB}"/>
                        </a:ext>
                      </a:extLst>
                    </p:cNvPr>
                    <p:cNvGrpSpPr/>
                    <p:nvPr/>
                  </p:nvGrpSpPr>
                  <p:grpSpPr>
                    <a:xfrm>
                      <a:off x="6434137" y="3402011"/>
                      <a:ext cx="303213" cy="303213"/>
                      <a:chOff x="6434137" y="3402011"/>
                      <a:chExt cx="303213" cy="303213"/>
                    </a:xfrm>
                  </p:grpSpPr>
                  <p:grpSp>
                    <p:nvGrpSpPr>
                      <p:cNvPr id="23914" name="Group 23913">
                        <a:extLst>
                          <a:ext uri="{FF2B5EF4-FFF2-40B4-BE49-F238E27FC236}">
                            <a16:creationId xmlns:a16="http://schemas.microsoft.com/office/drawing/2014/main" id="{8FF5F08F-541D-F8F3-F32B-B89062EFE0CA}"/>
                          </a:ext>
                        </a:extLst>
                      </p:cNvPr>
                      <p:cNvGrpSpPr/>
                      <p:nvPr/>
                    </p:nvGrpSpPr>
                    <p:grpSpPr>
                      <a:xfrm flipH="1">
                        <a:off x="6478587" y="3446461"/>
                        <a:ext cx="214313" cy="214313"/>
                        <a:chOff x="5354637" y="3446463"/>
                        <a:chExt cx="214313" cy="214313"/>
                      </a:xfrm>
                    </p:grpSpPr>
                    <p:sp>
                      <p:nvSpPr>
                        <p:cNvPr id="23919" name="Arc 23918">
                          <a:extLst>
                            <a:ext uri="{FF2B5EF4-FFF2-40B4-BE49-F238E27FC236}">
                              <a16:creationId xmlns:a16="http://schemas.microsoft.com/office/drawing/2014/main" id="{4C130939-185B-3673-5E59-298B18C5865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920" name="Arc 23919">
                          <a:extLst>
                            <a:ext uri="{FF2B5EF4-FFF2-40B4-BE49-F238E27FC236}">
                              <a16:creationId xmlns:a16="http://schemas.microsoft.com/office/drawing/2014/main" id="{DE6704CE-414B-946D-A34D-68B041CC60E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915" name="Group 23914">
                        <a:extLst>
                          <a:ext uri="{FF2B5EF4-FFF2-40B4-BE49-F238E27FC236}">
                            <a16:creationId xmlns:a16="http://schemas.microsoft.com/office/drawing/2014/main" id="{260658D7-FBE9-CE1F-16BC-3D7D18AE4632}"/>
                          </a:ext>
                        </a:extLst>
                      </p:cNvPr>
                      <p:cNvGrpSpPr/>
                      <p:nvPr/>
                    </p:nvGrpSpPr>
                    <p:grpSpPr>
                      <a:xfrm rot="14400000" flipH="1">
                        <a:off x="6434137" y="3402011"/>
                        <a:ext cx="303213" cy="303213"/>
                        <a:chOff x="5354637" y="3446463"/>
                        <a:chExt cx="214313" cy="214313"/>
                      </a:xfrm>
                    </p:grpSpPr>
                    <p:sp>
                      <p:nvSpPr>
                        <p:cNvPr id="23917" name="Arc 23916">
                          <a:extLst>
                            <a:ext uri="{FF2B5EF4-FFF2-40B4-BE49-F238E27FC236}">
                              <a16:creationId xmlns:a16="http://schemas.microsoft.com/office/drawing/2014/main" id="{F165A03D-1F7A-37F8-C4DF-AC16DA4B73C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918" name="Arc 23917">
                          <a:extLst>
                            <a:ext uri="{FF2B5EF4-FFF2-40B4-BE49-F238E27FC236}">
                              <a16:creationId xmlns:a16="http://schemas.microsoft.com/office/drawing/2014/main" id="{9B4EB6B8-5D26-2CDD-F818-9A0D4EA5670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916" name="TextBox 23915">
                        <a:extLst>
                          <a:ext uri="{FF2B5EF4-FFF2-40B4-BE49-F238E27FC236}">
                            <a16:creationId xmlns:a16="http://schemas.microsoft.com/office/drawing/2014/main" id="{727E9370-5147-2B07-595F-06C05BA4F589}"/>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901" name="Group 23900">
                    <a:extLst>
                      <a:ext uri="{FF2B5EF4-FFF2-40B4-BE49-F238E27FC236}">
                        <a16:creationId xmlns:a16="http://schemas.microsoft.com/office/drawing/2014/main" id="{2A4991DC-AB9B-89B1-81F5-E33313E2E1D3}"/>
                      </a:ext>
                    </a:extLst>
                  </p:cNvPr>
                  <p:cNvGrpSpPr/>
                  <p:nvPr/>
                </p:nvGrpSpPr>
                <p:grpSpPr>
                  <a:xfrm>
                    <a:off x="6197413" y="3225768"/>
                    <a:ext cx="393192" cy="393192"/>
                    <a:chOff x="6389147" y="3932622"/>
                    <a:chExt cx="393192" cy="393192"/>
                  </a:xfrm>
                </p:grpSpPr>
                <p:grpSp>
                  <p:nvGrpSpPr>
                    <p:cNvPr id="23902" name="Group 23901">
                      <a:extLst>
                        <a:ext uri="{FF2B5EF4-FFF2-40B4-BE49-F238E27FC236}">
                          <a16:creationId xmlns:a16="http://schemas.microsoft.com/office/drawing/2014/main" id="{1FF033F7-8A25-116F-1AC4-6D70BB23A374}"/>
                        </a:ext>
                      </a:extLst>
                    </p:cNvPr>
                    <p:cNvGrpSpPr/>
                    <p:nvPr/>
                  </p:nvGrpSpPr>
                  <p:grpSpPr>
                    <a:xfrm flipH="1">
                      <a:off x="6478587" y="4022061"/>
                      <a:ext cx="214313" cy="214313"/>
                      <a:chOff x="5354637" y="3446463"/>
                      <a:chExt cx="214313" cy="214313"/>
                    </a:xfrm>
                  </p:grpSpPr>
                  <p:sp>
                    <p:nvSpPr>
                      <p:cNvPr id="23910" name="Arc 23909">
                        <a:extLst>
                          <a:ext uri="{FF2B5EF4-FFF2-40B4-BE49-F238E27FC236}">
                            <a16:creationId xmlns:a16="http://schemas.microsoft.com/office/drawing/2014/main" id="{CEA28D58-AD3C-82CB-FD83-5B87D99C122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911" name="Arc 23910">
                        <a:extLst>
                          <a:ext uri="{FF2B5EF4-FFF2-40B4-BE49-F238E27FC236}">
                            <a16:creationId xmlns:a16="http://schemas.microsoft.com/office/drawing/2014/main" id="{86113325-4E34-AAE7-CC5F-B9856175F6E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903" name="Group 23902">
                      <a:extLst>
                        <a:ext uri="{FF2B5EF4-FFF2-40B4-BE49-F238E27FC236}">
                          <a16:creationId xmlns:a16="http://schemas.microsoft.com/office/drawing/2014/main" id="{02275F33-5CEB-F194-635C-590361EBA21E}"/>
                        </a:ext>
                      </a:extLst>
                    </p:cNvPr>
                    <p:cNvGrpSpPr/>
                    <p:nvPr/>
                  </p:nvGrpSpPr>
                  <p:grpSpPr>
                    <a:xfrm rot="7200000" flipH="1">
                      <a:off x="6434137" y="3977611"/>
                      <a:ext cx="303213" cy="303213"/>
                      <a:chOff x="5354637" y="3446463"/>
                      <a:chExt cx="214313" cy="214313"/>
                    </a:xfrm>
                  </p:grpSpPr>
                  <p:sp>
                    <p:nvSpPr>
                      <p:cNvPr id="23908" name="Arc 23907">
                        <a:extLst>
                          <a:ext uri="{FF2B5EF4-FFF2-40B4-BE49-F238E27FC236}">
                            <a16:creationId xmlns:a16="http://schemas.microsoft.com/office/drawing/2014/main" id="{062B3866-337C-3688-F911-9B06E6CD429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909" name="Arc 23908">
                        <a:extLst>
                          <a:ext uri="{FF2B5EF4-FFF2-40B4-BE49-F238E27FC236}">
                            <a16:creationId xmlns:a16="http://schemas.microsoft.com/office/drawing/2014/main" id="{D10CC234-BC4F-4F43-0763-71D7C85FA92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904" name="Group 23903">
                      <a:extLst>
                        <a:ext uri="{FF2B5EF4-FFF2-40B4-BE49-F238E27FC236}">
                          <a16:creationId xmlns:a16="http://schemas.microsoft.com/office/drawing/2014/main" id="{38F7A7ED-8644-2C31-82D1-D6130E72580D}"/>
                        </a:ext>
                      </a:extLst>
                    </p:cNvPr>
                    <p:cNvGrpSpPr/>
                    <p:nvPr/>
                  </p:nvGrpSpPr>
                  <p:grpSpPr>
                    <a:xfrm rot="14400000" flipH="1">
                      <a:off x="6389147" y="3932622"/>
                      <a:ext cx="393192" cy="393192"/>
                      <a:chOff x="5354637" y="3446463"/>
                      <a:chExt cx="214313" cy="214313"/>
                    </a:xfrm>
                  </p:grpSpPr>
                  <p:sp>
                    <p:nvSpPr>
                      <p:cNvPr id="23906" name="Arc 23905">
                        <a:extLst>
                          <a:ext uri="{FF2B5EF4-FFF2-40B4-BE49-F238E27FC236}">
                            <a16:creationId xmlns:a16="http://schemas.microsoft.com/office/drawing/2014/main" id="{4877070D-07D0-B188-B68A-EE8C2350642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907" name="Arc 23906">
                        <a:extLst>
                          <a:ext uri="{FF2B5EF4-FFF2-40B4-BE49-F238E27FC236}">
                            <a16:creationId xmlns:a16="http://schemas.microsoft.com/office/drawing/2014/main" id="{47274535-69BE-0F15-4208-1A0A080F82F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905" name="TextBox 23904">
                      <a:extLst>
                        <a:ext uri="{FF2B5EF4-FFF2-40B4-BE49-F238E27FC236}">
                          <a16:creationId xmlns:a16="http://schemas.microsoft.com/office/drawing/2014/main" id="{D3641FFF-46CF-E6E2-0591-D901576FB7DC}"/>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21411" name="Group 21410">
              <a:extLst>
                <a:ext uri="{FF2B5EF4-FFF2-40B4-BE49-F238E27FC236}">
                  <a16:creationId xmlns:a16="http://schemas.microsoft.com/office/drawing/2014/main" id="{FBA90132-DBEA-CF83-D1A0-5C5F6CDB2DD3}"/>
                </a:ext>
              </a:extLst>
            </p:cNvPr>
            <p:cNvGrpSpPr/>
            <p:nvPr/>
          </p:nvGrpSpPr>
          <p:grpSpPr>
            <a:xfrm>
              <a:off x="5981315" y="745999"/>
              <a:ext cx="2263438" cy="2198360"/>
              <a:chOff x="5445106" y="2039507"/>
              <a:chExt cx="2263438" cy="2198360"/>
            </a:xfrm>
          </p:grpSpPr>
          <p:grpSp>
            <p:nvGrpSpPr>
              <p:cNvPr id="23704" name="Group 23703">
                <a:extLst>
                  <a:ext uri="{FF2B5EF4-FFF2-40B4-BE49-F238E27FC236}">
                    <a16:creationId xmlns:a16="http://schemas.microsoft.com/office/drawing/2014/main" id="{E6978DBC-C7E7-2547-B9E0-6A704E4404A1}"/>
                  </a:ext>
                </a:extLst>
              </p:cNvPr>
              <p:cNvGrpSpPr/>
              <p:nvPr/>
            </p:nvGrpSpPr>
            <p:grpSpPr>
              <a:xfrm>
                <a:off x="5445106" y="2644743"/>
                <a:ext cx="1643204" cy="1593124"/>
                <a:chOff x="5445106" y="2644743"/>
                <a:chExt cx="1643204" cy="1593124"/>
              </a:xfrm>
            </p:grpSpPr>
            <p:grpSp>
              <p:nvGrpSpPr>
                <p:cNvPr id="23800" name="Group 23799">
                  <a:extLst>
                    <a:ext uri="{FF2B5EF4-FFF2-40B4-BE49-F238E27FC236}">
                      <a16:creationId xmlns:a16="http://schemas.microsoft.com/office/drawing/2014/main" id="{9D8E862A-7D9C-2A0A-D4E5-B99E224417BD}"/>
                    </a:ext>
                  </a:extLst>
                </p:cNvPr>
                <p:cNvGrpSpPr/>
                <p:nvPr/>
              </p:nvGrpSpPr>
              <p:grpSpPr>
                <a:xfrm>
                  <a:off x="5445106" y="2644743"/>
                  <a:ext cx="1019224" cy="991639"/>
                  <a:chOff x="5886431" y="3225768"/>
                  <a:chExt cx="1019224" cy="991639"/>
                </a:xfrm>
              </p:grpSpPr>
              <p:grpSp>
                <p:nvGrpSpPr>
                  <p:cNvPr id="23848" name="Group 23847">
                    <a:extLst>
                      <a:ext uri="{FF2B5EF4-FFF2-40B4-BE49-F238E27FC236}">
                        <a16:creationId xmlns:a16="http://schemas.microsoft.com/office/drawing/2014/main" id="{A9418349-5FA0-F485-9560-8678CE0D09E3}"/>
                      </a:ext>
                    </a:extLst>
                  </p:cNvPr>
                  <p:cNvGrpSpPr/>
                  <p:nvPr/>
                </p:nvGrpSpPr>
                <p:grpSpPr>
                  <a:xfrm>
                    <a:off x="6197413" y="3824215"/>
                    <a:ext cx="393192" cy="393192"/>
                    <a:chOff x="5265196" y="3357021"/>
                    <a:chExt cx="393192" cy="393192"/>
                  </a:xfrm>
                </p:grpSpPr>
                <p:grpSp>
                  <p:nvGrpSpPr>
                    <p:cNvPr id="23883" name="Group 23882">
                      <a:extLst>
                        <a:ext uri="{FF2B5EF4-FFF2-40B4-BE49-F238E27FC236}">
                          <a16:creationId xmlns:a16="http://schemas.microsoft.com/office/drawing/2014/main" id="{D3CD00CD-D142-FF46-6DE8-501333A5B77F}"/>
                        </a:ext>
                      </a:extLst>
                    </p:cNvPr>
                    <p:cNvGrpSpPr/>
                    <p:nvPr/>
                  </p:nvGrpSpPr>
                  <p:grpSpPr>
                    <a:xfrm rot="14400000">
                      <a:off x="5265196" y="3357021"/>
                      <a:ext cx="393192" cy="393192"/>
                      <a:chOff x="5354637" y="3446463"/>
                      <a:chExt cx="214313" cy="214313"/>
                    </a:xfrm>
                  </p:grpSpPr>
                  <p:sp>
                    <p:nvSpPr>
                      <p:cNvPr id="23892" name="Arc 23891">
                        <a:extLst>
                          <a:ext uri="{FF2B5EF4-FFF2-40B4-BE49-F238E27FC236}">
                            <a16:creationId xmlns:a16="http://schemas.microsoft.com/office/drawing/2014/main" id="{A5E1C884-6E1E-F711-1DDE-84639A9C484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893" name="Arc 23892">
                        <a:extLst>
                          <a:ext uri="{FF2B5EF4-FFF2-40B4-BE49-F238E27FC236}">
                            <a16:creationId xmlns:a16="http://schemas.microsoft.com/office/drawing/2014/main" id="{140D9276-2AFC-D5C9-DF85-5DDF19E3B10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884" name="Group 23883">
                      <a:extLst>
                        <a:ext uri="{FF2B5EF4-FFF2-40B4-BE49-F238E27FC236}">
                          <a16:creationId xmlns:a16="http://schemas.microsoft.com/office/drawing/2014/main" id="{F9557D50-BDF2-19E8-D6A3-2999E20431A2}"/>
                        </a:ext>
                      </a:extLst>
                    </p:cNvPr>
                    <p:cNvGrpSpPr/>
                    <p:nvPr/>
                  </p:nvGrpSpPr>
                  <p:grpSpPr>
                    <a:xfrm>
                      <a:off x="5310186" y="3402011"/>
                      <a:ext cx="303213" cy="303213"/>
                      <a:chOff x="5310186" y="3402011"/>
                      <a:chExt cx="303213" cy="303213"/>
                    </a:xfrm>
                  </p:grpSpPr>
                  <p:grpSp>
                    <p:nvGrpSpPr>
                      <p:cNvPr id="23885" name="Group 23884">
                        <a:extLst>
                          <a:ext uri="{FF2B5EF4-FFF2-40B4-BE49-F238E27FC236}">
                            <a16:creationId xmlns:a16="http://schemas.microsoft.com/office/drawing/2014/main" id="{85E94027-2686-831E-9704-C7BB5DD21F4C}"/>
                          </a:ext>
                        </a:extLst>
                      </p:cNvPr>
                      <p:cNvGrpSpPr/>
                      <p:nvPr/>
                    </p:nvGrpSpPr>
                    <p:grpSpPr>
                      <a:xfrm>
                        <a:off x="5354636" y="3446461"/>
                        <a:ext cx="214313" cy="214313"/>
                        <a:chOff x="5354637" y="3446463"/>
                        <a:chExt cx="214313" cy="214313"/>
                      </a:xfrm>
                    </p:grpSpPr>
                    <p:sp>
                      <p:nvSpPr>
                        <p:cNvPr id="23890" name="Arc 23889">
                          <a:extLst>
                            <a:ext uri="{FF2B5EF4-FFF2-40B4-BE49-F238E27FC236}">
                              <a16:creationId xmlns:a16="http://schemas.microsoft.com/office/drawing/2014/main" id="{14D50F8B-062C-603A-7947-D25E59C4FCD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891" name="Arc 23890">
                          <a:extLst>
                            <a:ext uri="{FF2B5EF4-FFF2-40B4-BE49-F238E27FC236}">
                              <a16:creationId xmlns:a16="http://schemas.microsoft.com/office/drawing/2014/main" id="{E6658254-AA8A-CEDA-F29F-676E8CCEA00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886" name="Group 23885">
                        <a:extLst>
                          <a:ext uri="{FF2B5EF4-FFF2-40B4-BE49-F238E27FC236}">
                            <a16:creationId xmlns:a16="http://schemas.microsoft.com/office/drawing/2014/main" id="{6CC64C70-046D-9B7F-CF5C-277A69AF5565}"/>
                          </a:ext>
                        </a:extLst>
                      </p:cNvPr>
                      <p:cNvGrpSpPr/>
                      <p:nvPr/>
                    </p:nvGrpSpPr>
                    <p:grpSpPr>
                      <a:xfrm rot="7200000">
                        <a:off x="5310186" y="3402011"/>
                        <a:ext cx="303213" cy="303213"/>
                        <a:chOff x="5354637" y="3446463"/>
                        <a:chExt cx="214313" cy="214313"/>
                      </a:xfrm>
                    </p:grpSpPr>
                    <p:sp>
                      <p:nvSpPr>
                        <p:cNvPr id="23888" name="Arc 23887">
                          <a:extLst>
                            <a:ext uri="{FF2B5EF4-FFF2-40B4-BE49-F238E27FC236}">
                              <a16:creationId xmlns:a16="http://schemas.microsoft.com/office/drawing/2014/main" id="{6D1E9913-D5CF-039A-7F58-BF1D03B479B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889" name="Arc 23888">
                          <a:extLst>
                            <a:ext uri="{FF2B5EF4-FFF2-40B4-BE49-F238E27FC236}">
                              <a16:creationId xmlns:a16="http://schemas.microsoft.com/office/drawing/2014/main" id="{6BCA8896-B45A-8A54-AB48-A0F94F02231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887" name="TextBox 23886">
                        <a:extLst>
                          <a:ext uri="{FF2B5EF4-FFF2-40B4-BE49-F238E27FC236}">
                            <a16:creationId xmlns:a16="http://schemas.microsoft.com/office/drawing/2014/main" id="{B496990A-A117-7563-9DD1-CA758DC7F61F}"/>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849" name="Group 23848">
                    <a:extLst>
                      <a:ext uri="{FF2B5EF4-FFF2-40B4-BE49-F238E27FC236}">
                        <a16:creationId xmlns:a16="http://schemas.microsoft.com/office/drawing/2014/main" id="{E4D869AC-E2F8-B70E-5E84-3756B4BD9448}"/>
                      </a:ext>
                    </a:extLst>
                  </p:cNvPr>
                  <p:cNvGrpSpPr/>
                  <p:nvPr/>
                </p:nvGrpSpPr>
                <p:grpSpPr>
                  <a:xfrm>
                    <a:off x="5886431" y="3525040"/>
                    <a:ext cx="393192" cy="393192"/>
                    <a:chOff x="5265196" y="3932619"/>
                    <a:chExt cx="393192" cy="393192"/>
                  </a:xfrm>
                </p:grpSpPr>
                <p:grpSp>
                  <p:nvGrpSpPr>
                    <p:cNvPr id="23873" name="Group 23872">
                      <a:extLst>
                        <a:ext uri="{FF2B5EF4-FFF2-40B4-BE49-F238E27FC236}">
                          <a16:creationId xmlns:a16="http://schemas.microsoft.com/office/drawing/2014/main" id="{83B5A7A0-D2CE-5B92-DED8-FD870687247B}"/>
                        </a:ext>
                      </a:extLst>
                    </p:cNvPr>
                    <p:cNvGrpSpPr/>
                    <p:nvPr/>
                  </p:nvGrpSpPr>
                  <p:grpSpPr>
                    <a:xfrm>
                      <a:off x="5354636" y="4022061"/>
                      <a:ext cx="214313" cy="214313"/>
                      <a:chOff x="5354637" y="3446463"/>
                      <a:chExt cx="214313" cy="214313"/>
                    </a:xfrm>
                  </p:grpSpPr>
                  <p:sp>
                    <p:nvSpPr>
                      <p:cNvPr id="23881" name="Arc 23880">
                        <a:extLst>
                          <a:ext uri="{FF2B5EF4-FFF2-40B4-BE49-F238E27FC236}">
                            <a16:creationId xmlns:a16="http://schemas.microsoft.com/office/drawing/2014/main" id="{80082268-E073-B8DF-BF35-81352736F97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882" name="Arc 23881">
                        <a:extLst>
                          <a:ext uri="{FF2B5EF4-FFF2-40B4-BE49-F238E27FC236}">
                            <a16:creationId xmlns:a16="http://schemas.microsoft.com/office/drawing/2014/main" id="{B39F98CC-DA87-8DDC-B870-EC55EE9A002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874" name="Group 23873">
                      <a:extLst>
                        <a:ext uri="{FF2B5EF4-FFF2-40B4-BE49-F238E27FC236}">
                          <a16:creationId xmlns:a16="http://schemas.microsoft.com/office/drawing/2014/main" id="{6A4EE056-9472-FA2D-FFD8-BE83B133D7F3}"/>
                        </a:ext>
                      </a:extLst>
                    </p:cNvPr>
                    <p:cNvGrpSpPr/>
                    <p:nvPr/>
                  </p:nvGrpSpPr>
                  <p:grpSpPr>
                    <a:xfrm rot="14400000">
                      <a:off x="5310186" y="3977611"/>
                      <a:ext cx="303213" cy="303213"/>
                      <a:chOff x="5354637" y="3446463"/>
                      <a:chExt cx="214313" cy="214313"/>
                    </a:xfrm>
                  </p:grpSpPr>
                  <p:sp>
                    <p:nvSpPr>
                      <p:cNvPr id="23879" name="Arc 23878">
                        <a:extLst>
                          <a:ext uri="{FF2B5EF4-FFF2-40B4-BE49-F238E27FC236}">
                            <a16:creationId xmlns:a16="http://schemas.microsoft.com/office/drawing/2014/main" id="{94106FA8-0D57-C1F2-DBC9-F36B6F795D3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880" name="Arc 23879">
                        <a:extLst>
                          <a:ext uri="{FF2B5EF4-FFF2-40B4-BE49-F238E27FC236}">
                            <a16:creationId xmlns:a16="http://schemas.microsoft.com/office/drawing/2014/main" id="{DD4A3E9D-0D6D-EAE2-E133-56CFC8C87C2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875" name="Group 23874">
                      <a:extLst>
                        <a:ext uri="{FF2B5EF4-FFF2-40B4-BE49-F238E27FC236}">
                          <a16:creationId xmlns:a16="http://schemas.microsoft.com/office/drawing/2014/main" id="{CD2CAA41-DF64-A66F-BDCC-CCADDE6E12EB}"/>
                        </a:ext>
                      </a:extLst>
                    </p:cNvPr>
                    <p:cNvGrpSpPr/>
                    <p:nvPr/>
                  </p:nvGrpSpPr>
                  <p:grpSpPr>
                    <a:xfrm rot="7200000">
                      <a:off x="5265196" y="3932619"/>
                      <a:ext cx="393192" cy="393192"/>
                      <a:chOff x="5354637" y="3446463"/>
                      <a:chExt cx="214313" cy="214313"/>
                    </a:xfrm>
                  </p:grpSpPr>
                  <p:sp>
                    <p:nvSpPr>
                      <p:cNvPr id="23877" name="Arc 23876">
                        <a:extLst>
                          <a:ext uri="{FF2B5EF4-FFF2-40B4-BE49-F238E27FC236}">
                            <a16:creationId xmlns:a16="http://schemas.microsoft.com/office/drawing/2014/main" id="{A96CC843-6AC1-BA1F-3FEF-1CDB3679834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878" name="Arc 23877">
                        <a:extLst>
                          <a:ext uri="{FF2B5EF4-FFF2-40B4-BE49-F238E27FC236}">
                            <a16:creationId xmlns:a16="http://schemas.microsoft.com/office/drawing/2014/main" id="{A3642D2F-4D6A-ACF0-2373-ACEE7DB019E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876" name="TextBox 23875">
                      <a:extLst>
                        <a:ext uri="{FF2B5EF4-FFF2-40B4-BE49-F238E27FC236}">
                          <a16:creationId xmlns:a16="http://schemas.microsoft.com/office/drawing/2014/main" id="{3D2280C6-0C95-E1A8-7192-1673DCF3E25B}"/>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3850" name="Group 23849">
                    <a:extLst>
                      <a:ext uri="{FF2B5EF4-FFF2-40B4-BE49-F238E27FC236}">
                        <a16:creationId xmlns:a16="http://schemas.microsoft.com/office/drawing/2014/main" id="{6245E776-D05A-2385-BC77-AD250A81FF51}"/>
                      </a:ext>
                    </a:extLst>
                  </p:cNvPr>
                  <p:cNvGrpSpPr/>
                  <p:nvPr/>
                </p:nvGrpSpPr>
                <p:grpSpPr>
                  <a:xfrm>
                    <a:off x="6512463" y="3525040"/>
                    <a:ext cx="393192" cy="393192"/>
                    <a:chOff x="6389147" y="3357021"/>
                    <a:chExt cx="393192" cy="393192"/>
                  </a:xfrm>
                </p:grpSpPr>
                <p:grpSp>
                  <p:nvGrpSpPr>
                    <p:cNvPr id="23862" name="Group 23861">
                      <a:extLst>
                        <a:ext uri="{FF2B5EF4-FFF2-40B4-BE49-F238E27FC236}">
                          <a16:creationId xmlns:a16="http://schemas.microsoft.com/office/drawing/2014/main" id="{3FC7D77E-54BA-98D9-985E-3CAA9F3E5C9B}"/>
                        </a:ext>
                      </a:extLst>
                    </p:cNvPr>
                    <p:cNvGrpSpPr/>
                    <p:nvPr/>
                  </p:nvGrpSpPr>
                  <p:grpSpPr>
                    <a:xfrm rot="7200000" flipH="1">
                      <a:off x="6389147" y="3357021"/>
                      <a:ext cx="393192" cy="393192"/>
                      <a:chOff x="5354637" y="3446463"/>
                      <a:chExt cx="214313" cy="214313"/>
                    </a:xfrm>
                  </p:grpSpPr>
                  <p:sp>
                    <p:nvSpPr>
                      <p:cNvPr id="23871" name="Arc 23870">
                        <a:extLst>
                          <a:ext uri="{FF2B5EF4-FFF2-40B4-BE49-F238E27FC236}">
                            <a16:creationId xmlns:a16="http://schemas.microsoft.com/office/drawing/2014/main" id="{6BEAE2E0-5224-C38B-DFF8-C6A310116C2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872" name="Arc 23871">
                        <a:extLst>
                          <a:ext uri="{FF2B5EF4-FFF2-40B4-BE49-F238E27FC236}">
                            <a16:creationId xmlns:a16="http://schemas.microsoft.com/office/drawing/2014/main" id="{D3B7803B-3412-9804-E189-BD6A741D06D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863" name="Group 23862">
                      <a:extLst>
                        <a:ext uri="{FF2B5EF4-FFF2-40B4-BE49-F238E27FC236}">
                          <a16:creationId xmlns:a16="http://schemas.microsoft.com/office/drawing/2014/main" id="{6E3D4D15-E779-5749-2A0B-D950A14061B1}"/>
                        </a:ext>
                      </a:extLst>
                    </p:cNvPr>
                    <p:cNvGrpSpPr/>
                    <p:nvPr/>
                  </p:nvGrpSpPr>
                  <p:grpSpPr>
                    <a:xfrm>
                      <a:off x="6434137" y="3402011"/>
                      <a:ext cx="303213" cy="303213"/>
                      <a:chOff x="6434137" y="3402011"/>
                      <a:chExt cx="303213" cy="303213"/>
                    </a:xfrm>
                  </p:grpSpPr>
                  <p:grpSp>
                    <p:nvGrpSpPr>
                      <p:cNvPr id="23864" name="Group 23863">
                        <a:extLst>
                          <a:ext uri="{FF2B5EF4-FFF2-40B4-BE49-F238E27FC236}">
                            <a16:creationId xmlns:a16="http://schemas.microsoft.com/office/drawing/2014/main" id="{D1F6B0CE-9072-EB7F-F978-F7B825EE430B}"/>
                          </a:ext>
                        </a:extLst>
                      </p:cNvPr>
                      <p:cNvGrpSpPr/>
                      <p:nvPr/>
                    </p:nvGrpSpPr>
                    <p:grpSpPr>
                      <a:xfrm flipH="1">
                        <a:off x="6478587" y="3446461"/>
                        <a:ext cx="214313" cy="214313"/>
                        <a:chOff x="5354637" y="3446463"/>
                        <a:chExt cx="214313" cy="214313"/>
                      </a:xfrm>
                    </p:grpSpPr>
                    <p:sp>
                      <p:nvSpPr>
                        <p:cNvPr id="23869" name="Arc 23868">
                          <a:extLst>
                            <a:ext uri="{FF2B5EF4-FFF2-40B4-BE49-F238E27FC236}">
                              <a16:creationId xmlns:a16="http://schemas.microsoft.com/office/drawing/2014/main" id="{D9267EF3-4C5D-91D2-2F0C-A7E3F446B9D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870" name="Arc 23869">
                          <a:extLst>
                            <a:ext uri="{FF2B5EF4-FFF2-40B4-BE49-F238E27FC236}">
                              <a16:creationId xmlns:a16="http://schemas.microsoft.com/office/drawing/2014/main" id="{9872B8C4-7A78-15D5-873B-EB3C78A6A99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865" name="Group 23864">
                        <a:extLst>
                          <a:ext uri="{FF2B5EF4-FFF2-40B4-BE49-F238E27FC236}">
                            <a16:creationId xmlns:a16="http://schemas.microsoft.com/office/drawing/2014/main" id="{825EFB78-D5E9-C61B-E9C3-8C0A35A9891C}"/>
                          </a:ext>
                        </a:extLst>
                      </p:cNvPr>
                      <p:cNvGrpSpPr/>
                      <p:nvPr/>
                    </p:nvGrpSpPr>
                    <p:grpSpPr>
                      <a:xfrm rot="14400000" flipH="1">
                        <a:off x="6434137" y="3402011"/>
                        <a:ext cx="303213" cy="303213"/>
                        <a:chOff x="5354637" y="3446463"/>
                        <a:chExt cx="214313" cy="214313"/>
                      </a:xfrm>
                    </p:grpSpPr>
                    <p:sp>
                      <p:nvSpPr>
                        <p:cNvPr id="23867" name="Arc 23866">
                          <a:extLst>
                            <a:ext uri="{FF2B5EF4-FFF2-40B4-BE49-F238E27FC236}">
                              <a16:creationId xmlns:a16="http://schemas.microsoft.com/office/drawing/2014/main" id="{25E7A386-621F-694C-E183-7E5870B4B78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868" name="Arc 23867">
                          <a:extLst>
                            <a:ext uri="{FF2B5EF4-FFF2-40B4-BE49-F238E27FC236}">
                              <a16:creationId xmlns:a16="http://schemas.microsoft.com/office/drawing/2014/main" id="{DFD182DE-7D77-E31F-5E6D-7267AFEEF67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866" name="TextBox 23865">
                        <a:extLst>
                          <a:ext uri="{FF2B5EF4-FFF2-40B4-BE49-F238E27FC236}">
                            <a16:creationId xmlns:a16="http://schemas.microsoft.com/office/drawing/2014/main" id="{7CEB745F-4F80-8AED-45CA-3BBCCC6F61EE}"/>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851" name="Group 23850">
                    <a:extLst>
                      <a:ext uri="{FF2B5EF4-FFF2-40B4-BE49-F238E27FC236}">
                        <a16:creationId xmlns:a16="http://schemas.microsoft.com/office/drawing/2014/main" id="{A5581A8F-E41E-5481-1560-53D557FB2391}"/>
                      </a:ext>
                    </a:extLst>
                  </p:cNvPr>
                  <p:cNvGrpSpPr/>
                  <p:nvPr/>
                </p:nvGrpSpPr>
                <p:grpSpPr>
                  <a:xfrm>
                    <a:off x="6197413" y="3225768"/>
                    <a:ext cx="393192" cy="393192"/>
                    <a:chOff x="6389147" y="3932622"/>
                    <a:chExt cx="393192" cy="393192"/>
                  </a:xfrm>
                </p:grpSpPr>
                <p:grpSp>
                  <p:nvGrpSpPr>
                    <p:cNvPr id="23852" name="Group 23851">
                      <a:extLst>
                        <a:ext uri="{FF2B5EF4-FFF2-40B4-BE49-F238E27FC236}">
                          <a16:creationId xmlns:a16="http://schemas.microsoft.com/office/drawing/2014/main" id="{B4109765-017E-0EAB-8595-1079A56FEA14}"/>
                        </a:ext>
                      </a:extLst>
                    </p:cNvPr>
                    <p:cNvGrpSpPr/>
                    <p:nvPr/>
                  </p:nvGrpSpPr>
                  <p:grpSpPr>
                    <a:xfrm flipH="1">
                      <a:off x="6478587" y="4022061"/>
                      <a:ext cx="214313" cy="214313"/>
                      <a:chOff x="5354637" y="3446463"/>
                      <a:chExt cx="214313" cy="214313"/>
                    </a:xfrm>
                  </p:grpSpPr>
                  <p:sp>
                    <p:nvSpPr>
                      <p:cNvPr id="23860" name="Arc 23859">
                        <a:extLst>
                          <a:ext uri="{FF2B5EF4-FFF2-40B4-BE49-F238E27FC236}">
                            <a16:creationId xmlns:a16="http://schemas.microsoft.com/office/drawing/2014/main" id="{50738638-A9D8-8753-6103-85729134143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861" name="Arc 23860">
                        <a:extLst>
                          <a:ext uri="{FF2B5EF4-FFF2-40B4-BE49-F238E27FC236}">
                            <a16:creationId xmlns:a16="http://schemas.microsoft.com/office/drawing/2014/main" id="{F333A586-8362-0D28-4DB8-D30E9C834FB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853" name="Group 23852">
                      <a:extLst>
                        <a:ext uri="{FF2B5EF4-FFF2-40B4-BE49-F238E27FC236}">
                          <a16:creationId xmlns:a16="http://schemas.microsoft.com/office/drawing/2014/main" id="{0E42E1CC-391E-6786-78FF-11CE30CA121E}"/>
                        </a:ext>
                      </a:extLst>
                    </p:cNvPr>
                    <p:cNvGrpSpPr/>
                    <p:nvPr/>
                  </p:nvGrpSpPr>
                  <p:grpSpPr>
                    <a:xfrm rot="7200000" flipH="1">
                      <a:off x="6434137" y="3977611"/>
                      <a:ext cx="303213" cy="303213"/>
                      <a:chOff x="5354637" y="3446463"/>
                      <a:chExt cx="214313" cy="214313"/>
                    </a:xfrm>
                  </p:grpSpPr>
                  <p:sp>
                    <p:nvSpPr>
                      <p:cNvPr id="23858" name="Arc 23857">
                        <a:extLst>
                          <a:ext uri="{FF2B5EF4-FFF2-40B4-BE49-F238E27FC236}">
                            <a16:creationId xmlns:a16="http://schemas.microsoft.com/office/drawing/2014/main" id="{1EB0AB02-4BEE-EDFA-61F2-23AA5B77250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859" name="Arc 23858">
                        <a:extLst>
                          <a:ext uri="{FF2B5EF4-FFF2-40B4-BE49-F238E27FC236}">
                            <a16:creationId xmlns:a16="http://schemas.microsoft.com/office/drawing/2014/main" id="{EAFB4AE9-7B28-C318-0FC4-2A3F9A7313C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854" name="Group 23853">
                      <a:extLst>
                        <a:ext uri="{FF2B5EF4-FFF2-40B4-BE49-F238E27FC236}">
                          <a16:creationId xmlns:a16="http://schemas.microsoft.com/office/drawing/2014/main" id="{E1E6D6A8-D100-6411-552C-50556010684F}"/>
                        </a:ext>
                      </a:extLst>
                    </p:cNvPr>
                    <p:cNvGrpSpPr/>
                    <p:nvPr/>
                  </p:nvGrpSpPr>
                  <p:grpSpPr>
                    <a:xfrm rot="14400000" flipH="1">
                      <a:off x="6389147" y="3932622"/>
                      <a:ext cx="393192" cy="393192"/>
                      <a:chOff x="5354637" y="3446463"/>
                      <a:chExt cx="214313" cy="214313"/>
                    </a:xfrm>
                  </p:grpSpPr>
                  <p:sp>
                    <p:nvSpPr>
                      <p:cNvPr id="23856" name="Arc 23855">
                        <a:extLst>
                          <a:ext uri="{FF2B5EF4-FFF2-40B4-BE49-F238E27FC236}">
                            <a16:creationId xmlns:a16="http://schemas.microsoft.com/office/drawing/2014/main" id="{BB54EE32-459A-52C9-F09B-2630B21016E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857" name="Arc 23856">
                        <a:extLst>
                          <a:ext uri="{FF2B5EF4-FFF2-40B4-BE49-F238E27FC236}">
                            <a16:creationId xmlns:a16="http://schemas.microsoft.com/office/drawing/2014/main" id="{C8B6B044-A4A9-E4CC-6076-5AA57C8E7BC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855" name="TextBox 23854">
                      <a:extLst>
                        <a:ext uri="{FF2B5EF4-FFF2-40B4-BE49-F238E27FC236}">
                          <a16:creationId xmlns:a16="http://schemas.microsoft.com/office/drawing/2014/main" id="{90103F40-6F2E-1932-06E1-DEC21A83C803}"/>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801" name="Group 23800">
                  <a:extLst>
                    <a:ext uri="{FF2B5EF4-FFF2-40B4-BE49-F238E27FC236}">
                      <a16:creationId xmlns:a16="http://schemas.microsoft.com/office/drawing/2014/main" id="{C97D8A2F-D9CE-02E1-0A4C-5AA4C25B6197}"/>
                    </a:ext>
                  </a:extLst>
                </p:cNvPr>
                <p:cNvGrpSpPr/>
                <p:nvPr/>
              </p:nvGrpSpPr>
              <p:grpSpPr>
                <a:xfrm>
                  <a:off x="6069086" y="3246228"/>
                  <a:ext cx="1019224" cy="991639"/>
                  <a:chOff x="5886431" y="3225768"/>
                  <a:chExt cx="1019224" cy="991639"/>
                </a:xfrm>
              </p:grpSpPr>
              <p:grpSp>
                <p:nvGrpSpPr>
                  <p:cNvPr id="23802" name="Group 23801">
                    <a:extLst>
                      <a:ext uri="{FF2B5EF4-FFF2-40B4-BE49-F238E27FC236}">
                        <a16:creationId xmlns:a16="http://schemas.microsoft.com/office/drawing/2014/main" id="{7F5240DE-360F-6E75-9C87-7D40FA4DC1B1}"/>
                      </a:ext>
                    </a:extLst>
                  </p:cNvPr>
                  <p:cNvGrpSpPr/>
                  <p:nvPr/>
                </p:nvGrpSpPr>
                <p:grpSpPr>
                  <a:xfrm>
                    <a:off x="6197413" y="3824215"/>
                    <a:ext cx="393192" cy="393192"/>
                    <a:chOff x="5265196" y="3357021"/>
                    <a:chExt cx="393192" cy="393192"/>
                  </a:xfrm>
                </p:grpSpPr>
                <p:grpSp>
                  <p:nvGrpSpPr>
                    <p:cNvPr id="23837" name="Group 23836">
                      <a:extLst>
                        <a:ext uri="{FF2B5EF4-FFF2-40B4-BE49-F238E27FC236}">
                          <a16:creationId xmlns:a16="http://schemas.microsoft.com/office/drawing/2014/main" id="{57E09C42-4734-718C-9DE3-47A338739AFD}"/>
                        </a:ext>
                      </a:extLst>
                    </p:cNvPr>
                    <p:cNvGrpSpPr/>
                    <p:nvPr/>
                  </p:nvGrpSpPr>
                  <p:grpSpPr>
                    <a:xfrm rot="14400000">
                      <a:off x="5265196" y="3357021"/>
                      <a:ext cx="393192" cy="393192"/>
                      <a:chOff x="5354637" y="3446463"/>
                      <a:chExt cx="214313" cy="214313"/>
                    </a:xfrm>
                  </p:grpSpPr>
                  <p:sp>
                    <p:nvSpPr>
                      <p:cNvPr id="23846" name="Arc 23845">
                        <a:extLst>
                          <a:ext uri="{FF2B5EF4-FFF2-40B4-BE49-F238E27FC236}">
                            <a16:creationId xmlns:a16="http://schemas.microsoft.com/office/drawing/2014/main" id="{3A607D78-9E4D-C9A7-16D8-FC869A2B5B7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847" name="Arc 23846">
                        <a:extLst>
                          <a:ext uri="{FF2B5EF4-FFF2-40B4-BE49-F238E27FC236}">
                            <a16:creationId xmlns:a16="http://schemas.microsoft.com/office/drawing/2014/main" id="{9C6648C6-E334-C71F-94AB-7364F8535BF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838" name="Group 23837">
                      <a:extLst>
                        <a:ext uri="{FF2B5EF4-FFF2-40B4-BE49-F238E27FC236}">
                          <a16:creationId xmlns:a16="http://schemas.microsoft.com/office/drawing/2014/main" id="{B8D50060-6039-4895-CE4F-E92A0AAE0A22}"/>
                        </a:ext>
                      </a:extLst>
                    </p:cNvPr>
                    <p:cNvGrpSpPr/>
                    <p:nvPr/>
                  </p:nvGrpSpPr>
                  <p:grpSpPr>
                    <a:xfrm>
                      <a:off x="5310186" y="3402011"/>
                      <a:ext cx="303213" cy="303213"/>
                      <a:chOff x="5310186" y="3402011"/>
                      <a:chExt cx="303213" cy="303213"/>
                    </a:xfrm>
                  </p:grpSpPr>
                  <p:grpSp>
                    <p:nvGrpSpPr>
                      <p:cNvPr id="23839" name="Group 23838">
                        <a:extLst>
                          <a:ext uri="{FF2B5EF4-FFF2-40B4-BE49-F238E27FC236}">
                            <a16:creationId xmlns:a16="http://schemas.microsoft.com/office/drawing/2014/main" id="{D627D6FD-E2AF-88CB-2618-BD7B9991BD3C}"/>
                          </a:ext>
                        </a:extLst>
                      </p:cNvPr>
                      <p:cNvGrpSpPr/>
                      <p:nvPr/>
                    </p:nvGrpSpPr>
                    <p:grpSpPr>
                      <a:xfrm>
                        <a:off x="5354636" y="3446461"/>
                        <a:ext cx="214313" cy="214313"/>
                        <a:chOff x="5354637" y="3446463"/>
                        <a:chExt cx="214313" cy="214313"/>
                      </a:xfrm>
                    </p:grpSpPr>
                    <p:sp>
                      <p:nvSpPr>
                        <p:cNvPr id="23844" name="Arc 23843">
                          <a:extLst>
                            <a:ext uri="{FF2B5EF4-FFF2-40B4-BE49-F238E27FC236}">
                              <a16:creationId xmlns:a16="http://schemas.microsoft.com/office/drawing/2014/main" id="{2A43B44D-48F9-39E0-CD90-B2284D39A63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845" name="Arc 23844">
                          <a:extLst>
                            <a:ext uri="{FF2B5EF4-FFF2-40B4-BE49-F238E27FC236}">
                              <a16:creationId xmlns:a16="http://schemas.microsoft.com/office/drawing/2014/main" id="{2318D0F9-DB95-CB0B-6C3E-E2A463F1EE2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840" name="Group 23839">
                        <a:extLst>
                          <a:ext uri="{FF2B5EF4-FFF2-40B4-BE49-F238E27FC236}">
                            <a16:creationId xmlns:a16="http://schemas.microsoft.com/office/drawing/2014/main" id="{59519944-6909-1A9A-7ED0-1A3ADF6071CD}"/>
                          </a:ext>
                        </a:extLst>
                      </p:cNvPr>
                      <p:cNvGrpSpPr/>
                      <p:nvPr/>
                    </p:nvGrpSpPr>
                    <p:grpSpPr>
                      <a:xfrm rot="7200000">
                        <a:off x="5310186" y="3402011"/>
                        <a:ext cx="303213" cy="303213"/>
                        <a:chOff x="5354637" y="3446463"/>
                        <a:chExt cx="214313" cy="214313"/>
                      </a:xfrm>
                    </p:grpSpPr>
                    <p:sp>
                      <p:nvSpPr>
                        <p:cNvPr id="23842" name="Arc 23841">
                          <a:extLst>
                            <a:ext uri="{FF2B5EF4-FFF2-40B4-BE49-F238E27FC236}">
                              <a16:creationId xmlns:a16="http://schemas.microsoft.com/office/drawing/2014/main" id="{6A56CF1A-DBFB-532E-45F7-AA9579CAED1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843" name="Arc 23842">
                          <a:extLst>
                            <a:ext uri="{FF2B5EF4-FFF2-40B4-BE49-F238E27FC236}">
                              <a16:creationId xmlns:a16="http://schemas.microsoft.com/office/drawing/2014/main" id="{58B819E6-8C06-F456-C8D4-96240B0D4B2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841" name="TextBox 23840">
                        <a:extLst>
                          <a:ext uri="{FF2B5EF4-FFF2-40B4-BE49-F238E27FC236}">
                            <a16:creationId xmlns:a16="http://schemas.microsoft.com/office/drawing/2014/main" id="{57FE07D3-C804-72BE-2A24-941CC9C2E7F8}"/>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803" name="Group 23802">
                    <a:extLst>
                      <a:ext uri="{FF2B5EF4-FFF2-40B4-BE49-F238E27FC236}">
                        <a16:creationId xmlns:a16="http://schemas.microsoft.com/office/drawing/2014/main" id="{E701B0B5-0E57-D4B5-C345-015A9E0B74FD}"/>
                      </a:ext>
                    </a:extLst>
                  </p:cNvPr>
                  <p:cNvGrpSpPr/>
                  <p:nvPr/>
                </p:nvGrpSpPr>
                <p:grpSpPr>
                  <a:xfrm>
                    <a:off x="5886431" y="3525040"/>
                    <a:ext cx="393192" cy="393192"/>
                    <a:chOff x="5265196" y="3932619"/>
                    <a:chExt cx="393192" cy="393192"/>
                  </a:xfrm>
                </p:grpSpPr>
                <p:grpSp>
                  <p:nvGrpSpPr>
                    <p:cNvPr id="23827" name="Group 23826">
                      <a:extLst>
                        <a:ext uri="{FF2B5EF4-FFF2-40B4-BE49-F238E27FC236}">
                          <a16:creationId xmlns:a16="http://schemas.microsoft.com/office/drawing/2014/main" id="{25C1CB5C-B51B-4555-C7AC-042AE134E498}"/>
                        </a:ext>
                      </a:extLst>
                    </p:cNvPr>
                    <p:cNvGrpSpPr/>
                    <p:nvPr/>
                  </p:nvGrpSpPr>
                  <p:grpSpPr>
                    <a:xfrm>
                      <a:off x="5354636" y="4022061"/>
                      <a:ext cx="214313" cy="214313"/>
                      <a:chOff x="5354637" y="3446463"/>
                      <a:chExt cx="214313" cy="214313"/>
                    </a:xfrm>
                  </p:grpSpPr>
                  <p:sp>
                    <p:nvSpPr>
                      <p:cNvPr id="23835" name="Arc 23834">
                        <a:extLst>
                          <a:ext uri="{FF2B5EF4-FFF2-40B4-BE49-F238E27FC236}">
                            <a16:creationId xmlns:a16="http://schemas.microsoft.com/office/drawing/2014/main" id="{A7501B7C-B247-4C85-A941-D111AFD33BF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836" name="Arc 23835">
                        <a:extLst>
                          <a:ext uri="{FF2B5EF4-FFF2-40B4-BE49-F238E27FC236}">
                            <a16:creationId xmlns:a16="http://schemas.microsoft.com/office/drawing/2014/main" id="{B6E8AF07-208A-9BD5-21C1-4A1EF8E6F46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828" name="Group 23827">
                      <a:extLst>
                        <a:ext uri="{FF2B5EF4-FFF2-40B4-BE49-F238E27FC236}">
                          <a16:creationId xmlns:a16="http://schemas.microsoft.com/office/drawing/2014/main" id="{4D783368-9439-39D0-542A-033DB2FFE82D}"/>
                        </a:ext>
                      </a:extLst>
                    </p:cNvPr>
                    <p:cNvGrpSpPr/>
                    <p:nvPr/>
                  </p:nvGrpSpPr>
                  <p:grpSpPr>
                    <a:xfrm rot="14400000">
                      <a:off x="5310186" y="3977611"/>
                      <a:ext cx="303213" cy="303213"/>
                      <a:chOff x="5354637" y="3446463"/>
                      <a:chExt cx="214313" cy="214313"/>
                    </a:xfrm>
                  </p:grpSpPr>
                  <p:sp>
                    <p:nvSpPr>
                      <p:cNvPr id="23833" name="Arc 23832">
                        <a:extLst>
                          <a:ext uri="{FF2B5EF4-FFF2-40B4-BE49-F238E27FC236}">
                            <a16:creationId xmlns:a16="http://schemas.microsoft.com/office/drawing/2014/main" id="{4FA4EE9F-B709-B5F3-7BF7-CF8FDD1A721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834" name="Arc 23833">
                        <a:extLst>
                          <a:ext uri="{FF2B5EF4-FFF2-40B4-BE49-F238E27FC236}">
                            <a16:creationId xmlns:a16="http://schemas.microsoft.com/office/drawing/2014/main" id="{EA7A8CFF-3A05-46B0-FA21-35415FF17B9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829" name="Group 23828">
                      <a:extLst>
                        <a:ext uri="{FF2B5EF4-FFF2-40B4-BE49-F238E27FC236}">
                          <a16:creationId xmlns:a16="http://schemas.microsoft.com/office/drawing/2014/main" id="{F5A33418-B6FF-7EB9-B638-60C6EB0E89E6}"/>
                        </a:ext>
                      </a:extLst>
                    </p:cNvPr>
                    <p:cNvGrpSpPr/>
                    <p:nvPr/>
                  </p:nvGrpSpPr>
                  <p:grpSpPr>
                    <a:xfrm rot="7200000">
                      <a:off x="5265196" y="3932619"/>
                      <a:ext cx="393192" cy="393192"/>
                      <a:chOff x="5354637" y="3446463"/>
                      <a:chExt cx="214313" cy="214313"/>
                    </a:xfrm>
                  </p:grpSpPr>
                  <p:sp>
                    <p:nvSpPr>
                      <p:cNvPr id="23831" name="Arc 23830">
                        <a:extLst>
                          <a:ext uri="{FF2B5EF4-FFF2-40B4-BE49-F238E27FC236}">
                            <a16:creationId xmlns:a16="http://schemas.microsoft.com/office/drawing/2014/main" id="{9AC9EBC5-DD94-06CD-8CFB-741B1BEBFD8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832" name="Arc 23831">
                        <a:extLst>
                          <a:ext uri="{FF2B5EF4-FFF2-40B4-BE49-F238E27FC236}">
                            <a16:creationId xmlns:a16="http://schemas.microsoft.com/office/drawing/2014/main" id="{0257DF8E-4C3A-DC11-2F89-57C6844DBB3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830" name="TextBox 23829">
                      <a:extLst>
                        <a:ext uri="{FF2B5EF4-FFF2-40B4-BE49-F238E27FC236}">
                          <a16:creationId xmlns:a16="http://schemas.microsoft.com/office/drawing/2014/main" id="{F0759A76-5AF7-F5D5-59B7-ADBC0799DB65}"/>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3804" name="Group 23803">
                    <a:extLst>
                      <a:ext uri="{FF2B5EF4-FFF2-40B4-BE49-F238E27FC236}">
                        <a16:creationId xmlns:a16="http://schemas.microsoft.com/office/drawing/2014/main" id="{B3E7EABF-93D9-0CC6-5B80-4FF8786474EF}"/>
                      </a:ext>
                    </a:extLst>
                  </p:cNvPr>
                  <p:cNvGrpSpPr/>
                  <p:nvPr/>
                </p:nvGrpSpPr>
                <p:grpSpPr>
                  <a:xfrm>
                    <a:off x="6512463" y="3525040"/>
                    <a:ext cx="393192" cy="393192"/>
                    <a:chOff x="6389147" y="3357021"/>
                    <a:chExt cx="393192" cy="393192"/>
                  </a:xfrm>
                </p:grpSpPr>
                <p:grpSp>
                  <p:nvGrpSpPr>
                    <p:cNvPr id="23816" name="Group 23815">
                      <a:extLst>
                        <a:ext uri="{FF2B5EF4-FFF2-40B4-BE49-F238E27FC236}">
                          <a16:creationId xmlns:a16="http://schemas.microsoft.com/office/drawing/2014/main" id="{AED4ED3D-3B95-37C0-31B8-5EA10BEB748E}"/>
                        </a:ext>
                      </a:extLst>
                    </p:cNvPr>
                    <p:cNvGrpSpPr/>
                    <p:nvPr/>
                  </p:nvGrpSpPr>
                  <p:grpSpPr>
                    <a:xfrm rot="7200000" flipH="1">
                      <a:off x="6389147" y="3357021"/>
                      <a:ext cx="393192" cy="393192"/>
                      <a:chOff x="5354637" y="3446463"/>
                      <a:chExt cx="214313" cy="214313"/>
                    </a:xfrm>
                  </p:grpSpPr>
                  <p:sp>
                    <p:nvSpPr>
                      <p:cNvPr id="23825" name="Arc 23824">
                        <a:extLst>
                          <a:ext uri="{FF2B5EF4-FFF2-40B4-BE49-F238E27FC236}">
                            <a16:creationId xmlns:a16="http://schemas.microsoft.com/office/drawing/2014/main" id="{49BB0AE5-A4C2-8610-3ED2-8D5E3386E1E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826" name="Arc 23825">
                        <a:extLst>
                          <a:ext uri="{FF2B5EF4-FFF2-40B4-BE49-F238E27FC236}">
                            <a16:creationId xmlns:a16="http://schemas.microsoft.com/office/drawing/2014/main" id="{539B5AB2-A204-0575-F41F-C1FA0C50EF1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817" name="Group 23816">
                      <a:extLst>
                        <a:ext uri="{FF2B5EF4-FFF2-40B4-BE49-F238E27FC236}">
                          <a16:creationId xmlns:a16="http://schemas.microsoft.com/office/drawing/2014/main" id="{D18236BC-D3DC-3B7D-92B9-08BE4AA76386}"/>
                        </a:ext>
                      </a:extLst>
                    </p:cNvPr>
                    <p:cNvGrpSpPr/>
                    <p:nvPr/>
                  </p:nvGrpSpPr>
                  <p:grpSpPr>
                    <a:xfrm>
                      <a:off x="6434137" y="3402011"/>
                      <a:ext cx="303213" cy="303213"/>
                      <a:chOff x="6434137" y="3402011"/>
                      <a:chExt cx="303213" cy="303213"/>
                    </a:xfrm>
                  </p:grpSpPr>
                  <p:grpSp>
                    <p:nvGrpSpPr>
                      <p:cNvPr id="23818" name="Group 23817">
                        <a:extLst>
                          <a:ext uri="{FF2B5EF4-FFF2-40B4-BE49-F238E27FC236}">
                            <a16:creationId xmlns:a16="http://schemas.microsoft.com/office/drawing/2014/main" id="{9DC9C6F7-041C-EDAB-FE76-E6B3657385BB}"/>
                          </a:ext>
                        </a:extLst>
                      </p:cNvPr>
                      <p:cNvGrpSpPr/>
                      <p:nvPr/>
                    </p:nvGrpSpPr>
                    <p:grpSpPr>
                      <a:xfrm flipH="1">
                        <a:off x="6478587" y="3446461"/>
                        <a:ext cx="214313" cy="214313"/>
                        <a:chOff x="5354637" y="3446463"/>
                        <a:chExt cx="214313" cy="214313"/>
                      </a:xfrm>
                    </p:grpSpPr>
                    <p:sp>
                      <p:nvSpPr>
                        <p:cNvPr id="23823" name="Arc 23822">
                          <a:extLst>
                            <a:ext uri="{FF2B5EF4-FFF2-40B4-BE49-F238E27FC236}">
                              <a16:creationId xmlns:a16="http://schemas.microsoft.com/office/drawing/2014/main" id="{8CDF9E7F-11D5-B1C2-D94A-7DBBF1859C4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824" name="Arc 23823">
                          <a:extLst>
                            <a:ext uri="{FF2B5EF4-FFF2-40B4-BE49-F238E27FC236}">
                              <a16:creationId xmlns:a16="http://schemas.microsoft.com/office/drawing/2014/main" id="{B49B3406-2364-5F08-FCBB-5B895CEA38F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819" name="Group 23818">
                        <a:extLst>
                          <a:ext uri="{FF2B5EF4-FFF2-40B4-BE49-F238E27FC236}">
                            <a16:creationId xmlns:a16="http://schemas.microsoft.com/office/drawing/2014/main" id="{BAC7B12D-1288-1F0F-56C7-A53DBADDB8CA}"/>
                          </a:ext>
                        </a:extLst>
                      </p:cNvPr>
                      <p:cNvGrpSpPr/>
                      <p:nvPr/>
                    </p:nvGrpSpPr>
                    <p:grpSpPr>
                      <a:xfrm rot="14400000" flipH="1">
                        <a:off x="6434137" y="3402011"/>
                        <a:ext cx="303213" cy="303213"/>
                        <a:chOff x="5354637" y="3446463"/>
                        <a:chExt cx="214313" cy="214313"/>
                      </a:xfrm>
                    </p:grpSpPr>
                    <p:sp>
                      <p:nvSpPr>
                        <p:cNvPr id="23821" name="Arc 23820">
                          <a:extLst>
                            <a:ext uri="{FF2B5EF4-FFF2-40B4-BE49-F238E27FC236}">
                              <a16:creationId xmlns:a16="http://schemas.microsoft.com/office/drawing/2014/main" id="{673703F0-38CD-7D01-62F5-BDAA1D62282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822" name="Arc 23821">
                          <a:extLst>
                            <a:ext uri="{FF2B5EF4-FFF2-40B4-BE49-F238E27FC236}">
                              <a16:creationId xmlns:a16="http://schemas.microsoft.com/office/drawing/2014/main" id="{8C73A767-2CEE-5489-9AB5-72498989263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820" name="TextBox 23819">
                        <a:extLst>
                          <a:ext uri="{FF2B5EF4-FFF2-40B4-BE49-F238E27FC236}">
                            <a16:creationId xmlns:a16="http://schemas.microsoft.com/office/drawing/2014/main" id="{AFEBB68D-BA12-D812-F9D8-B0B7EFFB7853}"/>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805" name="Group 23804">
                    <a:extLst>
                      <a:ext uri="{FF2B5EF4-FFF2-40B4-BE49-F238E27FC236}">
                        <a16:creationId xmlns:a16="http://schemas.microsoft.com/office/drawing/2014/main" id="{E0813DEE-7E70-39E7-CB73-7F7CF4CA8F0C}"/>
                      </a:ext>
                    </a:extLst>
                  </p:cNvPr>
                  <p:cNvGrpSpPr/>
                  <p:nvPr/>
                </p:nvGrpSpPr>
                <p:grpSpPr>
                  <a:xfrm>
                    <a:off x="6197413" y="3225768"/>
                    <a:ext cx="393192" cy="393192"/>
                    <a:chOff x="6389147" y="3932622"/>
                    <a:chExt cx="393192" cy="393192"/>
                  </a:xfrm>
                </p:grpSpPr>
                <p:grpSp>
                  <p:nvGrpSpPr>
                    <p:cNvPr id="23806" name="Group 23805">
                      <a:extLst>
                        <a:ext uri="{FF2B5EF4-FFF2-40B4-BE49-F238E27FC236}">
                          <a16:creationId xmlns:a16="http://schemas.microsoft.com/office/drawing/2014/main" id="{7AFDE6D4-240D-EB4C-AA76-56E214C54EA6}"/>
                        </a:ext>
                      </a:extLst>
                    </p:cNvPr>
                    <p:cNvGrpSpPr/>
                    <p:nvPr/>
                  </p:nvGrpSpPr>
                  <p:grpSpPr>
                    <a:xfrm flipH="1">
                      <a:off x="6478587" y="4022061"/>
                      <a:ext cx="214313" cy="214313"/>
                      <a:chOff x="5354637" y="3446463"/>
                      <a:chExt cx="214313" cy="214313"/>
                    </a:xfrm>
                  </p:grpSpPr>
                  <p:sp>
                    <p:nvSpPr>
                      <p:cNvPr id="23814" name="Arc 23813">
                        <a:extLst>
                          <a:ext uri="{FF2B5EF4-FFF2-40B4-BE49-F238E27FC236}">
                            <a16:creationId xmlns:a16="http://schemas.microsoft.com/office/drawing/2014/main" id="{98073565-839C-D67C-B655-CB4E37270DA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815" name="Arc 23814">
                        <a:extLst>
                          <a:ext uri="{FF2B5EF4-FFF2-40B4-BE49-F238E27FC236}">
                            <a16:creationId xmlns:a16="http://schemas.microsoft.com/office/drawing/2014/main" id="{B11D90BC-55FF-A58A-240B-EA062192B56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807" name="Group 23806">
                      <a:extLst>
                        <a:ext uri="{FF2B5EF4-FFF2-40B4-BE49-F238E27FC236}">
                          <a16:creationId xmlns:a16="http://schemas.microsoft.com/office/drawing/2014/main" id="{9CB2373A-D23B-8604-7A15-47A72BAF0502}"/>
                        </a:ext>
                      </a:extLst>
                    </p:cNvPr>
                    <p:cNvGrpSpPr/>
                    <p:nvPr/>
                  </p:nvGrpSpPr>
                  <p:grpSpPr>
                    <a:xfrm rot="7200000" flipH="1">
                      <a:off x="6434137" y="3977611"/>
                      <a:ext cx="303213" cy="303213"/>
                      <a:chOff x="5354637" y="3446463"/>
                      <a:chExt cx="214313" cy="214313"/>
                    </a:xfrm>
                  </p:grpSpPr>
                  <p:sp>
                    <p:nvSpPr>
                      <p:cNvPr id="23812" name="Arc 23811">
                        <a:extLst>
                          <a:ext uri="{FF2B5EF4-FFF2-40B4-BE49-F238E27FC236}">
                            <a16:creationId xmlns:a16="http://schemas.microsoft.com/office/drawing/2014/main" id="{815AAD85-EE8B-E3C9-13D9-819B7EE24B9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813" name="Arc 23812">
                        <a:extLst>
                          <a:ext uri="{FF2B5EF4-FFF2-40B4-BE49-F238E27FC236}">
                            <a16:creationId xmlns:a16="http://schemas.microsoft.com/office/drawing/2014/main" id="{B34C4BB9-C7DC-8D99-AA24-8B67A3B075E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808" name="Group 23807">
                      <a:extLst>
                        <a:ext uri="{FF2B5EF4-FFF2-40B4-BE49-F238E27FC236}">
                          <a16:creationId xmlns:a16="http://schemas.microsoft.com/office/drawing/2014/main" id="{D0AB18A4-7247-4C34-2283-7EBE7446E25C}"/>
                        </a:ext>
                      </a:extLst>
                    </p:cNvPr>
                    <p:cNvGrpSpPr/>
                    <p:nvPr/>
                  </p:nvGrpSpPr>
                  <p:grpSpPr>
                    <a:xfrm rot="14400000" flipH="1">
                      <a:off x="6389147" y="3932622"/>
                      <a:ext cx="393192" cy="393192"/>
                      <a:chOff x="5354637" y="3446463"/>
                      <a:chExt cx="214313" cy="214313"/>
                    </a:xfrm>
                  </p:grpSpPr>
                  <p:sp>
                    <p:nvSpPr>
                      <p:cNvPr id="23810" name="Arc 23809">
                        <a:extLst>
                          <a:ext uri="{FF2B5EF4-FFF2-40B4-BE49-F238E27FC236}">
                            <a16:creationId xmlns:a16="http://schemas.microsoft.com/office/drawing/2014/main" id="{7AA03CFB-E60B-5F97-71E7-E039952C15B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811" name="Arc 23810">
                        <a:extLst>
                          <a:ext uri="{FF2B5EF4-FFF2-40B4-BE49-F238E27FC236}">
                            <a16:creationId xmlns:a16="http://schemas.microsoft.com/office/drawing/2014/main" id="{EB42E775-7445-4540-C55C-273CB22750D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809" name="TextBox 23808">
                      <a:extLst>
                        <a:ext uri="{FF2B5EF4-FFF2-40B4-BE49-F238E27FC236}">
                          <a16:creationId xmlns:a16="http://schemas.microsoft.com/office/drawing/2014/main" id="{94341672-8C3A-6306-ECE7-468956512381}"/>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23705" name="Group 23704">
                <a:extLst>
                  <a:ext uri="{FF2B5EF4-FFF2-40B4-BE49-F238E27FC236}">
                    <a16:creationId xmlns:a16="http://schemas.microsoft.com/office/drawing/2014/main" id="{21DAB082-9EAB-0B0F-FC38-C5BCF24CF70F}"/>
                  </a:ext>
                </a:extLst>
              </p:cNvPr>
              <p:cNvGrpSpPr/>
              <p:nvPr/>
            </p:nvGrpSpPr>
            <p:grpSpPr>
              <a:xfrm>
                <a:off x="6065340" y="2039507"/>
                <a:ext cx="1643204" cy="1593124"/>
                <a:chOff x="5445106" y="2644743"/>
                <a:chExt cx="1643204" cy="1593124"/>
              </a:xfrm>
            </p:grpSpPr>
            <p:grpSp>
              <p:nvGrpSpPr>
                <p:cNvPr id="23706" name="Group 23705">
                  <a:extLst>
                    <a:ext uri="{FF2B5EF4-FFF2-40B4-BE49-F238E27FC236}">
                      <a16:creationId xmlns:a16="http://schemas.microsoft.com/office/drawing/2014/main" id="{8300C950-C8A8-B9C2-04EB-F4FF06721D07}"/>
                    </a:ext>
                  </a:extLst>
                </p:cNvPr>
                <p:cNvGrpSpPr/>
                <p:nvPr/>
              </p:nvGrpSpPr>
              <p:grpSpPr>
                <a:xfrm>
                  <a:off x="5445106" y="2644743"/>
                  <a:ext cx="1019224" cy="991639"/>
                  <a:chOff x="5886431" y="3225768"/>
                  <a:chExt cx="1019224" cy="991639"/>
                </a:xfrm>
              </p:grpSpPr>
              <p:grpSp>
                <p:nvGrpSpPr>
                  <p:cNvPr id="23754" name="Group 23753">
                    <a:extLst>
                      <a:ext uri="{FF2B5EF4-FFF2-40B4-BE49-F238E27FC236}">
                        <a16:creationId xmlns:a16="http://schemas.microsoft.com/office/drawing/2014/main" id="{753B420E-DD1F-1E93-0EE8-3F1F303C31B7}"/>
                      </a:ext>
                    </a:extLst>
                  </p:cNvPr>
                  <p:cNvGrpSpPr/>
                  <p:nvPr/>
                </p:nvGrpSpPr>
                <p:grpSpPr>
                  <a:xfrm>
                    <a:off x="6197413" y="3824215"/>
                    <a:ext cx="393192" cy="393192"/>
                    <a:chOff x="5265196" y="3357021"/>
                    <a:chExt cx="393192" cy="393192"/>
                  </a:xfrm>
                </p:grpSpPr>
                <p:grpSp>
                  <p:nvGrpSpPr>
                    <p:cNvPr id="23789" name="Group 23788">
                      <a:extLst>
                        <a:ext uri="{FF2B5EF4-FFF2-40B4-BE49-F238E27FC236}">
                          <a16:creationId xmlns:a16="http://schemas.microsoft.com/office/drawing/2014/main" id="{2B0002A3-C854-0166-B849-918B558E61E6}"/>
                        </a:ext>
                      </a:extLst>
                    </p:cNvPr>
                    <p:cNvGrpSpPr/>
                    <p:nvPr/>
                  </p:nvGrpSpPr>
                  <p:grpSpPr>
                    <a:xfrm rot="14400000">
                      <a:off x="5265196" y="3357021"/>
                      <a:ext cx="393192" cy="393192"/>
                      <a:chOff x="5354637" y="3446463"/>
                      <a:chExt cx="214313" cy="214313"/>
                    </a:xfrm>
                  </p:grpSpPr>
                  <p:sp>
                    <p:nvSpPr>
                      <p:cNvPr id="23798" name="Arc 23797">
                        <a:extLst>
                          <a:ext uri="{FF2B5EF4-FFF2-40B4-BE49-F238E27FC236}">
                            <a16:creationId xmlns:a16="http://schemas.microsoft.com/office/drawing/2014/main" id="{35F5BA36-D770-306B-43C4-53EB9AFD233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799" name="Arc 23798">
                        <a:extLst>
                          <a:ext uri="{FF2B5EF4-FFF2-40B4-BE49-F238E27FC236}">
                            <a16:creationId xmlns:a16="http://schemas.microsoft.com/office/drawing/2014/main" id="{33392224-B622-8AD8-5CFD-5BB7C0AC0DE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790" name="Group 23789">
                      <a:extLst>
                        <a:ext uri="{FF2B5EF4-FFF2-40B4-BE49-F238E27FC236}">
                          <a16:creationId xmlns:a16="http://schemas.microsoft.com/office/drawing/2014/main" id="{A3C2BCD1-DBED-0FAC-724D-1BD16FA9ED28}"/>
                        </a:ext>
                      </a:extLst>
                    </p:cNvPr>
                    <p:cNvGrpSpPr/>
                    <p:nvPr/>
                  </p:nvGrpSpPr>
                  <p:grpSpPr>
                    <a:xfrm>
                      <a:off x="5310186" y="3402011"/>
                      <a:ext cx="303213" cy="303213"/>
                      <a:chOff x="5310186" y="3402011"/>
                      <a:chExt cx="303213" cy="303213"/>
                    </a:xfrm>
                  </p:grpSpPr>
                  <p:grpSp>
                    <p:nvGrpSpPr>
                      <p:cNvPr id="23791" name="Group 23790">
                        <a:extLst>
                          <a:ext uri="{FF2B5EF4-FFF2-40B4-BE49-F238E27FC236}">
                            <a16:creationId xmlns:a16="http://schemas.microsoft.com/office/drawing/2014/main" id="{F37A13E3-F703-D1BB-4500-7B5DBF52B111}"/>
                          </a:ext>
                        </a:extLst>
                      </p:cNvPr>
                      <p:cNvGrpSpPr/>
                      <p:nvPr/>
                    </p:nvGrpSpPr>
                    <p:grpSpPr>
                      <a:xfrm>
                        <a:off x="5354636" y="3446461"/>
                        <a:ext cx="214313" cy="214313"/>
                        <a:chOff x="5354637" y="3446463"/>
                        <a:chExt cx="214313" cy="214313"/>
                      </a:xfrm>
                    </p:grpSpPr>
                    <p:sp>
                      <p:nvSpPr>
                        <p:cNvPr id="23796" name="Arc 23795">
                          <a:extLst>
                            <a:ext uri="{FF2B5EF4-FFF2-40B4-BE49-F238E27FC236}">
                              <a16:creationId xmlns:a16="http://schemas.microsoft.com/office/drawing/2014/main" id="{CAC2F895-05C5-C3A9-AC8F-11A1A0DF6FC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797" name="Arc 23796">
                          <a:extLst>
                            <a:ext uri="{FF2B5EF4-FFF2-40B4-BE49-F238E27FC236}">
                              <a16:creationId xmlns:a16="http://schemas.microsoft.com/office/drawing/2014/main" id="{A7EA9A28-F1C4-5F75-77E5-397D28F6953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792" name="Group 23791">
                        <a:extLst>
                          <a:ext uri="{FF2B5EF4-FFF2-40B4-BE49-F238E27FC236}">
                            <a16:creationId xmlns:a16="http://schemas.microsoft.com/office/drawing/2014/main" id="{97352F2E-8C9A-B4C4-81FA-D8C428595341}"/>
                          </a:ext>
                        </a:extLst>
                      </p:cNvPr>
                      <p:cNvGrpSpPr/>
                      <p:nvPr/>
                    </p:nvGrpSpPr>
                    <p:grpSpPr>
                      <a:xfrm rot="7200000">
                        <a:off x="5310186" y="3402011"/>
                        <a:ext cx="303213" cy="303213"/>
                        <a:chOff x="5354637" y="3446463"/>
                        <a:chExt cx="214313" cy="214313"/>
                      </a:xfrm>
                    </p:grpSpPr>
                    <p:sp>
                      <p:nvSpPr>
                        <p:cNvPr id="23794" name="Arc 23793">
                          <a:extLst>
                            <a:ext uri="{FF2B5EF4-FFF2-40B4-BE49-F238E27FC236}">
                              <a16:creationId xmlns:a16="http://schemas.microsoft.com/office/drawing/2014/main" id="{7851CC4F-6E66-4B37-6827-45AFFDD5075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795" name="Arc 23794">
                          <a:extLst>
                            <a:ext uri="{FF2B5EF4-FFF2-40B4-BE49-F238E27FC236}">
                              <a16:creationId xmlns:a16="http://schemas.microsoft.com/office/drawing/2014/main" id="{80C5D74F-EB3C-2C8D-98C7-5E887A6C868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793" name="TextBox 23792">
                        <a:extLst>
                          <a:ext uri="{FF2B5EF4-FFF2-40B4-BE49-F238E27FC236}">
                            <a16:creationId xmlns:a16="http://schemas.microsoft.com/office/drawing/2014/main" id="{787A19D0-10D8-7EB0-8E7D-C3EF6D8862D2}"/>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755" name="Group 23754">
                    <a:extLst>
                      <a:ext uri="{FF2B5EF4-FFF2-40B4-BE49-F238E27FC236}">
                        <a16:creationId xmlns:a16="http://schemas.microsoft.com/office/drawing/2014/main" id="{C916141D-82CD-2E57-2CD7-C4298732A63C}"/>
                      </a:ext>
                    </a:extLst>
                  </p:cNvPr>
                  <p:cNvGrpSpPr/>
                  <p:nvPr/>
                </p:nvGrpSpPr>
                <p:grpSpPr>
                  <a:xfrm>
                    <a:off x="5886431" y="3525040"/>
                    <a:ext cx="393192" cy="393192"/>
                    <a:chOff x="5265196" y="3932619"/>
                    <a:chExt cx="393192" cy="393192"/>
                  </a:xfrm>
                </p:grpSpPr>
                <p:grpSp>
                  <p:nvGrpSpPr>
                    <p:cNvPr id="23779" name="Group 23778">
                      <a:extLst>
                        <a:ext uri="{FF2B5EF4-FFF2-40B4-BE49-F238E27FC236}">
                          <a16:creationId xmlns:a16="http://schemas.microsoft.com/office/drawing/2014/main" id="{7F4B81AA-B46B-4937-E3AE-CDB3D8A5B1D3}"/>
                        </a:ext>
                      </a:extLst>
                    </p:cNvPr>
                    <p:cNvGrpSpPr/>
                    <p:nvPr/>
                  </p:nvGrpSpPr>
                  <p:grpSpPr>
                    <a:xfrm>
                      <a:off x="5354636" y="4022061"/>
                      <a:ext cx="214313" cy="214313"/>
                      <a:chOff x="5354637" y="3446463"/>
                      <a:chExt cx="214313" cy="214313"/>
                    </a:xfrm>
                  </p:grpSpPr>
                  <p:sp>
                    <p:nvSpPr>
                      <p:cNvPr id="23787" name="Arc 23786">
                        <a:extLst>
                          <a:ext uri="{FF2B5EF4-FFF2-40B4-BE49-F238E27FC236}">
                            <a16:creationId xmlns:a16="http://schemas.microsoft.com/office/drawing/2014/main" id="{EEB77A45-A645-5EE7-6C19-E20F07F90BC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788" name="Arc 23787">
                        <a:extLst>
                          <a:ext uri="{FF2B5EF4-FFF2-40B4-BE49-F238E27FC236}">
                            <a16:creationId xmlns:a16="http://schemas.microsoft.com/office/drawing/2014/main" id="{23DB5DAE-3BD0-733E-AD4E-D1E357F8E87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780" name="Group 23779">
                      <a:extLst>
                        <a:ext uri="{FF2B5EF4-FFF2-40B4-BE49-F238E27FC236}">
                          <a16:creationId xmlns:a16="http://schemas.microsoft.com/office/drawing/2014/main" id="{CF6737C5-9B19-4B77-35B2-78E9B74D8647}"/>
                        </a:ext>
                      </a:extLst>
                    </p:cNvPr>
                    <p:cNvGrpSpPr/>
                    <p:nvPr/>
                  </p:nvGrpSpPr>
                  <p:grpSpPr>
                    <a:xfrm rot="14400000">
                      <a:off x="5310186" y="3977611"/>
                      <a:ext cx="303213" cy="303213"/>
                      <a:chOff x="5354637" y="3446463"/>
                      <a:chExt cx="214313" cy="214313"/>
                    </a:xfrm>
                  </p:grpSpPr>
                  <p:sp>
                    <p:nvSpPr>
                      <p:cNvPr id="23785" name="Arc 23784">
                        <a:extLst>
                          <a:ext uri="{FF2B5EF4-FFF2-40B4-BE49-F238E27FC236}">
                            <a16:creationId xmlns:a16="http://schemas.microsoft.com/office/drawing/2014/main" id="{52DC25A0-7956-8F1B-4ED1-1FD76D36834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786" name="Arc 23785">
                        <a:extLst>
                          <a:ext uri="{FF2B5EF4-FFF2-40B4-BE49-F238E27FC236}">
                            <a16:creationId xmlns:a16="http://schemas.microsoft.com/office/drawing/2014/main" id="{59621B7E-E468-F838-7F27-DFCA844ABA0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781" name="Group 23780">
                      <a:extLst>
                        <a:ext uri="{FF2B5EF4-FFF2-40B4-BE49-F238E27FC236}">
                          <a16:creationId xmlns:a16="http://schemas.microsoft.com/office/drawing/2014/main" id="{8232773E-6F88-DA71-2F7D-CCB152D34E93}"/>
                        </a:ext>
                      </a:extLst>
                    </p:cNvPr>
                    <p:cNvGrpSpPr/>
                    <p:nvPr/>
                  </p:nvGrpSpPr>
                  <p:grpSpPr>
                    <a:xfrm rot="7200000">
                      <a:off x="5265196" y="3932619"/>
                      <a:ext cx="393192" cy="393192"/>
                      <a:chOff x="5354637" y="3446463"/>
                      <a:chExt cx="214313" cy="214313"/>
                    </a:xfrm>
                  </p:grpSpPr>
                  <p:sp>
                    <p:nvSpPr>
                      <p:cNvPr id="23783" name="Arc 23782">
                        <a:extLst>
                          <a:ext uri="{FF2B5EF4-FFF2-40B4-BE49-F238E27FC236}">
                            <a16:creationId xmlns:a16="http://schemas.microsoft.com/office/drawing/2014/main" id="{39B95F43-0D2E-979E-EFDE-F88AC843438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784" name="Arc 23783">
                        <a:extLst>
                          <a:ext uri="{FF2B5EF4-FFF2-40B4-BE49-F238E27FC236}">
                            <a16:creationId xmlns:a16="http://schemas.microsoft.com/office/drawing/2014/main" id="{68747245-7F55-4C6D-5B46-5FADECCB759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782" name="TextBox 23781">
                      <a:extLst>
                        <a:ext uri="{FF2B5EF4-FFF2-40B4-BE49-F238E27FC236}">
                          <a16:creationId xmlns:a16="http://schemas.microsoft.com/office/drawing/2014/main" id="{B0C7CD94-26CE-0AC8-770E-2F5B298DBEE0}"/>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3756" name="Group 23755">
                    <a:extLst>
                      <a:ext uri="{FF2B5EF4-FFF2-40B4-BE49-F238E27FC236}">
                        <a16:creationId xmlns:a16="http://schemas.microsoft.com/office/drawing/2014/main" id="{3C5517A2-C71B-2E4F-EEFB-C55CE882BAA8}"/>
                      </a:ext>
                    </a:extLst>
                  </p:cNvPr>
                  <p:cNvGrpSpPr/>
                  <p:nvPr/>
                </p:nvGrpSpPr>
                <p:grpSpPr>
                  <a:xfrm>
                    <a:off x="6512463" y="3525040"/>
                    <a:ext cx="393192" cy="393192"/>
                    <a:chOff x="6389147" y="3357021"/>
                    <a:chExt cx="393192" cy="393192"/>
                  </a:xfrm>
                </p:grpSpPr>
                <p:grpSp>
                  <p:nvGrpSpPr>
                    <p:cNvPr id="23768" name="Group 23767">
                      <a:extLst>
                        <a:ext uri="{FF2B5EF4-FFF2-40B4-BE49-F238E27FC236}">
                          <a16:creationId xmlns:a16="http://schemas.microsoft.com/office/drawing/2014/main" id="{CBFBA6CD-8C10-FF4E-9B50-BE7D97915D72}"/>
                        </a:ext>
                      </a:extLst>
                    </p:cNvPr>
                    <p:cNvGrpSpPr/>
                    <p:nvPr/>
                  </p:nvGrpSpPr>
                  <p:grpSpPr>
                    <a:xfrm rot="7200000" flipH="1">
                      <a:off x="6389147" y="3357021"/>
                      <a:ext cx="393192" cy="393192"/>
                      <a:chOff x="5354637" y="3446463"/>
                      <a:chExt cx="214313" cy="214313"/>
                    </a:xfrm>
                  </p:grpSpPr>
                  <p:sp>
                    <p:nvSpPr>
                      <p:cNvPr id="23777" name="Arc 23776">
                        <a:extLst>
                          <a:ext uri="{FF2B5EF4-FFF2-40B4-BE49-F238E27FC236}">
                            <a16:creationId xmlns:a16="http://schemas.microsoft.com/office/drawing/2014/main" id="{D0EF0272-B0BC-B344-FADB-D2257627A3B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778" name="Arc 23777">
                        <a:extLst>
                          <a:ext uri="{FF2B5EF4-FFF2-40B4-BE49-F238E27FC236}">
                            <a16:creationId xmlns:a16="http://schemas.microsoft.com/office/drawing/2014/main" id="{5A94FF7C-79FB-9413-F3E9-5C2407E135B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769" name="Group 23768">
                      <a:extLst>
                        <a:ext uri="{FF2B5EF4-FFF2-40B4-BE49-F238E27FC236}">
                          <a16:creationId xmlns:a16="http://schemas.microsoft.com/office/drawing/2014/main" id="{90B02754-AD96-A1A0-AA2A-9F88D6FCEE4F}"/>
                        </a:ext>
                      </a:extLst>
                    </p:cNvPr>
                    <p:cNvGrpSpPr/>
                    <p:nvPr/>
                  </p:nvGrpSpPr>
                  <p:grpSpPr>
                    <a:xfrm>
                      <a:off x="6434137" y="3402011"/>
                      <a:ext cx="303213" cy="303213"/>
                      <a:chOff x="6434137" y="3402011"/>
                      <a:chExt cx="303213" cy="303213"/>
                    </a:xfrm>
                  </p:grpSpPr>
                  <p:grpSp>
                    <p:nvGrpSpPr>
                      <p:cNvPr id="23770" name="Group 23769">
                        <a:extLst>
                          <a:ext uri="{FF2B5EF4-FFF2-40B4-BE49-F238E27FC236}">
                            <a16:creationId xmlns:a16="http://schemas.microsoft.com/office/drawing/2014/main" id="{CEB9EEC4-B4B1-DC54-24A6-02803E3E5F5E}"/>
                          </a:ext>
                        </a:extLst>
                      </p:cNvPr>
                      <p:cNvGrpSpPr/>
                      <p:nvPr/>
                    </p:nvGrpSpPr>
                    <p:grpSpPr>
                      <a:xfrm flipH="1">
                        <a:off x="6478587" y="3446461"/>
                        <a:ext cx="214313" cy="214313"/>
                        <a:chOff x="5354637" y="3446463"/>
                        <a:chExt cx="214313" cy="214313"/>
                      </a:xfrm>
                    </p:grpSpPr>
                    <p:sp>
                      <p:nvSpPr>
                        <p:cNvPr id="23775" name="Arc 23774">
                          <a:extLst>
                            <a:ext uri="{FF2B5EF4-FFF2-40B4-BE49-F238E27FC236}">
                              <a16:creationId xmlns:a16="http://schemas.microsoft.com/office/drawing/2014/main" id="{0CC5AEC4-F783-63C5-8F2F-AC6EFA3A584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776" name="Arc 23775">
                          <a:extLst>
                            <a:ext uri="{FF2B5EF4-FFF2-40B4-BE49-F238E27FC236}">
                              <a16:creationId xmlns:a16="http://schemas.microsoft.com/office/drawing/2014/main" id="{169560A9-5BB5-959D-1C0B-546421AA5A3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771" name="Group 23770">
                        <a:extLst>
                          <a:ext uri="{FF2B5EF4-FFF2-40B4-BE49-F238E27FC236}">
                            <a16:creationId xmlns:a16="http://schemas.microsoft.com/office/drawing/2014/main" id="{DB65145D-D9F4-525C-25FF-B50978B4125E}"/>
                          </a:ext>
                        </a:extLst>
                      </p:cNvPr>
                      <p:cNvGrpSpPr/>
                      <p:nvPr/>
                    </p:nvGrpSpPr>
                    <p:grpSpPr>
                      <a:xfrm rot="14400000" flipH="1">
                        <a:off x="6434137" y="3402011"/>
                        <a:ext cx="303213" cy="303213"/>
                        <a:chOff x="5354637" y="3446463"/>
                        <a:chExt cx="214313" cy="214313"/>
                      </a:xfrm>
                    </p:grpSpPr>
                    <p:sp>
                      <p:nvSpPr>
                        <p:cNvPr id="23773" name="Arc 23772">
                          <a:extLst>
                            <a:ext uri="{FF2B5EF4-FFF2-40B4-BE49-F238E27FC236}">
                              <a16:creationId xmlns:a16="http://schemas.microsoft.com/office/drawing/2014/main" id="{9DDA6E72-7919-1AC0-9BFA-AB702873F19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774" name="Arc 23773">
                          <a:extLst>
                            <a:ext uri="{FF2B5EF4-FFF2-40B4-BE49-F238E27FC236}">
                              <a16:creationId xmlns:a16="http://schemas.microsoft.com/office/drawing/2014/main" id="{82BFC28C-8374-B08E-7272-FA36282CE65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772" name="TextBox 23771">
                        <a:extLst>
                          <a:ext uri="{FF2B5EF4-FFF2-40B4-BE49-F238E27FC236}">
                            <a16:creationId xmlns:a16="http://schemas.microsoft.com/office/drawing/2014/main" id="{B88AED74-DAA8-71AF-C150-C3EFB313BC2F}"/>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757" name="Group 23756">
                    <a:extLst>
                      <a:ext uri="{FF2B5EF4-FFF2-40B4-BE49-F238E27FC236}">
                        <a16:creationId xmlns:a16="http://schemas.microsoft.com/office/drawing/2014/main" id="{669A062B-E581-C64E-AA23-981E8DD40CB9}"/>
                      </a:ext>
                    </a:extLst>
                  </p:cNvPr>
                  <p:cNvGrpSpPr/>
                  <p:nvPr/>
                </p:nvGrpSpPr>
                <p:grpSpPr>
                  <a:xfrm>
                    <a:off x="6197413" y="3225768"/>
                    <a:ext cx="393192" cy="393192"/>
                    <a:chOff x="6389147" y="3932622"/>
                    <a:chExt cx="393192" cy="393192"/>
                  </a:xfrm>
                </p:grpSpPr>
                <p:grpSp>
                  <p:nvGrpSpPr>
                    <p:cNvPr id="23758" name="Group 23757">
                      <a:extLst>
                        <a:ext uri="{FF2B5EF4-FFF2-40B4-BE49-F238E27FC236}">
                          <a16:creationId xmlns:a16="http://schemas.microsoft.com/office/drawing/2014/main" id="{27062DA8-BCE0-DFF7-874A-62CEACF2020C}"/>
                        </a:ext>
                      </a:extLst>
                    </p:cNvPr>
                    <p:cNvGrpSpPr/>
                    <p:nvPr/>
                  </p:nvGrpSpPr>
                  <p:grpSpPr>
                    <a:xfrm flipH="1">
                      <a:off x="6478587" y="4022061"/>
                      <a:ext cx="214313" cy="214313"/>
                      <a:chOff x="5354637" y="3446463"/>
                      <a:chExt cx="214313" cy="214313"/>
                    </a:xfrm>
                  </p:grpSpPr>
                  <p:sp>
                    <p:nvSpPr>
                      <p:cNvPr id="23766" name="Arc 23765">
                        <a:extLst>
                          <a:ext uri="{FF2B5EF4-FFF2-40B4-BE49-F238E27FC236}">
                            <a16:creationId xmlns:a16="http://schemas.microsoft.com/office/drawing/2014/main" id="{E6943A88-75E0-5BDE-F487-07299FAB44B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767" name="Arc 23766">
                        <a:extLst>
                          <a:ext uri="{FF2B5EF4-FFF2-40B4-BE49-F238E27FC236}">
                            <a16:creationId xmlns:a16="http://schemas.microsoft.com/office/drawing/2014/main" id="{7FA01CAD-8CE8-8B29-3D7C-861D2E6571B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759" name="Group 23758">
                      <a:extLst>
                        <a:ext uri="{FF2B5EF4-FFF2-40B4-BE49-F238E27FC236}">
                          <a16:creationId xmlns:a16="http://schemas.microsoft.com/office/drawing/2014/main" id="{C308FA37-8E26-E1F6-1CE7-1D01D5E4C4E7}"/>
                        </a:ext>
                      </a:extLst>
                    </p:cNvPr>
                    <p:cNvGrpSpPr/>
                    <p:nvPr/>
                  </p:nvGrpSpPr>
                  <p:grpSpPr>
                    <a:xfrm rot="7200000" flipH="1">
                      <a:off x="6434137" y="3977611"/>
                      <a:ext cx="303213" cy="303213"/>
                      <a:chOff x="5354637" y="3446463"/>
                      <a:chExt cx="214313" cy="214313"/>
                    </a:xfrm>
                  </p:grpSpPr>
                  <p:sp>
                    <p:nvSpPr>
                      <p:cNvPr id="23764" name="Arc 23763">
                        <a:extLst>
                          <a:ext uri="{FF2B5EF4-FFF2-40B4-BE49-F238E27FC236}">
                            <a16:creationId xmlns:a16="http://schemas.microsoft.com/office/drawing/2014/main" id="{2141B4E4-E477-8141-2A04-B3337E68530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765" name="Arc 23764">
                        <a:extLst>
                          <a:ext uri="{FF2B5EF4-FFF2-40B4-BE49-F238E27FC236}">
                            <a16:creationId xmlns:a16="http://schemas.microsoft.com/office/drawing/2014/main" id="{9102754A-586B-A012-5453-A970E096E45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760" name="Group 23759">
                      <a:extLst>
                        <a:ext uri="{FF2B5EF4-FFF2-40B4-BE49-F238E27FC236}">
                          <a16:creationId xmlns:a16="http://schemas.microsoft.com/office/drawing/2014/main" id="{8C1FD84A-23C2-FC85-A803-7F905942C398}"/>
                        </a:ext>
                      </a:extLst>
                    </p:cNvPr>
                    <p:cNvGrpSpPr/>
                    <p:nvPr/>
                  </p:nvGrpSpPr>
                  <p:grpSpPr>
                    <a:xfrm rot="14400000" flipH="1">
                      <a:off x="6389147" y="3932622"/>
                      <a:ext cx="393192" cy="393192"/>
                      <a:chOff x="5354637" y="3446463"/>
                      <a:chExt cx="214313" cy="214313"/>
                    </a:xfrm>
                  </p:grpSpPr>
                  <p:sp>
                    <p:nvSpPr>
                      <p:cNvPr id="23762" name="Arc 23761">
                        <a:extLst>
                          <a:ext uri="{FF2B5EF4-FFF2-40B4-BE49-F238E27FC236}">
                            <a16:creationId xmlns:a16="http://schemas.microsoft.com/office/drawing/2014/main" id="{95936B37-50C5-5307-89A0-1D045FE4DD5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763" name="Arc 23762">
                        <a:extLst>
                          <a:ext uri="{FF2B5EF4-FFF2-40B4-BE49-F238E27FC236}">
                            <a16:creationId xmlns:a16="http://schemas.microsoft.com/office/drawing/2014/main" id="{E4B68A83-AA7B-4E83-81EF-7FC7A02E501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761" name="TextBox 23760">
                      <a:extLst>
                        <a:ext uri="{FF2B5EF4-FFF2-40B4-BE49-F238E27FC236}">
                          <a16:creationId xmlns:a16="http://schemas.microsoft.com/office/drawing/2014/main" id="{26131E31-B04E-E5DD-7616-57F20DB1186F}"/>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707" name="Group 23706">
                  <a:extLst>
                    <a:ext uri="{FF2B5EF4-FFF2-40B4-BE49-F238E27FC236}">
                      <a16:creationId xmlns:a16="http://schemas.microsoft.com/office/drawing/2014/main" id="{D62C3C49-EA2B-C6AE-1F9F-C4A03AD3E6F2}"/>
                    </a:ext>
                  </a:extLst>
                </p:cNvPr>
                <p:cNvGrpSpPr/>
                <p:nvPr/>
              </p:nvGrpSpPr>
              <p:grpSpPr>
                <a:xfrm>
                  <a:off x="6069086" y="3246228"/>
                  <a:ext cx="1019224" cy="991639"/>
                  <a:chOff x="5886431" y="3225768"/>
                  <a:chExt cx="1019224" cy="991639"/>
                </a:xfrm>
              </p:grpSpPr>
              <p:grpSp>
                <p:nvGrpSpPr>
                  <p:cNvPr id="23708" name="Group 23707">
                    <a:extLst>
                      <a:ext uri="{FF2B5EF4-FFF2-40B4-BE49-F238E27FC236}">
                        <a16:creationId xmlns:a16="http://schemas.microsoft.com/office/drawing/2014/main" id="{9BB4AEE3-D340-B243-17BC-6BE5EA867887}"/>
                      </a:ext>
                    </a:extLst>
                  </p:cNvPr>
                  <p:cNvGrpSpPr/>
                  <p:nvPr/>
                </p:nvGrpSpPr>
                <p:grpSpPr>
                  <a:xfrm>
                    <a:off x="6197413" y="3824215"/>
                    <a:ext cx="393192" cy="393192"/>
                    <a:chOff x="5265196" y="3357021"/>
                    <a:chExt cx="393192" cy="393192"/>
                  </a:xfrm>
                </p:grpSpPr>
                <p:grpSp>
                  <p:nvGrpSpPr>
                    <p:cNvPr id="23743" name="Group 23742">
                      <a:extLst>
                        <a:ext uri="{FF2B5EF4-FFF2-40B4-BE49-F238E27FC236}">
                          <a16:creationId xmlns:a16="http://schemas.microsoft.com/office/drawing/2014/main" id="{9E3511EB-54CA-8C5F-ED8B-9D4C10BB02B1}"/>
                        </a:ext>
                      </a:extLst>
                    </p:cNvPr>
                    <p:cNvGrpSpPr/>
                    <p:nvPr/>
                  </p:nvGrpSpPr>
                  <p:grpSpPr>
                    <a:xfrm rot="14400000">
                      <a:off x="5265196" y="3357021"/>
                      <a:ext cx="393192" cy="393192"/>
                      <a:chOff x="5354637" y="3446463"/>
                      <a:chExt cx="214313" cy="214313"/>
                    </a:xfrm>
                  </p:grpSpPr>
                  <p:sp>
                    <p:nvSpPr>
                      <p:cNvPr id="23752" name="Arc 23751">
                        <a:extLst>
                          <a:ext uri="{FF2B5EF4-FFF2-40B4-BE49-F238E27FC236}">
                            <a16:creationId xmlns:a16="http://schemas.microsoft.com/office/drawing/2014/main" id="{7F3D6D1A-25DA-B102-171B-1E827D93D6C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753" name="Arc 23752">
                        <a:extLst>
                          <a:ext uri="{FF2B5EF4-FFF2-40B4-BE49-F238E27FC236}">
                            <a16:creationId xmlns:a16="http://schemas.microsoft.com/office/drawing/2014/main" id="{93A5A029-895F-E59F-FCFB-64040603888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744" name="Group 23743">
                      <a:extLst>
                        <a:ext uri="{FF2B5EF4-FFF2-40B4-BE49-F238E27FC236}">
                          <a16:creationId xmlns:a16="http://schemas.microsoft.com/office/drawing/2014/main" id="{430AAC8D-73BB-3891-1647-6631D662F802}"/>
                        </a:ext>
                      </a:extLst>
                    </p:cNvPr>
                    <p:cNvGrpSpPr/>
                    <p:nvPr/>
                  </p:nvGrpSpPr>
                  <p:grpSpPr>
                    <a:xfrm>
                      <a:off x="5310186" y="3402011"/>
                      <a:ext cx="303213" cy="303213"/>
                      <a:chOff x="5310186" y="3402011"/>
                      <a:chExt cx="303213" cy="303213"/>
                    </a:xfrm>
                  </p:grpSpPr>
                  <p:grpSp>
                    <p:nvGrpSpPr>
                      <p:cNvPr id="23745" name="Group 23744">
                        <a:extLst>
                          <a:ext uri="{FF2B5EF4-FFF2-40B4-BE49-F238E27FC236}">
                            <a16:creationId xmlns:a16="http://schemas.microsoft.com/office/drawing/2014/main" id="{1851CEB2-7564-BB79-2908-16768E65C95A}"/>
                          </a:ext>
                        </a:extLst>
                      </p:cNvPr>
                      <p:cNvGrpSpPr/>
                      <p:nvPr/>
                    </p:nvGrpSpPr>
                    <p:grpSpPr>
                      <a:xfrm>
                        <a:off x="5354636" y="3446461"/>
                        <a:ext cx="214313" cy="214313"/>
                        <a:chOff x="5354637" y="3446463"/>
                        <a:chExt cx="214313" cy="214313"/>
                      </a:xfrm>
                    </p:grpSpPr>
                    <p:sp>
                      <p:nvSpPr>
                        <p:cNvPr id="23750" name="Arc 23749">
                          <a:extLst>
                            <a:ext uri="{FF2B5EF4-FFF2-40B4-BE49-F238E27FC236}">
                              <a16:creationId xmlns:a16="http://schemas.microsoft.com/office/drawing/2014/main" id="{CD73EB75-9AD7-D1B4-1E11-205D6AA940A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751" name="Arc 23750">
                          <a:extLst>
                            <a:ext uri="{FF2B5EF4-FFF2-40B4-BE49-F238E27FC236}">
                              <a16:creationId xmlns:a16="http://schemas.microsoft.com/office/drawing/2014/main" id="{BC1DD0F5-36F5-3883-C667-4FE3BDC7E9A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746" name="Group 23745">
                        <a:extLst>
                          <a:ext uri="{FF2B5EF4-FFF2-40B4-BE49-F238E27FC236}">
                            <a16:creationId xmlns:a16="http://schemas.microsoft.com/office/drawing/2014/main" id="{C2970216-9191-F61A-E81E-AE539AE99EE4}"/>
                          </a:ext>
                        </a:extLst>
                      </p:cNvPr>
                      <p:cNvGrpSpPr/>
                      <p:nvPr/>
                    </p:nvGrpSpPr>
                    <p:grpSpPr>
                      <a:xfrm rot="7200000">
                        <a:off x="5310186" y="3402011"/>
                        <a:ext cx="303213" cy="303213"/>
                        <a:chOff x="5354637" y="3446463"/>
                        <a:chExt cx="214313" cy="214313"/>
                      </a:xfrm>
                    </p:grpSpPr>
                    <p:sp>
                      <p:nvSpPr>
                        <p:cNvPr id="23748" name="Arc 23747">
                          <a:extLst>
                            <a:ext uri="{FF2B5EF4-FFF2-40B4-BE49-F238E27FC236}">
                              <a16:creationId xmlns:a16="http://schemas.microsoft.com/office/drawing/2014/main" id="{8CBB2B09-4703-5069-D134-93B6CA4E784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749" name="Arc 23748">
                          <a:extLst>
                            <a:ext uri="{FF2B5EF4-FFF2-40B4-BE49-F238E27FC236}">
                              <a16:creationId xmlns:a16="http://schemas.microsoft.com/office/drawing/2014/main" id="{290A6E7F-3585-56D1-C75A-E53ED52181E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747" name="TextBox 23746">
                        <a:extLst>
                          <a:ext uri="{FF2B5EF4-FFF2-40B4-BE49-F238E27FC236}">
                            <a16:creationId xmlns:a16="http://schemas.microsoft.com/office/drawing/2014/main" id="{AD311852-BB4D-46F4-7248-B41C767AB4CB}"/>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709" name="Group 23708">
                    <a:extLst>
                      <a:ext uri="{FF2B5EF4-FFF2-40B4-BE49-F238E27FC236}">
                        <a16:creationId xmlns:a16="http://schemas.microsoft.com/office/drawing/2014/main" id="{5CAACE9A-51E0-9A60-90CF-E9BD3E7616CC}"/>
                      </a:ext>
                    </a:extLst>
                  </p:cNvPr>
                  <p:cNvGrpSpPr/>
                  <p:nvPr/>
                </p:nvGrpSpPr>
                <p:grpSpPr>
                  <a:xfrm>
                    <a:off x="5886431" y="3525040"/>
                    <a:ext cx="393192" cy="393192"/>
                    <a:chOff x="5265196" y="3932619"/>
                    <a:chExt cx="393192" cy="393192"/>
                  </a:xfrm>
                </p:grpSpPr>
                <p:grpSp>
                  <p:nvGrpSpPr>
                    <p:cNvPr id="23733" name="Group 23732">
                      <a:extLst>
                        <a:ext uri="{FF2B5EF4-FFF2-40B4-BE49-F238E27FC236}">
                          <a16:creationId xmlns:a16="http://schemas.microsoft.com/office/drawing/2014/main" id="{CEE3134A-7A23-02FE-B552-9738BCB656B3}"/>
                        </a:ext>
                      </a:extLst>
                    </p:cNvPr>
                    <p:cNvGrpSpPr/>
                    <p:nvPr/>
                  </p:nvGrpSpPr>
                  <p:grpSpPr>
                    <a:xfrm>
                      <a:off x="5354636" y="4022061"/>
                      <a:ext cx="214313" cy="214313"/>
                      <a:chOff x="5354637" y="3446463"/>
                      <a:chExt cx="214313" cy="214313"/>
                    </a:xfrm>
                  </p:grpSpPr>
                  <p:sp>
                    <p:nvSpPr>
                      <p:cNvPr id="23741" name="Arc 23740">
                        <a:extLst>
                          <a:ext uri="{FF2B5EF4-FFF2-40B4-BE49-F238E27FC236}">
                            <a16:creationId xmlns:a16="http://schemas.microsoft.com/office/drawing/2014/main" id="{81BCE965-B0E9-D8FC-2B5F-D057B4D549C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742" name="Arc 23741">
                        <a:extLst>
                          <a:ext uri="{FF2B5EF4-FFF2-40B4-BE49-F238E27FC236}">
                            <a16:creationId xmlns:a16="http://schemas.microsoft.com/office/drawing/2014/main" id="{A4817731-48A0-7225-00AF-EEF214AB014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734" name="Group 23733">
                      <a:extLst>
                        <a:ext uri="{FF2B5EF4-FFF2-40B4-BE49-F238E27FC236}">
                          <a16:creationId xmlns:a16="http://schemas.microsoft.com/office/drawing/2014/main" id="{7DBA5285-3333-5047-0D20-C1EEDA4783BC}"/>
                        </a:ext>
                      </a:extLst>
                    </p:cNvPr>
                    <p:cNvGrpSpPr/>
                    <p:nvPr/>
                  </p:nvGrpSpPr>
                  <p:grpSpPr>
                    <a:xfrm rot="14400000">
                      <a:off x="5310186" y="3977611"/>
                      <a:ext cx="303213" cy="303213"/>
                      <a:chOff x="5354637" y="3446463"/>
                      <a:chExt cx="214313" cy="214313"/>
                    </a:xfrm>
                  </p:grpSpPr>
                  <p:sp>
                    <p:nvSpPr>
                      <p:cNvPr id="23739" name="Arc 23738">
                        <a:extLst>
                          <a:ext uri="{FF2B5EF4-FFF2-40B4-BE49-F238E27FC236}">
                            <a16:creationId xmlns:a16="http://schemas.microsoft.com/office/drawing/2014/main" id="{0F006671-DB1D-6D02-4694-38933FA3DCD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740" name="Arc 23739">
                        <a:extLst>
                          <a:ext uri="{FF2B5EF4-FFF2-40B4-BE49-F238E27FC236}">
                            <a16:creationId xmlns:a16="http://schemas.microsoft.com/office/drawing/2014/main" id="{A8FB3F6A-E3F4-74C4-CBC8-82EE5EF6A6A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735" name="Group 23734">
                      <a:extLst>
                        <a:ext uri="{FF2B5EF4-FFF2-40B4-BE49-F238E27FC236}">
                          <a16:creationId xmlns:a16="http://schemas.microsoft.com/office/drawing/2014/main" id="{7FEC0203-5B7A-89C0-F75B-52A641514688}"/>
                        </a:ext>
                      </a:extLst>
                    </p:cNvPr>
                    <p:cNvGrpSpPr/>
                    <p:nvPr/>
                  </p:nvGrpSpPr>
                  <p:grpSpPr>
                    <a:xfrm rot="7200000">
                      <a:off x="5265196" y="3932619"/>
                      <a:ext cx="393192" cy="393192"/>
                      <a:chOff x="5354637" y="3446463"/>
                      <a:chExt cx="214313" cy="214313"/>
                    </a:xfrm>
                  </p:grpSpPr>
                  <p:sp>
                    <p:nvSpPr>
                      <p:cNvPr id="23737" name="Arc 23736">
                        <a:extLst>
                          <a:ext uri="{FF2B5EF4-FFF2-40B4-BE49-F238E27FC236}">
                            <a16:creationId xmlns:a16="http://schemas.microsoft.com/office/drawing/2014/main" id="{56D5EAEC-960E-0285-E829-2B79FBF0637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738" name="Arc 23737">
                        <a:extLst>
                          <a:ext uri="{FF2B5EF4-FFF2-40B4-BE49-F238E27FC236}">
                            <a16:creationId xmlns:a16="http://schemas.microsoft.com/office/drawing/2014/main" id="{35B5A906-8B3D-21B8-74F5-0BA03B8A451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736" name="TextBox 23735">
                      <a:extLst>
                        <a:ext uri="{FF2B5EF4-FFF2-40B4-BE49-F238E27FC236}">
                          <a16:creationId xmlns:a16="http://schemas.microsoft.com/office/drawing/2014/main" id="{2B6EE9E2-027B-C6B1-6FAD-8CD76FA2C9D9}"/>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3710" name="Group 23709">
                    <a:extLst>
                      <a:ext uri="{FF2B5EF4-FFF2-40B4-BE49-F238E27FC236}">
                        <a16:creationId xmlns:a16="http://schemas.microsoft.com/office/drawing/2014/main" id="{40F8FEA9-B9FF-AF5C-36F4-38A6DDD99250}"/>
                      </a:ext>
                    </a:extLst>
                  </p:cNvPr>
                  <p:cNvGrpSpPr/>
                  <p:nvPr/>
                </p:nvGrpSpPr>
                <p:grpSpPr>
                  <a:xfrm>
                    <a:off x="6512463" y="3525040"/>
                    <a:ext cx="393192" cy="393192"/>
                    <a:chOff x="6389147" y="3357021"/>
                    <a:chExt cx="393192" cy="393192"/>
                  </a:xfrm>
                </p:grpSpPr>
                <p:grpSp>
                  <p:nvGrpSpPr>
                    <p:cNvPr id="23722" name="Group 23721">
                      <a:extLst>
                        <a:ext uri="{FF2B5EF4-FFF2-40B4-BE49-F238E27FC236}">
                          <a16:creationId xmlns:a16="http://schemas.microsoft.com/office/drawing/2014/main" id="{37BBB3B5-43DE-4425-F190-AA20F5B5CC82}"/>
                        </a:ext>
                      </a:extLst>
                    </p:cNvPr>
                    <p:cNvGrpSpPr/>
                    <p:nvPr/>
                  </p:nvGrpSpPr>
                  <p:grpSpPr>
                    <a:xfrm rot="7200000" flipH="1">
                      <a:off x="6389147" y="3357021"/>
                      <a:ext cx="393192" cy="393192"/>
                      <a:chOff x="5354637" y="3446463"/>
                      <a:chExt cx="214313" cy="214313"/>
                    </a:xfrm>
                  </p:grpSpPr>
                  <p:sp>
                    <p:nvSpPr>
                      <p:cNvPr id="23731" name="Arc 23730">
                        <a:extLst>
                          <a:ext uri="{FF2B5EF4-FFF2-40B4-BE49-F238E27FC236}">
                            <a16:creationId xmlns:a16="http://schemas.microsoft.com/office/drawing/2014/main" id="{9FA277CE-AC33-D229-B75B-9A4DD1D08F7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732" name="Arc 23731">
                        <a:extLst>
                          <a:ext uri="{FF2B5EF4-FFF2-40B4-BE49-F238E27FC236}">
                            <a16:creationId xmlns:a16="http://schemas.microsoft.com/office/drawing/2014/main" id="{430F4F69-1A9E-BF30-0C31-FF8819EB1E0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723" name="Group 23722">
                      <a:extLst>
                        <a:ext uri="{FF2B5EF4-FFF2-40B4-BE49-F238E27FC236}">
                          <a16:creationId xmlns:a16="http://schemas.microsoft.com/office/drawing/2014/main" id="{210A01DB-7CC5-CECA-A0CB-31CC2A9F97B2}"/>
                        </a:ext>
                      </a:extLst>
                    </p:cNvPr>
                    <p:cNvGrpSpPr/>
                    <p:nvPr/>
                  </p:nvGrpSpPr>
                  <p:grpSpPr>
                    <a:xfrm>
                      <a:off x="6434137" y="3402011"/>
                      <a:ext cx="303213" cy="303213"/>
                      <a:chOff x="6434137" y="3402011"/>
                      <a:chExt cx="303213" cy="303213"/>
                    </a:xfrm>
                  </p:grpSpPr>
                  <p:grpSp>
                    <p:nvGrpSpPr>
                      <p:cNvPr id="23724" name="Group 23723">
                        <a:extLst>
                          <a:ext uri="{FF2B5EF4-FFF2-40B4-BE49-F238E27FC236}">
                            <a16:creationId xmlns:a16="http://schemas.microsoft.com/office/drawing/2014/main" id="{00507FF1-B6FF-5F74-7199-8093FD37F9FC}"/>
                          </a:ext>
                        </a:extLst>
                      </p:cNvPr>
                      <p:cNvGrpSpPr/>
                      <p:nvPr/>
                    </p:nvGrpSpPr>
                    <p:grpSpPr>
                      <a:xfrm flipH="1">
                        <a:off x="6478587" y="3446461"/>
                        <a:ext cx="214313" cy="214313"/>
                        <a:chOff x="5354637" y="3446463"/>
                        <a:chExt cx="214313" cy="214313"/>
                      </a:xfrm>
                    </p:grpSpPr>
                    <p:sp>
                      <p:nvSpPr>
                        <p:cNvPr id="23729" name="Arc 23728">
                          <a:extLst>
                            <a:ext uri="{FF2B5EF4-FFF2-40B4-BE49-F238E27FC236}">
                              <a16:creationId xmlns:a16="http://schemas.microsoft.com/office/drawing/2014/main" id="{5B2CD420-71B8-8FEE-1DF1-0D80EDB0A26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730" name="Arc 23729">
                          <a:extLst>
                            <a:ext uri="{FF2B5EF4-FFF2-40B4-BE49-F238E27FC236}">
                              <a16:creationId xmlns:a16="http://schemas.microsoft.com/office/drawing/2014/main" id="{5338557A-67C2-7306-BF4A-7C21354E03A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725" name="Group 23724">
                        <a:extLst>
                          <a:ext uri="{FF2B5EF4-FFF2-40B4-BE49-F238E27FC236}">
                            <a16:creationId xmlns:a16="http://schemas.microsoft.com/office/drawing/2014/main" id="{C47E3B5B-DE68-3F51-ABB4-6E8FA5E31CFF}"/>
                          </a:ext>
                        </a:extLst>
                      </p:cNvPr>
                      <p:cNvGrpSpPr/>
                      <p:nvPr/>
                    </p:nvGrpSpPr>
                    <p:grpSpPr>
                      <a:xfrm rot="14400000" flipH="1">
                        <a:off x="6434137" y="3402011"/>
                        <a:ext cx="303213" cy="303213"/>
                        <a:chOff x="5354637" y="3446463"/>
                        <a:chExt cx="214313" cy="214313"/>
                      </a:xfrm>
                    </p:grpSpPr>
                    <p:sp>
                      <p:nvSpPr>
                        <p:cNvPr id="23727" name="Arc 23726">
                          <a:extLst>
                            <a:ext uri="{FF2B5EF4-FFF2-40B4-BE49-F238E27FC236}">
                              <a16:creationId xmlns:a16="http://schemas.microsoft.com/office/drawing/2014/main" id="{41ED94B5-D075-1303-FBC9-BC69563FD97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728" name="Arc 23727">
                          <a:extLst>
                            <a:ext uri="{FF2B5EF4-FFF2-40B4-BE49-F238E27FC236}">
                              <a16:creationId xmlns:a16="http://schemas.microsoft.com/office/drawing/2014/main" id="{525C274A-459E-A9F4-96F4-AEDD0286B15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726" name="TextBox 23725">
                        <a:extLst>
                          <a:ext uri="{FF2B5EF4-FFF2-40B4-BE49-F238E27FC236}">
                            <a16:creationId xmlns:a16="http://schemas.microsoft.com/office/drawing/2014/main" id="{3A901C70-BF9D-F6B2-F207-DF58F3525477}"/>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711" name="Group 23710">
                    <a:extLst>
                      <a:ext uri="{FF2B5EF4-FFF2-40B4-BE49-F238E27FC236}">
                        <a16:creationId xmlns:a16="http://schemas.microsoft.com/office/drawing/2014/main" id="{56764AF9-105B-1589-095A-989E58A2E604}"/>
                      </a:ext>
                    </a:extLst>
                  </p:cNvPr>
                  <p:cNvGrpSpPr/>
                  <p:nvPr/>
                </p:nvGrpSpPr>
                <p:grpSpPr>
                  <a:xfrm>
                    <a:off x="6197413" y="3225768"/>
                    <a:ext cx="393192" cy="393192"/>
                    <a:chOff x="6389147" y="3932622"/>
                    <a:chExt cx="393192" cy="393192"/>
                  </a:xfrm>
                </p:grpSpPr>
                <p:grpSp>
                  <p:nvGrpSpPr>
                    <p:cNvPr id="23712" name="Group 23711">
                      <a:extLst>
                        <a:ext uri="{FF2B5EF4-FFF2-40B4-BE49-F238E27FC236}">
                          <a16:creationId xmlns:a16="http://schemas.microsoft.com/office/drawing/2014/main" id="{01DE34E8-F556-A930-C4DC-12AB2304D515}"/>
                        </a:ext>
                      </a:extLst>
                    </p:cNvPr>
                    <p:cNvGrpSpPr/>
                    <p:nvPr/>
                  </p:nvGrpSpPr>
                  <p:grpSpPr>
                    <a:xfrm flipH="1">
                      <a:off x="6478587" y="4022061"/>
                      <a:ext cx="214313" cy="214313"/>
                      <a:chOff x="5354637" y="3446463"/>
                      <a:chExt cx="214313" cy="214313"/>
                    </a:xfrm>
                  </p:grpSpPr>
                  <p:sp>
                    <p:nvSpPr>
                      <p:cNvPr id="23720" name="Arc 23719">
                        <a:extLst>
                          <a:ext uri="{FF2B5EF4-FFF2-40B4-BE49-F238E27FC236}">
                            <a16:creationId xmlns:a16="http://schemas.microsoft.com/office/drawing/2014/main" id="{CD7C641E-C008-E19C-6730-C7EF879037F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721" name="Arc 23720">
                        <a:extLst>
                          <a:ext uri="{FF2B5EF4-FFF2-40B4-BE49-F238E27FC236}">
                            <a16:creationId xmlns:a16="http://schemas.microsoft.com/office/drawing/2014/main" id="{373121AE-A9B7-8453-556B-68269CE8D23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713" name="Group 23712">
                      <a:extLst>
                        <a:ext uri="{FF2B5EF4-FFF2-40B4-BE49-F238E27FC236}">
                          <a16:creationId xmlns:a16="http://schemas.microsoft.com/office/drawing/2014/main" id="{12930A79-04C7-E275-CF1F-9FCDD269B8CA}"/>
                        </a:ext>
                      </a:extLst>
                    </p:cNvPr>
                    <p:cNvGrpSpPr/>
                    <p:nvPr/>
                  </p:nvGrpSpPr>
                  <p:grpSpPr>
                    <a:xfrm rot="7200000" flipH="1">
                      <a:off x="6434137" y="3977611"/>
                      <a:ext cx="303213" cy="303213"/>
                      <a:chOff x="5354637" y="3446463"/>
                      <a:chExt cx="214313" cy="214313"/>
                    </a:xfrm>
                  </p:grpSpPr>
                  <p:sp>
                    <p:nvSpPr>
                      <p:cNvPr id="23718" name="Arc 23717">
                        <a:extLst>
                          <a:ext uri="{FF2B5EF4-FFF2-40B4-BE49-F238E27FC236}">
                            <a16:creationId xmlns:a16="http://schemas.microsoft.com/office/drawing/2014/main" id="{288A44EA-1E2D-E751-4094-2B3D0D49E16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719" name="Arc 23718">
                        <a:extLst>
                          <a:ext uri="{FF2B5EF4-FFF2-40B4-BE49-F238E27FC236}">
                            <a16:creationId xmlns:a16="http://schemas.microsoft.com/office/drawing/2014/main" id="{AD9E5AB5-24BD-A157-0CAE-B84773CD494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714" name="Group 23713">
                      <a:extLst>
                        <a:ext uri="{FF2B5EF4-FFF2-40B4-BE49-F238E27FC236}">
                          <a16:creationId xmlns:a16="http://schemas.microsoft.com/office/drawing/2014/main" id="{80EE703E-8B37-30B8-5D04-E9EFF4761A0A}"/>
                        </a:ext>
                      </a:extLst>
                    </p:cNvPr>
                    <p:cNvGrpSpPr/>
                    <p:nvPr/>
                  </p:nvGrpSpPr>
                  <p:grpSpPr>
                    <a:xfrm rot="14400000" flipH="1">
                      <a:off x="6389147" y="3932622"/>
                      <a:ext cx="393192" cy="393192"/>
                      <a:chOff x="5354637" y="3446463"/>
                      <a:chExt cx="214313" cy="214313"/>
                    </a:xfrm>
                  </p:grpSpPr>
                  <p:sp>
                    <p:nvSpPr>
                      <p:cNvPr id="23716" name="Arc 23715">
                        <a:extLst>
                          <a:ext uri="{FF2B5EF4-FFF2-40B4-BE49-F238E27FC236}">
                            <a16:creationId xmlns:a16="http://schemas.microsoft.com/office/drawing/2014/main" id="{5F2E1BB6-BE30-213F-7BA4-029B3DAAAA5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717" name="Arc 23716">
                        <a:extLst>
                          <a:ext uri="{FF2B5EF4-FFF2-40B4-BE49-F238E27FC236}">
                            <a16:creationId xmlns:a16="http://schemas.microsoft.com/office/drawing/2014/main" id="{BA2A9FD9-9CE1-E32A-CB98-B3CCC20DB6C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715" name="TextBox 23714">
                      <a:extLst>
                        <a:ext uri="{FF2B5EF4-FFF2-40B4-BE49-F238E27FC236}">
                          <a16:creationId xmlns:a16="http://schemas.microsoft.com/office/drawing/2014/main" id="{B9B88727-606B-F589-0613-AF56927A1827}"/>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21412" name="Group 21411">
              <a:extLst>
                <a:ext uri="{FF2B5EF4-FFF2-40B4-BE49-F238E27FC236}">
                  <a16:creationId xmlns:a16="http://schemas.microsoft.com/office/drawing/2014/main" id="{D11D245D-345E-355F-1F5E-EE2EC3EB911D}"/>
                </a:ext>
              </a:extLst>
            </p:cNvPr>
            <p:cNvGrpSpPr/>
            <p:nvPr/>
          </p:nvGrpSpPr>
          <p:grpSpPr>
            <a:xfrm>
              <a:off x="4576926" y="706347"/>
              <a:ext cx="2263438" cy="2198360"/>
              <a:chOff x="5445106" y="2039507"/>
              <a:chExt cx="2263438" cy="2198360"/>
            </a:xfrm>
          </p:grpSpPr>
          <p:grpSp>
            <p:nvGrpSpPr>
              <p:cNvPr id="23514" name="Group 23513">
                <a:extLst>
                  <a:ext uri="{FF2B5EF4-FFF2-40B4-BE49-F238E27FC236}">
                    <a16:creationId xmlns:a16="http://schemas.microsoft.com/office/drawing/2014/main" id="{A1B9A4A7-3636-9FA8-0ED5-6FAB1D9A7038}"/>
                  </a:ext>
                </a:extLst>
              </p:cNvPr>
              <p:cNvGrpSpPr/>
              <p:nvPr/>
            </p:nvGrpSpPr>
            <p:grpSpPr>
              <a:xfrm>
                <a:off x="5445106" y="2644743"/>
                <a:ext cx="1643204" cy="1593124"/>
                <a:chOff x="5445106" y="2644743"/>
                <a:chExt cx="1643204" cy="1593124"/>
              </a:xfrm>
            </p:grpSpPr>
            <p:grpSp>
              <p:nvGrpSpPr>
                <p:cNvPr id="23610" name="Group 23609">
                  <a:extLst>
                    <a:ext uri="{FF2B5EF4-FFF2-40B4-BE49-F238E27FC236}">
                      <a16:creationId xmlns:a16="http://schemas.microsoft.com/office/drawing/2014/main" id="{0D1FF0F7-45F7-AF42-19EB-65CB8AA0D149}"/>
                    </a:ext>
                  </a:extLst>
                </p:cNvPr>
                <p:cNvGrpSpPr/>
                <p:nvPr/>
              </p:nvGrpSpPr>
              <p:grpSpPr>
                <a:xfrm>
                  <a:off x="5445106" y="2644743"/>
                  <a:ext cx="1019224" cy="991639"/>
                  <a:chOff x="5886431" y="3225768"/>
                  <a:chExt cx="1019224" cy="991639"/>
                </a:xfrm>
              </p:grpSpPr>
              <p:grpSp>
                <p:nvGrpSpPr>
                  <p:cNvPr id="23658" name="Group 23657">
                    <a:extLst>
                      <a:ext uri="{FF2B5EF4-FFF2-40B4-BE49-F238E27FC236}">
                        <a16:creationId xmlns:a16="http://schemas.microsoft.com/office/drawing/2014/main" id="{0A8FA5B1-B648-9110-9891-9DFAB4F14FCB}"/>
                      </a:ext>
                    </a:extLst>
                  </p:cNvPr>
                  <p:cNvGrpSpPr/>
                  <p:nvPr/>
                </p:nvGrpSpPr>
                <p:grpSpPr>
                  <a:xfrm>
                    <a:off x="6197413" y="3824215"/>
                    <a:ext cx="393192" cy="393192"/>
                    <a:chOff x="5265196" y="3357021"/>
                    <a:chExt cx="393192" cy="393192"/>
                  </a:xfrm>
                </p:grpSpPr>
                <p:grpSp>
                  <p:nvGrpSpPr>
                    <p:cNvPr id="23693" name="Group 23692">
                      <a:extLst>
                        <a:ext uri="{FF2B5EF4-FFF2-40B4-BE49-F238E27FC236}">
                          <a16:creationId xmlns:a16="http://schemas.microsoft.com/office/drawing/2014/main" id="{A127096D-563C-467E-D26E-523EC6D8A572}"/>
                        </a:ext>
                      </a:extLst>
                    </p:cNvPr>
                    <p:cNvGrpSpPr/>
                    <p:nvPr/>
                  </p:nvGrpSpPr>
                  <p:grpSpPr>
                    <a:xfrm rot="14400000">
                      <a:off x="5265196" y="3357021"/>
                      <a:ext cx="393192" cy="393192"/>
                      <a:chOff x="5354637" y="3446463"/>
                      <a:chExt cx="214313" cy="214313"/>
                    </a:xfrm>
                  </p:grpSpPr>
                  <p:sp>
                    <p:nvSpPr>
                      <p:cNvPr id="23702" name="Arc 23701">
                        <a:extLst>
                          <a:ext uri="{FF2B5EF4-FFF2-40B4-BE49-F238E27FC236}">
                            <a16:creationId xmlns:a16="http://schemas.microsoft.com/office/drawing/2014/main" id="{A8653C3E-9928-7B66-FA0E-68BDED4251C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703" name="Arc 23702">
                        <a:extLst>
                          <a:ext uri="{FF2B5EF4-FFF2-40B4-BE49-F238E27FC236}">
                            <a16:creationId xmlns:a16="http://schemas.microsoft.com/office/drawing/2014/main" id="{6198DDAF-88CC-4A2C-32F4-D202363DB42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694" name="Group 23693">
                      <a:extLst>
                        <a:ext uri="{FF2B5EF4-FFF2-40B4-BE49-F238E27FC236}">
                          <a16:creationId xmlns:a16="http://schemas.microsoft.com/office/drawing/2014/main" id="{72D26675-0541-3BD8-4D88-18E7DB80EFB8}"/>
                        </a:ext>
                      </a:extLst>
                    </p:cNvPr>
                    <p:cNvGrpSpPr/>
                    <p:nvPr/>
                  </p:nvGrpSpPr>
                  <p:grpSpPr>
                    <a:xfrm>
                      <a:off x="5310186" y="3402011"/>
                      <a:ext cx="303213" cy="303213"/>
                      <a:chOff x="5310186" y="3402011"/>
                      <a:chExt cx="303213" cy="303213"/>
                    </a:xfrm>
                  </p:grpSpPr>
                  <p:grpSp>
                    <p:nvGrpSpPr>
                      <p:cNvPr id="23695" name="Group 23694">
                        <a:extLst>
                          <a:ext uri="{FF2B5EF4-FFF2-40B4-BE49-F238E27FC236}">
                            <a16:creationId xmlns:a16="http://schemas.microsoft.com/office/drawing/2014/main" id="{8F838918-B446-5CF7-3083-8BD8854CE4BE}"/>
                          </a:ext>
                        </a:extLst>
                      </p:cNvPr>
                      <p:cNvGrpSpPr/>
                      <p:nvPr/>
                    </p:nvGrpSpPr>
                    <p:grpSpPr>
                      <a:xfrm>
                        <a:off x="5354636" y="3446461"/>
                        <a:ext cx="214313" cy="214313"/>
                        <a:chOff x="5354637" y="3446463"/>
                        <a:chExt cx="214313" cy="214313"/>
                      </a:xfrm>
                    </p:grpSpPr>
                    <p:sp>
                      <p:nvSpPr>
                        <p:cNvPr id="23700" name="Arc 23699">
                          <a:extLst>
                            <a:ext uri="{FF2B5EF4-FFF2-40B4-BE49-F238E27FC236}">
                              <a16:creationId xmlns:a16="http://schemas.microsoft.com/office/drawing/2014/main" id="{FE98D351-375B-9414-136E-0FEF9ADB4F1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701" name="Arc 23700">
                          <a:extLst>
                            <a:ext uri="{FF2B5EF4-FFF2-40B4-BE49-F238E27FC236}">
                              <a16:creationId xmlns:a16="http://schemas.microsoft.com/office/drawing/2014/main" id="{80364E3E-A66E-E62D-AD69-D25EB2BCD07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696" name="Group 23695">
                        <a:extLst>
                          <a:ext uri="{FF2B5EF4-FFF2-40B4-BE49-F238E27FC236}">
                            <a16:creationId xmlns:a16="http://schemas.microsoft.com/office/drawing/2014/main" id="{9DBFC54E-4054-6F8A-49C3-EE03DA7995F8}"/>
                          </a:ext>
                        </a:extLst>
                      </p:cNvPr>
                      <p:cNvGrpSpPr/>
                      <p:nvPr/>
                    </p:nvGrpSpPr>
                    <p:grpSpPr>
                      <a:xfrm rot="7200000">
                        <a:off x="5310186" y="3402011"/>
                        <a:ext cx="303213" cy="303213"/>
                        <a:chOff x="5354637" y="3446463"/>
                        <a:chExt cx="214313" cy="214313"/>
                      </a:xfrm>
                    </p:grpSpPr>
                    <p:sp>
                      <p:nvSpPr>
                        <p:cNvPr id="23698" name="Arc 23697">
                          <a:extLst>
                            <a:ext uri="{FF2B5EF4-FFF2-40B4-BE49-F238E27FC236}">
                              <a16:creationId xmlns:a16="http://schemas.microsoft.com/office/drawing/2014/main" id="{2B0DD79F-7A6E-5295-95E7-D6770F7BFD9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699" name="Arc 23698">
                          <a:extLst>
                            <a:ext uri="{FF2B5EF4-FFF2-40B4-BE49-F238E27FC236}">
                              <a16:creationId xmlns:a16="http://schemas.microsoft.com/office/drawing/2014/main" id="{69C39176-BCE9-B445-1A5B-4198D61B4BA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697" name="TextBox 23696">
                        <a:extLst>
                          <a:ext uri="{FF2B5EF4-FFF2-40B4-BE49-F238E27FC236}">
                            <a16:creationId xmlns:a16="http://schemas.microsoft.com/office/drawing/2014/main" id="{D758FF12-604D-5B82-EA33-C08098895E1D}"/>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659" name="Group 23658">
                    <a:extLst>
                      <a:ext uri="{FF2B5EF4-FFF2-40B4-BE49-F238E27FC236}">
                        <a16:creationId xmlns:a16="http://schemas.microsoft.com/office/drawing/2014/main" id="{C35AB2B1-8D9C-BF32-B014-964F55E69210}"/>
                      </a:ext>
                    </a:extLst>
                  </p:cNvPr>
                  <p:cNvGrpSpPr/>
                  <p:nvPr/>
                </p:nvGrpSpPr>
                <p:grpSpPr>
                  <a:xfrm>
                    <a:off x="5886431" y="3525040"/>
                    <a:ext cx="393192" cy="393192"/>
                    <a:chOff x="5265196" y="3932619"/>
                    <a:chExt cx="393192" cy="393192"/>
                  </a:xfrm>
                </p:grpSpPr>
                <p:grpSp>
                  <p:nvGrpSpPr>
                    <p:cNvPr id="23683" name="Group 23682">
                      <a:extLst>
                        <a:ext uri="{FF2B5EF4-FFF2-40B4-BE49-F238E27FC236}">
                          <a16:creationId xmlns:a16="http://schemas.microsoft.com/office/drawing/2014/main" id="{E72CDBE2-C0C4-851E-7008-0D42275E062F}"/>
                        </a:ext>
                      </a:extLst>
                    </p:cNvPr>
                    <p:cNvGrpSpPr/>
                    <p:nvPr/>
                  </p:nvGrpSpPr>
                  <p:grpSpPr>
                    <a:xfrm>
                      <a:off x="5354636" y="4022061"/>
                      <a:ext cx="214313" cy="214313"/>
                      <a:chOff x="5354637" y="3446463"/>
                      <a:chExt cx="214313" cy="214313"/>
                    </a:xfrm>
                  </p:grpSpPr>
                  <p:sp>
                    <p:nvSpPr>
                      <p:cNvPr id="23691" name="Arc 23690">
                        <a:extLst>
                          <a:ext uri="{FF2B5EF4-FFF2-40B4-BE49-F238E27FC236}">
                            <a16:creationId xmlns:a16="http://schemas.microsoft.com/office/drawing/2014/main" id="{CAAEC21A-763F-EABD-F914-4D32030E331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692" name="Arc 23691">
                        <a:extLst>
                          <a:ext uri="{FF2B5EF4-FFF2-40B4-BE49-F238E27FC236}">
                            <a16:creationId xmlns:a16="http://schemas.microsoft.com/office/drawing/2014/main" id="{AD5439B0-A68B-FBBF-2700-301BA2549DF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684" name="Group 23683">
                      <a:extLst>
                        <a:ext uri="{FF2B5EF4-FFF2-40B4-BE49-F238E27FC236}">
                          <a16:creationId xmlns:a16="http://schemas.microsoft.com/office/drawing/2014/main" id="{8EF4B129-9351-9DF0-5772-A6B64AD95D45}"/>
                        </a:ext>
                      </a:extLst>
                    </p:cNvPr>
                    <p:cNvGrpSpPr/>
                    <p:nvPr/>
                  </p:nvGrpSpPr>
                  <p:grpSpPr>
                    <a:xfrm rot="14400000">
                      <a:off x="5310186" y="3977611"/>
                      <a:ext cx="303213" cy="303213"/>
                      <a:chOff x="5354637" y="3446463"/>
                      <a:chExt cx="214313" cy="214313"/>
                    </a:xfrm>
                  </p:grpSpPr>
                  <p:sp>
                    <p:nvSpPr>
                      <p:cNvPr id="23689" name="Arc 23688">
                        <a:extLst>
                          <a:ext uri="{FF2B5EF4-FFF2-40B4-BE49-F238E27FC236}">
                            <a16:creationId xmlns:a16="http://schemas.microsoft.com/office/drawing/2014/main" id="{E3754731-3D8F-15C4-299D-83E92EE9E93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690" name="Arc 23689">
                        <a:extLst>
                          <a:ext uri="{FF2B5EF4-FFF2-40B4-BE49-F238E27FC236}">
                            <a16:creationId xmlns:a16="http://schemas.microsoft.com/office/drawing/2014/main" id="{E6247134-2D59-674A-0720-9E8A040D5A2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685" name="Group 23684">
                      <a:extLst>
                        <a:ext uri="{FF2B5EF4-FFF2-40B4-BE49-F238E27FC236}">
                          <a16:creationId xmlns:a16="http://schemas.microsoft.com/office/drawing/2014/main" id="{21BE4375-7233-5A65-EEA8-42B912C7D4A6}"/>
                        </a:ext>
                      </a:extLst>
                    </p:cNvPr>
                    <p:cNvGrpSpPr/>
                    <p:nvPr/>
                  </p:nvGrpSpPr>
                  <p:grpSpPr>
                    <a:xfrm rot="7200000">
                      <a:off x="5265196" y="3932619"/>
                      <a:ext cx="393192" cy="393192"/>
                      <a:chOff x="5354637" y="3446463"/>
                      <a:chExt cx="214313" cy="214313"/>
                    </a:xfrm>
                  </p:grpSpPr>
                  <p:sp>
                    <p:nvSpPr>
                      <p:cNvPr id="23687" name="Arc 23686">
                        <a:extLst>
                          <a:ext uri="{FF2B5EF4-FFF2-40B4-BE49-F238E27FC236}">
                            <a16:creationId xmlns:a16="http://schemas.microsoft.com/office/drawing/2014/main" id="{F91EFC33-0491-046E-F822-2EEFB7988DC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688" name="Arc 23687">
                        <a:extLst>
                          <a:ext uri="{FF2B5EF4-FFF2-40B4-BE49-F238E27FC236}">
                            <a16:creationId xmlns:a16="http://schemas.microsoft.com/office/drawing/2014/main" id="{D9F3B831-DFC7-9495-C114-7F3ED2BD7F5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686" name="TextBox 23685">
                      <a:extLst>
                        <a:ext uri="{FF2B5EF4-FFF2-40B4-BE49-F238E27FC236}">
                          <a16:creationId xmlns:a16="http://schemas.microsoft.com/office/drawing/2014/main" id="{62500BA7-0E3F-F97B-CFD7-CDE4269E236F}"/>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3660" name="Group 23659">
                    <a:extLst>
                      <a:ext uri="{FF2B5EF4-FFF2-40B4-BE49-F238E27FC236}">
                        <a16:creationId xmlns:a16="http://schemas.microsoft.com/office/drawing/2014/main" id="{FBBC34A4-4D07-D99B-5E41-7A2553F81F9B}"/>
                      </a:ext>
                    </a:extLst>
                  </p:cNvPr>
                  <p:cNvGrpSpPr/>
                  <p:nvPr/>
                </p:nvGrpSpPr>
                <p:grpSpPr>
                  <a:xfrm>
                    <a:off x="6512463" y="3525040"/>
                    <a:ext cx="393192" cy="393192"/>
                    <a:chOff x="6389147" y="3357021"/>
                    <a:chExt cx="393192" cy="393192"/>
                  </a:xfrm>
                </p:grpSpPr>
                <p:grpSp>
                  <p:nvGrpSpPr>
                    <p:cNvPr id="23672" name="Group 23671">
                      <a:extLst>
                        <a:ext uri="{FF2B5EF4-FFF2-40B4-BE49-F238E27FC236}">
                          <a16:creationId xmlns:a16="http://schemas.microsoft.com/office/drawing/2014/main" id="{43B5FFC2-AA29-D196-E633-E614BDB789A8}"/>
                        </a:ext>
                      </a:extLst>
                    </p:cNvPr>
                    <p:cNvGrpSpPr/>
                    <p:nvPr/>
                  </p:nvGrpSpPr>
                  <p:grpSpPr>
                    <a:xfrm rot="7200000" flipH="1">
                      <a:off x="6389147" y="3357021"/>
                      <a:ext cx="393192" cy="393192"/>
                      <a:chOff x="5354637" y="3446463"/>
                      <a:chExt cx="214313" cy="214313"/>
                    </a:xfrm>
                  </p:grpSpPr>
                  <p:sp>
                    <p:nvSpPr>
                      <p:cNvPr id="23681" name="Arc 23680">
                        <a:extLst>
                          <a:ext uri="{FF2B5EF4-FFF2-40B4-BE49-F238E27FC236}">
                            <a16:creationId xmlns:a16="http://schemas.microsoft.com/office/drawing/2014/main" id="{070E922F-A11B-D261-4F90-57308920E21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682" name="Arc 23681">
                        <a:extLst>
                          <a:ext uri="{FF2B5EF4-FFF2-40B4-BE49-F238E27FC236}">
                            <a16:creationId xmlns:a16="http://schemas.microsoft.com/office/drawing/2014/main" id="{ED93E284-597E-8AB9-7E04-5AB897C55C6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673" name="Group 23672">
                      <a:extLst>
                        <a:ext uri="{FF2B5EF4-FFF2-40B4-BE49-F238E27FC236}">
                          <a16:creationId xmlns:a16="http://schemas.microsoft.com/office/drawing/2014/main" id="{FE05B33F-2AD9-B7E8-66E4-4B6649B0E53F}"/>
                        </a:ext>
                      </a:extLst>
                    </p:cNvPr>
                    <p:cNvGrpSpPr/>
                    <p:nvPr/>
                  </p:nvGrpSpPr>
                  <p:grpSpPr>
                    <a:xfrm>
                      <a:off x="6434137" y="3402011"/>
                      <a:ext cx="303213" cy="303213"/>
                      <a:chOff x="6434137" y="3402011"/>
                      <a:chExt cx="303213" cy="303213"/>
                    </a:xfrm>
                  </p:grpSpPr>
                  <p:grpSp>
                    <p:nvGrpSpPr>
                      <p:cNvPr id="23674" name="Group 23673">
                        <a:extLst>
                          <a:ext uri="{FF2B5EF4-FFF2-40B4-BE49-F238E27FC236}">
                            <a16:creationId xmlns:a16="http://schemas.microsoft.com/office/drawing/2014/main" id="{2B60881F-F176-0F69-05D3-5D60DEE2B600}"/>
                          </a:ext>
                        </a:extLst>
                      </p:cNvPr>
                      <p:cNvGrpSpPr/>
                      <p:nvPr/>
                    </p:nvGrpSpPr>
                    <p:grpSpPr>
                      <a:xfrm flipH="1">
                        <a:off x="6478587" y="3446461"/>
                        <a:ext cx="214313" cy="214313"/>
                        <a:chOff x="5354637" y="3446463"/>
                        <a:chExt cx="214313" cy="214313"/>
                      </a:xfrm>
                    </p:grpSpPr>
                    <p:sp>
                      <p:nvSpPr>
                        <p:cNvPr id="23679" name="Arc 23678">
                          <a:extLst>
                            <a:ext uri="{FF2B5EF4-FFF2-40B4-BE49-F238E27FC236}">
                              <a16:creationId xmlns:a16="http://schemas.microsoft.com/office/drawing/2014/main" id="{AC139766-82AA-E467-AB8A-DBE4E1A1D3F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680" name="Arc 23679">
                          <a:extLst>
                            <a:ext uri="{FF2B5EF4-FFF2-40B4-BE49-F238E27FC236}">
                              <a16:creationId xmlns:a16="http://schemas.microsoft.com/office/drawing/2014/main" id="{8E881F81-C189-6F6E-FD20-67ED1F9F386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675" name="Group 23674">
                        <a:extLst>
                          <a:ext uri="{FF2B5EF4-FFF2-40B4-BE49-F238E27FC236}">
                            <a16:creationId xmlns:a16="http://schemas.microsoft.com/office/drawing/2014/main" id="{97BD759B-86B5-B461-63FA-D23A985A8E16}"/>
                          </a:ext>
                        </a:extLst>
                      </p:cNvPr>
                      <p:cNvGrpSpPr/>
                      <p:nvPr/>
                    </p:nvGrpSpPr>
                    <p:grpSpPr>
                      <a:xfrm rot="14400000" flipH="1">
                        <a:off x="6434137" y="3402011"/>
                        <a:ext cx="303213" cy="303213"/>
                        <a:chOff x="5354637" y="3446463"/>
                        <a:chExt cx="214313" cy="214313"/>
                      </a:xfrm>
                    </p:grpSpPr>
                    <p:sp>
                      <p:nvSpPr>
                        <p:cNvPr id="23677" name="Arc 23676">
                          <a:extLst>
                            <a:ext uri="{FF2B5EF4-FFF2-40B4-BE49-F238E27FC236}">
                              <a16:creationId xmlns:a16="http://schemas.microsoft.com/office/drawing/2014/main" id="{A85746C2-CC6B-48A6-9B69-7895DF34019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678" name="Arc 23677">
                          <a:extLst>
                            <a:ext uri="{FF2B5EF4-FFF2-40B4-BE49-F238E27FC236}">
                              <a16:creationId xmlns:a16="http://schemas.microsoft.com/office/drawing/2014/main" id="{D8624F9D-E2C4-F768-B39C-6452F8DCDB6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676" name="TextBox 23675">
                        <a:extLst>
                          <a:ext uri="{FF2B5EF4-FFF2-40B4-BE49-F238E27FC236}">
                            <a16:creationId xmlns:a16="http://schemas.microsoft.com/office/drawing/2014/main" id="{78935386-99AB-28F2-1184-9889CBF3F1AA}"/>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661" name="Group 23660">
                    <a:extLst>
                      <a:ext uri="{FF2B5EF4-FFF2-40B4-BE49-F238E27FC236}">
                        <a16:creationId xmlns:a16="http://schemas.microsoft.com/office/drawing/2014/main" id="{6BEE7527-2D80-6A05-54C1-165ECC0A235F}"/>
                      </a:ext>
                    </a:extLst>
                  </p:cNvPr>
                  <p:cNvGrpSpPr/>
                  <p:nvPr/>
                </p:nvGrpSpPr>
                <p:grpSpPr>
                  <a:xfrm>
                    <a:off x="6197413" y="3225768"/>
                    <a:ext cx="393192" cy="393192"/>
                    <a:chOff x="6389147" y="3932622"/>
                    <a:chExt cx="393192" cy="393192"/>
                  </a:xfrm>
                </p:grpSpPr>
                <p:grpSp>
                  <p:nvGrpSpPr>
                    <p:cNvPr id="23662" name="Group 23661">
                      <a:extLst>
                        <a:ext uri="{FF2B5EF4-FFF2-40B4-BE49-F238E27FC236}">
                          <a16:creationId xmlns:a16="http://schemas.microsoft.com/office/drawing/2014/main" id="{B4D391D9-5372-C808-FE76-19E6E4F1032B}"/>
                        </a:ext>
                      </a:extLst>
                    </p:cNvPr>
                    <p:cNvGrpSpPr/>
                    <p:nvPr/>
                  </p:nvGrpSpPr>
                  <p:grpSpPr>
                    <a:xfrm flipH="1">
                      <a:off x="6478587" y="4022061"/>
                      <a:ext cx="214313" cy="214313"/>
                      <a:chOff x="5354637" y="3446463"/>
                      <a:chExt cx="214313" cy="214313"/>
                    </a:xfrm>
                  </p:grpSpPr>
                  <p:sp>
                    <p:nvSpPr>
                      <p:cNvPr id="23670" name="Arc 23669">
                        <a:extLst>
                          <a:ext uri="{FF2B5EF4-FFF2-40B4-BE49-F238E27FC236}">
                            <a16:creationId xmlns:a16="http://schemas.microsoft.com/office/drawing/2014/main" id="{9D76B08C-D32A-1735-9EC1-DB89708F65C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671" name="Arc 23670">
                        <a:extLst>
                          <a:ext uri="{FF2B5EF4-FFF2-40B4-BE49-F238E27FC236}">
                            <a16:creationId xmlns:a16="http://schemas.microsoft.com/office/drawing/2014/main" id="{4E99A379-9427-2AC0-C7D0-C40B05E62A9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663" name="Group 23662">
                      <a:extLst>
                        <a:ext uri="{FF2B5EF4-FFF2-40B4-BE49-F238E27FC236}">
                          <a16:creationId xmlns:a16="http://schemas.microsoft.com/office/drawing/2014/main" id="{2AEAAEE3-68F2-732E-66E7-69357A2A0196}"/>
                        </a:ext>
                      </a:extLst>
                    </p:cNvPr>
                    <p:cNvGrpSpPr/>
                    <p:nvPr/>
                  </p:nvGrpSpPr>
                  <p:grpSpPr>
                    <a:xfrm rot="7200000" flipH="1">
                      <a:off x="6434137" y="3977611"/>
                      <a:ext cx="303213" cy="303213"/>
                      <a:chOff x="5354637" y="3446463"/>
                      <a:chExt cx="214313" cy="214313"/>
                    </a:xfrm>
                  </p:grpSpPr>
                  <p:sp>
                    <p:nvSpPr>
                      <p:cNvPr id="23668" name="Arc 23667">
                        <a:extLst>
                          <a:ext uri="{FF2B5EF4-FFF2-40B4-BE49-F238E27FC236}">
                            <a16:creationId xmlns:a16="http://schemas.microsoft.com/office/drawing/2014/main" id="{89EAA326-E85A-2C38-193C-2B9E03428AB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669" name="Arc 23668">
                        <a:extLst>
                          <a:ext uri="{FF2B5EF4-FFF2-40B4-BE49-F238E27FC236}">
                            <a16:creationId xmlns:a16="http://schemas.microsoft.com/office/drawing/2014/main" id="{231C1A61-9A7E-2E55-627F-E6E430523F7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664" name="Group 23663">
                      <a:extLst>
                        <a:ext uri="{FF2B5EF4-FFF2-40B4-BE49-F238E27FC236}">
                          <a16:creationId xmlns:a16="http://schemas.microsoft.com/office/drawing/2014/main" id="{74F62DCB-925E-230E-6CCD-1B9D500790E5}"/>
                        </a:ext>
                      </a:extLst>
                    </p:cNvPr>
                    <p:cNvGrpSpPr/>
                    <p:nvPr/>
                  </p:nvGrpSpPr>
                  <p:grpSpPr>
                    <a:xfrm rot="14400000" flipH="1">
                      <a:off x="6389147" y="3932622"/>
                      <a:ext cx="393192" cy="393192"/>
                      <a:chOff x="5354637" y="3446463"/>
                      <a:chExt cx="214313" cy="214313"/>
                    </a:xfrm>
                  </p:grpSpPr>
                  <p:sp>
                    <p:nvSpPr>
                      <p:cNvPr id="23666" name="Arc 23665">
                        <a:extLst>
                          <a:ext uri="{FF2B5EF4-FFF2-40B4-BE49-F238E27FC236}">
                            <a16:creationId xmlns:a16="http://schemas.microsoft.com/office/drawing/2014/main" id="{B77D0445-2F30-5F39-9DF1-6DDF525201F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667" name="Arc 23666">
                        <a:extLst>
                          <a:ext uri="{FF2B5EF4-FFF2-40B4-BE49-F238E27FC236}">
                            <a16:creationId xmlns:a16="http://schemas.microsoft.com/office/drawing/2014/main" id="{FBE816A2-6891-2715-C78D-1D43AE3F329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665" name="TextBox 23664">
                      <a:extLst>
                        <a:ext uri="{FF2B5EF4-FFF2-40B4-BE49-F238E27FC236}">
                          <a16:creationId xmlns:a16="http://schemas.microsoft.com/office/drawing/2014/main" id="{66885983-B425-7503-193A-B8AD86D386CC}"/>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611" name="Group 23610">
                  <a:extLst>
                    <a:ext uri="{FF2B5EF4-FFF2-40B4-BE49-F238E27FC236}">
                      <a16:creationId xmlns:a16="http://schemas.microsoft.com/office/drawing/2014/main" id="{642DC237-F4CE-C050-2E67-CBB2787440DC}"/>
                    </a:ext>
                  </a:extLst>
                </p:cNvPr>
                <p:cNvGrpSpPr/>
                <p:nvPr/>
              </p:nvGrpSpPr>
              <p:grpSpPr>
                <a:xfrm>
                  <a:off x="6069086" y="3246228"/>
                  <a:ext cx="1019224" cy="991639"/>
                  <a:chOff x="5886431" y="3225768"/>
                  <a:chExt cx="1019224" cy="991639"/>
                </a:xfrm>
              </p:grpSpPr>
              <p:grpSp>
                <p:nvGrpSpPr>
                  <p:cNvPr id="23612" name="Group 23611">
                    <a:extLst>
                      <a:ext uri="{FF2B5EF4-FFF2-40B4-BE49-F238E27FC236}">
                        <a16:creationId xmlns:a16="http://schemas.microsoft.com/office/drawing/2014/main" id="{C9FE7AAC-D3FC-16B7-4692-98B3A640407B}"/>
                      </a:ext>
                    </a:extLst>
                  </p:cNvPr>
                  <p:cNvGrpSpPr/>
                  <p:nvPr/>
                </p:nvGrpSpPr>
                <p:grpSpPr>
                  <a:xfrm>
                    <a:off x="6197413" y="3824215"/>
                    <a:ext cx="393192" cy="393192"/>
                    <a:chOff x="5265196" y="3357021"/>
                    <a:chExt cx="393192" cy="393192"/>
                  </a:xfrm>
                </p:grpSpPr>
                <p:grpSp>
                  <p:nvGrpSpPr>
                    <p:cNvPr id="23647" name="Group 23646">
                      <a:extLst>
                        <a:ext uri="{FF2B5EF4-FFF2-40B4-BE49-F238E27FC236}">
                          <a16:creationId xmlns:a16="http://schemas.microsoft.com/office/drawing/2014/main" id="{466F04BB-E9D5-F123-C74E-8A48B218E2F5}"/>
                        </a:ext>
                      </a:extLst>
                    </p:cNvPr>
                    <p:cNvGrpSpPr/>
                    <p:nvPr/>
                  </p:nvGrpSpPr>
                  <p:grpSpPr>
                    <a:xfrm rot="14400000">
                      <a:off x="5265196" y="3357021"/>
                      <a:ext cx="393192" cy="393192"/>
                      <a:chOff x="5354637" y="3446463"/>
                      <a:chExt cx="214313" cy="214313"/>
                    </a:xfrm>
                  </p:grpSpPr>
                  <p:sp>
                    <p:nvSpPr>
                      <p:cNvPr id="23656" name="Arc 23655">
                        <a:extLst>
                          <a:ext uri="{FF2B5EF4-FFF2-40B4-BE49-F238E27FC236}">
                            <a16:creationId xmlns:a16="http://schemas.microsoft.com/office/drawing/2014/main" id="{6AEF5DD2-2C4D-9C19-FE38-F3B54A15E5D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657" name="Arc 23656">
                        <a:extLst>
                          <a:ext uri="{FF2B5EF4-FFF2-40B4-BE49-F238E27FC236}">
                            <a16:creationId xmlns:a16="http://schemas.microsoft.com/office/drawing/2014/main" id="{29836270-5AED-0FBF-8A97-CC390CC0BD3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648" name="Group 23647">
                      <a:extLst>
                        <a:ext uri="{FF2B5EF4-FFF2-40B4-BE49-F238E27FC236}">
                          <a16:creationId xmlns:a16="http://schemas.microsoft.com/office/drawing/2014/main" id="{782273BF-EF79-623C-C8FD-1DD50A788B9F}"/>
                        </a:ext>
                      </a:extLst>
                    </p:cNvPr>
                    <p:cNvGrpSpPr/>
                    <p:nvPr/>
                  </p:nvGrpSpPr>
                  <p:grpSpPr>
                    <a:xfrm>
                      <a:off x="5310186" y="3402011"/>
                      <a:ext cx="303213" cy="303213"/>
                      <a:chOff x="5310186" y="3402011"/>
                      <a:chExt cx="303213" cy="303213"/>
                    </a:xfrm>
                  </p:grpSpPr>
                  <p:grpSp>
                    <p:nvGrpSpPr>
                      <p:cNvPr id="23649" name="Group 23648">
                        <a:extLst>
                          <a:ext uri="{FF2B5EF4-FFF2-40B4-BE49-F238E27FC236}">
                            <a16:creationId xmlns:a16="http://schemas.microsoft.com/office/drawing/2014/main" id="{EBB6B29E-A772-D343-A6F0-4837810C7306}"/>
                          </a:ext>
                        </a:extLst>
                      </p:cNvPr>
                      <p:cNvGrpSpPr/>
                      <p:nvPr/>
                    </p:nvGrpSpPr>
                    <p:grpSpPr>
                      <a:xfrm>
                        <a:off x="5354636" y="3446461"/>
                        <a:ext cx="214313" cy="214313"/>
                        <a:chOff x="5354637" y="3446463"/>
                        <a:chExt cx="214313" cy="214313"/>
                      </a:xfrm>
                    </p:grpSpPr>
                    <p:sp>
                      <p:nvSpPr>
                        <p:cNvPr id="23654" name="Arc 23653">
                          <a:extLst>
                            <a:ext uri="{FF2B5EF4-FFF2-40B4-BE49-F238E27FC236}">
                              <a16:creationId xmlns:a16="http://schemas.microsoft.com/office/drawing/2014/main" id="{D9B2DCC9-CBCC-95D0-AFA9-0340E651F81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655" name="Arc 23654">
                          <a:extLst>
                            <a:ext uri="{FF2B5EF4-FFF2-40B4-BE49-F238E27FC236}">
                              <a16:creationId xmlns:a16="http://schemas.microsoft.com/office/drawing/2014/main" id="{9A5F255C-9090-D414-0629-F40DB53B11B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650" name="Group 23649">
                        <a:extLst>
                          <a:ext uri="{FF2B5EF4-FFF2-40B4-BE49-F238E27FC236}">
                            <a16:creationId xmlns:a16="http://schemas.microsoft.com/office/drawing/2014/main" id="{D8B0BDD5-604A-3D3B-7A59-7BA62D9A45C5}"/>
                          </a:ext>
                        </a:extLst>
                      </p:cNvPr>
                      <p:cNvGrpSpPr/>
                      <p:nvPr/>
                    </p:nvGrpSpPr>
                    <p:grpSpPr>
                      <a:xfrm rot="7200000">
                        <a:off x="5310186" y="3402011"/>
                        <a:ext cx="303213" cy="303213"/>
                        <a:chOff x="5354637" y="3446463"/>
                        <a:chExt cx="214313" cy="214313"/>
                      </a:xfrm>
                    </p:grpSpPr>
                    <p:sp>
                      <p:nvSpPr>
                        <p:cNvPr id="23652" name="Arc 23651">
                          <a:extLst>
                            <a:ext uri="{FF2B5EF4-FFF2-40B4-BE49-F238E27FC236}">
                              <a16:creationId xmlns:a16="http://schemas.microsoft.com/office/drawing/2014/main" id="{F21E9633-3255-57EB-2467-B00B558ABEE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653" name="Arc 23652">
                          <a:extLst>
                            <a:ext uri="{FF2B5EF4-FFF2-40B4-BE49-F238E27FC236}">
                              <a16:creationId xmlns:a16="http://schemas.microsoft.com/office/drawing/2014/main" id="{B976E11D-D7AD-0BB7-E72E-D46CCDB8B1A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651" name="TextBox 23650">
                        <a:extLst>
                          <a:ext uri="{FF2B5EF4-FFF2-40B4-BE49-F238E27FC236}">
                            <a16:creationId xmlns:a16="http://schemas.microsoft.com/office/drawing/2014/main" id="{04EC1939-CC76-846B-E365-11F3EB153579}"/>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613" name="Group 23612">
                    <a:extLst>
                      <a:ext uri="{FF2B5EF4-FFF2-40B4-BE49-F238E27FC236}">
                        <a16:creationId xmlns:a16="http://schemas.microsoft.com/office/drawing/2014/main" id="{63CEDB5D-1112-FDD5-00D2-0609AD17C44F}"/>
                      </a:ext>
                    </a:extLst>
                  </p:cNvPr>
                  <p:cNvGrpSpPr/>
                  <p:nvPr/>
                </p:nvGrpSpPr>
                <p:grpSpPr>
                  <a:xfrm>
                    <a:off x="5886431" y="3525040"/>
                    <a:ext cx="393192" cy="393192"/>
                    <a:chOff x="5265196" y="3932619"/>
                    <a:chExt cx="393192" cy="393192"/>
                  </a:xfrm>
                </p:grpSpPr>
                <p:grpSp>
                  <p:nvGrpSpPr>
                    <p:cNvPr id="23637" name="Group 23636">
                      <a:extLst>
                        <a:ext uri="{FF2B5EF4-FFF2-40B4-BE49-F238E27FC236}">
                          <a16:creationId xmlns:a16="http://schemas.microsoft.com/office/drawing/2014/main" id="{7D1FA9BA-D1D8-C520-0450-92E8EE6EBBCE}"/>
                        </a:ext>
                      </a:extLst>
                    </p:cNvPr>
                    <p:cNvGrpSpPr/>
                    <p:nvPr/>
                  </p:nvGrpSpPr>
                  <p:grpSpPr>
                    <a:xfrm>
                      <a:off x="5354636" y="4022061"/>
                      <a:ext cx="214313" cy="214313"/>
                      <a:chOff x="5354637" y="3446463"/>
                      <a:chExt cx="214313" cy="214313"/>
                    </a:xfrm>
                  </p:grpSpPr>
                  <p:sp>
                    <p:nvSpPr>
                      <p:cNvPr id="23645" name="Arc 23644">
                        <a:extLst>
                          <a:ext uri="{FF2B5EF4-FFF2-40B4-BE49-F238E27FC236}">
                            <a16:creationId xmlns:a16="http://schemas.microsoft.com/office/drawing/2014/main" id="{4415F55F-379B-2FB5-0E21-1A0900AA546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646" name="Arc 23645">
                        <a:extLst>
                          <a:ext uri="{FF2B5EF4-FFF2-40B4-BE49-F238E27FC236}">
                            <a16:creationId xmlns:a16="http://schemas.microsoft.com/office/drawing/2014/main" id="{BBBB9795-258C-CB88-DAFB-8B62EF900E1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638" name="Group 23637">
                      <a:extLst>
                        <a:ext uri="{FF2B5EF4-FFF2-40B4-BE49-F238E27FC236}">
                          <a16:creationId xmlns:a16="http://schemas.microsoft.com/office/drawing/2014/main" id="{7012B89B-57E4-6D34-F1FA-737D90B0FB91}"/>
                        </a:ext>
                      </a:extLst>
                    </p:cNvPr>
                    <p:cNvGrpSpPr/>
                    <p:nvPr/>
                  </p:nvGrpSpPr>
                  <p:grpSpPr>
                    <a:xfrm rot="14400000">
                      <a:off x="5310186" y="3977611"/>
                      <a:ext cx="303213" cy="303213"/>
                      <a:chOff x="5354637" y="3446463"/>
                      <a:chExt cx="214313" cy="214313"/>
                    </a:xfrm>
                  </p:grpSpPr>
                  <p:sp>
                    <p:nvSpPr>
                      <p:cNvPr id="23643" name="Arc 23642">
                        <a:extLst>
                          <a:ext uri="{FF2B5EF4-FFF2-40B4-BE49-F238E27FC236}">
                            <a16:creationId xmlns:a16="http://schemas.microsoft.com/office/drawing/2014/main" id="{FD7B2E11-A785-B2D0-6933-CD540122B4D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644" name="Arc 23643">
                        <a:extLst>
                          <a:ext uri="{FF2B5EF4-FFF2-40B4-BE49-F238E27FC236}">
                            <a16:creationId xmlns:a16="http://schemas.microsoft.com/office/drawing/2014/main" id="{5D9894D1-C5F0-150A-D20A-918B0D8B94F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639" name="Group 23638">
                      <a:extLst>
                        <a:ext uri="{FF2B5EF4-FFF2-40B4-BE49-F238E27FC236}">
                          <a16:creationId xmlns:a16="http://schemas.microsoft.com/office/drawing/2014/main" id="{713728F8-78AA-9D9C-0755-245809A5FB24}"/>
                        </a:ext>
                      </a:extLst>
                    </p:cNvPr>
                    <p:cNvGrpSpPr/>
                    <p:nvPr/>
                  </p:nvGrpSpPr>
                  <p:grpSpPr>
                    <a:xfrm rot="7200000">
                      <a:off x="5265196" y="3932619"/>
                      <a:ext cx="393192" cy="393192"/>
                      <a:chOff x="5354637" y="3446463"/>
                      <a:chExt cx="214313" cy="214313"/>
                    </a:xfrm>
                  </p:grpSpPr>
                  <p:sp>
                    <p:nvSpPr>
                      <p:cNvPr id="23641" name="Arc 23640">
                        <a:extLst>
                          <a:ext uri="{FF2B5EF4-FFF2-40B4-BE49-F238E27FC236}">
                            <a16:creationId xmlns:a16="http://schemas.microsoft.com/office/drawing/2014/main" id="{E5ECB9B2-1B1B-BE74-4C0A-13C7F6E1D6D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642" name="Arc 23641">
                        <a:extLst>
                          <a:ext uri="{FF2B5EF4-FFF2-40B4-BE49-F238E27FC236}">
                            <a16:creationId xmlns:a16="http://schemas.microsoft.com/office/drawing/2014/main" id="{17DB0874-A299-941C-4416-FC9E93AF50E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640" name="TextBox 23639">
                      <a:extLst>
                        <a:ext uri="{FF2B5EF4-FFF2-40B4-BE49-F238E27FC236}">
                          <a16:creationId xmlns:a16="http://schemas.microsoft.com/office/drawing/2014/main" id="{63CAEDB2-5D29-8FC8-DB5A-46D0FA9B1D78}"/>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3614" name="Group 23613">
                    <a:extLst>
                      <a:ext uri="{FF2B5EF4-FFF2-40B4-BE49-F238E27FC236}">
                        <a16:creationId xmlns:a16="http://schemas.microsoft.com/office/drawing/2014/main" id="{26472E10-DD3C-C81E-CC5F-1F6371EEDE4A}"/>
                      </a:ext>
                    </a:extLst>
                  </p:cNvPr>
                  <p:cNvGrpSpPr/>
                  <p:nvPr/>
                </p:nvGrpSpPr>
                <p:grpSpPr>
                  <a:xfrm>
                    <a:off x="6512463" y="3525040"/>
                    <a:ext cx="393192" cy="393192"/>
                    <a:chOff x="6389147" y="3357021"/>
                    <a:chExt cx="393192" cy="393192"/>
                  </a:xfrm>
                </p:grpSpPr>
                <p:grpSp>
                  <p:nvGrpSpPr>
                    <p:cNvPr id="23626" name="Group 23625">
                      <a:extLst>
                        <a:ext uri="{FF2B5EF4-FFF2-40B4-BE49-F238E27FC236}">
                          <a16:creationId xmlns:a16="http://schemas.microsoft.com/office/drawing/2014/main" id="{770DE23E-38D8-787A-DF92-218252F6B6E4}"/>
                        </a:ext>
                      </a:extLst>
                    </p:cNvPr>
                    <p:cNvGrpSpPr/>
                    <p:nvPr/>
                  </p:nvGrpSpPr>
                  <p:grpSpPr>
                    <a:xfrm rot="7200000" flipH="1">
                      <a:off x="6389147" y="3357021"/>
                      <a:ext cx="393192" cy="393192"/>
                      <a:chOff x="5354637" y="3446463"/>
                      <a:chExt cx="214313" cy="214313"/>
                    </a:xfrm>
                  </p:grpSpPr>
                  <p:sp>
                    <p:nvSpPr>
                      <p:cNvPr id="23635" name="Arc 23634">
                        <a:extLst>
                          <a:ext uri="{FF2B5EF4-FFF2-40B4-BE49-F238E27FC236}">
                            <a16:creationId xmlns:a16="http://schemas.microsoft.com/office/drawing/2014/main" id="{844B025F-870A-22A2-AEA4-2791C874E3D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636" name="Arc 23635">
                        <a:extLst>
                          <a:ext uri="{FF2B5EF4-FFF2-40B4-BE49-F238E27FC236}">
                            <a16:creationId xmlns:a16="http://schemas.microsoft.com/office/drawing/2014/main" id="{DC9D08E4-7F22-AFE0-DFF9-9DCE4A118CA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627" name="Group 23626">
                      <a:extLst>
                        <a:ext uri="{FF2B5EF4-FFF2-40B4-BE49-F238E27FC236}">
                          <a16:creationId xmlns:a16="http://schemas.microsoft.com/office/drawing/2014/main" id="{5E12DBF3-337B-77F3-3FC5-E615C248D00B}"/>
                        </a:ext>
                      </a:extLst>
                    </p:cNvPr>
                    <p:cNvGrpSpPr/>
                    <p:nvPr/>
                  </p:nvGrpSpPr>
                  <p:grpSpPr>
                    <a:xfrm>
                      <a:off x="6434137" y="3402011"/>
                      <a:ext cx="303213" cy="303213"/>
                      <a:chOff x="6434137" y="3402011"/>
                      <a:chExt cx="303213" cy="303213"/>
                    </a:xfrm>
                  </p:grpSpPr>
                  <p:grpSp>
                    <p:nvGrpSpPr>
                      <p:cNvPr id="23628" name="Group 23627">
                        <a:extLst>
                          <a:ext uri="{FF2B5EF4-FFF2-40B4-BE49-F238E27FC236}">
                            <a16:creationId xmlns:a16="http://schemas.microsoft.com/office/drawing/2014/main" id="{D318241D-8DF3-8D55-CC6B-F32DB5C11B96}"/>
                          </a:ext>
                        </a:extLst>
                      </p:cNvPr>
                      <p:cNvGrpSpPr/>
                      <p:nvPr/>
                    </p:nvGrpSpPr>
                    <p:grpSpPr>
                      <a:xfrm flipH="1">
                        <a:off x="6478587" y="3446461"/>
                        <a:ext cx="214313" cy="214313"/>
                        <a:chOff x="5354637" y="3446463"/>
                        <a:chExt cx="214313" cy="214313"/>
                      </a:xfrm>
                    </p:grpSpPr>
                    <p:sp>
                      <p:nvSpPr>
                        <p:cNvPr id="23633" name="Arc 23632">
                          <a:extLst>
                            <a:ext uri="{FF2B5EF4-FFF2-40B4-BE49-F238E27FC236}">
                              <a16:creationId xmlns:a16="http://schemas.microsoft.com/office/drawing/2014/main" id="{0E260046-B49A-1580-3A58-B1946F331F7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634" name="Arc 23633">
                          <a:extLst>
                            <a:ext uri="{FF2B5EF4-FFF2-40B4-BE49-F238E27FC236}">
                              <a16:creationId xmlns:a16="http://schemas.microsoft.com/office/drawing/2014/main" id="{5693FB21-764C-0523-8ECF-165EAE3DEF0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629" name="Group 23628">
                        <a:extLst>
                          <a:ext uri="{FF2B5EF4-FFF2-40B4-BE49-F238E27FC236}">
                            <a16:creationId xmlns:a16="http://schemas.microsoft.com/office/drawing/2014/main" id="{03BDA817-B83E-3DB0-08E7-DD2EFE79E721}"/>
                          </a:ext>
                        </a:extLst>
                      </p:cNvPr>
                      <p:cNvGrpSpPr/>
                      <p:nvPr/>
                    </p:nvGrpSpPr>
                    <p:grpSpPr>
                      <a:xfrm rot="14400000" flipH="1">
                        <a:off x="6434137" y="3402011"/>
                        <a:ext cx="303213" cy="303213"/>
                        <a:chOff x="5354637" y="3446463"/>
                        <a:chExt cx="214313" cy="214313"/>
                      </a:xfrm>
                    </p:grpSpPr>
                    <p:sp>
                      <p:nvSpPr>
                        <p:cNvPr id="23631" name="Arc 23630">
                          <a:extLst>
                            <a:ext uri="{FF2B5EF4-FFF2-40B4-BE49-F238E27FC236}">
                              <a16:creationId xmlns:a16="http://schemas.microsoft.com/office/drawing/2014/main" id="{17411955-30A1-FA72-51BF-9CCD09BDEA4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632" name="Arc 23631">
                          <a:extLst>
                            <a:ext uri="{FF2B5EF4-FFF2-40B4-BE49-F238E27FC236}">
                              <a16:creationId xmlns:a16="http://schemas.microsoft.com/office/drawing/2014/main" id="{42E6A9EE-F7D0-1B95-4497-B06BDB6BD23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630" name="TextBox 23629">
                        <a:extLst>
                          <a:ext uri="{FF2B5EF4-FFF2-40B4-BE49-F238E27FC236}">
                            <a16:creationId xmlns:a16="http://schemas.microsoft.com/office/drawing/2014/main" id="{F3169D3E-3A1D-C289-387A-492C02807654}"/>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615" name="Group 23614">
                    <a:extLst>
                      <a:ext uri="{FF2B5EF4-FFF2-40B4-BE49-F238E27FC236}">
                        <a16:creationId xmlns:a16="http://schemas.microsoft.com/office/drawing/2014/main" id="{44F1A614-DAFB-876C-1932-8E7B1EBBB566}"/>
                      </a:ext>
                    </a:extLst>
                  </p:cNvPr>
                  <p:cNvGrpSpPr/>
                  <p:nvPr/>
                </p:nvGrpSpPr>
                <p:grpSpPr>
                  <a:xfrm>
                    <a:off x="6197413" y="3225768"/>
                    <a:ext cx="393192" cy="393192"/>
                    <a:chOff x="6389147" y="3932622"/>
                    <a:chExt cx="393192" cy="393192"/>
                  </a:xfrm>
                </p:grpSpPr>
                <p:grpSp>
                  <p:nvGrpSpPr>
                    <p:cNvPr id="23616" name="Group 23615">
                      <a:extLst>
                        <a:ext uri="{FF2B5EF4-FFF2-40B4-BE49-F238E27FC236}">
                          <a16:creationId xmlns:a16="http://schemas.microsoft.com/office/drawing/2014/main" id="{04D8F9F4-0594-0CD0-70D3-1689FA12DAEF}"/>
                        </a:ext>
                      </a:extLst>
                    </p:cNvPr>
                    <p:cNvGrpSpPr/>
                    <p:nvPr/>
                  </p:nvGrpSpPr>
                  <p:grpSpPr>
                    <a:xfrm flipH="1">
                      <a:off x="6478587" y="4022061"/>
                      <a:ext cx="214313" cy="214313"/>
                      <a:chOff x="5354637" y="3446463"/>
                      <a:chExt cx="214313" cy="214313"/>
                    </a:xfrm>
                  </p:grpSpPr>
                  <p:sp>
                    <p:nvSpPr>
                      <p:cNvPr id="23624" name="Arc 23623">
                        <a:extLst>
                          <a:ext uri="{FF2B5EF4-FFF2-40B4-BE49-F238E27FC236}">
                            <a16:creationId xmlns:a16="http://schemas.microsoft.com/office/drawing/2014/main" id="{7C541FED-DA01-9E76-7FD7-F84F88B3CC9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625" name="Arc 23624">
                        <a:extLst>
                          <a:ext uri="{FF2B5EF4-FFF2-40B4-BE49-F238E27FC236}">
                            <a16:creationId xmlns:a16="http://schemas.microsoft.com/office/drawing/2014/main" id="{4DB84316-3183-F05D-E2A5-8B88E6EE9A7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617" name="Group 23616">
                      <a:extLst>
                        <a:ext uri="{FF2B5EF4-FFF2-40B4-BE49-F238E27FC236}">
                          <a16:creationId xmlns:a16="http://schemas.microsoft.com/office/drawing/2014/main" id="{BD991483-EA1B-8893-2A66-AC55585F19DA}"/>
                        </a:ext>
                      </a:extLst>
                    </p:cNvPr>
                    <p:cNvGrpSpPr/>
                    <p:nvPr/>
                  </p:nvGrpSpPr>
                  <p:grpSpPr>
                    <a:xfrm rot="7200000" flipH="1">
                      <a:off x="6434137" y="3977611"/>
                      <a:ext cx="303213" cy="303213"/>
                      <a:chOff x="5354637" y="3446463"/>
                      <a:chExt cx="214313" cy="214313"/>
                    </a:xfrm>
                  </p:grpSpPr>
                  <p:sp>
                    <p:nvSpPr>
                      <p:cNvPr id="23622" name="Arc 23621">
                        <a:extLst>
                          <a:ext uri="{FF2B5EF4-FFF2-40B4-BE49-F238E27FC236}">
                            <a16:creationId xmlns:a16="http://schemas.microsoft.com/office/drawing/2014/main" id="{4608CB17-3674-CF38-92CF-330C629212A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623" name="Arc 23622">
                        <a:extLst>
                          <a:ext uri="{FF2B5EF4-FFF2-40B4-BE49-F238E27FC236}">
                            <a16:creationId xmlns:a16="http://schemas.microsoft.com/office/drawing/2014/main" id="{450EC1CA-F9D0-118A-465C-25289DD5876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618" name="Group 23617">
                      <a:extLst>
                        <a:ext uri="{FF2B5EF4-FFF2-40B4-BE49-F238E27FC236}">
                          <a16:creationId xmlns:a16="http://schemas.microsoft.com/office/drawing/2014/main" id="{F5369546-8443-C8D5-0DA8-A37E1FD599CD}"/>
                        </a:ext>
                      </a:extLst>
                    </p:cNvPr>
                    <p:cNvGrpSpPr/>
                    <p:nvPr/>
                  </p:nvGrpSpPr>
                  <p:grpSpPr>
                    <a:xfrm rot="14400000" flipH="1">
                      <a:off x="6389147" y="3932622"/>
                      <a:ext cx="393192" cy="393192"/>
                      <a:chOff x="5354637" y="3446463"/>
                      <a:chExt cx="214313" cy="214313"/>
                    </a:xfrm>
                  </p:grpSpPr>
                  <p:sp>
                    <p:nvSpPr>
                      <p:cNvPr id="23620" name="Arc 23619">
                        <a:extLst>
                          <a:ext uri="{FF2B5EF4-FFF2-40B4-BE49-F238E27FC236}">
                            <a16:creationId xmlns:a16="http://schemas.microsoft.com/office/drawing/2014/main" id="{8B8B3AEB-CEFE-DF90-86B0-6AA2BE77EA6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621" name="Arc 23620">
                        <a:extLst>
                          <a:ext uri="{FF2B5EF4-FFF2-40B4-BE49-F238E27FC236}">
                            <a16:creationId xmlns:a16="http://schemas.microsoft.com/office/drawing/2014/main" id="{925CDBCE-37DB-9A4F-CFA8-96DF5745249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619" name="TextBox 23618">
                      <a:extLst>
                        <a:ext uri="{FF2B5EF4-FFF2-40B4-BE49-F238E27FC236}">
                          <a16:creationId xmlns:a16="http://schemas.microsoft.com/office/drawing/2014/main" id="{A34FA8D5-18C4-700A-6B05-276F5841DB3E}"/>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23515" name="Group 23514">
                <a:extLst>
                  <a:ext uri="{FF2B5EF4-FFF2-40B4-BE49-F238E27FC236}">
                    <a16:creationId xmlns:a16="http://schemas.microsoft.com/office/drawing/2014/main" id="{D717B780-75EC-7430-AD0C-9D510C9DE51E}"/>
                  </a:ext>
                </a:extLst>
              </p:cNvPr>
              <p:cNvGrpSpPr/>
              <p:nvPr/>
            </p:nvGrpSpPr>
            <p:grpSpPr>
              <a:xfrm>
                <a:off x="6065340" y="2039507"/>
                <a:ext cx="1643204" cy="1593124"/>
                <a:chOff x="5445106" y="2644743"/>
                <a:chExt cx="1643204" cy="1593124"/>
              </a:xfrm>
            </p:grpSpPr>
            <p:grpSp>
              <p:nvGrpSpPr>
                <p:cNvPr id="23516" name="Group 23515">
                  <a:extLst>
                    <a:ext uri="{FF2B5EF4-FFF2-40B4-BE49-F238E27FC236}">
                      <a16:creationId xmlns:a16="http://schemas.microsoft.com/office/drawing/2014/main" id="{9E13B5C2-34FA-6BE6-9016-880F17478D39}"/>
                    </a:ext>
                  </a:extLst>
                </p:cNvPr>
                <p:cNvGrpSpPr/>
                <p:nvPr/>
              </p:nvGrpSpPr>
              <p:grpSpPr>
                <a:xfrm>
                  <a:off x="5445106" y="2644743"/>
                  <a:ext cx="1019224" cy="991639"/>
                  <a:chOff x="5886431" y="3225768"/>
                  <a:chExt cx="1019224" cy="991639"/>
                </a:xfrm>
              </p:grpSpPr>
              <p:grpSp>
                <p:nvGrpSpPr>
                  <p:cNvPr id="23564" name="Group 23563">
                    <a:extLst>
                      <a:ext uri="{FF2B5EF4-FFF2-40B4-BE49-F238E27FC236}">
                        <a16:creationId xmlns:a16="http://schemas.microsoft.com/office/drawing/2014/main" id="{B8173016-7C4B-DBAD-49DE-F9E9746AC0C8}"/>
                      </a:ext>
                    </a:extLst>
                  </p:cNvPr>
                  <p:cNvGrpSpPr/>
                  <p:nvPr/>
                </p:nvGrpSpPr>
                <p:grpSpPr>
                  <a:xfrm>
                    <a:off x="6197413" y="3824215"/>
                    <a:ext cx="393192" cy="393192"/>
                    <a:chOff x="5265196" y="3357021"/>
                    <a:chExt cx="393192" cy="393192"/>
                  </a:xfrm>
                </p:grpSpPr>
                <p:grpSp>
                  <p:nvGrpSpPr>
                    <p:cNvPr id="23599" name="Group 23598">
                      <a:extLst>
                        <a:ext uri="{FF2B5EF4-FFF2-40B4-BE49-F238E27FC236}">
                          <a16:creationId xmlns:a16="http://schemas.microsoft.com/office/drawing/2014/main" id="{4B4CF3AB-1236-F7F9-AF34-F1247942CF39}"/>
                        </a:ext>
                      </a:extLst>
                    </p:cNvPr>
                    <p:cNvGrpSpPr/>
                    <p:nvPr/>
                  </p:nvGrpSpPr>
                  <p:grpSpPr>
                    <a:xfrm rot="14400000">
                      <a:off x="5265196" y="3357021"/>
                      <a:ext cx="393192" cy="393192"/>
                      <a:chOff x="5354637" y="3446463"/>
                      <a:chExt cx="214313" cy="214313"/>
                    </a:xfrm>
                  </p:grpSpPr>
                  <p:sp>
                    <p:nvSpPr>
                      <p:cNvPr id="23608" name="Arc 23607">
                        <a:extLst>
                          <a:ext uri="{FF2B5EF4-FFF2-40B4-BE49-F238E27FC236}">
                            <a16:creationId xmlns:a16="http://schemas.microsoft.com/office/drawing/2014/main" id="{CDF36B18-3DF9-3FAE-6842-9192844430B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609" name="Arc 23608">
                        <a:extLst>
                          <a:ext uri="{FF2B5EF4-FFF2-40B4-BE49-F238E27FC236}">
                            <a16:creationId xmlns:a16="http://schemas.microsoft.com/office/drawing/2014/main" id="{5713002F-4A5F-DC34-4F3E-DDB73B295EF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600" name="Group 23599">
                      <a:extLst>
                        <a:ext uri="{FF2B5EF4-FFF2-40B4-BE49-F238E27FC236}">
                          <a16:creationId xmlns:a16="http://schemas.microsoft.com/office/drawing/2014/main" id="{D6F41BD1-AFD0-49A2-4F08-5CDF57248A09}"/>
                        </a:ext>
                      </a:extLst>
                    </p:cNvPr>
                    <p:cNvGrpSpPr/>
                    <p:nvPr/>
                  </p:nvGrpSpPr>
                  <p:grpSpPr>
                    <a:xfrm>
                      <a:off x="5310186" y="3402011"/>
                      <a:ext cx="303213" cy="303213"/>
                      <a:chOff x="5310186" y="3402011"/>
                      <a:chExt cx="303213" cy="303213"/>
                    </a:xfrm>
                  </p:grpSpPr>
                  <p:grpSp>
                    <p:nvGrpSpPr>
                      <p:cNvPr id="23601" name="Group 23600">
                        <a:extLst>
                          <a:ext uri="{FF2B5EF4-FFF2-40B4-BE49-F238E27FC236}">
                            <a16:creationId xmlns:a16="http://schemas.microsoft.com/office/drawing/2014/main" id="{E4BA9A9B-EFB5-1D04-1ABD-577DA205E387}"/>
                          </a:ext>
                        </a:extLst>
                      </p:cNvPr>
                      <p:cNvGrpSpPr/>
                      <p:nvPr/>
                    </p:nvGrpSpPr>
                    <p:grpSpPr>
                      <a:xfrm>
                        <a:off x="5354636" y="3446461"/>
                        <a:ext cx="214313" cy="214313"/>
                        <a:chOff x="5354637" y="3446463"/>
                        <a:chExt cx="214313" cy="214313"/>
                      </a:xfrm>
                    </p:grpSpPr>
                    <p:sp>
                      <p:nvSpPr>
                        <p:cNvPr id="23606" name="Arc 23605">
                          <a:extLst>
                            <a:ext uri="{FF2B5EF4-FFF2-40B4-BE49-F238E27FC236}">
                              <a16:creationId xmlns:a16="http://schemas.microsoft.com/office/drawing/2014/main" id="{D069C919-0E36-8C6F-177B-225E2B21CC4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607" name="Arc 23606">
                          <a:extLst>
                            <a:ext uri="{FF2B5EF4-FFF2-40B4-BE49-F238E27FC236}">
                              <a16:creationId xmlns:a16="http://schemas.microsoft.com/office/drawing/2014/main" id="{E66AE0F0-AF48-065E-7336-26E6DB59F03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602" name="Group 23601">
                        <a:extLst>
                          <a:ext uri="{FF2B5EF4-FFF2-40B4-BE49-F238E27FC236}">
                            <a16:creationId xmlns:a16="http://schemas.microsoft.com/office/drawing/2014/main" id="{047577F6-10FB-4179-B018-2DB36F15A762}"/>
                          </a:ext>
                        </a:extLst>
                      </p:cNvPr>
                      <p:cNvGrpSpPr/>
                      <p:nvPr/>
                    </p:nvGrpSpPr>
                    <p:grpSpPr>
                      <a:xfrm rot="7200000">
                        <a:off x="5310186" y="3402011"/>
                        <a:ext cx="303213" cy="303213"/>
                        <a:chOff x="5354637" y="3446463"/>
                        <a:chExt cx="214313" cy="214313"/>
                      </a:xfrm>
                    </p:grpSpPr>
                    <p:sp>
                      <p:nvSpPr>
                        <p:cNvPr id="23604" name="Arc 23603">
                          <a:extLst>
                            <a:ext uri="{FF2B5EF4-FFF2-40B4-BE49-F238E27FC236}">
                              <a16:creationId xmlns:a16="http://schemas.microsoft.com/office/drawing/2014/main" id="{964014EF-D193-357D-5819-BD161535E7B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605" name="Arc 23604">
                          <a:extLst>
                            <a:ext uri="{FF2B5EF4-FFF2-40B4-BE49-F238E27FC236}">
                              <a16:creationId xmlns:a16="http://schemas.microsoft.com/office/drawing/2014/main" id="{BFB64951-2090-C257-DB9E-F800AF8E97A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603" name="TextBox 23602">
                        <a:extLst>
                          <a:ext uri="{FF2B5EF4-FFF2-40B4-BE49-F238E27FC236}">
                            <a16:creationId xmlns:a16="http://schemas.microsoft.com/office/drawing/2014/main" id="{0E95A30E-7DF2-3A43-9ADA-5067E12BA1D0}"/>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565" name="Group 23564">
                    <a:extLst>
                      <a:ext uri="{FF2B5EF4-FFF2-40B4-BE49-F238E27FC236}">
                        <a16:creationId xmlns:a16="http://schemas.microsoft.com/office/drawing/2014/main" id="{85111B02-F1CF-7F8E-4905-B1F8ECDEB439}"/>
                      </a:ext>
                    </a:extLst>
                  </p:cNvPr>
                  <p:cNvGrpSpPr/>
                  <p:nvPr/>
                </p:nvGrpSpPr>
                <p:grpSpPr>
                  <a:xfrm>
                    <a:off x="5886431" y="3525040"/>
                    <a:ext cx="393192" cy="393192"/>
                    <a:chOff x="5265196" y="3932619"/>
                    <a:chExt cx="393192" cy="393192"/>
                  </a:xfrm>
                </p:grpSpPr>
                <p:grpSp>
                  <p:nvGrpSpPr>
                    <p:cNvPr id="23589" name="Group 23588">
                      <a:extLst>
                        <a:ext uri="{FF2B5EF4-FFF2-40B4-BE49-F238E27FC236}">
                          <a16:creationId xmlns:a16="http://schemas.microsoft.com/office/drawing/2014/main" id="{279D705C-ACEF-60F3-2664-E8914D82535E}"/>
                        </a:ext>
                      </a:extLst>
                    </p:cNvPr>
                    <p:cNvGrpSpPr/>
                    <p:nvPr/>
                  </p:nvGrpSpPr>
                  <p:grpSpPr>
                    <a:xfrm>
                      <a:off x="5354636" y="4022061"/>
                      <a:ext cx="214313" cy="214313"/>
                      <a:chOff x="5354637" y="3446463"/>
                      <a:chExt cx="214313" cy="214313"/>
                    </a:xfrm>
                  </p:grpSpPr>
                  <p:sp>
                    <p:nvSpPr>
                      <p:cNvPr id="23597" name="Arc 23596">
                        <a:extLst>
                          <a:ext uri="{FF2B5EF4-FFF2-40B4-BE49-F238E27FC236}">
                            <a16:creationId xmlns:a16="http://schemas.microsoft.com/office/drawing/2014/main" id="{6981D0AC-FCE0-D544-64FC-4C1A86835F4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598" name="Arc 23597">
                        <a:extLst>
                          <a:ext uri="{FF2B5EF4-FFF2-40B4-BE49-F238E27FC236}">
                            <a16:creationId xmlns:a16="http://schemas.microsoft.com/office/drawing/2014/main" id="{A880CDC9-780A-BC0D-6D15-18F84ED176B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590" name="Group 23589">
                      <a:extLst>
                        <a:ext uri="{FF2B5EF4-FFF2-40B4-BE49-F238E27FC236}">
                          <a16:creationId xmlns:a16="http://schemas.microsoft.com/office/drawing/2014/main" id="{7FD93759-B551-4230-A95A-1797A098C246}"/>
                        </a:ext>
                      </a:extLst>
                    </p:cNvPr>
                    <p:cNvGrpSpPr/>
                    <p:nvPr/>
                  </p:nvGrpSpPr>
                  <p:grpSpPr>
                    <a:xfrm rot="14400000">
                      <a:off x="5310186" y="3977611"/>
                      <a:ext cx="303213" cy="303213"/>
                      <a:chOff x="5354637" y="3446463"/>
                      <a:chExt cx="214313" cy="214313"/>
                    </a:xfrm>
                  </p:grpSpPr>
                  <p:sp>
                    <p:nvSpPr>
                      <p:cNvPr id="23595" name="Arc 23594">
                        <a:extLst>
                          <a:ext uri="{FF2B5EF4-FFF2-40B4-BE49-F238E27FC236}">
                            <a16:creationId xmlns:a16="http://schemas.microsoft.com/office/drawing/2014/main" id="{C41FCA89-BCA2-BE22-462A-33EB46E5BC5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596" name="Arc 23595">
                        <a:extLst>
                          <a:ext uri="{FF2B5EF4-FFF2-40B4-BE49-F238E27FC236}">
                            <a16:creationId xmlns:a16="http://schemas.microsoft.com/office/drawing/2014/main" id="{68846FAD-05D8-824A-703C-12B8DBAA1E0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591" name="Group 23590">
                      <a:extLst>
                        <a:ext uri="{FF2B5EF4-FFF2-40B4-BE49-F238E27FC236}">
                          <a16:creationId xmlns:a16="http://schemas.microsoft.com/office/drawing/2014/main" id="{BE4ABCF7-E8F6-B56E-CD5F-5112623474BA}"/>
                        </a:ext>
                      </a:extLst>
                    </p:cNvPr>
                    <p:cNvGrpSpPr/>
                    <p:nvPr/>
                  </p:nvGrpSpPr>
                  <p:grpSpPr>
                    <a:xfrm rot="7200000">
                      <a:off x="5265196" y="3932619"/>
                      <a:ext cx="393192" cy="393192"/>
                      <a:chOff x="5354637" y="3446463"/>
                      <a:chExt cx="214313" cy="214313"/>
                    </a:xfrm>
                  </p:grpSpPr>
                  <p:sp>
                    <p:nvSpPr>
                      <p:cNvPr id="23593" name="Arc 23592">
                        <a:extLst>
                          <a:ext uri="{FF2B5EF4-FFF2-40B4-BE49-F238E27FC236}">
                            <a16:creationId xmlns:a16="http://schemas.microsoft.com/office/drawing/2014/main" id="{232009F5-BC0B-69BF-A503-EDA72A35218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594" name="Arc 23593">
                        <a:extLst>
                          <a:ext uri="{FF2B5EF4-FFF2-40B4-BE49-F238E27FC236}">
                            <a16:creationId xmlns:a16="http://schemas.microsoft.com/office/drawing/2014/main" id="{CF133FDA-742D-B4B8-848B-B0F75683E4D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592" name="TextBox 23591">
                      <a:extLst>
                        <a:ext uri="{FF2B5EF4-FFF2-40B4-BE49-F238E27FC236}">
                          <a16:creationId xmlns:a16="http://schemas.microsoft.com/office/drawing/2014/main" id="{B517D21D-04BD-2055-F342-6FBF435DEF35}"/>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3566" name="Group 23565">
                    <a:extLst>
                      <a:ext uri="{FF2B5EF4-FFF2-40B4-BE49-F238E27FC236}">
                        <a16:creationId xmlns:a16="http://schemas.microsoft.com/office/drawing/2014/main" id="{19E524B8-55A3-FFA2-C61D-A8BBD18FD952}"/>
                      </a:ext>
                    </a:extLst>
                  </p:cNvPr>
                  <p:cNvGrpSpPr/>
                  <p:nvPr/>
                </p:nvGrpSpPr>
                <p:grpSpPr>
                  <a:xfrm>
                    <a:off x="6512463" y="3525040"/>
                    <a:ext cx="393192" cy="393192"/>
                    <a:chOff x="6389147" y="3357021"/>
                    <a:chExt cx="393192" cy="393192"/>
                  </a:xfrm>
                </p:grpSpPr>
                <p:grpSp>
                  <p:nvGrpSpPr>
                    <p:cNvPr id="23578" name="Group 23577">
                      <a:extLst>
                        <a:ext uri="{FF2B5EF4-FFF2-40B4-BE49-F238E27FC236}">
                          <a16:creationId xmlns:a16="http://schemas.microsoft.com/office/drawing/2014/main" id="{3FC3115D-F983-EF85-7D98-7C1443F2BA53}"/>
                        </a:ext>
                      </a:extLst>
                    </p:cNvPr>
                    <p:cNvGrpSpPr/>
                    <p:nvPr/>
                  </p:nvGrpSpPr>
                  <p:grpSpPr>
                    <a:xfrm rot="7200000" flipH="1">
                      <a:off x="6389147" y="3357021"/>
                      <a:ext cx="393192" cy="393192"/>
                      <a:chOff x="5354637" y="3446463"/>
                      <a:chExt cx="214313" cy="214313"/>
                    </a:xfrm>
                  </p:grpSpPr>
                  <p:sp>
                    <p:nvSpPr>
                      <p:cNvPr id="23587" name="Arc 23586">
                        <a:extLst>
                          <a:ext uri="{FF2B5EF4-FFF2-40B4-BE49-F238E27FC236}">
                            <a16:creationId xmlns:a16="http://schemas.microsoft.com/office/drawing/2014/main" id="{2809C9BD-8D2E-7BAC-692F-4865E6EDF33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588" name="Arc 23587">
                        <a:extLst>
                          <a:ext uri="{FF2B5EF4-FFF2-40B4-BE49-F238E27FC236}">
                            <a16:creationId xmlns:a16="http://schemas.microsoft.com/office/drawing/2014/main" id="{6A491DB2-6DCF-1E2E-3C2F-4BEF4FEC346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579" name="Group 23578">
                      <a:extLst>
                        <a:ext uri="{FF2B5EF4-FFF2-40B4-BE49-F238E27FC236}">
                          <a16:creationId xmlns:a16="http://schemas.microsoft.com/office/drawing/2014/main" id="{836A7495-9E44-6DB4-AC22-1E73663C839A}"/>
                        </a:ext>
                      </a:extLst>
                    </p:cNvPr>
                    <p:cNvGrpSpPr/>
                    <p:nvPr/>
                  </p:nvGrpSpPr>
                  <p:grpSpPr>
                    <a:xfrm>
                      <a:off x="6434137" y="3402011"/>
                      <a:ext cx="303213" cy="303213"/>
                      <a:chOff x="6434137" y="3402011"/>
                      <a:chExt cx="303213" cy="303213"/>
                    </a:xfrm>
                  </p:grpSpPr>
                  <p:grpSp>
                    <p:nvGrpSpPr>
                      <p:cNvPr id="23580" name="Group 23579">
                        <a:extLst>
                          <a:ext uri="{FF2B5EF4-FFF2-40B4-BE49-F238E27FC236}">
                            <a16:creationId xmlns:a16="http://schemas.microsoft.com/office/drawing/2014/main" id="{831940B5-4764-14ED-E9B9-E1BCCCBC3E20}"/>
                          </a:ext>
                        </a:extLst>
                      </p:cNvPr>
                      <p:cNvGrpSpPr/>
                      <p:nvPr/>
                    </p:nvGrpSpPr>
                    <p:grpSpPr>
                      <a:xfrm flipH="1">
                        <a:off x="6478587" y="3446461"/>
                        <a:ext cx="214313" cy="214313"/>
                        <a:chOff x="5354637" y="3446463"/>
                        <a:chExt cx="214313" cy="214313"/>
                      </a:xfrm>
                    </p:grpSpPr>
                    <p:sp>
                      <p:nvSpPr>
                        <p:cNvPr id="23585" name="Arc 23584">
                          <a:extLst>
                            <a:ext uri="{FF2B5EF4-FFF2-40B4-BE49-F238E27FC236}">
                              <a16:creationId xmlns:a16="http://schemas.microsoft.com/office/drawing/2014/main" id="{6B3CADBC-1C07-B76A-BD70-38380507754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586" name="Arc 23585">
                          <a:extLst>
                            <a:ext uri="{FF2B5EF4-FFF2-40B4-BE49-F238E27FC236}">
                              <a16:creationId xmlns:a16="http://schemas.microsoft.com/office/drawing/2014/main" id="{EE5A97E2-EAA2-699C-2CAD-AF4345631E8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581" name="Group 23580">
                        <a:extLst>
                          <a:ext uri="{FF2B5EF4-FFF2-40B4-BE49-F238E27FC236}">
                            <a16:creationId xmlns:a16="http://schemas.microsoft.com/office/drawing/2014/main" id="{1A4881EF-BD78-D6D2-5EBA-0F6FE63343DF}"/>
                          </a:ext>
                        </a:extLst>
                      </p:cNvPr>
                      <p:cNvGrpSpPr/>
                      <p:nvPr/>
                    </p:nvGrpSpPr>
                    <p:grpSpPr>
                      <a:xfrm rot="14400000" flipH="1">
                        <a:off x="6434137" y="3402011"/>
                        <a:ext cx="303213" cy="303213"/>
                        <a:chOff x="5354637" y="3446463"/>
                        <a:chExt cx="214313" cy="214313"/>
                      </a:xfrm>
                    </p:grpSpPr>
                    <p:sp>
                      <p:nvSpPr>
                        <p:cNvPr id="23583" name="Arc 23582">
                          <a:extLst>
                            <a:ext uri="{FF2B5EF4-FFF2-40B4-BE49-F238E27FC236}">
                              <a16:creationId xmlns:a16="http://schemas.microsoft.com/office/drawing/2014/main" id="{C325D65E-0C29-9F9A-C11E-FE020B1E7EB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584" name="Arc 23583">
                          <a:extLst>
                            <a:ext uri="{FF2B5EF4-FFF2-40B4-BE49-F238E27FC236}">
                              <a16:creationId xmlns:a16="http://schemas.microsoft.com/office/drawing/2014/main" id="{7392D661-77AB-81C1-5AF0-FD63F5103D2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582" name="TextBox 23581">
                        <a:extLst>
                          <a:ext uri="{FF2B5EF4-FFF2-40B4-BE49-F238E27FC236}">
                            <a16:creationId xmlns:a16="http://schemas.microsoft.com/office/drawing/2014/main" id="{37F9B82F-2FA2-1ABE-BD80-67EC175C6AC3}"/>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567" name="Group 23566">
                    <a:extLst>
                      <a:ext uri="{FF2B5EF4-FFF2-40B4-BE49-F238E27FC236}">
                        <a16:creationId xmlns:a16="http://schemas.microsoft.com/office/drawing/2014/main" id="{DCA9CEF8-DE9D-46CB-5192-DAECFC903ED2}"/>
                      </a:ext>
                    </a:extLst>
                  </p:cNvPr>
                  <p:cNvGrpSpPr/>
                  <p:nvPr/>
                </p:nvGrpSpPr>
                <p:grpSpPr>
                  <a:xfrm>
                    <a:off x="6197413" y="3225768"/>
                    <a:ext cx="393192" cy="393192"/>
                    <a:chOff x="6389147" y="3932622"/>
                    <a:chExt cx="393192" cy="393192"/>
                  </a:xfrm>
                </p:grpSpPr>
                <p:grpSp>
                  <p:nvGrpSpPr>
                    <p:cNvPr id="23568" name="Group 23567">
                      <a:extLst>
                        <a:ext uri="{FF2B5EF4-FFF2-40B4-BE49-F238E27FC236}">
                          <a16:creationId xmlns:a16="http://schemas.microsoft.com/office/drawing/2014/main" id="{EA4565C2-11CB-4F30-ED6C-842810C5BE8B}"/>
                        </a:ext>
                      </a:extLst>
                    </p:cNvPr>
                    <p:cNvGrpSpPr/>
                    <p:nvPr/>
                  </p:nvGrpSpPr>
                  <p:grpSpPr>
                    <a:xfrm flipH="1">
                      <a:off x="6478587" y="4022061"/>
                      <a:ext cx="214313" cy="214313"/>
                      <a:chOff x="5354637" y="3446463"/>
                      <a:chExt cx="214313" cy="214313"/>
                    </a:xfrm>
                  </p:grpSpPr>
                  <p:sp>
                    <p:nvSpPr>
                      <p:cNvPr id="23576" name="Arc 23575">
                        <a:extLst>
                          <a:ext uri="{FF2B5EF4-FFF2-40B4-BE49-F238E27FC236}">
                            <a16:creationId xmlns:a16="http://schemas.microsoft.com/office/drawing/2014/main" id="{D33A519F-C02C-2165-5CA6-EB8767A79EA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577" name="Arc 23576">
                        <a:extLst>
                          <a:ext uri="{FF2B5EF4-FFF2-40B4-BE49-F238E27FC236}">
                            <a16:creationId xmlns:a16="http://schemas.microsoft.com/office/drawing/2014/main" id="{1697B309-6D05-AE15-3B30-B52A62BE2B1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569" name="Group 23568">
                      <a:extLst>
                        <a:ext uri="{FF2B5EF4-FFF2-40B4-BE49-F238E27FC236}">
                          <a16:creationId xmlns:a16="http://schemas.microsoft.com/office/drawing/2014/main" id="{EB8B5581-72DA-B80D-5050-072C0B5BE755}"/>
                        </a:ext>
                      </a:extLst>
                    </p:cNvPr>
                    <p:cNvGrpSpPr/>
                    <p:nvPr/>
                  </p:nvGrpSpPr>
                  <p:grpSpPr>
                    <a:xfrm rot="7200000" flipH="1">
                      <a:off x="6434137" y="3977611"/>
                      <a:ext cx="303213" cy="303213"/>
                      <a:chOff x="5354637" y="3446463"/>
                      <a:chExt cx="214313" cy="214313"/>
                    </a:xfrm>
                  </p:grpSpPr>
                  <p:sp>
                    <p:nvSpPr>
                      <p:cNvPr id="23574" name="Arc 23573">
                        <a:extLst>
                          <a:ext uri="{FF2B5EF4-FFF2-40B4-BE49-F238E27FC236}">
                            <a16:creationId xmlns:a16="http://schemas.microsoft.com/office/drawing/2014/main" id="{42D6B7E2-ECF0-DFC7-7CA6-FE7CEFB1E86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575" name="Arc 23574">
                        <a:extLst>
                          <a:ext uri="{FF2B5EF4-FFF2-40B4-BE49-F238E27FC236}">
                            <a16:creationId xmlns:a16="http://schemas.microsoft.com/office/drawing/2014/main" id="{B59349CC-E3BF-1DD9-0AC6-B79381320BB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570" name="Group 23569">
                      <a:extLst>
                        <a:ext uri="{FF2B5EF4-FFF2-40B4-BE49-F238E27FC236}">
                          <a16:creationId xmlns:a16="http://schemas.microsoft.com/office/drawing/2014/main" id="{68A339C7-97AF-E5A4-00D3-AC8FAF1D6F2B}"/>
                        </a:ext>
                      </a:extLst>
                    </p:cNvPr>
                    <p:cNvGrpSpPr/>
                    <p:nvPr/>
                  </p:nvGrpSpPr>
                  <p:grpSpPr>
                    <a:xfrm rot="14400000" flipH="1">
                      <a:off x="6389147" y="3932622"/>
                      <a:ext cx="393192" cy="393192"/>
                      <a:chOff x="5354637" y="3446463"/>
                      <a:chExt cx="214313" cy="214313"/>
                    </a:xfrm>
                  </p:grpSpPr>
                  <p:sp>
                    <p:nvSpPr>
                      <p:cNvPr id="23572" name="Arc 23571">
                        <a:extLst>
                          <a:ext uri="{FF2B5EF4-FFF2-40B4-BE49-F238E27FC236}">
                            <a16:creationId xmlns:a16="http://schemas.microsoft.com/office/drawing/2014/main" id="{3F362861-BD9B-F48D-E6BE-835CBA492C9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573" name="Arc 23572">
                        <a:extLst>
                          <a:ext uri="{FF2B5EF4-FFF2-40B4-BE49-F238E27FC236}">
                            <a16:creationId xmlns:a16="http://schemas.microsoft.com/office/drawing/2014/main" id="{FE22FF4C-4793-E753-7B07-5B2E82C2B15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571" name="TextBox 23570">
                      <a:extLst>
                        <a:ext uri="{FF2B5EF4-FFF2-40B4-BE49-F238E27FC236}">
                          <a16:creationId xmlns:a16="http://schemas.microsoft.com/office/drawing/2014/main" id="{10FE1CBE-190D-6C65-05E3-A828D9E8F9AA}"/>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517" name="Group 23516">
                  <a:extLst>
                    <a:ext uri="{FF2B5EF4-FFF2-40B4-BE49-F238E27FC236}">
                      <a16:creationId xmlns:a16="http://schemas.microsoft.com/office/drawing/2014/main" id="{9AC90F03-3B50-7FB2-5C5A-194CC32D7BFE}"/>
                    </a:ext>
                  </a:extLst>
                </p:cNvPr>
                <p:cNvGrpSpPr/>
                <p:nvPr/>
              </p:nvGrpSpPr>
              <p:grpSpPr>
                <a:xfrm>
                  <a:off x="6069086" y="3246228"/>
                  <a:ext cx="1019224" cy="991639"/>
                  <a:chOff x="5886431" y="3225768"/>
                  <a:chExt cx="1019224" cy="991639"/>
                </a:xfrm>
              </p:grpSpPr>
              <p:grpSp>
                <p:nvGrpSpPr>
                  <p:cNvPr id="23518" name="Group 23517">
                    <a:extLst>
                      <a:ext uri="{FF2B5EF4-FFF2-40B4-BE49-F238E27FC236}">
                        <a16:creationId xmlns:a16="http://schemas.microsoft.com/office/drawing/2014/main" id="{80A953D3-38BA-4B93-5ED8-B08FC02B7533}"/>
                      </a:ext>
                    </a:extLst>
                  </p:cNvPr>
                  <p:cNvGrpSpPr/>
                  <p:nvPr/>
                </p:nvGrpSpPr>
                <p:grpSpPr>
                  <a:xfrm>
                    <a:off x="6197413" y="3824215"/>
                    <a:ext cx="393192" cy="393192"/>
                    <a:chOff x="5265196" y="3357021"/>
                    <a:chExt cx="393192" cy="393192"/>
                  </a:xfrm>
                </p:grpSpPr>
                <p:grpSp>
                  <p:nvGrpSpPr>
                    <p:cNvPr id="23553" name="Group 23552">
                      <a:extLst>
                        <a:ext uri="{FF2B5EF4-FFF2-40B4-BE49-F238E27FC236}">
                          <a16:creationId xmlns:a16="http://schemas.microsoft.com/office/drawing/2014/main" id="{30E14F7F-E222-FFEA-015F-9C1132954083}"/>
                        </a:ext>
                      </a:extLst>
                    </p:cNvPr>
                    <p:cNvGrpSpPr/>
                    <p:nvPr/>
                  </p:nvGrpSpPr>
                  <p:grpSpPr>
                    <a:xfrm rot="14400000">
                      <a:off x="5265196" y="3357021"/>
                      <a:ext cx="393192" cy="393192"/>
                      <a:chOff x="5354637" y="3446463"/>
                      <a:chExt cx="214313" cy="214313"/>
                    </a:xfrm>
                  </p:grpSpPr>
                  <p:sp>
                    <p:nvSpPr>
                      <p:cNvPr id="23562" name="Arc 23561">
                        <a:extLst>
                          <a:ext uri="{FF2B5EF4-FFF2-40B4-BE49-F238E27FC236}">
                            <a16:creationId xmlns:a16="http://schemas.microsoft.com/office/drawing/2014/main" id="{74F88C1E-9543-32B4-2B3C-4F773A64234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563" name="Arc 23562">
                        <a:extLst>
                          <a:ext uri="{FF2B5EF4-FFF2-40B4-BE49-F238E27FC236}">
                            <a16:creationId xmlns:a16="http://schemas.microsoft.com/office/drawing/2014/main" id="{AA88D407-A30B-F6F6-66DE-4EA21344FE3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554" name="Group 23553">
                      <a:extLst>
                        <a:ext uri="{FF2B5EF4-FFF2-40B4-BE49-F238E27FC236}">
                          <a16:creationId xmlns:a16="http://schemas.microsoft.com/office/drawing/2014/main" id="{9B8546EE-6AA1-AD5C-FE92-98170059BCB1}"/>
                        </a:ext>
                      </a:extLst>
                    </p:cNvPr>
                    <p:cNvGrpSpPr/>
                    <p:nvPr/>
                  </p:nvGrpSpPr>
                  <p:grpSpPr>
                    <a:xfrm>
                      <a:off x="5310186" y="3402011"/>
                      <a:ext cx="303213" cy="303213"/>
                      <a:chOff x="5310186" y="3402011"/>
                      <a:chExt cx="303213" cy="303213"/>
                    </a:xfrm>
                  </p:grpSpPr>
                  <p:grpSp>
                    <p:nvGrpSpPr>
                      <p:cNvPr id="23555" name="Group 23554">
                        <a:extLst>
                          <a:ext uri="{FF2B5EF4-FFF2-40B4-BE49-F238E27FC236}">
                            <a16:creationId xmlns:a16="http://schemas.microsoft.com/office/drawing/2014/main" id="{3DD2B6B5-8747-AF3E-A1FD-DB27F7EAE9A5}"/>
                          </a:ext>
                        </a:extLst>
                      </p:cNvPr>
                      <p:cNvGrpSpPr/>
                      <p:nvPr/>
                    </p:nvGrpSpPr>
                    <p:grpSpPr>
                      <a:xfrm>
                        <a:off x="5354636" y="3446461"/>
                        <a:ext cx="214313" cy="214313"/>
                        <a:chOff x="5354637" y="3446463"/>
                        <a:chExt cx="214313" cy="214313"/>
                      </a:xfrm>
                    </p:grpSpPr>
                    <p:sp>
                      <p:nvSpPr>
                        <p:cNvPr id="23560" name="Arc 23559">
                          <a:extLst>
                            <a:ext uri="{FF2B5EF4-FFF2-40B4-BE49-F238E27FC236}">
                              <a16:creationId xmlns:a16="http://schemas.microsoft.com/office/drawing/2014/main" id="{FE480516-00C8-4032-AC3A-2A3C149F82D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561" name="Arc 23560">
                          <a:extLst>
                            <a:ext uri="{FF2B5EF4-FFF2-40B4-BE49-F238E27FC236}">
                              <a16:creationId xmlns:a16="http://schemas.microsoft.com/office/drawing/2014/main" id="{ECC1911A-56E9-1A3B-675A-87C9B531904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556" name="Group 23555">
                        <a:extLst>
                          <a:ext uri="{FF2B5EF4-FFF2-40B4-BE49-F238E27FC236}">
                            <a16:creationId xmlns:a16="http://schemas.microsoft.com/office/drawing/2014/main" id="{16DDAB49-D7FE-0B57-F3BE-10F69A79A2E3}"/>
                          </a:ext>
                        </a:extLst>
                      </p:cNvPr>
                      <p:cNvGrpSpPr/>
                      <p:nvPr/>
                    </p:nvGrpSpPr>
                    <p:grpSpPr>
                      <a:xfrm rot="7200000">
                        <a:off x="5310186" y="3402011"/>
                        <a:ext cx="303213" cy="303213"/>
                        <a:chOff x="5354637" y="3446463"/>
                        <a:chExt cx="214313" cy="214313"/>
                      </a:xfrm>
                    </p:grpSpPr>
                    <p:sp>
                      <p:nvSpPr>
                        <p:cNvPr id="23558" name="Arc 23557">
                          <a:extLst>
                            <a:ext uri="{FF2B5EF4-FFF2-40B4-BE49-F238E27FC236}">
                              <a16:creationId xmlns:a16="http://schemas.microsoft.com/office/drawing/2014/main" id="{6CAB97D8-0594-0E4B-B71D-30079989EA4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559" name="Arc 23558">
                          <a:extLst>
                            <a:ext uri="{FF2B5EF4-FFF2-40B4-BE49-F238E27FC236}">
                              <a16:creationId xmlns:a16="http://schemas.microsoft.com/office/drawing/2014/main" id="{0F638F2B-D621-C715-86F6-8FC26A04916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557" name="TextBox 23556">
                        <a:extLst>
                          <a:ext uri="{FF2B5EF4-FFF2-40B4-BE49-F238E27FC236}">
                            <a16:creationId xmlns:a16="http://schemas.microsoft.com/office/drawing/2014/main" id="{93177664-D1D5-220C-4323-5ABAE83F0485}"/>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519" name="Group 23518">
                    <a:extLst>
                      <a:ext uri="{FF2B5EF4-FFF2-40B4-BE49-F238E27FC236}">
                        <a16:creationId xmlns:a16="http://schemas.microsoft.com/office/drawing/2014/main" id="{A36971F4-17F3-5F69-AE44-05571F6B36C4}"/>
                      </a:ext>
                    </a:extLst>
                  </p:cNvPr>
                  <p:cNvGrpSpPr/>
                  <p:nvPr/>
                </p:nvGrpSpPr>
                <p:grpSpPr>
                  <a:xfrm>
                    <a:off x="5886431" y="3525040"/>
                    <a:ext cx="393192" cy="393192"/>
                    <a:chOff x="5265196" y="3932619"/>
                    <a:chExt cx="393192" cy="393192"/>
                  </a:xfrm>
                </p:grpSpPr>
                <p:grpSp>
                  <p:nvGrpSpPr>
                    <p:cNvPr id="23543" name="Group 23542">
                      <a:extLst>
                        <a:ext uri="{FF2B5EF4-FFF2-40B4-BE49-F238E27FC236}">
                          <a16:creationId xmlns:a16="http://schemas.microsoft.com/office/drawing/2014/main" id="{10F5B1B1-D6BA-9CF1-41D3-0725DAC6C2B8}"/>
                        </a:ext>
                      </a:extLst>
                    </p:cNvPr>
                    <p:cNvGrpSpPr/>
                    <p:nvPr/>
                  </p:nvGrpSpPr>
                  <p:grpSpPr>
                    <a:xfrm>
                      <a:off x="5354636" y="4022061"/>
                      <a:ext cx="214313" cy="214313"/>
                      <a:chOff x="5354637" y="3446463"/>
                      <a:chExt cx="214313" cy="214313"/>
                    </a:xfrm>
                  </p:grpSpPr>
                  <p:sp>
                    <p:nvSpPr>
                      <p:cNvPr id="23551" name="Arc 23550">
                        <a:extLst>
                          <a:ext uri="{FF2B5EF4-FFF2-40B4-BE49-F238E27FC236}">
                            <a16:creationId xmlns:a16="http://schemas.microsoft.com/office/drawing/2014/main" id="{4C4B9CD3-5A90-F9CC-32CE-C7BE0B12D02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552" name="Arc 23551">
                        <a:extLst>
                          <a:ext uri="{FF2B5EF4-FFF2-40B4-BE49-F238E27FC236}">
                            <a16:creationId xmlns:a16="http://schemas.microsoft.com/office/drawing/2014/main" id="{4AB1E3F2-A64D-171E-DB37-775DE44F92A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544" name="Group 23543">
                      <a:extLst>
                        <a:ext uri="{FF2B5EF4-FFF2-40B4-BE49-F238E27FC236}">
                          <a16:creationId xmlns:a16="http://schemas.microsoft.com/office/drawing/2014/main" id="{7AEC2B47-E702-711F-354B-2313E5B3B1CD}"/>
                        </a:ext>
                      </a:extLst>
                    </p:cNvPr>
                    <p:cNvGrpSpPr/>
                    <p:nvPr/>
                  </p:nvGrpSpPr>
                  <p:grpSpPr>
                    <a:xfrm rot="14400000">
                      <a:off x="5310186" y="3977611"/>
                      <a:ext cx="303213" cy="303213"/>
                      <a:chOff x="5354637" y="3446463"/>
                      <a:chExt cx="214313" cy="214313"/>
                    </a:xfrm>
                  </p:grpSpPr>
                  <p:sp>
                    <p:nvSpPr>
                      <p:cNvPr id="23549" name="Arc 23548">
                        <a:extLst>
                          <a:ext uri="{FF2B5EF4-FFF2-40B4-BE49-F238E27FC236}">
                            <a16:creationId xmlns:a16="http://schemas.microsoft.com/office/drawing/2014/main" id="{B3FDAD28-8F69-3347-DAC6-B0C5EB7AA5D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550" name="Arc 23549">
                        <a:extLst>
                          <a:ext uri="{FF2B5EF4-FFF2-40B4-BE49-F238E27FC236}">
                            <a16:creationId xmlns:a16="http://schemas.microsoft.com/office/drawing/2014/main" id="{DEE2653D-AD34-74F9-68D2-D02F6519A2F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545" name="Group 23544">
                      <a:extLst>
                        <a:ext uri="{FF2B5EF4-FFF2-40B4-BE49-F238E27FC236}">
                          <a16:creationId xmlns:a16="http://schemas.microsoft.com/office/drawing/2014/main" id="{8741ECF0-190B-FB91-D419-CCE34FBFBFC9}"/>
                        </a:ext>
                      </a:extLst>
                    </p:cNvPr>
                    <p:cNvGrpSpPr/>
                    <p:nvPr/>
                  </p:nvGrpSpPr>
                  <p:grpSpPr>
                    <a:xfrm rot="7200000">
                      <a:off x="5265196" y="3932619"/>
                      <a:ext cx="393192" cy="393192"/>
                      <a:chOff x="5354637" y="3446463"/>
                      <a:chExt cx="214313" cy="214313"/>
                    </a:xfrm>
                  </p:grpSpPr>
                  <p:sp>
                    <p:nvSpPr>
                      <p:cNvPr id="23547" name="Arc 23546">
                        <a:extLst>
                          <a:ext uri="{FF2B5EF4-FFF2-40B4-BE49-F238E27FC236}">
                            <a16:creationId xmlns:a16="http://schemas.microsoft.com/office/drawing/2014/main" id="{31F9F318-7CF5-EF22-0FBC-A0955BD90DE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548" name="Arc 23547">
                        <a:extLst>
                          <a:ext uri="{FF2B5EF4-FFF2-40B4-BE49-F238E27FC236}">
                            <a16:creationId xmlns:a16="http://schemas.microsoft.com/office/drawing/2014/main" id="{F2247FB1-30B4-3E31-ED86-DDA2E33C5A5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546" name="TextBox 23545">
                      <a:extLst>
                        <a:ext uri="{FF2B5EF4-FFF2-40B4-BE49-F238E27FC236}">
                          <a16:creationId xmlns:a16="http://schemas.microsoft.com/office/drawing/2014/main" id="{CCB2D8C0-CF52-569D-6D35-D1FB36C1C9B6}"/>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3520" name="Group 23519">
                    <a:extLst>
                      <a:ext uri="{FF2B5EF4-FFF2-40B4-BE49-F238E27FC236}">
                        <a16:creationId xmlns:a16="http://schemas.microsoft.com/office/drawing/2014/main" id="{BA8B7B05-9194-E86C-ADBC-BB7FECC9E22C}"/>
                      </a:ext>
                    </a:extLst>
                  </p:cNvPr>
                  <p:cNvGrpSpPr/>
                  <p:nvPr/>
                </p:nvGrpSpPr>
                <p:grpSpPr>
                  <a:xfrm>
                    <a:off x="6512463" y="3525040"/>
                    <a:ext cx="393192" cy="393192"/>
                    <a:chOff x="6389147" y="3357021"/>
                    <a:chExt cx="393192" cy="393192"/>
                  </a:xfrm>
                </p:grpSpPr>
                <p:grpSp>
                  <p:nvGrpSpPr>
                    <p:cNvPr id="23532" name="Group 23531">
                      <a:extLst>
                        <a:ext uri="{FF2B5EF4-FFF2-40B4-BE49-F238E27FC236}">
                          <a16:creationId xmlns:a16="http://schemas.microsoft.com/office/drawing/2014/main" id="{929E4E1E-DC38-1923-2DEF-521E19CCBBD1}"/>
                        </a:ext>
                      </a:extLst>
                    </p:cNvPr>
                    <p:cNvGrpSpPr/>
                    <p:nvPr/>
                  </p:nvGrpSpPr>
                  <p:grpSpPr>
                    <a:xfrm rot="7200000" flipH="1">
                      <a:off x="6389147" y="3357021"/>
                      <a:ext cx="393192" cy="393192"/>
                      <a:chOff x="5354637" y="3446463"/>
                      <a:chExt cx="214313" cy="214313"/>
                    </a:xfrm>
                  </p:grpSpPr>
                  <p:sp>
                    <p:nvSpPr>
                      <p:cNvPr id="23541" name="Arc 23540">
                        <a:extLst>
                          <a:ext uri="{FF2B5EF4-FFF2-40B4-BE49-F238E27FC236}">
                            <a16:creationId xmlns:a16="http://schemas.microsoft.com/office/drawing/2014/main" id="{607ACBF5-75F8-F24C-C1A3-32A71420AEE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542" name="Arc 23541">
                        <a:extLst>
                          <a:ext uri="{FF2B5EF4-FFF2-40B4-BE49-F238E27FC236}">
                            <a16:creationId xmlns:a16="http://schemas.microsoft.com/office/drawing/2014/main" id="{3FB32072-6B23-8EF4-E009-3624702FAD8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533" name="Group 23532">
                      <a:extLst>
                        <a:ext uri="{FF2B5EF4-FFF2-40B4-BE49-F238E27FC236}">
                          <a16:creationId xmlns:a16="http://schemas.microsoft.com/office/drawing/2014/main" id="{37261FFD-AF75-733B-1233-AD6542B5C2FA}"/>
                        </a:ext>
                      </a:extLst>
                    </p:cNvPr>
                    <p:cNvGrpSpPr/>
                    <p:nvPr/>
                  </p:nvGrpSpPr>
                  <p:grpSpPr>
                    <a:xfrm>
                      <a:off x="6434137" y="3402011"/>
                      <a:ext cx="303213" cy="303213"/>
                      <a:chOff x="6434137" y="3402011"/>
                      <a:chExt cx="303213" cy="303213"/>
                    </a:xfrm>
                  </p:grpSpPr>
                  <p:grpSp>
                    <p:nvGrpSpPr>
                      <p:cNvPr id="23534" name="Group 23533">
                        <a:extLst>
                          <a:ext uri="{FF2B5EF4-FFF2-40B4-BE49-F238E27FC236}">
                            <a16:creationId xmlns:a16="http://schemas.microsoft.com/office/drawing/2014/main" id="{1EF8C918-E577-87F8-EBB1-DC082A6959F4}"/>
                          </a:ext>
                        </a:extLst>
                      </p:cNvPr>
                      <p:cNvGrpSpPr/>
                      <p:nvPr/>
                    </p:nvGrpSpPr>
                    <p:grpSpPr>
                      <a:xfrm flipH="1">
                        <a:off x="6478587" y="3446461"/>
                        <a:ext cx="214313" cy="214313"/>
                        <a:chOff x="5354637" y="3446463"/>
                        <a:chExt cx="214313" cy="214313"/>
                      </a:xfrm>
                    </p:grpSpPr>
                    <p:sp>
                      <p:nvSpPr>
                        <p:cNvPr id="23539" name="Arc 23538">
                          <a:extLst>
                            <a:ext uri="{FF2B5EF4-FFF2-40B4-BE49-F238E27FC236}">
                              <a16:creationId xmlns:a16="http://schemas.microsoft.com/office/drawing/2014/main" id="{86BA11AD-3448-0080-3BB7-CCFA2641CB6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540" name="Arc 23539">
                          <a:extLst>
                            <a:ext uri="{FF2B5EF4-FFF2-40B4-BE49-F238E27FC236}">
                              <a16:creationId xmlns:a16="http://schemas.microsoft.com/office/drawing/2014/main" id="{E61080B8-4E8F-23BE-C5A6-318F6841DB2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535" name="Group 23534">
                        <a:extLst>
                          <a:ext uri="{FF2B5EF4-FFF2-40B4-BE49-F238E27FC236}">
                            <a16:creationId xmlns:a16="http://schemas.microsoft.com/office/drawing/2014/main" id="{36F9E1DE-9DDE-623E-7D20-5C058C14151E}"/>
                          </a:ext>
                        </a:extLst>
                      </p:cNvPr>
                      <p:cNvGrpSpPr/>
                      <p:nvPr/>
                    </p:nvGrpSpPr>
                    <p:grpSpPr>
                      <a:xfrm rot="14400000" flipH="1">
                        <a:off x="6434137" y="3402011"/>
                        <a:ext cx="303213" cy="303213"/>
                        <a:chOff x="5354637" y="3446463"/>
                        <a:chExt cx="214313" cy="214313"/>
                      </a:xfrm>
                    </p:grpSpPr>
                    <p:sp>
                      <p:nvSpPr>
                        <p:cNvPr id="23537" name="Arc 23536">
                          <a:extLst>
                            <a:ext uri="{FF2B5EF4-FFF2-40B4-BE49-F238E27FC236}">
                              <a16:creationId xmlns:a16="http://schemas.microsoft.com/office/drawing/2014/main" id="{F587F2E0-290F-D5F1-ABBE-DBE3AA62378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538" name="Arc 23537">
                          <a:extLst>
                            <a:ext uri="{FF2B5EF4-FFF2-40B4-BE49-F238E27FC236}">
                              <a16:creationId xmlns:a16="http://schemas.microsoft.com/office/drawing/2014/main" id="{3FA6E604-86B2-38C4-B015-2D92DBF9BE3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536" name="TextBox 23535">
                        <a:extLst>
                          <a:ext uri="{FF2B5EF4-FFF2-40B4-BE49-F238E27FC236}">
                            <a16:creationId xmlns:a16="http://schemas.microsoft.com/office/drawing/2014/main" id="{6001D209-EC4D-2C96-E1A8-9B52E9B48DAF}"/>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521" name="Group 23520">
                    <a:extLst>
                      <a:ext uri="{FF2B5EF4-FFF2-40B4-BE49-F238E27FC236}">
                        <a16:creationId xmlns:a16="http://schemas.microsoft.com/office/drawing/2014/main" id="{9D405DCD-6E37-4752-86E7-701B13AC7697}"/>
                      </a:ext>
                    </a:extLst>
                  </p:cNvPr>
                  <p:cNvGrpSpPr/>
                  <p:nvPr/>
                </p:nvGrpSpPr>
                <p:grpSpPr>
                  <a:xfrm>
                    <a:off x="6197413" y="3225768"/>
                    <a:ext cx="393192" cy="393192"/>
                    <a:chOff x="6389147" y="3932622"/>
                    <a:chExt cx="393192" cy="393192"/>
                  </a:xfrm>
                </p:grpSpPr>
                <p:grpSp>
                  <p:nvGrpSpPr>
                    <p:cNvPr id="23522" name="Group 23521">
                      <a:extLst>
                        <a:ext uri="{FF2B5EF4-FFF2-40B4-BE49-F238E27FC236}">
                          <a16:creationId xmlns:a16="http://schemas.microsoft.com/office/drawing/2014/main" id="{F16AA13C-F9C8-F27E-4B52-B613A2A52FB2}"/>
                        </a:ext>
                      </a:extLst>
                    </p:cNvPr>
                    <p:cNvGrpSpPr/>
                    <p:nvPr/>
                  </p:nvGrpSpPr>
                  <p:grpSpPr>
                    <a:xfrm flipH="1">
                      <a:off x="6478587" y="4022061"/>
                      <a:ext cx="214313" cy="214313"/>
                      <a:chOff x="5354637" y="3446463"/>
                      <a:chExt cx="214313" cy="214313"/>
                    </a:xfrm>
                  </p:grpSpPr>
                  <p:sp>
                    <p:nvSpPr>
                      <p:cNvPr id="23530" name="Arc 23529">
                        <a:extLst>
                          <a:ext uri="{FF2B5EF4-FFF2-40B4-BE49-F238E27FC236}">
                            <a16:creationId xmlns:a16="http://schemas.microsoft.com/office/drawing/2014/main" id="{165B0B30-DC9B-FB4E-B550-722557C3D14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531" name="Arc 23530">
                        <a:extLst>
                          <a:ext uri="{FF2B5EF4-FFF2-40B4-BE49-F238E27FC236}">
                            <a16:creationId xmlns:a16="http://schemas.microsoft.com/office/drawing/2014/main" id="{662009F1-C530-1F53-5F6F-26BC4BDA7AA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523" name="Group 23522">
                      <a:extLst>
                        <a:ext uri="{FF2B5EF4-FFF2-40B4-BE49-F238E27FC236}">
                          <a16:creationId xmlns:a16="http://schemas.microsoft.com/office/drawing/2014/main" id="{035D05EF-6D0F-BBC4-9D41-39DECA8392FC}"/>
                        </a:ext>
                      </a:extLst>
                    </p:cNvPr>
                    <p:cNvGrpSpPr/>
                    <p:nvPr/>
                  </p:nvGrpSpPr>
                  <p:grpSpPr>
                    <a:xfrm rot="7200000" flipH="1">
                      <a:off x="6434137" y="3977611"/>
                      <a:ext cx="303213" cy="303213"/>
                      <a:chOff x="5354637" y="3446463"/>
                      <a:chExt cx="214313" cy="214313"/>
                    </a:xfrm>
                  </p:grpSpPr>
                  <p:sp>
                    <p:nvSpPr>
                      <p:cNvPr id="23528" name="Arc 23527">
                        <a:extLst>
                          <a:ext uri="{FF2B5EF4-FFF2-40B4-BE49-F238E27FC236}">
                            <a16:creationId xmlns:a16="http://schemas.microsoft.com/office/drawing/2014/main" id="{6178E8DC-0C2B-5077-915A-C96BB5E8409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529" name="Arc 23528">
                        <a:extLst>
                          <a:ext uri="{FF2B5EF4-FFF2-40B4-BE49-F238E27FC236}">
                            <a16:creationId xmlns:a16="http://schemas.microsoft.com/office/drawing/2014/main" id="{3BAF84C8-FA6D-4A95-D063-52AAD75402E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524" name="Group 23523">
                      <a:extLst>
                        <a:ext uri="{FF2B5EF4-FFF2-40B4-BE49-F238E27FC236}">
                          <a16:creationId xmlns:a16="http://schemas.microsoft.com/office/drawing/2014/main" id="{57FDA736-D356-F0A8-C8CA-3D91102EC396}"/>
                        </a:ext>
                      </a:extLst>
                    </p:cNvPr>
                    <p:cNvGrpSpPr/>
                    <p:nvPr/>
                  </p:nvGrpSpPr>
                  <p:grpSpPr>
                    <a:xfrm rot="14400000" flipH="1">
                      <a:off x="6389147" y="3932622"/>
                      <a:ext cx="393192" cy="393192"/>
                      <a:chOff x="5354637" y="3446463"/>
                      <a:chExt cx="214313" cy="214313"/>
                    </a:xfrm>
                  </p:grpSpPr>
                  <p:sp>
                    <p:nvSpPr>
                      <p:cNvPr id="23526" name="Arc 23525">
                        <a:extLst>
                          <a:ext uri="{FF2B5EF4-FFF2-40B4-BE49-F238E27FC236}">
                            <a16:creationId xmlns:a16="http://schemas.microsoft.com/office/drawing/2014/main" id="{AFBACE2D-517B-A920-1897-A3CFE894C98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527" name="Arc 23526">
                        <a:extLst>
                          <a:ext uri="{FF2B5EF4-FFF2-40B4-BE49-F238E27FC236}">
                            <a16:creationId xmlns:a16="http://schemas.microsoft.com/office/drawing/2014/main" id="{94A0D3BB-8A92-CE9A-A0B1-F5CCEBC6ACC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525" name="TextBox 23524">
                      <a:extLst>
                        <a:ext uri="{FF2B5EF4-FFF2-40B4-BE49-F238E27FC236}">
                          <a16:creationId xmlns:a16="http://schemas.microsoft.com/office/drawing/2014/main" id="{9F4BE044-8F78-D12F-A6D6-F89EE8E462D2}"/>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21413" name="Group 21412">
              <a:extLst>
                <a:ext uri="{FF2B5EF4-FFF2-40B4-BE49-F238E27FC236}">
                  <a16:creationId xmlns:a16="http://schemas.microsoft.com/office/drawing/2014/main" id="{E708A095-555D-FC5B-00B8-37AFC4582C61}"/>
                </a:ext>
              </a:extLst>
            </p:cNvPr>
            <p:cNvGrpSpPr/>
            <p:nvPr/>
          </p:nvGrpSpPr>
          <p:grpSpPr>
            <a:xfrm>
              <a:off x="2369740" y="-674415"/>
              <a:ext cx="2263438" cy="2198360"/>
              <a:chOff x="5445106" y="2039507"/>
              <a:chExt cx="2263438" cy="2198360"/>
            </a:xfrm>
          </p:grpSpPr>
          <p:grpSp>
            <p:nvGrpSpPr>
              <p:cNvPr id="23324" name="Group 23323">
                <a:extLst>
                  <a:ext uri="{FF2B5EF4-FFF2-40B4-BE49-F238E27FC236}">
                    <a16:creationId xmlns:a16="http://schemas.microsoft.com/office/drawing/2014/main" id="{DA0CF502-145B-CCBF-402D-2B3E8EDDE0C0}"/>
                  </a:ext>
                </a:extLst>
              </p:cNvPr>
              <p:cNvGrpSpPr/>
              <p:nvPr/>
            </p:nvGrpSpPr>
            <p:grpSpPr>
              <a:xfrm>
                <a:off x="5445106" y="2644743"/>
                <a:ext cx="1643204" cy="1593124"/>
                <a:chOff x="5445106" y="2644743"/>
                <a:chExt cx="1643204" cy="1593124"/>
              </a:xfrm>
            </p:grpSpPr>
            <p:grpSp>
              <p:nvGrpSpPr>
                <p:cNvPr id="23420" name="Group 23419">
                  <a:extLst>
                    <a:ext uri="{FF2B5EF4-FFF2-40B4-BE49-F238E27FC236}">
                      <a16:creationId xmlns:a16="http://schemas.microsoft.com/office/drawing/2014/main" id="{F768255A-EC9C-D10B-D603-84F4F77A09E8}"/>
                    </a:ext>
                  </a:extLst>
                </p:cNvPr>
                <p:cNvGrpSpPr/>
                <p:nvPr/>
              </p:nvGrpSpPr>
              <p:grpSpPr>
                <a:xfrm>
                  <a:off x="5445106" y="2644743"/>
                  <a:ext cx="1019224" cy="991639"/>
                  <a:chOff x="5886431" y="3225768"/>
                  <a:chExt cx="1019224" cy="991639"/>
                </a:xfrm>
              </p:grpSpPr>
              <p:grpSp>
                <p:nvGrpSpPr>
                  <p:cNvPr id="23468" name="Group 23467">
                    <a:extLst>
                      <a:ext uri="{FF2B5EF4-FFF2-40B4-BE49-F238E27FC236}">
                        <a16:creationId xmlns:a16="http://schemas.microsoft.com/office/drawing/2014/main" id="{391AC28E-4D97-3521-F482-8A4F0005BE4E}"/>
                      </a:ext>
                    </a:extLst>
                  </p:cNvPr>
                  <p:cNvGrpSpPr/>
                  <p:nvPr/>
                </p:nvGrpSpPr>
                <p:grpSpPr>
                  <a:xfrm>
                    <a:off x="6197413" y="3824215"/>
                    <a:ext cx="393192" cy="393192"/>
                    <a:chOff x="5265196" y="3357021"/>
                    <a:chExt cx="393192" cy="393192"/>
                  </a:xfrm>
                </p:grpSpPr>
                <p:grpSp>
                  <p:nvGrpSpPr>
                    <p:cNvPr id="23503" name="Group 23502">
                      <a:extLst>
                        <a:ext uri="{FF2B5EF4-FFF2-40B4-BE49-F238E27FC236}">
                          <a16:creationId xmlns:a16="http://schemas.microsoft.com/office/drawing/2014/main" id="{5F8B066B-0B70-DEA6-591D-9A5B23C5C70E}"/>
                        </a:ext>
                      </a:extLst>
                    </p:cNvPr>
                    <p:cNvGrpSpPr/>
                    <p:nvPr/>
                  </p:nvGrpSpPr>
                  <p:grpSpPr>
                    <a:xfrm rot="14400000">
                      <a:off x="5265196" y="3357021"/>
                      <a:ext cx="393192" cy="393192"/>
                      <a:chOff x="5354637" y="3446463"/>
                      <a:chExt cx="214313" cy="214313"/>
                    </a:xfrm>
                  </p:grpSpPr>
                  <p:sp>
                    <p:nvSpPr>
                      <p:cNvPr id="23512" name="Arc 23511">
                        <a:extLst>
                          <a:ext uri="{FF2B5EF4-FFF2-40B4-BE49-F238E27FC236}">
                            <a16:creationId xmlns:a16="http://schemas.microsoft.com/office/drawing/2014/main" id="{4B5D2DAF-ED86-B98A-313D-C12360F16E2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513" name="Arc 23512">
                        <a:extLst>
                          <a:ext uri="{FF2B5EF4-FFF2-40B4-BE49-F238E27FC236}">
                            <a16:creationId xmlns:a16="http://schemas.microsoft.com/office/drawing/2014/main" id="{5A5430E1-4404-F56E-4D02-0F33F251C49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504" name="Group 23503">
                      <a:extLst>
                        <a:ext uri="{FF2B5EF4-FFF2-40B4-BE49-F238E27FC236}">
                          <a16:creationId xmlns:a16="http://schemas.microsoft.com/office/drawing/2014/main" id="{978AA7C7-F10E-5F8A-10F2-A10804556CA2}"/>
                        </a:ext>
                      </a:extLst>
                    </p:cNvPr>
                    <p:cNvGrpSpPr/>
                    <p:nvPr/>
                  </p:nvGrpSpPr>
                  <p:grpSpPr>
                    <a:xfrm>
                      <a:off x="5310186" y="3402011"/>
                      <a:ext cx="303213" cy="303213"/>
                      <a:chOff x="5310186" y="3402011"/>
                      <a:chExt cx="303213" cy="303213"/>
                    </a:xfrm>
                  </p:grpSpPr>
                  <p:grpSp>
                    <p:nvGrpSpPr>
                      <p:cNvPr id="23505" name="Group 23504">
                        <a:extLst>
                          <a:ext uri="{FF2B5EF4-FFF2-40B4-BE49-F238E27FC236}">
                            <a16:creationId xmlns:a16="http://schemas.microsoft.com/office/drawing/2014/main" id="{570A7123-D013-6035-59E9-E57265D0ED0E}"/>
                          </a:ext>
                        </a:extLst>
                      </p:cNvPr>
                      <p:cNvGrpSpPr/>
                      <p:nvPr/>
                    </p:nvGrpSpPr>
                    <p:grpSpPr>
                      <a:xfrm>
                        <a:off x="5354636" y="3446461"/>
                        <a:ext cx="214313" cy="214313"/>
                        <a:chOff x="5354637" y="3446463"/>
                        <a:chExt cx="214313" cy="214313"/>
                      </a:xfrm>
                    </p:grpSpPr>
                    <p:sp>
                      <p:nvSpPr>
                        <p:cNvPr id="23510" name="Arc 23509">
                          <a:extLst>
                            <a:ext uri="{FF2B5EF4-FFF2-40B4-BE49-F238E27FC236}">
                              <a16:creationId xmlns:a16="http://schemas.microsoft.com/office/drawing/2014/main" id="{643D0E8A-7BF6-484D-865F-C0E6C83AEDD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511" name="Arc 23510">
                          <a:extLst>
                            <a:ext uri="{FF2B5EF4-FFF2-40B4-BE49-F238E27FC236}">
                              <a16:creationId xmlns:a16="http://schemas.microsoft.com/office/drawing/2014/main" id="{D086518F-2DD6-186F-B61E-7A0708256F4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506" name="Group 23505">
                        <a:extLst>
                          <a:ext uri="{FF2B5EF4-FFF2-40B4-BE49-F238E27FC236}">
                            <a16:creationId xmlns:a16="http://schemas.microsoft.com/office/drawing/2014/main" id="{2D5AB762-3029-6AF4-846E-0923764A1558}"/>
                          </a:ext>
                        </a:extLst>
                      </p:cNvPr>
                      <p:cNvGrpSpPr/>
                      <p:nvPr/>
                    </p:nvGrpSpPr>
                    <p:grpSpPr>
                      <a:xfrm rot="7200000">
                        <a:off x="5310186" y="3402011"/>
                        <a:ext cx="303213" cy="303213"/>
                        <a:chOff x="5354637" y="3446463"/>
                        <a:chExt cx="214313" cy="214313"/>
                      </a:xfrm>
                    </p:grpSpPr>
                    <p:sp>
                      <p:nvSpPr>
                        <p:cNvPr id="23508" name="Arc 23507">
                          <a:extLst>
                            <a:ext uri="{FF2B5EF4-FFF2-40B4-BE49-F238E27FC236}">
                              <a16:creationId xmlns:a16="http://schemas.microsoft.com/office/drawing/2014/main" id="{CCD0561B-9456-BCA5-DF45-DE4A96DE7BE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509" name="Arc 23508">
                          <a:extLst>
                            <a:ext uri="{FF2B5EF4-FFF2-40B4-BE49-F238E27FC236}">
                              <a16:creationId xmlns:a16="http://schemas.microsoft.com/office/drawing/2014/main" id="{5AACB5CB-D298-2ED6-4FF7-3DD0A4EAAA4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507" name="TextBox 23506">
                        <a:extLst>
                          <a:ext uri="{FF2B5EF4-FFF2-40B4-BE49-F238E27FC236}">
                            <a16:creationId xmlns:a16="http://schemas.microsoft.com/office/drawing/2014/main" id="{001F83F4-6726-AA65-FE40-312DB7814E08}"/>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469" name="Group 23468">
                    <a:extLst>
                      <a:ext uri="{FF2B5EF4-FFF2-40B4-BE49-F238E27FC236}">
                        <a16:creationId xmlns:a16="http://schemas.microsoft.com/office/drawing/2014/main" id="{F7759EFA-0BFB-61B5-9E9B-86DB2456F3BD}"/>
                      </a:ext>
                    </a:extLst>
                  </p:cNvPr>
                  <p:cNvGrpSpPr/>
                  <p:nvPr/>
                </p:nvGrpSpPr>
                <p:grpSpPr>
                  <a:xfrm>
                    <a:off x="5886431" y="3525040"/>
                    <a:ext cx="393192" cy="393192"/>
                    <a:chOff x="5265196" y="3932619"/>
                    <a:chExt cx="393192" cy="393192"/>
                  </a:xfrm>
                </p:grpSpPr>
                <p:grpSp>
                  <p:nvGrpSpPr>
                    <p:cNvPr id="23493" name="Group 23492">
                      <a:extLst>
                        <a:ext uri="{FF2B5EF4-FFF2-40B4-BE49-F238E27FC236}">
                          <a16:creationId xmlns:a16="http://schemas.microsoft.com/office/drawing/2014/main" id="{52105B84-33AD-B492-6DF6-E7DC342937D6}"/>
                        </a:ext>
                      </a:extLst>
                    </p:cNvPr>
                    <p:cNvGrpSpPr/>
                    <p:nvPr/>
                  </p:nvGrpSpPr>
                  <p:grpSpPr>
                    <a:xfrm>
                      <a:off x="5354636" y="4022061"/>
                      <a:ext cx="214313" cy="214313"/>
                      <a:chOff x="5354637" y="3446463"/>
                      <a:chExt cx="214313" cy="214313"/>
                    </a:xfrm>
                  </p:grpSpPr>
                  <p:sp>
                    <p:nvSpPr>
                      <p:cNvPr id="23501" name="Arc 23500">
                        <a:extLst>
                          <a:ext uri="{FF2B5EF4-FFF2-40B4-BE49-F238E27FC236}">
                            <a16:creationId xmlns:a16="http://schemas.microsoft.com/office/drawing/2014/main" id="{F9BCD9DA-1D5F-6DEA-58A6-29713AB7EAA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502" name="Arc 23501">
                        <a:extLst>
                          <a:ext uri="{FF2B5EF4-FFF2-40B4-BE49-F238E27FC236}">
                            <a16:creationId xmlns:a16="http://schemas.microsoft.com/office/drawing/2014/main" id="{078E73F2-1F9D-DB9E-074E-9997B2765AB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494" name="Group 23493">
                      <a:extLst>
                        <a:ext uri="{FF2B5EF4-FFF2-40B4-BE49-F238E27FC236}">
                          <a16:creationId xmlns:a16="http://schemas.microsoft.com/office/drawing/2014/main" id="{B7A67764-CCF0-B6A6-DC9A-70D3CA76541C}"/>
                        </a:ext>
                      </a:extLst>
                    </p:cNvPr>
                    <p:cNvGrpSpPr/>
                    <p:nvPr/>
                  </p:nvGrpSpPr>
                  <p:grpSpPr>
                    <a:xfrm rot="14400000">
                      <a:off x="5310186" y="3977611"/>
                      <a:ext cx="303213" cy="303213"/>
                      <a:chOff x="5354637" y="3446463"/>
                      <a:chExt cx="214313" cy="214313"/>
                    </a:xfrm>
                  </p:grpSpPr>
                  <p:sp>
                    <p:nvSpPr>
                      <p:cNvPr id="23499" name="Arc 23498">
                        <a:extLst>
                          <a:ext uri="{FF2B5EF4-FFF2-40B4-BE49-F238E27FC236}">
                            <a16:creationId xmlns:a16="http://schemas.microsoft.com/office/drawing/2014/main" id="{5C2649AB-8CE3-911B-CA85-32C0C320731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500" name="Arc 23499">
                        <a:extLst>
                          <a:ext uri="{FF2B5EF4-FFF2-40B4-BE49-F238E27FC236}">
                            <a16:creationId xmlns:a16="http://schemas.microsoft.com/office/drawing/2014/main" id="{8864CB0A-0C8F-1609-80E1-A6947336691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495" name="Group 23494">
                      <a:extLst>
                        <a:ext uri="{FF2B5EF4-FFF2-40B4-BE49-F238E27FC236}">
                          <a16:creationId xmlns:a16="http://schemas.microsoft.com/office/drawing/2014/main" id="{BB690ECA-7C5B-9AAE-3127-2F5AB11E5C61}"/>
                        </a:ext>
                      </a:extLst>
                    </p:cNvPr>
                    <p:cNvGrpSpPr/>
                    <p:nvPr/>
                  </p:nvGrpSpPr>
                  <p:grpSpPr>
                    <a:xfrm rot="7200000">
                      <a:off x="5265196" y="3932619"/>
                      <a:ext cx="393192" cy="393192"/>
                      <a:chOff x="5354637" y="3446463"/>
                      <a:chExt cx="214313" cy="214313"/>
                    </a:xfrm>
                  </p:grpSpPr>
                  <p:sp>
                    <p:nvSpPr>
                      <p:cNvPr id="23497" name="Arc 23496">
                        <a:extLst>
                          <a:ext uri="{FF2B5EF4-FFF2-40B4-BE49-F238E27FC236}">
                            <a16:creationId xmlns:a16="http://schemas.microsoft.com/office/drawing/2014/main" id="{42DDB2C4-A13F-5D85-DDE2-0F485B32888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498" name="Arc 23497">
                        <a:extLst>
                          <a:ext uri="{FF2B5EF4-FFF2-40B4-BE49-F238E27FC236}">
                            <a16:creationId xmlns:a16="http://schemas.microsoft.com/office/drawing/2014/main" id="{33774A1E-0474-F1B5-A7C7-0DB6B92DDBC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496" name="TextBox 23495">
                      <a:extLst>
                        <a:ext uri="{FF2B5EF4-FFF2-40B4-BE49-F238E27FC236}">
                          <a16:creationId xmlns:a16="http://schemas.microsoft.com/office/drawing/2014/main" id="{357DC309-3466-34B8-D19D-BD58DCA4F8A4}"/>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3470" name="Group 23469">
                    <a:extLst>
                      <a:ext uri="{FF2B5EF4-FFF2-40B4-BE49-F238E27FC236}">
                        <a16:creationId xmlns:a16="http://schemas.microsoft.com/office/drawing/2014/main" id="{5578DA86-18EE-99B6-B3A5-D783B4EC2265}"/>
                      </a:ext>
                    </a:extLst>
                  </p:cNvPr>
                  <p:cNvGrpSpPr/>
                  <p:nvPr/>
                </p:nvGrpSpPr>
                <p:grpSpPr>
                  <a:xfrm>
                    <a:off x="6512463" y="3525040"/>
                    <a:ext cx="393192" cy="393192"/>
                    <a:chOff x="6389147" y="3357021"/>
                    <a:chExt cx="393192" cy="393192"/>
                  </a:xfrm>
                </p:grpSpPr>
                <p:grpSp>
                  <p:nvGrpSpPr>
                    <p:cNvPr id="23482" name="Group 23481">
                      <a:extLst>
                        <a:ext uri="{FF2B5EF4-FFF2-40B4-BE49-F238E27FC236}">
                          <a16:creationId xmlns:a16="http://schemas.microsoft.com/office/drawing/2014/main" id="{592A976A-66DA-6DB2-F354-4E7945AD701A}"/>
                        </a:ext>
                      </a:extLst>
                    </p:cNvPr>
                    <p:cNvGrpSpPr/>
                    <p:nvPr/>
                  </p:nvGrpSpPr>
                  <p:grpSpPr>
                    <a:xfrm rot="7200000" flipH="1">
                      <a:off x="6389147" y="3357021"/>
                      <a:ext cx="393192" cy="393192"/>
                      <a:chOff x="5354637" y="3446463"/>
                      <a:chExt cx="214313" cy="214313"/>
                    </a:xfrm>
                  </p:grpSpPr>
                  <p:sp>
                    <p:nvSpPr>
                      <p:cNvPr id="23491" name="Arc 23490">
                        <a:extLst>
                          <a:ext uri="{FF2B5EF4-FFF2-40B4-BE49-F238E27FC236}">
                            <a16:creationId xmlns:a16="http://schemas.microsoft.com/office/drawing/2014/main" id="{E8E29E2A-5B9F-6B60-76E4-70FE52C0DAB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492" name="Arc 23491">
                        <a:extLst>
                          <a:ext uri="{FF2B5EF4-FFF2-40B4-BE49-F238E27FC236}">
                            <a16:creationId xmlns:a16="http://schemas.microsoft.com/office/drawing/2014/main" id="{2F06C867-4374-821F-D235-4C8146BBCBE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483" name="Group 23482">
                      <a:extLst>
                        <a:ext uri="{FF2B5EF4-FFF2-40B4-BE49-F238E27FC236}">
                          <a16:creationId xmlns:a16="http://schemas.microsoft.com/office/drawing/2014/main" id="{B7158FE7-A35F-2155-4E00-23ECDAE16F6F}"/>
                        </a:ext>
                      </a:extLst>
                    </p:cNvPr>
                    <p:cNvGrpSpPr/>
                    <p:nvPr/>
                  </p:nvGrpSpPr>
                  <p:grpSpPr>
                    <a:xfrm>
                      <a:off x="6434137" y="3402011"/>
                      <a:ext cx="303213" cy="303213"/>
                      <a:chOff x="6434137" y="3402011"/>
                      <a:chExt cx="303213" cy="303213"/>
                    </a:xfrm>
                  </p:grpSpPr>
                  <p:grpSp>
                    <p:nvGrpSpPr>
                      <p:cNvPr id="23484" name="Group 23483">
                        <a:extLst>
                          <a:ext uri="{FF2B5EF4-FFF2-40B4-BE49-F238E27FC236}">
                            <a16:creationId xmlns:a16="http://schemas.microsoft.com/office/drawing/2014/main" id="{4F80DC4E-F40A-4225-B5CB-39171E9CD584}"/>
                          </a:ext>
                        </a:extLst>
                      </p:cNvPr>
                      <p:cNvGrpSpPr/>
                      <p:nvPr/>
                    </p:nvGrpSpPr>
                    <p:grpSpPr>
                      <a:xfrm flipH="1">
                        <a:off x="6478587" y="3446461"/>
                        <a:ext cx="214313" cy="214313"/>
                        <a:chOff x="5354637" y="3446463"/>
                        <a:chExt cx="214313" cy="214313"/>
                      </a:xfrm>
                    </p:grpSpPr>
                    <p:sp>
                      <p:nvSpPr>
                        <p:cNvPr id="23489" name="Arc 23488">
                          <a:extLst>
                            <a:ext uri="{FF2B5EF4-FFF2-40B4-BE49-F238E27FC236}">
                              <a16:creationId xmlns:a16="http://schemas.microsoft.com/office/drawing/2014/main" id="{BAF1F648-070C-79EB-344E-F5CD3A3F833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490" name="Arc 23489">
                          <a:extLst>
                            <a:ext uri="{FF2B5EF4-FFF2-40B4-BE49-F238E27FC236}">
                              <a16:creationId xmlns:a16="http://schemas.microsoft.com/office/drawing/2014/main" id="{ACC5AFAA-D147-1C41-29AD-C8EF8D980B1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485" name="Group 23484">
                        <a:extLst>
                          <a:ext uri="{FF2B5EF4-FFF2-40B4-BE49-F238E27FC236}">
                            <a16:creationId xmlns:a16="http://schemas.microsoft.com/office/drawing/2014/main" id="{A06CF452-ABFC-AB81-79CD-9290B2163222}"/>
                          </a:ext>
                        </a:extLst>
                      </p:cNvPr>
                      <p:cNvGrpSpPr/>
                      <p:nvPr/>
                    </p:nvGrpSpPr>
                    <p:grpSpPr>
                      <a:xfrm rot="14400000" flipH="1">
                        <a:off x="6434137" y="3402011"/>
                        <a:ext cx="303213" cy="303213"/>
                        <a:chOff x="5354637" y="3446463"/>
                        <a:chExt cx="214313" cy="214313"/>
                      </a:xfrm>
                    </p:grpSpPr>
                    <p:sp>
                      <p:nvSpPr>
                        <p:cNvPr id="23487" name="Arc 23486">
                          <a:extLst>
                            <a:ext uri="{FF2B5EF4-FFF2-40B4-BE49-F238E27FC236}">
                              <a16:creationId xmlns:a16="http://schemas.microsoft.com/office/drawing/2014/main" id="{02A82DA2-AA0A-2001-FAB3-5FACA2051DC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488" name="Arc 23487">
                          <a:extLst>
                            <a:ext uri="{FF2B5EF4-FFF2-40B4-BE49-F238E27FC236}">
                              <a16:creationId xmlns:a16="http://schemas.microsoft.com/office/drawing/2014/main" id="{7D5AFEDC-8311-9BF6-7FD2-8ADFDCA1BFD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486" name="TextBox 23485">
                        <a:extLst>
                          <a:ext uri="{FF2B5EF4-FFF2-40B4-BE49-F238E27FC236}">
                            <a16:creationId xmlns:a16="http://schemas.microsoft.com/office/drawing/2014/main" id="{895D49AC-85A9-AA5A-918F-24C455FA0F4B}"/>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471" name="Group 23470">
                    <a:extLst>
                      <a:ext uri="{FF2B5EF4-FFF2-40B4-BE49-F238E27FC236}">
                        <a16:creationId xmlns:a16="http://schemas.microsoft.com/office/drawing/2014/main" id="{DAAE163D-D41D-FBC3-E208-449B1BDD4B03}"/>
                      </a:ext>
                    </a:extLst>
                  </p:cNvPr>
                  <p:cNvGrpSpPr/>
                  <p:nvPr/>
                </p:nvGrpSpPr>
                <p:grpSpPr>
                  <a:xfrm>
                    <a:off x="6197413" y="3225768"/>
                    <a:ext cx="393192" cy="393192"/>
                    <a:chOff x="6389147" y="3932622"/>
                    <a:chExt cx="393192" cy="393192"/>
                  </a:xfrm>
                </p:grpSpPr>
                <p:grpSp>
                  <p:nvGrpSpPr>
                    <p:cNvPr id="23472" name="Group 23471">
                      <a:extLst>
                        <a:ext uri="{FF2B5EF4-FFF2-40B4-BE49-F238E27FC236}">
                          <a16:creationId xmlns:a16="http://schemas.microsoft.com/office/drawing/2014/main" id="{64015CD0-E2D8-4884-24F2-5DE8E0BCBABA}"/>
                        </a:ext>
                      </a:extLst>
                    </p:cNvPr>
                    <p:cNvGrpSpPr/>
                    <p:nvPr/>
                  </p:nvGrpSpPr>
                  <p:grpSpPr>
                    <a:xfrm flipH="1">
                      <a:off x="6478587" y="4022061"/>
                      <a:ext cx="214313" cy="214313"/>
                      <a:chOff x="5354637" y="3446463"/>
                      <a:chExt cx="214313" cy="214313"/>
                    </a:xfrm>
                  </p:grpSpPr>
                  <p:sp>
                    <p:nvSpPr>
                      <p:cNvPr id="23480" name="Arc 23479">
                        <a:extLst>
                          <a:ext uri="{FF2B5EF4-FFF2-40B4-BE49-F238E27FC236}">
                            <a16:creationId xmlns:a16="http://schemas.microsoft.com/office/drawing/2014/main" id="{61B8842A-990A-BB7A-D12A-28FBB6303B7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481" name="Arc 23480">
                        <a:extLst>
                          <a:ext uri="{FF2B5EF4-FFF2-40B4-BE49-F238E27FC236}">
                            <a16:creationId xmlns:a16="http://schemas.microsoft.com/office/drawing/2014/main" id="{A2CBF9AF-33C4-FD4E-D40A-14F83DBB2D7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473" name="Group 23472">
                      <a:extLst>
                        <a:ext uri="{FF2B5EF4-FFF2-40B4-BE49-F238E27FC236}">
                          <a16:creationId xmlns:a16="http://schemas.microsoft.com/office/drawing/2014/main" id="{0410EAB3-774F-C13C-355C-1A8045620A75}"/>
                        </a:ext>
                      </a:extLst>
                    </p:cNvPr>
                    <p:cNvGrpSpPr/>
                    <p:nvPr/>
                  </p:nvGrpSpPr>
                  <p:grpSpPr>
                    <a:xfrm rot="7200000" flipH="1">
                      <a:off x="6434137" y="3977611"/>
                      <a:ext cx="303213" cy="303213"/>
                      <a:chOff x="5354637" y="3446463"/>
                      <a:chExt cx="214313" cy="214313"/>
                    </a:xfrm>
                  </p:grpSpPr>
                  <p:sp>
                    <p:nvSpPr>
                      <p:cNvPr id="23478" name="Arc 23477">
                        <a:extLst>
                          <a:ext uri="{FF2B5EF4-FFF2-40B4-BE49-F238E27FC236}">
                            <a16:creationId xmlns:a16="http://schemas.microsoft.com/office/drawing/2014/main" id="{77754F37-D86E-B179-5548-0FD92A3268A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479" name="Arc 23478">
                        <a:extLst>
                          <a:ext uri="{FF2B5EF4-FFF2-40B4-BE49-F238E27FC236}">
                            <a16:creationId xmlns:a16="http://schemas.microsoft.com/office/drawing/2014/main" id="{D1D5747B-5FD7-52D5-B21F-90DD262C739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474" name="Group 23473">
                      <a:extLst>
                        <a:ext uri="{FF2B5EF4-FFF2-40B4-BE49-F238E27FC236}">
                          <a16:creationId xmlns:a16="http://schemas.microsoft.com/office/drawing/2014/main" id="{CC4D3A9B-38E9-6758-7C7C-F737A435FDD2}"/>
                        </a:ext>
                      </a:extLst>
                    </p:cNvPr>
                    <p:cNvGrpSpPr/>
                    <p:nvPr/>
                  </p:nvGrpSpPr>
                  <p:grpSpPr>
                    <a:xfrm rot="14400000" flipH="1">
                      <a:off x="6389147" y="3932622"/>
                      <a:ext cx="393192" cy="393192"/>
                      <a:chOff x="5354637" y="3446463"/>
                      <a:chExt cx="214313" cy="214313"/>
                    </a:xfrm>
                  </p:grpSpPr>
                  <p:sp>
                    <p:nvSpPr>
                      <p:cNvPr id="23476" name="Arc 23475">
                        <a:extLst>
                          <a:ext uri="{FF2B5EF4-FFF2-40B4-BE49-F238E27FC236}">
                            <a16:creationId xmlns:a16="http://schemas.microsoft.com/office/drawing/2014/main" id="{7CF91DF8-2427-374B-72BB-58171105224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477" name="Arc 23476">
                        <a:extLst>
                          <a:ext uri="{FF2B5EF4-FFF2-40B4-BE49-F238E27FC236}">
                            <a16:creationId xmlns:a16="http://schemas.microsoft.com/office/drawing/2014/main" id="{204FD93E-5045-C69A-592A-A3073938897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475" name="TextBox 23474">
                      <a:extLst>
                        <a:ext uri="{FF2B5EF4-FFF2-40B4-BE49-F238E27FC236}">
                          <a16:creationId xmlns:a16="http://schemas.microsoft.com/office/drawing/2014/main" id="{987E92A3-416E-35DA-33E3-FB4DA66F1FD2}"/>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421" name="Group 23420">
                  <a:extLst>
                    <a:ext uri="{FF2B5EF4-FFF2-40B4-BE49-F238E27FC236}">
                      <a16:creationId xmlns:a16="http://schemas.microsoft.com/office/drawing/2014/main" id="{F9B59ACF-1A89-B6CD-51C8-2777925DAD9C}"/>
                    </a:ext>
                  </a:extLst>
                </p:cNvPr>
                <p:cNvGrpSpPr/>
                <p:nvPr/>
              </p:nvGrpSpPr>
              <p:grpSpPr>
                <a:xfrm>
                  <a:off x="6069086" y="3246228"/>
                  <a:ext cx="1019224" cy="991639"/>
                  <a:chOff x="5886431" y="3225768"/>
                  <a:chExt cx="1019224" cy="991639"/>
                </a:xfrm>
              </p:grpSpPr>
              <p:grpSp>
                <p:nvGrpSpPr>
                  <p:cNvPr id="23422" name="Group 23421">
                    <a:extLst>
                      <a:ext uri="{FF2B5EF4-FFF2-40B4-BE49-F238E27FC236}">
                        <a16:creationId xmlns:a16="http://schemas.microsoft.com/office/drawing/2014/main" id="{04DB0ABD-BFB4-9F28-04D6-E51FE38668AF}"/>
                      </a:ext>
                    </a:extLst>
                  </p:cNvPr>
                  <p:cNvGrpSpPr/>
                  <p:nvPr/>
                </p:nvGrpSpPr>
                <p:grpSpPr>
                  <a:xfrm>
                    <a:off x="6197413" y="3824215"/>
                    <a:ext cx="393192" cy="393192"/>
                    <a:chOff x="5265196" y="3357021"/>
                    <a:chExt cx="393192" cy="393192"/>
                  </a:xfrm>
                </p:grpSpPr>
                <p:grpSp>
                  <p:nvGrpSpPr>
                    <p:cNvPr id="23457" name="Group 23456">
                      <a:extLst>
                        <a:ext uri="{FF2B5EF4-FFF2-40B4-BE49-F238E27FC236}">
                          <a16:creationId xmlns:a16="http://schemas.microsoft.com/office/drawing/2014/main" id="{8ED40811-16DE-303D-820F-F0A0BF31EB01}"/>
                        </a:ext>
                      </a:extLst>
                    </p:cNvPr>
                    <p:cNvGrpSpPr/>
                    <p:nvPr/>
                  </p:nvGrpSpPr>
                  <p:grpSpPr>
                    <a:xfrm rot="14400000">
                      <a:off x="5265196" y="3357021"/>
                      <a:ext cx="393192" cy="393192"/>
                      <a:chOff x="5354637" y="3446463"/>
                      <a:chExt cx="214313" cy="214313"/>
                    </a:xfrm>
                  </p:grpSpPr>
                  <p:sp>
                    <p:nvSpPr>
                      <p:cNvPr id="23466" name="Arc 23465">
                        <a:extLst>
                          <a:ext uri="{FF2B5EF4-FFF2-40B4-BE49-F238E27FC236}">
                            <a16:creationId xmlns:a16="http://schemas.microsoft.com/office/drawing/2014/main" id="{2517CCD2-AAA9-6323-AC4C-83DE548C88A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467" name="Arc 23466">
                        <a:extLst>
                          <a:ext uri="{FF2B5EF4-FFF2-40B4-BE49-F238E27FC236}">
                            <a16:creationId xmlns:a16="http://schemas.microsoft.com/office/drawing/2014/main" id="{D58F9E54-3FD7-7D72-C24D-1671408C8E6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458" name="Group 23457">
                      <a:extLst>
                        <a:ext uri="{FF2B5EF4-FFF2-40B4-BE49-F238E27FC236}">
                          <a16:creationId xmlns:a16="http://schemas.microsoft.com/office/drawing/2014/main" id="{EB8F5CC6-5999-5C35-3D7D-57409A5C983E}"/>
                        </a:ext>
                      </a:extLst>
                    </p:cNvPr>
                    <p:cNvGrpSpPr/>
                    <p:nvPr/>
                  </p:nvGrpSpPr>
                  <p:grpSpPr>
                    <a:xfrm>
                      <a:off x="5310186" y="3402011"/>
                      <a:ext cx="303213" cy="303213"/>
                      <a:chOff x="5310186" y="3402011"/>
                      <a:chExt cx="303213" cy="303213"/>
                    </a:xfrm>
                  </p:grpSpPr>
                  <p:grpSp>
                    <p:nvGrpSpPr>
                      <p:cNvPr id="23459" name="Group 23458">
                        <a:extLst>
                          <a:ext uri="{FF2B5EF4-FFF2-40B4-BE49-F238E27FC236}">
                            <a16:creationId xmlns:a16="http://schemas.microsoft.com/office/drawing/2014/main" id="{E0E02966-3D90-A451-BE92-78319928D1BE}"/>
                          </a:ext>
                        </a:extLst>
                      </p:cNvPr>
                      <p:cNvGrpSpPr/>
                      <p:nvPr/>
                    </p:nvGrpSpPr>
                    <p:grpSpPr>
                      <a:xfrm>
                        <a:off x="5354636" y="3446461"/>
                        <a:ext cx="214313" cy="214313"/>
                        <a:chOff x="5354637" y="3446463"/>
                        <a:chExt cx="214313" cy="214313"/>
                      </a:xfrm>
                    </p:grpSpPr>
                    <p:sp>
                      <p:nvSpPr>
                        <p:cNvPr id="23464" name="Arc 23463">
                          <a:extLst>
                            <a:ext uri="{FF2B5EF4-FFF2-40B4-BE49-F238E27FC236}">
                              <a16:creationId xmlns:a16="http://schemas.microsoft.com/office/drawing/2014/main" id="{82041937-23BD-603F-16FE-E026032BE85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465" name="Arc 23464">
                          <a:extLst>
                            <a:ext uri="{FF2B5EF4-FFF2-40B4-BE49-F238E27FC236}">
                              <a16:creationId xmlns:a16="http://schemas.microsoft.com/office/drawing/2014/main" id="{198166DB-CF34-45D6-4B9B-9E066C53426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460" name="Group 23459">
                        <a:extLst>
                          <a:ext uri="{FF2B5EF4-FFF2-40B4-BE49-F238E27FC236}">
                            <a16:creationId xmlns:a16="http://schemas.microsoft.com/office/drawing/2014/main" id="{CECBFC76-A8F8-737F-BBAA-7BB282029879}"/>
                          </a:ext>
                        </a:extLst>
                      </p:cNvPr>
                      <p:cNvGrpSpPr/>
                      <p:nvPr/>
                    </p:nvGrpSpPr>
                    <p:grpSpPr>
                      <a:xfrm rot="7200000">
                        <a:off x="5310186" y="3402011"/>
                        <a:ext cx="303213" cy="303213"/>
                        <a:chOff x="5354637" y="3446463"/>
                        <a:chExt cx="214313" cy="214313"/>
                      </a:xfrm>
                    </p:grpSpPr>
                    <p:sp>
                      <p:nvSpPr>
                        <p:cNvPr id="23462" name="Arc 23461">
                          <a:extLst>
                            <a:ext uri="{FF2B5EF4-FFF2-40B4-BE49-F238E27FC236}">
                              <a16:creationId xmlns:a16="http://schemas.microsoft.com/office/drawing/2014/main" id="{C31B3E5D-2EC3-7999-D4FF-2A269D4F13F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463" name="Arc 23462">
                          <a:extLst>
                            <a:ext uri="{FF2B5EF4-FFF2-40B4-BE49-F238E27FC236}">
                              <a16:creationId xmlns:a16="http://schemas.microsoft.com/office/drawing/2014/main" id="{0DABA0C6-4D76-5C19-44A2-81495442199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461" name="TextBox 23460">
                        <a:extLst>
                          <a:ext uri="{FF2B5EF4-FFF2-40B4-BE49-F238E27FC236}">
                            <a16:creationId xmlns:a16="http://schemas.microsoft.com/office/drawing/2014/main" id="{CD126D69-7505-2A1B-72A2-85667C49DCC3}"/>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423" name="Group 23422">
                    <a:extLst>
                      <a:ext uri="{FF2B5EF4-FFF2-40B4-BE49-F238E27FC236}">
                        <a16:creationId xmlns:a16="http://schemas.microsoft.com/office/drawing/2014/main" id="{75ED28EE-3B82-F1AC-F303-71ABEA2430BD}"/>
                      </a:ext>
                    </a:extLst>
                  </p:cNvPr>
                  <p:cNvGrpSpPr/>
                  <p:nvPr/>
                </p:nvGrpSpPr>
                <p:grpSpPr>
                  <a:xfrm>
                    <a:off x="5886431" y="3525040"/>
                    <a:ext cx="393192" cy="393192"/>
                    <a:chOff x="5265196" y="3932619"/>
                    <a:chExt cx="393192" cy="393192"/>
                  </a:xfrm>
                </p:grpSpPr>
                <p:grpSp>
                  <p:nvGrpSpPr>
                    <p:cNvPr id="23447" name="Group 23446">
                      <a:extLst>
                        <a:ext uri="{FF2B5EF4-FFF2-40B4-BE49-F238E27FC236}">
                          <a16:creationId xmlns:a16="http://schemas.microsoft.com/office/drawing/2014/main" id="{874866D9-E9BA-EB2D-8CDE-8C2A86CDCC82}"/>
                        </a:ext>
                      </a:extLst>
                    </p:cNvPr>
                    <p:cNvGrpSpPr/>
                    <p:nvPr/>
                  </p:nvGrpSpPr>
                  <p:grpSpPr>
                    <a:xfrm>
                      <a:off x="5354636" y="4022061"/>
                      <a:ext cx="214313" cy="214313"/>
                      <a:chOff x="5354637" y="3446463"/>
                      <a:chExt cx="214313" cy="214313"/>
                    </a:xfrm>
                  </p:grpSpPr>
                  <p:sp>
                    <p:nvSpPr>
                      <p:cNvPr id="23455" name="Arc 23454">
                        <a:extLst>
                          <a:ext uri="{FF2B5EF4-FFF2-40B4-BE49-F238E27FC236}">
                            <a16:creationId xmlns:a16="http://schemas.microsoft.com/office/drawing/2014/main" id="{BF5E8990-C0A4-B99B-9ADF-BDFBF70C58B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456" name="Arc 23455">
                        <a:extLst>
                          <a:ext uri="{FF2B5EF4-FFF2-40B4-BE49-F238E27FC236}">
                            <a16:creationId xmlns:a16="http://schemas.microsoft.com/office/drawing/2014/main" id="{B358F3A1-965E-14B0-7DC5-21F7D7080A4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448" name="Group 23447">
                      <a:extLst>
                        <a:ext uri="{FF2B5EF4-FFF2-40B4-BE49-F238E27FC236}">
                          <a16:creationId xmlns:a16="http://schemas.microsoft.com/office/drawing/2014/main" id="{ED30AE26-495D-9C3C-A347-3EE8F52887C4}"/>
                        </a:ext>
                      </a:extLst>
                    </p:cNvPr>
                    <p:cNvGrpSpPr/>
                    <p:nvPr/>
                  </p:nvGrpSpPr>
                  <p:grpSpPr>
                    <a:xfrm rot="14400000">
                      <a:off x="5310186" y="3977611"/>
                      <a:ext cx="303213" cy="303213"/>
                      <a:chOff x="5354637" y="3446463"/>
                      <a:chExt cx="214313" cy="214313"/>
                    </a:xfrm>
                  </p:grpSpPr>
                  <p:sp>
                    <p:nvSpPr>
                      <p:cNvPr id="23453" name="Arc 23452">
                        <a:extLst>
                          <a:ext uri="{FF2B5EF4-FFF2-40B4-BE49-F238E27FC236}">
                            <a16:creationId xmlns:a16="http://schemas.microsoft.com/office/drawing/2014/main" id="{A523D97D-D8DE-9F29-D62A-2BF63417948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454" name="Arc 23453">
                        <a:extLst>
                          <a:ext uri="{FF2B5EF4-FFF2-40B4-BE49-F238E27FC236}">
                            <a16:creationId xmlns:a16="http://schemas.microsoft.com/office/drawing/2014/main" id="{CABC4CE8-45BF-86AF-DFE2-54DE386E734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449" name="Group 23448">
                      <a:extLst>
                        <a:ext uri="{FF2B5EF4-FFF2-40B4-BE49-F238E27FC236}">
                          <a16:creationId xmlns:a16="http://schemas.microsoft.com/office/drawing/2014/main" id="{89BF9A78-2D9A-F70E-64C9-1290AF36BF8F}"/>
                        </a:ext>
                      </a:extLst>
                    </p:cNvPr>
                    <p:cNvGrpSpPr/>
                    <p:nvPr/>
                  </p:nvGrpSpPr>
                  <p:grpSpPr>
                    <a:xfrm rot="7200000">
                      <a:off x="5265196" y="3932619"/>
                      <a:ext cx="393192" cy="393192"/>
                      <a:chOff x="5354637" y="3446463"/>
                      <a:chExt cx="214313" cy="214313"/>
                    </a:xfrm>
                  </p:grpSpPr>
                  <p:sp>
                    <p:nvSpPr>
                      <p:cNvPr id="23451" name="Arc 23450">
                        <a:extLst>
                          <a:ext uri="{FF2B5EF4-FFF2-40B4-BE49-F238E27FC236}">
                            <a16:creationId xmlns:a16="http://schemas.microsoft.com/office/drawing/2014/main" id="{49A0B595-804B-3093-4523-13EF59DB5B9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452" name="Arc 23451">
                        <a:extLst>
                          <a:ext uri="{FF2B5EF4-FFF2-40B4-BE49-F238E27FC236}">
                            <a16:creationId xmlns:a16="http://schemas.microsoft.com/office/drawing/2014/main" id="{29855F53-6E8F-4FE9-C0F6-9B00412BD9B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450" name="TextBox 23449">
                      <a:extLst>
                        <a:ext uri="{FF2B5EF4-FFF2-40B4-BE49-F238E27FC236}">
                          <a16:creationId xmlns:a16="http://schemas.microsoft.com/office/drawing/2014/main" id="{C55566AF-EA94-1B81-E3D1-43093239EEFE}"/>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3424" name="Group 23423">
                    <a:extLst>
                      <a:ext uri="{FF2B5EF4-FFF2-40B4-BE49-F238E27FC236}">
                        <a16:creationId xmlns:a16="http://schemas.microsoft.com/office/drawing/2014/main" id="{7B623BA9-1F7B-1483-D448-71231FFFFF65}"/>
                      </a:ext>
                    </a:extLst>
                  </p:cNvPr>
                  <p:cNvGrpSpPr/>
                  <p:nvPr/>
                </p:nvGrpSpPr>
                <p:grpSpPr>
                  <a:xfrm>
                    <a:off x="6512463" y="3525040"/>
                    <a:ext cx="393192" cy="393192"/>
                    <a:chOff x="6389147" y="3357021"/>
                    <a:chExt cx="393192" cy="393192"/>
                  </a:xfrm>
                </p:grpSpPr>
                <p:grpSp>
                  <p:nvGrpSpPr>
                    <p:cNvPr id="23436" name="Group 23435">
                      <a:extLst>
                        <a:ext uri="{FF2B5EF4-FFF2-40B4-BE49-F238E27FC236}">
                          <a16:creationId xmlns:a16="http://schemas.microsoft.com/office/drawing/2014/main" id="{EF65D33B-74CC-844D-F426-31F21252FE34}"/>
                        </a:ext>
                      </a:extLst>
                    </p:cNvPr>
                    <p:cNvGrpSpPr/>
                    <p:nvPr/>
                  </p:nvGrpSpPr>
                  <p:grpSpPr>
                    <a:xfrm rot="7200000" flipH="1">
                      <a:off x="6389147" y="3357021"/>
                      <a:ext cx="393192" cy="393192"/>
                      <a:chOff x="5354637" y="3446463"/>
                      <a:chExt cx="214313" cy="214313"/>
                    </a:xfrm>
                  </p:grpSpPr>
                  <p:sp>
                    <p:nvSpPr>
                      <p:cNvPr id="23445" name="Arc 23444">
                        <a:extLst>
                          <a:ext uri="{FF2B5EF4-FFF2-40B4-BE49-F238E27FC236}">
                            <a16:creationId xmlns:a16="http://schemas.microsoft.com/office/drawing/2014/main" id="{0F8355D6-FF4B-E684-90AF-B50AE31A071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446" name="Arc 23445">
                        <a:extLst>
                          <a:ext uri="{FF2B5EF4-FFF2-40B4-BE49-F238E27FC236}">
                            <a16:creationId xmlns:a16="http://schemas.microsoft.com/office/drawing/2014/main" id="{C385F3DD-C9D2-6F31-15CC-3483FC3F563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437" name="Group 23436">
                      <a:extLst>
                        <a:ext uri="{FF2B5EF4-FFF2-40B4-BE49-F238E27FC236}">
                          <a16:creationId xmlns:a16="http://schemas.microsoft.com/office/drawing/2014/main" id="{D3773F9E-7A89-EC2E-83E5-E3F1B9CA6919}"/>
                        </a:ext>
                      </a:extLst>
                    </p:cNvPr>
                    <p:cNvGrpSpPr/>
                    <p:nvPr/>
                  </p:nvGrpSpPr>
                  <p:grpSpPr>
                    <a:xfrm>
                      <a:off x="6434137" y="3402011"/>
                      <a:ext cx="303213" cy="303213"/>
                      <a:chOff x="6434137" y="3402011"/>
                      <a:chExt cx="303213" cy="303213"/>
                    </a:xfrm>
                  </p:grpSpPr>
                  <p:grpSp>
                    <p:nvGrpSpPr>
                      <p:cNvPr id="23438" name="Group 23437">
                        <a:extLst>
                          <a:ext uri="{FF2B5EF4-FFF2-40B4-BE49-F238E27FC236}">
                            <a16:creationId xmlns:a16="http://schemas.microsoft.com/office/drawing/2014/main" id="{11D86445-F7BC-3B81-E406-48262A363387}"/>
                          </a:ext>
                        </a:extLst>
                      </p:cNvPr>
                      <p:cNvGrpSpPr/>
                      <p:nvPr/>
                    </p:nvGrpSpPr>
                    <p:grpSpPr>
                      <a:xfrm flipH="1">
                        <a:off x="6478587" y="3446461"/>
                        <a:ext cx="214313" cy="214313"/>
                        <a:chOff x="5354637" y="3446463"/>
                        <a:chExt cx="214313" cy="214313"/>
                      </a:xfrm>
                    </p:grpSpPr>
                    <p:sp>
                      <p:nvSpPr>
                        <p:cNvPr id="23443" name="Arc 23442">
                          <a:extLst>
                            <a:ext uri="{FF2B5EF4-FFF2-40B4-BE49-F238E27FC236}">
                              <a16:creationId xmlns:a16="http://schemas.microsoft.com/office/drawing/2014/main" id="{2D2A5E69-B1D0-8293-8745-682FDF7797B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444" name="Arc 23443">
                          <a:extLst>
                            <a:ext uri="{FF2B5EF4-FFF2-40B4-BE49-F238E27FC236}">
                              <a16:creationId xmlns:a16="http://schemas.microsoft.com/office/drawing/2014/main" id="{032FC9D3-BAD8-C797-D858-FE04949475E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439" name="Group 23438">
                        <a:extLst>
                          <a:ext uri="{FF2B5EF4-FFF2-40B4-BE49-F238E27FC236}">
                            <a16:creationId xmlns:a16="http://schemas.microsoft.com/office/drawing/2014/main" id="{D7701DC0-BC8A-D705-CD26-CAB004841367}"/>
                          </a:ext>
                        </a:extLst>
                      </p:cNvPr>
                      <p:cNvGrpSpPr/>
                      <p:nvPr/>
                    </p:nvGrpSpPr>
                    <p:grpSpPr>
                      <a:xfrm rot="14400000" flipH="1">
                        <a:off x="6434137" y="3402011"/>
                        <a:ext cx="303213" cy="303213"/>
                        <a:chOff x="5354637" y="3446463"/>
                        <a:chExt cx="214313" cy="214313"/>
                      </a:xfrm>
                    </p:grpSpPr>
                    <p:sp>
                      <p:nvSpPr>
                        <p:cNvPr id="23441" name="Arc 23440">
                          <a:extLst>
                            <a:ext uri="{FF2B5EF4-FFF2-40B4-BE49-F238E27FC236}">
                              <a16:creationId xmlns:a16="http://schemas.microsoft.com/office/drawing/2014/main" id="{2364633D-5968-7F42-7CB5-1483B63C8A3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442" name="Arc 23441">
                          <a:extLst>
                            <a:ext uri="{FF2B5EF4-FFF2-40B4-BE49-F238E27FC236}">
                              <a16:creationId xmlns:a16="http://schemas.microsoft.com/office/drawing/2014/main" id="{5A851586-217F-819B-94AB-296BDCA7F77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440" name="TextBox 23439">
                        <a:extLst>
                          <a:ext uri="{FF2B5EF4-FFF2-40B4-BE49-F238E27FC236}">
                            <a16:creationId xmlns:a16="http://schemas.microsoft.com/office/drawing/2014/main" id="{936250D8-8A77-3DC4-22D0-1BF45B50AA4A}"/>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425" name="Group 23424">
                    <a:extLst>
                      <a:ext uri="{FF2B5EF4-FFF2-40B4-BE49-F238E27FC236}">
                        <a16:creationId xmlns:a16="http://schemas.microsoft.com/office/drawing/2014/main" id="{9984C3EA-0DAA-810C-A81A-F72DA8EB8B5C}"/>
                      </a:ext>
                    </a:extLst>
                  </p:cNvPr>
                  <p:cNvGrpSpPr/>
                  <p:nvPr/>
                </p:nvGrpSpPr>
                <p:grpSpPr>
                  <a:xfrm>
                    <a:off x="6197413" y="3225768"/>
                    <a:ext cx="393192" cy="393192"/>
                    <a:chOff x="6389147" y="3932622"/>
                    <a:chExt cx="393192" cy="393192"/>
                  </a:xfrm>
                </p:grpSpPr>
                <p:grpSp>
                  <p:nvGrpSpPr>
                    <p:cNvPr id="23426" name="Group 23425">
                      <a:extLst>
                        <a:ext uri="{FF2B5EF4-FFF2-40B4-BE49-F238E27FC236}">
                          <a16:creationId xmlns:a16="http://schemas.microsoft.com/office/drawing/2014/main" id="{21931C00-1A04-3D66-B17A-ACFA62C10EA7}"/>
                        </a:ext>
                      </a:extLst>
                    </p:cNvPr>
                    <p:cNvGrpSpPr/>
                    <p:nvPr/>
                  </p:nvGrpSpPr>
                  <p:grpSpPr>
                    <a:xfrm flipH="1">
                      <a:off x="6478587" y="4022061"/>
                      <a:ext cx="214313" cy="214313"/>
                      <a:chOff x="5354637" y="3446463"/>
                      <a:chExt cx="214313" cy="214313"/>
                    </a:xfrm>
                  </p:grpSpPr>
                  <p:sp>
                    <p:nvSpPr>
                      <p:cNvPr id="23434" name="Arc 23433">
                        <a:extLst>
                          <a:ext uri="{FF2B5EF4-FFF2-40B4-BE49-F238E27FC236}">
                            <a16:creationId xmlns:a16="http://schemas.microsoft.com/office/drawing/2014/main" id="{267491D9-E0CA-E873-89EB-08C38B7BE0E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435" name="Arc 23434">
                        <a:extLst>
                          <a:ext uri="{FF2B5EF4-FFF2-40B4-BE49-F238E27FC236}">
                            <a16:creationId xmlns:a16="http://schemas.microsoft.com/office/drawing/2014/main" id="{3521114E-7F9C-7F6B-1EE6-8C3F75C55BA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427" name="Group 23426">
                      <a:extLst>
                        <a:ext uri="{FF2B5EF4-FFF2-40B4-BE49-F238E27FC236}">
                          <a16:creationId xmlns:a16="http://schemas.microsoft.com/office/drawing/2014/main" id="{2C7744E6-DE54-7692-D994-4D22FB0ED5D5}"/>
                        </a:ext>
                      </a:extLst>
                    </p:cNvPr>
                    <p:cNvGrpSpPr/>
                    <p:nvPr/>
                  </p:nvGrpSpPr>
                  <p:grpSpPr>
                    <a:xfrm rot="7200000" flipH="1">
                      <a:off x="6434137" y="3977611"/>
                      <a:ext cx="303213" cy="303213"/>
                      <a:chOff x="5354637" y="3446463"/>
                      <a:chExt cx="214313" cy="214313"/>
                    </a:xfrm>
                  </p:grpSpPr>
                  <p:sp>
                    <p:nvSpPr>
                      <p:cNvPr id="23432" name="Arc 23431">
                        <a:extLst>
                          <a:ext uri="{FF2B5EF4-FFF2-40B4-BE49-F238E27FC236}">
                            <a16:creationId xmlns:a16="http://schemas.microsoft.com/office/drawing/2014/main" id="{6FC71D95-6DC1-F384-CA90-04BFE73AC11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433" name="Arc 23432">
                        <a:extLst>
                          <a:ext uri="{FF2B5EF4-FFF2-40B4-BE49-F238E27FC236}">
                            <a16:creationId xmlns:a16="http://schemas.microsoft.com/office/drawing/2014/main" id="{C246048B-ACD4-B79F-9073-858EF8CB696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428" name="Group 23427">
                      <a:extLst>
                        <a:ext uri="{FF2B5EF4-FFF2-40B4-BE49-F238E27FC236}">
                          <a16:creationId xmlns:a16="http://schemas.microsoft.com/office/drawing/2014/main" id="{701ACAA3-C80A-0A8D-8923-9921992AA302}"/>
                        </a:ext>
                      </a:extLst>
                    </p:cNvPr>
                    <p:cNvGrpSpPr/>
                    <p:nvPr/>
                  </p:nvGrpSpPr>
                  <p:grpSpPr>
                    <a:xfrm rot="14400000" flipH="1">
                      <a:off x="6389147" y="3932622"/>
                      <a:ext cx="393192" cy="393192"/>
                      <a:chOff x="5354637" y="3446463"/>
                      <a:chExt cx="214313" cy="214313"/>
                    </a:xfrm>
                  </p:grpSpPr>
                  <p:sp>
                    <p:nvSpPr>
                      <p:cNvPr id="23430" name="Arc 23429">
                        <a:extLst>
                          <a:ext uri="{FF2B5EF4-FFF2-40B4-BE49-F238E27FC236}">
                            <a16:creationId xmlns:a16="http://schemas.microsoft.com/office/drawing/2014/main" id="{E46DB809-AF6B-E481-0C6F-A8933EE2AC0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431" name="Arc 23430">
                        <a:extLst>
                          <a:ext uri="{FF2B5EF4-FFF2-40B4-BE49-F238E27FC236}">
                            <a16:creationId xmlns:a16="http://schemas.microsoft.com/office/drawing/2014/main" id="{270AD020-9734-71CB-C516-2DBA05CB8B4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429" name="TextBox 23428">
                      <a:extLst>
                        <a:ext uri="{FF2B5EF4-FFF2-40B4-BE49-F238E27FC236}">
                          <a16:creationId xmlns:a16="http://schemas.microsoft.com/office/drawing/2014/main" id="{0920014A-B63F-1B27-2791-D1B456BC5711}"/>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23325" name="Group 23324">
                <a:extLst>
                  <a:ext uri="{FF2B5EF4-FFF2-40B4-BE49-F238E27FC236}">
                    <a16:creationId xmlns:a16="http://schemas.microsoft.com/office/drawing/2014/main" id="{C448F548-0336-926B-96FC-2446BDDC6E08}"/>
                  </a:ext>
                </a:extLst>
              </p:cNvPr>
              <p:cNvGrpSpPr/>
              <p:nvPr/>
            </p:nvGrpSpPr>
            <p:grpSpPr>
              <a:xfrm>
                <a:off x="6065340" y="2039507"/>
                <a:ext cx="1643204" cy="1593124"/>
                <a:chOff x="5445106" y="2644743"/>
                <a:chExt cx="1643204" cy="1593124"/>
              </a:xfrm>
            </p:grpSpPr>
            <p:grpSp>
              <p:nvGrpSpPr>
                <p:cNvPr id="23326" name="Group 23325">
                  <a:extLst>
                    <a:ext uri="{FF2B5EF4-FFF2-40B4-BE49-F238E27FC236}">
                      <a16:creationId xmlns:a16="http://schemas.microsoft.com/office/drawing/2014/main" id="{42A05C30-D4A9-4EF7-DE30-76CEF5E7B639}"/>
                    </a:ext>
                  </a:extLst>
                </p:cNvPr>
                <p:cNvGrpSpPr/>
                <p:nvPr/>
              </p:nvGrpSpPr>
              <p:grpSpPr>
                <a:xfrm>
                  <a:off x="5445106" y="2644743"/>
                  <a:ext cx="1019224" cy="991639"/>
                  <a:chOff x="5886431" y="3225768"/>
                  <a:chExt cx="1019224" cy="991639"/>
                </a:xfrm>
              </p:grpSpPr>
              <p:grpSp>
                <p:nvGrpSpPr>
                  <p:cNvPr id="23374" name="Group 23373">
                    <a:extLst>
                      <a:ext uri="{FF2B5EF4-FFF2-40B4-BE49-F238E27FC236}">
                        <a16:creationId xmlns:a16="http://schemas.microsoft.com/office/drawing/2014/main" id="{3D814611-4440-DCEF-6ED0-33A2A730283B}"/>
                      </a:ext>
                    </a:extLst>
                  </p:cNvPr>
                  <p:cNvGrpSpPr/>
                  <p:nvPr/>
                </p:nvGrpSpPr>
                <p:grpSpPr>
                  <a:xfrm>
                    <a:off x="6197413" y="3824215"/>
                    <a:ext cx="393192" cy="393192"/>
                    <a:chOff x="5265196" y="3357021"/>
                    <a:chExt cx="393192" cy="393192"/>
                  </a:xfrm>
                </p:grpSpPr>
                <p:grpSp>
                  <p:nvGrpSpPr>
                    <p:cNvPr id="23409" name="Group 23408">
                      <a:extLst>
                        <a:ext uri="{FF2B5EF4-FFF2-40B4-BE49-F238E27FC236}">
                          <a16:creationId xmlns:a16="http://schemas.microsoft.com/office/drawing/2014/main" id="{875BA5B1-BA60-73FB-1683-3AD49F94B736}"/>
                        </a:ext>
                      </a:extLst>
                    </p:cNvPr>
                    <p:cNvGrpSpPr/>
                    <p:nvPr/>
                  </p:nvGrpSpPr>
                  <p:grpSpPr>
                    <a:xfrm rot="14400000">
                      <a:off x="5265196" y="3357021"/>
                      <a:ext cx="393192" cy="393192"/>
                      <a:chOff x="5354637" y="3446463"/>
                      <a:chExt cx="214313" cy="214313"/>
                    </a:xfrm>
                  </p:grpSpPr>
                  <p:sp>
                    <p:nvSpPr>
                      <p:cNvPr id="23418" name="Arc 23417">
                        <a:extLst>
                          <a:ext uri="{FF2B5EF4-FFF2-40B4-BE49-F238E27FC236}">
                            <a16:creationId xmlns:a16="http://schemas.microsoft.com/office/drawing/2014/main" id="{B2EE8F26-9910-544E-FC8F-0A63B74923A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419" name="Arc 23418">
                        <a:extLst>
                          <a:ext uri="{FF2B5EF4-FFF2-40B4-BE49-F238E27FC236}">
                            <a16:creationId xmlns:a16="http://schemas.microsoft.com/office/drawing/2014/main" id="{6027082A-8935-BD9C-DFE4-805F8B3BA75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410" name="Group 23409">
                      <a:extLst>
                        <a:ext uri="{FF2B5EF4-FFF2-40B4-BE49-F238E27FC236}">
                          <a16:creationId xmlns:a16="http://schemas.microsoft.com/office/drawing/2014/main" id="{2FADE473-7327-18B5-FDA5-C31922F7E767}"/>
                        </a:ext>
                      </a:extLst>
                    </p:cNvPr>
                    <p:cNvGrpSpPr/>
                    <p:nvPr/>
                  </p:nvGrpSpPr>
                  <p:grpSpPr>
                    <a:xfrm>
                      <a:off x="5310186" y="3402011"/>
                      <a:ext cx="303213" cy="303213"/>
                      <a:chOff x="5310186" y="3402011"/>
                      <a:chExt cx="303213" cy="303213"/>
                    </a:xfrm>
                  </p:grpSpPr>
                  <p:grpSp>
                    <p:nvGrpSpPr>
                      <p:cNvPr id="23411" name="Group 23410">
                        <a:extLst>
                          <a:ext uri="{FF2B5EF4-FFF2-40B4-BE49-F238E27FC236}">
                            <a16:creationId xmlns:a16="http://schemas.microsoft.com/office/drawing/2014/main" id="{062AD1EB-492A-5458-CC39-165F2A4929E7}"/>
                          </a:ext>
                        </a:extLst>
                      </p:cNvPr>
                      <p:cNvGrpSpPr/>
                      <p:nvPr/>
                    </p:nvGrpSpPr>
                    <p:grpSpPr>
                      <a:xfrm>
                        <a:off x="5354636" y="3446461"/>
                        <a:ext cx="214313" cy="214313"/>
                        <a:chOff x="5354637" y="3446463"/>
                        <a:chExt cx="214313" cy="214313"/>
                      </a:xfrm>
                    </p:grpSpPr>
                    <p:sp>
                      <p:nvSpPr>
                        <p:cNvPr id="23416" name="Arc 23415">
                          <a:extLst>
                            <a:ext uri="{FF2B5EF4-FFF2-40B4-BE49-F238E27FC236}">
                              <a16:creationId xmlns:a16="http://schemas.microsoft.com/office/drawing/2014/main" id="{94F8180A-8900-C96C-6416-326F8240D14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417" name="Arc 23416">
                          <a:extLst>
                            <a:ext uri="{FF2B5EF4-FFF2-40B4-BE49-F238E27FC236}">
                              <a16:creationId xmlns:a16="http://schemas.microsoft.com/office/drawing/2014/main" id="{65986EDE-D3BA-BE0F-6B96-55D75158052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412" name="Group 23411">
                        <a:extLst>
                          <a:ext uri="{FF2B5EF4-FFF2-40B4-BE49-F238E27FC236}">
                            <a16:creationId xmlns:a16="http://schemas.microsoft.com/office/drawing/2014/main" id="{9CC89926-C4CE-C7FA-6E2C-FB213A8C6C09}"/>
                          </a:ext>
                        </a:extLst>
                      </p:cNvPr>
                      <p:cNvGrpSpPr/>
                      <p:nvPr/>
                    </p:nvGrpSpPr>
                    <p:grpSpPr>
                      <a:xfrm rot="7200000">
                        <a:off x="5310186" y="3402011"/>
                        <a:ext cx="303213" cy="303213"/>
                        <a:chOff x="5354637" y="3446463"/>
                        <a:chExt cx="214313" cy="214313"/>
                      </a:xfrm>
                    </p:grpSpPr>
                    <p:sp>
                      <p:nvSpPr>
                        <p:cNvPr id="23414" name="Arc 23413">
                          <a:extLst>
                            <a:ext uri="{FF2B5EF4-FFF2-40B4-BE49-F238E27FC236}">
                              <a16:creationId xmlns:a16="http://schemas.microsoft.com/office/drawing/2014/main" id="{AEC4C3A8-2199-FB3F-EF22-19A7E25910E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415" name="Arc 23414">
                          <a:extLst>
                            <a:ext uri="{FF2B5EF4-FFF2-40B4-BE49-F238E27FC236}">
                              <a16:creationId xmlns:a16="http://schemas.microsoft.com/office/drawing/2014/main" id="{8C24CFF5-D070-E31B-261C-FB7DF89F4F3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413" name="TextBox 23412">
                        <a:extLst>
                          <a:ext uri="{FF2B5EF4-FFF2-40B4-BE49-F238E27FC236}">
                            <a16:creationId xmlns:a16="http://schemas.microsoft.com/office/drawing/2014/main" id="{19333612-8A76-1320-DEFD-5840BA0B5A43}"/>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375" name="Group 23374">
                    <a:extLst>
                      <a:ext uri="{FF2B5EF4-FFF2-40B4-BE49-F238E27FC236}">
                        <a16:creationId xmlns:a16="http://schemas.microsoft.com/office/drawing/2014/main" id="{BC5A2218-1D0E-4AAA-F3DF-9BFB2FA8E24A}"/>
                      </a:ext>
                    </a:extLst>
                  </p:cNvPr>
                  <p:cNvGrpSpPr/>
                  <p:nvPr/>
                </p:nvGrpSpPr>
                <p:grpSpPr>
                  <a:xfrm>
                    <a:off x="5886431" y="3525040"/>
                    <a:ext cx="393192" cy="393192"/>
                    <a:chOff x="5265196" y="3932619"/>
                    <a:chExt cx="393192" cy="393192"/>
                  </a:xfrm>
                </p:grpSpPr>
                <p:grpSp>
                  <p:nvGrpSpPr>
                    <p:cNvPr id="23399" name="Group 23398">
                      <a:extLst>
                        <a:ext uri="{FF2B5EF4-FFF2-40B4-BE49-F238E27FC236}">
                          <a16:creationId xmlns:a16="http://schemas.microsoft.com/office/drawing/2014/main" id="{B6353C38-A6E7-DC6D-FDC7-D4A429C9ED02}"/>
                        </a:ext>
                      </a:extLst>
                    </p:cNvPr>
                    <p:cNvGrpSpPr/>
                    <p:nvPr/>
                  </p:nvGrpSpPr>
                  <p:grpSpPr>
                    <a:xfrm>
                      <a:off x="5354636" y="4022061"/>
                      <a:ext cx="214313" cy="214313"/>
                      <a:chOff x="5354637" y="3446463"/>
                      <a:chExt cx="214313" cy="214313"/>
                    </a:xfrm>
                  </p:grpSpPr>
                  <p:sp>
                    <p:nvSpPr>
                      <p:cNvPr id="23407" name="Arc 23406">
                        <a:extLst>
                          <a:ext uri="{FF2B5EF4-FFF2-40B4-BE49-F238E27FC236}">
                            <a16:creationId xmlns:a16="http://schemas.microsoft.com/office/drawing/2014/main" id="{E4F7209E-CC45-B8BF-2E1F-7ABCEB00ED5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408" name="Arc 23407">
                        <a:extLst>
                          <a:ext uri="{FF2B5EF4-FFF2-40B4-BE49-F238E27FC236}">
                            <a16:creationId xmlns:a16="http://schemas.microsoft.com/office/drawing/2014/main" id="{EF3771B1-0B60-4AAF-F86B-51B624F1997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400" name="Group 23399">
                      <a:extLst>
                        <a:ext uri="{FF2B5EF4-FFF2-40B4-BE49-F238E27FC236}">
                          <a16:creationId xmlns:a16="http://schemas.microsoft.com/office/drawing/2014/main" id="{7DBD3BB8-7EFA-CA6D-D890-E6486E1F0DDD}"/>
                        </a:ext>
                      </a:extLst>
                    </p:cNvPr>
                    <p:cNvGrpSpPr/>
                    <p:nvPr/>
                  </p:nvGrpSpPr>
                  <p:grpSpPr>
                    <a:xfrm rot="14400000">
                      <a:off x="5310186" y="3977611"/>
                      <a:ext cx="303213" cy="303213"/>
                      <a:chOff x="5354637" y="3446463"/>
                      <a:chExt cx="214313" cy="214313"/>
                    </a:xfrm>
                  </p:grpSpPr>
                  <p:sp>
                    <p:nvSpPr>
                      <p:cNvPr id="23405" name="Arc 23404">
                        <a:extLst>
                          <a:ext uri="{FF2B5EF4-FFF2-40B4-BE49-F238E27FC236}">
                            <a16:creationId xmlns:a16="http://schemas.microsoft.com/office/drawing/2014/main" id="{31E30EA9-0A79-488B-581C-6CFF80BE04C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406" name="Arc 23405">
                        <a:extLst>
                          <a:ext uri="{FF2B5EF4-FFF2-40B4-BE49-F238E27FC236}">
                            <a16:creationId xmlns:a16="http://schemas.microsoft.com/office/drawing/2014/main" id="{49F93155-383E-2C39-FF1C-D0FD8B5717E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401" name="Group 23400">
                      <a:extLst>
                        <a:ext uri="{FF2B5EF4-FFF2-40B4-BE49-F238E27FC236}">
                          <a16:creationId xmlns:a16="http://schemas.microsoft.com/office/drawing/2014/main" id="{4E5C2939-5196-3B08-832E-958EF92CC147}"/>
                        </a:ext>
                      </a:extLst>
                    </p:cNvPr>
                    <p:cNvGrpSpPr/>
                    <p:nvPr/>
                  </p:nvGrpSpPr>
                  <p:grpSpPr>
                    <a:xfrm rot="7200000">
                      <a:off x="5265196" y="3932619"/>
                      <a:ext cx="393192" cy="393192"/>
                      <a:chOff x="5354637" y="3446463"/>
                      <a:chExt cx="214313" cy="214313"/>
                    </a:xfrm>
                  </p:grpSpPr>
                  <p:sp>
                    <p:nvSpPr>
                      <p:cNvPr id="23403" name="Arc 23402">
                        <a:extLst>
                          <a:ext uri="{FF2B5EF4-FFF2-40B4-BE49-F238E27FC236}">
                            <a16:creationId xmlns:a16="http://schemas.microsoft.com/office/drawing/2014/main" id="{E4460A1A-D228-CAE2-4874-975622FE118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404" name="Arc 23403">
                        <a:extLst>
                          <a:ext uri="{FF2B5EF4-FFF2-40B4-BE49-F238E27FC236}">
                            <a16:creationId xmlns:a16="http://schemas.microsoft.com/office/drawing/2014/main" id="{FD952BBC-395E-07BB-7DAF-7B0CD195122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402" name="TextBox 23401">
                      <a:extLst>
                        <a:ext uri="{FF2B5EF4-FFF2-40B4-BE49-F238E27FC236}">
                          <a16:creationId xmlns:a16="http://schemas.microsoft.com/office/drawing/2014/main" id="{78503973-8266-7600-345B-3B5B513648A9}"/>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3376" name="Group 23375">
                    <a:extLst>
                      <a:ext uri="{FF2B5EF4-FFF2-40B4-BE49-F238E27FC236}">
                        <a16:creationId xmlns:a16="http://schemas.microsoft.com/office/drawing/2014/main" id="{E897B64E-CE78-B0AF-B3BD-6D8DD8B5D85B}"/>
                      </a:ext>
                    </a:extLst>
                  </p:cNvPr>
                  <p:cNvGrpSpPr/>
                  <p:nvPr/>
                </p:nvGrpSpPr>
                <p:grpSpPr>
                  <a:xfrm>
                    <a:off x="6512463" y="3525040"/>
                    <a:ext cx="393192" cy="393192"/>
                    <a:chOff x="6389147" y="3357021"/>
                    <a:chExt cx="393192" cy="393192"/>
                  </a:xfrm>
                </p:grpSpPr>
                <p:grpSp>
                  <p:nvGrpSpPr>
                    <p:cNvPr id="23388" name="Group 23387">
                      <a:extLst>
                        <a:ext uri="{FF2B5EF4-FFF2-40B4-BE49-F238E27FC236}">
                          <a16:creationId xmlns:a16="http://schemas.microsoft.com/office/drawing/2014/main" id="{A8E29E1C-AC27-7F9F-08A9-317498F8C21E}"/>
                        </a:ext>
                      </a:extLst>
                    </p:cNvPr>
                    <p:cNvGrpSpPr/>
                    <p:nvPr/>
                  </p:nvGrpSpPr>
                  <p:grpSpPr>
                    <a:xfrm rot="7200000" flipH="1">
                      <a:off x="6389147" y="3357021"/>
                      <a:ext cx="393192" cy="393192"/>
                      <a:chOff x="5354637" y="3446463"/>
                      <a:chExt cx="214313" cy="214313"/>
                    </a:xfrm>
                  </p:grpSpPr>
                  <p:sp>
                    <p:nvSpPr>
                      <p:cNvPr id="23397" name="Arc 23396">
                        <a:extLst>
                          <a:ext uri="{FF2B5EF4-FFF2-40B4-BE49-F238E27FC236}">
                            <a16:creationId xmlns:a16="http://schemas.microsoft.com/office/drawing/2014/main" id="{82D5AE50-4E8A-BA80-9DA2-322C86F69FC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398" name="Arc 23397">
                        <a:extLst>
                          <a:ext uri="{FF2B5EF4-FFF2-40B4-BE49-F238E27FC236}">
                            <a16:creationId xmlns:a16="http://schemas.microsoft.com/office/drawing/2014/main" id="{2E6D1284-B73C-3FCA-0191-C0675F9A2D4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389" name="Group 23388">
                      <a:extLst>
                        <a:ext uri="{FF2B5EF4-FFF2-40B4-BE49-F238E27FC236}">
                          <a16:creationId xmlns:a16="http://schemas.microsoft.com/office/drawing/2014/main" id="{97A6B84E-CC58-6704-71DB-C1536C596987}"/>
                        </a:ext>
                      </a:extLst>
                    </p:cNvPr>
                    <p:cNvGrpSpPr/>
                    <p:nvPr/>
                  </p:nvGrpSpPr>
                  <p:grpSpPr>
                    <a:xfrm>
                      <a:off x="6434137" y="3402011"/>
                      <a:ext cx="303213" cy="303213"/>
                      <a:chOff x="6434137" y="3402011"/>
                      <a:chExt cx="303213" cy="303213"/>
                    </a:xfrm>
                  </p:grpSpPr>
                  <p:grpSp>
                    <p:nvGrpSpPr>
                      <p:cNvPr id="23390" name="Group 23389">
                        <a:extLst>
                          <a:ext uri="{FF2B5EF4-FFF2-40B4-BE49-F238E27FC236}">
                            <a16:creationId xmlns:a16="http://schemas.microsoft.com/office/drawing/2014/main" id="{E7619FBC-FBAD-451B-F11E-8EDFB086F62F}"/>
                          </a:ext>
                        </a:extLst>
                      </p:cNvPr>
                      <p:cNvGrpSpPr/>
                      <p:nvPr/>
                    </p:nvGrpSpPr>
                    <p:grpSpPr>
                      <a:xfrm flipH="1">
                        <a:off x="6478587" y="3446461"/>
                        <a:ext cx="214313" cy="214313"/>
                        <a:chOff x="5354637" y="3446463"/>
                        <a:chExt cx="214313" cy="214313"/>
                      </a:xfrm>
                    </p:grpSpPr>
                    <p:sp>
                      <p:nvSpPr>
                        <p:cNvPr id="23395" name="Arc 23394">
                          <a:extLst>
                            <a:ext uri="{FF2B5EF4-FFF2-40B4-BE49-F238E27FC236}">
                              <a16:creationId xmlns:a16="http://schemas.microsoft.com/office/drawing/2014/main" id="{3AB876D3-81F1-BC9B-CB6A-8490E3FA8C7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396" name="Arc 23395">
                          <a:extLst>
                            <a:ext uri="{FF2B5EF4-FFF2-40B4-BE49-F238E27FC236}">
                              <a16:creationId xmlns:a16="http://schemas.microsoft.com/office/drawing/2014/main" id="{54FA6060-AB97-CA01-618A-EF60881DF62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391" name="Group 23390">
                        <a:extLst>
                          <a:ext uri="{FF2B5EF4-FFF2-40B4-BE49-F238E27FC236}">
                            <a16:creationId xmlns:a16="http://schemas.microsoft.com/office/drawing/2014/main" id="{9B745EC8-8315-81AA-2C11-575D49453749}"/>
                          </a:ext>
                        </a:extLst>
                      </p:cNvPr>
                      <p:cNvGrpSpPr/>
                      <p:nvPr/>
                    </p:nvGrpSpPr>
                    <p:grpSpPr>
                      <a:xfrm rot="14400000" flipH="1">
                        <a:off x="6434137" y="3402011"/>
                        <a:ext cx="303213" cy="303213"/>
                        <a:chOff x="5354637" y="3446463"/>
                        <a:chExt cx="214313" cy="214313"/>
                      </a:xfrm>
                    </p:grpSpPr>
                    <p:sp>
                      <p:nvSpPr>
                        <p:cNvPr id="23393" name="Arc 23392">
                          <a:extLst>
                            <a:ext uri="{FF2B5EF4-FFF2-40B4-BE49-F238E27FC236}">
                              <a16:creationId xmlns:a16="http://schemas.microsoft.com/office/drawing/2014/main" id="{78283D80-5515-8304-D052-E601AC55B28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394" name="Arc 23393">
                          <a:extLst>
                            <a:ext uri="{FF2B5EF4-FFF2-40B4-BE49-F238E27FC236}">
                              <a16:creationId xmlns:a16="http://schemas.microsoft.com/office/drawing/2014/main" id="{A6E09001-8C8D-C852-6E6E-350455FFDF0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392" name="TextBox 23391">
                        <a:extLst>
                          <a:ext uri="{FF2B5EF4-FFF2-40B4-BE49-F238E27FC236}">
                            <a16:creationId xmlns:a16="http://schemas.microsoft.com/office/drawing/2014/main" id="{5DD8424B-B110-D553-3B25-C52D295EC64D}"/>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377" name="Group 23376">
                    <a:extLst>
                      <a:ext uri="{FF2B5EF4-FFF2-40B4-BE49-F238E27FC236}">
                        <a16:creationId xmlns:a16="http://schemas.microsoft.com/office/drawing/2014/main" id="{0BE63A3E-EE4F-DEE3-EB6A-99023266979A}"/>
                      </a:ext>
                    </a:extLst>
                  </p:cNvPr>
                  <p:cNvGrpSpPr/>
                  <p:nvPr/>
                </p:nvGrpSpPr>
                <p:grpSpPr>
                  <a:xfrm>
                    <a:off x="6197413" y="3225768"/>
                    <a:ext cx="393192" cy="393192"/>
                    <a:chOff x="6389147" y="3932622"/>
                    <a:chExt cx="393192" cy="393192"/>
                  </a:xfrm>
                </p:grpSpPr>
                <p:grpSp>
                  <p:nvGrpSpPr>
                    <p:cNvPr id="23378" name="Group 23377">
                      <a:extLst>
                        <a:ext uri="{FF2B5EF4-FFF2-40B4-BE49-F238E27FC236}">
                          <a16:creationId xmlns:a16="http://schemas.microsoft.com/office/drawing/2014/main" id="{433962EA-C772-A3F0-5897-5F1ECC74CA64}"/>
                        </a:ext>
                      </a:extLst>
                    </p:cNvPr>
                    <p:cNvGrpSpPr/>
                    <p:nvPr/>
                  </p:nvGrpSpPr>
                  <p:grpSpPr>
                    <a:xfrm flipH="1">
                      <a:off x="6478587" y="4022061"/>
                      <a:ext cx="214313" cy="214313"/>
                      <a:chOff x="5354637" y="3446463"/>
                      <a:chExt cx="214313" cy="214313"/>
                    </a:xfrm>
                  </p:grpSpPr>
                  <p:sp>
                    <p:nvSpPr>
                      <p:cNvPr id="23386" name="Arc 23385">
                        <a:extLst>
                          <a:ext uri="{FF2B5EF4-FFF2-40B4-BE49-F238E27FC236}">
                            <a16:creationId xmlns:a16="http://schemas.microsoft.com/office/drawing/2014/main" id="{8EA2AE8D-3F12-D4B5-396B-4B3A852CAE3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387" name="Arc 23386">
                        <a:extLst>
                          <a:ext uri="{FF2B5EF4-FFF2-40B4-BE49-F238E27FC236}">
                            <a16:creationId xmlns:a16="http://schemas.microsoft.com/office/drawing/2014/main" id="{AE23BCF7-5F79-4C52-CA74-933407B32BA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379" name="Group 23378">
                      <a:extLst>
                        <a:ext uri="{FF2B5EF4-FFF2-40B4-BE49-F238E27FC236}">
                          <a16:creationId xmlns:a16="http://schemas.microsoft.com/office/drawing/2014/main" id="{5CA87A02-035F-0E5C-FDF7-306291C53EFE}"/>
                        </a:ext>
                      </a:extLst>
                    </p:cNvPr>
                    <p:cNvGrpSpPr/>
                    <p:nvPr/>
                  </p:nvGrpSpPr>
                  <p:grpSpPr>
                    <a:xfrm rot="7200000" flipH="1">
                      <a:off x="6434137" y="3977611"/>
                      <a:ext cx="303213" cy="303213"/>
                      <a:chOff x="5354637" y="3446463"/>
                      <a:chExt cx="214313" cy="214313"/>
                    </a:xfrm>
                  </p:grpSpPr>
                  <p:sp>
                    <p:nvSpPr>
                      <p:cNvPr id="23384" name="Arc 23383">
                        <a:extLst>
                          <a:ext uri="{FF2B5EF4-FFF2-40B4-BE49-F238E27FC236}">
                            <a16:creationId xmlns:a16="http://schemas.microsoft.com/office/drawing/2014/main" id="{2607FF10-CD91-2DCF-142F-91D4EEBFDEC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385" name="Arc 23384">
                        <a:extLst>
                          <a:ext uri="{FF2B5EF4-FFF2-40B4-BE49-F238E27FC236}">
                            <a16:creationId xmlns:a16="http://schemas.microsoft.com/office/drawing/2014/main" id="{0B7C7D79-6D6C-7619-DE76-C993566025C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380" name="Group 23379">
                      <a:extLst>
                        <a:ext uri="{FF2B5EF4-FFF2-40B4-BE49-F238E27FC236}">
                          <a16:creationId xmlns:a16="http://schemas.microsoft.com/office/drawing/2014/main" id="{2CF5D7CF-08BB-5E12-F8D2-08A841DAADC8}"/>
                        </a:ext>
                      </a:extLst>
                    </p:cNvPr>
                    <p:cNvGrpSpPr/>
                    <p:nvPr/>
                  </p:nvGrpSpPr>
                  <p:grpSpPr>
                    <a:xfrm rot="14400000" flipH="1">
                      <a:off x="6389147" y="3932622"/>
                      <a:ext cx="393192" cy="393192"/>
                      <a:chOff x="5354637" y="3446463"/>
                      <a:chExt cx="214313" cy="214313"/>
                    </a:xfrm>
                  </p:grpSpPr>
                  <p:sp>
                    <p:nvSpPr>
                      <p:cNvPr id="23382" name="Arc 23381">
                        <a:extLst>
                          <a:ext uri="{FF2B5EF4-FFF2-40B4-BE49-F238E27FC236}">
                            <a16:creationId xmlns:a16="http://schemas.microsoft.com/office/drawing/2014/main" id="{D11E509A-5316-C148-9C79-3863EEDCCE5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383" name="Arc 23382">
                        <a:extLst>
                          <a:ext uri="{FF2B5EF4-FFF2-40B4-BE49-F238E27FC236}">
                            <a16:creationId xmlns:a16="http://schemas.microsoft.com/office/drawing/2014/main" id="{A84E4296-D8B7-75CB-FFDB-439F29528F7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381" name="TextBox 23380">
                      <a:extLst>
                        <a:ext uri="{FF2B5EF4-FFF2-40B4-BE49-F238E27FC236}">
                          <a16:creationId xmlns:a16="http://schemas.microsoft.com/office/drawing/2014/main" id="{62DFF2F0-4D57-742C-AFAA-41E7E19D47DD}"/>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327" name="Group 23326">
                  <a:extLst>
                    <a:ext uri="{FF2B5EF4-FFF2-40B4-BE49-F238E27FC236}">
                      <a16:creationId xmlns:a16="http://schemas.microsoft.com/office/drawing/2014/main" id="{669DFAB2-950A-AEF9-73AB-A324C43890CD}"/>
                    </a:ext>
                  </a:extLst>
                </p:cNvPr>
                <p:cNvGrpSpPr/>
                <p:nvPr/>
              </p:nvGrpSpPr>
              <p:grpSpPr>
                <a:xfrm>
                  <a:off x="6069086" y="3246228"/>
                  <a:ext cx="1019224" cy="991639"/>
                  <a:chOff x="5886431" y="3225768"/>
                  <a:chExt cx="1019224" cy="991639"/>
                </a:xfrm>
              </p:grpSpPr>
              <p:grpSp>
                <p:nvGrpSpPr>
                  <p:cNvPr id="23328" name="Group 23327">
                    <a:extLst>
                      <a:ext uri="{FF2B5EF4-FFF2-40B4-BE49-F238E27FC236}">
                        <a16:creationId xmlns:a16="http://schemas.microsoft.com/office/drawing/2014/main" id="{DAF637A0-8056-65D8-B7B5-C7CDE15D798D}"/>
                      </a:ext>
                    </a:extLst>
                  </p:cNvPr>
                  <p:cNvGrpSpPr/>
                  <p:nvPr/>
                </p:nvGrpSpPr>
                <p:grpSpPr>
                  <a:xfrm>
                    <a:off x="6197413" y="3824215"/>
                    <a:ext cx="393192" cy="393192"/>
                    <a:chOff x="5265196" y="3357021"/>
                    <a:chExt cx="393192" cy="393192"/>
                  </a:xfrm>
                </p:grpSpPr>
                <p:grpSp>
                  <p:nvGrpSpPr>
                    <p:cNvPr id="23363" name="Group 23362">
                      <a:extLst>
                        <a:ext uri="{FF2B5EF4-FFF2-40B4-BE49-F238E27FC236}">
                          <a16:creationId xmlns:a16="http://schemas.microsoft.com/office/drawing/2014/main" id="{BDB877A7-BB6F-5EFD-5C3B-047F4D1A02E2}"/>
                        </a:ext>
                      </a:extLst>
                    </p:cNvPr>
                    <p:cNvGrpSpPr/>
                    <p:nvPr/>
                  </p:nvGrpSpPr>
                  <p:grpSpPr>
                    <a:xfrm rot="14400000">
                      <a:off x="5265196" y="3357021"/>
                      <a:ext cx="393192" cy="393192"/>
                      <a:chOff x="5354637" y="3446463"/>
                      <a:chExt cx="214313" cy="214313"/>
                    </a:xfrm>
                  </p:grpSpPr>
                  <p:sp>
                    <p:nvSpPr>
                      <p:cNvPr id="23372" name="Arc 23371">
                        <a:extLst>
                          <a:ext uri="{FF2B5EF4-FFF2-40B4-BE49-F238E27FC236}">
                            <a16:creationId xmlns:a16="http://schemas.microsoft.com/office/drawing/2014/main" id="{D40C71FA-B19B-67AA-3161-9CCED4F9B86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373" name="Arc 23372">
                        <a:extLst>
                          <a:ext uri="{FF2B5EF4-FFF2-40B4-BE49-F238E27FC236}">
                            <a16:creationId xmlns:a16="http://schemas.microsoft.com/office/drawing/2014/main" id="{37DAB2F6-CAE6-755A-AC62-7528CC69C0B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364" name="Group 23363">
                      <a:extLst>
                        <a:ext uri="{FF2B5EF4-FFF2-40B4-BE49-F238E27FC236}">
                          <a16:creationId xmlns:a16="http://schemas.microsoft.com/office/drawing/2014/main" id="{A12A8002-6752-53F5-021F-931ECAAD1939}"/>
                        </a:ext>
                      </a:extLst>
                    </p:cNvPr>
                    <p:cNvGrpSpPr/>
                    <p:nvPr/>
                  </p:nvGrpSpPr>
                  <p:grpSpPr>
                    <a:xfrm>
                      <a:off x="5310186" y="3402011"/>
                      <a:ext cx="303213" cy="303213"/>
                      <a:chOff x="5310186" y="3402011"/>
                      <a:chExt cx="303213" cy="303213"/>
                    </a:xfrm>
                  </p:grpSpPr>
                  <p:grpSp>
                    <p:nvGrpSpPr>
                      <p:cNvPr id="23365" name="Group 23364">
                        <a:extLst>
                          <a:ext uri="{FF2B5EF4-FFF2-40B4-BE49-F238E27FC236}">
                            <a16:creationId xmlns:a16="http://schemas.microsoft.com/office/drawing/2014/main" id="{9B3DB602-4876-9955-99BA-9E1328196CEB}"/>
                          </a:ext>
                        </a:extLst>
                      </p:cNvPr>
                      <p:cNvGrpSpPr/>
                      <p:nvPr/>
                    </p:nvGrpSpPr>
                    <p:grpSpPr>
                      <a:xfrm>
                        <a:off x="5354636" y="3446461"/>
                        <a:ext cx="214313" cy="214313"/>
                        <a:chOff x="5354637" y="3446463"/>
                        <a:chExt cx="214313" cy="214313"/>
                      </a:xfrm>
                    </p:grpSpPr>
                    <p:sp>
                      <p:nvSpPr>
                        <p:cNvPr id="23370" name="Arc 23369">
                          <a:extLst>
                            <a:ext uri="{FF2B5EF4-FFF2-40B4-BE49-F238E27FC236}">
                              <a16:creationId xmlns:a16="http://schemas.microsoft.com/office/drawing/2014/main" id="{E16999D1-F2C1-626F-8523-FB3319FE4A4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371" name="Arc 23370">
                          <a:extLst>
                            <a:ext uri="{FF2B5EF4-FFF2-40B4-BE49-F238E27FC236}">
                              <a16:creationId xmlns:a16="http://schemas.microsoft.com/office/drawing/2014/main" id="{ECD9E2DC-AC37-80DA-D60D-70DB34BC30F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366" name="Group 23365">
                        <a:extLst>
                          <a:ext uri="{FF2B5EF4-FFF2-40B4-BE49-F238E27FC236}">
                            <a16:creationId xmlns:a16="http://schemas.microsoft.com/office/drawing/2014/main" id="{A8D58EB7-2430-79B1-EFB5-141D790A11C8}"/>
                          </a:ext>
                        </a:extLst>
                      </p:cNvPr>
                      <p:cNvGrpSpPr/>
                      <p:nvPr/>
                    </p:nvGrpSpPr>
                    <p:grpSpPr>
                      <a:xfrm rot="7200000">
                        <a:off x="5310186" y="3402011"/>
                        <a:ext cx="303213" cy="303213"/>
                        <a:chOff x="5354637" y="3446463"/>
                        <a:chExt cx="214313" cy="214313"/>
                      </a:xfrm>
                    </p:grpSpPr>
                    <p:sp>
                      <p:nvSpPr>
                        <p:cNvPr id="23368" name="Arc 23367">
                          <a:extLst>
                            <a:ext uri="{FF2B5EF4-FFF2-40B4-BE49-F238E27FC236}">
                              <a16:creationId xmlns:a16="http://schemas.microsoft.com/office/drawing/2014/main" id="{373D499B-A55F-0EF5-69EE-BA641A054CD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369" name="Arc 23368">
                          <a:extLst>
                            <a:ext uri="{FF2B5EF4-FFF2-40B4-BE49-F238E27FC236}">
                              <a16:creationId xmlns:a16="http://schemas.microsoft.com/office/drawing/2014/main" id="{6DB59F0C-338A-3979-0E2C-C838B3EFA2F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367" name="TextBox 23366">
                        <a:extLst>
                          <a:ext uri="{FF2B5EF4-FFF2-40B4-BE49-F238E27FC236}">
                            <a16:creationId xmlns:a16="http://schemas.microsoft.com/office/drawing/2014/main" id="{91D23D46-9ACD-40A6-03FD-A6E98C4489FB}"/>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329" name="Group 23328">
                    <a:extLst>
                      <a:ext uri="{FF2B5EF4-FFF2-40B4-BE49-F238E27FC236}">
                        <a16:creationId xmlns:a16="http://schemas.microsoft.com/office/drawing/2014/main" id="{CBA09DF8-3F0C-9F23-1E4F-A88D61656AC7}"/>
                      </a:ext>
                    </a:extLst>
                  </p:cNvPr>
                  <p:cNvGrpSpPr/>
                  <p:nvPr/>
                </p:nvGrpSpPr>
                <p:grpSpPr>
                  <a:xfrm>
                    <a:off x="5886431" y="3525040"/>
                    <a:ext cx="393192" cy="393192"/>
                    <a:chOff x="5265196" y="3932619"/>
                    <a:chExt cx="393192" cy="393192"/>
                  </a:xfrm>
                </p:grpSpPr>
                <p:grpSp>
                  <p:nvGrpSpPr>
                    <p:cNvPr id="23353" name="Group 23352">
                      <a:extLst>
                        <a:ext uri="{FF2B5EF4-FFF2-40B4-BE49-F238E27FC236}">
                          <a16:creationId xmlns:a16="http://schemas.microsoft.com/office/drawing/2014/main" id="{815AA73F-CC72-537D-920A-3B16B35BE519}"/>
                        </a:ext>
                      </a:extLst>
                    </p:cNvPr>
                    <p:cNvGrpSpPr/>
                    <p:nvPr/>
                  </p:nvGrpSpPr>
                  <p:grpSpPr>
                    <a:xfrm>
                      <a:off x="5354636" y="4022061"/>
                      <a:ext cx="214313" cy="214313"/>
                      <a:chOff x="5354637" y="3446463"/>
                      <a:chExt cx="214313" cy="214313"/>
                    </a:xfrm>
                  </p:grpSpPr>
                  <p:sp>
                    <p:nvSpPr>
                      <p:cNvPr id="23361" name="Arc 23360">
                        <a:extLst>
                          <a:ext uri="{FF2B5EF4-FFF2-40B4-BE49-F238E27FC236}">
                            <a16:creationId xmlns:a16="http://schemas.microsoft.com/office/drawing/2014/main" id="{B1161F5A-BFCE-7A67-6A2E-BC0935A1E3A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362" name="Arc 23361">
                        <a:extLst>
                          <a:ext uri="{FF2B5EF4-FFF2-40B4-BE49-F238E27FC236}">
                            <a16:creationId xmlns:a16="http://schemas.microsoft.com/office/drawing/2014/main" id="{CBFBDFF7-01A6-5193-5D82-EECE91D21AD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354" name="Group 23353">
                      <a:extLst>
                        <a:ext uri="{FF2B5EF4-FFF2-40B4-BE49-F238E27FC236}">
                          <a16:creationId xmlns:a16="http://schemas.microsoft.com/office/drawing/2014/main" id="{B7FFD148-72FF-567F-72AD-DC44337D1D87}"/>
                        </a:ext>
                      </a:extLst>
                    </p:cNvPr>
                    <p:cNvGrpSpPr/>
                    <p:nvPr/>
                  </p:nvGrpSpPr>
                  <p:grpSpPr>
                    <a:xfrm rot="14400000">
                      <a:off x="5310186" y="3977611"/>
                      <a:ext cx="303213" cy="303213"/>
                      <a:chOff x="5354637" y="3446463"/>
                      <a:chExt cx="214313" cy="214313"/>
                    </a:xfrm>
                  </p:grpSpPr>
                  <p:sp>
                    <p:nvSpPr>
                      <p:cNvPr id="23359" name="Arc 23358">
                        <a:extLst>
                          <a:ext uri="{FF2B5EF4-FFF2-40B4-BE49-F238E27FC236}">
                            <a16:creationId xmlns:a16="http://schemas.microsoft.com/office/drawing/2014/main" id="{F8FF0139-85F8-639A-F61C-87EA420F49D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360" name="Arc 23359">
                        <a:extLst>
                          <a:ext uri="{FF2B5EF4-FFF2-40B4-BE49-F238E27FC236}">
                            <a16:creationId xmlns:a16="http://schemas.microsoft.com/office/drawing/2014/main" id="{50D19E31-7EC1-4339-67E9-C18333082E2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355" name="Group 23354">
                      <a:extLst>
                        <a:ext uri="{FF2B5EF4-FFF2-40B4-BE49-F238E27FC236}">
                          <a16:creationId xmlns:a16="http://schemas.microsoft.com/office/drawing/2014/main" id="{8D076C2B-5963-90CF-36F0-AB6696B3E068}"/>
                        </a:ext>
                      </a:extLst>
                    </p:cNvPr>
                    <p:cNvGrpSpPr/>
                    <p:nvPr/>
                  </p:nvGrpSpPr>
                  <p:grpSpPr>
                    <a:xfrm rot="7200000">
                      <a:off x="5265196" y="3932619"/>
                      <a:ext cx="393192" cy="393192"/>
                      <a:chOff x="5354637" y="3446463"/>
                      <a:chExt cx="214313" cy="214313"/>
                    </a:xfrm>
                  </p:grpSpPr>
                  <p:sp>
                    <p:nvSpPr>
                      <p:cNvPr id="23357" name="Arc 23356">
                        <a:extLst>
                          <a:ext uri="{FF2B5EF4-FFF2-40B4-BE49-F238E27FC236}">
                            <a16:creationId xmlns:a16="http://schemas.microsoft.com/office/drawing/2014/main" id="{8E3DDB56-9802-9F37-45DA-D13A1411891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358" name="Arc 23357">
                        <a:extLst>
                          <a:ext uri="{FF2B5EF4-FFF2-40B4-BE49-F238E27FC236}">
                            <a16:creationId xmlns:a16="http://schemas.microsoft.com/office/drawing/2014/main" id="{7B328234-6B2B-6561-2782-270371FC3A8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356" name="TextBox 23355">
                      <a:extLst>
                        <a:ext uri="{FF2B5EF4-FFF2-40B4-BE49-F238E27FC236}">
                          <a16:creationId xmlns:a16="http://schemas.microsoft.com/office/drawing/2014/main" id="{313064C7-ADB4-E13F-5BBB-765EEB9B026E}"/>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3330" name="Group 23329">
                    <a:extLst>
                      <a:ext uri="{FF2B5EF4-FFF2-40B4-BE49-F238E27FC236}">
                        <a16:creationId xmlns:a16="http://schemas.microsoft.com/office/drawing/2014/main" id="{2F6FCDB1-C139-7F2B-DC86-FFDD1D7AE250}"/>
                      </a:ext>
                    </a:extLst>
                  </p:cNvPr>
                  <p:cNvGrpSpPr/>
                  <p:nvPr/>
                </p:nvGrpSpPr>
                <p:grpSpPr>
                  <a:xfrm>
                    <a:off x="6512463" y="3525040"/>
                    <a:ext cx="393192" cy="393192"/>
                    <a:chOff x="6389147" y="3357021"/>
                    <a:chExt cx="393192" cy="393192"/>
                  </a:xfrm>
                </p:grpSpPr>
                <p:grpSp>
                  <p:nvGrpSpPr>
                    <p:cNvPr id="23342" name="Group 23341">
                      <a:extLst>
                        <a:ext uri="{FF2B5EF4-FFF2-40B4-BE49-F238E27FC236}">
                          <a16:creationId xmlns:a16="http://schemas.microsoft.com/office/drawing/2014/main" id="{0E826DCC-CF39-B1A6-382C-13F8D88F03D7}"/>
                        </a:ext>
                      </a:extLst>
                    </p:cNvPr>
                    <p:cNvGrpSpPr/>
                    <p:nvPr/>
                  </p:nvGrpSpPr>
                  <p:grpSpPr>
                    <a:xfrm rot="7200000" flipH="1">
                      <a:off x="6389147" y="3357021"/>
                      <a:ext cx="393192" cy="393192"/>
                      <a:chOff x="5354637" y="3446463"/>
                      <a:chExt cx="214313" cy="214313"/>
                    </a:xfrm>
                  </p:grpSpPr>
                  <p:sp>
                    <p:nvSpPr>
                      <p:cNvPr id="23351" name="Arc 23350">
                        <a:extLst>
                          <a:ext uri="{FF2B5EF4-FFF2-40B4-BE49-F238E27FC236}">
                            <a16:creationId xmlns:a16="http://schemas.microsoft.com/office/drawing/2014/main" id="{AFD0ED42-3814-03E1-9460-33265121D17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352" name="Arc 23351">
                        <a:extLst>
                          <a:ext uri="{FF2B5EF4-FFF2-40B4-BE49-F238E27FC236}">
                            <a16:creationId xmlns:a16="http://schemas.microsoft.com/office/drawing/2014/main" id="{2FB07D62-8F3B-E755-B688-7553D70CF08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343" name="Group 23342">
                      <a:extLst>
                        <a:ext uri="{FF2B5EF4-FFF2-40B4-BE49-F238E27FC236}">
                          <a16:creationId xmlns:a16="http://schemas.microsoft.com/office/drawing/2014/main" id="{15EDB897-5684-1061-6DB2-6FDF8489BEEE}"/>
                        </a:ext>
                      </a:extLst>
                    </p:cNvPr>
                    <p:cNvGrpSpPr/>
                    <p:nvPr/>
                  </p:nvGrpSpPr>
                  <p:grpSpPr>
                    <a:xfrm>
                      <a:off x="6434137" y="3402011"/>
                      <a:ext cx="303213" cy="303213"/>
                      <a:chOff x="6434137" y="3402011"/>
                      <a:chExt cx="303213" cy="303213"/>
                    </a:xfrm>
                  </p:grpSpPr>
                  <p:grpSp>
                    <p:nvGrpSpPr>
                      <p:cNvPr id="23344" name="Group 23343">
                        <a:extLst>
                          <a:ext uri="{FF2B5EF4-FFF2-40B4-BE49-F238E27FC236}">
                            <a16:creationId xmlns:a16="http://schemas.microsoft.com/office/drawing/2014/main" id="{C763FEED-A7EB-E36E-268B-ECFA709BF7D9}"/>
                          </a:ext>
                        </a:extLst>
                      </p:cNvPr>
                      <p:cNvGrpSpPr/>
                      <p:nvPr/>
                    </p:nvGrpSpPr>
                    <p:grpSpPr>
                      <a:xfrm flipH="1">
                        <a:off x="6478587" y="3446461"/>
                        <a:ext cx="214313" cy="214313"/>
                        <a:chOff x="5354637" y="3446463"/>
                        <a:chExt cx="214313" cy="214313"/>
                      </a:xfrm>
                    </p:grpSpPr>
                    <p:sp>
                      <p:nvSpPr>
                        <p:cNvPr id="23349" name="Arc 23348">
                          <a:extLst>
                            <a:ext uri="{FF2B5EF4-FFF2-40B4-BE49-F238E27FC236}">
                              <a16:creationId xmlns:a16="http://schemas.microsoft.com/office/drawing/2014/main" id="{490A72DC-B22E-C226-059F-8706FF22303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350" name="Arc 23349">
                          <a:extLst>
                            <a:ext uri="{FF2B5EF4-FFF2-40B4-BE49-F238E27FC236}">
                              <a16:creationId xmlns:a16="http://schemas.microsoft.com/office/drawing/2014/main" id="{627C0036-6F7A-ACB1-6270-B84CECB2C20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345" name="Group 23344">
                        <a:extLst>
                          <a:ext uri="{FF2B5EF4-FFF2-40B4-BE49-F238E27FC236}">
                            <a16:creationId xmlns:a16="http://schemas.microsoft.com/office/drawing/2014/main" id="{1A7FA83C-EE35-0473-6C94-1BC744352679}"/>
                          </a:ext>
                        </a:extLst>
                      </p:cNvPr>
                      <p:cNvGrpSpPr/>
                      <p:nvPr/>
                    </p:nvGrpSpPr>
                    <p:grpSpPr>
                      <a:xfrm rot="14400000" flipH="1">
                        <a:off x="6434137" y="3402011"/>
                        <a:ext cx="303213" cy="303213"/>
                        <a:chOff x="5354637" y="3446463"/>
                        <a:chExt cx="214313" cy="214313"/>
                      </a:xfrm>
                    </p:grpSpPr>
                    <p:sp>
                      <p:nvSpPr>
                        <p:cNvPr id="23347" name="Arc 23346">
                          <a:extLst>
                            <a:ext uri="{FF2B5EF4-FFF2-40B4-BE49-F238E27FC236}">
                              <a16:creationId xmlns:a16="http://schemas.microsoft.com/office/drawing/2014/main" id="{9531C712-8719-E755-C2B1-7CD670315FE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348" name="Arc 23347">
                          <a:extLst>
                            <a:ext uri="{FF2B5EF4-FFF2-40B4-BE49-F238E27FC236}">
                              <a16:creationId xmlns:a16="http://schemas.microsoft.com/office/drawing/2014/main" id="{12EEDCD2-2FE6-8E45-7E1B-8348DC22BBA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346" name="TextBox 23345">
                        <a:extLst>
                          <a:ext uri="{FF2B5EF4-FFF2-40B4-BE49-F238E27FC236}">
                            <a16:creationId xmlns:a16="http://schemas.microsoft.com/office/drawing/2014/main" id="{307FF824-09DA-A956-320C-E2F9244E798C}"/>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331" name="Group 23330">
                    <a:extLst>
                      <a:ext uri="{FF2B5EF4-FFF2-40B4-BE49-F238E27FC236}">
                        <a16:creationId xmlns:a16="http://schemas.microsoft.com/office/drawing/2014/main" id="{C9044729-DE26-0087-E4B4-3CA37D30AEF0}"/>
                      </a:ext>
                    </a:extLst>
                  </p:cNvPr>
                  <p:cNvGrpSpPr/>
                  <p:nvPr/>
                </p:nvGrpSpPr>
                <p:grpSpPr>
                  <a:xfrm>
                    <a:off x="6197413" y="3225768"/>
                    <a:ext cx="393192" cy="393192"/>
                    <a:chOff x="6389147" y="3932622"/>
                    <a:chExt cx="393192" cy="393192"/>
                  </a:xfrm>
                </p:grpSpPr>
                <p:grpSp>
                  <p:nvGrpSpPr>
                    <p:cNvPr id="23332" name="Group 23331">
                      <a:extLst>
                        <a:ext uri="{FF2B5EF4-FFF2-40B4-BE49-F238E27FC236}">
                          <a16:creationId xmlns:a16="http://schemas.microsoft.com/office/drawing/2014/main" id="{63BA607B-FA0C-09A4-9037-E2F69E58578E}"/>
                        </a:ext>
                      </a:extLst>
                    </p:cNvPr>
                    <p:cNvGrpSpPr/>
                    <p:nvPr/>
                  </p:nvGrpSpPr>
                  <p:grpSpPr>
                    <a:xfrm flipH="1">
                      <a:off x="6478587" y="4022061"/>
                      <a:ext cx="214313" cy="214313"/>
                      <a:chOff x="5354637" y="3446463"/>
                      <a:chExt cx="214313" cy="214313"/>
                    </a:xfrm>
                  </p:grpSpPr>
                  <p:sp>
                    <p:nvSpPr>
                      <p:cNvPr id="23340" name="Arc 23339">
                        <a:extLst>
                          <a:ext uri="{FF2B5EF4-FFF2-40B4-BE49-F238E27FC236}">
                            <a16:creationId xmlns:a16="http://schemas.microsoft.com/office/drawing/2014/main" id="{E69429DF-CA24-8742-198F-8B2AD77AF4B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341" name="Arc 23340">
                        <a:extLst>
                          <a:ext uri="{FF2B5EF4-FFF2-40B4-BE49-F238E27FC236}">
                            <a16:creationId xmlns:a16="http://schemas.microsoft.com/office/drawing/2014/main" id="{36AF7B23-BC63-B43E-268B-781F868EBEE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333" name="Group 23332">
                      <a:extLst>
                        <a:ext uri="{FF2B5EF4-FFF2-40B4-BE49-F238E27FC236}">
                          <a16:creationId xmlns:a16="http://schemas.microsoft.com/office/drawing/2014/main" id="{D65BD652-8CF7-D846-2021-754D683D7FEE}"/>
                        </a:ext>
                      </a:extLst>
                    </p:cNvPr>
                    <p:cNvGrpSpPr/>
                    <p:nvPr/>
                  </p:nvGrpSpPr>
                  <p:grpSpPr>
                    <a:xfrm rot="7200000" flipH="1">
                      <a:off x="6434137" y="3977611"/>
                      <a:ext cx="303213" cy="303213"/>
                      <a:chOff x="5354637" y="3446463"/>
                      <a:chExt cx="214313" cy="214313"/>
                    </a:xfrm>
                  </p:grpSpPr>
                  <p:sp>
                    <p:nvSpPr>
                      <p:cNvPr id="23338" name="Arc 23337">
                        <a:extLst>
                          <a:ext uri="{FF2B5EF4-FFF2-40B4-BE49-F238E27FC236}">
                            <a16:creationId xmlns:a16="http://schemas.microsoft.com/office/drawing/2014/main" id="{253BCFF1-20AF-08A9-7583-692A792E951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339" name="Arc 23338">
                        <a:extLst>
                          <a:ext uri="{FF2B5EF4-FFF2-40B4-BE49-F238E27FC236}">
                            <a16:creationId xmlns:a16="http://schemas.microsoft.com/office/drawing/2014/main" id="{0EB92159-8B49-4B25-45F6-CCE1C26AA86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334" name="Group 23333">
                      <a:extLst>
                        <a:ext uri="{FF2B5EF4-FFF2-40B4-BE49-F238E27FC236}">
                          <a16:creationId xmlns:a16="http://schemas.microsoft.com/office/drawing/2014/main" id="{D39BD5DF-E006-C987-5D4F-18D5E0F8FD97}"/>
                        </a:ext>
                      </a:extLst>
                    </p:cNvPr>
                    <p:cNvGrpSpPr/>
                    <p:nvPr/>
                  </p:nvGrpSpPr>
                  <p:grpSpPr>
                    <a:xfrm rot="14400000" flipH="1">
                      <a:off x="6389147" y="3932622"/>
                      <a:ext cx="393192" cy="393192"/>
                      <a:chOff x="5354637" y="3446463"/>
                      <a:chExt cx="214313" cy="214313"/>
                    </a:xfrm>
                  </p:grpSpPr>
                  <p:sp>
                    <p:nvSpPr>
                      <p:cNvPr id="23336" name="Arc 23335">
                        <a:extLst>
                          <a:ext uri="{FF2B5EF4-FFF2-40B4-BE49-F238E27FC236}">
                            <a16:creationId xmlns:a16="http://schemas.microsoft.com/office/drawing/2014/main" id="{EE6DC7DC-1C64-9D01-F0A3-AA7FCF97721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337" name="Arc 23336">
                        <a:extLst>
                          <a:ext uri="{FF2B5EF4-FFF2-40B4-BE49-F238E27FC236}">
                            <a16:creationId xmlns:a16="http://schemas.microsoft.com/office/drawing/2014/main" id="{8A9CD756-EF5D-C1E4-EF2C-98622D193EB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335" name="TextBox 23334">
                      <a:extLst>
                        <a:ext uri="{FF2B5EF4-FFF2-40B4-BE49-F238E27FC236}">
                          <a16:creationId xmlns:a16="http://schemas.microsoft.com/office/drawing/2014/main" id="{AC430E99-7361-C4F9-0DDE-2C889C7FE07D}"/>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21414" name="Group 21413">
              <a:extLst>
                <a:ext uri="{FF2B5EF4-FFF2-40B4-BE49-F238E27FC236}">
                  <a16:creationId xmlns:a16="http://schemas.microsoft.com/office/drawing/2014/main" id="{70CF1DF5-6612-816B-27DD-6B027539DF4D}"/>
                </a:ext>
              </a:extLst>
            </p:cNvPr>
            <p:cNvGrpSpPr/>
            <p:nvPr/>
          </p:nvGrpSpPr>
          <p:grpSpPr>
            <a:xfrm>
              <a:off x="784090" y="-792780"/>
              <a:ext cx="2263438" cy="2198360"/>
              <a:chOff x="5445106" y="2039507"/>
              <a:chExt cx="2263438" cy="2198360"/>
            </a:xfrm>
          </p:grpSpPr>
          <p:grpSp>
            <p:nvGrpSpPr>
              <p:cNvPr id="23134" name="Group 23133">
                <a:extLst>
                  <a:ext uri="{FF2B5EF4-FFF2-40B4-BE49-F238E27FC236}">
                    <a16:creationId xmlns:a16="http://schemas.microsoft.com/office/drawing/2014/main" id="{3F4243D0-F6A4-0C6D-02E1-978D0C0C6AE9}"/>
                  </a:ext>
                </a:extLst>
              </p:cNvPr>
              <p:cNvGrpSpPr/>
              <p:nvPr/>
            </p:nvGrpSpPr>
            <p:grpSpPr>
              <a:xfrm>
                <a:off x="5445106" y="2644743"/>
                <a:ext cx="1643204" cy="1593124"/>
                <a:chOff x="5445106" y="2644743"/>
                <a:chExt cx="1643204" cy="1593124"/>
              </a:xfrm>
            </p:grpSpPr>
            <p:grpSp>
              <p:nvGrpSpPr>
                <p:cNvPr id="23230" name="Group 23229">
                  <a:extLst>
                    <a:ext uri="{FF2B5EF4-FFF2-40B4-BE49-F238E27FC236}">
                      <a16:creationId xmlns:a16="http://schemas.microsoft.com/office/drawing/2014/main" id="{FC65E939-5DEA-3A21-6DB3-CA8484F9F884}"/>
                    </a:ext>
                  </a:extLst>
                </p:cNvPr>
                <p:cNvGrpSpPr/>
                <p:nvPr/>
              </p:nvGrpSpPr>
              <p:grpSpPr>
                <a:xfrm>
                  <a:off x="5445106" y="2644743"/>
                  <a:ext cx="1019224" cy="991639"/>
                  <a:chOff x="5886431" y="3225768"/>
                  <a:chExt cx="1019224" cy="991639"/>
                </a:xfrm>
              </p:grpSpPr>
              <p:grpSp>
                <p:nvGrpSpPr>
                  <p:cNvPr id="23278" name="Group 23277">
                    <a:extLst>
                      <a:ext uri="{FF2B5EF4-FFF2-40B4-BE49-F238E27FC236}">
                        <a16:creationId xmlns:a16="http://schemas.microsoft.com/office/drawing/2014/main" id="{9E23D0F0-52CA-1EE3-056A-351B61B5764F}"/>
                      </a:ext>
                    </a:extLst>
                  </p:cNvPr>
                  <p:cNvGrpSpPr/>
                  <p:nvPr/>
                </p:nvGrpSpPr>
                <p:grpSpPr>
                  <a:xfrm>
                    <a:off x="6197413" y="3824215"/>
                    <a:ext cx="393192" cy="393192"/>
                    <a:chOff x="5265196" y="3357021"/>
                    <a:chExt cx="393192" cy="393192"/>
                  </a:xfrm>
                </p:grpSpPr>
                <p:grpSp>
                  <p:nvGrpSpPr>
                    <p:cNvPr id="23313" name="Group 23312">
                      <a:extLst>
                        <a:ext uri="{FF2B5EF4-FFF2-40B4-BE49-F238E27FC236}">
                          <a16:creationId xmlns:a16="http://schemas.microsoft.com/office/drawing/2014/main" id="{D20F78C1-7061-60FB-C892-61950DE741BE}"/>
                        </a:ext>
                      </a:extLst>
                    </p:cNvPr>
                    <p:cNvGrpSpPr/>
                    <p:nvPr/>
                  </p:nvGrpSpPr>
                  <p:grpSpPr>
                    <a:xfrm rot="14400000">
                      <a:off x="5265196" y="3357021"/>
                      <a:ext cx="393192" cy="393192"/>
                      <a:chOff x="5354637" y="3446463"/>
                      <a:chExt cx="214313" cy="214313"/>
                    </a:xfrm>
                  </p:grpSpPr>
                  <p:sp>
                    <p:nvSpPr>
                      <p:cNvPr id="23322" name="Arc 23321">
                        <a:extLst>
                          <a:ext uri="{FF2B5EF4-FFF2-40B4-BE49-F238E27FC236}">
                            <a16:creationId xmlns:a16="http://schemas.microsoft.com/office/drawing/2014/main" id="{D355D836-1595-B0A3-24C0-90D4379BA9D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323" name="Arc 23322">
                        <a:extLst>
                          <a:ext uri="{FF2B5EF4-FFF2-40B4-BE49-F238E27FC236}">
                            <a16:creationId xmlns:a16="http://schemas.microsoft.com/office/drawing/2014/main" id="{2F8E5C47-ED84-036D-0A01-08D3D5830B4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314" name="Group 23313">
                      <a:extLst>
                        <a:ext uri="{FF2B5EF4-FFF2-40B4-BE49-F238E27FC236}">
                          <a16:creationId xmlns:a16="http://schemas.microsoft.com/office/drawing/2014/main" id="{F2E37A83-B0F6-190C-CE02-D340F74AC922}"/>
                        </a:ext>
                      </a:extLst>
                    </p:cNvPr>
                    <p:cNvGrpSpPr/>
                    <p:nvPr/>
                  </p:nvGrpSpPr>
                  <p:grpSpPr>
                    <a:xfrm>
                      <a:off x="5310186" y="3402011"/>
                      <a:ext cx="303213" cy="303213"/>
                      <a:chOff x="5310186" y="3402011"/>
                      <a:chExt cx="303213" cy="303213"/>
                    </a:xfrm>
                  </p:grpSpPr>
                  <p:grpSp>
                    <p:nvGrpSpPr>
                      <p:cNvPr id="23315" name="Group 23314">
                        <a:extLst>
                          <a:ext uri="{FF2B5EF4-FFF2-40B4-BE49-F238E27FC236}">
                            <a16:creationId xmlns:a16="http://schemas.microsoft.com/office/drawing/2014/main" id="{89FAB3F9-A526-3EC5-248A-1E28A1DED7F3}"/>
                          </a:ext>
                        </a:extLst>
                      </p:cNvPr>
                      <p:cNvGrpSpPr/>
                      <p:nvPr/>
                    </p:nvGrpSpPr>
                    <p:grpSpPr>
                      <a:xfrm>
                        <a:off x="5354636" y="3446461"/>
                        <a:ext cx="214313" cy="214313"/>
                        <a:chOff x="5354637" y="3446463"/>
                        <a:chExt cx="214313" cy="214313"/>
                      </a:xfrm>
                    </p:grpSpPr>
                    <p:sp>
                      <p:nvSpPr>
                        <p:cNvPr id="23320" name="Arc 23319">
                          <a:extLst>
                            <a:ext uri="{FF2B5EF4-FFF2-40B4-BE49-F238E27FC236}">
                              <a16:creationId xmlns:a16="http://schemas.microsoft.com/office/drawing/2014/main" id="{AC47F7AE-5966-85F8-0460-B432F343432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321" name="Arc 23320">
                          <a:extLst>
                            <a:ext uri="{FF2B5EF4-FFF2-40B4-BE49-F238E27FC236}">
                              <a16:creationId xmlns:a16="http://schemas.microsoft.com/office/drawing/2014/main" id="{38E07078-2EAE-77B5-AFB2-63855BE3238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316" name="Group 23315">
                        <a:extLst>
                          <a:ext uri="{FF2B5EF4-FFF2-40B4-BE49-F238E27FC236}">
                            <a16:creationId xmlns:a16="http://schemas.microsoft.com/office/drawing/2014/main" id="{3DB8138E-8F9E-435F-C6F5-4AE3C6AD7352}"/>
                          </a:ext>
                        </a:extLst>
                      </p:cNvPr>
                      <p:cNvGrpSpPr/>
                      <p:nvPr/>
                    </p:nvGrpSpPr>
                    <p:grpSpPr>
                      <a:xfrm rot="7200000">
                        <a:off x="5310186" y="3402011"/>
                        <a:ext cx="303213" cy="303213"/>
                        <a:chOff x="5354637" y="3446463"/>
                        <a:chExt cx="214313" cy="214313"/>
                      </a:xfrm>
                    </p:grpSpPr>
                    <p:sp>
                      <p:nvSpPr>
                        <p:cNvPr id="23318" name="Arc 23317">
                          <a:extLst>
                            <a:ext uri="{FF2B5EF4-FFF2-40B4-BE49-F238E27FC236}">
                              <a16:creationId xmlns:a16="http://schemas.microsoft.com/office/drawing/2014/main" id="{CC280773-2F8B-41C4-8638-D99873BC8E2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319" name="Arc 23318">
                          <a:extLst>
                            <a:ext uri="{FF2B5EF4-FFF2-40B4-BE49-F238E27FC236}">
                              <a16:creationId xmlns:a16="http://schemas.microsoft.com/office/drawing/2014/main" id="{198CB0E0-EA43-46B7-51EF-DD5AF7B0D79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317" name="TextBox 23316">
                        <a:extLst>
                          <a:ext uri="{FF2B5EF4-FFF2-40B4-BE49-F238E27FC236}">
                            <a16:creationId xmlns:a16="http://schemas.microsoft.com/office/drawing/2014/main" id="{685BBA6D-1C3E-C354-C3AB-4BA22ECCCDE7}"/>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279" name="Group 23278">
                    <a:extLst>
                      <a:ext uri="{FF2B5EF4-FFF2-40B4-BE49-F238E27FC236}">
                        <a16:creationId xmlns:a16="http://schemas.microsoft.com/office/drawing/2014/main" id="{AE864F5C-9C35-7521-1B08-925AA03E3FAD}"/>
                      </a:ext>
                    </a:extLst>
                  </p:cNvPr>
                  <p:cNvGrpSpPr/>
                  <p:nvPr/>
                </p:nvGrpSpPr>
                <p:grpSpPr>
                  <a:xfrm>
                    <a:off x="5886431" y="3525040"/>
                    <a:ext cx="393192" cy="393192"/>
                    <a:chOff x="5265196" y="3932619"/>
                    <a:chExt cx="393192" cy="393192"/>
                  </a:xfrm>
                </p:grpSpPr>
                <p:grpSp>
                  <p:nvGrpSpPr>
                    <p:cNvPr id="23303" name="Group 23302">
                      <a:extLst>
                        <a:ext uri="{FF2B5EF4-FFF2-40B4-BE49-F238E27FC236}">
                          <a16:creationId xmlns:a16="http://schemas.microsoft.com/office/drawing/2014/main" id="{76678FDD-2FAE-71E5-5F42-B5AB3BECAC5F}"/>
                        </a:ext>
                      </a:extLst>
                    </p:cNvPr>
                    <p:cNvGrpSpPr/>
                    <p:nvPr/>
                  </p:nvGrpSpPr>
                  <p:grpSpPr>
                    <a:xfrm>
                      <a:off x="5354636" y="4022061"/>
                      <a:ext cx="214313" cy="214313"/>
                      <a:chOff x="5354637" y="3446463"/>
                      <a:chExt cx="214313" cy="214313"/>
                    </a:xfrm>
                  </p:grpSpPr>
                  <p:sp>
                    <p:nvSpPr>
                      <p:cNvPr id="23311" name="Arc 23310">
                        <a:extLst>
                          <a:ext uri="{FF2B5EF4-FFF2-40B4-BE49-F238E27FC236}">
                            <a16:creationId xmlns:a16="http://schemas.microsoft.com/office/drawing/2014/main" id="{FBB4E0CE-08D2-0E3D-6DF2-EF621A6368E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312" name="Arc 23311">
                        <a:extLst>
                          <a:ext uri="{FF2B5EF4-FFF2-40B4-BE49-F238E27FC236}">
                            <a16:creationId xmlns:a16="http://schemas.microsoft.com/office/drawing/2014/main" id="{04115C72-3855-4FA1-2E6F-373DF1A3CBB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304" name="Group 23303">
                      <a:extLst>
                        <a:ext uri="{FF2B5EF4-FFF2-40B4-BE49-F238E27FC236}">
                          <a16:creationId xmlns:a16="http://schemas.microsoft.com/office/drawing/2014/main" id="{52701B1E-71DB-08BE-3007-D278DF8343B3}"/>
                        </a:ext>
                      </a:extLst>
                    </p:cNvPr>
                    <p:cNvGrpSpPr/>
                    <p:nvPr/>
                  </p:nvGrpSpPr>
                  <p:grpSpPr>
                    <a:xfrm rot="14400000">
                      <a:off x="5310186" y="3977611"/>
                      <a:ext cx="303213" cy="303213"/>
                      <a:chOff x="5354637" y="3446463"/>
                      <a:chExt cx="214313" cy="214313"/>
                    </a:xfrm>
                  </p:grpSpPr>
                  <p:sp>
                    <p:nvSpPr>
                      <p:cNvPr id="23309" name="Arc 23308">
                        <a:extLst>
                          <a:ext uri="{FF2B5EF4-FFF2-40B4-BE49-F238E27FC236}">
                            <a16:creationId xmlns:a16="http://schemas.microsoft.com/office/drawing/2014/main" id="{103012B7-9115-54D8-B8FD-5A132A62788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310" name="Arc 23309">
                        <a:extLst>
                          <a:ext uri="{FF2B5EF4-FFF2-40B4-BE49-F238E27FC236}">
                            <a16:creationId xmlns:a16="http://schemas.microsoft.com/office/drawing/2014/main" id="{B4D4D5F8-FBA6-D143-688E-DCE9F92AF93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305" name="Group 23304">
                      <a:extLst>
                        <a:ext uri="{FF2B5EF4-FFF2-40B4-BE49-F238E27FC236}">
                          <a16:creationId xmlns:a16="http://schemas.microsoft.com/office/drawing/2014/main" id="{1CB1E4BC-F13B-929B-E46F-86B25B591B45}"/>
                        </a:ext>
                      </a:extLst>
                    </p:cNvPr>
                    <p:cNvGrpSpPr/>
                    <p:nvPr/>
                  </p:nvGrpSpPr>
                  <p:grpSpPr>
                    <a:xfrm rot="7200000">
                      <a:off x="5265196" y="3932619"/>
                      <a:ext cx="393192" cy="393192"/>
                      <a:chOff x="5354637" y="3446463"/>
                      <a:chExt cx="214313" cy="214313"/>
                    </a:xfrm>
                  </p:grpSpPr>
                  <p:sp>
                    <p:nvSpPr>
                      <p:cNvPr id="23307" name="Arc 23306">
                        <a:extLst>
                          <a:ext uri="{FF2B5EF4-FFF2-40B4-BE49-F238E27FC236}">
                            <a16:creationId xmlns:a16="http://schemas.microsoft.com/office/drawing/2014/main" id="{276EB4A3-485C-7498-15DD-C2B12536BBC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308" name="Arc 23307">
                        <a:extLst>
                          <a:ext uri="{FF2B5EF4-FFF2-40B4-BE49-F238E27FC236}">
                            <a16:creationId xmlns:a16="http://schemas.microsoft.com/office/drawing/2014/main" id="{48CE3A5D-23C3-001A-3C97-46367FD3DC0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306" name="TextBox 23305">
                      <a:extLst>
                        <a:ext uri="{FF2B5EF4-FFF2-40B4-BE49-F238E27FC236}">
                          <a16:creationId xmlns:a16="http://schemas.microsoft.com/office/drawing/2014/main" id="{F2E0DCA4-66E6-C5D5-4CAE-E441C259B224}"/>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3280" name="Group 23279">
                    <a:extLst>
                      <a:ext uri="{FF2B5EF4-FFF2-40B4-BE49-F238E27FC236}">
                        <a16:creationId xmlns:a16="http://schemas.microsoft.com/office/drawing/2014/main" id="{845BE76B-1378-3F23-90DB-CB7B6358DC42}"/>
                      </a:ext>
                    </a:extLst>
                  </p:cNvPr>
                  <p:cNvGrpSpPr/>
                  <p:nvPr/>
                </p:nvGrpSpPr>
                <p:grpSpPr>
                  <a:xfrm>
                    <a:off x="6512463" y="3525040"/>
                    <a:ext cx="393192" cy="393192"/>
                    <a:chOff x="6389147" y="3357021"/>
                    <a:chExt cx="393192" cy="393192"/>
                  </a:xfrm>
                </p:grpSpPr>
                <p:grpSp>
                  <p:nvGrpSpPr>
                    <p:cNvPr id="23292" name="Group 23291">
                      <a:extLst>
                        <a:ext uri="{FF2B5EF4-FFF2-40B4-BE49-F238E27FC236}">
                          <a16:creationId xmlns:a16="http://schemas.microsoft.com/office/drawing/2014/main" id="{526CFC61-B8EC-4C91-4825-316250246E18}"/>
                        </a:ext>
                      </a:extLst>
                    </p:cNvPr>
                    <p:cNvGrpSpPr/>
                    <p:nvPr/>
                  </p:nvGrpSpPr>
                  <p:grpSpPr>
                    <a:xfrm rot="7200000" flipH="1">
                      <a:off x="6389147" y="3357021"/>
                      <a:ext cx="393192" cy="393192"/>
                      <a:chOff x="5354637" y="3446463"/>
                      <a:chExt cx="214313" cy="214313"/>
                    </a:xfrm>
                  </p:grpSpPr>
                  <p:sp>
                    <p:nvSpPr>
                      <p:cNvPr id="23301" name="Arc 23300">
                        <a:extLst>
                          <a:ext uri="{FF2B5EF4-FFF2-40B4-BE49-F238E27FC236}">
                            <a16:creationId xmlns:a16="http://schemas.microsoft.com/office/drawing/2014/main" id="{9A70A491-F7B4-543A-C5C5-E66A7DD56AB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302" name="Arc 23301">
                        <a:extLst>
                          <a:ext uri="{FF2B5EF4-FFF2-40B4-BE49-F238E27FC236}">
                            <a16:creationId xmlns:a16="http://schemas.microsoft.com/office/drawing/2014/main" id="{94982AB9-4FF6-BA99-A3ED-7401C99793C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293" name="Group 23292">
                      <a:extLst>
                        <a:ext uri="{FF2B5EF4-FFF2-40B4-BE49-F238E27FC236}">
                          <a16:creationId xmlns:a16="http://schemas.microsoft.com/office/drawing/2014/main" id="{3088D108-CF8D-2757-0087-22C310FE3C85}"/>
                        </a:ext>
                      </a:extLst>
                    </p:cNvPr>
                    <p:cNvGrpSpPr/>
                    <p:nvPr/>
                  </p:nvGrpSpPr>
                  <p:grpSpPr>
                    <a:xfrm>
                      <a:off x="6434137" y="3402011"/>
                      <a:ext cx="303213" cy="303213"/>
                      <a:chOff x="6434137" y="3402011"/>
                      <a:chExt cx="303213" cy="303213"/>
                    </a:xfrm>
                  </p:grpSpPr>
                  <p:grpSp>
                    <p:nvGrpSpPr>
                      <p:cNvPr id="23294" name="Group 23293">
                        <a:extLst>
                          <a:ext uri="{FF2B5EF4-FFF2-40B4-BE49-F238E27FC236}">
                            <a16:creationId xmlns:a16="http://schemas.microsoft.com/office/drawing/2014/main" id="{8799EA20-8AE9-DC60-A9E3-639F7CAA2282}"/>
                          </a:ext>
                        </a:extLst>
                      </p:cNvPr>
                      <p:cNvGrpSpPr/>
                      <p:nvPr/>
                    </p:nvGrpSpPr>
                    <p:grpSpPr>
                      <a:xfrm flipH="1">
                        <a:off x="6478587" y="3446461"/>
                        <a:ext cx="214313" cy="214313"/>
                        <a:chOff x="5354637" y="3446463"/>
                        <a:chExt cx="214313" cy="214313"/>
                      </a:xfrm>
                    </p:grpSpPr>
                    <p:sp>
                      <p:nvSpPr>
                        <p:cNvPr id="23299" name="Arc 23298">
                          <a:extLst>
                            <a:ext uri="{FF2B5EF4-FFF2-40B4-BE49-F238E27FC236}">
                              <a16:creationId xmlns:a16="http://schemas.microsoft.com/office/drawing/2014/main" id="{3185F2CF-D622-036C-F1FA-ABC9414C96C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300" name="Arc 23299">
                          <a:extLst>
                            <a:ext uri="{FF2B5EF4-FFF2-40B4-BE49-F238E27FC236}">
                              <a16:creationId xmlns:a16="http://schemas.microsoft.com/office/drawing/2014/main" id="{7BE84F9B-0CC0-218A-6B1B-5DE4D0CFEA0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295" name="Group 23294">
                        <a:extLst>
                          <a:ext uri="{FF2B5EF4-FFF2-40B4-BE49-F238E27FC236}">
                            <a16:creationId xmlns:a16="http://schemas.microsoft.com/office/drawing/2014/main" id="{C3531C1E-DE27-899B-E00E-6DB3189ACD34}"/>
                          </a:ext>
                        </a:extLst>
                      </p:cNvPr>
                      <p:cNvGrpSpPr/>
                      <p:nvPr/>
                    </p:nvGrpSpPr>
                    <p:grpSpPr>
                      <a:xfrm rot="14400000" flipH="1">
                        <a:off x="6434137" y="3402011"/>
                        <a:ext cx="303213" cy="303213"/>
                        <a:chOff x="5354637" y="3446463"/>
                        <a:chExt cx="214313" cy="214313"/>
                      </a:xfrm>
                    </p:grpSpPr>
                    <p:sp>
                      <p:nvSpPr>
                        <p:cNvPr id="23297" name="Arc 23296">
                          <a:extLst>
                            <a:ext uri="{FF2B5EF4-FFF2-40B4-BE49-F238E27FC236}">
                              <a16:creationId xmlns:a16="http://schemas.microsoft.com/office/drawing/2014/main" id="{F010B1F3-A4EA-2E84-2AB2-3D03FF8440A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298" name="Arc 23297">
                          <a:extLst>
                            <a:ext uri="{FF2B5EF4-FFF2-40B4-BE49-F238E27FC236}">
                              <a16:creationId xmlns:a16="http://schemas.microsoft.com/office/drawing/2014/main" id="{A6F926B9-1DC4-060B-0548-8AB21B05926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296" name="TextBox 23295">
                        <a:extLst>
                          <a:ext uri="{FF2B5EF4-FFF2-40B4-BE49-F238E27FC236}">
                            <a16:creationId xmlns:a16="http://schemas.microsoft.com/office/drawing/2014/main" id="{2D77DD25-ED2C-051B-63DA-9B52090EAFF3}"/>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281" name="Group 23280">
                    <a:extLst>
                      <a:ext uri="{FF2B5EF4-FFF2-40B4-BE49-F238E27FC236}">
                        <a16:creationId xmlns:a16="http://schemas.microsoft.com/office/drawing/2014/main" id="{E9C13530-417E-245D-074C-F70FC89EB662}"/>
                      </a:ext>
                    </a:extLst>
                  </p:cNvPr>
                  <p:cNvGrpSpPr/>
                  <p:nvPr/>
                </p:nvGrpSpPr>
                <p:grpSpPr>
                  <a:xfrm>
                    <a:off x="6197413" y="3225768"/>
                    <a:ext cx="393192" cy="393192"/>
                    <a:chOff x="6389147" y="3932622"/>
                    <a:chExt cx="393192" cy="393192"/>
                  </a:xfrm>
                </p:grpSpPr>
                <p:grpSp>
                  <p:nvGrpSpPr>
                    <p:cNvPr id="23282" name="Group 23281">
                      <a:extLst>
                        <a:ext uri="{FF2B5EF4-FFF2-40B4-BE49-F238E27FC236}">
                          <a16:creationId xmlns:a16="http://schemas.microsoft.com/office/drawing/2014/main" id="{7C7D30DE-092B-31C1-93F0-460C818B657F}"/>
                        </a:ext>
                      </a:extLst>
                    </p:cNvPr>
                    <p:cNvGrpSpPr/>
                    <p:nvPr/>
                  </p:nvGrpSpPr>
                  <p:grpSpPr>
                    <a:xfrm flipH="1">
                      <a:off x="6478587" y="4022061"/>
                      <a:ext cx="214313" cy="214313"/>
                      <a:chOff x="5354637" y="3446463"/>
                      <a:chExt cx="214313" cy="214313"/>
                    </a:xfrm>
                  </p:grpSpPr>
                  <p:sp>
                    <p:nvSpPr>
                      <p:cNvPr id="23290" name="Arc 23289">
                        <a:extLst>
                          <a:ext uri="{FF2B5EF4-FFF2-40B4-BE49-F238E27FC236}">
                            <a16:creationId xmlns:a16="http://schemas.microsoft.com/office/drawing/2014/main" id="{D493E122-E544-8AE9-FB44-7C8140AD8E1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291" name="Arc 23290">
                        <a:extLst>
                          <a:ext uri="{FF2B5EF4-FFF2-40B4-BE49-F238E27FC236}">
                            <a16:creationId xmlns:a16="http://schemas.microsoft.com/office/drawing/2014/main" id="{1EC1A848-5D26-FA69-03B4-05D4F12E640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283" name="Group 23282">
                      <a:extLst>
                        <a:ext uri="{FF2B5EF4-FFF2-40B4-BE49-F238E27FC236}">
                          <a16:creationId xmlns:a16="http://schemas.microsoft.com/office/drawing/2014/main" id="{9DF7B571-E51A-0BC4-9E4D-2799043E8560}"/>
                        </a:ext>
                      </a:extLst>
                    </p:cNvPr>
                    <p:cNvGrpSpPr/>
                    <p:nvPr/>
                  </p:nvGrpSpPr>
                  <p:grpSpPr>
                    <a:xfrm rot="7200000" flipH="1">
                      <a:off x="6434137" y="3977611"/>
                      <a:ext cx="303213" cy="303213"/>
                      <a:chOff x="5354637" y="3446463"/>
                      <a:chExt cx="214313" cy="214313"/>
                    </a:xfrm>
                  </p:grpSpPr>
                  <p:sp>
                    <p:nvSpPr>
                      <p:cNvPr id="23288" name="Arc 23287">
                        <a:extLst>
                          <a:ext uri="{FF2B5EF4-FFF2-40B4-BE49-F238E27FC236}">
                            <a16:creationId xmlns:a16="http://schemas.microsoft.com/office/drawing/2014/main" id="{3244F9DD-B386-53DE-6F56-2B92A92A9DA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289" name="Arc 23288">
                        <a:extLst>
                          <a:ext uri="{FF2B5EF4-FFF2-40B4-BE49-F238E27FC236}">
                            <a16:creationId xmlns:a16="http://schemas.microsoft.com/office/drawing/2014/main" id="{52C7E13C-70F1-F803-7982-3CB1198EC7F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284" name="Group 23283">
                      <a:extLst>
                        <a:ext uri="{FF2B5EF4-FFF2-40B4-BE49-F238E27FC236}">
                          <a16:creationId xmlns:a16="http://schemas.microsoft.com/office/drawing/2014/main" id="{6FE13ADE-0311-FD2F-4016-37A05F56EFB1}"/>
                        </a:ext>
                      </a:extLst>
                    </p:cNvPr>
                    <p:cNvGrpSpPr/>
                    <p:nvPr/>
                  </p:nvGrpSpPr>
                  <p:grpSpPr>
                    <a:xfrm rot="14400000" flipH="1">
                      <a:off x="6389147" y="3932622"/>
                      <a:ext cx="393192" cy="393192"/>
                      <a:chOff x="5354637" y="3446463"/>
                      <a:chExt cx="214313" cy="214313"/>
                    </a:xfrm>
                  </p:grpSpPr>
                  <p:sp>
                    <p:nvSpPr>
                      <p:cNvPr id="23286" name="Arc 23285">
                        <a:extLst>
                          <a:ext uri="{FF2B5EF4-FFF2-40B4-BE49-F238E27FC236}">
                            <a16:creationId xmlns:a16="http://schemas.microsoft.com/office/drawing/2014/main" id="{FE127E82-54F7-4304-5976-DC31F1DBA90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287" name="Arc 23286">
                        <a:extLst>
                          <a:ext uri="{FF2B5EF4-FFF2-40B4-BE49-F238E27FC236}">
                            <a16:creationId xmlns:a16="http://schemas.microsoft.com/office/drawing/2014/main" id="{94A9E95D-8FE3-41A6-53CF-CC2FB039A8C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285" name="TextBox 23284">
                      <a:extLst>
                        <a:ext uri="{FF2B5EF4-FFF2-40B4-BE49-F238E27FC236}">
                          <a16:creationId xmlns:a16="http://schemas.microsoft.com/office/drawing/2014/main" id="{5AF99C74-6BB9-7BF5-DFE2-536E87B2CB26}"/>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231" name="Group 23230">
                  <a:extLst>
                    <a:ext uri="{FF2B5EF4-FFF2-40B4-BE49-F238E27FC236}">
                      <a16:creationId xmlns:a16="http://schemas.microsoft.com/office/drawing/2014/main" id="{8172367B-943F-040C-5FFE-B037D640D9E5}"/>
                    </a:ext>
                  </a:extLst>
                </p:cNvPr>
                <p:cNvGrpSpPr/>
                <p:nvPr/>
              </p:nvGrpSpPr>
              <p:grpSpPr>
                <a:xfrm>
                  <a:off x="6069086" y="3246228"/>
                  <a:ext cx="1019224" cy="991639"/>
                  <a:chOff x="5886431" y="3225768"/>
                  <a:chExt cx="1019224" cy="991639"/>
                </a:xfrm>
              </p:grpSpPr>
              <p:grpSp>
                <p:nvGrpSpPr>
                  <p:cNvPr id="23232" name="Group 23231">
                    <a:extLst>
                      <a:ext uri="{FF2B5EF4-FFF2-40B4-BE49-F238E27FC236}">
                        <a16:creationId xmlns:a16="http://schemas.microsoft.com/office/drawing/2014/main" id="{04BC886F-E03F-7AB7-7038-04B3EE620CFC}"/>
                      </a:ext>
                    </a:extLst>
                  </p:cNvPr>
                  <p:cNvGrpSpPr/>
                  <p:nvPr/>
                </p:nvGrpSpPr>
                <p:grpSpPr>
                  <a:xfrm>
                    <a:off x="6197413" y="3824215"/>
                    <a:ext cx="393192" cy="393192"/>
                    <a:chOff x="5265196" y="3357021"/>
                    <a:chExt cx="393192" cy="393192"/>
                  </a:xfrm>
                </p:grpSpPr>
                <p:grpSp>
                  <p:nvGrpSpPr>
                    <p:cNvPr id="23267" name="Group 23266">
                      <a:extLst>
                        <a:ext uri="{FF2B5EF4-FFF2-40B4-BE49-F238E27FC236}">
                          <a16:creationId xmlns:a16="http://schemas.microsoft.com/office/drawing/2014/main" id="{BDF27964-139F-DD6E-6BD0-58A2806DEC91}"/>
                        </a:ext>
                      </a:extLst>
                    </p:cNvPr>
                    <p:cNvGrpSpPr/>
                    <p:nvPr/>
                  </p:nvGrpSpPr>
                  <p:grpSpPr>
                    <a:xfrm rot="14400000">
                      <a:off x="5265196" y="3357021"/>
                      <a:ext cx="393192" cy="393192"/>
                      <a:chOff x="5354637" y="3446463"/>
                      <a:chExt cx="214313" cy="214313"/>
                    </a:xfrm>
                  </p:grpSpPr>
                  <p:sp>
                    <p:nvSpPr>
                      <p:cNvPr id="23276" name="Arc 23275">
                        <a:extLst>
                          <a:ext uri="{FF2B5EF4-FFF2-40B4-BE49-F238E27FC236}">
                            <a16:creationId xmlns:a16="http://schemas.microsoft.com/office/drawing/2014/main" id="{117720CD-A6F0-C070-E8CB-B424D7081BD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277" name="Arc 23276">
                        <a:extLst>
                          <a:ext uri="{FF2B5EF4-FFF2-40B4-BE49-F238E27FC236}">
                            <a16:creationId xmlns:a16="http://schemas.microsoft.com/office/drawing/2014/main" id="{A890F837-5827-CCFF-37FB-5DB33A0C3ED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268" name="Group 23267">
                      <a:extLst>
                        <a:ext uri="{FF2B5EF4-FFF2-40B4-BE49-F238E27FC236}">
                          <a16:creationId xmlns:a16="http://schemas.microsoft.com/office/drawing/2014/main" id="{C461EB95-BDA1-BDBC-B872-C9E12335C82E}"/>
                        </a:ext>
                      </a:extLst>
                    </p:cNvPr>
                    <p:cNvGrpSpPr/>
                    <p:nvPr/>
                  </p:nvGrpSpPr>
                  <p:grpSpPr>
                    <a:xfrm>
                      <a:off x="5310186" y="3402011"/>
                      <a:ext cx="303213" cy="303213"/>
                      <a:chOff x="5310186" y="3402011"/>
                      <a:chExt cx="303213" cy="303213"/>
                    </a:xfrm>
                  </p:grpSpPr>
                  <p:grpSp>
                    <p:nvGrpSpPr>
                      <p:cNvPr id="23269" name="Group 23268">
                        <a:extLst>
                          <a:ext uri="{FF2B5EF4-FFF2-40B4-BE49-F238E27FC236}">
                            <a16:creationId xmlns:a16="http://schemas.microsoft.com/office/drawing/2014/main" id="{88AE96BA-48F4-49F0-6778-C71789DA8CD0}"/>
                          </a:ext>
                        </a:extLst>
                      </p:cNvPr>
                      <p:cNvGrpSpPr/>
                      <p:nvPr/>
                    </p:nvGrpSpPr>
                    <p:grpSpPr>
                      <a:xfrm>
                        <a:off x="5354636" y="3446461"/>
                        <a:ext cx="214313" cy="214313"/>
                        <a:chOff x="5354637" y="3446463"/>
                        <a:chExt cx="214313" cy="214313"/>
                      </a:xfrm>
                    </p:grpSpPr>
                    <p:sp>
                      <p:nvSpPr>
                        <p:cNvPr id="23274" name="Arc 23273">
                          <a:extLst>
                            <a:ext uri="{FF2B5EF4-FFF2-40B4-BE49-F238E27FC236}">
                              <a16:creationId xmlns:a16="http://schemas.microsoft.com/office/drawing/2014/main" id="{56B4E70B-C55A-8890-6168-25F85B6A6E8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275" name="Arc 23274">
                          <a:extLst>
                            <a:ext uri="{FF2B5EF4-FFF2-40B4-BE49-F238E27FC236}">
                              <a16:creationId xmlns:a16="http://schemas.microsoft.com/office/drawing/2014/main" id="{3EFE512E-6572-38E0-FCEF-08F11BFE803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270" name="Group 23269">
                        <a:extLst>
                          <a:ext uri="{FF2B5EF4-FFF2-40B4-BE49-F238E27FC236}">
                            <a16:creationId xmlns:a16="http://schemas.microsoft.com/office/drawing/2014/main" id="{1CE08C2A-5FFB-F98B-ED0F-11B063384575}"/>
                          </a:ext>
                        </a:extLst>
                      </p:cNvPr>
                      <p:cNvGrpSpPr/>
                      <p:nvPr/>
                    </p:nvGrpSpPr>
                    <p:grpSpPr>
                      <a:xfrm rot="7200000">
                        <a:off x="5310186" y="3402011"/>
                        <a:ext cx="303213" cy="303213"/>
                        <a:chOff x="5354637" y="3446463"/>
                        <a:chExt cx="214313" cy="214313"/>
                      </a:xfrm>
                    </p:grpSpPr>
                    <p:sp>
                      <p:nvSpPr>
                        <p:cNvPr id="23272" name="Arc 23271">
                          <a:extLst>
                            <a:ext uri="{FF2B5EF4-FFF2-40B4-BE49-F238E27FC236}">
                              <a16:creationId xmlns:a16="http://schemas.microsoft.com/office/drawing/2014/main" id="{15523059-30AC-E27E-10D8-8BCD0BB3E8B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273" name="Arc 23272">
                          <a:extLst>
                            <a:ext uri="{FF2B5EF4-FFF2-40B4-BE49-F238E27FC236}">
                              <a16:creationId xmlns:a16="http://schemas.microsoft.com/office/drawing/2014/main" id="{3771E175-6ED0-5C8F-9AC7-637BC6507C8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271" name="TextBox 23270">
                        <a:extLst>
                          <a:ext uri="{FF2B5EF4-FFF2-40B4-BE49-F238E27FC236}">
                            <a16:creationId xmlns:a16="http://schemas.microsoft.com/office/drawing/2014/main" id="{1289ACD3-07A3-807C-3493-F2A889C39041}"/>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233" name="Group 23232">
                    <a:extLst>
                      <a:ext uri="{FF2B5EF4-FFF2-40B4-BE49-F238E27FC236}">
                        <a16:creationId xmlns:a16="http://schemas.microsoft.com/office/drawing/2014/main" id="{1EFE88B6-3797-E707-FBFD-49896F663F76}"/>
                      </a:ext>
                    </a:extLst>
                  </p:cNvPr>
                  <p:cNvGrpSpPr/>
                  <p:nvPr/>
                </p:nvGrpSpPr>
                <p:grpSpPr>
                  <a:xfrm>
                    <a:off x="5886431" y="3525040"/>
                    <a:ext cx="393192" cy="393192"/>
                    <a:chOff x="5265196" y="3932619"/>
                    <a:chExt cx="393192" cy="393192"/>
                  </a:xfrm>
                </p:grpSpPr>
                <p:grpSp>
                  <p:nvGrpSpPr>
                    <p:cNvPr id="23257" name="Group 23256">
                      <a:extLst>
                        <a:ext uri="{FF2B5EF4-FFF2-40B4-BE49-F238E27FC236}">
                          <a16:creationId xmlns:a16="http://schemas.microsoft.com/office/drawing/2014/main" id="{23BA99C5-5D79-C531-4999-D44643454DDC}"/>
                        </a:ext>
                      </a:extLst>
                    </p:cNvPr>
                    <p:cNvGrpSpPr/>
                    <p:nvPr/>
                  </p:nvGrpSpPr>
                  <p:grpSpPr>
                    <a:xfrm>
                      <a:off x="5354636" y="4022061"/>
                      <a:ext cx="214313" cy="214313"/>
                      <a:chOff x="5354637" y="3446463"/>
                      <a:chExt cx="214313" cy="214313"/>
                    </a:xfrm>
                  </p:grpSpPr>
                  <p:sp>
                    <p:nvSpPr>
                      <p:cNvPr id="23265" name="Arc 23264">
                        <a:extLst>
                          <a:ext uri="{FF2B5EF4-FFF2-40B4-BE49-F238E27FC236}">
                            <a16:creationId xmlns:a16="http://schemas.microsoft.com/office/drawing/2014/main" id="{5251319E-83B1-8BAF-8F22-379ED764247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266" name="Arc 23265">
                        <a:extLst>
                          <a:ext uri="{FF2B5EF4-FFF2-40B4-BE49-F238E27FC236}">
                            <a16:creationId xmlns:a16="http://schemas.microsoft.com/office/drawing/2014/main" id="{0838E5C6-E803-705A-C13C-5981802D290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258" name="Group 23257">
                      <a:extLst>
                        <a:ext uri="{FF2B5EF4-FFF2-40B4-BE49-F238E27FC236}">
                          <a16:creationId xmlns:a16="http://schemas.microsoft.com/office/drawing/2014/main" id="{5DC1D846-3964-C7E4-63D7-556A6994A206}"/>
                        </a:ext>
                      </a:extLst>
                    </p:cNvPr>
                    <p:cNvGrpSpPr/>
                    <p:nvPr/>
                  </p:nvGrpSpPr>
                  <p:grpSpPr>
                    <a:xfrm rot="14400000">
                      <a:off x="5310186" y="3977611"/>
                      <a:ext cx="303213" cy="303213"/>
                      <a:chOff x="5354637" y="3446463"/>
                      <a:chExt cx="214313" cy="214313"/>
                    </a:xfrm>
                  </p:grpSpPr>
                  <p:sp>
                    <p:nvSpPr>
                      <p:cNvPr id="23263" name="Arc 23262">
                        <a:extLst>
                          <a:ext uri="{FF2B5EF4-FFF2-40B4-BE49-F238E27FC236}">
                            <a16:creationId xmlns:a16="http://schemas.microsoft.com/office/drawing/2014/main" id="{716598F1-33DF-3FE3-6011-D8DDE3C1D58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264" name="Arc 23263">
                        <a:extLst>
                          <a:ext uri="{FF2B5EF4-FFF2-40B4-BE49-F238E27FC236}">
                            <a16:creationId xmlns:a16="http://schemas.microsoft.com/office/drawing/2014/main" id="{6A09497D-F6F4-0C2B-3521-FF32AB170D5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259" name="Group 23258">
                      <a:extLst>
                        <a:ext uri="{FF2B5EF4-FFF2-40B4-BE49-F238E27FC236}">
                          <a16:creationId xmlns:a16="http://schemas.microsoft.com/office/drawing/2014/main" id="{CF45D6DE-0568-FC27-6970-772F15ED9A63}"/>
                        </a:ext>
                      </a:extLst>
                    </p:cNvPr>
                    <p:cNvGrpSpPr/>
                    <p:nvPr/>
                  </p:nvGrpSpPr>
                  <p:grpSpPr>
                    <a:xfrm rot="7200000">
                      <a:off x="5265196" y="3932619"/>
                      <a:ext cx="393192" cy="393192"/>
                      <a:chOff x="5354637" y="3446463"/>
                      <a:chExt cx="214313" cy="214313"/>
                    </a:xfrm>
                  </p:grpSpPr>
                  <p:sp>
                    <p:nvSpPr>
                      <p:cNvPr id="23261" name="Arc 23260">
                        <a:extLst>
                          <a:ext uri="{FF2B5EF4-FFF2-40B4-BE49-F238E27FC236}">
                            <a16:creationId xmlns:a16="http://schemas.microsoft.com/office/drawing/2014/main" id="{108D51B7-F103-465B-EAAB-023576C8D8A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262" name="Arc 23261">
                        <a:extLst>
                          <a:ext uri="{FF2B5EF4-FFF2-40B4-BE49-F238E27FC236}">
                            <a16:creationId xmlns:a16="http://schemas.microsoft.com/office/drawing/2014/main" id="{010C6A3B-F2B0-4AF1-8F42-3CF8BC7A49B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260" name="TextBox 23259">
                      <a:extLst>
                        <a:ext uri="{FF2B5EF4-FFF2-40B4-BE49-F238E27FC236}">
                          <a16:creationId xmlns:a16="http://schemas.microsoft.com/office/drawing/2014/main" id="{B448F7A7-99E7-63E6-02FE-F0C176482C12}"/>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3234" name="Group 23233">
                    <a:extLst>
                      <a:ext uri="{FF2B5EF4-FFF2-40B4-BE49-F238E27FC236}">
                        <a16:creationId xmlns:a16="http://schemas.microsoft.com/office/drawing/2014/main" id="{1F91960E-35E4-6401-E81A-4C28F180ED33}"/>
                      </a:ext>
                    </a:extLst>
                  </p:cNvPr>
                  <p:cNvGrpSpPr/>
                  <p:nvPr/>
                </p:nvGrpSpPr>
                <p:grpSpPr>
                  <a:xfrm>
                    <a:off x="6512463" y="3525040"/>
                    <a:ext cx="393192" cy="393192"/>
                    <a:chOff x="6389147" y="3357021"/>
                    <a:chExt cx="393192" cy="393192"/>
                  </a:xfrm>
                </p:grpSpPr>
                <p:grpSp>
                  <p:nvGrpSpPr>
                    <p:cNvPr id="23246" name="Group 23245">
                      <a:extLst>
                        <a:ext uri="{FF2B5EF4-FFF2-40B4-BE49-F238E27FC236}">
                          <a16:creationId xmlns:a16="http://schemas.microsoft.com/office/drawing/2014/main" id="{7C43A722-9ACF-1DF0-885D-02A3AAC024F1}"/>
                        </a:ext>
                      </a:extLst>
                    </p:cNvPr>
                    <p:cNvGrpSpPr/>
                    <p:nvPr/>
                  </p:nvGrpSpPr>
                  <p:grpSpPr>
                    <a:xfrm rot="7200000" flipH="1">
                      <a:off x="6389147" y="3357021"/>
                      <a:ext cx="393192" cy="393192"/>
                      <a:chOff x="5354637" y="3446463"/>
                      <a:chExt cx="214313" cy="214313"/>
                    </a:xfrm>
                  </p:grpSpPr>
                  <p:sp>
                    <p:nvSpPr>
                      <p:cNvPr id="23255" name="Arc 23254">
                        <a:extLst>
                          <a:ext uri="{FF2B5EF4-FFF2-40B4-BE49-F238E27FC236}">
                            <a16:creationId xmlns:a16="http://schemas.microsoft.com/office/drawing/2014/main" id="{B517DCBB-C489-C3B5-14E2-0AD2C0039C3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256" name="Arc 23255">
                        <a:extLst>
                          <a:ext uri="{FF2B5EF4-FFF2-40B4-BE49-F238E27FC236}">
                            <a16:creationId xmlns:a16="http://schemas.microsoft.com/office/drawing/2014/main" id="{9F987BE7-703A-F41C-BE3C-48B51485EA4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247" name="Group 23246">
                      <a:extLst>
                        <a:ext uri="{FF2B5EF4-FFF2-40B4-BE49-F238E27FC236}">
                          <a16:creationId xmlns:a16="http://schemas.microsoft.com/office/drawing/2014/main" id="{9E156491-B5C2-43F1-5754-55737B45C0D8}"/>
                        </a:ext>
                      </a:extLst>
                    </p:cNvPr>
                    <p:cNvGrpSpPr/>
                    <p:nvPr/>
                  </p:nvGrpSpPr>
                  <p:grpSpPr>
                    <a:xfrm>
                      <a:off x="6434137" y="3402011"/>
                      <a:ext cx="303213" cy="303213"/>
                      <a:chOff x="6434137" y="3402011"/>
                      <a:chExt cx="303213" cy="303213"/>
                    </a:xfrm>
                  </p:grpSpPr>
                  <p:grpSp>
                    <p:nvGrpSpPr>
                      <p:cNvPr id="23248" name="Group 23247">
                        <a:extLst>
                          <a:ext uri="{FF2B5EF4-FFF2-40B4-BE49-F238E27FC236}">
                            <a16:creationId xmlns:a16="http://schemas.microsoft.com/office/drawing/2014/main" id="{2CBC17BE-0798-D5A5-210D-FB4829865DEE}"/>
                          </a:ext>
                        </a:extLst>
                      </p:cNvPr>
                      <p:cNvGrpSpPr/>
                      <p:nvPr/>
                    </p:nvGrpSpPr>
                    <p:grpSpPr>
                      <a:xfrm flipH="1">
                        <a:off x="6478587" y="3446461"/>
                        <a:ext cx="214313" cy="214313"/>
                        <a:chOff x="5354637" y="3446463"/>
                        <a:chExt cx="214313" cy="214313"/>
                      </a:xfrm>
                    </p:grpSpPr>
                    <p:sp>
                      <p:nvSpPr>
                        <p:cNvPr id="23253" name="Arc 23252">
                          <a:extLst>
                            <a:ext uri="{FF2B5EF4-FFF2-40B4-BE49-F238E27FC236}">
                              <a16:creationId xmlns:a16="http://schemas.microsoft.com/office/drawing/2014/main" id="{5B9B1A7F-0E1E-9194-F0F4-A7E0969BE38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254" name="Arc 23253">
                          <a:extLst>
                            <a:ext uri="{FF2B5EF4-FFF2-40B4-BE49-F238E27FC236}">
                              <a16:creationId xmlns:a16="http://schemas.microsoft.com/office/drawing/2014/main" id="{40680644-8356-6D63-412F-C4FF4C6B817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249" name="Group 23248">
                        <a:extLst>
                          <a:ext uri="{FF2B5EF4-FFF2-40B4-BE49-F238E27FC236}">
                            <a16:creationId xmlns:a16="http://schemas.microsoft.com/office/drawing/2014/main" id="{52DAF378-A5E8-8FCE-BDC9-1FBE69410F2A}"/>
                          </a:ext>
                        </a:extLst>
                      </p:cNvPr>
                      <p:cNvGrpSpPr/>
                      <p:nvPr/>
                    </p:nvGrpSpPr>
                    <p:grpSpPr>
                      <a:xfrm rot="14400000" flipH="1">
                        <a:off x="6434137" y="3402011"/>
                        <a:ext cx="303213" cy="303213"/>
                        <a:chOff x="5354637" y="3446463"/>
                        <a:chExt cx="214313" cy="214313"/>
                      </a:xfrm>
                    </p:grpSpPr>
                    <p:sp>
                      <p:nvSpPr>
                        <p:cNvPr id="23251" name="Arc 23250">
                          <a:extLst>
                            <a:ext uri="{FF2B5EF4-FFF2-40B4-BE49-F238E27FC236}">
                              <a16:creationId xmlns:a16="http://schemas.microsoft.com/office/drawing/2014/main" id="{1108813C-D515-97D5-B9E3-584908AB995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252" name="Arc 23251">
                          <a:extLst>
                            <a:ext uri="{FF2B5EF4-FFF2-40B4-BE49-F238E27FC236}">
                              <a16:creationId xmlns:a16="http://schemas.microsoft.com/office/drawing/2014/main" id="{1C09A0D0-EC73-792B-BF70-9614E20C288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250" name="TextBox 23249">
                        <a:extLst>
                          <a:ext uri="{FF2B5EF4-FFF2-40B4-BE49-F238E27FC236}">
                            <a16:creationId xmlns:a16="http://schemas.microsoft.com/office/drawing/2014/main" id="{0BD22CE7-D376-39B9-C8B1-99B32B7E2635}"/>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235" name="Group 23234">
                    <a:extLst>
                      <a:ext uri="{FF2B5EF4-FFF2-40B4-BE49-F238E27FC236}">
                        <a16:creationId xmlns:a16="http://schemas.microsoft.com/office/drawing/2014/main" id="{370F17D5-DCCD-8887-3006-05E6411870C1}"/>
                      </a:ext>
                    </a:extLst>
                  </p:cNvPr>
                  <p:cNvGrpSpPr/>
                  <p:nvPr/>
                </p:nvGrpSpPr>
                <p:grpSpPr>
                  <a:xfrm>
                    <a:off x="6197413" y="3225768"/>
                    <a:ext cx="393192" cy="393192"/>
                    <a:chOff x="6389147" y="3932622"/>
                    <a:chExt cx="393192" cy="393192"/>
                  </a:xfrm>
                </p:grpSpPr>
                <p:grpSp>
                  <p:nvGrpSpPr>
                    <p:cNvPr id="23236" name="Group 23235">
                      <a:extLst>
                        <a:ext uri="{FF2B5EF4-FFF2-40B4-BE49-F238E27FC236}">
                          <a16:creationId xmlns:a16="http://schemas.microsoft.com/office/drawing/2014/main" id="{C01662AC-BC16-7FD2-CE9C-3FA9A4C1A6E7}"/>
                        </a:ext>
                      </a:extLst>
                    </p:cNvPr>
                    <p:cNvGrpSpPr/>
                    <p:nvPr/>
                  </p:nvGrpSpPr>
                  <p:grpSpPr>
                    <a:xfrm flipH="1">
                      <a:off x="6478587" y="4022061"/>
                      <a:ext cx="214313" cy="214313"/>
                      <a:chOff x="5354637" y="3446463"/>
                      <a:chExt cx="214313" cy="214313"/>
                    </a:xfrm>
                  </p:grpSpPr>
                  <p:sp>
                    <p:nvSpPr>
                      <p:cNvPr id="23244" name="Arc 23243">
                        <a:extLst>
                          <a:ext uri="{FF2B5EF4-FFF2-40B4-BE49-F238E27FC236}">
                            <a16:creationId xmlns:a16="http://schemas.microsoft.com/office/drawing/2014/main" id="{6AFEA360-94C1-E2BF-ABF7-B243D973CAC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245" name="Arc 23244">
                        <a:extLst>
                          <a:ext uri="{FF2B5EF4-FFF2-40B4-BE49-F238E27FC236}">
                            <a16:creationId xmlns:a16="http://schemas.microsoft.com/office/drawing/2014/main" id="{1A4E2C5C-77BA-BD7B-4325-346035D00BA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237" name="Group 23236">
                      <a:extLst>
                        <a:ext uri="{FF2B5EF4-FFF2-40B4-BE49-F238E27FC236}">
                          <a16:creationId xmlns:a16="http://schemas.microsoft.com/office/drawing/2014/main" id="{AD47B198-4A23-C621-A274-17DC33306F4B}"/>
                        </a:ext>
                      </a:extLst>
                    </p:cNvPr>
                    <p:cNvGrpSpPr/>
                    <p:nvPr/>
                  </p:nvGrpSpPr>
                  <p:grpSpPr>
                    <a:xfrm rot="7200000" flipH="1">
                      <a:off x="6434137" y="3977611"/>
                      <a:ext cx="303213" cy="303213"/>
                      <a:chOff x="5354637" y="3446463"/>
                      <a:chExt cx="214313" cy="214313"/>
                    </a:xfrm>
                  </p:grpSpPr>
                  <p:sp>
                    <p:nvSpPr>
                      <p:cNvPr id="23242" name="Arc 23241">
                        <a:extLst>
                          <a:ext uri="{FF2B5EF4-FFF2-40B4-BE49-F238E27FC236}">
                            <a16:creationId xmlns:a16="http://schemas.microsoft.com/office/drawing/2014/main" id="{4AD3DF64-E0CB-7F5E-B6C0-B8E27D99A94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243" name="Arc 23242">
                        <a:extLst>
                          <a:ext uri="{FF2B5EF4-FFF2-40B4-BE49-F238E27FC236}">
                            <a16:creationId xmlns:a16="http://schemas.microsoft.com/office/drawing/2014/main" id="{CFC911A3-F3C9-E1E3-064A-76FDA04C5DD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238" name="Group 23237">
                      <a:extLst>
                        <a:ext uri="{FF2B5EF4-FFF2-40B4-BE49-F238E27FC236}">
                          <a16:creationId xmlns:a16="http://schemas.microsoft.com/office/drawing/2014/main" id="{B00D4614-9741-83B2-C2F8-18ED43B60FEF}"/>
                        </a:ext>
                      </a:extLst>
                    </p:cNvPr>
                    <p:cNvGrpSpPr/>
                    <p:nvPr/>
                  </p:nvGrpSpPr>
                  <p:grpSpPr>
                    <a:xfrm rot="14400000" flipH="1">
                      <a:off x="6389147" y="3932622"/>
                      <a:ext cx="393192" cy="393192"/>
                      <a:chOff x="5354637" y="3446463"/>
                      <a:chExt cx="214313" cy="214313"/>
                    </a:xfrm>
                  </p:grpSpPr>
                  <p:sp>
                    <p:nvSpPr>
                      <p:cNvPr id="23240" name="Arc 23239">
                        <a:extLst>
                          <a:ext uri="{FF2B5EF4-FFF2-40B4-BE49-F238E27FC236}">
                            <a16:creationId xmlns:a16="http://schemas.microsoft.com/office/drawing/2014/main" id="{84C9DD44-B772-7ED4-4930-A06E766DB63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241" name="Arc 23240">
                        <a:extLst>
                          <a:ext uri="{FF2B5EF4-FFF2-40B4-BE49-F238E27FC236}">
                            <a16:creationId xmlns:a16="http://schemas.microsoft.com/office/drawing/2014/main" id="{FC36C034-4F0B-4BFF-3CAC-F875AA01F25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239" name="TextBox 23238">
                      <a:extLst>
                        <a:ext uri="{FF2B5EF4-FFF2-40B4-BE49-F238E27FC236}">
                          <a16:creationId xmlns:a16="http://schemas.microsoft.com/office/drawing/2014/main" id="{6156E265-8C8F-13EE-74AF-CFE22FB4C340}"/>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23135" name="Group 23134">
                <a:extLst>
                  <a:ext uri="{FF2B5EF4-FFF2-40B4-BE49-F238E27FC236}">
                    <a16:creationId xmlns:a16="http://schemas.microsoft.com/office/drawing/2014/main" id="{CE46BB0F-F3A5-5506-5169-7B126F9A5CAB}"/>
                  </a:ext>
                </a:extLst>
              </p:cNvPr>
              <p:cNvGrpSpPr/>
              <p:nvPr/>
            </p:nvGrpSpPr>
            <p:grpSpPr>
              <a:xfrm>
                <a:off x="6065340" y="2039507"/>
                <a:ext cx="1643204" cy="1593124"/>
                <a:chOff x="5445106" y="2644743"/>
                <a:chExt cx="1643204" cy="1593124"/>
              </a:xfrm>
            </p:grpSpPr>
            <p:grpSp>
              <p:nvGrpSpPr>
                <p:cNvPr id="23136" name="Group 23135">
                  <a:extLst>
                    <a:ext uri="{FF2B5EF4-FFF2-40B4-BE49-F238E27FC236}">
                      <a16:creationId xmlns:a16="http://schemas.microsoft.com/office/drawing/2014/main" id="{E7F433AD-5296-931B-945C-9626222825DE}"/>
                    </a:ext>
                  </a:extLst>
                </p:cNvPr>
                <p:cNvGrpSpPr/>
                <p:nvPr/>
              </p:nvGrpSpPr>
              <p:grpSpPr>
                <a:xfrm>
                  <a:off x="5445106" y="2644743"/>
                  <a:ext cx="1019224" cy="991639"/>
                  <a:chOff x="5886431" y="3225768"/>
                  <a:chExt cx="1019224" cy="991639"/>
                </a:xfrm>
              </p:grpSpPr>
              <p:grpSp>
                <p:nvGrpSpPr>
                  <p:cNvPr id="23184" name="Group 23183">
                    <a:extLst>
                      <a:ext uri="{FF2B5EF4-FFF2-40B4-BE49-F238E27FC236}">
                        <a16:creationId xmlns:a16="http://schemas.microsoft.com/office/drawing/2014/main" id="{D048002C-7012-35A1-5D7C-268318836364}"/>
                      </a:ext>
                    </a:extLst>
                  </p:cNvPr>
                  <p:cNvGrpSpPr/>
                  <p:nvPr/>
                </p:nvGrpSpPr>
                <p:grpSpPr>
                  <a:xfrm>
                    <a:off x="6197413" y="3824215"/>
                    <a:ext cx="393192" cy="393192"/>
                    <a:chOff x="5265196" y="3357021"/>
                    <a:chExt cx="393192" cy="393192"/>
                  </a:xfrm>
                </p:grpSpPr>
                <p:grpSp>
                  <p:nvGrpSpPr>
                    <p:cNvPr id="23219" name="Group 23218">
                      <a:extLst>
                        <a:ext uri="{FF2B5EF4-FFF2-40B4-BE49-F238E27FC236}">
                          <a16:creationId xmlns:a16="http://schemas.microsoft.com/office/drawing/2014/main" id="{061D01E0-7996-61E3-4A70-3CE2F80A482C}"/>
                        </a:ext>
                      </a:extLst>
                    </p:cNvPr>
                    <p:cNvGrpSpPr/>
                    <p:nvPr/>
                  </p:nvGrpSpPr>
                  <p:grpSpPr>
                    <a:xfrm rot="14400000">
                      <a:off x="5265196" y="3357021"/>
                      <a:ext cx="393192" cy="393192"/>
                      <a:chOff x="5354637" y="3446463"/>
                      <a:chExt cx="214313" cy="214313"/>
                    </a:xfrm>
                  </p:grpSpPr>
                  <p:sp>
                    <p:nvSpPr>
                      <p:cNvPr id="23228" name="Arc 23227">
                        <a:extLst>
                          <a:ext uri="{FF2B5EF4-FFF2-40B4-BE49-F238E27FC236}">
                            <a16:creationId xmlns:a16="http://schemas.microsoft.com/office/drawing/2014/main" id="{45A94F67-88D1-CB83-ED30-FC79423BF5A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229" name="Arc 23228">
                        <a:extLst>
                          <a:ext uri="{FF2B5EF4-FFF2-40B4-BE49-F238E27FC236}">
                            <a16:creationId xmlns:a16="http://schemas.microsoft.com/office/drawing/2014/main" id="{11042A97-33CD-84CA-570D-15D9C980811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220" name="Group 23219">
                      <a:extLst>
                        <a:ext uri="{FF2B5EF4-FFF2-40B4-BE49-F238E27FC236}">
                          <a16:creationId xmlns:a16="http://schemas.microsoft.com/office/drawing/2014/main" id="{0D8EE6A2-EC6A-5009-A8D3-E0556B821852}"/>
                        </a:ext>
                      </a:extLst>
                    </p:cNvPr>
                    <p:cNvGrpSpPr/>
                    <p:nvPr/>
                  </p:nvGrpSpPr>
                  <p:grpSpPr>
                    <a:xfrm>
                      <a:off x="5310186" y="3402011"/>
                      <a:ext cx="303213" cy="303213"/>
                      <a:chOff x="5310186" y="3402011"/>
                      <a:chExt cx="303213" cy="303213"/>
                    </a:xfrm>
                  </p:grpSpPr>
                  <p:grpSp>
                    <p:nvGrpSpPr>
                      <p:cNvPr id="23221" name="Group 23220">
                        <a:extLst>
                          <a:ext uri="{FF2B5EF4-FFF2-40B4-BE49-F238E27FC236}">
                            <a16:creationId xmlns:a16="http://schemas.microsoft.com/office/drawing/2014/main" id="{B6580B90-5090-C7EE-FDF4-E8FEF18897C9}"/>
                          </a:ext>
                        </a:extLst>
                      </p:cNvPr>
                      <p:cNvGrpSpPr/>
                      <p:nvPr/>
                    </p:nvGrpSpPr>
                    <p:grpSpPr>
                      <a:xfrm>
                        <a:off x="5354636" y="3446461"/>
                        <a:ext cx="214313" cy="214313"/>
                        <a:chOff x="5354637" y="3446463"/>
                        <a:chExt cx="214313" cy="214313"/>
                      </a:xfrm>
                    </p:grpSpPr>
                    <p:sp>
                      <p:nvSpPr>
                        <p:cNvPr id="23226" name="Arc 23225">
                          <a:extLst>
                            <a:ext uri="{FF2B5EF4-FFF2-40B4-BE49-F238E27FC236}">
                              <a16:creationId xmlns:a16="http://schemas.microsoft.com/office/drawing/2014/main" id="{4243BA21-31C2-6780-8191-0EF1A4987EA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227" name="Arc 23226">
                          <a:extLst>
                            <a:ext uri="{FF2B5EF4-FFF2-40B4-BE49-F238E27FC236}">
                              <a16:creationId xmlns:a16="http://schemas.microsoft.com/office/drawing/2014/main" id="{9F336D66-4370-0A36-A8A1-C1874D3C657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222" name="Group 23221">
                        <a:extLst>
                          <a:ext uri="{FF2B5EF4-FFF2-40B4-BE49-F238E27FC236}">
                            <a16:creationId xmlns:a16="http://schemas.microsoft.com/office/drawing/2014/main" id="{CC89296E-D112-412D-D33F-EA508A595521}"/>
                          </a:ext>
                        </a:extLst>
                      </p:cNvPr>
                      <p:cNvGrpSpPr/>
                      <p:nvPr/>
                    </p:nvGrpSpPr>
                    <p:grpSpPr>
                      <a:xfrm rot="7200000">
                        <a:off x="5310186" y="3402011"/>
                        <a:ext cx="303213" cy="303213"/>
                        <a:chOff x="5354637" y="3446463"/>
                        <a:chExt cx="214313" cy="214313"/>
                      </a:xfrm>
                    </p:grpSpPr>
                    <p:sp>
                      <p:nvSpPr>
                        <p:cNvPr id="23224" name="Arc 23223">
                          <a:extLst>
                            <a:ext uri="{FF2B5EF4-FFF2-40B4-BE49-F238E27FC236}">
                              <a16:creationId xmlns:a16="http://schemas.microsoft.com/office/drawing/2014/main" id="{BE5E0784-4D4E-34C1-A090-D3BF9B3E387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225" name="Arc 23224">
                          <a:extLst>
                            <a:ext uri="{FF2B5EF4-FFF2-40B4-BE49-F238E27FC236}">
                              <a16:creationId xmlns:a16="http://schemas.microsoft.com/office/drawing/2014/main" id="{7BF9E656-D171-FB58-60B7-B0353A0F105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223" name="TextBox 23222">
                        <a:extLst>
                          <a:ext uri="{FF2B5EF4-FFF2-40B4-BE49-F238E27FC236}">
                            <a16:creationId xmlns:a16="http://schemas.microsoft.com/office/drawing/2014/main" id="{04FC8504-C83B-CF17-A360-C0AB9815476E}"/>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185" name="Group 23184">
                    <a:extLst>
                      <a:ext uri="{FF2B5EF4-FFF2-40B4-BE49-F238E27FC236}">
                        <a16:creationId xmlns:a16="http://schemas.microsoft.com/office/drawing/2014/main" id="{39BBC214-A7E2-021D-C578-D68DE5E40295}"/>
                      </a:ext>
                    </a:extLst>
                  </p:cNvPr>
                  <p:cNvGrpSpPr/>
                  <p:nvPr/>
                </p:nvGrpSpPr>
                <p:grpSpPr>
                  <a:xfrm>
                    <a:off x="5886431" y="3525040"/>
                    <a:ext cx="393192" cy="393192"/>
                    <a:chOff x="5265196" y="3932619"/>
                    <a:chExt cx="393192" cy="393192"/>
                  </a:xfrm>
                </p:grpSpPr>
                <p:grpSp>
                  <p:nvGrpSpPr>
                    <p:cNvPr id="23209" name="Group 23208">
                      <a:extLst>
                        <a:ext uri="{FF2B5EF4-FFF2-40B4-BE49-F238E27FC236}">
                          <a16:creationId xmlns:a16="http://schemas.microsoft.com/office/drawing/2014/main" id="{457C84DD-25C8-C953-2C94-06F2C0377E12}"/>
                        </a:ext>
                      </a:extLst>
                    </p:cNvPr>
                    <p:cNvGrpSpPr/>
                    <p:nvPr/>
                  </p:nvGrpSpPr>
                  <p:grpSpPr>
                    <a:xfrm>
                      <a:off x="5354636" y="4022061"/>
                      <a:ext cx="214313" cy="214313"/>
                      <a:chOff x="5354637" y="3446463"/>
                      <a:chExt cx="214313" cy="214313"/>
                    </a:xfrm>
                  </p:grpSpPr>
                  <p:sp>
                    <p:nvSpPr>
                      <p:cNvPr id="23217" name="Arc 23216">
                        <a:extLst>
                          <a:ext uri="{FF2B5EF4-FFF2-40B4-BE49-F238E27FC236}">
                            <a16:creationId xmlns:a16="http://schemas.microsoft.com/office/drawing/2014/main" id="{758B8421-32F5-9D59-2EC1-2BC7083361F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218" name="Arc 23217">
                        <a:extLst>
                          <a:ext uri="{FF2B5EF4-FFF2-40B4-BE49-F238E27FC236}">
                            <a16:creationId xmlns:a16="http://schemas.microsoft.com/office/drawing/2014/main" id="{F1273348-A0C6-689A-A28D-371E17EBD39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210" name="Group 23209">
                      <a:extLst>
                        <a:ext uri="{FF2B5EF4-FFF2-40B4-BE49-F238E27FC236}">
                          <a16:creationId xmlns:a16="http://schemas.microsoft.com/office/drawing/2014/main" id="{B83E054E-9BCF-8DC8-C14C-3FB58DA21C9A}"/>
                        </a:ext>
                      </a:extLst>
                    </p:cNvPr>
                    <p:cNvGrpSpPr/>
                    <p:nvPr/>
                  </p:nvGrpSpPr>
                  <p:grpSpPr>
                    <a:xfrm rot="14400000">
                      <a:off x="5310186" y="3977611"/>
                      <a:ext cx="303213" cy="303213"/>
                      <a:chOff x="5354637" y="3446463"/>
                      <a:chExt cx="214313" cy="214313"/>
                    </a:xfrm>
                  </p:grpSpPr>
                  <p:sp>
                    <p:nvSpPr>
                      <p:cNvPr id="23215" name="Arc 23214">
                        <a:extLst>
                          <a:ext uri="{FF2B5EF4-FFF2-40B4-BE49-F238E27FC236}">
                            <a16:creationId xmlns:a16="http://schemas.microsoft.com/office/drawing/2014/main" id="{2E94B41A-A3B4-FDB8-FCFD-74916163214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216" name="Arc 23215">
                        <a:extLst>
                          <a:ext uri="{FF2B5EF4-FFF2-40B4-BE49-F238E27FC236}">
                            <a16:creationId xmlns:a16="http://schemas.microsoft.com/office/drawing/2014/main" id="{80DDB951-BC09-09D3-1692-05A0072CF7E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211" name="Group 23210">
                      <a:extLst>
                        <a:ext uri="{FF2B5EF4-FFF2-40B4-BE49-F238E27FC236}">
                          <a16:creationId xmlns:a16="http://schemas.microsoft.com/office/drawing/2014/main" id="{2CEDF87F-8A33-7FF0-C3CF-F460310BED65}"/>
                        </a:ext>
                      </a:extLst>
                    </p:cNvPr>
                    <p:cNvGrpSpPr/>
                    <p:nvPr/>
                  </p:nvGrpSpPr>
                  <p:grpSpPr>
                    <a:xfrm rot="7200000">
                      <a:off x="5265196" y="3932619"/>
                      <a:ext cx="393192" cy="393192"/>
                      <a:chOff x="5354637" y="3446463"/>
                      <a:chExt cx="214313" cy="214313"/>
                    </a:xfrm>
                  </p:grpSpPr>
                  <p:sp>
                    <p:nvSpPr>
                      <p:cNvPr id="23213" name="Arc 23212">
                        <a:extLst>
                          <a:ext uri="{FF2B5EF4-FFF2-40B4-BE49-F238E27FC236}">
                            <a16:creationId xmlns:a16="http://schemas.microsoft.com/office/drawing/2014/main" id="{9E1CB0E8-479E-CAF3-9FE9-3132DF35808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214" name="Arc 23213">
                        <a:extLst>
                          <a:ext uri="{FF2B5EF4-FFF2-40B4-BE49-F238E27FC236}">
                            <a16:creationId xmlns:a16="http://schemas.microsoft.com/office/drawing/2014/main" id="{86436567-7986-6392-0AD1-832F36C2316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212" name="TextBox 23211">
                      <a:extLst>
                        <a:ext uri="{FF2B5EF4-FFF2-40B4-BE49-F238E27FC236}">
                          <a16:creationId xmlns:a16="http://schemas.microsoft.com/office/drawing/2014/main" id="{7EA6F98E-E08D-F074-3141-E6EB9248DAD2}"/>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3186" name="Group 23185">
                    <a:extLst>
                      <a:ext uri="{FF2B5EF4-FFF2-40B4-BE49-F238E27FC236}">
                        <a16:creationId xmlns:a16="http://schemas.microsoft.com/office/drawing/2014/main" id="{6BDF44EA-1D07-0D04-E675-9F62A3EC1F0B}"/>
                      </a:ext>
                    </a:extLst>
                  </p:cNvPr>
                  <p:cNvGrpSpPr/>
                  <p:nvPr/>
                </p:nvGrpSpPr>
                <p:grpSpPr>
                  <a:xfrm>
                    <a:off x="6512463" y="3525040"/>
                    <a:ext cx="393192" cy="393192"/>
                    <a:chOff x="6389147" y="3357021"/>
                    <a:chExt cx="393192" cy="393192"/>
                  </a:xfrm>
                </p:grpSpPr>
                <p:grpSp>
                  <p:nvGrpSpPr>
                    <p:cNvPr id="23198" name="Group 23197">
                      <a:extLst>
                        <a:ext uri="{FF2B5EF4-FFF2-40B4-BE49-F238E27FC236}">
                          <a16:creationId xmlns:a16="http://schemas.microsoft.com/office/drawing/2014/main" id="{5CE2890E-A40D-2B81-2CCF-BD4EDBFBAFAF}"/>
                        </a:ext>
                      </a:extLst>
                    </p:cNvPr>
                    <p:cNvGrpSpPr/>
                    <p:nvPr/>
                  </p:nvGrpSpPr>
                  <p:grpSpPr>
                    <a:xfrm rot="7200000" flipH="1">
                      <a:off x="6389147" y="3357021"/>
                      <a:ext cx="393192" cy="393192"/>
                      <a:chOff x="5354637" y="3446463"/>
                      <a:chExt cx="214313" cy="214313"/>
                    </a:xfrm>
                  </p:grpSpPr>
                  <p:sp>
                    <p:nvSpPr>
                      <p:cNvPr id="23207" name="Arc 23206">
                        <a:extLst>
                          <a:ext uri="{FF2B5EF4-FFF2-40B4-BE49-F238E27FC236}">
                            <a16:creationId xmlns:a16="http://schemas.microsoft.com/office/drawing/2014/main" id="{28152BD6-9C95-7EE6-BED2-81EC8E3DB29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208" name="Arc 23207">
                        <a:extLst>
                          <a:ext uri="{FF2B5EF4-FFF2-40B4-BE49-F238E27FC236}">
                            <a16:creationId xmlns:a16="http://schemas.microsoft.com/office/drawing/2014/main" id="{24BEDD7B-537D-124D-33CB-90CC7A312F3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199" name="Group 23198">
                      <a:extLst>
                        <a:ext uri="{FF2B5EF4-FFF2-40B4-BE49-F238E27FC236}">
                          <a16:creationId xmlns:a16="http://schemas.microsoft.com/office/drawing/2014/main" id="{44A1C7FC-8BC1-FBE3-63F7-606C70AB41C9}"/>
                        </a:ext>
                      </a:extLst>
                    </p:cNvPr>
                    <p:cNvGrpSpPr/>
                    <p:nvPr/>
                  </p:nvGrpSpPr>
                  <p:grpSpPr>
                    <a:xfrm>
                      <a:off x="6434137" y="3402011"/>
                      <a:ext cx="303213" cy="303213"/>
                      <a:chOff x="6434137" y="3402011"/>
                      <a:chExt cx="303213" cy="303213"/>
                    </a:xfrm>
                  </p:grpSpPr>
                  <p:grpSp>
                    <p:nvGrpSpPr>
                      <p:cNvPr id="23200" name="Group 23199">
                        <a:extLst>
                          <a:ext uri="{FF2B5EF4-FFF2-40B4-BE49-F238E27FC236}">
                            <a16:creationId xmlns:a16="http://schemas.microsoft.com/office/drawing/2014/main" id="{679BB9E1-5BC0-0C96-3470-0E1605D67677}"/>
                          </a:ext>
                        </a:extLst>
                      </p:cNvPr>
                      <p:cNvGrpSpPr/>
                      <p:nvPr/>
                    </p:nvGrpSpPr>
                    <p:grpSpPr>
                      <a:xfrm flipH="1">
                        <a:off x="6478587" y="3446461"/>
                        <a:ext cx="214313" cy="214313"/>
                        <a:chOff x="5354637" y="3446463"/>
                        <a:chExt cx="214313" cy="214313"/>
                      </a:xfrm>
                    </p:grpSpPr>
                    <p:sp>
                      <p:nvSpPr>
                        <p:cNvPr id="23205" name="Arc 23204">
                          <a:extLst>
                            <a:ext uri="{FF2B5EF4-FFF2-40B4-BE49-F238E27FC236}">
                              <a16:creationId xmlns:a16="http://schemas.microsoft.com/office/drawing/2014/main" id="{0532FAAD-BDC9-920C-F66B-5D98D02CA27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206" name="Arc 23205">
                          <a:extLst>
                            <a:ext uri="{FF2B5EF4-FFF2-40B4-BE49-F238E27FC236}">
                              <a16:creationId xmlns:a16="http://schemas.microsoft.com/office/drawing/2014/main" id="{10E3E89D-2F9D-F6C7-9E43-1B6D9E46441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201" name="Group 23200">
                        <a:extLst>
                          <a:ext uri="{FF2B5EF4-FFF2-40B4-BE49-F238E27FC236}">
                            <a16:creationId xmlns:a16="http://schemas.microsoft.com/office/drawing/2014/main" id="{967D1DD6-3BBE-F148-026D-E2F34F2BEC2C}"/>
                          </a:ext>
                        </a:extLst>
                      </p:cNvPr>
                      <p:cNvGrpSpPr/>
                      <p:nvPr/>
                    </p:nvGrpSpPr>
                    <p:grpSpPr>
                      <a:xfrm rot="14400000" flipH="1">
                        <a:off x="6434137" y="3402011"/>
                        <a:ext cx="303213" cy="303213"/>
                        <a:chOff x="5354637" y="3446463"/>
                        <a:chExt cx="214313" cy="214313"/>
                      </a:xfrm>
                    </p:grpSpPr>
                    <p:sp>
                      <p:nvSpPr>
                        <p:cNvPr id="23203" name="Arc 23202">
                          <a:extLst>
                            <a:ext uri="{FF2B5EF4-FFF2-40B4-BE49-F238E27FC236}">
                              <a16:creationId xmlns:a16="http://schemas.microsoft.com/office/drawing/2014/main" id="{DE47C885-B486-DC6B-6A54-03EBACA5108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204" name="Arc 23203">
                          <a:extLst>
                            <a:ext uri="{FF2B5EF4-FFF2-40B4-BE49-F238E27FC236}">
                              <a16:creationId xmlns:a16="http://schemas.microsoft.com/office/drawing/2014/main" id="{5B912CB6-BF36-C595-8F33-8CD7B9611F5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202" name="TextBox 23201">
                        <a:extLst>
                          <a:ext uri="{FF2B5EF4-FFF2-40B4-BE49-F238E27FC236}">
                            <a16:creationId xmlns:a16="http://schemas.microsoft.com/office/drawing/2014/main" id="{D4BFB78A-9E93-F675-877D-E79713F193F9}"/>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187" name="Group 23186">
                    <a:extLst>
                      <a:ext uri="{FF2B5EF4-FFF2-40B4-BE49-F238E27FC236}">
                        <a16:creationId xmlns:a16="http://schemas.microsoft.com/office/drawing/2014/main" id="{44466D33-20D4-1802-A41A-C650BAAF2ADE}"/>
                      </a:ext>
                    </a:extLst>
                  </p:cNvPr>
                  <p:cNvGrpSpPr/>
                  <p:nvPr/>
                </p:nvGrpSpPr>
                <p:grpSpPr>
                  <a:xfrm>
                    <a:off x="6197413" y="3225768"/>
                    <a:ext cx="393192" cy="393192"/>
                    <a:chOff x="6389147" y="3932622"/>
                    <a:chExt cx="393192" cy="393192"/>
                  </a:xfrm>
                </p:grpSpPr>
                <p:grpSp>
                  <p:nvGrpSpPr>
                    <p:cNvPr id="23188" name="Group 23187">
                      <a:extLst>
                        <a:ext uri="{FF2B5EF4-FFF2-40B4-BE49-F238E27FC236}">
                          <a16:creationId xmlns:a16="http://schemas.microsoft.com/office/drawing/2014/main" id="{C0997646-97D8-71A8-6AFB-4AA53160816F}"/>
                        </a:ext>
                      </a:extLst>
                    </p:cNvPr>
                    <p:cNvGrpSpPr/>
                    <p:nvPr/>
                  </p:nvGrpSpPr>
                  <p:grpSpPr>
                    <a:xfrm flipH="1">
                      <a:off x="6478587" y="4022061"/>
                      <a:ext cx="214313" cy="214313"/>
                      <a:chOff x="5354637" y="3446463"/>
                      <a:chExt cx="214313" cy="214313"/>
                    </a:xfrm>
                  </p:grpSpPr>
                  <p:sp>
                    <p:nvSpPr>
                      <p:cNvPr id="23196" name="Arc 23195">
                        <a:extLst>
                          <a:ext uri="{FF2B5EF4-FFF2-40B4-BE49-F238E27FC236}">
                            <a16:creationId xmlns:a16="http://schemas.microsoft.com/office/drawing/2014/main" id="{A63E8D07-6B2E-A959-709E-85C0A1DA169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197" name="Arc 23196">
                        <a:extLst>
                          <a:ext uri="{FF2B5EF4-FFF2-40B4-BE49-F238E27FC236}">
                            <a16:creationId xmlns:a16="http://schemas.microsoft.com/office/drawing/2014/main" id="{F7AEA86B-5A22-7408-6530-E620C991FD7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189" name="Group 23188">
                      <a:extLst>
                        <a:ext uri="{FF2B5EF4-FFF2-40B4-BE49-F238E27FC236}">
                          <a16:creationId xmlns:a16="http://schemas.microsoft.com/office/drawing/2014/main" id="{8B3C042D-9836-DD90-5903-11C596A7B41D}"/>
                        </a:ext>
                      </a:extLst>
                    </p:cNvPr>
                    <p:cNvGrpSpPr/>
                    <p:nvPr/>
                  </p:nvGrpSpPr>
                  <p:grpSpPr>
                    <a:xfrm rot="7200000" flipH="1">
                      <a:off x="6434137" y="3977611"/>
                      <a:ext cx="303213" cy="303213"/>
                      <a:chOff x="5354637" y="3446463"/>
                      <a:chExt cx="214313" cy="214313"/>
                    </a:xfrm>
                  </p:grpSpPr>
                  <p:sp>
                    <p:nvSpPr>
                      <p:cNvPr id="23194" name="Arc 23193">
                        <a:extLst>
                          <a:ext uri="{FF2B5EF4-FFF2-40B4-BE49-F238E27FC236}">
                            <a16:creationId xmlns:a16="http://schemas.microsoft.com/office/drawing/2014/main" id="{177EDF49-BED2-9462-0EE6-E04CE6EC2D4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195" name="Arc 23194">
                        <a:extLst>
                          <a:ext uri="{FF2B5EF4-FFF2-40B4-BE49-F238E27FC236}">
                            <a16:creationId xmlns:a16="http://schemas.microsoft.com/office/drawing/2014/main" id="{D92AB652-3176-78E6-C090-3A986FE88D8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190" name="Group 23189">
                      <a:extLst>
                        <a:ext uri="{FF2B5EF4-FFF2-40B4-BE49-F238E27FC236}">
                          <a16:creationId xmlns:a16="http://schemas.microsoft.com/office/drawing/2014/main" id="{DD286130-E651-9EB0-1C3F-64052CB7CEEC}"/>
                        </a:ext>
                      </a:extLst>
                    </p:cNvPr>
                    <p:cNvGrpSpPr/>
                    <p:nvPr/>
                  </p:nvGrpSpPr>
                  <p:grpSpPr>
                    <a:xfrm rot="14400000" flipH="1">
                      <a:off x="6389147" y="3932622"/>
                      <a:ext cx="393192" cy="393192"/>
                      <a:chOff x="5354637" y="3446463"/>
                      <a:chExt cx="214313" cy="214313"/>
                    </a:xfrm>
                  </p:grpSpPr>
                  <p:sp>
                    <p:nvSpPr>
                      <p:cNvPr id="23192" name="Arc 23191">
                        <a:extLst>
                          <a:ext uri="{FF2B5EF4-FFF2-40B4-BE49-F238E27FC236}">
                            <a16:creationId xmlns:a16="http://schemas.microsoft.com/office/drawing/2014/main" id="{65E03655-BECF-8912-A118-0DCBF9D9983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193" name="Arc 23192">
                        <a:extLst>
                          <a:ext uri="{FF2B5EF4-FFF2-40B4-BE49-F238E27FC236}">
                            <a16:creationId xmlns:a16="http://schemas.microsoft.com/office/drawing/2014/main" id="{63FCC890-1076-0829-C8AD-9F2EC6DF482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191" name="TextBox 23190">
                      <a:extLst>
                        <a:ext uri="{FF2B5EF4-FFF2-40B4-BE49-F238E27FC236}">
                          <a16:creationId xmlns:a16="http://schemas.microsoft.com/office/drawing/2014/main" id="{7C7958A9-0BE8-1B8F-9EE0-1C72DAD7E665}"/>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137" name="Group 23136">
                  <a:extLst>
                    <a:ext uri="{FF2B5EF4-FFF2-40B4-BE49-F238E27FC236}">
                      <a16:creationId xmlns:a16="http://schemas.microsoft.com/office/drawing/2014/main" id="{ACDE54F9-55EE-62D3-4250-A02157B57FF0}"/>
                    </a:ext>
                  </a:extLst>
                </p:cNvPr>
                <p:cNvGrpSpPr/>
                <p:nvPr/>
              </p:nvGrpSpPr>
              <p:grpSpPr>
                <a:xfrm>
                  <a:off x="6069086" y="3246228"/>
                  <a:ext cx="1019224" cy="991639"/>
                  <a:chOff x="5886431" y="3225768"/>
                  <a:chExt cx="1019224" cy="991639"/>
                </a:xfrm>
              </p:grpSpPr>
              <p:grpSp>
                <p:nvGrpSpPr>
                  <p:cNvPr id="23138" name="Group 23137">
                    <a:extLst>
                      <a:ext uri="{FF2B5EF4-FFF2-40B4-BE49-F238E27FC236}">
                        <a16:creationId xmlns:a16="http://schemas.microsoft.com/office/drawing/2014/main" id="{F2801258-EEC1-7366-5CDB-752927EAA5D7}"/>
                      </a:ext>
                    </a:extLst>
                  </p:cNvPr>
                  <p:cNvGrpSpPr/>
                  <p:nvPr/>
                </p:nvGrpSpPr>
                <p:grpSpPr>
                  <a:xfrm>
                    <a:off x="6197413" y="3824215"/>
                    <a:ext cx="393192" cy="393192"/>
                    <a:chOff x="5265196" y="3357021"/>
                    <a:chExt cx="393192" cy="393192"/>
                  </a:xfrm>
                </p:grpSpPr>
                <p:grpSp>
                  <p:nvGrpSpPr>
                    <p:cNvPr id="23173" name="Group 23172">
                      <a:extLst>
                        <a:ext uri="{FF2B5EF4-FFF2-40B4-BE49-F238E27FC236}">
                          <a16:creationId xmlns:a16="http://schemas.microsoft.com/office/drawing/2014/main" id="{8CCC1DAF-8E97-EBFF-6BE2-967106D853D9}"/>
                        </a:ext>
                      </a:extLst>
                    </p:cNvPr>
                    <p:cNvGrpSpPr/>
                    <p:nvPr/>
                  </p:nvGrpSpPr>
                  <p:grpSpPr>
                    <a:xfrm rot="14400000">
                      <a:off x="5265196" y="3357021"/>
                      <a:ext cx="393192" cy="393192"/>
                      <a:chOff x="5354637" y="3446463"/>
                      <a:chExt cx="214313" cy="214313"/>
                    </a:xfrm>
                  </p:grpSpPr>
                  <p:sp>
                    <p:nvSpPr>
                      <p:cNvPr id="23182" name="Arc 23181">
                        <a:extLst>
                          <a:ext uri="{FF2B5EF4-FFF2-40B4-BE49-F238E27FC236}">
                            <a16:creationId xmlns:a16="http://schemas.microsoft.com/office/drawing/2014/main" id="{B95F16F3-F135-4EFC-4B5A-363AB13B681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183" name="Arc 23182">
                        <a:extLst>
                          <a:ext uri="{FF2B5EF4-FFF2-40B4-BE49-F238E27FC236}">
                            <a16:creationId xmlns:a16="http://schemas.microsoft.com/office/drawing/2014/main" id="{8AD5998F-2FA0-3687-AD14-0EAE60E1491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174" name="Group 23173">
                      <a:extLst>
                        <a:ext uri="{FF2B5EF4-FFF2-40B4-BE49-F238E27FC236}">
                          <a16:creationId xmlns:a16="http://schemas.microsoft.com/office/drawing/2014/main" id="{06C5B725-EFE9-9A4A-A846-72361948BCEF}"/>
                        </a:ext>
                      </a:extLst>
                    </p:cNvPr>
                    <p:cNvGrpSpPr/>
                    <p:nvPr/>
                  </p:nvGrpSpPr>
                  <p:grpSpPr>
                    <a:xfrm>
                      <a:off x="5310186" y="3402011"/>
                      <a:ext cx="303213" cy="303213"/>
                      <a:chOff x="5310186" y="3402011"/>
                      <a:chExt cx="303213" cy="303213"/>
                    </a:xfrm>
                  </p:grpSpPr>
                  <p:grpSp>
                    <p:nvGrpSpPr>
                      <p:cNvPr id="23175" name="Group 23174">
                        <a:extLst>
                          <a:ext uri="{FF2B5EF4-FFF2-40B4-BE49-F238E27FC236}">
                            <a16:creationId xmlns:a16="http://schemas.microsoft.com/office/drawing/2014/main" id="{9FC4FB24-D2C1-5BB6-D334-900EF7BB3B2B}"/>
                          </a:ext>
                        </a:extLst>
                      </p:cNvPr>
                      <p:cNvGrpSpPr/>
                      <p:nvPr/>
                    </p:nvGrpSpPr>
                    <p:grpSpPr>
                      <a:xfrm>
                        <a:off x="5354636" y="3446461"/>
                        <a:ext cx="214313" cy="214313"/>
                        <a:chOff x="5354637" y="3446463"/>
                        <a:chExt cx="214313" cy="214313"/>
                      </a:xfrm>
                    </p:grpSpPr>
                    <p:sp>
                      <p:nvSpPr>
                        <p:cNvPr id="23180" name="Arc 23179">
                          <a:extLst>
                            <a:ext uri="{FF2B5EF4-FFF2-40B4-BE49-F238E27FC236}">
                              <a16:creationId xmlns:a16="http://schemas.microsoft.com/office/drawing/2014/main" id="{90B223B6-2328-FB03-4D95-C99792E498A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181" name="Arc 23180">
                          <a:extLst>
                            <a:ext uri="{FF2B5EF4-FFF2-40B4-BE49-F238E27FC236}">
                              <a16:creationId xmlns:a16="http://schemas.microsoft.com/office/drawing/2014/main" id="{36742C46-8049-F951-5FD0-04B217B86B9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176" name="Group 23175">
                        <a:extLst>
                          <a:ext uri="{FF2B5EF4-FFF2-40B4-BE49-F238E27FC236}">
                            <a16:creationId xmlns:a16="http://schemas.microsoft.com/office/drawing/2014/main" id="{221AB829-FF36-B114-29FB-423A25A146F8}"/>
                          </a:ext>
                        </a:extLst>
                      </p:cNvPr>
                      <p:cNvGrpSpPr/>
                      <p:nvPr/>
                    </p:nvGrpSpPr>
                    <p:grpSpPr>
                      <a:xfrm rot="7200000">
                        <a:off x="5310186" y="3402011"/>
                        <a:ext cx="303213" cy="303213"/>
                        <a:chOff x="5354637" y="3446463"/>
                        <a:chExt cx="214313" cy="214313"/>
                      </a:xfrm>
                    </p:grpSpPr>
                    <p:sp>
                      <p:nvSpPr>
                        <p:cNvPr id="23178" name="Arc 23177">
                          <a:extLst>
                            <a:ext uri="{FF2B5EF4-FFF2-40B4-BE49-F238E27FC236}">
                              <a16:creationId xmlns:a16="http://schemas.microsoft.com/office/drawing/2014/main" id="{71CD03AE-8E5C-FA5D-F291-B6DB60EC1C7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179" name="Arc 23178">
                          <a:extLst>
                            <a:ext uri="{FF2B5EF4-FFF2-40B4-BE49-F238E27FC236}">
                              <a16:creationId xmlns:a16="http://schemas.microsoft.com/office/drawing/2014/main" id="{F2D8E700-AFB4-8551-0183-AE8A0B1B11E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177" name="TextBox 23176">
                        <a:extLst>
                          <a:ext uri="{FF2B5EF4-FFF2-40B4-BE49-F238E27FC236}">
                            <a16:creationId xmlns:a16="http://schemas.microsoft.com/office/drawing/2014/main" id="{B695AA66-3054-7206-6B4D-56E8577AFB09}"/>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139" name="Group 23138">
                    <a:extLst>
                      <a:ext uri="{FF2B5EF4-FFF2-40B4-BE49-F238E27FC236}">
                        <a16:creationId xmlns:a16="http://schemas.microsoft.com/office/drawing/2014/main" id="{4A59BB01-2A24-D7CE-A343-CF1EF36C6F4E}"/>
                      </a:ext>
                    </a:extLst>
                  </p:cNvPr>
                  <p:cNvGrpSpPr/>
                  <p:nvPr/>
                </p:nvGrpSpPr>
                <p:grpSpPr>
                  <a:xfrm>
                    <a:off x="5886431" y="3525040"/>
                    <a:ext cx="393192" cy="393192"/>
                    <a:chOff x="5265196" y="3932619"/>
                    <a:chExt cx="393192" cy="393192"/>
                  </a:xfrm>
                </p:grpSpPr>
                <p:grpSp>
                  <p:nvGrpSpPr>
                    <p:cNvPr id="23163" name="Group 23162">
                      <a:extLst>
                        <a:ext uri="{FF2B5EF4-FFF2-40B4-BE49-F238E27FC236}">
                          <a16:creationId xmlns:a16="http://schemas.microsoft.com/office/drawing/2014/main" id="{39B37154-EC19-5597-9A4B-D1AA5431C082}"/>
                        </a:ext>
                      </a:extLst>
                    </p:cNvPr>
                    <p:cNvGrpSpPr/>
                    <p:nvPr/>
                  </p:nvGrpSpPr>
                  <p:grpSpPr>
                    <a:xfrm>
                      <a:off x="5354636" y="4022061"/>
                      <a:ext cx="214313" cy="214313"/>
                      <a:chOff x="5354637" y="3446463"/>
                      <a:chExt cx="214313" cy="214313"/>
                    </a:xfrm>
                  </p:grpSpPr>
                  <p:sp>
                    <p:nvSpPr>
                      <p:cNvPr id="23171" name="Arc 23170">
                        <a:extLst>
                          <a:ext uri="{FF2B5EF4-FFF2-40B4-BE49-F238E27FC236}">
                            <a16:creationId xmlns:a16="http://schemas.microsoft.com/office/drawing/2014/main" id="{04C6DCE1-8569-29CB-B1C6-47278D0A026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172" name="Arc 23171">
                        <a:extLst>
                          <a:ext uri="{FF2B5EF4-FFF2-40B4-BE49-F238E27FC236}">
                            <a16:creationId xmlns:a16="http://schemas.microsoft.com/office/drawing/2014/main" id="{4BDCAE6A-F9A9-E000-5E18-560EC476A5A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164" name="Group 23163">
                      <a:extLst>
                        <a:ext uri="{FF2B5EF4-FFF2-40B4-BE49-F238E27FC236}">
                          <a16:creationId xmlns:a16="http://schemas.microsoft.com/office/drawing/2014/main" id="{77322E4D-87B3-BAFE-58D2-022CF65D908E}"/>
                        </a:ext>
                      </a:extLst>
                    </p:cNvPr>
                    <p:cNvGrpSpPr/>
                    <p:nvPr/>
                  </p:nvGrpSpPr>
                  <p:grpSpPr>
                    <a:xfrm rot="14400000">
                      <a:off x="5310186" y="3977611"/>
                      <a:ext cx="303213" cy="303213"/>
                      <a:chOff x="5354637" y="3446463"/>
                      <a:chExt cx="214313" cy="214313"/>
                    </a:xfrm>
                  </p:grpSpPr>
                  <p:sp>
                    <p:nvSpPr>
                      <p:cNvPr id="23169" name="Arc 23168">
                        <a:extLst>
                          <a:ext uri="{FF2B5EF4-FFF2-40B4-BE49-F238E27FC236}">
                            <a16:creationId xmlns:a16="http://schemas.microsoft.com/office/drawing/2014/main" id="{99FE170F-BD95-99D3-5235-602D4C075D1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170" name="Arc 23169">
                        <a:extLst>
                          <a:ext uri="{FF2B5EF4-FFF2-40B4-BE49-F238E27FC236}">
                            <a16:creationId xmlns:a16="http://schemas.microsoft.com/office/drawing/2014/main" id="{8D696EDD-53BF-206B-FADF-9955F44FDED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165" name="Group 23164">
                      <a:extLst>
                        <a:ext uri="{FF2B5EF4-FFF2-40B4-BE49-F238E27FC236}">
                          <a16:creationId xmlns:a16="http://schemas.microsoft.com/office/drawing/2014/main" id="{C6DFBEE1-EB11-661E-F06B-951EB87AE849}"/>
                        </a:ext>
                      </a:extLst>
                    </p:cNvPr>
                    <p:cNvGrpSpPr/>
                    <p:nvPr/>
                  </p:nvGrpSpPr>
                  <p:grpSpPr>
                    <a:xfrm rot="7200000">
                      <a:off x="5265196" y="3932619"/>
                      <a:ext cx="393192" cy="393192"/>
                      <a:chOff x="5354637" y="3446463"/>
                      <a:chExt cx="214313" cy="214313"/>
                    </a:xfrm>
                  </p:grpSpPr>
                  <p:sp>
                    <p:nvSpPr>
                      <p:cNvPr id="23167" name="Arc 23166">
                        <a:extLst>
                          <a:ext uri="{FF2B5EF4-FFF2-40B4-BE49-F238E27FC236}">
                            <a16:creationId xmlns:a16="http://schemas.microsoft.com/office/drawing/2014/main" id="{3D5D7239-6DC2-375B-CE2D-0BB20383DB3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168" name="Arc 23167">
                        <a:extLst>
                          <a:ext uri="{FF2B5EF4-FFF2-40B4-BE49-F238E27FC236}">
                            <a16:creationId xmlns:a16="http://schemas.microsoft.com/office/drawing/2014/main" id="{3EE084E4-C1B7-DC2C-C194-2149F0DF1CD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166" name="TextBox 23165">
                      <a:extLst>
                        <a:ext uri="{FF2B5EF4-FFF2-40B4-BE49-F238E27FC236}">
                          <a16:creationId xmlns:a16="http://schemas.microsoft.com/office/drawing/2014/main" id="{87B1E095-9A48-A746-CA67-4C3A5C2B92CF}"/>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3140" name="Group 23139">
                    <a:extLst>
                      <a:ext uri="{FF2B5EF4-FFF2-40B4-BE49-F238E27FC236}">
                        <a16:creationId xmlns:a16="http://schemas.microsoft.com/office/drawing/2014/main" id="{EDC9B2FF-21A2-E5B9-D03C-539234BF7E16}"/>
                      </a:ext>
                    </a:extLst>
                  </p:cNvPr>
                  <p:cNvGrpSpPr/>
                  <p:nvPr/>
                </p:nvGrpSpPr>
                <p:grpSpPr>
                  <a:xfrm>
                    <a:off x="6512463" y="3525040"/>
                    <a:ext cx="393192" cy="393192"/>
                    <a:chOff x="6389147" y="3357021"/>
                    <a:chExt cx="393192" cy="393192"/>
                  </a:xfrm>
                </p:grpSpPr>
                <p:grpSp>
                  <p:nvGrpSpPr>
                    <p:cNvPr id="23152" name="Group 23151">
                      <a:extLst>
                        <a:ext uri="{FF2B5EF4-FFF2-40B4-BE49-F238E27FC236}">
                          <a16:creationId xmlns:a16="http://schemas.microsoft.com/office/drawing/2014/main" id="{79FB767F-0DA3-9867-1619-69D12D9F67F1}"/>
                        </a:ext>
                      </a:extLst>
                    </p:cNvPr>
                    <p:cNvGrpSpPr/>
                    <p:nvPr/>
                  </p:nvGrpSpPr>
                  <p:grpSpPr>
                    <a:xfrm rot="7200000" flipH="1">
                      <a:off x="6389147" y="3357021"/>
                      <a:ext cx="393192" cy="393192"/>
                      <a:chOff x="5354637" y="3446463"/>
                      <a:chExt cx="214313" cy="214313"/>
                    </a:xfrm>
                  </p:grpSpPr>
                  <p:sp>
                    <p:nvSpPr>
                      <p:cNvPr id="23161" name="Arc 23160">
                        <a:extLst>
                          <a:ext uri="{FF2B5EF4-FFF2-40B4-BE49-F238E27FC236}">
                            <a16:creationId xmlns:a16="http://schemas.microsoft.com/office/drawing/2014/main" id="{09D0BC59-9484-BA7D-F3C8-B85FBBC7949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162" name="Arc 23161">
                        <a:extLst>
                          <a:ext uri="{FF2B5EF4-FFF2-40B4-BE49-F238E27FC236}">
                            <a16:creationId xmlns:a16="http://schemas.microsoft.com/office/drawing/2014/main" id="{502C910E-BB72-EB9C-665D-2835EE01B20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153" name="Group 23152">
                      <a:extLst>
                        <a:ext uri="{FF2B5EF4-FFF2-40B4-BE49-F238E27FC236}">
                          <a16:creationId xmlns:a16="http://schemas.microsoft.com/office/drawing/2014/main" id="{760304F6-A20B-327C-97E9-4E8EE58BF430}"/>
                        </a:ext>
                      </a:extLst>
                    </p:cNvPr>
                    <p:cNvGrpSpPr/>
                    <p:nvPr/>
                  </p:nvGrpSpPr>
                  <p:grpSpPr>
                    <a:xfrm>
                      <a:off x="6434137" y="3402011"/>
                      <a:ext cx="303213" cy="303213"/>
                      <a:chOff x="6434137" y="3402011"/>
                      <a:chExt cx="303213" cy="303213"/>
                    </a:xfrm>
                  </p:grpSpPr>
                  <p:grpSp>
                    <p:nvGrpSpPr>
                      <p:cNvPr id="23154" name="Group 23153">
                        <a:extLst>
                          <a:ext uri="{FF2B5EF4-FFF2-40B4-BE49-F238E27FC236}">
                            <a16:creationId xmlns:a16="http://schemas.microsoft.com/office/drawing/2014/main" id="{821AFF34-E61E-E1B4-A9F6-FAD794FC653F}"/>
                          </a:ext>
                        </a:extLst>
                      </p:cNvPr>
                      <p:cNvGrpSpPr/>
                      <p:nvPr/>
                    </p:nvGrpSpPr>
                    <p:grpSpPr>
                      <a:xfrm flipH="1">
                        <a:off x="6478587" y="3446461"/>
                        <a:ext cx="214313" cy="214313"/>
                        <a:chOff x="5354637" y="3446463"/>
                        <a:chExt cx="214313" cy="214313"/>
                      </a:xfrm>
                    </p:grpSpPr>
                    <p:sp>
                      <p:nvSpPr>
                        <p:cNvPr id="23159" name="Arc 23158">
                          <a:extLst>
                            <a:ext uri="{FF2B5EF4-FFF2-40B4-BE49-F238E27FC236}">
                              <a16:creationId xmlns:a16="http://schemas.microsoft.com/office/drawing/2014/main" id="{EC49E8AD-00BE-96B9-2D9D-6C9D9FE0B7C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160" name="Arc 23159">
                          <a:extLst>
                            <a:ext uri="{FF2B5EF4-FFF2-40B4-BE49-F238E27FC236}">
                              <a16:creationId xmlns:a16="http://schemas.microsoft.com/office/drawing/2014/main" id="{BB05D63A-80DE-343C-A3E9-5F03641A7E5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155" name="Group 23154">
                        <a:extLst>
                          <a:ext uri="{FF2B5EF4-FFF2-40B4-BE49-F238E27FC236}">
                            <a16:creationId xmlns:a16="http://schemas.microsoft.com/office/drawing/2014/main" id="{AB81A864-E63C-D91D-A787-4643F52DA469}"/>
                          </a:ext>
                        </a:extLst>
                      </p:cNvPr>
                      <p:cNvGrpSpPr/>
                      <p:nvPr/>
                    </p:nvGrpSpPr>
                    <p:grpSpPr>
                      <a:xfrm rot="14400000" flipH="1">
                        <a:off x="6434137" y="3402011"/>
                        <a:ext cx="303213" cy="303213"/>
                        <a:chOff x="5354637" y="3446463"/>
                        <a:chExt cx="214313" cy="214313"/>
                      </a:xfrm>
                    </p:grpSpPr>
                    <p:sp>
                      <p:nvSpPr>
                        <p:cNvPr id="23157" name="Arc 23156">
                          <a:extLst>
                            <a:ext uri="{FF2B5EF4-FFF2-40B4-BE49-F238E27FC236}">
                              <a16:creationId xmlns:a16="http://schemas.microsoft.com/office/drawing/2014/main" id="{D422E434-044E-90FC-A433-D94CF66553D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158" name="Arc 23157">
                          <a:extLst>
                            <a:ext uri="{FF2B5EF4-FFF2-40B4-BE49-F238E27FC236}">
                              <a16:creationId xmlns:a16="http://schemas.microsoft.com/office/drawing/2014/main" id="{B27DD2DA-B214-7F99-76A0-586D8CE5129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156" name="TextBox 23155">
                        <a:extLst>
                          <a:ext uri="{FF2B5EF4-FFF2-40B4-BE49-F238E27FC236}">
                            <a16:creationId xmlns:a16="http://schemas.microsoft.com/office/drawing/2014/main" id="{8191E158-1739-8727-392A-514D57CD7421}"/>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141" name="Group 23140">
                    <a:extLst>
                      <a:ext uri="{FF2B5EF4-FFF2-40B4-BE49-F238E27FC236}">
                        <a16:creationId xmlns:a16="http://schemas.microsoft.com/office/drawing/2014/main" id="{BC15F67F-FEBE-6C5B-23BA-3836BB6E3435}"/>
                      </a:ext>
                    </a:extLst>
                  </p:cNvPr>
                  <p:cNvGrpSpPr/>
                  <p:nvPr/>
                </p:nvGrpSpPr>
                <p:grpSpPr>
                  <a:xfrm>
                    <a:off x="6197413" y="3225768"/>
                    <a:ext cx="393192" cy="393192"/>
                    <a:chOff x="6389147" y="3932622"/>
                    <a:chExt cx="393192" cy="393192"/>
                  </a:xfrm>
                </p:grpSpPr>
                <p:grpSp>
                  <p:nvGrpSpPr>
                    <p:cNvPr id="23142" name="Group 23141">
                      <a:extLst>
                        <a:ext uri="{FF2B5EF4-FFF2-40B4-BE49-F238E27FC236}">
                          <a16:creationId xmlns:a16="http://schemas.microsoft.com/office/drawing/2014/main" id="{C62162B2-C023-FE88-BDAF-B28AD1963327}"/>
                        </a:ext>
                      </a:extLst>
                    </p:cNvPr>
                    <p:cNvGrpSpPr/>
                    <p:nvPr/>
                  </p:nvGrpSpPr>
                  <p:grpSpPr>
                    <a:xfrm flipH="1">
                      <a:off x="6478587" y="4022061"/>
                      <a:ext cx="214313" cy="214313"/>
                      <a:chOff x="5354637" y="3446463"/>
                      <a:chExt cx="214313" cy="214313"/>
                    </a:xfrm>
                  </p:grpSpPr>
                  <p:sp>
                    <p:nvSpPr>
                      <p:cNvPr id="23150" name="Arc 23149">
                        <a:extLst>
                          <a:ext uri="{FF2B5EF4-FFF2-40B4-BE49-F238E27FC236}">
                            <a16:creationId xmlns:a16="http://schemas.microsoft.com/office/drawing/2014/main" id="{1E56E4AF-242D-F885-A1B4-809990F2B7B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151" name="Arc 23150">
                        <a:extLst>
                          <a:ext uri="{FF2B5EF4-FFF2-40B4-BE49-F238E27FC236}">
                            <a16:creationId xmlns:a16="http://schemas.microsoft.com/office/drawing/2014/main" id="{2AAF3D29-5B64-CC52-9E18-1651579F61B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143" name="Group 23142">
                      <a:extLst>
                        <a:ext uri="{FF2B5EF4-FFF2-40B4-BE49-F238E27FC236}">
                          <a16:creationId xmlns:a16="http://schemas.microsoft.com/office/drawing/2014/main" id="{3358A9FB-CA35-387E-0B11-AB8982B6ED74}"/>
                        </a:ext>
                      </a:extLst>
                    </p:cNvPr>
                    <p:cNvGrpSpPr/>
                    <p:nvPr/>
                  </p:nvGrpSpPr>
                  <p:grpSpPr>
                    <a:xfrm rot="7200000" flipH="1">
                      <a:off x="6434137" y="3977611"/>
                      <a:ext cx="303213" cy="303213"/>
                      <a:chOff x="5354637" y="3446463"/>
                      <a:chExt cx="214313" cy="214313"/>
                    </a:xfrm>
                  </p:grpSpPr>
                  <p:sp>
                    <p:nvSpPr>
                      <p:cNvPr id="23148" name="Arc 23147">
                        <a:extLst>
                          <a:ext uri="{FF2B5EF4-FFF2-40B4-BE49-F238E27FC236}">
                            <a16:creationId xmlns:a16="http://schemas.microsoft.com/office/drawing/2014/main" id="{9F43DC90-285D-FD04-A413-0D9C02A86C3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149" name="Arc 23148">
                        <a:extLst>
                          <a:ext uri="{FF2B5EF4-FFF2-40B4-BE49-F238E27FC236}">
                            <a16:creationId xmlns:a16="http://schemas.microsoft.com/office/drawing/2014/main" id="{E863FE0E-B04B-FA8D-5597-CE08B661D95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144" name="Group 23143">
                      <a:extLst>
                        <a:ext uri="{FF2B5EF4-FFF2-40B4-BE49-F238E27FC236}">
                          <a16:creationId xmlns:a16="http://schemas.microsoft.com/office/drawing/2014/main" id="{9322A834-B70D-DAB6-D191-8E2C345CDA7E}"/>
                        </a:ext>
                      </a:extLst>
                    </p:cNvPr>
                    <p:cNvGrpSpPr/>
                    <p:nvPr/>
                  </p:nvGrpSpPr>
                  <p:grpSpPr>
                    <a:xfrm rot="14400000" flipH="1">
                      <a:off x="6389147" y="3932622"/>
                      <a:ext cx="393192" cy="393192"/>
                      <a:chOff x="5354637" y="3446463"/>
                      <a:chExt cx="214313" cy="214313"/>
                    </a:xfrm>
                  </p:grpSpPr>
                  <p:sp>
                    <p:nvSpPr>
                      <p:cNvPr id="23146" name="Arc 23145">
                        <a:extLst>
                          <a:ext uri="{FF2B5EF4-FFF2-40B4-BE49-F238E27FC236}">
                            <a16:creationId xmlns:a16="http://schemas.microsoft.com/office/drawing/2014/main" id="{D50EF21F-2AA6-6AD4-3FB9-411C514038F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147" name="Arc 23146">
                        <a:extLst>
                          <a:ext uri="{FF2B5EF4-FFF2-40B4-BE49-F238E27FC236}">
                            <a16:creationId xmlns:a16="http://schemas.microsoft.com/office/drawing/2014/main" id="{4B16B035-5C2F-6013-C902-38B67248A8D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145" name="TextBox 23144">
                      <a:extLst>
                        <a:ext uri="{FF2B5EF4-FFF2-40B4-BE49-F238E27FC236}">
                          <a16:creationId xmlns:a16="http://schemas.microsoft.com/office/drawing/2014/main" id="{14A3A9EB-FA2B-04C6-1DFA-563C5D9C3D17}"/>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21415" name="Group 21414">
              <a:extLst>
                <a:ext uri="{FF2B5EF4-FFF2-40B4-BE49-F238E27FC236}">
                  <a16:creationId xmlns:a16="http://schemas.microsoft.com/office/drawing/2014/main" id="{B691FF44-C59E-8A40-47DD-388AF36BB95F}"/>
                </a:ext>
              </a:extLst>
            </p:cNvPr>
            <p:cNvGrpSpPr/>
            <p:nvPr/>
          </p:nvGrpSpPr>
          <p:grpSpPr>
            <a:xfrm>
              <a:off x="7543526" y="535201"/>
              <a:ext cx="2263438" cy="2198360"/>
              <a:chOff x="5445106" y="2039507"/>
              <a:chExt cx="2263438" cy="2198360"/>
            </a:xfrm>
          </p:grpSpPr>
          <p:grpSp>
            <p:nvGrpSpPr>
              <p:cNvPr id="22944" name="Group 22943">
                <a:extLst>
                  <a:ext uri="{FF2B5EF4-FFF2-40B4-BE49-F238E27FC236}">
                    <a16:creationId xmlns:a16="http://schemas.microsoft.com/office/drawing/2014/main" id="{EAE73032-E254-3CB4-372A-C92183DD7590}"/>
                  </a:ext>
                </a:extLst>
              </p:cNvPr>
              <p:cNvGrpSpPr/>
              <p:nvPr/>
            </p:nvGrpSpPr>
            <p:grpSpPr>
              <a:xfrm>
                <a:off x="5445106" y="2644743"/>
                <a:ext cx="1643204" cy="1593124"/>
                <a:chOff x="5445106" y="2644743"/>
                <a:chExt cx="1643204" cy="1593124"/>
              </a:xfrm>
            </p:grpSpPr>
            <p:grpSp>
              <p:nvGrpSpPr>
                <p:cNvPr id="23040" name="Group 23039">
                  <a:extLst>
                    <a:ext uri="{FF2B5EF4-FFF2-40B4-BE49-F238E27FC236}">
                      <a16:creationId xmlns:a16="http://schemas.microsoft.com/office/drawing/2014/main" id="{15AEC20F-EAD3-144D-6881-717C8103FC68}"/>
                    </a:ext>
                  </a:extLst>
                </p:cNvPr>
                <p:cNvGrpSpPr/>
                <p:nvPr/>
              </p:nvGrpSpPr>
              <p:grpSpPr>
                <a:xfrm>
                  <a:off x="5445106" y="2644743"/>
                  <a:ext cx="1019224" cy="991639"/>
                  <a:chOff x="5886431" y="3225768"/>
                  <a:chExt cx="1019224" cy="991639"/>
                </a:xfrm>
              </p:grpSpPr>
              <p:grpSp>
                <p:nvGrpSpPr>
                  <p:cNvPr id="23088" name="Group 23087">
                    <a:extLst>
                      <a:ext uri="{FF2B5EF4-FFF2-40B4-BE49-F238E27FC236}">
                        <a16:creationId xmlns:a16="http://schemas.microsoft.com/office/drawing/2014/main" id="{F1F1E18F-D91D-A1D3-F5A2-2C7867536F2C}"/>
                      </a:ext>
                    </a:extLst>
                  </p:cNvPr>
                  <p:cNvGrpSpPr/>
                  <p:nvPr/>
                </p:nvGrpSpPr>
                <p:grpSpPr>
                  <a:xfrm>
                    <a:off x="6197413" y="3824215"/>
                    <a:ext cx="393192" cy="393192"/>
                    <a:chOff x="5265196" y="3357021"/>
                    <a:chExt cx="393192" cy="393192"/>
                  </a:xfrm>
                </p:grpSpPr>
                <p:grpSp>
                  <p:nvGrpSpPr>
                    <p:cNvPr id="23123" name="Group 23122">
                      <a:extLst>
                        <a:ext uri="{FF2B5EF4-FFF2-40B4-BE49-F238E27FC236}">
                          <a16:creationId xmlns:a16="http://schemas.microsoft.com/office/drawing/2014/main" id="{8276CF79-DC44-373C-F137-A98AEDB2C7D1}"/>
                        </a:ext>
                      </a:extLst>
                    </p:cNvPr>
                    <p:cNvGrpSpPr/>
                    <p:nvPr/>
                  </p:nvGrpSpPr>
                  <p:grpSpPr>
                    <a:xfrm rot="14400000">
                      <a:off x="5265196" y="3357021"/>
                      <a:ext cx="393192" cy="393192"/>
                      <a:chOff x="5354637" y="3446463"/>
                      <a:chExt cx="214313" cy="214313"/>
                    </a:xfrm>
                  </p:grpSpPr>
                  <p:sp>
                    <p:nvSpPr>
                      <p:cNvPr id="23132" name="Arc 23131">
                        <a:extLst>
                          <a:ext uri="{FF2B5EF4-FFF2-40B4-BE49-F238E27FC236}">
                            <a16:creationId xmlns:a16="http://schemas.microsoft.com/office/drawing/2014/main" id="{827937D7-156C-C538-5BC0-3C00ABEDBCE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133" name="Arc 23132">
                        <a:extLst>
                          <a:ext uri="{FF2B5EF4-FFF2-40B4-BE49-F238E27FC236}">
                            <a16:creationId xmlns:a16="http://schemas.microsoft.com/office/drawing/2014/main" id="{E31F1AE7-B5AD-0370-3F51-7A6ADDAF770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124" name="Group 23123">
                      <a:extLst>
                        <a:ext uri="{FF2B5EF4-FFF2-40B4-BE49-F238E27FC236}">
                          <a16:creationId xmlns:a16="http://schemas.microsoft.com/office/drawing/2014/main" id="{18AD4F9D-DA57-43D5-BDDC-7304D7D85232}"/>
                        </a:ext>
                      </a:extLst>
                    </p:cNvPr>
                    <p:cNvGrpSpPr/>
                    <p:nvPr/>
                  </p:nvGrpSpPr>
                  <p:grpSpPr>
                    <a:xfrm>
                      <a:off x="5310186" y="3402011"/>
                      <a:ext cx="303213" cy="303213"/>
                      <a:chOff x="5310186" y="3402011"/>
                      <a:chExt cx="303213" cy="303213"/>
                    </a:xfrm>
                  </p:grpSpPr>
                  <p:grpSp>
                    <p:nvGrpSpPr>
                      <p:cNvPr id="23125" name="Group 23124">
                        <a:extLst>
                          <a:ext uri="{FF2B5EF4-FFF2-40B4-BE49-F238E27FC236}">
                            <a16:creationId xmlns:a16="http://schemas.microsoft.com/office/drawing/2014/main" id="{5C11E633-1F64-9CF9-5A0F-3437E8F338AA}"/>
                          </a:ext>
                        </a:extLst>
                      </p:cNvPr>
                      <p:cNvGrpSpPr/>
                      <p:nvPr/>
                    </p:nvGrpSpPr>
                    <p:grpSpPr>
                      <a:xfrm>
                        <a:off x="5354636" y="3446461"/>
                        <a:ext cx="214313" cy="214313"/>
                        <a:chOff x="5354637" y="3446463"/>
                        <a:chExt cx="214313" cy="214313"/>
                      </a:xfrm>
                    </p:grpSpPr>
                    <p:sp>
                      <p:nvSpPr>
                        <p:cNvPr id="23130" name="Arc 23129">
                          <a:extLst>
                            <a:ext uri="{FF2B5EF4-FFF2-40B4-BE49-F238E27FC236}">
                              <a16:creationId xmlns:a16="http://schemas.microsoft.com/office/drawing/2014/main" id="{5C56B736-900F-3309-7630-8BDEAE3A01D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131" name="Arc 23130">
                          <a:extLst>
                            <a:ext uri="{FF2B5EF4-FFF2-40B4-BE49-F238E27FC236}">
                              <a16:creationId xmlns:a16="http://schemas.microsoft.com/office/drawing/2014/main" id="{DA034365-39E8-55C1-365C-60A4F7890A5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126" name="Group 23125">
                        <a:extLst>
                          <a:ext uri="{FF2B5EF4-FFF2-40B4-BE49-F238E27FC236}">
                            <a16:creationId xmlns:a16="http://schemas.microsoft.com/office/drawing/2014/main" id="{74E9EC57-EBF2-5AC7-211C-A9FD197C596B}"/>
                          </a:ext>
                        </a:extLst>
                      </p:cNvPr>
                      <p:cNvGrpSpPr/>
                      <p:nvPr/>
                    </p:nvGrpSpPr>
                    <p:grpSpPr>
                      <a:xfrm rot="7200000">
                        <a:off x="5310186" y="3402011"/>
                        <a:ext cx="303213" cy="303213"/>
                        <a:chOff x="5354637" y="3446463"/>
                        <a:chExt cx="214313" cy="214313"/>
                      </a:xfrm>
                    </p:grpSpPr>
                    <p:sp>
                      <p:nvSpPr>
                        <p:cNvPr id="23128" name="Arc 23127">
                          <a:extLst>
                            <a:ext uri="{FF2B5EF4-FFF2-40B4-BE49-F238E27FC236}">
                              <a16:creationId xmlns:a16="http://schemas.microsoft.com/office/drawing/2014/main" id="{22C6BDC0-5FDB-CA48-6799-96129AC5F42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129" name="Arc 23128">
                          <a:extLst>
                            <a:ext uri="{FF2B5EF4-FFF2-40B4-BE49-F238E27FC236}">
                              <a16:creationId xmlns:a16="http://schemas.microsoft.com/office/drawing/2014/main" id="{D5EF35BB-C818-A852-D211-0330303F1C4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127" name="TextBox 23126">
                        <a:extLst>
                          <a:ext uri="{FF2B5EF4-FFF2-40B4-BE49-F238E27FC236}">
                            <a16:creationId xmlns:a16="http://schemas.microsoft.com/office/drawing/2014/main" id="{5F00C4B8-8AF6-3FDA-575A-895D58F8C0AA}"/>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089" name="Group 23088">
                    <a:extLst>
                      <a:ext uri="{FF2B5EF4-FFF2-40B4-BE49-F238E27FC236}">
                        <a16:creationId xmlns:a16="http://schemas.microsoft.com/office/drawing/2014/main" id="{515487ED-1EB8-FDC2-85A4-F2B172CA5C0C}"/>
                      </a:ext>
                    </a:extLst>
                  </p:cNvPr>
                  <p:cNvGrpSpPr/>
                  <p:nvPr/>
                </p:nvGrpSpPr>
                <p:grpSpPr>
                  <a:xfrm>
                    <a:off x="5886431" y="3525040"/>
                    <a:ext cx="393192" cy="393192"/>
                    <a:chOff x="5265196" y="3932619"/>
                    <a:chExt cx="393192" cy="393192"/>
                  </a:xfrm>
                </p:grpSpPr>
                <p:grpSp>
                  <p:nvGrpSpPr>
                    <p:cNvPr id="23113" name="Group 23112">
                      <a:extLst>
                        <a:ext uri="{FF2B5EF4-FFF2-40B4-BE49-F238E27FC236}">
                          <a16:creationId xmlns:a16="http://schemas.microsoft.com/office/drawing/2014/main" id="{4094C14F-E1E7-454B-64FB-3A0DD46D335A}"/>
                        </a:ext>
                      </a:extLst>
                    </p:cNvPr>
                    <p:cNvGrpSpPr/>
                    <p:nvPr/>
                  </p:nvGrpSpPr>
                  <p:grpSpPr>
                    <a:xfrm>
                      <a:off x="5354636" y="4022061"/>
                      <a:ext cx="214313" cy="214313"/>
                      <a:chOff x="5354637" y="3446463"/>
                      <a:chExt cx="214313" cy="214313"/>
                    </a:xfrm>
                  </p:grpSpPr>
                  <p:sp>
                    <p:nvSpPr>
                      <p:cNvPr id="23121" name="Arc 23120">
                        <a:extLst>
                          <a:ext uri="{FF2B5EF4-FFF2-40B4-BE49-F238E27FC236}">
                            <a16:creationId xmlns:a16="http://schemas.microsoft.com/office/drawing/2014/main" id="{8FB2B14C-2AD7-C341-4719-EB3A024E23A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122" name="Arc 23121">
                        <a:extLst>
                          <a:ext uri="{FF2B5EF4-FFF2-40B4-BE49-F238E27FC236}">
                            <a16:creationId xmlns:a16="http://schemas.microsoft.com/office/drawing/2014/main" id="{D3D54CB5-9E17-2DE9-EEC7-84F64A918DB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114" name="Group 23113">
                      <a:extLst>
                        <a:ext uri="{FF2B5EF4-FFF2-40B4-BE49-F238E27FC236}">
                          <a16:creationId xmlns:a16="http://schemas.microsoft.com/office/drawing/2014/main" id="{978D58AB-85EC-D0EB-4296-AF48F0C8D1DF}"/>
                        </a:ext>
                      </a:extLst>
                    </p:cNvPr>
                    <p:cNvGrpSpPr/>
                    <p:nvPr/>
                  </p:nvGrpSpPr>
                  <p:grpSpPr>
                    <a:xfrm rot="14400000">
                      <a:off x="5310186" y="3977611"/>
                      <a:ext cx="303213" cy="303213"/>
                      <a:chOff x="5354637" y="3446463"/>
                      <a:chExt cx="214313" cy="214313"/>
                    </a:xfrm>
                  </p:grpSpPr>
                  <p:sp>
                    <p:nvSpPr>
                      <p:cNvPr id="23119" name="Arc 23118">
                        <a:extLst>
                          <a:ext uri="{FF2B5EF4-FFF2-40B4-BE49-F238E27FC236}">
                            <a16:creationId xmlns:a16="http://schemas.microsoft.com/office/drawing/2014/main" id="{2F1B3313-36A3-47EC-D660-329EAC44C61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120" name="Arc 23119">
                        <a:extLst>
                          <a:ext uri="{FF2B5EF4-FFF2-40B4-BE49-F238E27FC236}">
                            <a16:creationId xmlns:a16="http://schemas.microsoft.com/office/drawing/2014/main" id="{DF32DCD5-77F7-2E6A-A61E-F482D4AAE6F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115" name="Group 23114">
                      <a:extLst>
                        <a:ext uri="{FF2B5EF4-FFF2-40B4-BE49-F238E27FC236}">
                          <a16:creationId xmlns:a16="http://schemas.microsoft.com/office/drawing/2014/main" id="{475EC513-F7D6-BF84-5BED-6160E9A84A35}"/>
                        </a:ext>
                      </a:extLst>
                    </p:cNvPr>
                    <p:cNvGrpSpPr/>
                    <p:nvPr/>
                  </p:nvGrpSpPr>
                  <p:grpSpPr>
                    <a:xfrm rot="7200000">
                      <a:off x="5265196" y="3932619"/>
                      <a:ext cx="393192" cy="393192"/>
                      <a:chOff x="5354637" y="3446463"/>
                      <a:chExt cx="214313" cy="214313"/>
                    </a:xfrm>
                  </p:grpSpPr>
                  <p:sp>
                    <p:nvSpPr>
                      <p:cNvPr id="23117" name="Arc 23116">
                        <a:extLst>
                          <a:ext uri="{FF2B5EF4-FFF2-40B4-BE49-F238E27FC236}">
                            <a16:creationId xmlns:a16="http://schemas.microsoft.com/office/drawing/2014/main" id="{31AD0FFB-3633-A040-A2E9-8695C8065EA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118" name="Arc 23117">
                        <a:extLst>
                          <a:ext uri="{FF2B5EF4-FFF2-40B4-BE49-F238E27FC236}">
                            <a16:creationId xmlns:a16="http://schemas.microsoft.com/office/drawing/2014/main" id="{1E4A4FD1-87B5-6FAD-975A-007B7FF95BF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116" name="TextBox 23115">
                      <a:extLst>
                        <a:ext uri="{FF2B5EF4-FFF2-40B4-BE49-F238E27FC236}">
                          <a16:creationId xmlns:a16="http://schemas.microsoft.com/office/drawing/2014/main" id="{0C98278A-254B-606E-5AEB-209CB0BD9DCE}"/>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3090" name="Group 23089">
                    <a:extLst>
                      <a:ext uri="{FF2B5EF4-FFF2-40B4-BE49-F238E27FC236}">
                        <a16:creationId xmlns:a16="http://schemas.microsoft.com/office/drawing/2014/main" id="{F4DFFB27-EA51-85C0-CD8C-36C70D1940BB}"/>
                      </a:ext>
                    </a:extLst>
                  </p:cNvPr>
                  <p:cNvGrpSpPr/>
                  <p:nvPr/>
                </p:nvGrpSpPr>
                <p:grpSpPr>
                  <a:xfrm>
                    <a:off x="6512463" y="3525040"/>
                    <a:ext cx="393192" cy="393192"/>
                    <a:chOff x="6389147" y="3357021"/>
                    <a:chExt cx="393192" cy="393192"/>
                  </a:xfrm>
                </p:grpSpPr>
                <p:grpSp>
                  <p:nvGrpSpPr>
                    <p:cNvPr id="23102" name="Group 23101">
                      <a:extLst>
                        <a:ext uri="{FF2B5EF4-FFF2-40B4-BE49-F238E27FC236}">
                          <a16:creationId xmlns:a16="http://schemas.microsoft.com/office/drawing/2014/main" id="{EF8DEF1D-579F-76DE-B450-5EEFE0926515}"/>
                        </a:ext>
                      </a:extLst>
                    </p:cNvPr>
                    <p:cNvGrpSpPr/>
                    <p:nvPr/>
                  </p:nvGrpSpPr>
                  <p:grpSpPr>
                    <a:xfrm rot="7200000" flipH="1">
                      <a:off x="6389147" y="3357021"/>
                      <a:ext cx="393192" cy="393192"/>
                      <a:chOff x="5354637" y="3446463"/>
                      <a:chExt cx="214313" cy="214313"/>
                    </a:xfrm>
                  </p:grpSpPr>
                  <p:sp>
                    <p:nvSpPr>
                      <p:cNvPr id="23111" name="Arc 23110">
                        <a:extLst>
                          <a:ext uri="{FF2B5EF4-FFF2-40B4-BE49-F238E27FC236}">
                            <a16:creationId xmlns:a16="http://schemas.microsoft.com/office/drawing/2014/main" id="{8D9E9D15-982B-0102-A8F3-0D0D8BD9F5B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112" name="Arc 23111">
                        <a:extLst>
                          <a:ext uri="{FF2B5EF4-FFF2-40B4-BE49-F238E27FC236}">
                            <a16:creationId xmlns:a16="http://schemas.microsoft.com/office/drawing/2014/main" id="{77BB7FAB-2612-8B78-4050-3E9AE521E19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103" name="Group 23102">
                      <a:extLst>
                        <a:ext uri="{FF2B5EF4-FFF2-40B4-BE49-F238E27FC236}">
                          <a16:creationId xmlns:a16="http://schemas.microsoft.com/office/drawing/2014/main" id="{D651E133-F575-9538-9E25-1A9E76E3C2DC}"/>
                        </a:ext>
                      </a:extLst>
                    </p:cNvPr>
                    <p:cNvGrpSpPr/>
                    <p:nvPr/>
                  </p:nvGrpSpPr>
                  <p:grpSpPr>
                    <a:xfrm>
                      <a:off x="6434137" y="3402011"/>
                      <a:ext cx="303213" cy="303213"/>
                      <a:chOff x="6434137" y="3402011"/>
                      <a:chExt cx="303213" cy="303213"/>
                    </a:xfrm>
                  </p:grpSpPr>
                  <p:grpSp>
                    <p:nvGrpSpPr>
                      <p:cNvPr id="23104" name="Group 23103">
                        <a:extLst>
                          <a:ext uri="{FF2B5EF4-FFF2-40B4-BE49-F238E27FC236}">
                            <a16:creationId xmlns:a16="http://schemas.microsoft.com/office/drawing/2014/main" id="{BE2F0AE7-190E-BDC0-6284-5ADA028697E9}"/>
                          </a:ext>
                        </a:extLst>
                      </p:cNvPr>
                      <p:cNvGrpSpPr/>
                      <p:nvPr/>
                    </p:nvGrpSpPr>
                    <p:grpSpPr>
                      <a:xfrm flipH="1">
                        <a:off x="6478587" y="3446461"/>
                        <a:ext cx="214313" cy="214313"/>
                        <a:chOff x="5354637" y="3446463"/>
                        <a:chExt cx="214313" cy="214313"/>
                      </a:xfrm>
                    </p:grpSpPr>
                    <p:sp>
                      <p:nvSpPr>
                        <p:cNvPr id="23109" name="Arc 23108">
                          <a:extLst>
                            <a:ext uri="{FF2B5EF4-FFF2-40B4-BE49-F238E27FC236}">
                              <a16:creationId xmlns:a16="http://schemas.microsoft.com/office/drawing/2014/main" id="{A8F7FA45-F6C9-0E74-EE64-D086E6D7682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110" name="Arc 23109">
                          <a:extLst>
                            <a:ext uri="{FF2B5EF4-FFF2-40B4-BE49-F238E27FC236}">
                              <a16:creationId xmlns:a16="http://schemas.microsoft.com/office/drawing/2014/main" id="{63A790A6-DBB0-B303-953C-8B8197574CF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105" name="Group 23104">
                        <a:extLst>
                          <a:ext uri="{FF2B5EF4-FFF2-40B4-BE49-F238E27FC236}">
                            <a16:creationId xmlns:a16="http://schemas.microsoft.com/office/drawing/2014/main" id="{94412826-3720-F039-2CA5-88B6DE20BDDE}"/>
                          </a:ext>
                        </a:extLst>
                      </p:cNvPr>
                      <p:cNvGrpSpPr/>
                      <p:nvPr/>
                    </p:nvGrpSpPr>
                    <p:grpSpPr>
                      <a:xfrm rot="14400000" flipH="1">
                        <a:off x="6434137" y="3402011"/>
                        <a:ext cx="303213" cy="303213"/>
                        <a:chOff x="5354637" y="3446463"/>
                        <a:chExt cx="214313" cy="214313"/>
                      </a:xfrm>
                    </p:grpSpPr>
                    <p:sp>
                      <p:nvSpPr>
                        <p:cNvPr id="23107" name="Arc 23106">
                          <a:extLst>
                            <a:ext uri="{FF2B5EF4-FFF2-40B4-BE49-F238E27FC236}">
                              <a16:creationId xmlns:a16="http://schemas.microsoft.com/office/drawing/2014/main" id="{C3380DB7-F827-EB68-6F23-A5B9AA3D642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108" name="Arc 23107">
                          <a:extLst>
                            <a:ext uri="{FF2B5EF4-FFF2-40B4-BE49-F238E27FC236}">
                              <a16:creationId xmlns:a16="http://schemas.microsoft.com/office/drawing/2014/main" id="{41106A19-0A05-F931-091E-23C4DE1EE0E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106" name="TextBox 23105">
                        <a:extLst>
                          <a:ext uri="{FF2B5EF4-FFF2-40B4-BE49-F238E27FC236}">
                            <a16:creationId xmlns:a16="http://schemas.microsoft.com/office/drawing/2014/main" id="{D89A4DD3-5DD7-FA5D-A646-C7E17C136C77}"/>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091" name="Group 23090">
                    <a:extLst>
                      <a:ext uri="{FF2B5EF4-FFF2-40B4-BE49-F238E27FC236}">
                        <a16:creationId xmlns:a16="http://schemas.microsoft.com/office/drawing/2014/main" id="{29321F71-453E-E662-67B1-A4F97B7B0675}"/>
                      </a:ext>
                    </a:extLst>
                  </p:cNvPr>
                  <p:cNvGrpSpPr/>
                  <p:nvPr/>
                </p:nvGrpSpPr>
                <p:grpSpPr>
                  <a:xfrm>
                    <a:off x="6197413" y="3225768"/>
                    <a:ext cx="393192" cy="393192"/>
                    <a:chOff x="6389147" y="3932622"/>
                    <a:chExt cx="393192" cy="393192"/>
                  </a:xfrm>
                </p:grpSpPr>
                <p:grpSp>
                  <p:nvGrpSpPr>
                    <p:cNvPr id="23092" name="Group 23091">
                      <a:extLst>
                        <a:ext uri="{FF2B5EF4-FFF2-40B4-BE49-F238E27FC236}">
                          <a16:creationId xmlns:a16="http://schemas.microsoft.com/office/drawing/2014/main" id="{B5129106-7273-8E71-0700-9CCE7908FCEE}"/>
                        </a:ext>
                      </a:extLst>
                    </p:cNvPr>
                    <p:cNvGrpSpPr/>
                    <p:nvPr/>
                  </p:nvGrpSpPr>
                  <p:grpSpPr>
                    <a:xfrm flipH="1">
                      <a:off x="6478587" y="4022061"/>
                      <a:ext cx="214313" cy="214313"/>
                      <a:chOff x="5354637" y="3446463"/>
                      <a:chExt cx="214313" cy="214313"/>
                    </a:xfrm>
                  </p:grpSpPr>
                  <p:sp>
                    <p:nvSpPr>
                      <p:cNvPr id="23100" name="Arc 23099">
                        <a:extLst>
                          <a:ext uri="{FF2B5EF4-FFF2-40B4-BE49-F238E27FC236}">
                            <a16:creationId xmlns:a16="http://schemas.microsoft.com/office/drawing/2014/main" id="{A7C556EC-5105-F688-1B5A-FF07C2330CA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101" name="Arc 23100">
                        <a:extLst>
                          <a:ext uri="{FF2B5EF4-FFF2-40B4-BE49-F238E27FC236}">
                            <a16:creationId xmlns:a16="http://schemas.microsoft.com/office/drawing/2014/main" id="{D4009DBD-0193-236B-8F48-60F3D732DC9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093" name="Group 23092">
                      <a:extLst>
                        <a:ext uri="{FF2B5EF4-FFF2-40B4-BE49-F238E27FC236}">
                          <a16:creationId xmlns:a16="http://schemas.microsoft.com/office/drawing/2014/main" id="{04802085-8715-01EF-AAD0-439ED593DA9A}"/>
                        </a:ext>
                      </a:extLst>
                    </p:cNvPr>
                    <p:cNvGrpSpPr/>
                    <p:nvPr/>
                  </p:nvGrpSpPr>
                  <p:grpSpPr>
                    <a:xfrm rot="7200000" flipH="1">
                      <a:off x="6434137" y="3977611"/>
                      <a:ext cx="303213" cy="303213"/>
                      <a:chOff x="5354637" y="3446463"/>
                      <a:chExt cx="214313" cy="214313"/>
                    </a:xfrm>
                  </p:grpSpPr>
                  <p:sp>
                    <p:nvSpPr>
                      <p:cNvPr id="23098" name="Arc 23097">
                        <a:extLst>
                          <a:ext uri="{FF2B5EF4-FFF2-40B4-BE49-F238E27FC236}">
                            <a16:creationId xmlns:a16="http://schemas.microsoft.com/office/drawing/2014/main" id="{06B34A2F-A033-2F04-0EFF-58920996876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099" name="Arc 23098">
                        <a:extLst>
                          <a:ext uri="{FF2B5EF4-FFF2-40B4-BE49-F238E27FC236}">
                            <a16:creationId xmlns:a16="http://schemas.microsoft.com/office/drawing/2014/main" id="{201B72C6-EA0A-108A-5895-620D670E33D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094" name="Group 23093">
                      <a:extLst>
                        <a:ext uri="{FF2B5EF4-FFF2-40B4-BE49-F238E27FC236}">
                          <a16:creationId xmlns:a16="http://schemas.microsoft.com/office/drawing/2014/main" id="{92434E44-B5C5-2719-B50A-3662EF433AAE}"/>
                        </a:ext>
                      </a:extLst>
                    </p:cNvPr>
                    <p:cNvGrpSpPr/>
                    <p:nvPr/>
                  </p:nvGrpSpPr>
                  <p:grpSpPr>
                    <a:xfrm rot="14400000" flipH="1">
                      <a:off x="6389147" y="3932622"/>
                      <a:ext cx="393192" cy="393192"/>
                      <a:chOff x="5354637" y="3446463"/>
                      <a:chExt cx="214313" cy="214313"/>
                    </a:xfrm>
                  </p:grpSpPr>
                  <p:sp>
                    <p:nvSpPr>
                      <p:cNvPr id="23096" name="Arc 23095">
                        <a:extLst>
                          <a:ext uri="{FF2B5EF4-FFF2-40B4-BE49-F238E27FC236}">
                            <a16:creationId xmlns:a16="http://schemas.microsoft.com/office/drawing/2014/main" id="{5E6DCF5C-2632-9A5D-B96B-7968167E4DF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097" name="Arc 23096">
                        <a:extLst>
                          <a:ext uri="{FF2B5EF4-FFF2-40B4-BE49-F238E27FC236}">
                            <a16:creationId xmlns:a16="http://schemas.microsoft.com/office/drawing/2014/main" id="{BE063938-2B40-43F5-8247-22A05BF4947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095" name="TextBox 23094">
                      <a:extLst>
                        <a:ext uri="{FF2B5EF4-FFF2-40B4-BE49-F238E27FC236}">
                          <a16:creationId xmlns:a16="http://schemas.microsoft.com/office/drawing/2014/main" id="{D9884810-D513-5188-AC11-CDF061C9A105}"/>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041" name="Group 23040">
                  <a:extLst>
                    <a:ext uri="{FF2B5EF4-FFF2-40B4-BE49-F238E27FC236}">
                      <a16:creationId xmlns:a16="http://schemas.microsoft.com/office/drawing/2014/main" id="{476F1431-DA40-55A2-A8CE-C9B2252EE628}"/>
                    </a:ext>
                  </a:extLst>
                </p:cNvPr>
                <p:cNvGrpSpPr/>
                <p:nvPr/>
              </p:nvGrpSpPr>
              <p:grpSpPr>
                <a:xfrm>
                  <a:off x="6069086" y="3246228"/>
                  <a:ext cx="1019224" cy="991639"/>
                  <a:chOff x="5886431" y="3225768"/>
                  <a:chExt cx="1019224" cy="991639"/>
                </a:xfrm>
              </p:grpSpPr>
              <p:grpSp>
                <p:nvGrpSpPr>
                  <p:cNvPr id="23042" name="Group 23041">
                    <a:extLst>
                      <a:ext uri="{FF2B5EF4-FFF2-40B4-BE49-F238E27FC236}">
                        <a16:creationId xmlns:a16="http://schemas.microsoft.com/office/drawing/2014/main" id="{40B1BEA9-4A89-B2EF-980C-8617014591F4}"/>
                      </a:ext>
                    </a:extLst>
                  </p:cNvPr>
                  <p:cNvGrpSpPr/>
                  <p:nvPr/>
                </p:nvGrpSpPr>
                <p:grpSpPr>
                  <a:xfrm>
                    <a:off x="6197413" y="3824215"/>
                    <a:ext cx="393192" cy="393192"/>
                    <a:chOff x="5265196" y="3357021"/>
                    <a:chExt cx="393192" cy="393192"/>
                  </a:xfrm>
                </p:grpSpPr>
                <p:grpSp>
                  <p:nvGrpSpPr>
                    <p:cNvPr id="23077" name="Group 23076">
                      <a:extLst>
                        <a:ext uri="{FF2B5EF4-FFF2-40B4-BE49-F238E27FC236}">
                          <a16:creationId xmlns:a16="http://schemas.microsoft.com/office/drawing/2014/main" id="{D9C2E4B2-7145-7AAD-D49E-9BF5F82C010C}"/>
                        </a:ext>
                      </a:extLst>
                    </p:cNvPr>
                    <p:cNvGrpSpPr/>
                    <p:nvPr/>
                  </p:nvGrpSpPr>
                  <p:grpSpPr>
                    <a:xfrm rot="14400000">
                      <a:off x="5265196" y="3357021"/>
                      <a:ext cx="393192" cy="393192"/>
                      <a:chOff x="5354637" y="3446463"/>
                      <a:chExt cx="214313" cy="214313"/>
                    </a:xfrm>
                  </p:grpSpPr>
                  <p:sp>
                    <p:nvSpPr>
                      <p:cNvPr id="23086" name="Arc 23085">
                        <a:extLst>
                          <a:ext uri="{FF2B5EF4-FFF2-40B4-BE49-F238E27FC236}">
                            <a16:creationId xmlns:a16="http://schemas.microsoft.com/office/drawing/2014/main" id="{AA83E3E6-4314-2726-8654-1722B883943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087" name="Arc 23086">
                        <a:extLst>
                          <a:ext uri="{FF2B5EF4-FFF2-40B4-BE49-F238E27FC236}">
                            <a16:creationId xmlns:a16="http://schemas.microsoft.com/office/drawing/2014/main" id="{E7F9CEB8-0C4F-09FE-9BFD-FCD91BB1E33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078" name="Group 23077">
                      <a:extLst>
                        <a:ext uri="{FF2B5EF4-FFF2-40B4-BE49-F238E27FC236}">
                          <a16:creationId xmlns:a16="http://schemas.microsoft.com/office/drawing/2014/main" id="{7741597F-B0A0-FAD6-1C82-3E282DD6E205}"/>
                        </a:ext>
                      </a:extLst>
                    </p:cNvPr>
                    <p:cNvGrpSpPr/>
                    <p:nvPr/>
                  </p:nvGrpSpPr>
                  <p:grpSpPr>
                    <a:xfrm>
                      <a:off x="5310186" y="3402011"/>
                      <a:ext cx="303213" cy="303213"/>
                      <a:chOff x="5310186" y="3402011"/>
                      <a:chExt cx="303213" cy="303213"/>
                    </a:xfrm>
                  </p:grpSpPr>
                  <p:grpSp>
                    <p:nvGrpSpPr>
                      <p:cNvPr id="23079" name="Group 23078">
                        <a:extLst>
                          <a:ext uri="{FF2B5EF4-FFF2-40B4-BE49-F238E27FC236}">
                            <a16:creationId xmlns:a16="http://schemas.microsoft.com/office/drawing/2014/main" id="{03714F72-B315-6E9E-9E53-20D91D2AEA2C}"/>
                          </a:ext>
                        </a:extLst>
                      </p:cNvPr>
                      <p:cNvGrpSpPr/>
                      <p:nvPr/>
                    </p:nvGrpSpPr>
                    <p:grpSpPr>
                      <a:xfrm>
                        <a:off x="5354636" y="3446461"/>
                        <a:ext cx="214313" cy="214313"/>
                        <a:chOff x="5354637" y="3446463"/>
                        <a:chExt cx="214313" cy="214313"/>
                      </a:xfrm>
                    </p:grpSpPr>
                    <p:sp>
                      <p:nvSpPr>
                        <p:cNvPr id="23084" name="Arc 23083">
                          <a:extLst>
                            <a:ext uri="{FF2B5EF4-FFF2-40B4-BE49-F238E27FC236}">
                              <a16:creationId xmlns:a16="http://schemas.microsoft.com/office/drawing/2014/main" id="{42079F6F-2CD4-A6D8-94D5-E656C5C1D2B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085" name="Arc 23084">
                          <a:extLst>
                            <a:ext uri="{FF2B5EF4-FFF2-40B4-BE49-F238E27FC236}">
                              <a16:creationId xmlns:a16="http://schemas.microsoft.com/office/drawing/2014/main" id="{9FD0FF86-1915-2C67-B880-BACC31699E2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080" name="Group 23079">
                        <a:extLst>
                          <a:ext uri="{FF2B5EF4-FFF2-40B4-BE49-F238E27FC236}">
                            <a16:creationId xmlns:a16="http://schemas.microsoft.com/office/drawing/2014/main" id="{E4B9C578-8EA8-75DB-D8B6-91896D40947B}"/>
                          </a:ext>
                        </a:extLst>
                      </p:cNvPr>
                      <p:cNvGrpSpPr/>
                      <p:nvPr/>
                    </p:nvGrpSpPr>
                    <p:grpSpPr>
                      <a:xfrm rot="7200000">
                        <a:off x="5310186" y="3402011"/>
                        <a:ext cx="303213" cy="303213"/>
                        <a:chOff x="5354637" y="3446463"/>
                        <a:chExt cx="214313" cy="214313"/>
                      </a:xfrm>
                    </p:grpSpPr>
                    <p:sp>
                      <p:nvSpPr>
                        <p:cNvPr id="23082" name="Arc 23081">
                          <a:extLst>
                            <a:ext uri="{FF2B5EF4-FFF2-40B4-BE49-F238E27FC236}">
                              <a16:creationId xmlns:a16="http://schemas.microsoft.com/office/drawing/2014/main" id="{47E3B78D-2CBD-817E-BC7A-C2643F4E9A8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083" name="Arc 23082">
                          <a:extLst>
                            <a:ext uri="{FF2B5EF4-FFF2-40B4-BE49-F238E27FC236}">
                              <a16:creationId xmlns:a16="http://schemas.microsoft.com/office/drawing/2014/main" id="{5A8FB377-CA77-16F2-021D-17B25E14CA5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081" name="TextBox 23080">
                        <a:extLst>
                          <a:ext uri="{FF2B5EF4-FFF2-40B4-BE49-F238E27FC236}">
                            <a16:creationId xmlns:a16="http://schemas.microsoft.com/office/drawing/2014/main" id="{6D7B752A-9A45-40B7-7395-96294991331A}"/>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043" name="Group 23042">
                    <a:extLst>
                      <a:ext uri="{FF2B5EF4-FFF2-40B4-BE49-F238E27FC236}">
                        <a16:creationId xmlns:a16="http://schemas.microsoft.com/office/drawing/2014/main" id="{30D6209C-313C-A140-7A6F-3359F8CFBB7D}"/>
                      </a:ext>
                    </a:extLst>
                  </p:cNvPr>
                  <p:cNvGrpSpPr/>
                  <p:nvPr/>
                </p:nvGrpSpPr>
                <p:grpSpPr>
                  <a:xfrm>
                    <a:off x="5886431" y="3525040"/>
                    <a:ext cx="393192" cy="393192"/>
                    <a:chOff x="5265196" y="3932619"/>
                    <a:chExt cx="393192" cy="393192"/>
                  </a:xfrm>
                </p:grpSpPr>
                <p:grpSp>
                  <p:nvGrpSpPr>
                    <p:cNvPr id="23067" name="Group 23066">
                      <a:extLst>
                        <a:ext uri="{FF2B5EF4-FFF2-40B4-BE49-F238E27FC236}">
                          <a16:creationId xmlns:a16="http://schemas.microsoft.com/office/drawing/2014/main" id="{CC8E5521-8EF7-4132-7797-56F450EB718C}"/>
                        </a:ext>
                      </a:extLst>
                    </p:cNvPr>
                    <p:cNvGrpSpPr/>
                    <p:nvPr/>
                  </p:nvGrpSpPr>
                  <p:grpSpPr>
                    <a:xfrm>
                      <a:off x="5354636" y="4022061"/>
                      <a:ext cx="214313" cy="214313"/>
                      <a:chOff x="5354637" y="3446463"/>
                      <a:chExt cx="214313" cy="214313"/>
                    </a:xfrm>
                  </p:grpSpPr>
                  <p:sp>
                    <p:nvSpPr>
                      <p:cNvPr id="23075" name="Arc 23074">
                        <a:extLst>
                          <a:ext uri="{FF2B5EF4-FFF2-40B4-BE49-F238E27FC236}">
                            <a16:creationId xmlns:a16="http://schemas.microsoft.com/office/drawing/2014/main" id="{CDC79769-34B9-ED47-BA8D-0805039215B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076" name="Arc 23075">
                        <a:extLst>
                          <a:ext uri="{FF2B5EF4-FFF2-40B4-BE49-F238E27FC236}">
                            <a16:creationId xmlns:a16="http://schemas.microsoft.com/office/drawing/2014/main" id="{A15D3768-37DB-918B-59E3-EB0CB2E1F4D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068" name="Group 23067">
                      <a:extLst>
                        <a:ext uri="{FF2B5EF4-FFF2-40B4-BE49-F238E27FC236}">
                          <a16:creationId xmlns:a16="http://schemas.microsoft.com/office/drawing/2014/main" id="{7CE806FD-4A1C-2FEC-9056-19D8D2C8FFAC}"/>
                        </a:ext>
                      </a:extLst>
                    </p:cNvPr>
                    <p:cNvGrpSpPr/>
                    <p:nvPr/>
                  </p:nvGrpSpPr>
                  <p:grpSpPr>
                    <a:xfrm rot="14400000">
                      <a:off x="5310186" y="3977611"/>
                      <a:ext cx="303213" cy="303213"/>
                      <a:chOff x="5354637" y="3446463"/>
                      <a:chExt cx="214313" cy="214313"/>
                    </a:xfrm>
                  </p:grpSpPr>
                  <p:sp>
                    <p:nvSpPr>
                      <p:cNvPr id="23073" name="Arc 23072">
                        <a:extLst>
                          <a:ext uri="{FF2B5EF4-FFF2-40B4-BE49-F238E27FC236}">
                            <a16:creationId xmlns:a16="http://schemas.microsoft.com/office/drawing/2014/main" id="{A97526F1-94E1-0DD7-0049-C91322FDD8E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074" name="Arc 23073">
                        <a:extLst>
                          <a:ext uri="{FF2B5EF4-FFF2-40B4-BE49-F238E27FC236}">
                            <a16:creationId xmlns:a16="http://schemas.microsoft.com/office/drawing/2014/main" id="{5C782AC7-8D65-117D-9041-BC28EDB89CC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069" name="Group 23068">
                      <a:extLst>
                        <a:ext uri="{FF2B5EF4-FFF2-40B4-BE49-F238E27FC236}">
                          <a16:creationId xmlns:a16="http://schemas.microsoft.com/office/drawing/2014/main" id="{6ECDE781-F980-B273-44E7-BC8760A54D7D}"/>
                        </a:ext>
                      </a:extLst>
                    </p:cNvPr>
                    <p:cNvGrpSpPr/>
                    <p:nvPr/>
                  </p:nvGrpSpPr>
                  <p:grpSpPr>
                    <a:xfrm rot="7200000">
                      <a:off x="5265196" y="3932619"/>
                      <a:ext cx="393192" cy="393192"/>
                      <a:chOff x="5354637" y="3446463"/>
                      <a:chExt cx="214313" cy="214313"/>
                    </a:xfrm>
                  </p:grpSpPr>
                  <p:sp>
                    <p:nvSpPr>
                      <p:cNvPr id="23071" name="Arc 23070">
                        <a:extLst>
                          <a:ext uri="{FF2B5EF4-FFF2-40B4-BE49-F238E27FC236}">
                            <a16:creationId xmlns:a16="http://schemas.microsoft.com/office/drawing/2014/main" id="{2387C8F4-AB1B-F8E8-81C7-14884D14747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072" name="Arc 23071">
                        <a:extLst>
                          <a:ext uri="{FF2B5EF4-FFF2-40B4-BE49-F238E27FC236}">
                            <a16:creationId xmlns:a16="http://schemas.microsoft.com/office/drawing/2014/main" id="{24E0195B-680C-BFEC-1888-847DBDBF7DE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070" name="TextBox 23069">
                      <a:extLst>
                        <a:ext uri="{FF2B5EF4-FFF2-40B4-BE49-F238E27FC236}">
                          <a16:creationId xmlns:a16="http://schemas.microsoft.com/office/drawing/2014/main" id="{268031D1-9E7C-11F9-347D-124E96AB785E}"/>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3044" name="Group 23043">
                    <a:extLst>
                      <a:ext uri="{FF2B5EF4-FFF2-40B4-BE49-F238E27FC236}">
                        <a16:creationId xmlns:a16="http://schemas.microsoft.com/office/drawing/2014/main" id="{AFCCBF05-5104-5EFA-80B5-2FBFD5DCDDBB}"/>
                      </a:ext>
                    </a:extLst>
                  </p:cNvPr>
                  <p:cNvGrpSpPr/>
                  <p:nvPr/>
                </p:nvGrpSpPr>
                <p:grpSpPr>
                  <a:xfrm>
                    <a:off x="6512463" y="3525040"/>
                    <a:ext cx="393192" cy="393192"/>
                    <a:chOff x="6389147" y="3357021"/>
                    <a:chExt cx="393192" cy="393192"/>
                  </a:xfrm>
                </p:grpSpPr>
                <p:grpSp>
                  <p:nvGrpSpPr>
                    <p:cNvPr id="23056" name="Group 23055">
                      <a:extLst>
                        <a:ext uri="{FF2B5EF4-FFF2-40B4-BE49-F238E27FC236}">
                          <a16:creationId xmlns:a16="http://schemas.microsoft.com/office/drawing/2014/main" id="{00905A5C-277F-68B2-B675-B6080CA30E12}"/>
                        </a:ext>
                      </a:extLst>
                    </p:cNvPr>
                    <p:cNvGrpSpPr/>
                    <p:nvPr/>
                  </p:nvGrpSpPr>
                  <p:grpSpPr>
                    <a:xfrm rot="7200000" flipH="1">
                      <a:off x="6389147" y="3357021"/>
                      <a:ext cx="393192" cy="393192"/>
                      <a:chOff x="5354637" y="3446463"/>
                      <a:chExt cx="214313" cy="214313"/>
                    </a:xfrm>
                  </p:grpSpPr>
                  <p:sp>
                    <p:nvSpPr>
                      <p:cNvPr id="23065" name="Arc 23064">
                        <a:extLst>
                          <a:ext uri="{FF2B5EF4-FFF2-40B4-BE49-F238E27FC236}">
                            <a16:creationId xmlns:a16="http://schemas.microsoft.com/office/drawing/2014/main" id="{B4BD8889-9473-63DC-539B-3E7E9583E9F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066" name="Arc 23065">
                        <a:extLst>
                          <a:ext uri="{FF2B5EF4-FFF2-40B4-BE49-F238E27FC236}">
                            <a16:creationId xmlns:a16="http://schemas.microsoft.com/office/drawing/2014/main" id="{E19094AE-E48E-904D-270D-BA2ACB012F8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057" name="Group 23056">
                      <a:extLst>
                        <a:ext uri="{FF2B5EF4-FFF2-40B4-BE49-F238E27FC236}">
                          <a16:creationId xmlns:a16="http://schemas.microsoft.com/office/drawing/2014/main" id="{24BE0C3E-386D-B8C4-7F5D-24570BB16A56}"/>
                        </a:ext>
                      </a:extLst>
                    </p:cNvPr>
                    <p:cNvGrpSpPr/>
                    <p:nvPr/>
                  </p:nvGrpSpPr>
                  <p:grpSpPr>
                    <a:xfrm>
                      <a:off x="6434137" y="3402011"/>
                      <a:ext cx="303213" cy="303213"/>
                      <a:chOff x="6434137" y="3402011"/>
                      <a:chExt cx="303213" cy="303213"/>
                    </a:xfrm>
                  </p:grpSpPr>
                  <p:grpSp>
                    <p:nvGrpSpPr>
                      <p:cNvPr id="23058" name="Group 23057">
                        <a:extLst>
                          <a:ext uri="{FF2B5EF4-FFF2-40B4-BE49-F238E27FC236}">
                            <a16:creationId xmlns:a16="http://schemas.microsoft.com/office/drawing/2014/main" id="{CCA24AD5-D1B5-F83B-6E4E-B214AA2C4012}"/>
                          </a:ext>
                        </a:extLst>
                      </p:cNvPr>
                      <p:cNvGrpSpPr/>
                      <p:nvPr/>
                    </p:nvGrpSpPr>
                    <p:grpSpPr>
                      <a:xfrm flipH="1">
                        <a:off x="6478587" y="3446461"/>
                        <a:ext cx="214313" cy="214313"/>
                        <a:chOff x="5354637" y="3446463"/>
                        <a:chExt cx="214313" cy="214313"/>
                      </a:xfrm>
                    </p:grpSpPr>
                    <p:sp>
                      <p:nvSpPr>
                        <p:cNvPr id="23063" name="Arc 23062">
                          <a:extLst>
                            <a:ext uri="{FF2B5EF4-FFF2-40B4-BE49-F238E27FC236}">
                              <a16:creationId xmlns:a16="http://schemas.microsoft.com/office/drawing/2014/main" id="{892105A8-64B7-E3E9-795B-1FCBB646AA7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064" name="Arc 23063">
                          <a:extLst>
                            <a:ext uri="{FF2B5EF4-FFF2-40B4-BE49-F238E27FC236}">
                              <a16:creationId xmlns:a16="http://schemas.microsoft.com/office/drawing/2014/main" id="{2DF0AECA-E327-95A4-46D6-CE7E1F25A7C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059" name="Group 23058">
                        <a:extLst>
                          <a:ext uri="{FF2B5EF4-FFF2-40B4-BE49-F238E27FC236}">
                            <a16:creationId xmlns:a16="http://schemas.microsoft.com/office/drawing/2014/main" id="{C5BE80CE-EF89-5822-E1C4-0903F1FE1574}"/>
                          </a:ext>
                        </a:extLst>
                      </p:cNvPr>
                      <p:cNvGrpSpPr/>
                      <p:nvPr/>
                    </p:nvGrpSpPr>
                    <p:grpSpPr>
                      <a:xfrm rot="14400000" flipH="1">
                        <a:off x="6434137" y="3402011"/>
                        <a:ext cx="303213" cy="303213"/>
                        <a:chOff x="5354637" y="3446463"/>
                        <a:chExt cx="214313" cy="214313"/>
                      </a:xfrm>
                    </p:grpSpPr>
                    <p:sp>
                      <p:nvSpPr>
                        <p:cNvPr id="23061" name="Arc 23060">
                          <a:extLst>
                            <a:ext uri="{FF2B5EF4-FFF2-40B4-BE49-F238E27FC236}">
                              <a16:creationId xmlns:a16="http://schemas.microsoft.com/office/drawing/2014/main" id="{E5EC889E-BD80-12FB-0C65-B4F92E4478D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062" name="Arc 23061">
                          <a:extLst>
                            <a:ext uri="{FF2B5EF4-FFF2-40B4-BE49-F238E27FC236}">
                              <a16:creationId xmlns:a16="http://schemas.microsoft.com/office/drawing/2014/main" id="{3D0F2455-FA42-E49B-5029-B999D17E84D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060" name="TextBox 23059">
                        <a:extLst>
                          <a:ext uri="{FF2B5EF4-FFF2-40B4-BE49-F238E27FC236}">
                            <a16:creationId xmlns:a16="http://schemas.microsoft.com/office/drawing/2014/main" id="{EE0A4A1A-A8E7-ED2D-813F-B09F72792012}"/>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3045" name="Group 23044">
                    <a:extLst>
                      <a:ext uri="{FF2B5EF4-FFF2-40B4-BE49-F238E27FC236}">
                        <a16:creationId xmlns:a16="http://schemas.microsoft.com/office/drawing/2014/main" id="{FAF9D72F-F9E4-9155-4497-AE15EB8E18A9}"/>
                      </a:ext>
                    </a:extLst>
                  </p:cNvPr>
                  <p:cNvGrpSpPr/>
                  <p:nvPr/>
                </p:nvGrpSpPr>
                <p:grpSpPr>
                  <a:xfrm>
                    <a:off x="6197413" y="3225768"/>
                    <a:ext cx="393192" cy="393192"/>
                    <a:chOff x="6389147" y="3932622"/>
                    <a:chExt cx="393192" cy="393192"/>
                  </a:xfrm>
                </p:grpSpPr>
                <p:grpSp>
                  <p:nvGrpSpPr>
                    <p:cNvPr id="23046" name="Group 23045">
                      <a:extLst>
                        <a:ext uri="{FF2B5EF4-FFF2-40B4-BE49-F238E27FC236}">
                          <a16:creationId xmlns:a16="http://schemas.microsoft.com/office/drawing/2014/main" id="{BB2D6131-436A-8477-DB1E-80F5C43C8B7E}"/>
                        </a:ext>
                      </a:extLst>
                    </p:cNvPr>
                    <p:cNvGrpSpPr/>
                    <p:nvPr/>
                  </p:nvGrpSpPr>
                  <p:grpSpPr>
                    <a:xfrm flipH="1">
                      <a:off x="6478587" y="4022061"/>
                      <a:ext cx="214313" cy="214313"/>
                      <a:chOff x="5354637" y="3446463"/>
                      <a:chExt cx="214313" cy="214313"/>
                    </a:xfrm>
                  </p:grpSpPr>
                  <p:sp>
                    <p:nvSpPr>
                      <p:cNvPr id="23054" name="Arc 23053">
                        <a:extLst>
                          <a:ext uri="{FF2B5EF4-FFF2-40B4-BE49-F238E27FC236}">
                            <a16:creationId xmlns:a16="http://schemas.microsoft.com/office/drawing/2014/main" id="{D2551725-F3C1-DDF2-8B34-67808F3D1EF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055" name="Arc 23054">
                        <a:extLst>
                          <a:ext uri="{FF2B5EF4-FFF2-40B4-BE49-F238E27FC236}">
                            <a16:creationId xmlns:a16="http://schemas.microsoft.com/office/drawing/2014/main" id="{8283C149-B55A-3B87-C015-60501D7A358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047" name="Group 23046">
                      <a:extLst>
                        <a:ext uri="{FF2B5EF4-FFF2-40B4-BE49-F238E27FC236}">
                          <a16:creationId xmlns:a16="http://schemas.microsoft.com/office/drawing/2014/main" id="{22FB3448-D601-E589-D226-3293AD724A2A}"/>
                        </a:ext>
                      </a:extLst>
                    </p:cNvPr>
                    <p:cNvGrpSpPr/>
                    <p:nvPr/>
                  </p:nvGrpSpPr>
                  <p:grpSpPr>
                    <a:xfrm rot="7200000" flipH="1">
                      <a:off x="6434137" y="3977611"/>
                      <a:ext cx="303213" cy="303213"/>
                      <a:chOff x="5354637" y="3446463"/>
                      <a:chExt cx="214313" cy="214313"/>
                    </a:xfrm>
                  </p:grpSpPr>
                  <p:sp>
                    <p:nvSpPr>
                      <p:cNvPr id="23052" name="Arc 23051">
                        <a:extLst>
                          <a:ext uri="{FF2B5EF4-FFF2-40B4-BE49-F238E27FC236}">
                            <a16:creationId xmlns:a16="http://schemas.microsoft.com/office/drawing/2014/main" id="{83BF65DF-F13B-B928-4D26-DCF4BC1827C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053" name="Arc 23052">
                        <a:extLst>
                          <a:ext uri="{FF2B5EF4-FFF2-40B4-BE49-F238E27FC236}">
                            <a16:creationId xmlns:a16="http://schemas.microsoft.com/office/drawing/2014/main" id="{6233E0C7-BBE7-5BBF-0AB5-84632951CE2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048" name="Group 23047">
                      <a:extLst>
                        <a:ext uri="{FF2B5EF4-FFF2-40B4-BE49-F238E27FC236}">
                          <a16:creationId xmlns:a16="http://schemas.microsoft.com/office/drawing/2014/main" id="{04D49448-FD87-0008-F67B-73E1A63A22E1}"/>
                        </a:ext>
                      </a:extLst>
                    </p:cNvPr>
                    <p:cNvGrpSpPr/>
                    <p:nvPr/>
                  </p:nvGrpSpPr>
                  <p:grpSpPr>
                    <a:xfrm rot="14400000" flipH="1">
                      <a:off x="6389147" y="3932622"/>
                      <a:ext cx="393192" cy="393192"/>
                      <a:chOff x="5354637" y="3446463"/>
                      <a:chExt cx="214313" cy="214313"/>
                    </a:xfrm>
                  </p:grpSpPr>
                  <p:sp>
                    <p:nvSpPr>
                      <p:cNvPr id="23050" name="Arc 23049">
                        <a:extLst>
                          <a:ext uri="{FF2B5EF4-FFF2-40B4-BE49-F238E27FC236}">
                            <a16:creationId xmlns:a16="http://schemas.microsoft.com/office/drawing/2014/main" id="{C0E85A7A-0E04-12F0-90D7-10CCBBAD3AE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051" name="Arc 23050">
                        <a:extLst>
                          <a:ext uri="{FF2B5EF4-FFF2-40B4-BE49-F238E27FC236}">
                            <a16:creationId xmlns:a16="http://schemas.microsoft.com/office/drawing/2014/main" id="{CF2BEE40-1000-BF94-50FF-1CAF795B992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049" name="TextBox 23048">
                      <a:extLst>
                        <a:ext uri="{FF2B5EF4-FFF2-40B4-BE49-F238E27FC236}">
                          <a16:creationId xmlns:a16="http://schemas.microsoft.com/office/drawing/2014/main" id="{40776D3A-0276-A39F-C51F-5B68D38C033B}"/>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22945" name="Group 22944">
                <a:extLst>
                  <a:ext uri="{FF2B5EF4-FFF2-40B4-BE49-F238E27FC236}">
                    <a16:creationId xmlns:a16="http://schemas.microsoft.com/office/drawing/2014/main" id="{2C679C3B-7DA4-0DC1-A06E-3EA82DDA3205}"/>
                  </a:ext>
                </a:extLst>
              </p:cNvPr>
              <p:cNvGrpSpPr/>
              <p:nvPr/>
            </p:nvGrpSpPr>
            <p:grpSpPr>
              <a:xfrm>
                <a:off x="6065340" y="2039507"/>
                <a:ext cx="1643204" cy="1593124"/>
                <a:chOff x="5445106" y="2644743"/>
                <a:chExt cx="1643204" cy="1593124"/>
              </a:xfrm>
            </p:grpSpPr>
            <p:grpSp>
              <p:nvGrpSpPr>
                <p:cNvPr id="22946" name="Group 22945">
                  <a:extLst>
                    <a:ext uri="{FF2B5EF4-FFF2-40B4-BE49-F238E27FC236}">
                      <a16:creationId xmlns:a16="http://schemas.microsoft.com/office/drawing/2014/main" id="{BB267D56-B925-4BB6-7CBE-B3CCD66744E0}"/>
                    </a:ext>
                  </a:extLst>
                </p:cNvPr>
                <p:cNvGrpSpPr/>
                <p:nvPr/>
              </p:nvGrpSpPr>
              <p:grpSpPr>
                <a:xfrm>
                  <a:off x="5445106" y="2644743"/>
                  <a:ext cx="1019224" cy="991639"/>
                  <a:chOff x="5886431" y="3225768"/>
                  <a:chExt cx="1019224" cy="991639"/>
                </a:xfrm>
              </p:grpSpPr>
              <p:grpSp>
                <p:nvGrpSpPr>
                  <p:cNvPr id="22994" name="Group 22993">
                    <a:extLst>
                      <a:ext uri="{FF2B5EF4-FFF2-40B4-BE49-F238E27FC236}">
                        <a16:creationId xmlns:a16="http://schemas.microsoft.com/office/drawing/2014/main" id="{3E5BD548-D903-5B48-AF82-5A36CFEB9ED7}"/>
                      </a:ext>
                    </a:extLst>
                  </p:cNvPr>
                  <p:cNvGrpSpPr/>
                  <p:nvPr/>
                </p:nvGrpSpPr>
                <p:grpSpPr>
                  <a:xfrm>
                    <a:off x="6197413" y="3824215"/>
                    <a:ext cx="393192" cy="393192"/>
                    <a:chOff x="5265196" y="3357021"/>
                    <a:chExt cx="393192" cy="393192"/>
                  </a:xfrm>
                </p:grpSpPr>
                <p:grpSp>
                  <p:nvGrpSpPr>
                    <p:cNvPr id="23029" name="Group 23028">
                      <a:extLst>
                        <a:ext uri="{FF2B5EF4-FFF2-40B4-BE49-F238E27FC236}">
                          <a16:creationId xmlns:a16="http://schemas.microsoft.com/office/drawing/2014/main" id="{CF25F0E7-7162-B96F-F108-9F037DAC909F}"/>
                        </a:ext>
                      </a:extLst>
                    </p:cNvPr>
                    <p:cNvGrpSpPr/>
                    <p:nvPr/>
                  </p:nvGrpSpPr>
                  <p:grpSpPr>
                    <a:xfrm rot="14400000">
                      <a:off x="5265196" y="3357021"/>
                      <a:ext cx="393192" cy="393192"/>
                      <a:chOff x="5354637" y="3446463"/>
                      <a:chExt cx="214313" cy="214313"/>
                    </a:xfrm>
                  </p:grpSpPr>
                  <p:sp>
                    <p:nvSpPr>
                      <p:cNvPr id="23038" name="Arc 23037">
                        <a:extLst>
                          <a:ext uri="{FF2B5EF4-FFF2-40B4-BE49-F238E27FC236}">
                            <a16:creationId xmlns:a16="http://schemas.microsoft.com/office/drawing/2014/main" id="{3D16A1D1-4769-EEB0-E0E8-D7CDDACB3B2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039" name="Arc 23038">
                        <a:extLst>
                          <a:ext uri="{FF2B5EF4-FFF2-40B4-BE49-F238E27FC236}">
                            <a16:creationId xmlns:a16="http://schemas.microsoft.com/office/drawing/2014/main" id="{1457CC38-50ED-7B0A-21A5-896CA3D0364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030" name="Group 23029">
                      <a:extLst>
                        <a:ext uri="{FF2B5EF4-FFF2-40B4-BE49-F238E27FC236}">
                          <a16:creationId xmlns:a16="http://schemas.microsoft.com/office/drawing/2014/main" id="{78B9B031-60BB-51B1-4435-173F35821BC0}"/>
                        </a:ext>
                      </a:extLst>
                    </p:cNvPr>
                    <p:cNvGrpSpPr/>
                    <p:nvPr/>
                  </p:nvGrpSpPr>
                  <p:grpSpPr>
                    <a:xfrm>
                      <a:off x="5310186" y="3402011"/>
                      <a:ext cx="303213" cy="303213"/>
                      <a:chOff x="5310186" y="3402011"/>
                      <a:chExt cx="303213" cy="303213"/>
                    </a:xfrm>
                  </p:grpSpPr>
                  <p:grpSp>
                    <p:nvGrpSpPr>
                      <p:cNvPr id="23031" name="Group 23030">
                        <a:extLst>
                          <a:ext uri="{FF2B5EF4-FFF2-40B4-BE49-F238E27FC236}">
                            <a16:creationId xmlns:a16="http://schemas.microsoft.com/office/drawing/2014/main" id="{5CF43F4A-11B6-4721-67BA-828C3DC8AC57}"/>
                          </a:ext>
                        </a:extLst>
                      </p:cNvPr>
                      <p:cNvGrpSpPr/>
                      <p:nvPr/>
                    </p:nvGrpSpPr>
                    <p:grpSpPr>
                      <a:xfrm>
                        <a:off x="5354636" y="3446461"/>
                        <a:ext cx="214313" cy="214313"/>
                        <a:chOff x="5354637" y="3446463"/>
                        <a:chExt cx="214313" cy="214313"/>
                      </a:xfrm>
                    </p:grpSpPr>
                    <p:sp>
                      <p:nvSpPr>
                        <p:cNvPr id="23036" name="Arc 23035">
                          <a:extLst>
                            <a:ext uri="{FF2B5EF4-FFF2-40B4-BE49-F238E27FC236}">
                              <a16:creationId xmlns:a16="http://schemas.microsoft.com/office/drawing/2014/main" id="{ED06EBEB-EABE-7C30-A54F-21395078B2C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037" name="Arc 23036">
                          <a:extLst>
                            <a:ext uri="{FF2B5EF4-FFF2-40B4-BE49-F238E27FC236}">
                              <a16:creationId xmlns:a16="http://schemas.microsoft.com/office/drawing/2014/main" id="{7DAED56C-E5B8-5DAB-34F8-14820E79891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032" name="Group 23031">
                        <a:extLst>
                          <a:ext uri="{FF2B5EF4-FFF2-40B4-BE49-F238E27FC236}">
                            <a16:creationId xmlns:a16="http://schemas.microsoft.com/office/drawing/2014/main" id="{3830E4FD-2675-487C-C26C-D1AD677EBEEB}"/>
                          </a:ext>
                        </a:extLst>
                      </p:cNvPr>
                      <p:cNvGrpSpPr/>
                      <p:nvPr/>
                    </p:nvGrpSpPr>
                    <p:grpSpPr>
                      <a:xfrm rot="7200000">
                        <a:off x="5310186" y="3402011"/>
                        <a:ext cx="303213" cy="303213"/>
                        <a:chOff x="5354637" y="3446463"/>
                        <a:chExt cx="214313" cy="214313"/>
                      </a:xfrm>
                    </p:grpSpPr>
                    <p:sp>
                      <p:nvSpPr>
                        <p:cNvPr id="23034" name="Arc 23033">
                          <a:extLst>
                            <a:ext uri="{FF2B5EF4-FFF2-40B4-BE49-F238E27FC236}">
                              <a16:creationId xmlns:a16="http://schemas.microsoft.com/office/drawing/2014/main" id="{A1BC21C3-2301-151D-8D43-FB2DEC3D6DF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035" name="Arc 23034">
                          <a:extLst>
                            <a:ext uri="{FF2B5EF4-FFF2-40B4-BE49-F238E27FC236}">
                              <a16:creationId xmlns:a16="http://schemas.microsoft.com/office/drawing/2014/main" id="{04F0D542-EB62-7B35-7344-8BABEB55AEA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033" name="TextBox 23032">
                        <a:extLst>
                          <a:ext uri="{FF2B5EF4-FFF2-40B4-BE49-F238E27FC236}">
                            <a16:creationId xmlns:a16="http://schemas.microsoft.com/office/drawing/2014/main" id="{BEB32350-B32C-0F19-8F49-1FBF9F7B705E}"/>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995" name="Group 22994">
                    <a:extLst>
                      <a:ext uri="{FF2B5EF4-FFF2-40B4-BE49-F238E27FC236}">
                        <a16:creationId xmlns:a16="http://schemas.microsoft.com/office/drawing/2014/main" id="{E4FC7288-44BF-FBC0-A8E7-86D7310908F9}"/>
                      </a:ext>
                    </a:extLst>
                  </p:cNvPr>
                  <p:cNvGrpSpPr/>
                  <p:nvPr/>
                </p:nvGrpSpPr>
                <p:grpSpPr>
                  <a:xfrm>
                    <a:off x="5886431" y="3525040"/>
                    <a:ext cx="393192" cy="393192"/>
                    <a:chOff x="5265196" y="3932619"/>
                    <a:chExt cx="393192" cy="393192"/>
                  </a:xfrm>
                </p:grpSpPr>
                <p:grpSp>
                  <p:nvGrpSpPr>
                    <p:cNvPr id="23019" name="Group 23018">
                      <a:extLst>
                        <a:ext uri="{FF2B5EF4-FFF2-40B4-BE49-F238E27FC236}">
                          <a16:creationId xmlns:a16="http://schemas.microsoft.com/office/drawing/2014/main" id="{BD2ECCCA-894B-3374-97D0-18A2B2C050E8}"/>
                        </a:ext>
                      </a:extLst>
                    </p:cNvPr>
                    <p:cNvGrpSpPr/>
                    <p:nvPr/>
                  </p:nvGrpSpPr>
                  <p:grpSpPr>
                    <a:xfrm>
                      <a:off x="5354636" y="4022061"/>
                      <a:ext cx="214313" cy="214313"/>
                      <a:chOff x="5354637" y="3446463"/>
                      <a:chExt cx="214313" cy="214313"/>
                    </a:xfrm>
                  </p:grpSpPr>
                  <p:sp>
                    <p:nvSpPr>
                      <p:cNvPr id="23027" name="Arc 23026">
                        <a:extLst>
                          <a:ext uri="{FF2B5EF4-FFF2-40B4-BE49-F238E27FC236}">
                            <a16:creationId xmlns:a16="http://schemas.microsoft.com/office/drawing/2014/main" id="{AB633CE1-B3A3-7291-18AB-13E3C4D3E72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028" name="Arc 23027">
                        <a:extLst>
                          <a:ext uri="{FF2B5EF4-FFF2-40B4-BE49-F238E27FC236}">
                            <a16:creationId xmlns:a16="http://schemas.microsoft.com/office/drawing/2014/main" id="{C5C14548-4CC2-BACB-5718-D780F9C93CE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020" name="Group 23019">
                      <a:extLst>
                        <a:ext uri="{FF2B5EF4-FFF2-40B4-BE49-F238E27FC236}">
                          <a16:creationId xmlns:a16="http://schemas.microsoft.com/office/drawing/2014/main" id="{904CEFCD-4218-D837-37F6-0E80B615DAFF}"/>
                        </a:ext>
                      </a:extLst>
                    </p:cNvPr>
                    <p:cNvGrpSpPr/>
                    <p:nvPr/>
                  </p:nvGrpSpPr>
                  <p:grpSpPr>
                    <a:xfrm rot="14400000">
                      <a:off x="5310186" y="3977611"/>
                      <a:ext cx="303213" cy="303213"/>
                      <a:chOff x="5354637" y="3446463"/>
                      <a:chExt cx="214313" cy="214313"/>
                    </a:xfrm>
                  </p:grpSpPr>
                  <p:sp>
                    <p:nvSpPr>
                      <p:cNvPr id="23025" name="Arc 23024">
                        <a:extLst>
                          <a:ext uri="{FF2B5EF4-FFF2-40B4-BE49-F238E27FC236}">
                            <a16:creationId xmlns:a16="http://schemas.microsoft.com/office/drawing/2014/main" id="{E743C3EE-40E7-336E-B462-52EBA135F6F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026" name="Arc 23025">
                        <a:extLst>
                          <a:ext uri="{FF2B5EF4-FFF2-40B4-BE49-F238E27FC236}">
                            <a16:creationId xmlns:a16="http://schemas.microsoft.com/office/drawing/2014/main" id="{A47637F9-534D-A7E3-25A9-AE9EFF9F3B3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021" name="Group 23020">
                      <a:extLst>
                        <a:ext uri="{FF2B5EF4-FFF2-40B4-BE49-F238E27FC236}">
                          <a16:creationId xmlns:a16="http://schemas.microsoft.com/office/drawing/2014/main" id="{72659D33-5377-B55A-CF98-D8D44960943A}"/>
                        </a:ext>
                      </a:extLst>
                    </p:cNvPr>
                    <p:cNvGrpSpPr/>
                    <p:nvPr/>
                  </p:nvGrpSpPr>
                  <p:grpSpPr>
                    <a:xfrm rot="7200000">
                      <a:off x="5265196" y="3932619"/>
                      <a:ext cx="393192" cy="393192"/>
                      <a:chOff x="5354637" y="3446463"/>
                      <a:chExt cx="214313" cy="214313"/>
                    </a:xfrm>
                  </p:grpSpPr>
                  <p:sp>
                    <p:nvSpPr>
                      <p:cNvPr id="23023" name="Arc 23022">
                        <a:extLst>
                          <a:ext uri="{FF2B5EF4-FFF2-40B4-BE49-F238E27FC236}">
                            <a16:creationId xmlns:a16="http://schemas.microsoft.com/office/drawing/2014/main" id="{0F07084B-8872-7CD3-11F2-4A7C930B2F5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024" name="Arc 23023">
                        <a:extLst>
                          <a:ext uri="{FF2B5EF4-FFF2-40B4-BE49-F238E27FC236}">
                            <a16:creationId xmlns:a16="http://schemas.microsoft.com/office/drawing/2014/main" id="{3EF3E510-F335-7C94-B309-B823A5D99FD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022" name="TextBox 23021">
                      <a:extLst>
                        <a:ext uri="{FF2B5EF4-FFF2-40B4-BE49-F238E27FC236}">
                          <a16:creationId xmlns:a16="http://schemas.microsoft.com/office/drawing/2014/main" id="{B8675451-AACB-FC7E-3ACD-4D6C91CDFE37}"/>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2996" name="Group 22995">
                    <a:extLst>
                      <a:ext uri="{FF2B5EF4-FFF2-40B4-BE49-F238E27FC236}">
                        <a16:creationId xmlns:a16="http://schemas.microsoft.com/office/drawing/2014/main" id="{D5899D86-2621-FAC0-D9C1-459976D7F58F}"/>
                      </a:ext>
                    </a:extLst>
                  </p:cNvPr>
                  <p:cNvGrpSpPr/>
                  <p:nvPr/>
                </p:nvGrpSpPr>
                <p:grpSpPr>
                  <a:xfrm>
                    <a:off x="6512463" y="3525040"/>
                    <a:ext cx="393192" cy="393192"/>
                    <a:chOff x="6389147" y="3357021"/>
                    <a:chExt cx="393192" cy="393192"/>
                  </a:xfrm>
                </p:grpSpPr>
                <p:grpSp>
                  <p:nvGrpSpPr>
                    <p:cNvPr id="23008" name="Group 23007">
                      <a:extLst>
                        <a:ext uri="{FF2B5EF4-FFF2-40B4-BE49-F238E27FC236}">
                          <a16:creationId xmlns:a16="http://schemas.microsoft.com/office/drawing/2014/main" id="{0E6930C0-9DD7-62F2-A542-CB08424572B8}"/>
                        </a:ext>
                      </a:extLst>
                    </p:cNvPr>
                    <p:cNvGrpSpPr/>
                    <p:nvPr/>
                  </p:nvGrpSpPr>
                  <p:grpSpPr>
                    <a:xfrm rot="7200000" flipH="1">
                      <a:off x="6389147" y="3357021"/>
                      <a:ext cx="393192" cy="393192"/>
                      <a:chOff x="5354637" y="3446463"/>
                      <a:chExt cx="214313" cy="214313"/>
                    </a:xfrm>
                  </p:grpSpPr>
                  <p:sp>
                    <p:nvSpPr>
                      <p:cNvPr id="23017" name="Arc 23016">
                        <a:extLst>
                          <a:ext uri="{FF2B5EF4-FFF2-40B4-BE49-F238E27FC236}">
                            <a16:creationId xmlns:a16="http://schemas.microsoft.com/office/drawing/2014/main" id="{E6F73374-8531-9F99-5068-B7D447A1450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018" name="Arc 23017">
                        <a:extLst>
                          <a:ext uri="{FF2B5EF4-FFF2-40B4-BE49-F238E27FC236}">
                            <a16:creationId xmlns:a16="http://schemas.microsoft.com/office/drawing/2014/main" id="{A5734D16-3415-5329-023A-D18A16028E2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009" name="Group 23008">
                      <a:extLst>
                        <a:ext uri="{FF2B5EF4-FFF2-40B4-BE49-F238E27FC236}">
                          <a16:creationId xmlns:a16="http://schemas.microsoft.com/office/drawing/2014/main" id="{F161BA93-FB5A-1D4B-FEA2-A1181E38E84D}"/>
                        </a:ext>
                      </a:extLst>
                    </p:cNvPr>
                    <p:cNvGrpSpPr/>
                    <p:nvPr/>
                  </p:nvGrpSpPr>
                  <p:grpSpPr>
                    <a:xfrm>
                      <a:off x="6434137" y="3402011"/>
                      <a:ext cx="303213" cy="303213"/>
                      <a:chOff x="6434137" y="3402011"/>
                      <a:chExt cx="303213" cy="303213"/>
                    </a:xfrm>
                  </p:grpSpPr>
                  <p:grpSp>
                    <p:nvGrpSpPr>
                      <p:cNvPr id="23010" name="Group 23009">
                        <a:extLst>
                          <a:ext uri="{FF2B5EF4-FFF2-40B4-BE49-F238E27FC236}">
                            <a16:creationId xmlns:a16="http://schemas.microsoft.com/office/drawing/2014/main" id="{FC99690D-ABBD-7F89-4D12-55C99835BA00}"/>
                          </a:ext>
                        </a:extLst>
                      </p:cNvPr>
                      <p:cNvGrpSpPr/>
                      <p:nvPr/>
                    </p:nvGrpSpPr>
                    <p:grpSpPr>
                      <a:xfrm flipH="1">
                        <a:off x="6478587" y="3446461"/>
                        <a:ext cx="214313" cy="214313"/>
                        <a:chOff x="5354637" y="3446463"/>
                        <a:chExt cx="214313" cy="214313"/>
                      </a:xfrm>
                    </p:grpSpPr>
                    <p:sp>
                      <p:nvSpPr>
                        <p:cNvPr id="23015" name="Arc 23014">
                          <a:extLst>
                            <a:ext uri="{FF2B5EF4-FFF2-40B4-BE49-F238E27FC236}">
                              <a16:creationId xmlns:a16="http://schemas.microsoft.com/office/drawing/2014/main" id="{5FA5ECA4-D984-6D08-BF1D-729873C5077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016" name="Arc 23015">
                          <a:extLst>
                            <a:ext uri="{FF2B5EF4-FFF2-40B4-BE49-F238E27FC236}">
                              <a16:creationId xmlns:a16="http://schemas.microsoft.com/office/drawing/2014/main" id="{D2B22253-C10B-D8EC-385E-FC9426CF14E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011" name="Group 23010">
                        <a:extLst>
                          <a:ext uri="{FF2B5EF4-FFF2-40B4-BE49-F238E27FC236}">
                            <a16:creationId xmlns:a16="http://schemas.microsoft.com/office/drawing/2014/main" id="{5F9F1231-4968-2A7A-0D6D-8F14EDC2F1CD}"/>
                          </a:ext>
                        </a:extLst>
                      </p:cNvPr>
                      <p:cNvGrpSpPr/>
                      <p:nvPr/>
                    </p:nvGrpSpPr>
                    <p:grpSpPr>
                      <a:xfrm rot="14400000" flipH="1">
                        <a:off x="6434137" y="3402011"/>
                        <a:ext cx="303213" cy="303213"/>
                        <a:chOff x="5354637" y="3446463"/>
                        <a:chExt cx="214313" cy="214313"/>
                      </a:xfrm>
                    </p:grpSpPr>
                    <p:sp>
                      <p:nvSpPr>
                        <p:cNvPr id="23013" name="Arc 23012">
                          <a:extLst>
                            <a:ext uri="{FF2B5EF4-FFF2-40B4-BE49-F238E27FC236}">
                              <a16:creationId xmlns:a16="http://schemas.microsoft.com/office/drawing/2014/main" id="{54F2FFCA-F5AC-F064-3D3A-4B347D1E519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014" name="Arc 23013">
                          <a:extLst>
                            <a:ext uri="{FF2B5EF4-FFF2-40B4-BE49-F238E27FC236}">
                              <a16:creationId xmlns:a16="http://schemas.microsoft.com/office/drawing/2014/main" id="{69131A22-358A-902D-D0F7-03CA9947FA0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012" name="TextBox 23011">
                        <a:extLst>
                          <a:ext uri="{FF2B5EF4-FFF2-40B4-BE49-F238E27FC236}">
                            <a16:creationId xmlns:a16="http://schemas.microsoft.com/office/drawing/2014/main" id="{B3E4DDB7-2E4E-77F9-3EE8-1B4E1897E626}"/>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997" name="Group 22996">
                    <a:extLst>
                      <a:ext uri="{FF2B5EF4-FFF2-40B4-BE49-F238E27FC236}">
                        <a16:creationId xmlns:a16="http://schemas.microsoft.com/office/drawing/2014/main" id="{B7271285-1F05-5EDD-6036-5B5879CD0310}"/>
                      </a:ext>
                    </a:extLst>
                  </p:cNvPr>
                  <p:cNvGrpSpPr/>
                  <p:nvPr/>
                </p:nvGrpSpPr>
                <p:grpSpPr>
                  <a:xfrm>
                    <a:off x="6197413" y="3225768"/>
                    <a:ext cx="393192" cy="393192"/>
                    <a:chOff x="6389147" y="3932622"/>
                    <a:chExt cx="393192" cy="393192"/>
                  </a:xfrm>
                </p:grpSpPr>
                <p:grpSp>
                  <p:nvGrpSpPr>
                    <p:cNvPr id="22998" name="Group 22997">
                      <a:extLst>
                        <a:ext uri="{FF2B5EF4-FFF2-40B4-BE49-F238E27FC236}">
                          <a16:creationId xmlns:a16="http://schemas.microsoft.com/office/drawing/2014/main" id="{4C5D8851-2062-46E1-AC5D-C68BDC2FDC4C}"/>
                        </a:ext>
                      </a:extLst>
                    </p:cNvPr>
                    <p:cNvGrpSpPr/>
                    <p:nvPr/>
                  </p:nvGrpSpPr>
                  <p:grpSpPr>
                    <a:xfrm flipH="1">
                      <a:off x="6478587" y="4022061"/>
                      <a:ext cx="214313" cy="214313"/>
                      <a:chOff x="5354637" y="3446463"/>
                      <a:chExt cx="214313" cy="214313"/>
                    </a:xfrm>
                  </p:grpSpPr>
                  <p:sp>
                    <p:nvSpPr>
                      <p:cNvPr id="23006" name="Arc 23005">
                        <a:extLst>
                          <a:ext uri="{FF2B5EF4-FFF2-40B4-BE49-F238E27FC236}">
                            <a16:creationId xmlns:a16="http://schemas.microsoft.com/office/drawing/2014/main" id="{6C06DE29-E421-14B3-3B08-4A5D8E9EDF5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007" name="Arc 23006">
                        <a:extLst>
                          <a:ext uri="{FF2B5EF4-FFF2-40B4-BE49-F238E27FC236}">
                            <a16:creationId xmlns:a16="http://schemas.microsoft.com/office/drawing/2014/main" id="{4EB2E81B-719B-B846-9103-042292AE3CD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999" name="Group 22998">
                      <a:extLst>
                        <a:ext uri="{FF2B5EF4-FFF2-40B4-BE49-F238E27FC236}">
                          <a16:creationId xmlns:a16="http://schemas.microsoft.com/office/drawing/2014/main" id="{4527D239-70C0-0B03-3074-6DD7881EF29E}"/>
                        </a:ext>
                      </a:extLst>
                    </p:cNvPr>
                    <p:cNvGrpSpPr/>
                    <p:nvPr/>
                  </p:nvGrpSpPr>
                  <p:grpSpPr>
                    <a:xfrm rot="7200000" flipH="1">
                      <a:off x="6434137" y="3977611"/>
                      <a:ext cx="303213" cy="303213"/>
                      <a:chOff x="5354637" y="3446463"/>
                      <a:chExt cx="214313" cy="214313"/>
                    </a:xfrm>
                  </p:grpSpPr>
                  <p:sp>
                    <p:nvSpPr>
                      <p:cNvPr id="23004" name="Arc 23003">
                        <a:extLst>
                          <a:ext uri="{FF2B5EF4-FFF2-40B4-BE49-F238E27FC236}">
                            <a16:creationId xmlns:a16="http://schemas.microsoft.com/office/drawing/2014/main" id="{B13B2845-9C8C-DE77-D61F-C3E0B39C8AB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005" name="Arc 23004">
                        <a:extLst>
                          <a:ext uri="{FF2B5EF4-FFF2-40B4-BE49-F238E27FC236}">
                            <a16:creationId xmlns:a16="http://schemas.microsoft.com/office/drawing/2014/main" id="{798AEAA2-9AFB-D6A7-81EC-33D88B81BCF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3000" name="Group 22999">
                      <a:extLst>
                        <a:ext uri="{FF2B5EF4-FFF2-40B4-BE49-F238E27FC236}">
                          <a16:creationId xmlns:a16="http://schemas.microsoft.com/office/drawing/2014/main" id="{2E0CF7FF-45EB-1D9C-E4E0-C016A2023C99}"/>
                        </a:ext>
                      </a:extLst>
                    </p:cNvPr>
                    <p:cNvGrpSpPr/>
                    <p:nvPr/>
                  </p:nvGrpSpPr>
                  <p:grpSpPr>
                    <a:xfrm rot="14400000" flipH="1">
                      <a:off x="6389147" y="3932622"/>
                      <a:ext cx="393192" cy="393192"/>
                      <a:chOff x="5354637" y="3446463"/>
                      <a:chExt cx="214313" cy="214313"/>
                    </a:xfrm>
                  </p:grpSpPr>
                  <p:sp>
                    <p:nvSpPr>
                      <p:cNvPr id="23002" name="Arc 23001">
                        <a:extLst>
                          <a:ext uri="{FF2B5EF4-FFF2-40B4-BE49-F238E27FC236}">
                            <a16:creationId xmlns:a16="http://schemas.microsoft.com/office/drawing/2014/main" id="{634448DA-801E-A31B-60CA-DCD28ABCD12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003" name="Arc 23002">
                        <a:extLst>
                          <a:ext uri="{FF2B5EF4-FFF2-40B4-BE49-F238E27FC236}">
                            <a16:creationId xmlns:a16="http://schemas.microsoft.com/office/drawing/2014/main" id="{F349A18F-1C65-2EDC-53DC-5CD1E2281E7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3001" name="TextBox 23000">
                      <a:extLst>
                        <a:ext uri="{FF2B5EF4-FFF2-40B4-BE49-F238E27FC236}">
                          <a16:creationId xmlns:a16="http://schemas.microsoft.com/office/drawing/2014/main" id="{EC6E0615-D2BE-4794-369C-C0E3A8D5DD4B}"/>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947" name="Group 22946">
                  <a:extLst>
                    <a:ext uri="{FF2B5EF4-FFF2-40B4-BE49-F238E27FC236}">
                      <a16:creationId xmlns:a16="http://schemas.microsoft.com/office/drawing/2014/main" id="{7A8A6BF4-8833-E7A0-EB74-8F678A178F37}"/>
                    </a:ext>
                  </a:extLst>
                </p:cNvPr>
                <p:cNvGrpSpPr/>
                <p:nvPr/>
              </p:nvGrpSpPr>
              <p:grpSpPr>
                <a:xfrm>
                  <a:off x="6069086" y="3246228"/>
                  <a:ext cx="1019224" cy="991639"/>
                  <a:chOff x="5886431" y="3225768"/>
                  <a:chExt cx="1019224" cy="991639"/>
                </a:xfrm>
              </p:grpSpPr>
              <p:grpSp>
                <p:nvGrpSpPr>
                  <p:cNvPr id="22948" name="Group 22947">
                    <a:extLst>
                      <a:ext uri="{FF2B5EF4-FFF2-40B4-BE49-F238E27FC236}">
                        <a16:creationId xmlns:a16="http://schemas.microsoft.com/office/drawing/2014/main" id="{174753ED-7F9A-E37C-9522-47A3E1118A31}"/>
                      </a:ext>
                    </a:extLst>
                  </p:cNvPr>
                  <p:cNvGrpSpPr/>
                  <p:nvPr/>
                </p:nvGrpSpPr>
                <p:grpSpPr>
                  <a:xfrm>
                    <a:off x="6197413" y="3824215"/>
                    <a:ext cx="393192" cy="393192"/>
                    <a:chOff x="5265196" y="3357021"/>
                    <a:chExt cx="393192" cy="393192"/>
                  </a:xfrm>
                </p:grpSpPr>
                <p:grpSp>
                  <p:nvGrpSpPr>
                    <p:cNvPr id="22983" name="Group 22982">
                      <a:extLst>
                        <a:ext uri="{FF2B5EF4-FFF2-40B4-BE49-F238E27FC236}">
                          <a16:creationId xmlns:a16="http://schemas.microsoft.com/office/drawing/2014/main" id="{1B2C4DE8-3450-CC2D-C7FC-33C57528DEC5}"/>
                        </a:ext>
                      </a:extLst>
                    </p:cNvPr>
                    <p:cNvGrpSpPr/>
                    <p:nvPr/>
                  </p:nvGrpSpPr>
                  <p:grpSpPr>
                    <a:xfrm rot="14400000">
                      <a:off x="5265196" y="3357021"/>
                      <a:ext cx="393192" cy="393192"/>
                      <a:chOff x="5354637" y="3446463"/>
                      <a:chExt cx="214313" cy="214313"/>
                    </a:xfrm>
                  </p:grpSpPr>
                  <p:sp>
                    <p:nvSpPr>
                      <p:cNvPr id="22992" name="Arc 22991">
                        <a:extLst>
                          <a:ext uri="{FF2B5EF4-FFF2-40B4-BE49-F238E27FC236}">
                            <a16:creationId xmlns:a16="http://schemas.microsoft.com/office/drawing/2014/main" id="{94401880-72C7-47AF-C0FC-BAC2B2C8BD3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993" name="Arc 22992">
                        <a:extLst>
                          <a:ext uri="{FF2B5EF4-FFF2-40B4-BE49-F238E27FC236}">
                            <a16:creationId xmlns:a16="http://schemas.microsoft.com/office/drawing/2014/main" id="{F16C928A-DC11-8DEE-1B82-89414C746D9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984" name="Group 22983">
                      <a:extLst>
                        <a:ext uri="{FF2B5EF4-FFF2-40B4-BE49-F238E27FC236}">
                          <a16:creationId xmlns:a16="http://schemas.microsoft.com/office/drawing/2014/main" id="{FD08B4B7-CB86-9443-11E0-DE5E5A99598B}"/>
                        </a:ext>
                      </a:extLst>
                    </p:cNvPr>
                    <p:cNvGrpSpPr/>
                    <p:nvPr/>
                  </p:nvGrpSpPr>
                  <p:grpSpPr>
                    <a:xfrm>
                      <a:off x="5310186" y="3402011"/>
                      <a:ext cx="303213" cy="303213"/>
                      <a:chOff x="5310186" y="3402011"/>
                      <a:chExt cx="303213" cy="303213"/>
                    </a:xfrm>
                  </p:grpSpPr>
                  <p:grpSp>
                    <p:nvGrpSpPr>
                      <p:cNvPr id="22985" name="Group 22984">
                        <a:extLst>
                          <a:ext uri="{FF2B5EF4-FFF2-40B4-BE49-F238E27FC236}">
                            <a16:creationId xmlns:a16="http://schemas.microsoft.com/office/drawing/2014/main" id="{7D0F9810-C9C9-48DC-DCA4-73936403A4FD}"/>
                          </a:ext>
                        </a:extLst>
                      </p:cNvPr>
                      <p:cNvGrpSpPr/>
                      <p:nvPr/>
                    </p:nvGrpSpPr>
                    <p:grpSpPr>
                      <a:xfrm>
                        <a:off x="5354636" y="3446461"/>
                        <a:ext cx="214313" cy="214313"/>
                        <a:chOff x="5354637" y="3446463"/>
                        <a:chExt cx="214313" cy="214313"/>
                      </a:xfrm>
                    </p:grpSpPr>
                    <p:sp>
                      <p:nvSpPr>
                        <p:cNvPr id="22990" name="Arc 22989">
                          <a:extLst>
                            <a:ext uri="{FF2B5EF4-FFF2-40B4-BE49-F238E27FC236}">
                              <a16:creationId xmlns:a16="http://schemas.microsoft.com/office/drawing/2014/main" id="{3F977DF1-8409-70E3-B6C9-4C29309759F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991" name="Arc 22990">
                          <a:extLst>
                            <a:ext uri="{FF2B5EF4-FFF2-40B4-BE49-F238E27FC236}">
                              <a16:creationId xmlns:a16="http://schemas.microsoft.com/office/drawing/2014/main" id="{5E462FEE-B3BA-DDF9-18E3-774C99528FA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986" name="Group 22985">
                        <a:extLst>
                          <a:ext uri="{FF2B5EF4-FFF2-40B4-BE49-F238E27FC236}">
                            <a16:creationId xmlns:a16="http://schemas.microsoft.com/office/drawing/2014/main" id="{B02D22FC-529A-07E6-B845-91850FA9CC08}"/>
                          </a:ext>
                        </a:extLst>
                      </p:cNvPr>
                      <p:cNvGrpSpPr/>
                      <p:nvPr/>
                    </p:nvGrpSpPr>
                    <p:grpSpPr>
                      <a:xfrm rot="7200000">
                        <a:off x="5310186" y="3402011"/>
                        <a:ext cx="303213" cy="303213"/>
                        <a:chOff x="5354637" y="3446463"/>
                        <a:chExt cx="214313" cy="214313"/>
                      </a:xfrm>
                    </p:grpSpPr>
                    <p:sp>
                      <p:nvSpPr>
                        <p:cNvPr id="22988" name="Arc 22987">
                          <a:extLst>
                            <a:ext uri="{FF2B5EF4-FFF2-40B4-BE49-F238E27FC236}">
                              <a16:creationId xmlns:a16="http://schemas.microsoft.com/office/drawing/2014/main" id="{B3342F51-1CB0-08C3-771D-92BFED32743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989" name="Arc 22988">
                          <a:extLst>
                            <a:ext uri="{FF2B5EF4-FFF2-40B4-BE49-F238E27FC236}">
                              <a16:creationId xmlns:a16="http://schemas.microsoft.com/office/drawing/2014/main" id="{A659BBC4-FFE8-63DA-59C9-2ADF59BA6E5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987" name="TextBox 22986">
                        <a:extLst>
                          <a:ext uri="{FF2B5EF4-FFF2-40B4-BE49-F238E27FC236}">
                            <a16:creationId xmlns:a16="http://schemas.microsoft.com/office/drawing/2014/main" id="{61085EF8-901F-6CC7-8257-8B6B0F935169}"/>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949" name="Group 22948">
                    <a:extLst>
                      <a:ext uri="{FF2B5EF4-FFF2-40B4-BE49-F238E27FC236}">
                        <a16:creationId xmlns:a16="http://schemas.microsoft.com/office/drawing/2014/main" id="{83D0F9BC-8C1E-B4C8-11A9-A698025BCEF9}"/>
                      </a:ext>
                    </a:extLst>
                  </p:cNvPr>
                  <p:cNvGrpSpPr/>
                  <p:nvPr/>
                </p:nvGrpSpPr>
                <p:grpSpPr>
                  <a:xfrm>
                    <a:off x="5886431" y="3525040"/>
                    <a:ext cx="393192" cy="393192"/>
                    <a:chOff x="5265196" y="3932619"/>
                    <a:chExt cx="393192" cy="393192"/>
                  </a:xfrm>
                </p:grpSpPr>
                <p:grpSp>
                  <p:nvGrpSpPr>
                    <p:cNvPr id="22973" name="Group 22972">
                      <a:extLst>
                        <a:ext uri="{FF2B5EF4-FFF2-40B4-BE49-F238E27FC236}">
                          <a16:creationId xmlns:a16="http://schemas.microsoft.com/office/drawing/2014/main" id="{47C7B89D-C23E-4D65-C75B-DC3FAC4B82D2}"/>
                        </a:ext>
                      </a:extLst>
                    </p:cNvPr>
                    <p:cNvGrpSpPr/>
                    <p:nvPr/>
                  </p:nvGrpSpPr>
                  <p:grpSpPr>
                    <a:xfrm>
                      <a:off x="5354636" y="4022061"/>
                      <a:ext cx="214313" cy="214313"/>
                      <a:chOff x="5354637" y="3446463"/>
                      <a:chExt cx="214313" cy="214313"/>
                    </a:xfrm>
                  </p:grpSpPr>
                  <p:sp>
                    <p:nvSpPr>
                      <p:cNvPr id="22981" name="Arc 22980">
                        <a:extLst>
                          <a:ext uri="{FF2B5EF4-FFF2-40B4-BE49-F238E27FC236}">
                            <a16:creationId xmlns:a16="http://schemas.microsoft.com/office/drawing/2014/main" id="{769DB336-61D0-F8F2-DD41-DE327BE626D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982" name="Arc 22981">
                        <a:extLst>
                          <a:ext uri="{FF2B5EF4-FFF2-40B4-BE49-F238E27FC236}">
                            <a16:creationId xmlns:a16="http://schemas.microsoft.com/office/drawing/2014/main" id="{0614456E-5475-5E47-F3AB-1CB642CC7A1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974" name="Group 22973">
                      <a:extLst>
                        <a:ext uri="{FF2B5EF4-FFF2-40B4-BE49-F238E27FC236}">
                          <a16:creationId xmlns:a16="http://schemas.microsoft.com/office/drawing/2014/main" id="{42F5009C-BFBD-44EF-F3FB-4E1300E8451F}"/>
                        </a:ext>
                      </a:extLst>
                    </p:cNvPr>
                    <p:cNvGrpSpPr/>
                    <p:nvPr/>
                  </p:nvGrpSpPr>
                  <p:grpSpPr>
                    <a:xfrm rot="14400000">
                      <a:off x="5310186" y="3977611"/>
                      <a:ext cx="303213" cy="303213"/>
                      <a:chOff x="5354637" y="3446463"/>
                      <a:chExt cx="214313" cy="214313"/>
                    </a:xfrm>
                  </p:grpSpPr>
                  <p:sp>
                    <p:nvSpPr>
                      <p:cNvPr id="22979" name="Arc 22978">
                        <a:extLst>
                          <a:ext uri="{FF2B5EF4-FFF2-40B4-BE49-F238E27FC236}">
                            <a16:creationId xmlns:a16="http://schemas.microsoft.com/office/drawing/2014/main" id="{CDBEC099-C5D9-CADA-5BDF-ADEDCD3BB98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980" name="Arc 22979">
                        <a:extLst>
                          <a:ext uri="{FF2B5EF4-FFF2-40B4-BE49-F238E27FC236}">
                            <a16:creationId xmlns:a16="http://schemas.microsoft.com/office/drawing/2014/main" id="{626BF172-9734-9B82-CB2D-5058365BAED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975" name="Group 22974">
                      <a:extLst>
                        <a:ext uri="{FF2B5EF4-FFF2-40B4-BE49-F238E27FC236}">
                          <a16:creationId xmlns:a16="http://schemas.microsoft.com/office/drawing/2014/main" id="{61BF798D-2DF1-5183-0ED7-A79E911FE73B}"/>
                        </a:ext>
                      </a:extLst>
                    </p:cNvPr>
                    <p:cNvGrpSpPr/>
                    <p:nvPr/>
                  </p:nvGrpSpPr>
                  <p:grpSpPr>
                    <a:xfrm rot="7200000">
                      <a:off x="5265196" y="3932619"/>
                      <a:ext cx="393192" cy="393192"/>
                      <a:chOff x="5354637" y="3446463"/>
                      <a:chExt cx="214313" cy="214313"/>
                    </a:xfrm>
                  </p:grpSpPr>
                  <p:sp>
                    <p:nvSpPr>
                      <p:cNvPr id="22977" name="Arc 22976">
                        <a:extLst>
                          <a:ext uri="{FF2B5EF4-FFF2-40B4-BE49-F238E27FC236}">
                            <a16:creationId xmlns:a16="http://schemas.microsoft.com/office/drawing/2014/main" id="{708337E8-BBE8-667A-FF4A-5085B06551C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978" name="Arc 22977">
                        <a:extLst>
                          <a:ext uri="{FF2B5EF4-FFF2-40B4-BE49-F238E27FC236}">
                            <a16:creationId xmlns:a16="http://schemas.microsoft.com/office/drawing/2014/main" id="{FF32DF42-BD80-8E76-F22C-9CCF268B06C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976" name="TextBox 22975">
                      <a:extLst>
                        <a:ext uri="{FF2B5EF4-FFF2-40B4-BE49-F238E27FC236}">
                          <a16:creationId xmlns:a16="http://schemas.microsoft.com/office/drawing/2014/main" id="{6287C8A9-D3AD-6B96-A8DE-B04E56F21083}"/>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2950" name="Group 22949">
                    <a:extLst>
                      <a:ext uri="{FF2B5EF4-FFF2-40B4-BE49-F238E27FC236}">
                        <a16:creationId xmlns:a16="http://schemas.microsoft.com/office/drawing/2014/main" id="{396301AD-76B8-B0E3-BFBE-E44A0AB61424}"/>
                      </a:ext>
                    </a:extLst>
                  </p:cNvPr>
                  <p:cNvGrpSpPr/>
                  <p:nvPr/>
                </p:nvGrpSpPr>
                <p:grpSpPr>
                  <a:xfrm>
                    <a:off x="6512463" y="3525040"/>
                    <a:ext cx="393192" cy="393192"/>
                    <a:chOff x="6389147" y="3357021"/>
                    <a:chExt cx="393192" cy="393192"/>
                  </a:xfrm>
                </p:grpSpPr>
                <p:grpSp>
                  <p:nvGrpSpPr>
                    <p:cNvPr id="22962" name="Group 22961">
                      <a:extLst>
                        <a:ext uri="{FF2B5EF4-FFF2-40B4-BE49-F238E27FC236}">
                          <a16:creationId xmlns:a16="http://schemas.microsoft.com/office/drawing/2014/main" id="{204E8D74-50EA-80E6-E92F-D9F056576A85}"/>
                        </a:ext>
                      </a:extLst>
                    </p:cNvPr>
                    <p:cNvGrpSpPr/>
                    <p:nvPr/>
                  </p:nvGrpSpPr>
                  <p:grpSpPr>
                    <a:xfrm rot="7200000" flipH="1">
                      <a:off x="6389147" y="3357021"/>
                      <a:ext cx="393192" cy="393192"/>
                      <a:chOff x="5354637" y="3446463"/>
                      <a:chExt cx="214313" cy="214313"/>
                    </a:xfrm>
                  </p:grpSpPr>
                  <p:sp>
                    <p:nvSpPr>
                      <p:cNvPr id="22971" name="Arc 22970">
                        <a:extLst>
                          <a:ext uri="{FF2B5EF4-FFF2-40B4-BE49-F238E27FC236}">
                            <a16:creationId xmlns:a16="http://schemas.microsoft.com/office/drawing/2014/main" id="{81470B29-4F03-EEA4-5EBE-74DCADAF3DD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972" name="Arc 22971">
                        <a:extLst>
                          <a:ext uri="{FF2B5EF4-FFF2-40B4-BE49-F238E27FC236}">
                            <a16:creationId xmlns:a16="http://schemas.microsoft.com/office/drawing/2014/main" id="{4D86C97F-B958-337E-1A6F-6DF109005D9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963" name="Group 22962">
                      <a:extLst>
                        <a:ext uri="{FF2B5EF4-FFF2-40B4-BE49-F238E27FC236}">
                          <a16:creationId xmlns:a16="http://schemas.microsoft.com/office/drawing/2014/main" id="{45815D0B-72DE-4A4F-00BC-2566AA874618}"/>
                        </a:ext>
                      </a:extLst>
                    </p:cNvPr>
                    <p:cNvGrpSpPr/>
                    <p:nvPr/>
                  </p:nvGrpSpPr>
                  <p:grpSpPr>
                    <a:xfrm>
                      <a:off x="6434137" y="3402011"/>
                      <a:ext cx="303213" cy="303213"/>
                      <a:chOff x="6434137" y="3402011"/>
                      <a:chExt cx="303213" cy="303213"/>
                    </a:xfrm>
                  </p:grpSpPr>
                  <p:grpSp>
                    <p:nvGrpSpPr>
                      <p:cNvPr id="22964" name="Group 22963">
                        <a:extLst>
                          <a:ext uri="{FF2B5EF4-FFF2-40B4-BE49-F238E27FC236}">
                            <a16:creationId xmlns:a16="http://schemas.microsoft.com/office/drawing/2014/main" id="{D17B9F12-6303-1AED-28F1-A7669DF676C4}"/>
                          </a:ext>
                        </a:extLst>
                      </p:cNvPr>
                      <p:cNvGrpSpPr/>
                      <p:nvPr/>
                    </p:nvGrpSpPr>
                    <p:grpSpPr>
                      <a:xfrm flipH="1">
                        <a:off x="6478587" y="3446461"/>
                        <a:ext cx="214313" cy="214313"/>
                        <a:chOff x="5354637" y="3446463"/>
                        <a:chExt cx="214313" cy="214313"/>
                      </a:xfrm>
                    </p:grpSpPr>
                    <p:sp>
                      <p:nvSpPr>
                        <p:cNvPr id="22969" name="Arc 22968">
                          <a:extLst>
                            <a:ext uri="{FF2B5EF4-FFF2-40B4-BE49-F238E27FC236}">
                              <a16:creationId xmlns:a16="http://schemas.microsoft.com/office/drawing/2014/main" id="{9AC44249-31EC-1B04-2448-BA19C38764A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970" name="Arc 22969">
                          <a:extLst>
                            <a:ext uri="{FF2B5EF4-FFF2-40B4-BE49-F238E27FC236}">
                              <a16:creationId xmlns:a16="http://schemas.microsoft.com/office/drawing/2014/main" id="{F41FB30A-AB62-0DD7-6A75-58AE4ECB9B9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965" name="Group 22964">
                        <a:extLst>
                          <a:ext uri="{FF2B5EF4-FFF2-40B4-BE49-F238E27FC236}">
                            <a16:creationId xmlns:a16="http://schemas.microsoft.com/office/drawing/2014/main" id="{7A8EC3D2-4C03-02C8-3CC8-3A5BBC93EECE}"/>
                          </a:ext>
                        </a:extLst>
                      </p:cNvPr>
                      <p:cNvGrpSpPr/>
                      <p:nvPr/>
                    </p:nvGrpSpPr>
                    <p:grpSpPr>
                      <a:xfrm rot="14400000" flipH="1">
                        <a:off x="6434137" y="3402011"/>
                        <a:ext cx="303213" cy="303213"/>
                        <a:chOff x="5354637" y="3446463"/>
                        <a:chExt cx="214313" cy="214313"/>
                      </a:xfrm>
                    </p:grpSpPr>
                    <p:sp>
                      <p:nvSpPr>
                        <p:cNvPr id="22967" name="Arc 22966">
                          <a:extLst>
                            <a:ext uri="{FF2B5EF4-FFF2-40B4-BE49-F238E27FC236}">
                              <a16:creationId xmlns:a16="http://schemas.microsoft.com/office/drawing/2014/main" id="{42ABF0F6-9E57-605E-DDC5-F024B193EBA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968" name="Arc 22967">
                          <a:extLst>
                            <a:ext uri="{FF2B5EF4-FFF2-40B4-BE49-F238E27FC236}">
                              <a16:creationId xmlns:a16="http://schemas.microsoft.com/office/drawing/2014/main" id="{EF8076B1-9AAB-D5E7-9F7D-6A195BE9AAA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966" name="TextBox 22965">
                        <a:extLst>
                          <a:ext uri="{FF2B5EF4-FFF2-40B4-BE49-F238E27FC236}">
                            <a16:creationId xmlns:a16="http://schemas.microsoft.com/office/drawing/2014/main" id="{B4949F9A-6289-767A-00D4-C928159EAA30}"/>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951" name="Group 22950">
                    <a:extLst>
                      <a:ext uri="{FF2B5EF4-FFF2-40B4-BE49-F238E27FC236}">
                        <a16:creationId xmlns:a16="http://schemas.microsoft.com/office/drawing/2014/main" id="{AD2A7EFF-951D-C672-B1C2-CDECD9C07D01}"/>
                      </a:ext>
                    </a:extLst>
                  </p:cNvPr>
                  <p:cNvGrpSpPr/>
                  <p:nvPr/>
                </p:nvGrpSpPr>
                <p:grpSpPr>
                  <a:xfrm>
                    <a:off x="6197413" y="3225768"/>
                    <a:ext cx="393192" cy="393192"/>
                    <a:chOff x="6389147" y="3932622"/>
                    <a:chExt cx="393192" cy="393192"/>
                  </a:xfrm>
                </p:grpSpPr>
                <p:grpSp>
                  <p:nvGrpSpPr>
                    <p:cNvPr id="22952" name="Group 22951">
                      <a:extLst>
                        <a:ext uri="{FF2B5EF4-FFF2-40B4-BE49-F238E27FC236}">
                          <a16:creationId xmlns:a16="http://schemas.microsoft.com/office/drawing/2014/main" id="{B0C86542-5E94-0189-0CDE-1C8908779F0C}"/>
                        </a:ext>
                      </a:extLst>
                    </p:cNvPr>
                    <p:cNvGrpSpPr/>
                    <p:nvPr/>
                  </p:nvGrpSpPr>
                  <p:grpSpPr>
                    <a:xfrm flipH="1">
                      <a:off x="6478587" y="4022061"/>
                      <a:ext cx="214313" cy="214313"/>
                      <a:chOff x="5354637" y="3446463"/>
                      <a:chExt cx="214313" cy="214313"/>
                    </a:xfrm>
                  </p:grpSpPr>
                  <p:sp>
                    <p:nvSpPr>
                      <p:cNvPr id="22960" name="Arc 22959">
                        <a:extLst>
                          <a:ext uri="{FF2B5EF4-FFF2-40B4-BE49-F238E27FC236}">
                            <a16:creationId xmlns:a16="http://schemas.microsoft.com/office/drawing/2014/main" id="{D0C237DA-8403-7623-7ACA-D7802365708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961" name="Arc 22960">
                        <a:extLst>
                          <a:ext uri="{FF2B5EF4-FFF2-40B4-BE49-F238E27FC236}">
                            <a16:creationId xmlns:a16="http://schemas.microsoft.com/office/drawing/2014/main" id="{0BFF2766-FC36-285F-A518-B047B6933F4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953" name="Group 22952">
                      <a:extLst>
                        <a:ext uri="{FF2B5EF4-FFF2-40B4-BE49-F238E27FC236}">
                          <a16:creationId xmlns:a16="http://schemas.microsoft.com/office/drawing/2014/main" id="{07DBA18F-EF1E-F790-5BD3-1DB676368757}"/>
                        </a:ext>
                      </a:extLst>
                    </p:cNvPr>
                    <p:cNvGrpSpPr/>
                    <p:nvPr/>
                  </p:nvGrpSpPr>
                  <p:grpSpPr>
                    <a:xfrm rot="7200000" flipH="1">
                      <a:off x="6434137" y="3977611"/>
                      <a:ext cx="303213" cy="303213"/>
                      <a:chOff x="5354637" y="3446463"/>
                      <a:chExt cx="214313" cy="214313"/>
                    </a:xfrm>
                  </p:grpSpPr>
                  <p:sp>
                    <p:nvSpPr>
                      <p:cNvPr id="22958" name="Arc 22957">
                        <a:extLst>
                          <a:ext uri="{FF2B5EF4-FFF2-40B4-BE49-F238E27FC236}">
                            <a16:creationId xmlns:a16="http://schemas.microsoft.com/office/drawing/2014/main" id="{A3B6A7A5-33BA-2282-A450-609DD60B23A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959" name="Arc 22958">
                        <a:extLst>
                          <a:ext uri="{FF2B5EF4-FFF2-40B4-BE49-F238E27FC236}">
                            <a16:creationId xmlns:a16="http://schemas.microsoft.com/office/drawing/2014/main" id="{7533CF05-22F5-2B25-A11C-469287F2FA4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954" name="Group 22953">
                      <a:extLst>
                        <a:ext uri="{FF2B5EF4-FFF2-40B4-BE49-F238E27FC236}">
                          <a16:creationId xmlns:a16="http://schemas.microsoft.com/office/drawing/2014/main" id="{6A0FC232-AB53-A95A-B07B-1BD185F74078}"/>
                        </a:ext>
                      </a:extLst>
                    </p:cNvPr>
                    <p:cNvGrpSpPr/>
                    <p:nvPr/>
                  </p:nvGrpSpPr>
                  <p:grpSpPr>
                    <a:xfrm rot="14400000" flipH="1">
                      <a:off x="6389147" y="3932622"/>
                      <a:ext cx="393192" cy="393192"/>
                      <a:chOff x="5354637" y="3446463"/>
                      <a:chExt cx="214313" cy="214313"/>
                    </a:xfrm>
                  </p:grpSpPr>
                  <p:sp>
                    <p:nvSpPr>
                      <p:cNvPr id="22956" name="Arc 22955">
                        <a:extLst>
                          <a:ext uri="{FF2B5EF4-FFF2-40B4-BE49-F238E27FC236}">
                            <a16:creationId xmlns:a16="http://schemas.microsoft.com/office/drawing/2014/main" id="{73B7B919-9DB5-A703-6697-0FE20F89563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957" name="Arc 22956">
                        <a:extLst>
                          <a:ext uri="{FF2B5EF4-FFF2-40B4-BE49-F238E27FC236}">
                            <a16:creationId xmlns:a16="http://schemas.microsoft.com/office/drawing/2014/main" id="{19B878F0-A228-77EA-1A40-3C4938483E2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955" name="TextBox 22954">
                      <a:extLst>
                        <a:ext uri="{FF2B5EF4-FFF2-40B4-BE49-F238E27FC236}">
                          <a16:creationId xmlns:a16="http://schemas.microsoft.com/office/drawing/2014/main" id="{E10E6D10-056C-A2CF-58E6-9CF238391B16}"/>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21416" name="Group 21415">
              <a:extLst>
                <a:ext uri="{FF2B5EF4-FFF2-40B4-BE49-F238E27FC236}">
                  <a16:creationId xmlns:a16="http://schemas.microsoft.com/office/drawing/2014/main" id="{C2B6D966-F44A-5457-2851-B645BE96A3B1}"/>
                </a:ext>
              </a:extLst>
            </p:cNvPr>
            <p:cNvGrpSpPr/>
            <p:nvPr/>
          </p:nvGrpSpPr>
          <p:grpSpPr>
            <a:xfrm>
              <a:off x="9939813" y="-878204"/>
              <a:ext cx="2263438" cy="2198360"/>
              <a:chOff x="5445106" y="2039507"/>
              <a:chExt cx="2263438" cy="2198360"/>
            </a:xfrm>
          </p:grpSpPr>
          <p:grpSp>
            <p:nvGrpSpPr>
              <p:cNvPr id="22754" name="Group 22753">
                <a:extLst>
                  <a:ext uri="{FF2B5EF4-FFF2-40B4-BE49-F238E27FC236}">
                    <a16:creationId xmlns:a16="http://schemas.microsoft.com/office/drawing/2014/main" id="{0D39296F-B422-4841-FB7E-D8F38A5C9ABF}"/>
                  </a:ext>
                </a:extLst>
              </p:cNvPr>
              <p:cNvGrpSpPr/>
              <p:nvPr/>
            </p:nvGrpSpPr>
            <p:grpSpPr>
              <a:xfrm>
                <a:off x="5445106" y="2644743"/>
                <a:ext cx="1643204" cy="1593124"/>
                <a:chOff x="5445106" y="2644743"/>
                <a:chExt cx="1643204" cy="1593124"/>
              </a:xfrm>
            </p:grpSpPr>
            <p:grpSp>
              <p:nvGrpSpPr>
                <p:cNvPr id="22850" name="Group 22849">
                  <a:extLst>
                    <a:ext uri="{FF2B5EF4-FFF2-40B4-BE49-F238E27FC236}">
                      <a16:creationId xmlns:a16="http://schemas.microsoft.com/office/drawing/2014/main" id="{F5259B0B-6E9B-53EE-AB77-58F1D5EA2335}"/>
                    </a:ext>
                  </a:extLst>
                </p:cNvPr>
                <p:cNvGrpSpPr/>
                <p:nvPr/>
              </p:nvGrpSpPr>
              <p:grpSpPr>
                <a:xfrm>
                  <a:off x="5445106" y="2644743"/>
                  <a:ext cx="1019224" cy="991639"/>
                  <a:chOff x="5886431" y="3225768"/>
                  <a:chExt cx="1019224" cy="991639"/>
                </a:xfrm>
              </p:grpSpPr>
              <p:grpSp>
                <p:nvGrpSpPr>
                  <p:cNvPr id="22898" name="Group 22897">
                    <a:extLst>
                      <a:ext uri="{FF2B5EF4-FFF2-40B4-BE49-F238E27FC236}">
                        <a16:creationId xmlns:a16="http://schemas.microsoft.com/office/drawing/2014/main" id="{4092A8A6-0A67-4694-AAD6-3AD15CA50BD2}"/>
                      </a:ext>
                    </a:extLst>
                  </p:cNvPr>
                  <p:cNvGrpSpPr/>
                  <p:nvPr/>
                </p:nvGrpSpPr>
                <p:grpSpPr>
                  <a:xfrm>
                    <a:off x="6197413" y="3824215"/>
                    <a:ext cx="393192" cy="393192"/>
                    <a:chOff x="5265196" y="3357021"/>
                    <a:chExt cx="393192" cy="393192"/>
                  </a:xfrm>
                </p:grpSpPr>
                <p:grpSp>
                  <p:nvGrpSpPr>
                    <p:cNvPr id="22933" name="Group 22932">
                      <a:extLst>
                        <a:ext uri="{FF2B5EF4-FFF2-40B4-BE49-F238E27FC236}">
                          <a16:creationId xmlns:a16="http://schemas.microsoft.com/office/drawing/2014/main" id="{BDA348A8-A429-522A-0EC4-44C482C5E95D}"/>
                        </a:ext>
                      </a:extLst>
                    </p:cNvPr>
                    <p:cNvGrpSpPr/>
                    <p:nvPr/>
                  </p:nvGrpSpPr>
                  <p:grpSpPr>
                    <a:xfrm rot="14400000">
                      <a:off x="5265196" y="3357021"/>
                      <a:ext cx="393192" cy="393192"/>
                      <a:chOff x="5354637" y="3446463"/>
                      <a:chExt cx="214313" cy="214313"/>
                    </a:xfrm>
                  </p:grpSpPr>
                  <p:sp>
                    <p:nvSpPr>
                      <p:cNvPr id="22942" name="Arc 22941">
                        <a:extLst>
                          <a:ext uri="{FF2B5EF4-FFF2-40B4-BE49-F238E27FC236}">
                            <a16:creationId xmlns:a16="http://schemas.microsoft.com/office/drawing/2014/main" id="{C7EAF158-296E-7E5F-3A59-417003DB6E1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943" name="Arc 22942">
                        <a:extLst>
                          <a:ext uri="{FF2B5EF4-FFF2-40B4-BE49-F238E27FC236}">
                            <a16:creationId xmlns:a16="http://schemas.microsoft.com/office/drawing/2014/main" id="{C0C4E618-5E04-F9AB-1A79-7F0293DFFF9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934" name="Group 22933">
                      <a:extLst>
                        <a:ext uri="{FF2B5EF4-FFF2-40B4-BE49-F238E27FC236}">
                          <a16:creationId xmlns:a16="http://schemas.microsoft.com/office/drawing/2014/main" id="{3AC5CC7D-6688-3BE0-499F-2B7E733648C7}"/>
                        </a:ext>
                      </a:extLst>
                    </p:cNvPr>
                    <p:cNvGrpSpPr/>
                    <p:nvPr/>
                  </p:nvGrpSpPr>
                  <p:grpSpPr>
                    <a:xfrm>
                      <a:off x="5310186" y="3402011"/>
                      <a:ext cx="303213" cy="303213"/>
                      <a:chOff x="5310186" y="3402011"/>
                      <a:chExt cx="303213" cy="303213"/>
                    </a:xfrm>
                  </p:grpSpPr>
                  <p:grpSp>
                    <p:nvGrpSpPr>
                      <p:cNvPr id="22935" name="Group 22934">
                        <a:extLst>
                          <a:ext uri="{FF2B5EF4-FFF2-40B4-BE49-F238E27FC236}">
                            <a16:creationId xmlns:a16="http://schemas.microsoft.com/office/drawing/2014/main" id="{922F190D-5AAC-85FF-0D0A-7D007F77B9BA}"/>
                          </a:ext>
                        </a:extLst>
                      </p:cNvPr>
                      <p:cNvGrpSpPr/>
                      <p:nvPr/>
                    </p:nvGrpSpPr>
                    <p:grpSpPr>
                      <a:xfrm>
                        <a:off x="5354636" y="3446461"/>
                        <a:ext cx="214313" cy="214313"/>
                        <a:chOff x="5354637" y="3446463"/>
                        <a:chExt cx="214313" cy="214313"/>
                      </a:xfrm>
                    </p:grpSpPr>
                    <p:sp>
                      <p:nvSpPr>
                        <p:cNvPr id="22940" name="Arc 22939">
                          <a:extLst>
                            <a:ext uri="{FF2B5EF4-FFF2-40B4-BE49-F238E27FC236}">
                              <a16:creationId xmlns:a16="http://schemas.microsoft.com/office/drawing/2014/main" id="{DA2E78E4-D4A6-28ED-8390-FC446CEAA03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941" name="Arc 22940">
                          <a:extLst>
                            <a:ext uri="{FF2B5EF4-FFF2-40B4-BE49-F238E27FC236}">
                              <a16:creationId xmlns:a16="http://schemas.microsoft.com/office/drawing/2014/main" id="{D84DC9CF-CE16-5BEC-3A0B-8A0F55A4C51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936" name="Group 22935">
                        <a:extLst>
                          <a:ext uri="{FF2B5EF4-FFF2-40B4-BE49-F238E27FC236}">
                            <a16:creationId xmlns:a16="http://schemas.microsoft.com/office/drawing/2014/main" id="{EF098A33-62AD-1805-A070-AA392FE13FF0}"/>
                          </a:ext>
                        </a:extLst>
                      </p:cNvPr>
                      <p:cNvGrpSpPr/>
                      <p:nvPr/>
                    </p:nvGrpSpPr>
                    <p:grpSpPr>
                      <a:xfrm rot="7200000">
                        <a:off x="5310186" y="3402011"/>
                        <a:ext cx="303213" cy="303213"/>
                        <a:chOff x="5354637" y="3446463"/>
                        <a:chExt cx="214313" cy="214313"/>
                      </a:xfrm>
                    </p:grpSpPr>
                    <p:sp>
                      <p:nvSpPr>
                        <p:cNvPr id="22938" name="Arc 22937">
                          <a:extLst>
                            <a:ext uri="{FF2B5EF4-FFF2-40B4-BE49-F238E27FC236}">
                              <a16:creationId xmlns:a16="http://schemas.microsoft.com/office/drawing/2014/main" id="{F5AF8AE7-CE2E-DD15-8C09-38F047FF1D5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939" name="Arc 22938">
                          <a:extLst>
                            <a:ext uri="{FF2B5EF4-FFF2-40B4-BE49-F238E27FC236}">
                              <a16:creationId xmlns:a16="http://schemas.microsoft.com/office/drawing/2014/main" id="{1A757D1D-81C6-BEBE-E298-8CC0A7FB985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937" name="TextBox 22936">
                        <a:extLst>
                          <a:ext uri="{FF2B5EF4-FFF2-40B4-BE49-F238E27FC236}">
                            <a16:creationId xmlns:a16="http://schemas.microsoft.com/office/drawing/2014/main" id="{A7C1542D-B31F-0728-31E6-72AC57F64B94}"/>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899" name="Group 22898">
                    <a:extLst>
                      <a:ext uri="{FF2B5EF4-FFF2-40B4-BE49-F238E27FC236}">
                        <a16:creationId xmlns:a16="http://schemas.microsoft.com/office/drawing/2014/main" id="{6B27D7F9-4A13-DEB5-0B36-BB0AA9C02C89}"/>
                      </a:ext>
                    </a:extLst>
                  </p:cNvPr>
                  <p:cNvGrpSpPr/>
                  <p:nvPr/>
                </p:nvGrpSpPr>
                <p:grpSpPr>
                  <a:xfrm>
                    <a:off x="5886431" y="3525040"/>
                    <a:ext cx="393192" cy="393192"/>
                    <a:chOff x="5265196" y="3932619"/>
                    <a:chExt cx="393192" cy="393192"/>
                  </a:xfrm>
                </p:grpSpPr>
                <p:grpSp>
                  <p:nvGrpSpPr>
                    <p:cNvPr id="22923" name="Group 22922">
                      <a:extLst>
                        <a:ext uri="{FF2B5EF4-FFF2-40B4-BE49-F238E27FC236}">
                          <a16:creationId xmlns:a16="http://schemas.microsoft.com/office/drawing/2014/main" id="{87E246F3-14EE-2A2E-E186-0A9D5D9943A9}"/>
                        </a:ext>
                      </a:extLst>
                    </p:cNvPr>
                    <p:cNvGrpSpPr/>
                    <p:nvPr/>
                  </p:nvGrpSpPr>
                  <p:grpSpPr>
                    <a:xfrm>
                      <a:off x="5354636" y="4022061"/>
                      <a:ext cx="214313" cy="214313"/>
                      <a:chOff x="5354637" y="3446463"/>
                      <a:chExt cx="214313" cy="214313"/>
                    </a:xfrm>
                  </p:grpSpPr>
                  <p:sp>
                    <p:nvSpPr>
                      <p:cNvPr id="22931" name="Arc 22930">
                        <a:extLst>
                          <a:ext uri="{FF2B5EF4-FFF2-40B4-BE49-F238E27FC236}">
                            <a16:creationId xmlns:a16="http://schemas.microsoft.com/office/drawing/2014/main" id="{58480A00-28DF-CB51-F12A-3ADC0152FD6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932" name="Arc 22931">
                        <a:extLst>
                          <a:ext uri="{FF2B5EF4-FFF2-40B4-BE49-F238E27FC236}">
                            <a16:creationId xmlns:a16="http://schemas.microsoft.com/office/drawing/2014/main" id="{21FD7216-7555-C368-8507-DD20CE5A18A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924" name="Group 22923">
                      <a:extLst>
                        <a:ext uri="{FF2B5EF4-FFF2-40B4-BE49-F238E27FC236}">
                          <a16:creationId xmlns:a16="http://schemas.microsoft.com/office/drawing/2014/main" id="{142287F5-599E-B498-1851-A280391098DB}"/>
                        </a:ext>
                      </a:extLst>
                    </p:cNvPr>
                    <p:cNvGrpSpPr/>
                    <p:nvPr/>
                  </p:nvGrpSpPr>
                  <p:grpSpPr>
                    <a:xfrm rot="14400000">
                      <a:off x="5310186" y="3977611"/>
                      <a:ext cx="303213" cy="303213"/>
                      <a:chOff x="5354637" y="3446463"/>
                      <a:chExt cx="214313" cy="214313"/>
                    </a:xfrm>
                  </p:grpSpPr>
                  <p:sp>
                    <p:nvSpPr>
                      <p:cNvPr id="22929" name="Arc 22928">
                        <a:extLst>
                          <a:ext uri="{FF2B5EF4-FFF2-40B4-BE49-F238E27FC236}">
                            <a16:creationId xmlns:a16="http://schemas.microsoft.com/office/drawing/2014/main" id="{DE75B7B5-015B-851E-2FF3-8EC8526454A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930" name="Arc 22929">
                        <a:extLst>
                          <a:ext uri="{FF2B5EF4-FFF2-40B4-BE49-F238E27FC236}">
                            <a16:creationId xmlns:a16="http://schemas.microsoft.com/office/drawing/2014/main" id="{71B2232C-AA9A-18B3-A16B-F2D9AF05A88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925" name="Group 22924">
                      <a:extLst>
                        <a:ext uri="{FF2B5EF4-FFF2-40B4-BE49-F238E27FC236}">
                          <a16:creationId xmlns:a16="http://schemas.microsoft.com/office/drawing/2014/main" id="{8BE0D20F-016B-E96A-C07B-008163887903}"/>
                        </a:ext>
                      </a:extLst>
                    </p:cNvPr>
                    <p:cNvGrpSpPr/>
                    <p:nvPr/>
                  </p:nvGrpSpPr>
                  <p:grpSpPr>
                    <a:xfrm rot="7200000">
                      <a:off x="5265196" y="3932619"/>
                      <a:ext cx="393192" cy="393192"/>
                      <a:chOff x="5354637" y="3446463"/>
                      <a:chExt cx="214313" cy="214313"/>
                    </a:xfrm>
                  </p:grpSpPr>
                  <p:sp>
                    <p:nvSpPr>
                      <p:cNvPr id="22927" name="Arc 22926">
                        <a:extLst>
                          <a:ext uri="{FF2B5EF4-FFF2-40B4-BE49-F238E27FC236}">
                            <a16:creationId xmlns:a16="http://schemas.microsoft.com/office/drawing/2014/main" id="{795D764F-C7C8-6866-3BEC-D15B60DFD24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928" name="Arc 22927">
                        <a:extLst>
                          <a:ext uri="{FF2B5EF4-FFF2-40B4-BE49-F238E27FC236}">
                            <a16:creationId xmlns:a16="http://schemas.microsoft.com/office/drawing/2014/main" id="{2BDD3CA0-AD2E-9132-E02C-A2E872A52C7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926" name="TextBox 22925">
                      <a:extLst>
                        <a:ext uri="{FF2B5EF4-FFF2-40B4-BE49-F238E27FC236}">
                          <a16:creationId xmlns:a16="http://schemas.microsoft.com/office/drawing/2014/main" id="{8E79723D-3EC9-C32C-3608-B1E6731BD804}"/>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2900" name="Group 22899">
                    <a:extLst>
                      <a:ext uri="{FF2B5EF4-FFF2-40B4-BE49-F238E27FC236}">
                        <a16:creationId xmlns:a16="http://schemas.microsoft.com/office/drawing/2014/main" id="{3B9BF12B-C997-58BA-6B71-8DE6BB3E136B}"/>
                      </a:ext>
                    </a:extLst>
                  </p:cNvPr>
                  <p:cNvGrpSpPr/>
                  <p:nvPr/>
                </p:nvGrpSpPr>
                <p:grpSpPr>
                  <a:xfrm>
                    <a:off x="6512463" y="3525040"/>
                    <a:ext cx="393192" cy="393192"/>
                    <a:chOff x="6389147" y="3357021"/>
                    <a:chExt cx="393192" cy="393192"/>
                  </a:xfrm>
                </p:grpSpPr>
                <p:grpSp>
                  <p:nvGrpSpPr>
                    <p:cNvPr id="22912" name="Group 22911">
                      <a:extLst>
                        <a:ext uri="{FF2B5EF4-FFF2-40B4-BE49-F238E27FC236}">
                          <a16:creationId xmlns:a16="http://schemas.microsoft.com/office/drawing/2014/main" id="{2EFC1B1A-D173-8279-B27D-8ADACB427052}"/>
                        </a:ext>
                      </a:extLst>
                    </p:cNvPr>
                    <p:cNvGrpSpPr/>
                    <p:nvPr/>
                  </p:nvGrpSpPr>
                  <p:grpSpPr>
                    <a:xfrm rot="7200000" flipH="1">
                      <a:off x="6389147" y="3357021"/>
                      <a:ext cx="393192" cy="393192"/>
                      <a:chOff x="5354637" y="3446463"/>
                      <a:chExt cx="214313" cy="214313"/>
                    </a:xfrm>
                  </p:grpSpPr>
                  <p:sp>
                    <p:nvSpPr>
                      <p:cNvPr id="22921" name="Arc 22920">
                        <a:extLst>
                          <a:ext uri="{FF2B5EF4-FFF2-40B4-BE49-F238E27FC236}">
                            <a16:creationId xmlns:a16="http://schemas.microsoft.com/office/drawing/2014/main" id="{1A7D15BB-6145-0159-531D-3FBD712258E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922" name="Arc 22921">
                        <a:extLst>
                          <a:ext uri="{FF2B5EF4-FFF2-40B4-BE49-F238E27FC236}">
                            <a16:creationId xmlns:a16="http://schemas.microsoft.com/office/drawing/2014/main" id="{DB55F45D-AA75-DB60-87C5-ADA6809FF6E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913" name="Group 22912">
                      <a:extLst>
                        <a:ext uri="{FF2B5EF4-FFF2-40B4-BE49-F238E27FC236}">
                          <a16:creationId xmlns:a16="http://schemas.microsoft.com/office/drawing/2014/main" id="{B4AD3E60-E02E-37FE-596E-8084479ADA5E}"/>
                        </a:ext>
                      </a:extLst>
                    </p:cNvPr>
                    <p:cNvGrpSpPr/>
                    <p:nvPr/>
                  </p:nvGrpSpPr>
                  <p:grpSpPr>
                    <a:xfrm>
                      <a:off x="6434137" y="3402011"/>
                      <a:ext cx="303213" cy="303213"/>
                      <a:chOff x="6434137" y="3402011"/>
                      <a:chExt cx="303213" cy="303213"/>
                    </a:xfrm>
                  </p:grpSpPr>
                  <p:grpSp>
                    <p:nvGrpSpPr>
                      <p:cNvPr id="22914" name="Group 22913">
                        <a:extLst>
                          <a:ext uri="{FF2B5EF4-FFF2-40B4-BE49-F238E27FC236}">
                            <a16:creationId xmlns:a16="http://schemas.microsoft.com/office/drawing/2014/main" id="{6948FA0E-02A3-3EFB-7987-7ECB098C0478}"/>
                          </a:ext>
                        </a:extLst>
                      </p:cNvPr>
                      <p:cNvGrpSpPr/>
                      <p:nvPr/>
                    </p:nvGrpSpPr>
                    <p:grpSpPr>
                      <a:xfrm flipH="1">
                        <a:off x="6478587" y="3446461"/>
                        <a:ext cx="214313" cy="214313"/>
                        <a:chOff x="5354637" y="3446463"/>
                        <a:chExt cx="214313" cy="214313"/>
                      </a:xfrm>
                    </p:grpSpPr>
                    <p:sp>
                      <p:nvSpPr>
                        <p:cNvPr id="22919" name="Arc 22918">
                          <a:extLst>
                            <a:ext uri="{FF2B5EF4-FFF2-40B4-BE49-F238E27FC236}">
                              <a16:creationId xmlns:a16="http://schemas.microsoft.com/office/drawing/2014/main" id="{3B2785D4-A73C-D3D7-8C2A-D16BD09E998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920" name="Arc 22919">
                          <a:extLst>
                            <a:ext uri="{FF2B5EF4-FFF2-40B4-BE49-F238E27FC236}">
                              <a16:creationId xmlns:a16="http://schemas.microsoft.com/office/drawing/2014/main" id="{37C3DD96-E086-009C-5874-50126DCFBE7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915" name="Group 22914">
                        <a:extLst>
                          <a:ext uri="{FF2B5EF4-FFF2-40B4-BE49-F238E27FC236}">
                            <a16:creationId xmlns:a16="http://schemas.microsoft.com/office/drawing/2014/main" id="{14E9729E-C8A6-3208-A9CE-B6CA7A6CD447}"/>
                          </a:ext>
                        </a:extLst>
                      </p:cNvPr>
                      <p:cNvGrpSpPr/>
                      <p:nvPr/>
                    </p:nvGrpSpPr>
                    <p:grpSpPr>
                      <a:xfrm rot="14400000" flipH="1">
                        <a:off x="6434137" y="3402011"/>
                        <a:ext cx="303213" cy="303213"/>
                        <a:chOff x="5354637" y="3446463"/>
                        <a:chExt cx="214313" cy="214313"/>
                      </a:xfrm>
                    </p:grpSpPr>
                    <p:sp>
                      <p:nvSpPr>
                        <p:cNvPr id="22917" name="Arc 22916">
                          <a:extLst>
                            <a:ext uri="{FF2B5EF4-FFF2-40B4-BE49-F238E27FC236}">
                              <a16:creationId xmlns:a16="http://schemas.microsoft.com/office/drawing/2014/main" id="{0F6252E1-888F-369E-FA27-383975616B0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918" name="Arc 22917">
                          <a:extLst>
                            <a:ext uri="{FF2B5EF4-FFF2-40B4-BE49-F238E27FC236}">
                              <a16:creationId xmlns:a16="http://schemas.microsoft.com/office/drawing/2014/main" id="{1E535D4F-8471-BF32-AEEB-2FD9F09956E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916" name="TextBox 22915">
                        <a:extLst>
                          <a:ext uri="{FF2B5EF4-FFF2-40B4-BE49-F238E27FC236}">
                            <a16:creationId xmlns:a16="http://schemas.microsoft.com/office/drawing/2014/main" id="{DD858BD4-FD34-FA51-E857-4E1D5166DEBD}"/>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901" name="Group 22900">
                    <a:extLst>
                      <a:ext uri="{FF2B5EF4-FFF2-40B4-BE49-F238E27FC236}">
                        <a16:creationId xmlns:a16="http://schemas.microsoft.com/office/drawing/2014/main" id="{477282B0-81A2-52C9-6C81-2D9E74A6A133}"/>
                      </a:ext>
                    </a:extLst>
                  </p:cNvPr>
                  <p:cNvGrpSpPr/>
                  <p:nvPr/>
                </p:nvGrpSpPr>
                <p:grpSpPr>
                  <a:xfrm>
                    <a:off x="6197413" y="3225768"/>
                    <a:ext cx="393192" cy="393192"/>
                    <a:chOff x="6389147" y="3932622"/>
                    <a:chExt cx="393192" cy="393192"/>
                  </a:xfrm>
                </p:grpSpPr>
                <p:grpSp>
                  <p:nvGrpSpPr>
                    <p:cNvPr id="22902" name="Group 22901">
                      <a:extLst>
                        <a:ext uri="{FF2B5EF4-FFF2-40B4-BE49-F238E27FC236}">
                          <a16:creationId xmlns:a16="http://schemas.microsoft.com/office/drawing/2014/main" id="{F6B5A00B-CB6A-2DF5-B3F6-6E0F40DDF64A}"/>
                        </a:ext>
                      </a:extLst>
                    </p:cNvPr>
                    <p:cNvGrpSpPr/>
                    <p:nvPr/>
                  </p:nvGrpSpPr>
                  <p:grpSpPr>
                    <a:xfrm flipH="1">
                      <a:off x="6478587" y="4022061"/>
                      <a:ext cx="214313" cy="214313"/>
                      <a:chOff x="5354637" y="3446463"/>
                      <a:chExt cx="214313" cy="214313"/>
                    </a:xfrm>
                  </p:grpSpPr>
                  <p:sp>
                    <p:nvSpPr>
                      <p:cNvPr id="22910" name="Arc 22909">
                        <a:extLst>
                          <a:ext uri="{FF2B5EF4-FFF2-40B4-BE49-F238E27FC236}">
                            <a16:creationId xmlns:a16="http://schemas.microsoft.com/office/drawing/2014/main" id="{1615CCDD-0E51-EBCF-68B1-FED34C995CA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911" name="Arc 22910">
                        <a:extLst>
                          <a:ext uri="{FF2B5EF4-FFF2-40B4-BE49-F238E27FC236}">
                            <a16:creationId xmlns:a16="http://schemas.microsoft.com/office/drawing/2014/main" id="{A3E02EB1-28F3-489F-F805-30EBA2215E2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903" name="Group 22902">
                      <a:extLst>
                        <a:ext uri="{FF2B5EF4-FFF2-40B4-BE49-F238E27FC236}">
                          <a16:creationId xmlns:a16="http://schemas.microsoft.com/office/drawing/2014/main" id="{412F90D0-BA1F-FFC7-365E-46A52BBDC73C}"/>
                        </a:ext>
                      </a:extLst>
                    </p:cNvPr>
                    <p:cNvGrpSpPr/>
                    <p:nvPr/>
                  </p:nvGrpSpPr>
                  <p:grpSpPr>
                    <a:xfrm rot="7200000" flipH="1">
                      <a:off x="6434137" y="3977611"/>
                      <a:ext cx="303213" cy="303213"/>
                      <a:chOff x="5354637" y="3446463"/>
                      <a:chExt cx="214313" cy="214313"/>
                    </a:xfrm>
                  </p:grpSpPr>
                  <p:sp>
                    <p:nvSpPr>
                      <p:cNvPr id="22908" name="Arc 22907">
                        <a:extLst>
                          <a:ext uri="{FF2B5EF4-FFF2-40B4-BE49-F238E27FC236}">
                            <a16:creationId xmlns:a16="http://schemas.microsoft.com/office/drawing/2014/main" id="{E98FFD78-586C-D52C-8FEE-71C26B9299A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909" name="Arc 22908">
                        <a:extLst>
                          <a:ext uri="{FF2B5EF4-FFF2-40B4-BE49-F238E27FC236}">
                            <a16:creationId xmlns:a16="http://schemas.microsoft.com/office/drawing/2014/main" id="{9DFDFAA7-F8CD-5480-02B9-2F9CB52988F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904" name="Group 22903">
                      <a:extLst>
                        <a:ext uri="{FF2B5EF4-FFF2-40B4-BE49-F238E27FC236}">
                          <a16:creationId xmlns:a16="http://schemas.microsoft.com/office/drawing/2014/main" id="{731576DC-1973-EECA-C824-E6B3EB97A68C}"/>
                        </a:ext>
                      </a:extLst>
                    </p:cNvPr>
                    <p:cNvGrpSpPr/>
                    <p:nvPr/>
                  </p:nvGrpSpPr>
                  <p:grpSpPr>
                    <a:xfrm rot="14400000" flipH="1">
                      <a:off x="6389147" y="3932622"/>
                      <a:ext cx="393192" cy="393192"/>
                      <a:chOff x="5354637" y="3446463"/>
                      <a:chExt cx="214313" cy="214313"/>
                    </a:xfrm>
                  </p:grpSpPr>
                  <p:sp>
                    <p:nvSpPr>
                      <p:cNvPr id="22906" name="Arc 22905">
                        <a:extLst>
                          <a:ext uri="{FF2B5EF4-FFF2-40B4-BE49-F238E27FC236}">
                            <a16:creationId xmlns:a16="http://schemas.microsoft.com/office/drawing/2014/main" id="{F2F80325-F527-4EFD-B6FF-9035FA8625C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907" name="Arc 22906">
                        <a:extLst>
                          <a:ext uri="{FF2B5EF4-FFF2-40B4-BE49-F238E27FC236}">
                            <a16:creationId xmlns:a16="http://schemas.microsoft.com/office/drawing/2014/main" id="{82103534-10A1-5BD4-FBF7-54F533A101F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905" name="TextBox 22904">
                      <a:extLst>
                        <a:ext uri="{FF2B5EF4-FFF2-40B4-BE49-F238E27FC236}">
                          <a16:creationId xmlns:a16="http://schemas.microsoft.com/office/drawing/2014/main" id="{7B74D6EA-03EA-8D87-28BC-26E14A23A5ED}"/>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851" name="Group 22850">
                  <a:extLst>
                    <a:ext uri="{FF2B5EF4-FFF2-40B4-BE49-F238E27FC236}">
                      <a16:creationId xmlns:a16="http://schemas.microsoft.com/office/drawing/2014/main" id="{AA6615F1-4F97-ADBC-0759-1C61B684FC2C}"/>
                    </a:ext>
                  </a:extLst>
                </p:cNvPr>
                <p:cNvGrpSpPr/>
                <p:nvPr/>
              </p:nvGrpSpPr>
              <p:grpSpPr>
                <a:xfrm>
                  <a:off x="6069086" y="3246228"/>
                  <a:ext cx="1019224" cy="991639"/>
                  <a:chOff x="5886431" y="3225768"/>
                  <a:chExt cx="1019224" cy="991639"/>
                </a:xfrm>
              </p:grpSpPr>
              <p:grpSp>
                <p:nvGrpSpPr>
                  <p:cNvPr id="22852" name="Group 22851">
                    <a:extLst>
                      <a:ext uri="{FF2B5EF4-FFF2-40B4-BE49-F238E27FC236}">
                        <a16:creationId xmlns:a16="http://schemas.microsoft.com/office/drawing/2014/main" id="{AF56CDD4-AB3D-3CCE-D4A3-C1BE5E985F44}"/>
                      </a:ext>
                    </a:extLst>
                  </p:cNvPr>
                  <p:cNvGrpSpPr/>
                  <p:nvPr/>
                </p:nvGrpSpPr>
                <p:grpSpPr>
                  <a:xfrm>
                    <a:off x="6197413" y="3824215"/>
                    <a:ext cx="393192" cy="393192"/>
                    <a:chOff x="5265196" y="3357021"/>
                    <a:chExt cx="393192" cy="393192"/>
                  </a:xfrm>
                </p:grpSpPr>
                <p:grpSp>
                  <p:nvGrpSpPr>
                    <p:cNvPr id="22887" name="Group 22886">
                      <a:extLst>
                        <a:ext uri="{FF2B5EF4-FFF2-40B4-BE49-F238E27FC236}">
                          <a16:creationId xmlns:a16="http://schemas.microsoft.com/office/drawing/2014/main" id="{321DFD5F-B9DF-366B-5FF7-BFDC3B8792BE}"/>
                        </a:ext>
                      </a:extLst>
                    </p:cNvPr>
                    <p:cNvGrpSpPr/>
                    <p:nvPr/>
                  </p:nvGrpSpPr>
                  <p:grpSpPr>
                    <a:xfrm rot="14400000">
                      <a:off x="5265196" y="3357021"/>
                      <a:ext cx="393192" cy="393192"/>
                      <a:chOff x="5354637" y="3446463"/>
                      <a:chExt cx="214313" cy="214313"/>
                    </a:xfrm>
                  </p:grpSpPr>
                  <p:sp>
                    <p:nvSpPr>
                      <p:cNvPr id="22896" name="Arc 22895">
                        <a:extLst>
                          <a:ext uri="{FF2B5EF4-FFF2-40B4-BE49-F238E27FC236}">
                            <a16:creationId xmlns:a16="http://schemas.microsoft.com/office/drawing/2014/main" id="{356B6AF0-D2F7-8FF3-D839-E328C242EDC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897" name="Arc 22896">
                        <a:extLst>
                          <a:ext uri="{FF2B5EF4-FFF2-40B4-BE49-F238E27FC236}">
                            <a16:creationId xmlns:a16="http://schemas.microsoft.com/office/drawing/2014/main" id="{10A46A3F-DD80-0C70-06A8-8F6CEB17B06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888" name="Group 22887">
                      <a:extLst>
                        <a:ext uri="{FF2B5EF4-FFF2-40B4-BE49-F238E27FC236}">
                          <a16:creationId xmlns:a16="http://schemas.microsoft.com/office/drawing/2014/main" id="{5CB285FE-7587-9351-F464-512AFDF64AFE}"/>
                        </a:ext>
                      </a:extLst>
                    </p:cNvPr>
                    <p:cNvGrpSpPr/>
                    <p:nvPr/>
                  </p:nvGrpSpPr>
                  <p:grpSpPr>
                    <a:xfrm>
                      <a:off x="5310186" y="3402011"/>
                      <a:ext cx="303213" cy="303213"/>
                      <a:chOff x="5310186" y="3402011"/>
                      <a:chExt cx="303213" cy="303213"/>
                    </a:xfrm>
                  </p:grpSpPr>
                  <p:grpSp>
                    <p:nvGrpSpPr>
                      <p:cNvPr id="22889" name="Group 22888">
                        <a:extLst>
                          <a:ext uri="{FF2B5EF4-FFF2-40B4-BE49-F238E27FC236}">
                            <a16:creationId xmlns:a16="http://schemas.microsoft.com/office/drawing/2014/main" id="{0E8DA290-DE67-69BB-51CD-97A18A754A43}"/>
                          </a:ext>
                        </a:extLst>
                      </p:cNvPr>
                      <p:cNvGrpSpPr/>
                      <p:nvPr/>
                    </p:nvGrpSpPr>
                    <p:grpSpPr>
                      <a:xfrm>
                        <a:off x="5354636" y="3446461"/>
                        <a:ext cx="214313" cy="214313"/>
                        <a:chOff x="5354637" y="3446463"/>
                        <a:chExt cx="214313" cy="214313"/>
                      </a:xfrm>
                    </p:grpSpPr>
                    <p:sp>
                      <p:nvSpPr>
                        <p:cNvPr id="22894" name="Arc 22893">
                          <a:extLst>
                            <a:ext uri="{FF2B5EF4-FFF2-40B4-BE49-F238E27FC236}">
                              <a16:creationId xmlns:a16="http://schemas.microsoft.com/office/drawing/2014/main" id="{DF3989BF-1011-3D33-15E2-B5D0810B03F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895" name="Arc 22894">
                          <a:extLst>
                            <a:ext uri="{FF2B5EF4-FFF2-40B4-BE49-F238E27FC236}">
                              <a16:creationId xmlns:a16="http://schemas.microsoft.com/office/drawing/2014/main" id="{CA543D15-B55B-D160-D5B5-2972D5120D6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890" name="Group 22889">
                        <a:extLst>
                          <a:ext uri="{FF2B5EF4-FFF2-40B4-BE49-F238E27FC236}">
                            <a16:creationId xmlns:a16="http://schemas.microsoft.com/office/drawing/2014/main" id="{95376670-BDCA-F27F-51A2-C8E1C4AB9D13}"/>
                          </a:ext>
                        </a:extLst>
                      </p:cNvPr>
                      <p:cNvGrpSpPr/>
                      <p:nvPr/>
                    </p:nvGrpSpPr>
                    <p:grpSpPr>
                      <a:xfrm rot="7200000">
                        <a:off x="5310186" y="3402011"/>
                        <a:ext cx="303213" cy="303213"/>
                        <a:chOff x="5354637" y="3446463"/>
                        <a:chExt cx="214313" cy="214313"/>
                      </a:xfrm>
                    </p:grpSpPr>
                    <p:sp>
                      <p:nvSpPr>
                        <p:cNvPr id="22892" name="Arc 22891">
                          <a:extLst>
                            <a:ext uri="{FF2B5EF4-FFF2-40B4-BE49-F238E27FC236}">
                              <a16:creationId xmlns:a16="http://schemas.microsoft.com/office/drawing/2014/main" id="{AA3E1479-BA2C-54F2-927A-579FBC410FB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893" name="Arc 22892">
                          <a:extLst>
                            <a:ext uri="{FF2B5EF4-FFF2-40B4-BE49-F238E27FC236}">
                              <a16:creationId xmlns:a16="http://schemas.microsoft.com/office/drawing/2014/main" id="{04F57923-00B3-8D6E-3635-D4A5D650E1D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891" name="TextBox 22890">
                        <a:extLst>
                          <a:ext uri="{FF2B5EF4-FFF2-40B4-BE49-F238E27FC236}">
                            <a16:creationId xmlns:a16="http://schemas.microsoft.com/office/drawing/2014/main" id="{9B53FFC1-D845-F6B1-53C6-AF1EC0590E6A}"/>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853" name="Group 22852">
                    <a:extLst>
                      <a:ext uri="{FF2B5EF4-FFF2-40B4-BE49-F238E27FC236}">
                        <a16:creationId xmlns:a16="http://schemas.microsoft.com/office/drawing/2014/main" id="{4578D332-1901-2ABA-E94F-76895DC5A2AA}"/>
                      </a:ext>
                    </a:extLst>
                  </p:cNvPr>
                  <p:cNvGrpSpPr/>
                  <p:nvPr/>
                </p:nvGrpSpPr>
                <p:grpSpPr>
                  <a:xfrm>
                    <a:off x="5886431" y="3525040"/>
                    <a:ext cx="393192" cy="393192"/>
                    <a:chOff x="5265196" y="3932619"/>
                    <a:chExt cx="393192" cy="393192"/>
                  </a:xfrm>
                </p:grpSpPr>
                <p:grpSp>
                  <p:nvGrpSpPr>
                    <p:cNvPr id="22877" name="Group 22876">
                      <a:extLst>
                        <a:ext uri="{FF2B5EF4-FFF2-40B4-BE49-F238E27FC236}">
                          <a16:creationId xmlns:a16="http://schemas.microsoft.com/office/drawing/2014/main" id="{5216BAAE-CB8C-B1B6-5AC0-89EB25FA25DA}"/>
                        </a:ext>
                      </a:extLst>
                    </p:cNvPr>
                    <p:cNvGrpSpPr/>
                    <p:nvPr/>
                  </p:nvGrpSpPr>
                  <p:grpSpPr>
                    <a:xfrm>
                      <a:off x="5354636" y="4022061"/>
                      <a:ext cx="214313" cy="214313"/>
                      <a:chOff x="5354637" y="3446463"/>
                      <a:chExt cx="214313" cy="214313"/>
                    </a:xfrm>
                  </p:grpSpPr>
                  <p:sp>
                    <p:nvSpPr>
                      <p:cNvPr id="22885" name="Arc 22884">
                        <a:extLst>
                          <a:ext uri="{FF2B5EF4-FFF2-40B4-BE49-F238E27FC236}">
                            <a16:creationId xmlns:a16="http://schemas.microsoft.com/office/drawing/2014/main" id="{0D40D996-81C4-D275-A231-356E82B1217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886" name="Arc 22885">
                        <a:extLst>
                          <a:ext uri="{FF2B5EF4-FFF2-40B4-BE49-F238E27FC236}">
                            <a16:creationId xmlns:a16="http://schemas.microsoft.com/office/drawing/2014/main" id="{AC32964A-775A-CE49-C84F-0DDB128E3A0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878" name="Group 22877">
                      <a:extLst>
                        <a:ext uri="{FF2B5EF4-FFF2-40B4-BE49-F238E27FC236}">
                          <a16:creationId xmlns:a16="http://schemas.microsoft.com/office/drawing/2014/main" id="{9A8EB0EA-A1D4-BC9F-C622-5F6B73C79BC7}"/>
                        </a:ext>
                      </a:extLst>
                    </p:cNvPr>
                    <p:cNvGrpSpPr/>
                    <p:nvPr/>
                  </p:nvGrpSpPr>
                  <p:grpSpPr>
                    <a:xfrm rot="14400000">
                      <a:off x="5310186" y="3977611"/>
                      <a:ext cx="303213" cy="303213"/>
                      <a:chOff x="5354637" y="3446463"/>
                      <a:chExt cx="214313" cy="214313"/>
                    </a:xfrm>
                  </p:grpSpPr>
                  <p:sp>
                    <p:nvSpPr>
                      <p:cNvPr id="22883" name="Arc 22882">
                        <a:extLst>
                          <a:ext uri="{FF2B5EF4-FFF2-40B4-BE49-F238E27FC236}">
                            <a16:creationId xmlns:a16="http://schemas.microsoft.com/office/drawing/2014/main" id="{E813953F-C65B-10DD-E3F2-68478468ACD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884" name="Arc 22883">
                        <a:extLst>
                          <a:ext uri="{FF2B5EF4-FFF2-40B4-BE49-F238E27FC236}">
                            <a16:creationId xmlns:a16="http://schemas.microsoft.com/office/drawing/2014/main" id="{B31B869E-AF2B-F7F2-FF0E-0002D97A191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879" name="Group 22878">
                      <a:extLst>
                        <a:ext uri="{FF2B5EF4-FFF2-40B4-BE49-F238E27FC236}">
                          <a16:creationId xmlns:a16="http://schemas.microsoft.com/office/drawing/2014/main" id="{6C74358F-AD87-6346-3239-9B52C9296B37}"/>
                        </a:ext>
                      </a:extLst>
                    </p:cNvPr>
                    <p:cNvGrpSpPr/>
                    <p:nvPr/>
                  </p:nvGrpSpPr>
                  <p:grpSpPr>
                    <a:xfrm rot="7200000">
                      <a:off x="5265196" y="3932619"/>
                      <a:ext cx="393192" cy="393192"/>
                      <a:chOff x="5354637" y="3446463"/>
                      <a:chExt cx="214313" cy="214313"/>
                    </a:xfrm>
                  </p:grpSpPr>
                  <p:sp>
                    <p:nvSpPr>
                      <p:cNvPr id="22881" name="Arc 22880">
                        <a:extLst>
                          <a:ext uri="{FF2B5EF4-FFF2-40B4-BE49-F238E27FC236}">
                            <a16:creationId xmlns:a16="http://schemas.microsoft.com/office/drawing/2014/main" id="{B571855B-A7A7-BD21-DB90-6FF4B8B7059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882" name="Arc 22881">
                        <a:extLst>
                          <a:ext uri="{FF2B5EF4-FFF2-40B4-BE49-F238E27FC236}">
                            <a16:creationId xmlns:a16="http://schemas.microsoft.com/office/drawing/2014/main" id="{A495595C-862D-6E5D-589A-41F06A736C3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880" name="TextBox 22879">
                      <a:extLst>
                        <a:ext uri="{FF2B5EF4-FFF2-40B4-BE49-F238E27FC236}">
                          <a16:creationId xmlns:a16="http://schemas.microsoft.com/office/drawing/2014/main" id="{0D606798-0F5B-7FB0-4610-C10BFF899911}"/>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2854" name="Group 22853">
                    <a:extLst>
                      <a:ext uri="{FF2B5EF4-FFF2-40B4-BE49-F238E27FC236}">
                        <a16:creationId xmlns:a16="http://schemas.microsoft.com/office/drawing/2014/main" id="{BB9D0322-C784-8B5D-F96A-A84DA1F688C1}"/>
                      </a:ext>
                    </a:extLst>
                  </p:cNvPr>
                  <p:cNvGrpSpPr/>
                  <p:nvPr/>
                </p:nvGrpSpPr>
                <p:grpSpPr>
                  <a:xfrm>
                    <a:off x="6512463" y="3525040"/>
                    <a:ext cx="393192" cy="393192"/>
                    <a:chOff x="6389147" y="3357021"/>
                    <a:chExt cx="393192" cy="393192"/>
                  </a:xfrm>
                </p:grpSpPr>
                <p:grpSp>
                  <p:nvGrpSpPr>
                    <p:cNvPr id="22866" name="Group 22865">
                      <a:extLst>
                        <a:ext uri="{FF2B5EF4-FFF2-40B4-BE49-F238E27FC236}">
                          <a16:creationId xmlns:a16="http://schemas.microsoft.com/office/drawing/2014/main" id="{BA2A1ACB-DBA4-0C7D-D68F-D374C99B96F4}"/>
                        </a:ext>
                      </a:extLst>
                    </p:cNvPr>
                    <p:cNvGrpSpPr/>
                    <p:nvPr/>
                  </p:nvGrpSpPr>
                  <p:grpSpPr>
                    <a:xfrm rot="7200000" flipH="1">
                      <a:off x="6389147" y="3357021"/>
                      <a:ext cx="393192" cy="393192"/>
                      <a:chOff x="5354637" y="3446463"/>
                      <a:chExt cx="214313" cy="214313"/>
                    </a:xfrm>
                  </p:grpSpPr>
                  <p:sp>
                    <p:nvSpPr>
                      <p:cNvPr id="22875" name="Arc 22874">
                        <a:extLst>
                          <a:ext uri="{FF2B5EF4-FFF2-40B4-BE49-F238E27FC236}">
                            <a16:creationId xmlns:a16="http://schemas.microsoft.com/office/drawing/2014/main" id="{169C7CFA-FF34-62FC-8857-8B234C3B830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876" name="Arc 22875">
                        <a:extLst>
                          <a:ext uri="{FF2B5EF4-FFF2-40B4-BE49-F238E27FC236}">
                            <a16:creationId xmlns:a16="http://schemas.microsoft.com/office/drawing/2014/main" id="{6A49C813-631C-7236-19BC-2A77266383A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867" name="Group 22866">
                      <a:extLst>
                        <a:ext uri="{FF2B5EF4-FFF2-40B4-BE49-F238E27FC236}">
                          <a16:creationId xmlns:a16="http://schemas.microsoft.com/office/drawing/2014/main" id="{C6EBD896-9234-B6E4-DC18-4854D9549D57}"/>
                        </a:ext>
                      </a:extLst>
                    </p:cNvPr>
                    <p:cNvGrpSpPr/>
                    <p:nvPr/>
                  </p:nvGrpSpPr>
                  <p:grpSpPr>
                    <a:xfrm>
                      <a:off x="6434137" y="3402011"/>
                      <a:ext cx="303213" cy="303213"/>
                      <a:chOff x="6434137" y="3402011"/>
                      <a:chExt cx="303213" cy="303213"/>
                    </a:xfrm>
                  </p:grpSpPr>
                  <p:grpSp>
                    <p:nvGrpSpPr>
                      <p:cNvPr id="22868" name="Group 22867">
                        <a:extLst>
                          <a:ext uri="{FF2B5EF4-FFF2-40B4-BE49-F238E27FC236}">
                            <a16:creationId xmlns:a16="http://schemas.microsoft.com/office/drawing/2014/main" id="{4BDB5D6C-7517-6F28-1F15-2D1374B6A18A}"/>
                          </a:ext>
                        </a:extLst>
                      </p:cNvPr>
                      <p:cNvGrpSpPr/>
                      <p:nvPr/>
                    </p:nvGrpSpPr>
                    <p:grpSpPr>
                      <a:xfrm flipH="1">
                        <a:off x="6478587" y="3446461"/>
                        <a:ext cx="214313" cy="214313"/>
                        <a:chOff x="5354637" y="3446463"/>
                        <a:chExt cx="214313" cy="214313"/>
                      </a:xfrm>
                    </p:grpSpPr>
                    <p:sp>
                      <p:nvSpPr>
                        <p:cNvPr id="22873" name="Arc 22872">
                          <a:extLst>
                            <a:ext uri="{FF2B5EF4-FFF2-40B4-BE49-F238E27FC236}">
                              <a16:creationId xmlns:a16="http://schemas.microsoft.com/office/drawing/2014/main" id="{3AE2FA00-4062-530B-B7A2-CE3A542EF43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874" name="Arc 22873">
                          <a:extLst>
                            <a:ext uri="{FF2B5EF4-FFF2-40B4-BE49-F238E27FC236}">
                              <a16:creationId xmlns:a16="http://schemas.microsoft.com/office/drawing/2014/main" id="{A48150DF-39B9-4211-2C09-DC569E0A3CE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869" name="Group 22868">
                        <a:extLst>
                          <a:ext uri="{FF2B5EF4-FFF2-40B4-BE49-F238E27FC236}">
                            <a16:creationId xmlns:a16="http://schemas.microsoft.com/office/drawing/2014/main" id="{D1775D58-A2CD-7458-5B3E-204D1E91D224}"/>
                          </a:ext>
                        </a:extLst>
                      </p:cNvPr>
                      <p:cNvGrpSpPr/>
                      <p:nvPr/>
                    </p:nvGrpSpPr>
                    <p:grpSpPr>
                      <a:xfrm rot="14400000" flipH="1">
                        <a:off x="6434137" y="3402011"/>
                        <a:ext cx="303213" cy="303213"/>
                        <a:chOff x="5354637" y="3446463"/>
                        <a:chExt cx="214313" cy="214313"/>
                      </a:xfrm>
                    </p:grpSpPr>
                    <p:sp>
                      <p:nvSpPr>
                        <p:cNvPr id="22871" name="Arc 22870">
                          <a:extLst>
                            <a:ext uri="{FF2B5EF4-FFF2-40B4-BE49-F238E27FC236}">
                              <a16:creationId xmlns:a16="http://schemas.microsoft.com/office/drawing/2014/main" id="{411842B6-5CEF-D751-9CB2-F10EBAC2F8E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872" name="Arc 22871">
                          <a:extLst>
                            <a:ext uri="{FF2B5EF4-FFF2-40B4-BE49-F238E27FC236}">
                              <a16:creationId xmlns:a16="http://schemas.microsoft.com/office/drawing/2014/main" id="{43376AB3-326D-E8EE-31BF-0ACEAE4114C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870" name="TextBox 22869">
                        <a:extLst>
                          <a:ext uri="{FF2B5EF4-FFF2-40B4-BE49-F238E27FC236}">
                            <a16:creationId xmlns:a16="http://schemas.microsoft.com/office/drawing/2014/main" id="{728F7FB3-9BAC-03B0-61CE-2FB6DE93D94F}"/>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855" name="Group 22854">
                    <a:extLst>
                      <a:ext uri="{FF2B5EF4-FFF2-40B4-BE49-F238E27FC236}">
                        <a16:creationId xmlns:a16="http://schemas.microsoft.com/office/drawing/2014/main" id="{4879C8E0-A166-BFE4-8643-02CA2A30F732}"/>
                      </a:ext>
                    </a:extLst>
                  </p:cNvPr>
                  <p:cNvGrpSpPr/>
                  <p:nvPr/>
                </p:nvGrpSpPr>
                <p:grpSpPr>
                  <a:xfrm>
                    <a:off x="6197413" y="3225768"/>
                    <a:ext cx="393192" cy="393192"/>
                    <a:chOff x="6389147" y="3932622"/>
                    <a:chExt cx="393192" cy="393192"/>
                  </a:xfrm>
                </p:grpSpPr>
                <p:grpSp>
                  <p:nvGrpSpPr>
                    <p:cNvPr id="22856" name="Group 22855">
                      <a:extLst>
                        <a:ext uri="{FF2B5EF4-FFF2-40B4-BE49-F238E27FC236}">
                          <a16:creationId xmlns:a16="http://schemas.microsoft.com/office/drawing/2014/main" id="{20D4D8D0-BDCA-C2FB-FDA6-CA310C104D2C}"/>
                        </a:ext>
                      </a:extLst>
                    </p:cNvPr>
                    <p:cNvGrpSpPr/>
                    <p:nvPr/>
                  </p:nvGrpSpPr>
                  <p:grpSpPr>
                    <a:xfrm flipH="1">
                      <a:off x="6478587" y="4022061"/>
                      <a:ext cx="214313" cy="214313"/>
                      <a:chOff x="5354637" y="3446463"/>
                      <a:chExt cx="214313" cy="214313"/>
                    </a:xfrm>
                  </p:grpSpPr>
                  <p:sp>
                    <p:nvSpPr>
                      <p:cNvPr id="22864" name="Arc 22863">
                        <a:extLst>
                          <a:ext uri="{FF2B5EF4-FFF2-40B4-BE49-F238E27FC236}">
                            <a16:creationId xmlns:a16="http://schemas.microsoft.com/office/drawing/2014/main" id="{B86BC7BE-B3AE-1FE2-4BCC-CB21CF75401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865" name="Arc 22864">
                        <a:extLst>
                          <a:ext uri="{FF2B5EF4-FFF2-40B4-BE49-F238E27FC236}">
                            <a16:creationId xmlns:a16="http://schemas.microsoft.com/office/drawing/2014/main" id="{70513821-520D-A013-EE01-831F63D1602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857" name="Group 22856">
                      <a:extLst>
                        <a:ext uri="{FF2B5EF4-FFF2-40B4-BE49-F238E27FC236}">
                          <a16:creationId xmlns:a16="http://schemas.microsoft.com/office/drawing/2014/main" id="{B6DBDE9C-24F4-ADE3-673A-F09E56AC0F74}"/>
                        </a:ext>
                      </a:extLst>
                    </p:cNvPr>
                    <p:cNvGrpSpPr/>
                    <p:nvPr/>
                  </p:nvGrpSpPr>
                  <p:grpSpPr>
                    <a:xfrm rot="7200000" flipH="1">
                      <a:off x="6434137" y="3977611"/>
                      <a:ext cx="303213" cy="303213"/>
                      <a:chOff x="5354637" y="3446463"/>
                      <a:chExt cx="214313" cy="214313"/>
                    </a:xfrm>
                  </p:grpSpPr>
                  <p:sp>
                    <p:nvSpPr>
                      <p:cNvPr id="22862" name="Arc 22861">
                        <a:extLst>
                          <a:ext uri="{FF2B5EF4-FFF2-40B4-BE49-F238E27FC236}">
                            <a16:creationId xmlns:a16="http://schemas.microsoft.com/office/drawing/2014/main" id="{FA4F7AF3-F8A9-3514-332F-9CA6A155965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863" name="Arc 22862">
                        <a:extLst>
                          <a:ext uri="{FF2B5EF4-FFF2-40B4-BE49-F238E27FC236}">
                            <a16:creationId xmlns:a16="http://schemas.microsoft.com/office/drawing/2014/main" id="{52DF7947-5D86-3C52-A965-86C2FFC9DE1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858" name="Group 22857">
                      <a:extLst>
                        <a:ext uri="{FF2B5EF4-FFF2-40B4-BE49-F238E27FC236}">
                          <a16:creationId xmlns:a16="http://schemas.microsoft.com/office/drawing/2014/main" id="{5AEE6181-1449-356A-C50F-7346A258B957}"/>
                        </a:ext>
                      </a:extLst>
                    </p:cNvPr>
                    <p:cNvGrpSpPr/>
                    <p:nvPr/>
                  </p:nvGrpSpPr>
                  <p:grpSpPr>
                    <a:xfrm rot="14400000" flipH="1">
                      <a:off x="6389147" y="3932622"/>
                      <a:ext cx="393192" cy="393192"/>
                      <a:chOff x="5354637" y="3446463"/>
                      <a:chExt cx="214313" cy="214313"/>
                    </a:xfrm>
                  </p:grpSpPr>
                  <p:sp>
                    <p:nvSpPr>
                      <p:cNvPr id="22860" name="Arc 22859">
                        <a:extLst>
                          <a:ext uri="{FF2B5EF4-FFF2-40B4-BE49-F238E27FC236}">
                            <a16:creationId xmlns:a16="http://schemas.microsoft.com/office/drawing/2014/main" id="{8EFAB57E-008C-F73E-3C16-0505BD125F6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861" name="Arc 22860">
                        <a:extLst>
                          <a:ext uri="{FF2B5EF4-FFF2-40B4-BE49-F238E27FC236}">
                            <a16:creationId xmlns:a16="http://schemas.microsoft.com/office/drawing/2014/main" id="{CB2C1C12-1A88-520B-76D0-0F231D26F25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859" name="TextBox 22858">
                      <a:extLst>
                        <a:ext uri="{FF2B5EF4-FFF2-40B4-BE49-F238E27FC236}">
                          <a16:creationId xmlns:a16="http://schemas.microsoft.com/office/drawing/2014/main" id="{24E320D4-CEDB-AE70-8BC1-05CA757FEA1F}"/>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22755" name="Group 22754">
                <a:extLst>
                  <a:ext uri="{FF2B5EF4-FFF2-40B4-BE49-F238E27FC236}">
                    <a16:creationId xmlns:a16="http://schemas.microsoft.com/office/drawing/2014/main" id="{9DD863F0-12D5-3A50-D6A5-FE7677D3A597}"/>
                  </a:ext>
                </a:extLst>
              </p:cNvPr>
              <p:cNvGrpSpPr/>
              <p:nvPr/>
            </p:nvGrpSpPr>
            <p:grpSpPr>
              <a:xfrm>
                <a:off x="6065340" y="2039507"/>
                <a:ext cx="1643204" cy="1593124"/>
                <a:chOff x="5445106" y="2644743"/>
                <a:chExt cx="1643204" cy="1593124"/>
              </a:xfrm>
            </p:grpSpPr>
            <p:grpSp>
              <p:nvGrpSpPr>
                <p:cNvPr id="22756" name="Group 22755">
                  <a:extLst>
                    <a:ext uri="{FF2B5EF4-FFF2-40B4-BE49-F238E27FC236}">
                      <a16:creationId xmlns:a16="http://schemas.microsoft.com/office/drawing/2014/main" id="{796B7C03-7A03-070A-EE22-E0AF4B2241DD}"/>
                    </a:ext>
                  </a:extLst>
                </p:cNvPr>
                <p:cNvGrpSpPr/>
                <p:nvPr/>
              </p:nvGrpSpPr>
              <p:grpSpPr>
                <a:xfrm>
                  <a:off x="5445106" y="2644743"/>
                  <a:ext cx="1019224" cy="991639"/>
                  <a:chOff x="5886431" y="3225768"/>
                  <a:chExt cx="1019224" cy="991639"/>
                </a:xfrm>
              </p:grpSpPr>
              <p:grpSp>
                <p:nvGrpSpPr>
                  <p:cNvPr id="22804" name="Group 22803">
                    <a:extLst>
                      <a:ext uri="{FF2B5EF4-FFF2-40B4-BE49-F238E27FC236}">
                        <a16:creationId xmlns:a16="http://schemas.microsoft.com/office/drawing/2014/main" id="{E1BBE9F2-75FF-287F-10E8-B16055D633F0}"/>
                      </a:ext>
                    </a:extLst>
                  </p:cNvPr>
                  <p:cNvGrpSpPr/>
                  <p:nvPr/>
                </p:nvGrpSpPr>
                <p:grpSpPr>
                  <a:xfrm>
                    <a:off x="6197413" y="3824215"/>
                    <a:ext cx="393192" cy="393192"/>
                    <a:chOff x="5265196" y="3357021"/>
                    <a:chExt cx="393192" cy="393192"/>
                  </a:xfrm>
                </p:grpSpPr>
                <p:grpSp>
                  <p:nvGrpSpPr>
                    <p:cNvPr id="22839" name="Group 22838">
                      <a:extLst>
                        <a:ext uri="{FF2B5EF4-FFF2-40B4-BE49-F238E27FC236}">
                          <a16:creationId xmlns:a16="http://schemas.microsoft.com/office/drawing/2014/main" id="{5EC4A715-1551-3A1A-1068-A27F720005E9}"/>
                        </a:ext>
                      </a:extLst>
                    </p:cNvPr>
                    <p:cNvGrpSpPr/>
                    <p:nvPr/>
                  </p:nvGrpSpPr>
                  <p:grpSpPr>
                    <a:xfrm rot="14400000">
                      <a:off x="5265196" y="3357021"/>
                      <a:ext cx="393192" cy="393192"/>
                      <a:chOff x="5354637" y="3446463"/>
                      <a:chExt cx="214313" cy="214313"/>
                    </a:xfrm>
                  </p:grpSpPr>
                  <p:sp>
                    <p:nvSpPr>
                      <p:cNvPr id="22848" name="Arc 22847">
                        <a:extLst>
                          <a:ext uri="{FF2B5EF4-FFF2-40B4-BE49-F238E27FC236}">
                            <a16:creationId xmlns:a16="http://schemas.microsoft.com/office/drawing/2014/main" id="{788EEBB4-5C45-A701-910B-3B0C9D93FB5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849" name="Arc 22848">
                        <a:extLst>
                          <a:ext uri="{FF2B5EF4-FFF2-40B4-BE49-F238E27FC236}">
                            <a16:creationId xmlns:a16="http://schemas.microsoft.com/office/drawing/2014/main" id="{7F37934D-D945-F7A3-78AE-F11F67A770A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840" name="Group 22839">
                      <a:extLst>
                        <a:ext uri="{FF2B5EF4-FFF2-40B4-BE49-F238E27FC236}">
                          <a16:creationId xmlns:a16="http://schemas.microsoft.com/office/drawing/2014/main" id="{0837029E-8299-08B1-DC56-B0328259D4C6}"/>
                        </a:ext>
                      </a:extLst>
                    </p:cNvPr>
                    <p:cNvGrpSpPr/>
                    <p:nvPr/>
                  </p:nvGrpSpPr>
                  <p:grpSpPr>
                    <a:xfrm>
                      <a:off x="5310186" y="3402011"/>
                      <a:ext cx="303213" cy="303213"/>
                      <a:chOff x="5310186" y="3402011"/>
                      <a:chExt cx="303213" cy="303213"/>
                    </a:xfrm>
                  </p:grpSpPr>
                  <p:grpSp>
                    <p:nvGrpSpPr>
                      <p:cNvPr id="22841" name="Group 22840">
                        <a:extLst>
                          <a:ext uri="{FF2B5EF4-FFF2-40B4-BE49-F238E27FC236}">
                            <a16:creationId xmlns:a16="http://schemas.microsoft.com/office/drawing/2014/main" id="{915424CD-A941-517A-9A0E-93792D45DF39}"/>
                          </a:ext>
                        </a:extLst>
                      </p:cNvPr>
                      <p:cNvGrpSpPr/>
                      <p:nvPr/>
                    </p:nvGrpSpPr>
                    <p:grpSpPr>
                      <a:xfrm>
                        <a:off x="5354636" y="3446461"/>
                        <a:ext cx="214313" cy="214313"/>
                        <a:chOff x="5354637" y="3446463"/>
                        <a:chExt cx="214313" cy="214313"/>
                      </a:xfrm>
                    </p:grpSpPr>
                    <p:sp>
                      <p:nvSpPr>
                        <p:cNvPr id="22846" name="Arc 22845">
                          <a:extLst>
                            <a:ext uri="{FF2B5EF4-FFF2-40B4-BE49-F238E27FC236}">
                              <a16:creationId xmlns:a16="http://schemas.microsoft.com/office/drawing/2014/main" id="{D4B5A99C-B40B-4910-C882-E7F66B43806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847" name="Arc 22846">
                          <a:extLst>
                            <a:ext uri="{FF2B5EF4-FFF2-40B4-BE49-F238E27FC236}">
                              <a16:creationId xmlns:a16="http://schemas.microsoft.com/office/drawing/2014/main" id="{B446990B-20A8-E743-E7D9-1C4F22FEBBE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842" name="Group 22841">
                        <a:extLst>
                          <a:ext uri="{FF2B5EF4-FFF2-40B4-BE49-F238E27FC236}">
                            <a16:creationId xmlns:a16="http://schemas.microsoft.com/office/drawing/2014/main" id="{1E79A67C-A371-29EB-C8BA-32B39D0E711A}"/>
                          </a:ext>
                        </a:extLst>
                      </p:cNvPr>
                      <p:cNvGrpSpPr/>
                      <p:nvPr/>
                    </p:nvGrpSpPr>
                    <p:grpSpPr>
                      <a:xfrm rot="7200000">
                        <a:off x="5310186" y="3402011"/>
                        <a:ext cx="303213" cy="303213"/>
                        <a:chOff x="5354637" y="3446463"/>
                        <a:chExt cx="214313" cy="214313"/>
                      </a:xfrm>
                    </p:grpSpPr>
                    <p:sp>
                      <p:nvSpPr>
                        <p:cNvPr id="22844" name="Arc 22843">
                          <a:extLst>
                            <a:ext uri="{FF2B5EF4-FFF2-40B4-BE49-F238E27FC236}">
                              <a16:creationId xmlns:a16="http://schemas.microsoft.com/office/drawing/2014/main" id="{3DC8DDC1-416A-610A-BD1B-5C1D4B6312B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845" name="Arc 22844">
                          <a:extLst>
                            <a:ext uri="{FF2B5EF4-FFF2-40B4-BE49-F238E27FC236}">
                              <a16:creationId xmlns:a16="http://schemas.microsoft.com/office/drawing/2014/main" id="{697EFBBD-7B48-269E-AD3E-2D8D0A7540B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843" name="TextBox 22842">
                        <a:extLst>
                          <a:ext uri="{FF2B5EF4-FFF2-40B4-BE49-F238E27FC236}">
                            <a16:creationId xmlns:a16="http://schemas.microsoft.com/office/drawing/2014/main" id="{E6F32B9F-3436-6800-92C0-4529D9A716AF}"/>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805" name="Group 22804">
                    <a:extLst>
                      <a:ext uri="{FF2B5EF4-FFF2-40B4-BE49-F238E27FC236}">
                        <a16:creationId xmlns:a16="http://schemas.microsoft.com/office/drawing/2014/main" id="{7DB967BF-1A27-D49A-5F8D-B962740EAB89}"/>
                      </a:ext>
                    </a:extLst>
                  </p:cNvPr>
                  <p:cNvGrpSpPr/>
                  <p:nvPr/>
                </p:nvGrpSpPr>
                <p:grpSpPr>
                  <a:xfrm>
                    <a:off x="5886431" y="3525040"/>
                    <a:ext cx="393192" cy="393192"/>
                    <a:chOff x="5265196" y="3932619"/>
                    <a:chExt cx="393192" cy="393192"/>
                  </a:xfrm>
                </p:grpSpPr>
                <p:grpSp>
                  <p:nvGrpSpPr>
                    <p:cNvPr id="22829" name="Group 22828">
                      <a:extLst>
                        <a:ext uri="{FF2B5EF4-FFF2-40B4-BE49-F238E27FC236}">
                          <a16:creationId xmlns:a16="http://schemas.microsoft.com/office/drawing/2014/main" id="{3B2698A0-C98B-8A5D-E0CE-BDE3E9B6053C}"/>
                        </a:ext>
                      </a:extLst>
                    </p:cNvPr>
                    <p:cNvGrpSpPr/>
                    <p:nvPr/>
                  </p:nvGrpSpPr>
                  <p:grpSpPr>
                    <a:xfrm>
                      <a:off x="5354636" y="4022061"/>
                      <a:ext cx="214313" cy="214313"/>
                      <a:chOff x="5354637" y="3446463"/>
                      <a:chExt cx="214313" cy="214313"/>
                    </a:xfrm>
                  </p:grpSpPr>
                  <p:sp>
                    <p:nvSpPr>
                      <p:cNvPr id="22837" name="Arc 22836">
                        <a:extLst>
                          <a:ext uri="{FF2B5EF4-FFF2-40B4-BE49-F238E27FC236}">
                            <a16:creationId xmlns:a16="http://schemas.microsoft.com/office/drawing/2014/main" id="{5E2242FA-70DA-1BDD-66F0-912D7C7D98A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838" name="Arc 22837">
                        <a:extLst>
                          <a:ext uri="{FF2B5EF4-FFF2-40B4-BE49-F238E27FC236}">
                            <a16:creationId xmlns:a16="http://schemas.microsoft.com/office/drawing/2014/main" id="{F2226611-F102-3261-3C2F-010A2BBE7DB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830" name="Group 22829">
                      <a:extLst>
                        <a:ext uri="{FF2B5EF4-FFF2-40B4-BE49-F238E27FC236}">
                          <a16:creationId xmlns:a16="http://schemas.microsoft.com/office/drawing/2014/main" id="{D25E3085-CFCE-53E6-25D5-323BF700FA4E}"/>
                        </a:ext>
                      </a:extLst>
                    </p:cNvPr>
                    <p:cNvGrpSpPr/>
                    <p:nvPr/>
                  </p:nvGrpSpPr>
                  <p:grpSpPr>
                    <a:xfrm rot="14400000">
                      <a:off x="5310186" y="3977611"/>
                      <a:ext cx="303213" cy="303213"/>
                      <a:chOff x="5354637" y="3446463"/>
                      <a:chExt cx="214313" cy="214313"/>
                    </a:xfrm>
                  </p:grpSpPr>
                  <p:sp>
                    <p:nvSpPr>
                      <p:cNvPr id="22835" name="Arc 22834">
                        <a:extLst>
                          <a:ext uri="{FF2B5EF4-FFF2-40B4-BE49-F238E27FC236}">
                            <a16:creationId xmlns:a16="http://schemas.microsoft.com/office/drawing/2014/main" id="{6502EA4C-79F8-5E5B-9246-BD09AEF769E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836" name="Arc 22835">
                        <a:extLst>
                          <a:ext uri="{FF2B5EF4-FFF2-40B4-BE49-F238E27FC236}">
                            <a16:creationId xmlns:a16="http://schemas.microsoft.com/office/drawing/2014/main" id="{BBB26629-9E6E-3139-59DF-5D5C69A7833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831" name="Group 22830">
                      <a:extLst>
                        <a:ext uri="{FF2B5EF4-FFF2-40B4-BE49-F238E27FC236}">
                          <a16:creationId xmlns:a16="http://schemas.microsoft.com/office/drawing/2014/main" id="{E8A45C09-E1F4-28A0-900E-8D7376BAAC95}"/>
                        </a:ext>
                      </a:extLst>
                    </p:cNvPr>
                    <p:cNvGrpSpPr/>
                    <p:nvPr/>
                  </p:nvGrpSpPr>
                  <p:grpSpPr>
                    <a:xfrm rot="7200000">
                      <a:off x="5265196" y="3932619"/>
                      <a:ext cx="393192" cy="393192"/>
                      <a:chOff x="5354637" y="3446463"/>
                      <a:chExt cx="214313" cy="214313"/>
                    </a:xfrm>
                  </p:grpSpPr>
                  <p:sp>
                    <p:nvSpPr>
                      <p:cNvPr id="22833" name="Arc 22832">
                        <a:extLst>
                          <a:ext uri="{FF2B5EF4-FFF2-40B4-BE49-F238E27FC236}">
                            <a16:creationId xmlns:a16="http://schemas.microsoft.com/office/drawing/2014/main" id="{08AFD147-4448-BE95-FA27-3586B58FDA7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834" name="Arc 22833">
                        <a:extLst>
                          <a:ext uri="{FF2B5EF4-FFF2-40B4-BE49-F238E27FC236}">
                            <a16:creationId xmlns:a16="http://schemas.microsoft.com/office/drawing/2014/main" id="{42E7DA8B-C85E-82F9-E5BF-8455278F96D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832" name="TextBox 22831">
                      <a:extLst>
                        <a:ext uri="{FF2B5EF4-FFF2-40B4-BE49-F238E27FC236}">
                          <a16:creationId xmlns:a16="http://schemas.microsoft.com/office/drawing/2014/main" id="{4CD6DC34-7BFA-06F4-A529-0AD17E6CD714}"/>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2806" name="Group 22805">
                    <a:extLst>
                      <a:ext uri="{FF2B5EF4-FFF2-40B4-BE49-F238E27FC236}">
                        <a16:creationId xmlns:a16="http://schemas.microsoft.com/office/drawing/2014/main" id="{3695A94F-80F1-61A6-DB2D-EC8D17FB0528}"/>
                      </a:ext>
                    </a:extLst>
                  </p:cNvPr>
                  <p:cNvGrpSpPr/>
                  <p:nvPr/>
                </p:nvGrpSpPr>
                <p:grpSpPr>
                  <a:xfrm>
                    <a:off x="6512463" y="3525040"/>
                    <a:ext cx="393192" cy="393192"/>
                    <a:chOff x="6389147" y="3357021"/>
                    <a:chExt cx="393192" cy="393192"/>
                  </a:xfrm>
                </p:grpSpPr>
                <p:grpSp>
                  <p:nvGrpSpPr>
                    <p:cNvPr id="22818" name="Group 22817">
                      <a:extLst>
                        <a:ext uri="{FF2B5EF4-FFF2-40B4-BE49-F238E27FC236}">
                          <a16:creationId xmlns:a16="http://schemas.microsoft.com/office/drawing/2014/main" id="{05822F8E-13D6-3552-5862-70FC02946634}"/>
                        </a:ext>
                      </a:extLst>
                    </p:cNvPr>
                    <p:cNvGrpSpPr/>
                    <p:nvPr/>
                  </p:nvGrpSpPr>
                  <p:grpSpPr>
                    <a:xfrm rot="7200000" flipH="1">
                      <a:off x="6389147" y="3357021"/>
                      <a:ext cx="393192" cy="393192"/>
                      <a:chOff x="5354637" y="3446463"/>
                      <a:chExt cx="214313" cy="214313"/>
                    </a:xfrm>
                  </p:grpSpPr>
                  <p:sp>
                    <p:nvSpPr>
                      <p:cNvPr id="22827" name="Arc 22826">
                        <a:extLst>
                          <a:ext uri="{FF2B5EF4-FFF2-40B4-BE49-F238E27FC236}">
                            <a16:creationId xmlns:a16="http://schemas.microsoft.com/office/drawing/2014/main" id="{A3F1D8A8-52D9-C2B8-BFA1-853918A6436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828" name="Arc 22827">
                        <a:extLst>
                          <a:ext uri="{FF2B5EF4-FFF2-40B4-BE49-F238E27FC236}">
                            <a16:creationId xmlns:a16="http://schemas.microsoft.com/office/drawing/2014/main" id="{71592687-8AFA-313E-76C3-2CEBC7DCED7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819" name="Group 22818">
                      <a:extLst>
                        <a:ext uri="{FF2B5EF4-FFF2-40B4-BE49-F238E27FC236}">
                          <a16:creationId xmlns:a16="http://schemas.microsoft.com/office/drawing/2014/main" id="{AF32CE44-79FD-AA95-E3EF-FF4CA9A78EAE}"/>
                        </a:ext>
                      </a:extLst>
                    </p:cNvPr>
                    <p:cNvGrpSpPr/>
                    <p:nvPr/>
                  </p:nvGrpSpPr>
                  <p:grpSpPr>
                    <a:xfrm>
                      <a:off x="6434137" y="3402011"/>
                      <a:ext cx="303213" cy="303213"/>
                      <a:chOff x="6434137" y="3402011"/>
                      <a:chExt cx="303213" cy="303213"/>
                    </a:xfrm>
                  </p:grpSpPr>
                  <p:grpSp>
                    <p:nvGrpSpPr>
                      <p:cNvPr id="22820" name="Group 22819">
                        <a:extLst>
                          <a:ext uri="{FF2B5EF4-FFF2-40B4-BE49-F238E27FC236}">
                            <a16:creationId xmlns:a16="http://schemas.microsoft.com/office/drawing/2014/main" id="{70720681-D614-AA9C-74E8-98148F8F17FC}"/>
                          </a:ext>
                        </a:extLst>
                      </p:cNvPr>
                      <p:cNvGrpSpPr/>
                      <p:nvPr/>
                    </p:nvGrpSpPr>
                    <p:grpSpPr>
                      <a:xfrm flipH="1">
                        <a:off x="6478587" y="3446461"/>
                        <a:ext cx="214313" cy="214313"/>
                        <a:chOff x="5354637" y="3446463"/>
                        <a:chExt cx="214313" cy="214313"/>
                      </a:xfrm>
                    </p:grpSpPr>
                    <p:sp>
                      <p:nvSpPr>
                        <p:cNvPr id="22825" name="Arc 22824">
                          <a:extLst>
                            <a:ext uri="{FF2B5EF4-FFF2-40B4-BE49-F238E27FC236}">
                              <a16:creationId xmlns:a16="http://schemas.microsoft.com/office/drawing/2014/main" id="{F162A7E8-CF72-A67D-4292-F6C5801108E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826" name="Arc 22825">
                          <a:extLst>
                            <a:ext uri="{FF2B5EF4-FFF2-40B4-BE49-F238E27FC236}">
                              <a16:creationId xmlns:a16="http://schemas.microsoft.com/office/drawing/2014/main" id="{269406A2-B6E1-8AA6-EA5C-C0AD8AB6C1D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821" name="Group 22820">
                        <a:extLst>
                          <a:ext uri="{FF2B5EF4-FFF2-40B4-BE49-F238E27FC236}">
                            <a16:creationId xmlns:a16="http://schemas.microsoft.com/office/drawing/2014/main" id="{727FDAF6-A315-408A-E43F-AD9FEE5B16EC}"/>
                          </a:ext>
                        </a:extLst>
                      </p:cNvPr>
                      <p:cNvGrpSpPr/>
                      <p:nvPr/>
                    </p:nvGrpSpPr>
                    <p:grpSpPr>
                      <a:xfrm rot="14400000" flipH="1">
                        <a:off x="6434137" y="3402011"/>
                        <a:ext cx="303213" cy="303213"/>
                        <a:chOff x="5354637" y="3446463"/>
                        <a:chExt cx="214313" cy="214313"/>
                      </a:xfrm>
                    </p:grpSpPr>
                    <p:sp>
                      <p:nvSpPr>
                        <p:cNvPr id="22823" name="Arc 22822">
                          <a:extLst>
                            <a:ext uri="{FF2B5EF4-FFF2-40B4-BE49-F238E27FC236}">
                              <a16:creationId xmlns:a16="http://schemas.microsoft.com/office/drawing/2014/main" id="{AF751EB1-80EC-CB24-41D0-F53F99797B5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824" name="Arc 22823">
                          <a:extLst>
                            <a:ext uri="{FF2B5EF4-FFF2-40B4-BE49-F238E27FC236}">
                              <a16:creationId xmlns:a16="http://schemas.microsoft.com/office/drawing/2014/main" id="{9E55BA96-55EF-8012-D7AB-21D47A2339A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822" name="TextBox 22821">
                        <a:extLst>
                          <a:ext uri="{FF2B5EF4-FFF2-40B4-BE49-F238E27FC236}">
                            <a16:creationId xmlns:a16="http://schemas.microsoft.com/office/drawing/2014/main" id="{EAB5B69E-30BA-E485-5A1F-CEC592F25966}"/>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807" name="Group 22806">
                    <a:extLst>
                      <a:ext uri="{FF2B5EF4-FFF2-40B4-BE49-F238E27FC236}">
                        <a16:creationId xmlns:a16="http://schemas.microsoft.com/office/drawing/2014/main" id="{A7017A55-3C14-40B0-8401-994755B6A88E}"/>
                      </a:ext>
                    </a:extLst>
                  </p:cNvPr>
                  <p:cNvGrpSpPr/>
                  <p:nvPr/>
                </p:nvGrpSpPr>
                <p:grpSpPr>
                  <a:xfrm>
                    <a:off x="6197413" y="3225768"/>
                    <a:ext cx="393192" cy="393192"/>
                    <a:chOff x="6389147" y="3932622"/>
                    <a:chExt cx="393192" cy="393192"/>
                  </a:xfrm>
                </p:grpSpPr>
                <p:grpSp>
                  <p:nvGrpSpPr>
                    <p:cNvPr id="22808" name="Group 22807">
                      <a:extLst>
                        <a:ext uri="{FF2B5EF4-FFF2-40B4-BE49-F238E27FC236}">
                          <a16:creationId xmlns:a16="http://schemas.microsoft.com/office/drawing/2014/main" id="{120C52F2-1256-14F6-F9AB-C51526F0DDD3}"/>
                        </a:ext>
                      </a:extLst>
                    </p:cNvPr>
                    <p:cNvGrpSpPr/>
                    <p:nvPr/>
                  </p:nvGrpSpPr>
                  <p:grpSpPr>
                    <a:xfrm flipH="1">
                      <a:off x="6478587" y="4022061"/>
                      <a:ext cx="214313" cy="214313"/>
                      <a:chOff x="5354637" y="3446463"/>
                      <a:chExt cx="214313" cy="214313"/>
                    </a:xfrm>
                  </p:grpSpPr>
                  <p:sp>
                    <p:nvSpPr>
                      <p:cNvPr id="22816" name="Arc 22815">
                        <a:extLst>
                          <a:ext uri="{FF2B5EF4-FFF2-40B4-BE49-F238E27FC236}">
                            <a16:creationId xmlns:a16="http://schemas.microsoft.com/office/drawing/2014/main" id="{E3F4FCE0-546A-E55A-21AA-579ED47C182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817" name="Arc 22816">
                        <a:extLst>
                          <a:ext uri="{FF2B5EF4-FFF2-40B4-BE49-F238E27FC236}">
                            <a16:creationId xmlns:a16="http://schemas.microsoft.com/office/drawing/2014/main" id="{D78E577C-8809-A7CD-1E8C-2864A056159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809" name="Group 22808">
                      <a:extLst>
                        <a:ext uri="{FF2B5EF4-FFF2-40B4-BE49-F238E27FC236}">
                          <a16:creationId xmlns:a16="http://schemas.microsoft.com/office/drawing/2014/main" id="{25D7085C-D605-4E93-4E6C-C190368254EC}"/>
                        </a:ext>
                      </a:extLst>
                    </p:cNvPr>
                    <p:cNvGrpSpPr/>
                    <p:nvPr/>
                  </p:nvGrpSpPr>
                  <p:grpSpPr>
                    <a:xfrm rot="7200000" flipH="1">
                      <a:off x="6434137" y="3977611"/>
                      <a:ext cx="303213" cy="303213"/>
                      <a:chOff x="5354637" y="3446463"/>
                      <a:chExt cx="214313" cy="214313"/>
                    </a:xfrm>
                  </p:grpSpPr>
                  <p:sp>
                    <p:nvSpPr>
                      <p:cNvPr id="22814" name="Arc 22813">
                        <a:extLst>
                          <a:ext uri="{FF2B5EF4-FFF2-40B4-BE49-F238E27FC236}">
                            <a16:creationId xmlns:a16="http://schemas.microsoft.com/office/drawing/2014/main" id="{12EA248A-5A9D-1872-3E4D-FF06E6AF66F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815" name="Arc 22814">
                        <a:extLst>
                          <a:ext uri="{FF2B5EF4-FFF2-40B4-BE49-F238E27FC236}">
                            <a16:creationId xmlns:a16="http://schemas.microsoft.com/office/drawing/2014/main" id="{34024454-0385-E41E-6B0D-35C79637F6C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810" name="Group 22809">
                      <a:extLst>
                        <a:ext uri="{FF2B5EF4-FFF2-40B4-BE49-F238E27FC236}">
                          <a16:creationId xmlns:a16="http://schemas.microsoft.com/office/drawing/2014/main" id="{D4EEFEF0-C76C-E0CA-6BD7-ACA9A1DC6890}"/>
                        </a:ext>
                      </a:extLst>
                    </p:cNvPr>
                    <p:cNvGrpSpPr/>
                    <p:nvPr/>
                  </p:nvGrpSpPr>
                  <p:grpSpPr>
                    <a:xfrm rot="14400000" flipH="1">
                      <a:off x="6389147" y="3932622"/>
                      <a:ext cx="393192" cy="393192"/>
                      <a:chOff x="5354637" y="3446463"/>
                      <a:chExt cx="214313" cy="214313"/>
                    </a:xfrm>
                  </p:grpSpPr>
                  <p:sp>
                    <p:nvSpPr>
                      <p:cNvPr id="22812" name="Arc 22811">
                        <a:extLst>
                          <a:ext uri="{FF2B5EF4-FFF2-40B4-BE49-F238E27FC236}">
                            <a16:creationId xmlns:a16="http://schemas.microsoft.com/office/drawing/2014/main" id="{6D80F03C-F63E-4B38-55D1-66CB6B8D435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813" name="Arc 22812">
                        <a:extLst>
                          <a:ext uri="{FF2B5EF4-FFF2-40B4-BE49-F238E27FC236}">
                            <a16:creationId xmlns:a16="http://schemas.microsoft.com/office/drawing/2014/main" id="{68DD8323-5BB2-693C-D900-2E662ADC9A7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811" name="TextBox 22810">
                      <a:extLst>
                        <a:ext uri="{FF2B5EF4-FFF2-40B4-BE49-F238E27FC236}">
                          <a16:creationId xmlns:a16="http://schemas.microsoft.com/office/drawing/2014/main" id="{D334ABA2-9CBF-0D68-4B5A-DD4ABFB7734E}"/>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757" name="Group 22756">
                  <a:extLst>
                    <a:ext uri="{FF2B5EF4-FFF2-40B4-BE49-F238E27FC236}">
                      <a16:creationId xmlns:a16="http://schemas.microsoft.com/office/drawing/2014/main" id="{B4F94518-2CA9-21FA-2035-7C5B178EE255}"/>
                    </a:ext>
                  </a:extLst>
                </p:cNvPr>
                <p:cNvGrpSpPr/>
                <p:nvPr/>
              </p:nvGrpSpPr>
              <p:grpSpPr>
                <a:xfrm>
                  <a:off x="6069086" y="3246228"/>
                  <a:ext cx="1019224" cy="991639"/>
                  <a:chOff x="5886431" y="3225768"/>
                  <a:chExt cx="1019224" cy="991639"/>
                </a:xfrm>
              </p:grpSpPr>
              <p:grpSp>
                <p:nvGrpSpPr>
                  <p:cNvPr id="22758" name="Group 22757">
                    <a:extLst>
                      <a:ext uri="{FF2B5EF4-FFF2-40B4-BE49-F238E27FC236}">
                        <a16:creationId xmlns:a16="http://schemas.microsoft.com/office/drawing/2014/main" id="{C3289C17-511A-5BCE-4557-65826C12CCF4}"/>
                      </a:ext>
                    </a:extLst>
                  </p:cNvPr>
                  <p:cNvGrpSpPr/>
                  <p:nvPr/>
                </p:nvGrpSpPr>
                <p:grpSpPr>
                  <a:xfrm>
                    <a:off x="6197413" y="3824215"/>
                    <a:ext cx="393192" cy="393192"/>
                    <a:chOff x="5265196" y="3357021"/>
                    <a:chExt cx="393192" cy="393192"/>
                  </a:xfrm>
                </p:grpSpPr>
                <p:grpSp>
                  <p:nvGrpSpPr>
                    <p:cNvPr id="22793" name="Group 22792">
                      <a:extLst>
                        <a:ext uri="{FF2B5EF4-FFF2-40B4-BE49-F238E27FC236}">
                          <a16:creationId xmlns:a16="http://schemas.microsoft.com/office/drawing/2014/main" id="{53695FA0-63A0-BBC0-451A-22ED1A1C9BAC}"/>
                        </a:ext>
                      </a:extLst>
                    </p:cNvPr>
                    <p:cNvGrpSpPr/>
                    <p:nvPr/>
                  </p:nvGrpSpPr>
                  <p:grpSpPr>
                    <a:xfrm rot="14400000">
                      <a:off x="5265196" y="3357021"/>
                      <a:ext cx="393192" cy="393192"/>
                      <a:chOff x="5354637" y="3446463"/>
                      <a:chExt cx="214313" cy="214313"/>
                    </a:xfrm>
                  </p:grpSpPr>
                  <p:sp>
                    <p:nvSpPr>
                      <p:cNvPr id="22802" name="Arc 22801">
                        <a:extLst>
                          <a:ext uri="{FF2B5EF4-FFF2-40B4-BE49-F238E27FC236}">
                            <a16:creationId xmlns:a16="http://schemas.microsoft.com/office/drawing/2014/main" id="{8514AED8-B316-79D4-FA99-FC7E9E24366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803" name="Arc 22802">
                        <a:extLst>
                          <a:ext uri="{FF2B5EF4-FFF2-40B4-BE49-F238E27FC236}">
                            <a16:creationId xmlns:a16="http://schemas.microsoft.com/office/drawing/2014/main" id="{F08DC186-2920-A84C-1E47-D1D4EEB4A9B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794" name="Group 22793">
                      <a:extLst>
                        <a:ext uri="{FF2B5EF4-FFF2-40B4-BE49-F238E27FC236}">
                          <a16:creationId xmlns:a16="http://schemas.microsoft.com/office/drawing/2014/main" id="{8A100FAE-FBE9-6264-31B6-B009FB508C2C}"/>
                        </a:ext>
                      </a:extLst>
                    </p:cNvPr>
                    <p:cNvGrpSpPr/>
                    <p:nvPr/>
                  </p:nvGrpSpPr>
                  <p:grpSpPr>
                    <a:xfrm>
                      <a:off x="5310186" y="3402011"/>
                      <a:ext cx="303213" cy="303213"/>
                      <a:chOff x="5310186" y="3402011"/>
                      <a:chExt cx="303213" cy="303213"/>
                    </a:xfrm>
                  </p:grpSpPr>
                  <p:grpSp>
                    <p:nvGrpSpPr>
                      <p:cNvPr id="22795" name="Group 22794">
                        <a:extLst>
                          <a:ext uri="{FF2B5EF4-FFF2-40B4-BE49-F238E27FC236}">
                            <a16:creationId xmlns:a16="http://schemas.microsoft.com/office/drawing/2014/main" id="{F6BC9C5F-F648-3F22-EC5A-D9C3B701CE79}"/>
                          </a:ext>
                        </a:extLst>
                      </p:cNvPr>
                      <p:cNvGrpSpPr/>
                      <p:nvPr/>
                    </p:nvGrpSpPr>
                    <p:grpSpPr>
                      <a:xfrm>
                        <a:off x="5354636" y="3446461"/>
                        <a:ext cx="214313" cy="214313"/>
                        <a:chOff x="5354637" y="3446463"/>
                        <a:chExt cx="214313" cy="214313"/>
                      </a:xfrm>
                    </p:grpSpPr>
                    <p:sp>
                      <p:nvSpPr>
                        <p:cNvPr id="22800" name="Arc 22799">
                          <a:extLst>
                            <a:ext uri="{FF2B5EF4-FFF2-40B4-BE49-F238E27FC236}">
                              <a16:creationId xmlns:a16="http://schemas.microsoft.com/office/drawing/2014/main" id="{6244E78F-A555-D375-BFC6-FAF6052BB06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801" name="Arc 22800">
                          <a:extLst>
                            <a:ext uri="{FF2B5EF4-FFF2-40B4-BE49-F238E27FC236}">
                              <a16:creationId xmlns:a16="http://schemas.microsoft.com/office/drawing/2014/main" id="{F4DA2F61-A5CC-6012-1472-AB570EEBC6D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796" name="Group 22795">
                        <a:extLst>
                          <a:ext uri="{FF2B5EF4-FFF2-40B4-BE49-F238E27FC236}">
                            <a16:creationId xmlns:a16="http://schemas.microsoft.com/office/drawing/2014/main" id="{41F6BA14-FB3F-983B-A01B-1FC8DB7A2BAB}"/>
                          </a:ext>
                        </a:extLst>
                      </p:cNvPr>
                      <p:cNvGrpSpPr/>
                      <p:nvPr/>
                    </p:nvGrpSpPr>
                    <p:grpSpPr>
                      <a:xfrm rot="7200000">
                        <a:off x="5310186" y="3402011"/>
                        <a:ext cx="303213" cy="303213"/>
                        <a:chOff x="5354637" y="3446463"/>
                        <a:chExt cx="214313" cy="214313"/>
                      </a:xfrm>
                    </p:grpSpPr>
                    <p:sp>
                      <p:nvSpPr>
                        <p:cNvPr id="22798" name="Arc 22797">
                          <a:extLst>
                            <a:ext uri="{FF2B5EF4-FFF2-40B4-BE49-F238E27FC236}">
                              <a16:creationId xmlns:a16="http://schemas.microsoft.com/office/drawing/2014/main" id="{11BC475B-BAA7-3D38-61A9-CC60CAEB141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799" name="Arc 22798">
                          <a:extLst>
                            <a:ext uri="{FF2B5EF4-FFF2-40B4-BE49-F238E27FC236}">
                              <a16:creationId xmlns:a16="http://schemas.microsoft.com/office/drawing/2014/main" id="{84D1AA56-064E-6453-C2B4-0D83E3F5FB4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797" name="TextBox 22796">
                        <a:extLst>
                          <a:ext uri="{FF2B5EF4-FFF2-40B4-BE49-F238E27FC236}">
                            <a16:creationId xmlns:a16="http://schemas.microsoft.com/office/drawing/2014/main" id="{785FD762-5115-9554-B2FD-11317DA358F0}"/>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759" name="Group 22758">
                    <a:extLst>
                      <a:ext uri="{FF2B5EF4-FFF2-40B4-BE49-F238E27FC236}">
                        <a16:creationId xmlns:a16="http://schemas.microsoft.com/office/drawing/2014/main" id="{C9EB73B1-D02E-34A4-AC99-BB2E69FA7038}"/>
                      </a:ext>
                    </a:extLst>
                  </p:cNvPr>
                  <p:cNvGrpSpPr/>
                  <p:nvPr/>
                </p:nvGrpSpPr>
                <p:grpSpPr>
                  <a:xfrm>
                    <a:off x="5886431" y="3525040"/>
                    <a:ext cx="393192" cy="393192"/>
                    <a:chOff x="5265196" y="3932619"/>
                    <a:chExt cx="393192" cy="393192"/>
                  </a:xfrm>
                </p:grpSpPr>
                <p:grpSp>
                  <p:nvGrpSpPr>
                    <p:cNvPr id="22783" name="Group 22782">
                      <a:extLst>
                        <a:ext uri="{FF2B5EF4-FFF2-40B4-BE49-F238E27FC236}">
                          <a16:creationId xmlns:a16="http://schemas.microsoft.com/office/drawing/2014/main" id="{AFBE4EF0-1744-A3D0-57CA-1E044AE6EBD8}"/>
                        </a:ext>
                      </a:extLst>
                    </p:cNvPr>
                    <p:cNvGrpSpPr/>
                    <p:nvPr/>
                  </p:nvGrpSpPr>
                  <p:grpSpPr>
                    <a:xfrm>
                      <a:off x="5354636" y="4022061"/>
                      <a:ext cx="214313" cy="214313"/>
                      <a:chOff x="5354637" y="3446463"/>
                      <a:chExt cx="214313" cy="214313"/>
                    </a:xfrm>
                  </p:grpSpPr>
                  <p:sp>
                    <p:nvSpPr>
                      <p:cNvPr id="22791" name="Arc 22790">
                        <a:extLst>
                          <a:ext uri="{FF2B5EF4-FFF2-40B4-BE49-F238E27FC236}">
                            <a16:creationId xmlns:a16="http://schemas.microsoft.com/office/drawing/2014/main" id="{86080610-B441-1390-3FDF-E1B52A4EF66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792" name="Arc 22791">
                        <a:extLst>
                          <a:ext uri="{FF2B5EF4-FFF2-40B4-BE49-F238E27FC236}">
                            <a16:creationId xmlns:a16="http://schemas.microsoft.com/office/drawing/2014/main" id="{D708BECC-460B-064B-B56A-24DFF19DF70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784" name="Group 22783">
                      <a:extLst>
                        <a:ext uri="{FF2B5EF4-FFF2-40B4-BE49-F238E27FC236}">
                          <a16:creationId xmlns:a16="http://schemas.microsoft.com/office/drawing/2014/main" id="{42099AE9-7A9E-F7DF-54D0-FC3A3822ADDE}"/>
                        </a:ext>
                      </a:extLst>
                    </p:cNvPr>
                    <p:cNvGrpSpPr/>
                    <p:nvPr/>
                  </p:nvGrpSpPr>
                  <p:grpSpPr>
                    <a:xfrm rot="14400000">
                      <a:off x="5310186" y="3977611"/>
                      <a:ext cx="303213" cy="303213"/>
                      <a:chOff x="5354637" y="3446463"/>
                      <a:chExt cx="214313" cy="214313"/>
                    </a:xfrm>
                  </p:grpSpPr>
                  <p:sp>
                    <p:nvSpPr>
                      <p:cNvPr id="22789" name="Arc 22788">
                        <a:extLst>
                          <a:ext uri="{FF2B5EF4-FFF2-40B4-BE49-F238E27FC236}">
                            <a16:creationId xmlns:a16="http://schemas.microsoft.com/office/drawing/2014/main" id="{A9313791-31F8-1E35-3029-A196E17D332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790" name="Arc 22789">
                        <a:extLst>
                          <a:ext uri="{FF2B5EF4-FFF2-40B4-BE49-F238E27FC236}">
                            <a16:creationId xmlns:a16="http://schemas.microsoft.com/office/drawing/2014/main" id="{0E28C6E1-5AF0-77AD-70F4-D56D77282C1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785" name="Group 22784">
                      <a:extLst>
                        <a:ext uri="{FF2B5EF4-FFF2-40B4-BE49-F238E27FC236}">
                          <a16:creationId xmlns:a16="http://schemas.microsoft.com/office/drawing/2014/main" id="{013031B1-8EE2-52AD-1BEA-77A1AA7DFE9A}"/>
                        </a:ext>
                      </a:extLst>
                    </p:cNvPr>
                    <p:cNvGrpSpPr/>
                    <p:nvPr/>
                  </p:nvGrpSpPr>
                  <p:grpSpPr>
                    <a:xfrm rot="7200000">
                      <a:off x="5265196" y="3932619"/>
                      <a:ext cx="393192" cy="393192"/>
                      <a:chOff x="5354637" y="3446463"/>
                      <a:chExt cx="214313" cy="214313"/>
                    </a:xfrm>
                  </p:grpSpPr>
                  <p:sp>
                    <p:nvSpPr>
                      <p:cNvPr id="22787" name="Arc 22786">
                        <a:extLst>
                          <a:ext uri="{FF2B5EF4-FFF2-40B4-BE49-F238E27FC236}">
                            <a16:creationId xmlns:a16="http://schemas.microsoft.com/office/drawing/2014/main" id="{25D0138F-A1B2-8B56-0DEE-D3686653279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788" name="Arc 22787">
                        <a:extLst>
                          <a:ext uri="{FF2B5EF4-FFF2-40B4-BE49-F238E27FC236}">
                            <a16:creationId xmlns:a16="http://schemas.microsoft.com/office/drawing/2014/main" id="{2F5279A7-CA12-59E2-3F0B-7B55AEA5C0A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786" name="TextBox 22785">
                      <a:extLst>
                        <a:ext uri="{FF2B5EF4-FFF2-40B4-BE49-F238E27FC236}">
                          <a16:creationId xmlns:a16="http://schemas.microsoft.com/office/drawing/2014/main" id="{5CC037B5-D495-A8E9-CD01-C36FD2584E99}"/>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2760" name="Group 22759">
                    <a:extLst>
                      <a:ext uri="{FF2B5EF4-FFF2-40B4-BE49-F238E27FC236}">
                        <a16:creationId xmlns:a16="http://schemas.microsoft.com/office/drawing/2014/main" id="{8765CD4E-5BEF-6F34-A683-A58C040F1D8F}"/>
                      </a:ext>
                    </a:extLst>
                  </p:cNvPr>
                  <p:cNvGrpSpPr/>
                  <p:nvPr/>
                </p:nvGrpSpPr>
                <p:grpSpPr>
                  <a:xfrm>
                    <a:off x="6512463" y="3525040"/>
                    <a:ext cx="393192" cy="393192"/>
                    <a:chOff x="6389147" y="3357021"/>
                    <a:chExt cx="393192" cy="393192"/>
                  </a:xfrm>
                </p:grpSpPr>
                <p:grpSp>
                  <p:nvGrpSpPr>
                    <p:cNvPr id="22772" name="Group 22771">
                      <a:extLst>
                        <a:ext uri="{FF2B5EF4-FFF2-40B4-BE49-F238E27FC236}">
                          <a16:creationId xmlns:a16="http://schemas.microsoft.com/office/drawing/2014/main" id="{86961582-319D-0688-8B20-C4EA4DDFBBA9}"/>
                        </a:ext>
                      </a:extLst>
                    </p:cNvPr>
                    <p:cNvGrpSpPr/>
                    <p:nvPr/>
                  </p:nvGrpSpPr>
                  <p:grpSpPr>
                    <a:xfrm rot="7200000" flipH="1">
                      <a:off x="6389147" y="3357021"/>
                      <a:ext cx="393192" cy="393192"/>
                      <a:chOff x="5354637" y="3446463"/>
                      <a:chExt cx="214313" cy="214313"/>
                    </a:xfrm>
                  </p:grpSpPr>
                  <p:sp>
                    <p:nvSpPr>
                      <p:cNvPr id="22781" name="Arc 22780">
                        <a:extLst>
                          <a:ext uri="{FF2B5EF4-FFF2-40B4-BE49-F238E27FC236}">
                            <a16:creationId xmlns:a16="http://schemas.microsoft.com/office/drawing/2014/main" id="{CC2E235E-6483-BFF0-5D1B-CDAE75770D9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782" name="Arc 22781">
                        <a:extLst>
                          <a:ext uri="{FF2B5EF4-FFF2-40B4-BE49-F238E27FC236}">
                            <a16:creationId xmlns:a16="http://schemas.microsoft.com/office/drawing/2014/main" id="{9B174B80-F517-9459-3641-0E62766552E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773" name="Group 22772">
                      <a:extLst>
                        <a:ext uri="{FF2B5EF4-FFF2-40B4-BE49-F238E27FC236}">
                          <a16:creationId xmlns:a16="http://schemas.microsoft.com/office/drawing/2014/main" id="{E68A161A-9927-A144-CF7B-118300E3480A}"/>
                        </a:ext>
                      </a:extLst>
                    </p:cNvPr>
                    <p:cNvGrpSpPr/>
                    <p:nvPr/>
                  </p:nvGrpSpPr>
                  <p:grpSpPr>
                    <a:xfrm>
                      <a:off x="6434137" y="3402011"/>
                      <a:ext cx="303213" cy="303213"/>
                      <a:chOff x="6434137" y="3402011"/>
                      <a:chExt cx="303213" cy="303213"/>
                    </a:xfrm>
                  </p:grpSpPr>
                  <p:grpSp>
                    <p:nvGrpSpPr>
                      <p:cNvPr id="22774" name="Group 22773">
                        <a:extLst>
                          <a:ext uri="{FF2B5EF4-FFF2-40B4-BE49-F238E27FC236}">
                            <a16:creationId xmlns:a16="http://schemas.microsoft.com/office/drawing/2014/main" id="{0AD199F3-300A-7592-3631-5C25339C5D2E}"/>
                          </a:ext>
                        </a:extLst>
                      </p:cNvPr>
                      <p:cNvGrpSpPr/>
                      <p:nvPr/>
                    </p:nvGrpSpPr>
                    <p:grpSpPr>
                      <a:xfrm flipH="1">
                        <a:off x="6478587" y="3446461"/>
                        <a:ext cx="214313" cy="214313"/>
                        <a:chOff x="5354637" y="3446463"/>
                        <a:chExt cx="214313" cy="214313"/>
                      </a:xfrm>
                    </p:grpSpPr>
                    <p:sp>
                      <p:nvSpPr>
                        <p:cNvPr id="22779" name="Arc 22778">
                          <a:extLst>
                            <a:ext uri="{FF2B5EF4-FFF2-40B4-BE49-F238E27FC236}">
                              <a16:creationId xmlns:a16="http://schemas.microsoft.com/office/drawing/2014/main" id="{9A035455-3892-62DF-3227-88841FA79FF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780" name="Arc 22779">
                          <a:extLst>
                            <a:ext uri="{FF2B5EF4-FFF2-40B4-BE49-F238E27FC236}">
                              <a16:creationId xmlns:a16="http://schemas.microsoft.com/office/drawing/2014/main" id="{08D7AA83-8C72-BF16-F0E1-31EFBB6DBF5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775" name="Group 22774">
                        <a:extLst>
                          <a:ext uri="{FF2B5EF4-FFF2-40B4-BE49-F238E27FC236}">
                            <a16:creationId xmlns:a16="http://schemas.microsoft.com/office/drawing/2014/main" id="{4861E335-EFD7-820C-D462-95E47DDF2D4B}"/>
                          </a:ext>
                        </a:extLst>
                      </p:cNvPr>
                      <p:cNvGrpSpPr/>
                      <p:nvPr/>
                    </p:nvGrpSpPr>
                    <p:grpSpPr>
                      <a:xfrm rot="14400000" flipH="1">
                        <a:off x="6434137" y="3402011"/>
                        <a:ext cx="303213" cy="303213"/>
                        <a:chOff x="5354637" y="3446463"/>
                        <a:chExt cx="214313" cy="214313"/>
                      </a:xfrm>
                    </p:grpSpPr>
                    <p:sp>
                      <p:nvSpPr>
                        <p:cNvPr id="22777" name="Arc 22776">
                          <a:extLst>
                            <a:ext uri="{FF2B5EF4-FFF2-40B4-BE49-F238E27FC236}">
                              <a16:creationId xmlns:a16="http://schemas.microsoft.com/office/drawing/2014/main" id="{2F6B3B96-134F-52BD-D50C-170E6E15E7F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778" name="Arc 22777">
                          <a:extLst>
                            <a:ext uri="{FF2B5EF4-FFF2-40B4-BE49-F238E27FC236}">
                              <a16:creationId xmlns:a16="http://schemas.microsoft.com/office/drawing/2014/main" id="{51495157-A0BF-C6DB-4183-8084D41B755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776" name="TextBox 22775">
                        <a:extLst>
                          <a:ext uri="{FF2B5EF4-FFF2-40B4-BE49-F238E27FC236}">
                            <a16:creationId xmlns:a16="http://schemas.microsoft.com/office/drawing/2014/main" id="{805CCFDE-151B-B462-E320-3A838B3D529A}"/>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761" name="Group 22760">
                    <a:extLst>
                      <a:ext uri="{FF2B5EF4-FFF2-40B4-BE49-F238E27FC236}">
                        <a16:creationId xmlns:a16="http://schemas.microsoft.com/office/drawing/2014/main" id="{BCEEF6DB-6330-BCCA-E5FC-E106E8F5F6CD}"/>
                      </a:ext>
                    </a:extLst>
                  </p:cNvPr>
                  <p:cNvGrpSpPr/>
                  <p:nvPr/>
                </p:nvGrpSpPr>
                <p:grpSpPr>
                  <a:xfrm>
                    <a:off x="6197413" y="3225768"/>
                    <a:ext cx="393192" cy="393192"/>
                    <a:chOff x="6389147" y="3932622"/>
                    <a:chExt cx="393192" cy="393192"/>
                  </a:xfrm>
                </p:grpSpPr>
                <p:grpSp>
                  <p:nvGrpSpPr>
                    <p:cNvPr id="22762" name="Group 22761">
                      <a:extLst>
                        <a:ext uri="{FF2B5EF4-FFF2-40B4-BE49-F238E27FC236}">
                          <a16:creationId xmlns:a16="http://schemas.microsoft.com/office/drawing/2014/main" id="{879BBE83-16D2-18ED-AAAE-BFE6C5B08202}"/>
                        </a:ext>
                      </a:extLst>
                    </p:cNvPr>
                    <p:cNvGrpSpPr/>
                    <p:nvPr/>
                  </p:nvGrpSpPr>
                  <p:grpSpPr>
                    <a:xfrm flipH="1">
                      <a:off x="6478587" y="4022061"/>
                      <a:ext cx="214313" cy="214313"/>
                      <a:chOff x="5354637" y="3446463"/>
                      <a:chExt cx="214313" cy="214313"/>
                    </a:xfrm>
                  </p:grpSpPr>
                  <p:sp>
                    <p:nvSpPr>
                      <p:cNvPr id="22770" name="Arc 22769">
                        <a:extLst>
                          <a:ext uri="{FF2B5EF4-FFF2-40B4-BE49-F238E27FC236}">
                            <a16:creationId xmlns:a16="http://schemas.microsoft.com/office/drawing/2014/main" id="{1526458C-3943-5D45-1BB7-E19F46AF923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771" name="Arc 22770">
                        <a:extLst>
                          <a:ext uri="{FF2B5EF4-FFF2-40B4-BE49-F238E27FC236}">
                            <a16:creationId xmlns:a16="http://schemas.microsoft.com/office/drawing/2014/main" id="{C636501C-CBF5-2C2A-7696-6ABE7F245C5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763" name="Group 22762">
                      <a:extLst>
                        <a:ext uri="{FF2B5EF4-FFF2-40B4-BE49-F238E27FC236}">
                          <a16:creationId xmlns:a16="http://schemas.microsoft.com/office/drawing/2014/main" id="{D6C8C446-F7E0-682B-C705-1080B5C0F978}"/>
                        </a:ext>
                      </a:extLst>
                    </p:cNvPr>
                    <p:cNvGrpSpPr/>
                    <p:nvPr/>
                  </p:nvGrpSpPr>
                  <p:grpSpPr>
                    <a:xfrm rot="7200000" flipH="1">
                      <a:off x="6434137" y="3977611"/>
                      <a:ext cx="303213" cy="303213"/>
                      <a:chOff x="5354637" y="3446463"/>
                      <a:chExt cx="214313" cy="214313"/>
                    </a:xfrm>
                  </p:grpSpPr>
                  <p:sp>
                    <p:nvSpPr>
                      <p:cNvPr id="22768" name="Arc 22767">
                        <a:extLst>
                          <a:ext uri="{FF2B5EF4-FFF2-40B4-BE49-F238E27FC236}">
                            <a16:creationId xmlns:a16="http://schemas.microsoft.com/office/drawing/2014/main" id="{E3D1E918-5579-0BED-3FDA-665AD0237EE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769" name="Arc 22768">
                        <a:extLst>
                          <a:ext uri="{FF2B5EF4-FFF2-40B4-BE49-F238E27FC236}">
                            <a16:creationId xmlns:a16="http://schemas.microsoft.com/office/drawing/2014/main" id="{947B96DB-E803-87B6-8904-BC0B5AE893E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764" name="Group 22763">
                      <a:extLst>
                        <a:ext uri="{FF2B5EF4-FFF2-40B4-BE49-F238E27FC236}">
                          <a16:creationId xmlns:a16="http://schemas.microsoft.com/office/drawing/2014/main" id="{0B3A1887-4CFB-685E-3E02-F8F03D28AD99}"/>
                        </a:ext>
                      </a:extLst>
                    </p:cNvPr>
                    <p:cNvGrpSpPr/>
                    <p:nvPr/>
                  </p:nvGrpSpPr>
                  <p:grpSpPr>
                    <a:xfrm rot="14400000" flipH="1">
                      <a:off x="6389147" y="3932622"/>
                      <a:ext cx="393192" cy="393192"/>
                      <a:chOff x="5354637" y="3446463"/>
                      <a:chExt cx="214313" cy="214313"/>
                    </a:xfrm>
                  </p:grpSpPr>
                  <p:sp>
                    <p:nvSpPr>
                      <p:cNvPr id="22766" name="Arc 22765">
                        <a:extLst>
                          <a:ext uri="{FF2B5EF4-FFF2-40B4-BE49-F238E27FC236}">
                            <a16:creationId xmlns:a16="http://schemas.microsoft.com/office/drawing/2014/main" id="{B5CD95F8-A4B5-B7A5-46EA-07EC303E9D6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767" name="Arc 22766">
                        <a:extLst>
                          <a:ext uri="{FF2B5EF4-FFF2-40B4-BE49-F238E27FC236}">
                            <a16:creationId xmlns:a16="http://schemas.microsoft.com/office/drawing/2014/main" id="{AAE94283-1EB0-6C24-ABD5-FA29EFDA27B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765" name="TextBox 22764">
                      <a:extLst>
                        <a:ext uri="{FF2B5EF4-FFF2-40B4-BE49-F238E27FC236}">
                          <a16:creationId xmlns:a16="http://schemas.microsoft.com/office/drawing/2014/main" id="{6F742C8E-6536-E998-7247-1C96DC33D8A9}"/>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21417" name="Group 21416">
              <a:extLst>
                <a:ext uri="{FF2B5EF4-FFF2-40B4-BE49-F238E27FC236}">
                  <a16:creationId xmlns:a16="http://schemas.microsoft.com/office/drawing/2014/main" id="{A3F09948-B6D0-6B95-A7BE-E7CEDA6045F4}"/>
                </a:ext>
              </a:extLst>
            </p:cNvPr>
            <p:cNvGrpSpPr/>
            <p:nvPr/>
          </p:nvGrpSpPr>
          <p:grpSpPr>
            <a:xfrm>
              <a:off x="-599392" y="-493844"/>
              <a:ext cx="2263438" cy="2198360"/>
              <a:chOff x="5445106" y="2039507"/>
              <a:chExt cx="2263438" cy="2198360"/>
            </a:xfrm>
          </p:grpSpPr>
          <p:grpSp>
            <p:nvGrpSpPr>
              <p:cNvPr id="22564" name="Group 22563">
                <a:extLst>
                  <a:ext uri="{FF2B5EF4-FFF2-40B4-BE49-F238E27FC236}">
                    <a16:creationId xmlns:a16="http://schemas.microsoft.com/office/drawing/2014/main" id="{167B43E4-23AF-073A-E5B4-9718FBBBCE3A}"/>
                  </a:ext>
                </a:extLst>
              </p:cNvPr>
              <p:cNvGrpSpPr/>
              <p:nvPr/>
            </p:nvGrpSpPr>
            <p:grpSpPr>
              <a:xfrm>
                <a:off x="5445106" y="2644743"/>
                <a:ext cx="1643204" cy="1593124"/>
                <a:chOff x="5445106" y="2644743"/>
                <a:chExt cx="1643204" cy="1593124"/>
              </a:xfrm>
            </p:grpSpPr>
            <p:grpSp>
              <p:nvGrpSpPr>
                <p:cNvPr id="22660" name="Group 22659">
                  <a:extLst>
                    <a:ext uri="{FF2B5EF4-FFF2-40B4-BE49-F238E27FC236}">
                      <a16:creationId xmlns:a16="http://schemas.microsoft.com/office/drawing/2014/main" id="{2395D9FF-93A3-ADE2-271E-4306763466CB}"/>
                    </a:ext>
                  </a:extLst>
                </p:cNvPr>
                <p:cNvGrpSpPr/>
                <p:nvPr/>
              </p:nvGrpSpPr>
              <p:grpSpPr>
                <a:xfrm>
                  <a:off x="5445106" y="2644743"/>
                  <a:ext cx="1019224" cy="991639"/>
                  <a:chOff x="5886431" y="3225768"/>
                  <a:chExt cx="1019224" cy="991639"/>
                </a:xfrm>
              </p:grpSpPr>
              <p:grpSp>
                <p:nvGrpSpPr>
                  <p:cNvPr id="22708" name="Group 22707">
                    <a:extLst>
                      <a:ext uri="{FF2B5EF4-FFF2-40B4-BE49-F238E27FC236}">
                        <a16:creationId xmlns:a16="http://schemas.microsoft.com/office/drawing/2014/main" id="{B211DEFE-8E45-07E6-7605-1B4A7C38025E}"/>
                      </a:ext>
                    </a:extLst>
                  </p:cNvPr>
                  <p:cNvGrpSpPr/>
                  <p:nvPr/>
                </p:nvGrpSpPr>
                <p:grpSpPr>
                  <a:xfrm>
                    <a:off x="6197413" y="3824215"/>
                    <a:ext cx="393192" cy="393192"/>
                    <a:chOff x="5265196" y="3357021"/>
                    <a:chExt cx="393192" cy="393192"/>
                  </a:xfrm>
                </p:grpSpPr>
                <p:grpSp>
                  <p:nvGrpSpPr>
                    <p:cNvPr id="22743" name="Group 22742">
                      <a:extLst>
                        <a:ext uri="{FF2B5EF4-FFF2-40B4-BE49-F238E27FC236}">
                          <a16:creationId xmlns:a16="http://schemas.microsoft.com/office/drawing/2014/main" id="{518FC2EC-4295-33AB-4D09-68521DF6C159}"/>
                        </a:ext>
                      </a:extLst>
                    </p:cNvPr>
                    <p:cNvGrpSpPr/>
                    <p:nvPr/>
                  </p:nvGrpSpPr>
                  <p:grpSpPr>
                    <a:xfrm rot="14400000">
                      <a:off x="5265196" y="3357021"/>
                      <a:ext cx="393192" cy="393192"/>
                      <a:chOff x="5354637" y="3446463"/>
                      <a:chExt cx="214313" cy="214313"/>
                    </a:xfrm>
                  </p:grpSpPr>
                  <p:sp>
                    <p:nvSpPr>
                      <p:cNvPr id="22752" name="Arc 22751">
                        <a:extLst>
                          <a:ext uri="{FF2B5EF4-FFF2-40B4-BE49-F238E27FC236}">
                            <a16:creationId xmlns:a16="http://schemas.microsoft.com/office/drawing/2014/main" id="{7611F3A7-A2A5-B6F3-09F7-127815C6428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753" name="Arc 22752">
                        <a:extLst>
                          <a:ext uri="{FF2B5EF4-FFF2-40B4-BE49-F238E27FC236}">
                            <a16:creationId xmlns:a16="http://schemas.microsoft.com/office/drawing/2014/main" id="{11FBFE53-D709-7EDB-DE8E-D3139971500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744" name="Group 22743">
                      <a:extLst>
                        <a:ext uri="{FF2B5EF4-FFF2-40B4-BE49-F238E27FC236}">
                          <a16:creationId xmlns:a16="http://schemas.microsoft.com/office/drawing/2014/main" id="{70E8237E-0456-61AC-0190-440DD7F677F6}"/>
                        </a:ext>
                      </a:extLst>
                    </p:cNvPr>
                    <p:cNvGrpSpPr/>
                    <p:nvPr/>
                  </p:nvGrpSpPr>
                  <p:grpSpPr>
                    <a:xfrm>
                      <a:off x="5310186" y="3402011"/>
                      <a:ext cx="303213" cy="303213"/>
                      <a:chOff x="5310186" y="3402011"/>
                      <a:chExt cx="303213" cy="303213"/>
                    </a:xfrm>
                  </p:grpSpPr>
                  <p:grpSp>
                    <p:nvGrpSpPr>
                      <p:cNvPr id="22745" name="Group 22744">
                        <a:extLst>
                          <a:ext uri="{FF2B5EF4-FFF2-40B4-BE49-F238E27FC236}">
                            <a16:creationId xmlns:a16="http://schemas.microsoft.com/office/drawing/2014/main" id="{BBE209F6-1C29-26A8-19A8-BE67900A2EA5}"/>
                          </a:ext>
                        </a:extLst>
                      </p:cNvPr>
                      <p:cNvGrpSpPr/>
                      <p:nvPr/>
                    </p:nvGrpSpPr>
                    <p:grpSpPr>
                      <a:xfrm>
                        <a:off x="5354636" y="3446461"/>
                        <a:ext cx="214313" cy="214313"/>
                        <a:chOff x="5354637" y="3446463"/>
                        <a:chExt cx="214313" cy="214313"/>
                      </a:xfrm>
                    </p:grpSpPr>
                    <p:sp>
                      <p:nvSpPr>
                        <p:cNvPr id="22750" name="Arc 22749">
                          <a:extLst>
                            <a:ext uri="{FF2B5EF4-FFF2-40B4-BE49-F238E27FC236}">
                              <a16:creationId xmlns:a16="http://schemas.microsoft.com/office/drawing/2014/main" id="{32796EA9-1D02-5349-285A-80E82272983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751" name="Arc 22750">
                          <a:extLst>
                            <a:ext uri="{FF2B5EF4-FFF2-40B4-BE49-F238E27FC236}">
                              <a16:creationId xmlns:a16="http://schemas.microsoft.com/office/drawing/2014/main" id="{4A08CDBA-D39D-C97D-975F-56C1982314C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746" name="Group 22745">
                        <a:extLst>
                          <a:ext uri="{FF2B5EF4-FFF2-40B4-BE49-F238E27FC236}">
                            <a16:creationId xmlns:a16="http://schemas.microsoft.com/office/drawing/2014/main" id="{8FFB52D0-EA85-9305-981D-4D4A591A24B7}"/>
                          </a:ext>
                        </a:extLst>
                      </p:cNvPr>
                      <p:cNvGrpSpPr/>
                      <p:nvPr/>
                    </p:nvGrpSpPr>
                    <p:grpSpPr>
                      <a:xfrm rot="7200000">
                        <a:off x="5310186" y="3402011"/>
                        <a:ext cx="303213" cy="303213"/>
                        <a:chOff x="5354637" y="3446463"/>
                        <a:chExt cx="214313" cy="214313"/>
                      </a:xfrm>
                    </p:grpSpPr>
                    <p:sp>
                      <p:nvSpPr>
                        <p:cNvPr id="22748" name="Arc 22747">
                          <a:extLst>
                            <a:ext uri="{FF2B5EF4-FFF2-40B4-BE49-F238E27FC236}">
                              <a16:creationId xmlns:a16="http://schemas.microsoft.com/office/drawing/2014/main" id="{825F09C3-A37F-3741-0092-F5639E1B3EF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749" name="Arc 22748">
                          <a:extLst>
                            <a:ext uri="{FF2B5EF4-FFF2-40B4-BE49-F238E27FC236}">
                              <a16:creationId xmlns:a16="http://schemas.microsoft.com/office/drawing/2014/main" id="{3DEC7857-782A-DE60-9898-2CDD183D4A4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747" name="TextBox 22746">
                        <a:extLst>
                          <a:ext uri="{FF2B5EF4-FFF2-40B4-BE49-F238E27FC236}">
                            <a16:creationId xmlns:a16="http://schemas.microsoft.com/office/drawing/2014/main" id="{E244E33D-BC3D-D9F6-045B-4D8942354D38}"/>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709" name="Group 22708">
                    <a:extLst>
                      <a:ext uri="{FF2B5EF4-FFF2-40B4-BE49-F238E27FC236}">
                        <a16:creationId xmlns:a16="http://schemas.microsoft.com/office/drawing/2014/main" id="{6C20473B-A859-1253-88FE-A5B61799A862}"/>
                      </a:ext>
                    </a:extLst>
                  </p:cNvPr>
                  <p:cNvGrpSpPr/>
                  <p:nvPr/>
                </p:nvGrpSpPr>
                <p:grpSpPr>
                  <a:xfrm>
                    <a:off x="5886431" y="3525040"/>
                    <a:ext cx="393192" cy="393192"/>
                    <a:chOff x="5265196" y="3932619"/>
                    <a:chExt cx="393192" cy="393192"/>
                  </a:xfrm>
                </p:grpSpPr>
                <p:grpSp>
                  <p:nvGrpSpPr>
                    <p:cNvPr id="22733" name="Group 22732">
                      <a:extLst>
                        <a:ext uri="{FF2B5EF4-FFF2-40B4-BE49-F238E27FC236}">
                          <a16:creationId xmlns:a16="http://schemas.microsoft.com/office/drawing/2014/main" id="{B1FA02E7-1CC4-8907-6269-02175397DAF1}"/>
                        </a:ext>
                      </a:extLst>
                    </p:cNvPr>
                    <p:cNvGrpSpPr/>
                    <p:nvPr/>
                  </p:nvGrpSpPr>
                  <p:grpSpPr>
                    <a:xfrm>
                      <a:off x="5354636" y="4022061"/>
                      <a:ext cx="214313" cy="214313"/>
                      <a:chOff x="5354637" y="3446463"/>
                      <a:chExt cx="214313" cy="214313"/>
                    </a:xfrm>
                  </p:grpSpPr>
                  <p:sp>
                    <p:nvSpPr>
                      <p:cNvPr id="22741" name="Arc 22740">
                        <a:extLst>
                          <a:ext uri="{FF2B5EF4-FFF2-40B4-BE49-F238E27FC236}">
                            <a16:creationId xmlns:a16="http://schemas.microsoft.com/office/drawing/2014/main" id="{3CDF84A2-1A42-772A-5F99-9DA51089A1B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742" name="Arc 22741">
                        <a:extLst>
                          <a:ext uri="{FF2B5EF4-FFF2-40B4-BE49-F238E27FC236}">
                            <a16:creationId xmlns:a16="http://schemas.microsoft.com/office/drawing/2014/main" id="{40D931EE-F6F0-1D6B-0451-7764B664167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734" name="Group 22733">
                      <a:extLst>
                        <a:ext uri="{FF2B5EF4-FFF2-40B4-BE49-F238E27FC236}">
                          <a16:creationId xmlns:a16="http://schemas.microsoft.com/office/drawing/2014/main" id="{9D55FC64-9FA1-21F6-B2C1-E40393EEC982}"/>
                        </a:ext>
                      </a:extLst>
                    </p:cNvPr>
                    <p:cNvGrpSpPr/>
                    <p:nvPr/>
                  </p:nvGrpSpPr>
                  <p:grpSpPr>
                    <a:xfrm rot="14400000">
                      <a:off x="5310186" y="3977611"/>
                      <a:ext cx="303213" cy="303213"/>
                      <a:chOff x="5354637" y="3446463"/>
                      <a:chExt cx="214313" cy="214313"/>
                    </a:xfrm>
                  </p:grpSpPr>
                  <p:sp>
                    <p:nvSpPr>
                      <p:cNvPr id="22739" name="Arc 22738">
                        <a:extLst>
                          <a:ext uri="{FF2B5EF4-FFF2-40B4-BE49-F238E27FC236}">
                            <a16:creationId xmlns:a16="http://schemas.microsoft.com/office/drawing/2014/main" id="{BCA131D4-CE35-E4C2-5BEC-20D251A79E7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740" name="Arc 22739">
                        <a:extLst>
                          <a:ext uri="{FF2B5EF4-FFF2-40B4-BE49-F238E27FC236}">
                            <a16:creationId xmlns:a16="http://schemas.microsoft.com/office/drawing/2014/main" id="{4AF50D43-BDE8-4E40-853E-98345953582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735" name="Group 22734">
                      <a:extLst>
                        <a:ext uri="{FF2B5EF4-FFF2-40B4-BE49-F238E27FC236}">
                          <a16:creationId xmlns:a16="http://schemas.microsoft.com/office/drawing/2014/main" id="{FBD52376-F8C4-9508-CE2D-575FF280E945}"/>
                        </a:ext>
                      </a:extLst>
                    </p:cNvPr>
                    <p:cNvGrpSpPr/>
                    <p:nvPr/>
                  </p:nvGrpSpPr>
                  <p:grpSpPr>
                    <a:xfrm rot="7200000">
                      <a:off x="5265196" y="3932619"/>
                      <a:ext cx="393192" cy="393192"/>
                      <a:chOff x="5354637" y="3446463"/>
                      <a:chExt cx="214313" cy="214313"/>
                    </a:xfrm>
                  </p:grpSpPr>
                  <p:sp>
                    <p:nvSpPr>
                      <p:cNvPr id="22737" name="Arc 22736">
                        <a:extLst>
                          <a:ext uri="{FF2B5EF4-FFF2-40B4-BE49-F238E27FC236}">
                            <a16:creationId xmlns:a16="http://schemas.microsoft.com/office/drawing/2014/main" id="{46854159-D318-C3A7-28B9-30A62A7A660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738" name="Arc 22737">
                        <a:extLst>
                          <a:ext uri="{FF2B5EF4-FFF2-40B4-BE49-F238E27FC236}">
                            <a16:creationId xmlns:a16="http://schemas.microsoft.com/office/drawing/2014/main" id="{FFFEA1BB-598C-9557-89A3-EB35F449EB9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736" name="TextBox 22735">
                      <a:extLst>
                        <a:ext uri="{FF2B5EF4-FFF2-40B4-BE49-F238E27FC236}">
                          <a16:creationId xmlns:a16="http://schemas.microsoft.com/office/drawing/2014/main" id="{0C99C62E-48E7-336C-E475-764039B5BAE0}"/>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2710" name="Group 22709">
                    <a:extLst>
                      <a:ext uri="{FF2B5EF4-FFF2-40B4-BE49-F238E27FC236}">
                        <a16:creationId xmlns:a16="http://schemas.microsoft.com/office/drawing/2014/main" id="{CD3A9E5E-E81C-AE51-6906-57CEF08A8F94}"/>
                      </a:ext>
                    </a:extLst>
                  </p:cNvPr>
                  <p:cNvGrpSpPr/>
                  <p:nvPr/>
                </p:nvGrpSpPr>
                <p:grpSpPr>
                  <a:xfrm>
                    <a:off x="6512463" y="3525040"/>
                    <a:ext cx="393192" cy="393192"/>
                    <a:chOff x="6389147" y="3357021"/>
                    <a:chExt cx="393192" cy="393192"/>
                  </a:xfrm>
                </p:grpSpPr>
                <p:grpSp>
                  <p:nvGrpSpPr>
                    <p:cNvPr id="22722" name="Group 22721">
                      <a:extLst>
                        <a:ext uri="{FF2B5EF4-FFF2-40B4-BE49-F238E27FC236}">
                          <a16:creationId xmlns:a16="http://schemas.microsoft.com/office/drawing/2014/main" id="{38FC0E29-F741-CE78-B850-4A362B6996DE}"/>
                        </a:ext>
                      </a:extLst>
                    </p:cNvPr>
                    <p:cNvGrpSpPr/>
                    <p:nvPr/>
                  </p:nvGrpSpPr>
                  <p:grpSpPr>
                    <a:xfrm rot="7200000" flipH="1">
                      <a:off x="6389147" y="3357021"/>
                      <a:ext cx="393192" cy="393192"/>
                      <a:chOff x="5354637" y="3446463"/>
                      <a:chExt cx="214313" cy="214313"/>
                    </a:xfrm>
                  </p:grpSpPr>
                  <p:sp>
                    <p:nvSpPr>
                      <p:cNvPr id="22731" name="Arc 22730">
                        <a:extLst>
                          <a:ext uri="{FF2B5EF4-FFF2-40B4-BE49-F238E27FC236}">
                            <a16:creationId xmlns:a16="http://schemas.microsoft.com/office/drawing/2014/main" id="{2C306107-23C7-6DF4-4698-1AA388220B2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732" name="Arc 22731">
                        <a:extLst>
                          <a:ext uri="{FF2B5EF4-FFF2-40B4-BE49-F238E27FC236}">
                            <a16:creationId xmlns:a16="http://schemas.microsoft.com/office/drawing/2014/main" id="{EF71E48C-B31E-23A2-68B5-8AC1D67A126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723" name="Group 22722">
                      <a:extLst>
                        <a:ext uri="{FF2B5EF4-FFF2-40B4-BE49-F238E27FC236}">
                          <a16:creationId xmlns:a16="http://schemas.microsoft.com/office/drawing/2014/main" id="{0F85D35B-E2E7-B42F-EE0E-286ADF99E711}"/>
                        </a:ext>
                      </a:extLst>
                    </p:cNvPr>
                    <p:cNvGrpSpPr/>
                    <p:nvPr/>
                  </p:nvGrpSpPr>
                  <p:grpSpPr>
                    <a:xfrm>
                      <a:off x="6434137" y="3402011"/>
                      <a:ext cx="303213" cy="303213"/>
                      <a:chOff x="6434137" y="3402011"/>
                      <a:chExt cx="303213" cy="303213"/>
                    </a:xfrm>
                  </p:grpSpPr>
                  <p:grpSp>
                    <p:nvGrpSpPr>
                      <p:cNvPr id="22724" name="Group 22723">
                        <a:extLst>
                          <a:ext uri="{FF2B5EF4-FFF2-40B4-BE49-F238E27FC236}">
                            <a16:creationId xmlns:a16="http://schemas.microsoft.com/office/drawing/2014/main" id="{69F1BCAF-9A69-E62B-9E2F-D85A6C18122B}"/>
                          </a:ext>
                        </a:extLst>
                      </p:cNvPr>
                      <p:cNvGrpSpPr/>
                      <p:nvPr/>
                    </p:nvGrpSpPr>
                    <p:grpSpPr>
                      <a:xfrm flipH="1">
                        <a:off x="6478587" y="3446461"/>
                        <a:ext cx="214313" cy="214313"/>
                        <a:chOff x="5354637" y="3446463"/>
                        <a:chExt cx="214313" cy="214313"/>
                      </a:xfrm>
                    </p:grpSpPr>
                    <p:sp>
                      <p:nvSpPr>
                        <p:cNvPr id="22729" name="Arc 22728">
                          <a:extLst>
                            <a:ext uri="{FF2B5EF4-FFF2-40B4-BE49-F238E27FC236}">
                              <a16:creationId xmlns:a16="http://schemas.microsoft.com/office/drawing/2014/main" id="{C8021731-D878-062A-CD60-73A3DA9FE9C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730" name="Arc 22729">
                          <a:extLst>
                            <a:ext uri="{FF2B5EF4-FFF2-40B4-BE49-F238E27FC236}">
                              <a16:creationId xmlns:a16="http://schemas.microsoft.com/office/drawing/2014/main" id="{04B0B72F-CC1E-F094-6910-6C2550B6503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725" name="Group 22724">
                        <a:extLst>
                          <a:ext uri="{FF2B5EF4-FFF2-40B4-BE49-F238E27FC236}">
                            <a16:creationId xmlns:a16="http://schemas.microsoft.com/office/drawing/2014/main" id="{A531EF34-E24D-C887-25FE-35D02DE63CD1}"/>
                          </a:ext>
                        </a:extLst>
                      </p:cNvPr>
                      <p:cNvGrpSpPr/>
                      <p:nvPr/>
                    </p:nvGrpSpPr>
                    <p:grpSpPr>
                      <a:xfrm rot="14400000" flipH="1">
                        <a:off x="6434137" y="3402011"/>
                        <a:ext cx="303213" cy="303213"/>
                        <a:chOff x="5354637" y="3446463"/>
                        <a:chExt cx="214313" cy="214313"/>
                      </a:xfrm>
                    </p:grpSpPr>
                    <p:sp>
                      <p:nvSpPr>
                        <p:cNvPr id="22727" name="Arc 22726">
                          <a:extLst>
                            <a:ext uri="{FF2B5EF4-FFF2-40B4-BE49-F238E27FC236}">
                              <a16:creationId xmlns:a16="http://schemas.microsoft.com/office/drawing/2014/main" id="{BA68F022-DF16-B156-F065-8EFC8EF1B58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728" name="Arc 22727">
                          <a:extLst>
                            <a:ext uri="{FF2B5EF4-FFF2-40B4-BE49-F238E27FC236}">
                              <a16:creationId xmlns:a16="http://schemas.microsoft.com/office/drawing/2014/main" id="{42BCE4EF-D2A2-CA55-25D4-40D58EFB59E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726" name="TextBox 22725">
                        <a:extLst>
                          <a:ext uri="{FF2B5EF4-FFF2-40B4-BE49-F238E27FC236}">
                            <a16:creationId xmlns:a16="http://schemas.microsoft.com/office/drawing/2014/main" id="{2820E03E-572D-E607-FEE6-C8C1972E7A62}"/>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711" name="Group 22710">
                    <a:extLst>
                      <a:ext uri="{FF2B5EF4-FFF2-40B4-BE49-F238E27FC236}">
                        <a16:creationId xmlns:a16="http://schemas.microsoft.com/office/drawing/2014/main" id="{7034BBE2-A15B-E2C1-30DB-D8A31EA844AB}"/>
                      </a:ext>
                    </a:extLst>
                  </p:cNvPr>
                  <p:cNvGrpSpPr/>
                  <p:nvPr/>
                </p:nvGrpSpPr>
                <p:grpSpPr>
                  <a:xfrm>
                    <a:off x="6197413" y="3225768"/>
                    <a:ext cx="393192" cy="393192"/>
                    <a:chOff x="6389147" y="3932622"/>
                    <a:chExt cx="393192" cy="393192"/>
                  </a:xfrm>
                </p:grpSpPr>
                <p:grpSp>
                  <p:nvGrpSpPr>
                    <p:cNvPr id="22712" name="Group 22711">
                      <a:extLst>
                        <a:ext uri="{FF2B5EF4-FFF2-40B4-BE49-F238E27FC236}">
                          <a16:creationId xmlns:a16="http://schemas.microsoft.com/office/drawing/2014/main" id="{64A9F361-E4FE-8B00-6EA8-9769FA0F37D9}"/>
                        </a:ext>
                      </a:extLst>
                    </p:cNvPr>
                    <p:cNvGrpSpPr/>
                    <p:nvPr/>
                  </p:nvGrpSpPr>
                  <p:grpSpPr>
                    <a:xfrm flipH="1">
                      <a:off x="6478587" y="4022061"/>
                      <a:ext cx="214313" cy="214313"/>
                      <a:chOff x="5354637" y="3446463"/>
                      <a:chExt cx="214313" cy="214313"/>
                    </a:xfrm>
                  </p:grpSpPr>
                  <p:sp>
                    <p:nvSpPr>
                      <p:cNvPr id="22720" name="Arc 22719">
                        <a:extLst>
                          <a:ext uri="{FF2B5EF4-FFF2-40B4-BE49-F238E27FC236}">
                            <a16:creationId xmlns:a16="http://schemas.microsoft.com/office/drawing/2014/main" id="{EBB23095-7A90-9F2E-2C78-721790FCBAE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721" name="Arc 22720">
                        <a:extLst>
                          <a:ext uri="{FF2B5EF4-FFF2-40B4-BE49-F238E27FC236}">
                            <a16:creationId xmlns:a16="http://schemas.microsoft.com/office/drawing/2014/main" id="{1DFBD105-E4D9-9E04-12F1-04B5EE2BF1D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713" name="Group 22712">
                      <a:extLst>
                        <a:ext uri="{FF2B5EF4-FFF2-40B4-BE49-F238E27FC236}">
                          <a16:creationId xmlns:a16="http://schemas.microsoft.com/office/drawing/2014/main" id="{843E509F-2C32-27CB-37E4-782CD554E2CD}"/>
                        </a:ext>
                      </a:extLst>
                    </p:cNvPr>
                    <p:cNvGrpSpPr/>
                    <p:nvPr/>
                  </p:nvGrpSpPr>
                  <p:grpSpPr>
                    <a:xfrm rot="7200000" flipH="1">
                      <a:off x="6434137" y="3977611"/>
                      <a:ext cx="303213" cy="303213"/>
                      <a:chOff x="5354637" y="3446463"/>
                      <a:chExt cx="214313" cy="214313"/>
                    </a:xfrm>
                  </p:grpSpPr>
                  <p:sp>
                    <p:nvSpPr>
                      <p:cNvPr id="22718" name="Arc 22717">
                        <a:extLst>
                          <a:ext uri="{FF2B5EF4-FFF2-40B4-BE49-F238E27FC236}">
                            <a16:creationId xmlns:a16="http://schemas.microsoft.com/office/drawing/2014/main" id="{6C4A3020-8211-240C-3808-FA9082F95B6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719" name="Arc 22718">
                        <a:extLst>
                          <a:ext uri="{FF2B5EF4-FFF2-40B4-BE49-F238E27FC236}">
                            <a16:creationId xmlns:a16="http://schemas.microsoft.com/office/drawing/2014/main" id="{2B13776D-DC8F-1B79-2C54-E38B9390F17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714" name="Group 22713">
                      <a:extLst>
                        <a:ext uri="{FF2B5EF4-FFF2-40B4-BE49-F238E27FC236}">
                          <a16:creationId xmlns:a16="http://schemas.microsoft.com/office/drawing/2014/main" id="{EDD2EAD4-09B8-9FF1-D421-17DC1A78575B}"/>
                        </a:ext>
                      </a:extLst>
                    </p:cNvPr>
                    <p:cNvGrpSpPr/>
                    <p:nvPr/>
                  </p:nvGrpSpPr>
                  <p:grpSpPr>
                    <a:xfrm rot="14400000" flipH="1">
                      <a:off x="6389147" y="3932622"/>
                      <a:ext cx="393192" cy="393192"/>
                      <a:chOff x="5354637" y="3446463"/>
                      <a:chExt cx="214313" cy="214313"/>
                    </a:xfrm>
                  </p:grpSpPr>
                  <p:sp>
                    <p:nvSpPr>
                      <p:cNvPr id="22716" name="Arc 22715">
                        <a:extLst>
                          <a:ext uri="{FF2B5EF4-FFF2-40B4-BE49-F238E27FC236}">
                            <a16:creationId xmlns:a16="http://schemas.microsoft.com/office/drawing/2014/main" id="{7C22203C-1BC7-2148-9C7D-A10B9AC428B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717" name="Arc 22716">
                        <a:extLst>
                          <a:ext uri="{FF2B5EF4-FFF2-40B4-BE49-F238E27FC236}">
                            <a16:creationId xmlns:a16="http://schemas.microsoft.com/office/drawing/2014/main" id="{42E75719-4950-46B9-0241-4D1CF347D20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715" name="TextBox 22714">
                      <a:extLst>
                        <a:ext uri="{FF2B5EF4-FFF2-40B4-BE49-F238E27FC236}">
                          <a16:creationId xmlns:a16="http://schemas.microsoft.com/office/drawing/2014/main" id="{3C169D90-013F-0C6C-F989-BEB236BC1B1B}"/>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661" name="Group 22660">
                  <a:extLst>
                    <a:ext uri="{FF2B5EF4-FFF2-40B4-BE49-F238E27FC236}">
                      <a16:creationId xmlns:a16="http://schemas.microsoft.com/office/drawing/2014/main" id="{29E172B7-1417-F299-1134-D35743FF4415}"/>
                    </a:ext>
                  </a:extLst>
                </p:cNvPr>
                <p:cNvGrpSpPr/>
                <p:nvPr/>
              </p:nvGrpSpPr>
              <p:grpSpPr>
                <a:xfrm>
                  <a:off x="6069086" y="3246228"/>
                  <a:ext cx="1019224" cy="991639"/>
                  <a:chOff x="5886431" y="3225768"/>
                  <a:chExt cx="1019224" cy="991639"/>
                </a:xfrm>
              </p:grpSpPr>
              <p:grpSp>
                <p:nvGrpSpPr>
                  <p:cNvPr id="22662" name="Group 22661">
                    <a:extLst>
                      <a:ext uri="{FF2B5EF4-FFF2-40B4-BE49-F238E27FC236}">
                        <a16:creationId xmlns:a16="http://schemas.microsoft.com/office/drawing/2014/main" id="{04D4923B-DAF2-AA7F-17EB-C8A7853E7BFE}"/>
                      </a:ext>
                    </a:extLst>
                  </p:cNvPr>
                  <p:cNvGrpSpPr/>
                  <p:nvPr/>
                </p:nvGrpSpPr>
                <p:grpSpPr>
                  <a:xfrm>
                    <a:off x="6197413" y="3824215"/>
                    <a:ext cx="393192" cy="393192"/>
                    <a:chOff x="5265196" y="3357021"/>
                    <a:chExt cx="393192" cy="393192"/>
                  </a:xfrm>
                </p:grpSpPr>
                <p:grpSp>
                  <p:nvGrpSpPr>
                    <p:cNvPr id="22697" name="Group 22696">
                      <a:extLst>
                        <a:ext uri="{FF2B5EF4-FFF2-40B4-BE49-F238E27FC236}">
                          <a16:creationId xmlns:a16="http://schemas.microsoft.com/office/drawing/2014/main" id="{4EED83B9-6401-A7C4-F0D2-1A32B02799AC}"/>
                        </a:ext>
                      </a:extLst>
                    </p:cNvPr>
                    <p:cNvGrpSpPr/>
                    <p:nvPr/>
                  </p:nvGrpSpPr>
                  <p:grpSpPr>
                    <a:xfrm rot="14400000">
                      <a:off x="5265196" y="3357021"/>
                      <a:ext cx="393192" cy="393192"/>
                      <a:chOff x="5354637" y="3446463"/>
                      <a:chExt cx="214313" cy="214313"/>
                    </a:xfrm>
                  </p:grpSpPr>
                  <p:sp>
                    <p:nvSpPr>
                      <p:cNvPr id="22706" name="Arc 22705">
                        <a:extLst>
                          <a:ext uri="{FF2B5EF4-FFF2-40B4-BE49-F238E27FC236}">
                            <a16:creationId xmlns:a16="http://schemas.microsoft.com/office/drawing/2014/main" id="{93ECF360-BDE5-5001-EDF4-8980C559F95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707" name="Arc 22706">
                        <a:extLst>
                          <a:ext uri="{FF2B5EF4-FFF2-40B4-BE49-F238E27FC236}">
                            <a16:creationId xmlns:a16="http://schemas.microsoft.com/office/drawing/2014/main" id="{C61BD471-0430-356D-2503-0960A5EC597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698" name="Group 22697">
                      <a:extLst>
                        <a:ext uri="{FF2B5EF4-FFF2-40B4-BE49-F238E27FC236}">
                          <a16:creationId xmlns:a16="http://schemas.microsoft.com/office/drawing/2014/main" id="{B2B9F474-D934-4DDE-9D4A-848F3C787ABB}"/>
                        </a:ext>
                      </a:extLst>
                    </p:cNvPr>
                    <p:cNvGrpSpPr/>
                    <p:nvPr/>
                  </p:nvGrpSpPr>
                  <p:grpSpPr>
                    <a:xfrm>
                      <a:off x="5310186" y="3402011"/>
                      <a:ext cx="303213" cy="303213"/>
                      <a:chOff x="5310186" y="3402011"/>
                      <a:chExt cx="303213" cy="303213"/>
                    </a:xfrm>
                  </p:grpSpPr>
                  <p:grpSp>
                    <p:nvGrpSpPr>
                      <p:cNvPr id="22699" name="Group 22698">
                        <a:extLst>
                          <a:ext uri="{FF2B5EF4-FFF2-40B4-BE49-F238E27FC236}">
                            <a16:creationId xmlns:a16="http://schemas.microsoft.com/office/drawing/2014/main" id="{078F1DC6-D352-5A5D-F254-69B0ED2C22FC}"/>
                          </a:ext>
                        </a:extLst>
                      </p:cNvPr>
                      <p:cNvGrpSpPr/>
                      <p:nvPr/>
                    </p:nvGrpSpPr>
                    <p:grpSpPr>
                      <a:xfrm>
                        <a:off x="5354636" y="3446461"/>
                        <a:ext cx="214313" cy="214313"/>
                        <a:chOff x="5354637" y="3446463"/>
                        <a:chExt cx="214313" cy="214313"/>
                      </a:xfrm>
                    </p:grpSpPr>
                    <p:sp>
                      <p:nvSpPr>
                        <p:cNvPr id="22704" name="Arc 22703">
                          <a:extLst>
                            <a:ext uri="{FF2B5EF4-FFF2-40B4-BE49-F238E27FC236}">
                              <a16:creationId xmlns:a16="http://schemas.microsoft.com/office/drawing/2014/main" id="{6AFCBA96-CD6C-A5AA-FC67-FE82C8E06DC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705" name="Arc 22704">
                          <a:extLst>
                            <a:ext uri="{FF2B5EF4-FFF2-40B4-BE49-F238E27FC236}">
                              <a16:creationId xmlns:a16="http://schemas.microsoft.com/office/drawing/2014/main" id="{DF48DDFC-15E1-2B7A-2C18-77F15641C96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700" name="Group 22699">
                        <a:extLst>
                          <a:ext uri="{FF2B5EF4-FFF2-40B4-BE49-F238E27FC236}">
                            <a16:creationId xmlns:a16="http://schemas.microsoft.com/office/drawing/2014/main" id="{38E125E4-6FE6-8600-774C-2093D8C5E7C8}"/>
                          </a:ext>
                        </a:extLst>
                      </p:cNvPr>
                      <p:cNvGrpSpPr/>
                      <p:nvPr/>
                    </p:nvGrpSpPr>
                    <p:grpSpPr>
                      <a:xfrm rot="7200000">
                        <a:off x="5310186" y="3402011"/>
                        <a:ext cx="303213" cy="303213"/>
                        <a:chOff x="5354637" y="3446463"/>
                        <a:chExt cx="214313" cy="214313"/>
                      </a:xfrm>
                    </p:grpSpPr>
                    <p:sp>
                      <p:nvSpPr>
                        <p:cNvPr id="22702" name="Arc 22701">
                          <a:extLst>
                            <a:ext uri="{FF2B5EF4-FFF2-40B4-BE49-F238E27FC236}">
                              <a16:creationId xmlns:a16="http://schemas.microsoft.com/office/drawing/2014/main" id="{9C8D733F-7F25-B097-F02E-272811FE1EA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703" name="Arc 22702">
                          <a:extLst>
                            <a:ext uri="{FF2B5EF4-FFF2-40B4-BE49-F238E27FC236}">
                              <a16:creationId xmlns:a16="http://schemas.microsoft.com/office/drawing/2014/main" id="{CADD9DC3-5481-30AE-0DF6-167ACF5D9DA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701" name="TextBox 22700">
                        <a:extLst>
                          <a:ext uri="{FF2B5EF4-FFF2-40B4-BE49-F238E27FC236}">
                            <a16:creationId xmlns:a16="http://schemas.microsoft.com/office/drawing/2014/main" id="{977A78D0-CE08-23EE-AFB2-F6488751D133}"/>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663" name="Group 22662">
                    <a:extLst>
                      <a:ext uri="{FF2B5EF4-FFF2-40B4-BE49-F238E27FC236}">
                        <a16:creationId xmlns:a16="http://schemas.microsoft.com/office/drawing/2014/main" id="{1666FF24-F7CA-A0DD-868F-0B760AAB0F76}"/>
                      </a:ext>
                    </a:extLst>
                  </p:cNvPr>
                  <p:cNvGrpSpPr/>
                  <p:nvPr/>
                </p:nvGrpSpPr>
                <p:grpSpPr>
                  <a:xfrm>
                    <a:off x="5886431" y="3525040"/>
                    <a:ext cx="393192" cy="393192"/>
                    <a:chOff x="5265196" y="3932619"/>
                    <a:chExt cx="393192" cy="393192"/>
                  </a:xfrm>
                </p:grpSpPr>
                <p:grpSp>
                  <p:nvGrpSpPr>
                    <p:cNvPr id="22687" name="Group 22686">
                      <a:extLst>
                        <a:ext uri="{FF2B5EF4-FFF2-40B4-BE49-F238E27FC236}">
                          <a16:creationId xmlns:a16="http://schemas.microsoft.com/office/drawing/2014/main" id="{EBD7D02D-EFE9-CA25-38BA-44E10D6E1D6A}"/>
                        </a:ext>
                      </a:extLst>
                    </p:cNvPr>
                    <p:cNvGrpSpPr/>
                    <p:nvPr/>
                  </p:nvGrpSpPr>
                  <p:grpSpPr>
                    <a:xfrm>
                      <a:off x="5354636" y="4022061"/>
                      <a:ext cx="214313" cy="214313"/>
                      <a:chOff x="5354637" y="3446463"/>
                      <a:chExt cx="214313" cy="214313"/>
                    </a:xfrm>
                  </p:grpSpPr>
                  <p:sp>
                    <p:nvSpPr>
                      <p:cNvPr id="22695" name="Arc 22694">
                        <a:extLst>
                          <a:ext uri="{FF2B5EF4-FFF2-40B4-BE49-F238E27FC236}">
                            <a16:creationId xmlns:a16="http://schemas.microsoft.com/office/drawing/2014/main" id="{68C16602-E14C-C33F-6D85-A91EC032D85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696" name="Arc 22695">
                        <a:extLst>
                          <a:ext uri="{FF2B5EF4-FFF2-40B4-BE49-F238E27FC236}">
                            <a16:creationId xmlns:a16="http://schemas.microsoft.com/office/drawing/2014/main" id="{2D7DF1D8-A73C-0E5F-865D-B614C21E605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688" name="Group 22687">
                      <a:extLst>
                        <a:ext uri="{FF2B5EF4-FFF2-40B4-BE49-F238E27FC236}">
                          <a16:creationId xmlns:a16="http://schemas.microsoft.com/office/drawing/2014/main" id="{6840FDAA-51BE-817B-147B-E87361F4A9CD}"/>
                        </a:ext>
                      </a:extLst>
                    </p:cNvPr>
                    <p:cNvGrpSpPr/>
                    <p:nvPr/>
                  </p:nvGrpSpPr>
                  <p:grpSpPr>
                    <a:xfrm rot="14400000">
                      <a:off x="5310186" y="3977611"/>
                      <a:ext cx="303213" cy="303213"/>
                      <a:chOff x="5354637" y="3446463"/>
                      <a:chExt cx="214313" cy="214313"/>
                    </a:xfrm>
                  </p:grpSpPr>
                  <p:sp>
                    <p:nvSpPr>
                      <p:cNvPr id="22693" name="Arc 22692">
                        <a:extLst>
                          <a:ext uri="{FF2B5EF4-FFF2-40B4-BE49-F238E27FC236}">
                            <a16:creationId xmlns:a16="http://schemas.microsoft.com/office/drawing/2014/main" id="{9E6A2B81-6DD7-48B8-E2DA-57AD4480868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694" name="Arc 22693">
                        <a:extLst>
                          <a:ext uri="{FF2B5EF4-FFF2-40B4-BE49-F238E27FC236}">
                            <a16:creationId xmlns:a16="http://schemas.microsoft.com/office/drawing/2014/main" id="{DD6BCB7E-A437-C3DA-A5E4-60F6E05A2F7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689" name="Group 22688">
                      <a:extLst>
                        <a:ext uri="{FF2B5EF4-FFF2-40B4-BE49-F238E27FC236}">
                          <a16:creationId xmlns:a16="http://schemas.microsoft.com/office/drawing/2014/main" id="{D0D4D569-861E-B8E7-D0DD-32050859183B}"/>
                        </a:ext>
                      </a:extLst>
                    </p:cNvPr>
                    <p:cNvGrpSpPr/>
                    <p:nvPr/>
                  </p:nvGrpSpPr>
                  <p:grpSpPr>
                    <a:xfrm rot="7200000">
                      <a:off x="5265196" y="3932619"/>
                      <a:ext cx="393192" cy="393192"/>
                      <a:chOff x="5354637" y="3446463"/>
                      <a:chExt cx="214313" cy="214313"/>
                    </a:xfrm>
                  </p:grpSpPr>
                  <p:sp>
                    <p:nvSpPr>
                      <p:cNvPr id="22691" name="Arc 22690">
                        <a:extLst>
                          <a:ext uri="{FF2B5EF4-FFF2-40B4-BE49-F238E27FC236}">
                            <a16:creationId xmlns:a16="http://schemas.microsoft.com/office/drawing/2014/main" id="{563C8411-65C7-2876-32C3-19B40C561E4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692" name="Arc 22691">
                        <a:extLst>
                          <a:ext uri="{FF2B5EF4-FFF2-40B4-BE49-F238E27FC236}">
                            <a16:creationId xmlns:a16="http://schemas.microsoft.com/office/drawing/2014/main" id="{BB07E889-C0ED-6956-0410-9B98C3CFDC2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690" name="TextBox 22689">
                      <a:extLst>
                        <a:ext uri="{FF2B5EF4-FFF2-40B4-BE49-F238E27FC236}">
                          <a16:creationId xmlns:a16="http://schemas.microsoft.com/office/drawing/2014/main" id="{DA754B41-EB24-B32C-C2E2-4C78A27AF724}"/>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2664" name="Group 22663">
                    <a:extLst>
                      <a:ext uri="{FF2B5EF4-FFF2-40B4-BE49-F238E27FC236}">
                        <a16:creationId xmlns:a16="http://schemas.microsoft.com/office/drawing/2014/main" id="{4A932583-116C-1098-70FD-4008226E1196}"/>
                      </a:ext>
                    </a:extLst>
                  </p:cNvPr>
                  <p:cNvGrpSpPr/>
                  <p:nvPr/>
                </p:nvGrpSpPr>
                <p:grpSpPr>
                  <a:xfrm>
                    <a:off x="6512463" y="3525040"/>
                    <a:ext cx="393192" cy="393192"/>
                    <a:chOff x="6389147" y="3357021"/>
                    <a:chExt cx="393192" cy="393192"/>
                  </a:xfrm>
                </p:grpSpPr>
                <p:grpSp>
                  <p:nvGrpSpPr>
                    <p:cNvPr id="22676" name="Group 22675">
                      <a:extLst>
                        <a:ext uri="{FF2B5EF4-FFF2-40B4-BE49-F238E27FC236}">
                          <a16:creationId xmlns:a16="http://schemas.microsoft.com/office/drawing/2014/main" id="{7033BBFA-F143-0C63-CA92-F2E6FCD71AEC}"/>
                        </a:ext>
                      </a:extLst>
                    </p:cNvPr>
                    <p:cNvGrpSpPr/>
                    <p:nvPr/>
                  </p:nvGrpSpPr>
                  <p:grpSpPr>
                    <a:xfrm rot="7200000" flipH="1">
                      <a:off x="6389147" y="3357021"/>
                      <a:ext cx="393192" cy="393192"/>
                      <a:chOff x="5354637" y="3446463"/>
                      <a:chExt cx="214313" cy="214313"/>
                    </a:xfrm>
                  </p:grpSpPr>
                  <p:sp>
                    <p:nvSpPr>
                      <p:cNvPr id="22685" name="Arc 22684">
                        <a:extLst>
                          <a:ext uri="{FF2B5EF4-FFF2-40B4-BE49-F238E27FC236}">
                            <a16:creationId xmlns:a16="http://schemas.microsoft.com/office/drawing/2014/main" id="{CC3C9A29-DCDF-1DF3-303C-56031A139D2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686" name="Arc 22685">
                        <a:extLst>
                          <a:ext uri="{FF2B5EF4-FFF2-40B4-BE49-F238E27FC236}">
                            <a16:creationId xmlns:a16="http://schemas.microsoft.com/office/drawing/2014/main" id="{034384E7-6CF5-2385-4EA3-F5EC49344FF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677" name="Group 22676">
                      <a:extLst>
                        <a:ext uri="{FF2B5EF4-FFF2-40B4-BE49-F238E27FC236}">
                          <a16:creationId xmlns:a16="http://schemas.microsoft.com/office/drawing/2014/main" id="{1D56FF85-916A-86A1-EACA-3E032254FD59}"/>
                        </a:ext>
                      </a:extLst>
                    </p:cNvPr>
                    <p:cNvGrpSpPr/>
                    <p:nvPr/>
                  </p:nvGrpSpPr>
                  <p:grpSpPr>
                    <a:xfrm>
                      <a:off x="6434137" y="3402011"/>
                      <a:ext cx="303213" cy="303213"/>
                      <a:chOff x="6434137" y="3402011"/>
                      <a:chExt cx="303213" cy="303213"/>
                    </a:xfrm>
                  </p:grpSpPr>
                  <p:grpSp>
                    <p:nvGrpSpPr>
                      <p:cNvPr id="22678" name="Group 22677">
                        <a:extLst>
                          <a:ext uri="{FF2B5EF4-FFF2-40B4-BE49-F238E27FC236}">
                            <a16:creationId xmlns:a16="http://schemas.microsoft.com/office/drawing/2014/main" id="{A8E31E03-3328-6C13-A389-AB0C1321871A}"/>
                          </a:ext>
                        </a:extLst>
                      </p:cNvPr>
                      <p:cNvGrpSpPr/>
                      <p:nvPr/>
                    </p:nvGrpSpPr>
                    <p:grpSpPr>
                      <a:xfrm flipH="1">
                        <a:off x="6478587" y="3446461"/>
                        <a:ext cx="214313" cy="214313"/>
                        <a:chOff x="5354637" y="3446463"/>
                        <a:chExt cx="214313" cy="214313"/>
                      </a:xfrm>
                    </p:grpSpPr>
                    <p:sp>
                      <p:nvSpPr>
                        <p:cNvPr id="22683" name="Arc 22682">
                          <a:extLst>
                            <a:ext uri="{FF2B5EF4-FFF2-40B4-BE49-F238E27FC236}">
                              <a16:creationId xmlns:a16="http://schemas.microsoft.com/office/drawing/2014/main" id="{D30C2E24-ECE9-6108-81B2-BC3E94C2750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684" name="Arc 22683">
                          <a:extLst>
                            <a:ext uri="{FF2B5EF4-FFF2-40B4-BE49-F238E27FC236}">
                              <a16:creationId xmlns:a16="http://schemas.microsoft.com/office/drawing/2014/main" id="{77002C4F-CC10-C709-C13E-56825490813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679" name="Group 22678">
                        <a:extLst>
                          <a:ext uri="{FF2B5EF4-FFF2-40B4-BE49-F238E27FC236}">
                            <a16:creationId xmlns:a16="http://schemas.microsoft.com/office/drawing/2014/main" id="{69B2AD9D-19BE-15C5-E914-581263AC455D}"/>
                          </a:ext>
                        </a:extLst>
                      </p:cNvPr>
                      <p:cNvGrpSpPr/>
                      <p:nvPr/>
                    </p:nvGrpSpPr>
                    <p:grpSpPr>
                      <a:xfrm rot="14400000" flipH="1">
                        <a:off x="6434137" y="3402011"/>
                        <a:ext cx="303213" cy="303213"/>
                        <a:chOff x="5354637" y="3446463"/>
                        <a:chExt cx="214313" cy="214313"/>
                      </a:xfrm>
                    </p:grpSpPr>
                    <p:sp>
                      <p:nvSpPr>
                        <p:cNvPr id="22681" name="Arc 22680">
                          <a:extLst>
                            <a:ext uri="{FF2B5EF4-FFF2-40B4-BE49-F238E27FC236}">
                              <a16:creationId xmlns:a16="http://schemas.microsoft.com/office/drawing/2014/main" id="{2548C2B4-C50A-D30A-B62F-2D6485BC0B3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682" name="Arc 22681">
                          <a:extLst>
                            <a:ext uri="{FF2B5EF4-FFF2-40B4-BE49-F238E27FC236}">
                              <a16:creationId xmlns:a16="http://schemas.microsoft.com/office/drawing/2014/main" id="{6B916671-7332-695D-2CE6-04AEA793CD1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680" name="TextBox 22679">
                        <a:extLst>
                          <a:ext uri="{FF2B5EF4-FFF2-40B4-BE49-F238E27FC236}">
                            <a16:creationId xmlns:a16="http://schemas.microsoft.com/office/drawing/2014/main" id="{01F8476E-3A24-DBB6-2042-A17392FC1A86}"/>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665" name="Group 22664">
                    <a:extLst>
                      <a:ext uri="{FF2B5EF4-FFF2-40B4-BE49-F238E27FC236}">
                        <a16:creationId xmlns:a16="http://schemas.microsoft.com/office/drawing/2014/main" id="{4D020C4F-414D-B2E6-8103-2D5CD11652D6}"/>
                      </a:ext>
                    </a:extLst>
                  </p:cNvPr>
                  <p:cNvGrpSpPr/>
                  <p:nvPr/>
                </p:nvGrpSpPr>
                <p:grpSpPr>
                  <a:xfrm>
                    <a:off x="6197413" y="3225768"/>
                    <a:ext cx="393192" cy="393192"/>
                    <a:chOff x="6389147" y="3932622"/>
                    <a:chExt cx="393192" cy="393192"/>
                  </a:xfrm>
                </p:grpSpPr>
                <p:grpSp>
                  <p:nvGrpSpPr>
                    <p:cNvPr id="22666" name="Group 22665">
                      <a:extLst>
                        <a:ext uri="{FF2B5EF4-FFF2-40B4-BE49-F238E27FC236}">
                          <a16:creationId xmlns:a16="http://schemas.microsoft.com/office/drawing/2014/main" id="{859BFED8-D9BB-F43C-F4AF-839EE0F0007F}"/>
                        </a:ext>
                      </a:extLst>
                    </p:cNvPr>
                    <p:cNvGrpSpPr/>
                    <p:nvPr/>
                  </p:nvGrpSpPr>
                  <p:grpSpPr>
                    <a:xfrm flipH="1">
                      <a:off x="6478587" y="4022061"/>
                      <a:ext cx="214313" cy="214313"/>
                      <a:chOff x="5354637" y="3446463"/>
                      <a:chExt cx="214313" cy="214313"/>
                    </a:xfrm>
                  </p:grpSpPr>
                  <p:sp>
                    <p:nvSpPr>
                      <p:cNvPr id="22674" name="Arc 22673">
                        <a:extLst>
                          <a:ext uri="{FF2B5EF4-FFF2-40B4-BE49-F238E27FC236}">
                            <a16:creationId xmlns:a16="http://schemas.microsoft.com/office/drawing/2014/main" id="{592B240A-0AA5-AE3A-2092-81C602678FF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675" name="Arc 22674">
                        <a:extLst>
                          <a:ext uri="{FF2B5EF4-FFF2-40B4-BE49-F238E27FC236}">
                            <a16:creationId xmlns:a16="http://schemas.microsoft.com/office/drawing/2014/main" id="{068EA33A-A204-8C56-99CB-C275ADCE32B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667" name="Group 22666">
                      <a:extLst>
                        <a:ext uri="{FF2B5EF4-FFF2-40B4-BE49-F238E27FC236}">
                          <a16:creationId xmlns:a16="http://schemas.microsoft.com/office/drawing/2014/main" id="{5DC6ED8F-88A6-35A1-1FD8-FD2A1C7434DB}"/>
                        </a:ext>
                      </a:extLst>
                    </p:cNvPr>
                    <p:cNvGrpSpPr/>
                    <p:nvPr/>
                  </p:nvGrpSpPr>
                  <p:grpSpPr>
                    <a:xfrm rot="7200000" flipH="1">
                      <a:off x="6434137" y="3977611"/>
                      <a:ext cx="303213" cy="303213"/>
                      <a:chOff x="5354637" y="3446463"/>
                      <a:chExt cx="214313" cy="214313"/>
                    </a:xfrm>
                  </p:grpSpPr>
                  <p:sp>
                    <p:nvSpPr>
                      <p:cNvPr id="22672" name="Arc 22671">
                        <a:extLst>
                          <a:ext uri="{FF2B5EF4-FFF2-40B4-BE49-F238E27FC236}">
                            <a16:creationId xmlns:a16="http://schemas.microsoft.com/office/drawing/2014/main" id="{E2A9DEC5-A0BB-6D43-6638-74CED834E0C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673" name="Arc 22672">
                        <a:extLst>
                          <a:ext uri="{FF2B5EF4-FFF2-40B4-BE49-F238E27FC236}">
                            <a16:creationId xmlns:a16="http://schemas.microsoft.com/office/drawing/2014/main" id="{3E0AE2CD-E0A2-0599-F82E-7AD862254DB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668" name="Group 22667">
                      <a:extLst>
                        <a:ext uri="{FF2B5EF4-FFF2-40B4-BE49-F238E27FC236}">
                          <a16:creationId xmlns:a16="http://schemas.microsoft.com/office/drawing/2014/main" id="{D171E860-D9A9-8874-3F74-C62A99F42132}"/>
                        </a:ext>
                      </a:extLst>
                    </p:cNvPr>
                    <p:cNvGrpSpPr/>
                    <p:nvPr/>
                  </p:nvGrpSpPr>
                  <p:grpSpPr>
                    <a:xfrm rot="14400000" flipH="1">
                      <a:off x="6389147" y="3932622"/>
                      <a:ext cx="393192" cy="393192"/>
                      <a:chOff x="5354637" y="3446463"/>
                      <a:chExt cx="214313" cy="214313"/>
                    </a:xfrm>
                  </p:grpSpPr>
                  <p:sp>
                    <p:nvSpPr>
                      <p:cNvPr id="22670" name="Arc 22669">
                        <a:extLst>
                          <a:ext uri="{FF2B5EF4-FFF2-40B4-BE49-F238E27FC236}">
                            <a16:creationId xmlns:a16="http://schemas.microsoft.com/office/drawing/2014/main" id="{6B18671D-70EA-4447-FA32-5D502EE7692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671" name="Arc 22670">
                        <a:extLst>
                          <a:ext uri="{FF2B5EF4-FFF2-40B4-BE49-F238E27FC236}">
                            <a16:creationId xmlns:a16="http://schemas.microsoft.com/office/drawing/2014/main" id="{9CC174EA-9295-97ED-E26A-340A39A87AA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669" name="TextBox 22668">
                      <a:extLst>
                        <a:ext uri="{FF2B5EF4-FFF2-40B4-BE49-F238E27FC236}">
                          <a16:creationId xmlns:a16="http://schemas.microsoft.com/office/drawing/2014/main" id="{678E28C2-36C2-ADA3-7251-08188342DC8E}"/>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22565" name="Group 22564">
                <a:extLst>
                  <a:ext uri="{FF2B5EF4-FFF2-40B4-BE49-F238E27FC236}">
                    <a16:creationId xmlns:a16="http://schemas.microsoft.com/office/drawing/2014/main" id="{42FDECAE-EBC7-B8DD-A30B-73092B54C50E}"/>
                  </a:ext>
                </a:extLst>
              </p:cNvPr>
              <p:cNvGrpSpPr/>
              <p:nvPr/>
            </p:nvGrpSpPr>
            <p:grpSpPr>
              <a:xfrm>
                <a:off x="6065340" y="2039507"/>
                <a:ext cx="1643204" cy="1593124"/>
                <a:chOff x="5445106" y="2644743"/>
                <a:chExt cx="1643204" cy="1593124"/>
              </a:xfrm>
            </p:grpSpPr>
            <p:grpSp>
              <p:nvGrpSpPr>
                <p:cNvPr id="22566" name="Group 22565">
                  <a:extLst>
                    <a:ext uri="{FF2B5EF4-FFF2-40B4-BE49-F238E27FC236}">
                      <a16:creationId xmlns:a16="http://schemas.microsoft.com/office/drawing/2014/main" id="{1A921CDF-6043-C619-BD33-74EED2794F48}"/>
                    </a:ext>
                  </a:extLst>
                </p:cNvPr>
                <p:cNvGrpSpPr/>
                <p:nvPr/>
              </p:nvGrpSpPr>
              <p:grpSpPr>
                <a:xfrm>
                  <a:off x="5445106" y="2644743"/>
                  <a:ext cx="1019224" cy="991639"/>
                  <a:chOff x="5886431" y="3225768"/>
                  <a:chExt cx="1019224" cy="991639"/>
                </a:xfrm>
              </p:grpSpPr>
              <p:grpSp>
                <p:nvGrpSpPr>
                  <p:cNvPr id="22614" name="Group 22613">
                    <a:extLst>
                      <a:ext uri="{FF2B5EF4-FFF2-40B4-BE49-F238E27FC236}">
                        <a16:creationId xmlns:a16="http://schemas.microsoft.com/office/drawing/2014/main" id="{AC278CC5-47EF-8278-1526-D33EEB0A4152}"/>
                      </a:ext>
                    </a:extLst>
                  </p:cNvPr>
                  <p:cNvGrpSpPr/>
                  <p:nvPr/>
                </p:nvGrpSpPr>
                <p:grpSpPr>
                  <a:xfrm>
                    <a:off x="6197413" y="3824215"/>
                    <a:ext cx="393192" cy="393192"/>
                    <a:chOff x="5265196" y="3357021"/>
                    <a:chExt cx="393192" cy="393192"/>
                  </a:xfrm>
                </p:grpSpPr>
                <p:grpSp>
                  <p:nvGrpSpPr>
                    <p:cNvPr id="22649" name="Group 22648">
                      <a:extLst>
                        <a:ext uri="{FF2B5EF4-FFF2-40B4-BE49-F238E27FC236}">
                          <a16:creationId xmlns:a16="http://schemas.microsoft.com/office/drawing/2014/main" id="{2B2B9DF3-A1A0-C702-520C-BA16B8A8A486}"/>
                        </a:ext>
                      </a:extLst>
                    </p:cNvPr>
                    <p:cNvGrpSpPr/>
                    <p:nvPr/>
                  </p:nvGrpSpPr>
                  <p:grpSpPr>
                    <a:xfrm rot="14400000">
                      <a:off x="5265196" y="3357021"/>
                      <a:ext cx="393192" cy="393192"/>
                      <a:chOff x="5354637" y="3446463"/>
                      <a:chExt cx="214313" cy="214313"/>
                    </a:xfrm>
                  </p:grpSpPr>
                  <p:sp>
                    <p:nvSpPr>
                      <p:cNvPr id="22658" name="Arc 22657">
                        <a:extLst>
                          <a:ext uri="{FF2B5EF4-FFF2-40B4-BE49-F238E27FC236}">
                            <a16:creationId xmlns:a16="http://schemas.microsoft.com/office/drawing/2014/main" id="{4D7E4E06-064F-83F1-EEC0-944A28B7178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659" name="Arc 22658">
                        <a:extLst>
                          <a:ext uri="{FF2B5EF4-FFF2-40B4-BE49-F238E27FC236}">
                            <a16:creationId xmlns:a16="http://schemas.microsoft.com/office/drawing/2014/main" id="{8E974636-5A3E-7600-7C00-CD90175E8E2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650" name="Group 22649">
                      <a:extLst>
                        <a:ext uri="{FF2B5EF4-FFF2-40B4-BE49-F238E27FC236}">
                          <a16:creationId xmlns:a16="http://schemas.microsoft.com/office/drawing/2014/main" id="{3AC4A3B3-5988-1528-A29D-FFA434053117}"/>
                        </a:ext>
                      </a:extLst>
                    </p:cNvPr>
                    <p:cNvGrpSpPr/>
                    <p:nvPr/>
                  </p:nvGrpSpPr>
                  <p:grpSpPr>
                    <a:xfrm>
                      <a:off x="5310186" y="3402011"/>
                      <a:ext cx="303213" cy="303213"/>
                      <a:chOff x="5310186" y="3402011"/>
                      <a:chExt cx="303213" cy="303213"/>
                    </a:xfrm>
                  </p:grpSpPr>
                  <p:grpSp>
                    <p:nvGrpSpPr>
                      <p:cNvPr id="22651" name="Group 22650">
                        <a:extLst>
                          <a:ext uri="{FF2B5EF4-FFF2-40B4-BE49-F238E27FC236}">
                            <a16:creationId xmlns:a16="http://schemas.microsoft.com/office/drawing/2014/main" id="{AD816321-4B39-BD6C-2A3B-D926983C952D}"/>
                          </a:ext>
                        </a:extLst>
                      </p:cNvPr>
                      <p:cNvGrpSpPr/>
                      <p:nvPr/>
                    </p:nvGrpSpPr>
                    <p:grpSpPr>
                      <a:xfrm>
                        <a:off x="5354636" y="3446461"/>
                        <a:ext cx="214313" cy="214313"/>
                        <a:chOff x="5354637" y="3446463"/>
                        <a:chExt cx="214313" cy="214313"/>
                      </a:xfrm>
                    </p:grpSpPr>
                    <p:sp>
                      <p:nvSpPr>
                        <p:cNvPr id="22656" name="Arc 22655">
                          <a:extLst>
                            <a:ext uri="{FF2B5EF4-FFF2-40B4-BE49-F238E27FC236}">
                              <a16:creationId xmlns:a16="http://schemas.microsoft.com/office/drawing/2014/main" id="{7D21AF6F-765F-D91A-0B6C-C9DD9B98E82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657" name="Arc 22656">
                          <a:extLst>
                            <a:ext uri="{FF2B5EF4-FFF2-40B4-BE49-F238E27FC236}">
                              <a16:creationId xmlns:a16="http://schemas.microsoft.com/office/drawing/2014/main" id="{E560FEF5-2CBE-126C-59FE-5C4F340D682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652" name="Group 22651">
                        <a:extLst>
                          <a:ext uri="{FF2B5EF4-FFF2-40B4-BE49-F238E27FC236}">
                            <a16:creationId xmlns:a16="http://schemas.microsoft.com/office/drawing/2014/main" id="{4A81E2FF-1ED8-0CB6-B05A-330FCA72F184}"/>
                          </a:ext>
                        </a:extLst>
                      </p:cNvPr>
                      <p:cNvGrpSpPr/>
                      <p:nvPr/>
                    </p:nvGrpSpPr>
                    <p:grpSpPr>
                      <a:xfrm rot="7200000">
                        <a:off x="5310186" y="3402011"/>
                        <a:ext cx="303213" cy="303213"/>
                        <a:chOff x="5354637" y="3446463"/>
                        <a:chExt cx="214313" cy="214313"/>
                      </a:xfrm>
                    </p:grpSpPr>
                    <p:sp>
                      <p:nvSpPr>
                        <p:cNvPr id="22654" name="Arc 22653">
                          <a:extLst>
                            <a:ext uri="{FF2B5EF4-FFF2-40B4-BE49-F238E27FC236}">
                              <a16:creationId xmlns:a16="http://schemas.microsoft.com/office/drawing/2014/main" id="{0FB49F0E-F3A4-B34C-BBED-C347EAB309D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655" name="Arc 22654">
                          <a:extLst>
                            <a:ext uri="{FF2B5EF4-FFF2-40B4-BE49-F238E27FC236}">
                              <a16:creationId xmlns:a16="http://schemas.microsoft.com/office/drawing/2014/main" id="{DD165839-EC8E-38EC-12ED-FC5F8BD8738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653" name="TextBox 22652">
                        <a:extLst>
                          <a:ext uri="{FF2B5EF4-FFF2-40B4-BE49-F238E27FC236}">
                            <a16:creationId xmlns:a16="http://schemas.microsoft.com/office/drawing/2014/main" id="{BBDD46F3-70B4-114D-2027-8E79DE883885}"/>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615" name="Group 22614">
                    <a:extLst>
                      <a:ext uri="{FF2B5EF4-FFF2-40B4-BE49-F238E27FC236}">
                        <a16:creationId xmlns:a16="http://schemas.microsoft.com/office/drawing/2014/main" id="{52323684-2ADF-B7A0-B260-FAA52DD438E7}"/>
                      </a:ext>
                    </a:extLst>
                  </p:cNvPr>
                  <p:cNvGrpSpPr/>
                  <p:nvPr/>
                </p:nvGrpSpPr>
                <p:grpSpPr>
                  <a:xfrm>
                    <a:off x="5886431" y="3525040"/>
                    <a:ext cx="393192" cy="393192"/>
                    <a:chOff x="5265196" y="3932619"/>
                    <a:chExt cx="393192" cy="393192"/>
                  </a:xfrm>
                </p:grpSpPr>
                <p:grpSp>
                  <p:nvGrpSpPr>
                    <p:cNvPr id="22639" name="Group 22638">
                      <a:extLst>
                        <a:ext uri="{FF2B5EF4-FFF2-40B4-BE49-F238E27FC236}">
                          <a16:creationId xmlns:a16="http://schemas.microsoft.com/office/drawing/2014/main" id="{C5333ADE-FFF4-96D0-9C49-3A31BCD8A504}"/>
                        </a:ext>
                      </a:extLst>
                    </p:cNvPr>
                    <p:cNvGrpSpPr/>
                    <p:nvPr/>
                  </p:nvGrpSpPr>
                  <p:grpSpPr>
                    <a:xfrm>
                      <a:off x="5354636" y="4022061"/>
                      <a:ext cx="214313" cy="214313"/>
                      <a:chOff x="5354637" y="3446463"/>
                      <a:chExt cx="214313" cy="214313"/>
                    </a:xfrm>
                  </p:grpSpPr>
                  <p:sp>
                    <p:nvSpPr>
                      <p:cNvPr id="22647" name="Arc 22646">
                        <a:extLst>
                          <a:ext uri="{FF2B5EF4-FFF2-40B4-BE49-F238E27FC236}">
                            <a16:creationId xmlns:a16="http://schemas.microsoft.com/office/drawing/2014/main" id="{E49C3EEA-CAC9-1782-A9D7-23ECE84B343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648" name="Arc 22647">
                        <a:extLst>
                          <a:ext uri="{FF2B5EF4-FFF2-40B4-BE49-F238E27FC236}">
                            <a16:creationId xmlns:a16="http://schemas.microsoft.com/office/drawing/2014/main" id="{D5B477A8-7455-3CF5-5793-9B79E410C29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640" name="Group 22639">
                      <a:extLst>
                        <a:ext uri="{FF2B5EF4-FFF2-40B4-BE49-F238E27FC236}">
                          <a16:creationId xmlns:a16="http://schemas.microsoft.com/office/drawing/2014/main" id="{4100554E-DF73-9288-CDA4-9F692987A607}"/>
                        </a:ext>
                      </a:extLst>
                    </p:cNvPr>
                    <p:cNvGrpSpPr/>
                    <p:nvPr/>
                  </p:nvGrpSpPr>
                  <p:grpSpPr>
                    <a:xfrm rot="14400000">
                      <a:off x="5310186" y="3977611"/>
                      <a:ext cx="303213" cy="303213"/>
                      <a:chOff x="5354637" y="3446463"/>
                      <a:chExt cx="214313" cy="214313"/>
                    </a:xfrm>
                  </p:grpSpPr>
                  <p:sp>
                    <p:nvSpPr>
                      <p:cNvPr id="22645" name="Arc 22644">
                        <a:extLst>
                          <a:ext uri="{FF2B5EF4-FFF2-40B4-BE49-F238E27FC236}">
                            <a16:creationId xmlns:a16="http://schemas.microsoft.com/office/drawing/2014/main" id="{98A689B9-C9D9-62E5-9363-5DA832387CA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646" name="Arc 22645">
                        <a:extLst>
                          <a:ext uri="{FF2B5EF4-FFF2-40B4-BE49-F238E27FC236}">
                            <a16:creationId xmlns:a16="http://schemas.microsoft.com/office/drawing/2014/main" id="{C27927E7-CAC6-8C6A-15F2-E88B9215EC8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641" name="Group 22640">
                      <a:extLst>
                        <a:ext uri="{FF2B5EF4-FFF2-40B4-BE49-F238E27FC236}">
                          <a16:creationId xmlns:a16="http://schemas.microsoft.com/office/drawing/2014/main" id="{6DFB3D05-8BC7-50B6-9E44-B9FDD0DE4BC3}"/>
                        </a:ext>
                      </a:extLst>
                    </p:cNvPr>
                    <p:cNvGrpSpPr/>
                    <p:nvPr/>
                  </p:nvGrpSpPr>
                  <p:grpSpPr>
                    <a:xfrm rot="7200000">
                      <a:off x="5265196" y="3932619"/>
                      <a:ext cx="393192" cy="393192"/>
                      <a:chOff x="5354637" y="3446463"/>
                      <a:chExt cx="214313" cy="214313"/>
                    </a:xfrm>
                  </p:grpSpPr>
                  <p:sp>
                    <p:nvSpPr>
                      <p:cNvPr id="22643" name="Arc 22642">
                        <a:extLst>
                          <a:ext uri="{FF2B5EF4-FFF2-40B4-BE49-F238E27FC236}">
                            <a16:creationId xmlns:a16="http://schemas.microsoft.com/office/drawing/2014/main" id="{44404BB2-CD7E-8B72-04DA-52FC5AB8AF2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644" name="Arc 22643">
                        <a:extLst>
                          <a:ext uri="{FF2B5EF4-FFF2-40B4-BE49-F238E27FC236}">
                            <a16:creationId xmlns:a16="http://schemas.microsoft.com/office/drawing/2014/main" id="{C3D7A23E-8B22-049D-4216-90A0ED35E80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642" name="TextBox 22641">
                      <a:extLst>
                        <a:ext uri="{FF2B5EF4-FFF2-40B4-BE49-F238E27FC236}">
                          <a16:creationId xmlns:a16="http://schemas.microsoft.com/office/drawing/2014/main" id="{9BC9A86D-BC85-1633-8F2D-C887EC0D65AA}"/>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2616" name="Group 22615">
                    <a:extLst>
                      <a:ext uri="{FF2B5EF4-FFF2-40B4-BE49-F238E27FC236}">
                        <a16:creationId xmlns:a16="http://schemas.microsoft.com/office/drawing/2014/main" id="{6DF298CD-07B7-9409-5B61-3AB386C5829A}"/>
                      </a:ext>
                    </a:extLst>
                  </p:cNvPr>
                  <p:cNvGrpSpPr/>
                  <p:nvPr/>
                </p:nvGrpSpPr>
                <p:grpSpPr>
                  <a:xfrm>
                    <a:off x="6512463" y="3525040"/>
                    <a:ext cx="393192" cy="393192"/>
                    <a:chOff x="6389147" y="3357021"/>
                    <a:chExt cx="393192" cy="393192"/>
                  </a:xfrm>
                </p:grpSpPr>
                <p:grpSp>
                  <p:nvGrpSpPr>
                    <p:cNvPr id="22628" name="Group 22627">
                      <a:extLst>
                        <a:ext uri="{FF2B5EF4-FFF2-40B4-BE49-F238E27FC236}">
                          <a16:creationId xmlns:a16="http://schemas.microsoft.com/office/drawing/2014/main" id="{69C7DCCA-2AAC-F94B-A01A-B43C207320DB}"/>
                        </a:ext>
                      </a:extLst>
                    </p:cNvPr>
                    <p:cNvGrpSpPr/>
                    <p:nvPr/>
                  </p:nvGrpSpPr>
                  <p:grpSpPr>
                    <a:xfrm rot="7200000" flipH="1">
                      <a:off x="6389147" y="3357021"/>
                      <a:ext cx="393192" cy="393192"/>
                      <a:chOff x="5354637" y="3446463"/>
                      <a:chExt cx="214313" cy="214313"/>
                    </a:xfrm>
                  </p:grpSpPr>
                  <p:sp>
                    <p:nvSpPr>
                      <p:cNvPr id="22637" name="Arc 22636">
                        <a:extLst>
                          <a:ext uri="{FF2B5EF4-FFF2-40B4-BE49-F238E27FC236}">
                            <a16:creationId xmlns:a16="http://schemas.microsoft.com/office/drawing/2014/main" id="{3A85A32E-BAFC-C7D6-04AE-5AF0CB0C911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638" name="Arc 22637">
                        <a:extLst>
                          <a:ext uri="{FF2B5EF4-FFF2-40B4-BE49-F238E27FC236}">
                            <a16:creationId xmlns:a16="http://schemas.microsoft.com/office/drawing/2014/main" id="{C61B7290-BE54-F22B-949E-26318B3264E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629" name="Group 22628">
                      <a:extLst>
                        <a:ext uri="{FF2B5EF4-FFF2-40B4-BE49-F238E27FC236}">
                          <a16:creationId xmlns:a16="http://schemas.microsoft.com/office/drawing/2014/main" id="{60B0687B-08BB-A6A4-3216-31FBE4D1457F}"/>
                        </a:ext>
                      </a:extLst>
                    </p:cNvPr>
                    <p:cNvGrpSpPr/>
                    <p:nvPr/>
                  </p:nvGrpSpPr>
                  <p:grpSpPr>
                    <a:xfrm>
                      <a:off x="6434137" y="3402011"/>
                      <a:ext cx="303213" cy="303213"/>
                      <a:chOff x="6434137" y="3402011"/>
                      <a:chExt cx="303213" cy="303213"/>
                    </a:xfrm>
                  </p:grpSpPr>
                  <p:grpSp>
                    <p:nvGrpSpPr>
                      <p:cNvPr id="22630" name="Group 22629">
                        <a:extLst>
                          <a:ext uri="{FF2B5EF4-FFF2-40B4-BE49-F238E27FC236}">
                            <a16:creationId xmlns:a16="http://schemas.microsoft.com/office/drawing/2014/main" id="{ED7D9CC9-CD25-B4B0-E312-EA1FD177D4E6}"/>
                          </a:ext>
                        </a:extLst>
                      </p:cNvPr>
                      <p:cNvGrpSpPr/>
                      <p:nvPr/>
                    </p:nvGrpSpPr>
                    <p:grpSpPr>
                      <a:xfrm flipH="1">
                        <a:off x="6478587" y="3446461"/>
                        <a:ext cx="214313" cy="214313"/>
                        <a:chOff x="5354637" y="3446463"/>
                        <a:chExt cx="214313" cy="214313"/>
                      </a:xfrm>
                    </p:grpSpPr>
                    <p:sp>
                      <p:nvSpPr>
                        <p:cNvPr id="22635" name="Arc 22634">
                          <a:extLst>
                            <a:ext uri="{FF2B5EF4-FFF2-40B4-BE49-F238E27FC236}">
                              <a16:creationId xmlns:a16="http://schemas.microsoft.com/office/drawing/2014/main" id="{2A9F1E22-4412-13ED-5F4A-2EA1A1F8437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636" name="Arc 22635">
                          <a:extLst>
                            <a:ext uri="{FF2B5EF4-FFF2-40B4-BE49-F238E27FC236}">
                              <a16:creationId xmlns:a16="http://schemas.microsoft.com/office/drawing/2014/main" id="{8292CB30-E1CF-F4A0-248E-B0B77188DF8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631" name="Group 22630">
                        <a:extLst>
                          <a:ext uri="{FF2B5EF4-FFF2-40B4-BE49-F238E27FC236}">
                            <a16:creationId xmlns:a16="http://schemas.microsoft.com/office/drawing/2014/main" id="{71D6D76F-7877-E64E-FA08-02CF9507BC2F}"/>
                          </a:ext>
                        </a:extLst>
                      </p:cNvPr>
                      <p:cNvGrpSpPr/>
                      <p:nvPr/>
                    </p:nvGrpSpPr>
                    <p:grpSpPr>
                      <a:xfrm rot="14400000" flipH="1">
                        <a:off x="6434137" y="3402011"/>
                        <a:ext cx="303213" cy="303213"/>
                        <a:chOff x="5354637" y="3446463"/>
                        <a:chExt cx="214313" cy="214313"/>
                      </a:xfrm>
                    </p:grpSpPr>
                    <p:sp>
                      <p:nvSpPr>
                        <p:cNvPr id="22633" name="Arc 22632">
                          <a:extLst>
                            <a:ext uri="{FF2B5EF4-FFF2-40B4-BE49-F238E27FC236}">
                              <a16:creationId xmlns:a16="http://schemas.microsoft.com/office/drawing/2014/main" id="{9425110F-00D6-EAA0-9A8E-7CD57B5BA1A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634" name="Arc 22633">
                          <a:extLst>
                            <a:ext uri="{FF2B5EF4-FFF2-40B4-BE49-F238E27FC236}">
                              <a16:creationId xmlns:a16="http://schemas.microsoft.com/office/drawing/2014/main" id="{317BB15C-9852-E8D7-2AB0-347D987402A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632" name="TextBox 22631">
                        <a:extLst>
                          <a:ext uri="{FF2B5EF4-FFF2-40B4-BE49-F238E27FC236}">
                            <a16:creationId xmlns:a16="http://schemas.microsoft.com/office/drawing/2014/main" id="{8DDC5E78-0935-EF50-C7B7-4D4CF553CB42}"/>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617" name="Group 22616">
                    <a:extLst>
                      <a:ext uri="{FF2B5EF4-FFF2-40B4-BE49-F238E27FC236}">
                        <a16:creationId xmlns:a16="http://schemas.microsoft.com/office/drawing/2014/main" id="{1CF4E4B2-D1DE-6194-ECBF-9291D9ECDB65}"/>
                      </a:ext>
                    </a:extLst>
                  </p:cNvPr>
                  <p:cNvGrpSpPr/>
                  <p:nvPr/>
                </p:nvGrpSpPr>
                <p:grpSpPr>
                  <a:xfrm>
                    <a:off x="6197413" y="3225768"/>
                    <a:ext cx="393192" cy="393192"/>
                    <a:chOff x="6389147" y="3932622"/>
                    <a:chExt cx="393192" cy="393192"/>
                  </a:xfrm>
                </p:grpSpPr>
                <p:grpSp>
                  <p:nvGrpSpPr>
                    <p:cNvPr id="22618" name="Group 22617">
                      <a:extLst>
                        <a:ext uri="{FF2B5EF4-FFF2-40B4-BE49-F238E27FC236}">
                          <a16:creationId xmlns:a16="http://schemas.microsoft.com/office/drawing/2014/main" id="{0474A990-364C-E969-CB43-9388DA02F916}"/>
                        </a:ext>
                      </a:extLst>
                    </p:cNvPr>
                    <p:cNvGrpSpPr/>
                    <p:nvPr/>
                  </p:nvGrpSpPr>
                  <p:grpSpPr>
                    <a:xfrm flipH="1">
                      <a:off x="6478587" y="4022061"/>
                      <a:ext cx="214313" cy="214313"/>
                      <a:chOff x="5354637" y="3446463"/>
                      <a:chExt cx="214313" cy="214313"/>
                    </a:xfrm>
                  </p:grpSpPr>
                  <p:sp>
                    <p:nvSpPr>
                      <p:cNvPr id="22626" name="Arc 22625">
                        <a:extLst>
                          <a:ext uri="{FF2B5EF4-FFF2-40B4-BE49-F238E27FC236}">
                            <a16:creationId xmlns:a16="http://schemas.microsoft.com/office/drawing/2014/main" id="{ABCBF0D6-18E4-4155-D47F-0C65FB5C15C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627" name="Arc 22626">
                        <a:extLst>
                          <a:ext uri="{FF2B5EF4-FFF2-40B4-BE49-F238E27FC236}">
                            <a16:creationId xmlns:a16="http://schemas.microsoft.com/office/drawing/2014/main" id="{07A0257E-A44A-13BE-95BA-D3C05B06959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619" name="Group 22618">
                      <a:extLst>
                        <a:ext uri="{FF2B5EF4-FFF2-40B4-BE49-F238E27FC236}">
                          <a16:creationId xmlns:a16="http://schemas.microsoft.com/office/drawing/2014/main" id="{4F629179-E99B-1E17-5569-4A47B82C2BB0}"/>
                        </a:ext>
                      </a:extLst>
                    </p:cNvPr>
                    <p:cNvGrpSpPr/>
                    <p:nvPr/>
                  </p:nvGrpSpPr>
                  <p:grpSpPr>
                    <a:xfrm rot="7200000" flipH="1">
                      <a:off x="6434137" y="3977611"/>
                      <a:ext cx="303213" cy="303213"/>
                      <a:chOff x="5354637" y="3446463"/>
                      <a:chExt cx="214313" cy="214313"/>
                    </a:xfrm>
                  </p:grpSpPr>
                  <p:sp>
                    <p:nvSpPr>
                      <p:cNvPr id="22624" name="Arc 22623">
                        <a:extLst>
                          <a:ext uri="{FF2B5EF4-FFF2-40B4-BE49-F238E27FC236}">
                            <a16:creationId xmlns:a16="http://schemas.microsoft.com/office/drawing/2014/main" id="{05231B52-7D20-74FC-B2C7-1BF1E2ED4FC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625" name="Arc 22624">
                        <a:extLst>
                          <a:ext uri="{FF2B5EF4-FFF2-40B4-BE49-F238E27FC236}">
                            <a16:creationId xmlns:a16="http://schemas.microsoft.com/office/drawing/2014/main" id="{7571954B-E65D-278F-2B10-70610C835C3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620" name="Group 22619">
                      <a:extLst>
                        <a:ext uri="{FF2B5EF4-FFF2-40B4-BE49-F238E27FC236}">
                          <a16:creationId xmlns:a16="http://schemas.microsoft.com/office/drawing/2014/main" id="{9A76E3F1-8121-60DE-6DC0-1E5D3D4E6FEB}"/>
                        </a:ext>
                      </a:extLst>
                    </p:cNvPr>
                    <p:cNvGrpSpPr/>
                    <p:nvPr/>
                  </p:nvGrpSpPr>
                  <p:grpSpPr>
                    <a:xfrm rot="14400000" flipH="1">
                      <a:off x="6389147" y="3932622"/>
                      <a:ext cx="393192" cy="393192"/>
                      <a:chOff x="5354637" y="3446463"/>
                      <a:chExt cx="214313" cy="214313"/>
                    </a:xfrm>
                  </p:grpSpPr>
                  <p:sp>
                    <p:nvSpPr>
                      <p:cNvPr id="22622" name="Arc 22621">
                        <a:extLst>
                          <a:ext uri="{FF2B5EF4-FFF2-40B4-BE49-F238E27FC236}">
                            <a16:creationId xmlns:a16="http://schemas.microsoft.com/office/drawing/2014/main" id="{CB28D8C3-D30E-1029-5BCA-D59C0768048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623" name="Arc 22622">
                        <a:extLst>
                          <a:ext uri="{FF2B5EF4-FFF2-40B4-BE49-F238E27FC236}">
                            <a16:creationId xmlns:a16="http://schemas.microsoft.com/office/drawing/2014/main" id="{095444AC-6696-4433-57C9-C5138F078CC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621" name="TextBox 22620">
                      <a:extLst>
                        <a:ext uri="{FF2B5EF4-FFF2-40B4-BE49-F238E27FC236}">
                          <a16:creationId xmlns:a16="http://schemas.microsoft.com/office/drawing/2014/main" id="{D09B76B5-C565-5633-2B71-60887F5B7140}"/>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567" name="Group 22566">
                  <a:extLst>
                    <a:ext uri="{FF2B5EF4-FFF2-40B4-BE49-F238E27FC236}">
                      <a16:creationId xmlns:a16="http://schemas.microsoft.com/office/drawing/2014/main" id="{0CDC1D12-7CC5-3EC9-83E0-9CBCB8CB52CE}"/>
                    </a:ext>
                  </a:extLst>
                </p:cNvPr>
                <p:cNvGrpSpPr/>
                <p:nvPr/>
              </p:nvGrpSpPr>
              <p:grpSpPr>
                <a:xfrm>
                  <a:off x="6069086" y="3246228"/>
                  <a:ext cx="1019224" cy="991639"/>
                  <a:chOff x="5886431" y="3225768"/>
                  <a:chExt cx="1019224" cy="991639"/>
                </a:xfrm>
              </p:grpSpPr>
              <p:grpSp>
                <p:nvGrpSpPr>
                  <p:cNvPr id="22568" name="Group 22567">
                    <a:extLst>
                      <a:ext uri="{FF2B5EF4-FFF2-40B4-BE49-F238E27FC236}">
                        <a16:creationId xmlns:a16="http://schemas.microsoft.com/office/drawing/2014/main" id="{E5ADDABB-9B0A-70F6-A6DE-90706F3DE110}"/>
                      </a:ext>
                    </a:extLst>
                  </p:cNvPr>
                  <p:cNvGrpSpPr/>
                  <p:nvPr/>
                </p:nvGrpSpPr>
                <p:grpSpPr>
                  <a:xfrm>
                    <a:off x="6197413" y="3824215"/>
                    <a:ext cx="393192" cy="393192"/>
                    <a:chOff x="5265196" y="3357021"/>
                    <a:chExt cx="393192" cy="393192"/>
                  </a:xfrm>
                </p:grpSpPr>
                <p:grpSp>
                  <p:nvGrpSpPr>
                    <p:cNvPr id="22603" name="Group 22602">
                      <a:extLst>
                        <a:ext uri="{FF2B5EF4-FFF2-40B4-BE49-F238E27FC236}">
                          <a16:creationId xmlns:a16="http://schemas.microsoft.com/office/drawing/2014/main" id="{AE8C1445-E86F-65F2-4B09-F1890229014A}"/>
                        </a:ext>
                      </a:extLst>
                    </p:cNvPr>
                    <p:cNvGrpSpPr/>
                    <p:nvPr/>
                  </p:nvGrpSpPr>
                  <p:grpSpPr>
                    <a:xfrm rot="14400000">
                      <a:off x="5265196" y="3357021"/>
                      <a:ext cx="393192" cy="393192"/>
                      <a:chOff x="5354637" y="3446463"/>
                      <a:chExt cx="214313" cy="214313"/>
                    </a:xfrm>
                  </p:grpSpPr>
                  <p:sp>
                    <p:nvSpPr>
                      <p:cNvPr id="22612" name="Arc 22611">
                        <a:extLst>
                          <a:ext uri="{FF2B5EF4-FFF2-40B4-BE49-F238E27FC236}">
                            <a16:creationId xmlns:a16="http://schemas.microsoft.com/office/drawing/2014/main" id="{1A0F4D90-6699-4A61-079D-5C42823BB06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613" name="Arc 22612">
                        <a:extLst>
                          <a:ext uri="{FF2B5EF4-FFF2-40B4-BE49-F238E27FC236}">
                            <a16:creationId xmlns:a16="http://schemas.microsoft.com/office/drawing/2014/main" id="{31E87CB7-44B5-25AD-0F83-D8F521D8838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604" name="Group 22603">
                      <a:extLst>
                        <a:ext uri="{FF2B5EF4-FFF2-40B4-BE49-F238E27FC236}">
                          <a16:creationId xmlns:a16="http://schemas.microsoft.com/office/drawing/2014/main" id="{78E7645D-A19C-3FAD-DD44-D848D1384223}"/>
                        </a:ext>
                      </a:extLst>
                    </p:cNvPr>
                    <p:cNvGrpSpPr/>
                    <p:nvPr/>
                  </p:nvGrpSpPr>
                  <p:grpSpPr>
                    <a:xfrm>
                      <a:off x="5310186" y="3402011"/>
                      <a:ext cx="303213" cy="303213"/>
                      <a:chOff x="5310186" y="3402011"/>
                      <a:chExt cx="303213" cy="303213"/>
                    </a:xfrm>
                  </p:grpSpPr>
                  <p:grpSp>
                    <p:nvGrpSpPr>
                      <p:cNvPr id="22605" name="Group 22604">
                        <a:extLst>
                          <a:ext uri="{FF2B5EF4-FFF2-40B4-BE49-F238E27FC236}">
                            <a16:creationId xmlns:a16="http://schemas.microsoft.com/office/drawing/2014/main" id="{DD1F98D4-C189-C09C-D95F-57E850ECD35B}"/>
                          </a:ext>
                        </a:extLst>
                      </p:cNvPr>
                      <p:cNvGrpSpPr/>
                      <p:nvPr/>
                    </p:nvGrpSpPr>
                    <p:grpSpPr>
                      <a:xfrm>
                        <a:off x="5354636" y="3446461"/>
                        <a:ext cx="214313" cy="214313"/>
                        <a:chOff x="5354637" y="3446463"/>
                        <a:chExt cx="214313" cy="214313"/>
                      </a:xfrm>
                    </p:grpSpPr>
                    <p:sp>
                      <p:nvSpPr>
                        <p:cNvPr id="22610" name="Arc 22609">
                          <a:extLst>
                            <a:ext uri="{FF2B5EF4-FFF2-40B4-BE49-F238E27FC236}">
                              <a16:creationId xmlns:a16="http://schemas.microsoft.com/office/drawing/2014/main" id="{9B7AA4E7-CF9A-C78C-4C9A-A8058D05A98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611" name="Arc 22610">
                          <a:extLst>
                            <a:ext uri="{FF2B5EF4-FFF2-40B4-BE49-F238E27FC236}">
                              <a16:creationId xmlns:a16="http://schemas.microsoft.com/office/drawing/2014/main" id="{C7997942-1A7D-42A4-F9D2-2BB81AFFB30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606" name="Group 22605">
                        <a:extLst>
                          <a:ext uri="{FF2B5EF4-FFF2-40B4-BE49-F238E27FC236}">
                            <a16:creationId xmlns:a16="http://schemas.microsoft.com/office/drawing/2014/main" id="{8A0DADF8-2FD6-1A78-04A1-4A456D8B5AB0}"/>
                          </a:ext>
                        </a:extLst>
                      </p:cNvPr>
                      <p:cNvGrpSpPr/>
                      <p:nvPr/>
                    </p:nvGrpSpPr>
                    <p:grpSpPr>
                      <a:xfrm rot="7200000">
                        <a:off x="5310186" y="3402011"/>
                        <a:ext cx="303213" cy="303213"/>
                        <a:chOff x="5354637" y="3446463"/>
                        <a:chExt cx="214313" cy="214313"/>
                      </a:xfrm>
                    </p:grpSpPr>
                    <p:sp>
                      <p:nvSpPr>
                        <p:cNvPr id="22608" name="Arc 22607">
                          <a:extLst>
                            <a:ext uri="{FF2B5EF4-FFF2-40B4-BE49-F238E27FC236}">
                              <a16:creationId xmlns:a16="http://schemas.microsoft.com/office/drawing/2014/main" id="{A01061D9-9A0D-9CF3-50F6-AB7C8F6130D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609" name="Arc 22608">
                          <a:extLst>
                            <a:ext uri="{FF2B5EF4-FFF2-40B4-BE49-F238E27FC236}">
                              <a16:creationId xmlns:a16="http://schemas.microsoft.com/office/drawing/2014/main" id="{CAC2A844-E15C-3B36-7FF7-5753A654588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607" name="TextBox 22606">
                        <a:extLst>
                          <a:ext uri="{FF2B5EF4-FFF2-40B4-BE49-F238E27FC236}">
                            <a16:creationId xmlns:a16="http://schemas.microsoft.com/office/drawing/2014/main" id="{DD79F980-E00E-78A2-553D-0966EF4A9ABA}"/>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569" name="Group 22568">
                    <a:extLst>
                      <a:ext uri="{FF2B5EF4-FFF2-40B4-BE49-F238E27FC236}">
                        <a16:creationId xmlns:a16="http://schemas.microsoft.com/office/drawing/2014/main" id="{4EB31619-D309-5F14-767F-9D86541D82D1}"/>
                      </a:ext>
                    </a:extLst>
                  </p:cNvPr>
                  <p:cNvGrpSpPr/>
                  <p:nvPr/>
                </p:nvGrpSpPr>
                <p:grpSpPr>
                  <a:xfrm>
                    <a:off x="5886431" y="3525040"/>
                    <a:ext cx="393192" cy="393192"/>
                    <a:chOff x="5265196" y="3932619"/>
                    <a:chExt cx="393192" cy="393192"/>
                  </a:xfrm>
                </p:grpSpPr>
                <p:grpSp>
                  <p:nvGrpSpPr>
                    <p:cNvPr id="22593" name="Group 22592">
                      <a:extLst>
                        <a:ext uri="{FF2B5EF4-FFF2-40B4-BE49-F238E27FC236}">
                          <a16:creationId xmlns:a16="http://schemas.microsoft.com/office/drawing/2014/main" id="{C73EE120-CCB5-F732-D385-7BBE769C5856}"/>
                        </a:ext>
                      </a:extLst>
                    </p:cNvPr>
                    <p:cNvGrpSpPr/>
                    <p:nvPr/>
                  </p:nvGrpSpPr>
                  <p:grpSpPr>
                    <a:xfrm>
                      <a:off x="5354636" y="4022061"/>
                      <a:ext cx="214313" cy="214313"/>
                      <a:chOff x="5354637" y="3446463"/>
                      <a:chExt cx="214313" cy="214313"/>
                    </a:xfrm>
                  </p:grpSpPr>
                  <p:sp>
                    <p:nvSpPr>
                      <p:cNvPr id="22601" name="Arc 22600">
                        <a:extLst>
                          <a:ext uri="{FF2B5EF4-FFF2-40B4-BE49-F238E27FC236}">
                            <a16:creationId xmlns:a16="http://schemas.microsoft.com/office/drawing/2014/main" id="{A570CB8D-CA91-AA78-15E7-FD381C27B33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602" name="Arc 22601">
                        <a:extLst>
                          <a:ext uri="{FF2B5EF4-FFF2-40B4-BE49-F238E27FC236}">
                            <a16:creationId xmlns:a16="http://schemas.microsoft.com/office/drawing/2014/main" id="{4C0CA904-FA40-993E-6E12-571AEC46FC5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594" name="Group 22593">
                      <a:extLst>
                        <a:ext uri="{FF2B5EF4-FFF2-40B4-BE49-F238E27FC236}">
                          <a16:creationId xmlns:a16="http://schemas.microsoft.com/office/drawing/2014/main" id="{F63A551E-AA5D-0D20-4C1D-8374A619B037}"/>
                        </a:ext>
                      </a:extLst>
                    </p:cNvPr>
                    <p:cNvGrpSpPr/>
                    <p:nvPr/>
                  </p:nvGrpSpPr>
                  <p:grpSpPr>
                    <a:xfrm rot="14400000">
                      <a:off x="5310186" y="3977611"/>
                      <a:ext cx="303213" cy="303213"/>
                      <a:chOff x="5354637" y="3446463"/>
                      <a:chExt cx="214313" cy="214313"/>
                    </a:xfrm>
                  </p:grpSpPr>
                  <p:sp>
                    <p:nvSpPr>
                      <p:cNvPr id="22599" name="Arc 22598">
                        <a:extLst>
                          <a:ext uri="{FF2B5EF4-FFF2-40B4-BE49-F238E27FC236}">
                            <a16:creationId xmlns:a16="http://schemas.microsoft.com/office/drawing/2014/main" id="{C7CB3A8D-AB57-C2EA-DC70-BC1F3956DA5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600" name="Arc 22599">
                        <a:extLst>
                          <a:ext uri="{FF2B5EF4-FFF2-40B4-BE49-F238E27FC236}">
                            <a16:creationId xmlns:a16="http://schemas.microsoft.com/office/drawing/2014/main" id="{5130F1BA-EE72-FFFF-5022-16C9C4A8C8B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595" name="Group 22594">
                      <a:extLst>
                        <a:ext uri="{FF2B5EF4-FFF2-40B4-BE49-F238E27FC236}">
                          <a16:creationId xmlns:a16="http://schemas.microsoft.com/office/drawing/2014/main" id="{F11EBD66-C9FF-DE3E-12D1-433485764678}"/>
                        </a:ext>
                      </a:extLst>
                    </p:cNvPr>
                    <p:cNvGrpSpPr/>
                    <p:nvPr/>
                  </p:nvGrpSpPr>
                  <p:grpSpPr>
                    <a:xfrm rot="7200000">
                      <a:off x="5265196" y="3932619"/>
                      <a:ext cx="393192" cy="393192"/>
                      <a:chOff x="5354637" y="3446463"/>
                      <a:chExt cx="214313" cy="214313"/>
                    </a:xfrm>
                  </p:grpSpPr>
                  <p:sp>
                    <p:nvSpPr>
                      <p:cNvPr id="22597" name="Arc 22596">
                        <a:extLst>
                          <a:ext uri="{FF2B5EF4-FFF2-40B4-BE49-F238E27FC236}">
                            <a16:creationId xmlns:a16="http://schemas.microsoft.com/office/drawing/2014/main" id="{8B4AC1DB-4563-BA9E-E96B-1B9C1E00A4A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598" name="Arc 22597">
                        <a:extLst>
                          <a:ext uri="{FF2B5EF4-FFF2-40B4-BE49-F238E27FC236}">
                            <a16:creationId xmlns:a16="http://schemas.microsoft.com/office/drawing/2014/main" id="{254F00F3-8C95-AFF2-D96A-799114DF40A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596" name="TextBox 22595">
                      <a:extLst>
                        <a:ext uri="{FF2B5EF4-FFF2-40B4-BE49-F238E27FC236}">
                          <a16:creationId xmlns:a16="http://schemas.microsoft.com/office/drawing/2014/main" id="{95827CC5-6244-13AD-F3BE-B74F09F5096F}"/>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2570" name="Group 22569">
                    <a:extLst>
                      <a:ext uri="{FF2B5EF4-FFF2-40B4-BE49-F238E27FC236}">
                        <a16:creationId xmlns:a16="http://schemas.microsoft.com/office/drawing/2014/main" id="{E8CE4817-5A69-DB3E-C821-70F5C70D140E}"/>
                      </a:ext>
                    </a:extLst>
                  </p:cNvPr>
                  <p:cNvGrpSpPr/>
                  <p:nvPr/>
                </p:nvGrpSpPr>
                <p:grpSpPr>
                  <a:xfrm>
                    <a:off x="6512463" y="3525040"/>
                    <a:ext cx="393192" cy="393192"/>
                    <a:chOff x="6389147" y="3357021"/>
                    <a:chExt cx="393192" cy="393192"/>
                  </a:xfrm>
                </p:grpSpPr>
                <p:grpSp>
                  <p:nvGrpSpPr>
                    <p:cNvPr id="22582" name="Group 22581">
                      <a:extLst>
                        <a:ext uri="{FF2B5EF4-FFF2-40B4-BE49-F238E27FC236}">
                          <a16:creationId xmlns:a16="http://schemas.microsoft.com/office/drawing/2014/main" id="{64BB436F-6405-CB33-0E4D-F831C23636B6}"/>
                        </a:ext>
                      </a:extLst>
                    </p:cNvPr>
                    <p:cNvGrpSpPr/>
                    <p:nvPr/>
                  </p:nvGrpSpPr>
                  <p:grpSpPr>
                    <a:xfrm rot="7200000" flipH="1">
                      <a:off x="6389147" y="3357021"/>
                      <a:ext cx="393192" cy="393192"/>
                      <a:chOff x="5354637" y="3446463"/>
                      <a:chExt cx="214313" cy="214313"/>
                    </a:xfrm>
                  </p:grpSpPr>
                  <p:sp>
                    <p:nvSpPr>
                      <p:cNvPr id="22591" name="Arc 22590">
                        <a:extLst>
                          <a:ext uri="{FF2B5EF4-FFF2-40B4-BE49-F238E27FC236}">
                            <a16:creationId xmlns:a16="http://schemas.microsoft.com/office/drawing/2014/main" id="{CCF0DFF6-F3AD-ABE6-A5C1-5AAC2FFCBF5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592" name="Arc 22591">
                        <a:extLst>
                          <a:ext uri="{FF2B5EF4-FFF2-40B4-BE49-F238E27FC236}">
                            <a16:creationId xmlns:a16="http://schemas.microsoft.com/office/drawing/2014/main" id="{C5D493EC-AEC2-2290-91F4-3364E005ACC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583" name="Group 22582">
                      <a:extLst>
                        <a:ext uri="{FF2B5EF4-FFF2-40B4-BE49-F238E27FC236}">
                          <a16:creationId xmlns:a16="http://schemas.microsoft.com/office/drawing/2014/main" id="{1A38F2EE-D584-D749-344D-BA6C50A48762}"/>
                        </a:ext>
                      </a:extLst>
                    </p:cNvPr>
                    <p:cNvGrpSpPr/>
                    <p:nvPr/>
                  </p:nvGrpSpPr>
                  <p:grpSpPr>
                    <a:xfrm>
                      <a:off x="6434137" y="3402011"/>
                      <a:ext cx="303213" cy="303213"/>
                      <a:chOff x="6434137" y="3402011"/>
                      <a:chExt cx="303213" cy="303213"/>
                    </a:xfrm>
                  </p:grpSpPr>
                  <p:grpSp>
                    <p:nvGrpSpPr>
                      <p:cNvPr id="22584" name="Group 22583">
                        <a:extLst>
                          <a:ext uri="{FF2B5EF4-FFF2-40B4-BE49-F238E27FC236}">
                            <a16:creationId xmlns:a16="http://schemas.microsoft.com/office/drawing/2014/main" id="{7F2FEA17-DFE8-EB97-0246-A07C445F29E9}"/>
                          </a:ext>
                        </a:extLst>
                      </p:cNvPr>
                      <p:cNvGrpSpPr/>
                      <p:nvPr/>
                    </p:nvGrpSpPr>
                    <p:grpSpPr>
                      <a:xfrm flipH="1">
                        <a:off x="6478587" y="3446461"/>
                        <a:ext cx="214313" cy="214313"/>
                        <a:chOff x="5354637" y="3446463"/>
                        <a:chExt cx="214313" cy="214313"/>
                      </a:xfrm>
                    </p:grpSpPr>
                    <p:sp>
                      <p:nvSpPr>
                        <p:cNvPr id="22589" name="Arc 22588">
                          <a:extLst>
                            <a:ext uri="{FF2B5EF4-FFF2-40B4-BE49-F238E27FC236}">
                              <a16:creationId xmlns:a16="http://schemas.microsoft.com/office/drawing/2014/main" id="{46227AF1-09A2-9C94-70A4-770253CB20E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590" name="Arc 22589">
                          <a:extLst>
                            <a:ext uri="{FF2B5EF4-FFF2-40B4-BE49-F238E27FC236}">
                              <a16:creationId xmlns:a16="http://schemas.microsoft.com/office/drawing/2014/main" id="{1E08D596-1C13-BB9E-AEF1-85160DC16B0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585" name="Group 22584">
                        <a:extLst>
                          <a:ext uri="{FF2B5EF4-FFF2-40B4-BE49-F238E27FC236}">
                            <a16:creationId xmlns:a16="http://schemas.microsoft.com/office/drawing/2014/main" id="{B61454B4-9D05-FDFC-A1C1-9C05D40A6A9D}"/>
                          </a:ext>
                        </a:extLst>
                      </p:cNvPr>
                      <p:cNvGrpSpPr/>
                      <p:nvPr/>
                    </p:nvGrpSpPr>
                    <p:grpSpPr>
                      <a:xfrm rot="14400000" flipH="1">
                        <a:off x="6434137" y="3402011"/>
                        <a:ext cx="303213" cy="303213"/>
                        <a:chOff x="5354637" y="3446463"/>
                        <a:chExt cx="214313" cy="214313"/>
                      </a:xfrm>
                    </p:grpSpPr>
                    <p:sp>
                      <p:nvSpPr>
                        <p:cNvPr id="22587" name="Arc 22586">
                          <a:extLst>
                            <a:ext uri="{FF2B5EF4-FFF2-40B4-BE49-F238E27FC236}">
                              <a16:creationId xmlns:a16="http://schemas.microsoft.com/office/drawing/2014/main" id="{2BE17BD5-8AA7-B92F-CC34-C40070F36B4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588" name="Arc 22587">
                          <a:extLst>
                            <a:ext uri="{FF2B5EF4-FFF2-40B4-BE49-F238E27FC236}">
                              <a16:creationId xmlns:a16="http://schemas.microsoft.com/office/drawing/2014/main" id="{92D86DE2-DD92-B609-C440-B3EA8BCE623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586" name="TextBox 22585">
                        <a:extLst>
                          <a:ext uri="{FF2B5EF4-FFF2-40B4-BE49-F238E27FC236}">
                            <a16:creationId xmlns:a16="http://schemas.microsoft.com/office/drawing/2014/main" id="{140AA0D3-9EA7-2C4E-25AD-2DE83C5B767C}"/>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571" name="Group 22570">
                    <a:extLst>
                      <a:ext uri="{FF2B5EF4-FFF2-40B4-BE49-F238E27FC236}">
                        <a16:creationId xmlns:a16="http://schemas.microsoft.com/office/drawing/2014/main" id="{EEADB643-5CF3-4F45-F7E6-777CE908BA02}"/>
                      </a:ext>
                    </a:extLst>
                  </p:cNvPr>
                  <p:cNvGrpSpPr/>
                  <p:nvPr/>
                </p:nvGrpSpPr>
                <p:grpSpPr>
                  <a:xfrm>
                    <a:off x="6197413" y="3225768"/>
                    <a:ext cx="393192" cy="393192"/>
                    <a:chOff x="6389147" y="3932622"/>
                    <a:chExt cx="393192" cy="393192"/>
                  </a:xfrm>
                </p:grpSpPr>
                <p:grpSp>
                  <p:nvGrpSpPr>
                    <p:cNvPr id="22572" name="Group 22571">
                      <a:extLst>
                        <a:ext uri="{FF2B5EF4-FFF2-40B4-BE49-F238E27FC236}">
                          <a16:creationId xmlns:a16="http://schemas.microsoft.com/office/drawing/2014/main" id="{D3B7A04D-DA87-FB6F-7A8E-000474AC6C62}"/>
                        </a:ext>
                      </a:extLst>
                    </p:cNvPr>
                    <p:cNvGrpSpPr/>
                    <p:nvPr/>
                  </p:nvGrpSpPr>
                  <p:grpSpPr>
                    <a:xfrm flipH="1">
                      <a:off x="6478587" y="4022061"/>
                      <a:ext cx="214313" cy="214313"/>
                      <a:chOff x="5354637" y="3446463"/>
                      <a:chExt cx="214313" cy="214313"/>
                    </a:xfrm>
                  </p:grpSpPr>
                  <p:sp>
                    <p:nvSpPr>
                      <p:cNvPr id="22580" name="Arc 22579">
                        <a:extLst>
                          <a:ext uri="{FF2B5EF4-FFF2-40B4-BE49-F238E27FC236}">
                            <a16:creationId xmlns:a16="http://schemas.microsoft.com/office/drawing/2014/main" id="{C58122EA-13BE-1D53-155E-2F1FD43A0D3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581" name="Arc 22580">
                        <a:extLst>
                          <a:ext uri="{FF2B5EF4-FFF2-40B4-BE49-F238E27FC236}">
                            <a16:creationId xmlns:a16="http://schemas.microsoft.com/office/drawing/2014/main" id="{3DC9B3EB-4A3E-4542-9CC4-E5A1F6D156D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573" name="Group 22572">
                      <a:extLst>
                        <a:ext uri="{FF2B5EF4-FFF2-40B4-BE49-F238E27FC236}">
                          <a16:creationId xmlns:a16="http://schemas.microsoft.com/office/drawing/2014/main" id="{0BF22CAC-6EF4-90CC-11AF-7497AB5BBB1F}"/>
                        </a:ext>
                      </a:extLst>
                    </p:cNvPr>
                    <p:cNvGrpSpPr/>
                    <p:nvPr/>
                  </p:nvGrpSpPr>
                  <p:grpSpPr>
                    <a:xfrm rot="7200000" flipH="1">
                      <a:off x="6434137" y="3977611"/>
                      <a:ext cx="303213" cy="303213"/>
                      <a:chOff x="5354637" y="3446463"/>
                      <a:chExt cx="214313" cy="214313"/>
                    </a:xfrm>
                  </p:grpSpPr>
                  <p:sp>
                    <p:nvSpPr>
                      <p:cNvPr id="22578" name="Arc 22577">
                        <a:extLst>
                          <a:ext uri="{FF2B5EF4-FFF2-40B4-BE49-F238E27FC236}">
                            <a16:creationId xmlns:a16="http://schemas.microsoft.com/office/drawing/2014/main" id="{4CD8825D-32F2-5011-0E9D-AA81FF3EED9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579" name="Arc 22578">
                        <a:extLst>
                          <a:ext uri="{FF2B5EF4-FFF2-40B4-BE49-F238E27FC236}">
                            <a16:creationId xmlns:a16="http://schemas.microsoft.com/office/drawing/2014/main" id="{1DF6834A-DE49-25A4-BDD8-4183FF6021C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574" name="Group 22573">
                      <a:extLst>
                        <a:ext uri="{FF2B5EF4-FFF2-40B4-BE49-F238E27FC236}">
                          <a16:creationId xmlns:a16="http://schemas.microsoft.com/office/drawing/2014/main" id="{AC1BB2C9-47F7-E6C9-215C-2272FE6F5EE6}"/>
                        </a:ext>
                      </a:extLst>
                    </p:cNvPr>
                    <p:cNvGrpSpPr/>
                    <p:nvPr/>
                  </p:nvGrpSpPr>
                  <p:grpSpPr>
                    <a:xfrm rot="14400000" flipH="1">
                      <a:off x="6389147" y="3932622"/>
                      <a:ext cx="393192" cy="393192"/>
                      <a:chOff x="5354637" y="3446463"/>
                      <a:chExt cx="214313" cy="214313"/>
                    </a:xfrm>
                  </p:grpSpPr>
                  <p:sp>
                    <p:nvSpPr>
                      <p:cNvPr id="22576" name="Arc 22575">
                        <a:extLst>
                          <a:ext uri="{FF2B5EF4-FFF2-40B4-BE49-F238E27FC236}">
                            <a16:creationId xmlns:a16="http://schemas.microsoft.com/office/drawing/2014/main" id="{74EC4A2B-3B5E-66B1-106E-B0F1C9E5CD1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577" name="Arc 22576">
                        <a:extLst>
                          <a:ext uri="{FF2B5EF4-FFF2-40B4-BE49-F238E27FC236}">
                            <a16:creationId xmlns:a16="http://schemas.microsoft.com/office/drawing/2014/main" id="{4269F3CC-B6D4-BA2C-BDEF-2D8991DBFCA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575" name="TextBox 22574">
                      <a:extLst>
                        <a:ext uri="{FF2B5EF4-FFF2-40B4-BE49-F238E27FC236}">
                          <a16:creationId xmlns:a16="http://schemas.microsoft.com/office/drawing/2014/main" id="{008914FC-F762-B610-357F-35DA47678ACE}"/>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21418" name="Group 21417">
              <a:extLst>
                <a:ext uri="{FF2B5EF4-FFF2-40B4-BE49-F238E27FC236}">
                  <a16:creationId xmlns:a16="http://schemas.microsoft.com/office/drawing/2014/main" id="{1663006E-6730-1473-AAA0-34027CAC8FE4}"/>
                </a:ext>
              </a:extLst>
            </p:cNvPr>
            <p:cNvGrpSpPr/>
            <p:nvPr/>
          </p:nvGrpSpPr>
          <p:grpSpPr>
            <a:xfrm>
              <a:off x="5257729" y="-658620"/>
              <a:ext cx="2263438" cy="2198360"/>
              <a:chOff x="5445106" y="2039507"/>
              <a:chExt cx="2263438" cy="2198360"/>
            </a:xfrm>
          </p:grpSpPr>
          <p:grpSp>
            <p:nvGrpSpPr>
              <p:cNvPr id="22374" name="Group 22373">
                <a:extLst>
                  <a:ext uri="{FF2B5EF4-FFF2-40B4-BE49-F238E27FC236}">
                    <a16:creationId xmlns:a16="http://schemas.microsoft.com/office/drawing/2014/main" id="{C8DD29D3-31B0-6F65-CD2B-9669E0FE1864}"/>
                  </a:ext>
                </a:extLst>
              </p:cNvPr>
              <p:cNvGrpSpPr/>
              <p:nvPr/>
            </p:nvGrpSpPr>
            <p:grpSpPr>
              <a:xfrm>
                <a:off x="5445106" y="2644743"/>
                <a:ext cx="1643204" cy="1593124"/>
                <a:chOff x="5445106" y="2644743"/>
                <a:chExt cx="1643204" cy="1593124"/>
              </a:xfrm>
            </p:grpSpPr>
            <p:grpSp>
              <p:nvGrpSpPr>
                <p:cNvPr id="22470" name="Group 22469">
                  <a:extLst>
                    <a:ext uri="{FF2B5EF4-FFF2-40B4-BE49-F238E27FC236}">
                      <a16:creationId xmlns:a16="http://schemas.microsoft.com/office/drawing/2014/main" id="{ABF6CB11-B223-12D5-505E-40F73336ADE4}"/>
                    </a:ext>
                  </a:extLst>
                </p:cNvPr>
                <p:cNvGrpSpPr/>
                <p:nvPr/>
              </p:nvGrpSpPr>
              <p:grpSpPr>
                <a:xfrm>
                  <a:off x="5445106" y="2644743"/>
                  <a:ext cx="1019224" cy="991639"/>
                  <a:chOff x="5886431" y="3225768"/>
                  <a:chExt cx="1019224" cy="991639"/>
                </a:xfrm>
              </p:grpSpPr>
              <p:grpSp>
                <p:nvGrpSpPr>
                  <p:cNvPr id="22518" name="Group 22517">
                    <a:extLst>
                      <a:ext uri="{FF2B5EF4-FFF2-40B4-BE49-F238E27FC236}">
                        <a16:creationId xmlns:a16="http://schemas.microsoft.com/office/drawing/2014/main" id="{466A625A-A585-D5C7-EB32-8CF246EA3C07}"/>
                      </a:ext>
                    </a:extLst>
                  </p:cNvPr>
                  <p:cNvGrpSpPr/>
                  <p:nvPr/>
                </p:nvGrpSpPr>
                <p:grpSpPr>
                  <a:xfrm>
                    <a:off x="6197413" y="3824215"/>
                    <a:ext cx="393192" cy="393192"/>
                    <a:chOff x="5265196" y="3357021"/>
                    <a:chExt cx="393192" cy="393192"/>
                  </a:xfrm>
                </p:grpSpPr>
                <p:grpSp>
                  <p:nvGrpSpPr>
                    <p:cNvPr id="22553" name="Group 22552">
                      <a:extLst>
                        <a:ext uri="{FF2B5EF4-FFF2-40B4-BE49-F238E27FC236}">
                          <a16:creationId xmlns:a16="http://schemas.microsoft.com/office/drawing/2014/main" id="{3A7A4510-21DA-E495-0FFA-99BF76E3091A}"/>
                        </a:ext>
                      </a:extLst>
                    </p:cNvPr>
                    <p:cNvGrpSpPr/>
                    <p:nvPr/>
                  </p:nvGrpSpPr>
                  <p:grpSpPr>
                    <a:xfrm rot="14400000">
                      <a:off x="5265196" y="3357021"/>
                      <a:ext cx="393192" cy="393192"/>
                      <a:chOff x="5354637" y="3446463"/>
                      <a:chExt cx="214313" cy="214313"/>
                    </a:xfrm>
                  </p:grpSpPr>
                  <p:sp>
                    <p:nvSpPr>
                      <p:cNvPr id="22562" name="Arc 22561">
                        <a:extLst>
                          <a:ext uri="{FF2B5EF4-FFF2-40B4-BE49-F238E27FC236}">
                            <a16:creationId xmlns:a16="http://schemas.microsoft.com/office/drawing/2014/main" id="{A7D2F5B1-E5BA-EC87-F8B6-6346F73851D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563" name="Arc 22562">
                        <a:extLst>
                          <a:ext uri="{FF2B5EF4-FFF2-40B4-BE49-F238E27FC236}">
                            <a16:creationId xmlns:a16="http://schemas.microsoft.com/office/drawing/2014/main" id="{F534CDA1-6CD4-B22B-CEEC-C3ABE693861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554" name="Group 22553">
                      <a:extLst>
                        <a:ext uri="{FF2B5EF4-FFF2-40B4-BE49-F238E27FC236}">
                          <a16:creationId xmlns:a16="http://schemas.microsoft.com/office/drawing/2014/main" id="{6542B1EA-93CC-CA22-39EF-B5D0284040BE}"/>
                        </a:ext>
                      </a:extLst>
                    </p:cNvPr>
                    <p:cNvGrpSpPr/>
                    <p:nvPr/>
                  </p:nvGrpSpPr>
                  <p:grpSpPr>
                    <a:xfrm>
                      <a:off x="5310186" y="3402011"/>
                      <a:ext cx="303213" cy="303213"/>
                      <a:chOff x="5310186" y="3402011"/>
                      <a:chExt cx="303213" cy="303213"/>
                    </a:xfrm>
                  </p:grpSpPr>
                  <p:grpSp>
                    <p:nvGrpSpPr>
                      <p:cNvPr id="22555" name="Group 22554">
                        <a:extLst>
                          <a:ext uri="{FF2B5EF4-FFF2-40B4-BE49-F238E27FC236}">
                            <a16:creationId xmlns:a16="http://schemas.microsoft.com/office/drawing/2014/main" id="{202B3451-1CA4-E280-BDCF-49FA469AB5C9}"/>
                          </a:ext>
                        </a:extLst>
                      </p:cNvPr>
                      <p:cNvGrpSpPr/>
                      <p:nvPr/>
                    </p:nvGrpSpPr>
                    <p:grpSpPr>
                      <a:xfrm>
                        <a:off x="5354636" y="3446461"/>
                        <a:ext cx="214313" cy="214313"/>
                        <a:chOff x="5354637" y="3446463"/>
                        <a:chExt cx="214313" cy="214313"/>
                      </a:xfrm>
                    </p:grpSpPr>
                    <p:sp>
                      <p:nvSpPr>
                        <p:cNvPr id="22560" name="Arc 22559">
                          <a:extLst>
                            <a:ext uri="{FF2B5EF4-FFF2-40B4-BE49-F238E27FC236}">
                              <a16:creationId xmlns:a16="http://schemas.microsoft.com/office/drawing/2014/main" id="{44E75ACF-24E2-3915-091B-71C959126A2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561" name="Arc 22560">
                          <a:extLst>
                            <a:ext uri="{FF2B5EF4-FFF2-40B4-BE49-F238E27FC236}">
                              <a16:creationId xmlns:a16="http://schemas.microsoft.com/office/drawing/2014/main" id="{D744BDEA-9D3A-AE48-0CBB-5F6171D0F70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556" name="Group 22555">
                        <a:extLst>
                          <a:ext uri="{FF2B5EF4-FFF2-40B4-BE49-F238E27FC236}">
                            <a16:creationId xmlns:a16="http://schemas.microsoft.com/office/drawing/2014/main" id="{8348BF3B-E45A-5CD2-CCD0-39A92341B709}"/>
                          </a:ext>
                        </a:extLst>
                      </p:cNvPr>
                      <p:cNvGrpSpPr/>
                      <p:nvPr/>
                    </p:nvGrpSpPr>
                    <p:grpSpPr>
                      <a:xfrm rot="7200000">
                        <a:off x="5310186" y="3402011"/>
                        <a:ext cx="303213" cy="303213"/>
                        <a:chOff x="5354637" y="3446463"/>
                        <a:chExt cx="214313" cy="214313"/>
                      </a:xfrm>
                    </p:grpSpPr>
                    <p:sp>
                      <p:nvSpPr>
                        <p:cNvPr id="22558" name="Arc 22557">
                          <a:extLst>
                            <a:ext uri="{FF2B5EF4-FFF2-40B4-BE49-F238E27FC236}">
                              <a16:creationId xmlns:a16="http://schemas.microsoft.com/office/drawing/2014/main" id="{4F53A8FF-E25C-3813-C946-C1598F9EABB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559" name="Arc 22558">
                          <a:extLst>
                            <a:ext uri="{FF2B5EF4-FFF2-40B4-BE49-F238E27FC236}">
                              <a16:creationId xmlns:a16="http://schemas.microsoft.com/office/drawing/2014/main" id="{80D8986C-70B2-95B8-5357-015A72D130B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557" name="TextBox 22556">
                        <a:extLst>
                          <a:ext uri="{FF2B5EF4-FFF2-40B4-BE49-F238E27FC236}">
                            <a16:creationId xmlns:a16="http://schemas.microsoft.com/office/drawing/2014/main" id="{34E7F3F0-8331-F0CD-D86A-6D9DE4979EED}"/>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519" name="Group 22518">
                    <a:extLst>
                      <a:ext uri="{FF2B5EF4-FFF2-40B4-BE49-F238E27FC236}">
                        <a16:creationId xmlns:a16="http://schemas.microsoft.com/office/drawing/2014/main" id="{ECAEF759-D1A7-5BDD-295E-BDC71E4B895C}"/>
                      </a:ext>
                    </a:extLst>
                  </p:cNvPr>
                  <p:cNvGrpSpPr/>
                  <p:nvPr/>
                </p:nvGrpSpPr>
                <p:grpSpPr>
                  <a:xfrm>
                    <a:off x="5886431" y="3525040"/>
                    <a:ext cx="393192" cy="393192"/>
                    <a:chOff x="5265196" y="3932619"/>
                    <a:chExt cx="393192" cy="393192"/>
                  </a:xfrm>
                </p:grpSpPr>
                <p:grpSp>
                  <p:nvGrpSpPr>
                    <p:cNvPr id="22543" name="Group 22542">
                      <a:extLst>
                        <a:ext uri="{FF2B5EF4-FFF2-40B4-BE49-F238E27FC236}">
                          <a16:creationId xmlns:a16="http://schemas.microsoft.com/office/drawing/2014/main" id="{2558D754-C49F-9ED3-754C-C229ED750FBA}"/>
                        </a:ext>
                      </a:extLst>
                    </p:cNvPr>
                    <p:cNvGrpSpPr/>
                    <p:nvPr/>
                  </p:nvGrpSpPr>
                  <p:grpSpPr>
                    <a:xfrm>
                      <a:off x="5354636" y="4022061"/>
                      <a:ext cx="214313" cy="214313"/>
                      <a:chOff x="5354637" y="3446463"/>
                      <a:chExt cx="214313" cy="214313"/>
                    </a:xfrm>
                  </p:grpSpPr>
                  <p:sp>
                    <p:nvSpPr>
                      <p:cNvPr id="22551" name="Arc 22550">
                        <a:extLst>
                          <a:ext uri="{FF2B5EF4-FFF2-40B4-BE49-F238E27FC236}">
                            <a16:creationId xmlns:a16="http://schemas.microsoft.com/office/drawing/2014/main" id="{0FB99DD2-A890-9975-655B-1B3B993E63F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552" name="Arc 22551">
                        <a:extLst>
                          <a:ext uri="{FF2B5EF4-FFF2-40B4-BE49-F238E27FC236}">
                            <a16:creationId xmlns:a16="http://schemas.microsoft.com/office/drawing/2014/main" id="{822BAF49-1A5D-0B31-C045-46213B8E85C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544" name="Group 22543">
                      <a:extLst>
                        <a:ext uri="{FF2B5EF4-FFF2-40B4-BE49-F238E27FC236}">
                          <a16:creationId xmlns:a16="http://schemas.microsoft.com/office/drawing/2014/main" id="{6DDECD24-2FFA-9681-BEF4-699663D6F6F9}"/>
                        </a:ext>
                      </a:extLst>
                    </p:cNvPr>
                    <p:cNvGrpSpPr/>
                    <p:nvPr/>
                  </p:nvGrpSpPr>
                  <p:grpSpPr>
                    <a:xfrm rot="14400000">
                      <a:off x="5310186" y="3977611"/>
                      <a:ext cx="303213" cy="303213"/>
                      <a:chOff x="5354637" y="3446463"/>
                      <a:chExt cx="214313" cy="214313"/>
                    </a:xfrm>
                  </p:grpSpPr>
                  <p:sp>
                    <p:nvSpPr>
                      <p:cNvPr id="22549" name="Arc 22548">
                        <a:extLst>
                          <a:ext uri="{FF2B5EF4-FFF2-40B4-BE49-F238E27FC236}">
                            <a16:creationId xmlns:a16="http://schemas.microsoft.com/office/drawing/2014/main" id="{DC9985AE-AA28-E5D7-8927-DECC6B79815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550" name="Arc 22549">
                        <a:extLst>
                          <a:ext uri="{FF2B5EF4-FFF2-40B4-BE49-F238E27FC236}">
                            <a16:creationId xmlns:a16="http://schemas.microsoft.com/office/drawing/2014/main" id="{7FEF8990-DD72-D939-84BF-CA90C044225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545" name="Group 22544">
                      <a:extLst>
                        <a:ext uri="{FF2B5EF4-FFF2-40B4-BE49-F238E27FC236}">
                          <a16:creationId xmlns:a16="http://schemas.microsoft.com/office/drawing/2014/main" id="{C67A62B5-E1C0-9BFF-B5D6-79C2FDA52CDE}"/>
                        </a:ext>
                      </a:extLst>
                    </p:cNvPr>
                    <p:cNvGrpSpPr/>
                    <p:nvPr/>
                  </p:nvGrpSpPr>
                  <p:grpSpPr>
                    <a:xfrm rot="7200000">
                      <a:off x="5265196" y="3932619"/>
                      <a:ext cx="393192" cy="393192"/>
                      <a:chOff x="5354637" y="3446463"/>
                      <a:chExt cx="214313" cy="214313"/>
                    </a:xfrm>
                  </p:grpSpPr>
                  <p:sp>
                    <p:nvSpPr>
                      <p:cNvPr id="22547" name="Arc 22546">
                        <a:extLst>
                          <a:ext uri="{FF2B5EF4-FFF2-40B4-BE49-F238E27FC236}">
                            <a16:creationId xmlns:a16="http://schemas.microsoft.com/office/drawing/2014/main" id="{0D3D1998-86F4-AAB9-CF7A-9D9095271B2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548" name="Arc 22547">
                        <a:extLst>
                          <a:ext uri="{FF2B5EF4-FFF2-40B4-BE49-F238E27FC236}">
                            <a16:creationId xmlns:a16="http://schemas.microsoft.com/office/drawing/2014/main" id="{2D33B6EE-A5BA-481B-4EFC-9E4A8CA47D5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546" name="TextBox 22545">
                      <a:extLst>
                        <a:ext uri="{FF2B5EF4-FFF2-40B4-BE49-F238E27FC236}">
                          <a16:creationId xmlns:a16="http://schemas.microsoft.com/office/drawing/2014/main" id="{3CB6A42A-0A6B-C85B-2D04-30DC0085E86A}"/>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2520" name="Group 22519">
                    <a:extLst>
                      <a:ext uri="{FF2B5EF4-FFF2-40B4-BE49-F238E27FC236}">
                        <a16:creationId xmlns:a16="http://schemas.microsoft.com/office/drawing/2014/main" id="{0A39A4A4-E05E-F89F-91D9-1A1DC25EA0AC}"/>
                      </a:ext>
                    </a:extLst>
                  </p:cNvPr>
                  <p:cNvGrpSpPr/>
                  <p:nvPr/>
                </p:nvGrpSpPr>
                <p:grpSpPr>
                  <a:xfrm>
                    <a:off x="6512463" y="3525040"/>
                    <a:ext cx="393192" cy="393192"/>
                    <a:chOff x="6389147" y="3357021"/>
                    <a:chExt cx="393192" cy="393192"/>
                  </a:xfrm>
                </p:grpSpPr>
                <p:grpSp>
                  <p:nvGrpSpPr>
                    <p:cNvPr id="22532" name="Group 22531">
                      <a:extLst>
                        <a:ext uri="{FF2B5EF4-FFF2-40B4-BE49-F238E27FC236}">
                          <a16:creationId xmlns:a16="http://schemas.microsoft.com/office/drawing/2014/main" id="{BB3CBD1F-0E0A-71A7-8F18-D54E1220C8B4}"/>
                        </a:ext>
                      </a:extLst>
                    </p:cNvPr>
                    <p:cNvGrpSpPr/>
                    <p:nvPr/>
                  </p:nvGrpSpPr>
                  <p:grpSpPr>
                    <a:xfrm rot="7200000" flipH="1">
                      <a:off x="6389147" y="3357021"/>
                      <a:ext cx="393192" cy="393192"/>
                      <a:chOff x="5354637" y="3446463"/>
                      <a:chExt cx="214313" cy="214313"/>
                    </a:xfrm>
                  </p:grpSpPr>
                  <p:sp>
                    <p:nvSpPr>
                      <p:cNvPr id="22541" name="Arc 22540">
                        <a:extLst>
                          <a:ext uri="{FF2B5EF4-FFF2-40B4-BE49-F238E27FC236}">
                            <a16:creationId xmlns:a16="http://schemas.microsoft.com/office/drawing/2014/main" id="{24CB4DE1-0570-BD78-6281-AD1C89EE85D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542" name="Arc 22541">
                        <a:extLst>
                          <a:ext uri="{FF2B5EF4-FFF2-40B4-BE49-F238E27FC236}">
                            <a16:creationId xmlns:a16="http://schemas.microsoft.com/office/drawing/2014/main" id="{55337966-F15B-F0A3-1481-A5BF9B53FB2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533" name="Group 22532">
                      <a:extLst>
                        <a:ext uri="{FF2B5EF4-FFF2-40B4-BE49-F238E27FC236}">
                          <a16:creationId xmlns:a16="http://schemas.microsoft.com/office/drawing/2014/main" id="{A2F55CCA-5204-355F-B13C-7C693C05CE3E}"/>
                        </a:ext>
                      </a:extLst>
                    </p:cNvPr>
                    <p:cNvGrpSpPr/>
                    <p:nvPr/>
                  </p:nvGrpSpPr>
                  <p:grpSpPr>
                    <a:xfrm>
                      <a:off x="6434137" y="3402011"/>
                      <a:ext cx="303213" cy="303213"/>
                      <a:chOff x="6434137" y="3402011"/>
                      <a:chExt cx="303213" cy="303213"/>
                    </a:xfrm>
                  </p:grpSpPr>
                  <p:grpSp>
                    <p:nvGrpSpPr>
                      <p:cNvPr id="22534" name="Group 22533">
                        <a:extLst>
                          <a:ext uri="{FF2B5EF4-FFF2-40B4-BE49-F238E27FC236}">
                            <a16:creationId xmlns:a16="http://schemas.microsoft.com/office/drawing/2014/main" id="{1DF81B63-1C74-25FE-080A-9B4C0E4BC2B9}"/>
                          </a:ext>
                        </a:extLst>
                      </p:cNvPr>
                      <p:cNvGrpSpPr/>
                      <p:nvPr/>
                    </p:nvGrpSpPr>
                    <p:grpSpPr>
                      <a:xfrm flipH="1">
                        <a:off x="6478587" y="3446461"/>
                        <a:ext cx="214313" cy="214313"/>
                        <a:chOff x="5354637" y="3446463"/>
                        <a:chExt cx="214313" cy="214313"/>
                      </a:xfrm>
                    </p:grpSpPr>
                    <p:sp>
                      <p:nvSpPr>
                        <p:cNvPr id="22539" name="Arc 22538">
                          <a:extLst>
                            <a:ext uri="{FF2B5EF4-FFF2-40B4-BE49-F238E27FC236}">
                              <a16:creationId xmlns:a16="http://schemas.microsoft.com/office/drawing/2014/main" id="{84ABCA9E-E01D-F5CC-EFDE-66825D41614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540" name="Arc 22539">
                          <a:extLst>
                            <a:ext uri="{FF2B5EF4-FFF2-40B4-BE49-F238E27FC236}">
                              <a16:creationId xmlns:a16="http://schemas.microsoft.com/office/drawing/2014/main" id="{3955802C-C492-5956-2187-16DF7D1BE1E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535" name="Group 22534">
                        <a:extLst>
                          <a:ext uri="{FF2B5EF4-FFF2-40B4-BE49-F238E27FC236}">
                            <a16:creationId xmlns:a16="http://schemas.microsoft.com/office/drawing/2014/main" id="{937D7E08-6953-DF66-0A05-71F1CACBFD30}"/>
                          </a:ext>
                        </a:extLst>
                      </p:cNvPr>
                      <p:cNvGrpSpPr/>
                      <p:nvPr/>
                    </p:nvGrpSpPr>
                    <p:grpSpPr>
                      <a:xfrm rot="14400000" flipH="1">
                        <a:off x="6434137" y="3402011"/>
                        <a:ext cx="303213" cy="303213"/>
                        <a:chOff x="5354637" y="3446463"/>
                        <a:chExt cx="214313" cy="214313"/>
                      </a:xfrm>
                    </p:grpSpPr>
                    <p:sp>
                      <p:nvSpPr>
                        <p:cNvPr id="22537" name="Arc 22536">
                          <a:extLst>
                            <a:ext uri="{FF2B5EF4-FFF2-40B4-BE49-F238E27FC236}">
                              <a16:creationId xmlns:a16="http://schemas.microsoft.com/office/drawing/2014/main" id="{A5B5B30F-BF94-C3C4-6905-0C047CC97D1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538" name="Arc 22537">
                          <a:extLst>
                            <a:ext uri="{FF2B5EF4-FFF2-40B4-BE49-F238E27FC236}">
                              <a16:creationId xmlns:a16="http://schemas.microsoft.com/office/drawing/2014/main" id="{00B48686-D221-A48A-D681-BC3D19EC0D5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536" name="TextBox 22535">
                        <a:extLst>
                          <a:ext uri="{FF2B5EF4-FFF2-40B4-BE49-F238E27FC236}">
                            <a16:creationId xmlns:a16="http://schemas.microsoft.com/office/drawing/2014/main" id="{DA915C1C-5AF4-7D16-D7D4-F1125FC1ABCF}"/>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521" name="Group 22520">
                    <a:extLst>
                      <a:ext uri="{FF2B5EF4-FFF2-40B4-BE49-F238E27FC236}">
                        <a16:creationId xmlns:a16="http://schemas.microsoft.com/office/drawing/2014/main" id="{45F2E7B9-A442-781F-1CD4-C111D0BF112E}"/>
                      </a:ext>
                    </a:extLst>
                  </p:cNvPr>
                  <p:cNvGrpSpPr/>
                  <p:nvPr/>
                </p:nvGrpSpPr>
                <p:grpSpPr>
                  <a:xfrm>
                    <a:off x="6197413" y="3225768"/>
                    <a:ext cx="393192" cy="393192"/>
                    <a:chOff x="6389147" y="3932622"/>
                    <a:chExt cx="393192" cy="393192"/>
                  </a:xfrm>
                </p:grpSpPr>
                <p:grpSp>
                  <p:nvGrpSpPr>
                    <p:cNvPr id="22522" name="Group 22521">
                      <a:extLst>
                        <a:ext uri="{FF2B5EF4-FFF2-40B4-BE49-F238E27FC236}">
                          <a16:creationId xmlns:a16="http://schemas.microsoft.com/office/drawing/2014/main" id="{406E266B-8F0C-B4FC-B825-B2400B68E574}"/>
                        </a:ext>
                      </a:extLst>
                    </p:cNvPr>
                    <p:cNvGrpSpPr/>
                    <p:nvPr/>
                  </p:nvGrpSpPr>
                  <p:grpSpPr>
                    <a:xfrm flipH="1">
                      <a:off x="6478587" y="4022061"/>
                      <a:ext cx="214313" cy="214313"/>
                      <a:chOff x="5354637" y="3446463"/>
                      <a:chExt cx="214313" cy="214313"/>
                    </a:xfrm>
                  </p:grpSpPr>
                  <p:sp>
                    <p:nvSpPr>
                      <p:cNvPr id="22530" name="Arc 22529">
                        <a:extLst>
                          <a:ext uri="{FF2B5EF4-FFF2-40B4-BE49-F238E27FC236}">
                            <a16:creationId xmlns:a16="http://schemas.microsoft.com/office/drawing/2014/main" id="{C330E6DA-4A0C-0DF4-86A3-3A69706561B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531" name="Arc 22530">
                        <a:extLst>
                          <a:ext uri="{FF2B5EF4-FFF2-40B4-BE49-F238E27FC236}">
                            <a16:creationId xmlns:a16="http://schemas.microsoft.com/office/drawing/2014/main" id="{F5FAD938-85A8-121B-67EE-C553132AC62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523" name="Group 22522">
                      <a:extLst>
                        <a:ext uri="{FF2B5EF4-FFF2-40B4-BE49-F238E27FC236}">
                          <a16:creationId xmlns:a16="http://schemas.microsoft.com/office/drawing/2014/main" id="{A4BCD472-83A4-4C0C-1458-B53EB259C5C0}"/>
                        </a:ext>
                      </a:extLst>
                    </p:cNvPr>
                    <p:cNvGrpSpPr/>
                    <p:nvPr/>
                  </p:nvGrpSpPr>
                  <p:grpSpPr>
                    <a:xfrm rot="7200000" flipH="1">
                      <a:off x="6434137" y="3977611"/>
                      <a:ext cx="303213" cy="303213"/>
                      <a:chOff x="5354637" y="3446463"/>
                      <a:chExt cx="214313" cy="214313"/>
                    </a:xfrm>
                  </p:grpSpPr>
                  <p:sp>
                    <p:nvSpPr>
                      <p:cNvPr id="22528" name="Arc 22527">
                        <a:extLst>
                          <a:ext uri="{FF2B5EF4-FFF2-40B4-BE49-F238E27FC236}">
                            <a16:creationId xmlns:a16="http://schemas.microsoft.com/office/drawing/2014/main" id="{349E9027-6021-10AB-C421-00E94598984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529" name="Arc 22528">
                        <a:extLst>
                          <a:ext uri="{FF2B5EF4-FFF2-40B4-BE49-F238E27FC236}">
                            <a16:creationId xmlns:a16="http://schemas.microsoft.com/office/drawing/2014/main" id="{4427C2EE-94EC-8EEB-DCCC-41D741B4641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524" name="Group 22523">
                      <a:extLst>
                        <a:ext uri="{FF2B5EF4-FFF2-40B4-BE49-F238E27FC236}">
                          <a16:creationId xmlns:a16="http://schemas.microsoft.com/office/drawing/2014/main" id="{423B53D0-9753-9E69-7347-7A9A7DC4C9F5}"/>
                        </a:ext>
                      </a:extLst>
                    </p:cNvPr>
                    <p:cNvGrpSpPr/>
                    <p:nvPr/>
                  </p:nvGrpSpPr>
                  <p:grpSpPr>
                    <a:xfrm rot="14400000" flipH="1">
                      <a:off x="6389147" y="3932622"/>
                      <a:ext cx="393192" cy="393192"/>
                      <a:chOff x="5354637" y="3446463"/>
                      <a:chExt cx="214313" cy="214313"/>
                    </a:xfrm>
                  </p:grpSpPr>
                  <p:sp>
                    <p:nvSpPr>
                      <p:cNvPr id="22526" name="Arc 22525">
                        <a:extLst>
                          <a:ext uri="{FF2B5EF4-FFF2-40B4-BE49-F238E27FC236}">
                            <a16:creationId xmlns:a16="http://schemas.microsoft.com/office/drawing/2014/main" id="{BE2C6786-AA15-7C06-8E9C-7E05F9DEC45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527" name="Arc 22526">
                        <a:extLst>
                          <a:ext uri="{FF2B5EF4-FFF2-40B4-BE49-F238E27FC236}">
                            <a16:creationId xmlns:a16="http://schemas.microsoft.com/office/drawing/2014/main" id="{0193A239-6632-02D7-58CD-219AE7AFDC4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525" name="TextBox 22524">
                      <a:extLst>
                        <a:ext uri="{FF2B5EF4-FFF2-40B4-BE49-F238E27FC236}">
                          <a16:creationId xmlns:a16="http://schemas.microsoft.com/office/drawing/2014/main" id="{78373EE9-6015-B23E-2DE0-B079F261BC86}"/>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471" name="Group 22470">
                  <a:extLst>
                    <a:ext uri="{FF2B5EF4-FFF2-40B4-BE49-F238E27FC236}">
                      <a16:creationId xmlns:a16="http://schemas.microsoft.com/office/drawing/2014/main" id="{30F54DFD-FC23-4716-31C0-8EE7220DB254}"/>
                    </a:ext>
                  </a:extLst>
                </p:cNvPr>
                <p:cNvGrpSpPr/>
                <p:nvPr/>
              </p:nvGrpSpPr>
              <p:grpSpPr>
                <a:xfrm>
                  <a:off x="6069086" y="3246228"/>
                  <a:ext cx="1019224" cy="991639"/>
                  <a:chOff x="5886431" y="3225768"/>
                  <a:chExt cx="1019224" cy="991639"/>
                </a:xfrm>
              </p:grpSpPr>
              <p:grpSp>
                <p:nvGrpSpPr>
                  <p:cNvPr id="22472" name="Group 22471">
                    <a:extLst>
                      <a:ext uri="{FF2B5EF4-FFF2-40B4-BE49-F238E27FC236}">
                        <a16:creationId xmlns:a16="http://schemas.microsoft.com/office/drawing/2014/main" id="{77D9942E-8712-B074-506C-E9CF854C0F53}"/>
                      </a:ext>
                    </a:extLst>
                  </p:cNvPr>
                  <p:cNvGrpSpPr/>
                  <p:nvPr/>
                </p:nvGrpSpPr>
                <p:grpSpPr>
                  <a:xfrm>
                    <a:off x="6197413" y="3824215"/>
                    <a:ext cx="393192" cy="393192"/>
                    <a:chOff x="5265196" y="3357021"/>
                    <a:chExt cx="393192" cy="393192"/>
                  </a:xfrm>
                </p:grpSpPr>
                <p:grpSp>
                  <p:nvGrpSpPr>
                    <p:cNvPr id="22507" name="Group 22506">
                      <a:extLst>
                        <a:ext uri="{FF2B5EF4-FFF2-40B4-BE49-F238E27FC236}">
                          <a16:creationId xmlns:a16="http://schemas.microsoft.com/office/drawing/2014/main" id="{AA8214EA-D448-0AB2-39B6-661BFEF1E959}"/>
                        </a:ext>
                      </a:extLst>
                    </p:cNvPr>
                    <p:cNvGrpSpPr/>
                    <p:nvPr/>
                  </p:nvGrpSpPr>
                  <p:grpSpPr>
                    <a:xfrm rot="14400000">
                      <a:off x="5265196" y="3357021"/>
                      <a:ext cx="393192" cy="393192"/>
                      <a:chOff x="5354637" y="3446463"/>
                      <a:chExt cx="214313" cy="214313"/>
                    </a:xfrm>
                  </p:grpSpPr>
                  <p:sp>
                    <p:nvSpPr>
                      <p:cNvPr id="22516" name="Arc 22515">
                        <a:extLst>
                          <a:ext uri="{FF2B5EF4-FFF2-40B4-BE49-F238E27FC236}">
                            <a16:creationId xmlns:a16="http://schemas.microsoft.com/office/drawing/2014/main" id="{0DED7BF6-EEA1-7C1C-54E2-8CAB9B16731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517" name="Arc 22516">
                        <a:extLst>
                          <a:ext uri="{FF2B5EF4-FFF2-40B4-BE49-F238E27FC236}">
                            <a16:creationId xmlns:a16="http://schemas.microsoft.com/office/drawing/2014/main" id="{561FDBE7-EFBC-C23B-7793-E63730B03AE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508" name="Group 22507">
                      <a:extLst>
                        <a:ext uri="{FF2B5EF4-FFF2-40B4-BE49-F238E27FC236}">
                          <a16:creationId xmlns:a16="http://schemas.microsoft.com/office/drawing/2014/main" id="{BC46C0D3-3813-A153-1341-C223A53EDFE7}"/>
                        </a:ext>
                      </a:extLst>
                    </p:cNvPr>
                    <p:cNvGrpSpPr/>
                    <p:nvPr/>
                  </p:nvGrpSpPr>
                  <p:grpSpPr>
                    <a:xfrm>
                      <a:off x="5310186" y="3402011"/>
                      <a:ext cx="303213" cy="303213"/>
                      <a:chOff x="5310186" y="3402011"/>
                      <a:chExt cx="303213" cy="303213"/>
                    </a:xfrm>
                  </p:grpSpPr>
                  <p:grpSp>
                    <p:nvGrpSpPr>
                      <p:cNvPr id="22509" name="Group 22508">
                        <a:extLst>
                          <a:ext uri="{FF2B5EF4-FFF2-40B4-BE49-F238E27FC236}">
                            <a16:creationId xmlns:a16="http://schemas.microsoft.com/office/drawing/2014/main" id="{8F2389CB-5F97-7B64-A968-7B382352A4F4}"/>
                          </a:ext>
                        </a:extLst>
                      </p:cNvPr>
                      <p:cNvGrpSpPr/>
                      <p:nvPr/>
                    </p:nvGrpSpPr>
                    <p:grpSpPr>
                      <a:xfrm>
                        <a:off x="5354636" y="3446461"/>
                        <a:ext cx="214313" cy="214313"/>
                        <a:chOff x="5354637" y="3446463"/>
                        <a:chExt cx="214313" cy="214313"/>
                      </a:xfrm>
                    </p:grpSpPr>
                    <p:sp>
                      <p:nvSpPr>
                        <p:cNvPr id="22514" name="Arc 22513">
                          <a:extLst>
                            <a:ext uri="{FF2B5EF4-FFF2-40B4-BE49-F238E27FC236}">
                              <a16:creationId xmlns:a16="http://schemas.microsoft.com/office/drawing/2014/main" id="{CD4460D9-2669-EB9E-6D15-0C319BE441E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515" name="Arc 22514">
                          <a:extLst>
                            <a:ext uri="{FF2B5EF4-FFF2-40B4-BE49-F238E27FC236}">
                              <a16:creationId xmlns:a16="http://schemas.microsoft.com/office/drawing/2014/main" id="{941E5822-DE17-C86C-D018-86525E332F3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510" name="Group 22509">
                        <a:extLst>
                          <a:ext uri="{FF2B5EF4-FFF2-40B4-BE49-F238E27FC236}">
                            <a16:creationId xmlns:a16="http://schemas.microsoft.com/office/drawing/2014/main" id="{D09E5057-1EFE-6D85-2259-77C54A029B7F}"/>
                          </a:ext>
                        </a:extLst>
                      </p:cNvPr>
                      <p:cNvGrpSpPr/>
                      <p:nvPr/>
                    </p:nvGrpSpPr>
                    <p:grpSpPr>
                      <a:xfrm rot="7200000">
                        <a:off x="5310186" y="3402011"/>
                        <a:ext cx="303213" cy="303213"/>
                        <a:chOff x="5354637" y="3446463"/>
                        <a:chExt cx="214313" cy="214313"/>
                      </a:xfrm>
                    </p:grpSpPr>
                    <p:sp>
                      <p:nvSpPr>
                        <p:cNvPr id="22512" name="Arc 22511">
                          <a:extLst>
                            <a:ext uri="{FF2B5EF4-FFF2-40B4-BE49-F238E27FC236}">
                              <a16:creationId xmlns:a16="http://schemas.microsoft.com/office/drawing/2014/main" id="{F874BE91-58CB-F5D1-82F0-CCCC467B63A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513" name="Arc 22512">
                          <a:extLst>
                            <a:ext uri="{FF2B5EF4-FFF2-40B4-BE49-F238E27FC236}">
                              <a16:creationId xmlns:a16="http://schemas.microsoft.com/office/drawing/2014/main" id="{4B51BF57-74BB-1520-0C41-4D2C64B30D9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511" name="TextBox 22510">
                        <a:extLst>
                          <a:ext uri="{FF2B5EF4-FFF2-40B4-BE49-F238E27FC236}">
                            <a16:creationId xmlns:a16="http://schemas.microsoft.com/office/drawing/2014/main" id="{5D72BC4A-74B4-65F1-60F9-D84AA959553B}"/>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473" name="Group 22472">
                    <a:extLst>
                      <a:ext uri="{FF2B5EF4-FFF2-40B4-BE49-F238E27FC236}">
                        <a16:creationId xmlns:a16="http://schemas.microsoft.com/office/drawing/2014/main" id="{6528FD2F-1CAE-E9AE-4E75-CBB1D54A91D1}"/>
                      </a:ext>
                    </a:extLst>
                  </p:cNvPr>
                  <p:cNvGrpSpPr/>
                  <p:nvPr/>
                </p:nvGrpSpPr>
                <p:grpSpPr>
                  <a:xfrm>
                    <a:off x="5886431" y="3525040"/>
                    <a:ext cx="393192" cy="393192"/>
                    <a:chOff x="5265196" y="3932619"/>
                    <a:chExt cx="393192" cy="393192"/>
                  </a:xfrm>
                </p:grpSpPr>
                <p:grpSp>
                  <p:nvGrpSpPr>
                    <p:cNvPr id="22497" name="Group 22496">
                      <a:extLst>
                        <a:ext uri="{FF2B5EF4-FFF2-40B4-BE49-F238E27FC236}">
                          <a16:creationId xmlns:a16="http://schemas.microsoft.com/office/drawing/2014/main" id="{19B5F69F-A541-6CF1-B5ED-DE315E123185}"/>
                        </a:ext>
                      </a:extLst>
                    </p:cNvPr>
                    <p:cNvGrpSpPr/>
                    <p:nvPr/>
                  </p:nvGrpSpPr>
                  <p:grpSpPr>
                    <a:xfrm>
                      <a:off x="5354636" y="4022061"/>
                      <a:ext cx="214313" cy="214313"/>
                      <a:chOff x="5354637" y="3446463"/>
                      <a:chExt cx="214313" cy="214313"/>
                    </a:xfrm>
                  </p:grpSpPr>
                  <p:sp>
                    <p:nvSpPr>
                      <p:cNvPr id="22505" name="Arc 22504">
                        <a:extLst>
                          <a:ext uri="{FF2B5EF4-FFF2-40B4-BE49-F238E27FC236}">
                            <a16:creationId xmlns:a16="http://schemas.microsoft.com/office/drawing/2014/main" id="{5913349C-8902-08AA-C169-31F7B614FF7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506" name="Arc 22505">
                        <a:extLst>
                          <a:ext uri="{FF2B5EF4-FFF2-40B4-BE49-F238E27FC236}">
                            <a16:creationId xmlns:a16="http://schemas.microsoft.com/office/drawing/2014/main" id="{1E47F8D2-61FC-D088-ED6B-CD4C9806F06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498" name="Group 22497">
                      <a:extLst>
                        <a:ext uri="{FF2B5EF4-FFF2-40B4-BE49-F238E27FC236}">
                          <a16:creationId xmlns:a16="http://schemas.microsoft.com/office/drawing/2014/main" id="{16368B32-FBA2-E5D4-A301-98F22EEB9949}"/>
                        </a:ext>
                      </a:extLst>
                    </p:cNvPr>
                    <p:cNvGrpSpPr/>
                    <p:nvPr/>
                  </p:nvGrpSpPr>
                  <p:grpSpPr>
                    <a:xfrm rot="14400000">
                      <a:off x="5310186" y="3977611"/>
                      <a:ext cx="303213" cy="303213"/>
                      <a:chOff x="5354637" y="3446463"/>
                      <a:chExt cx="214313" cy="214313"/>
                    </a:xfrm>
                  </p:grpSpPr>
                  <p:sp>
                    <p:nvSpPr>
                      <p:cNvPr id="22503" name="Arc 22502">
                        <a:extLst>
                          <a:ext uri="{FF2B5EF4-FFF2-40B4-BE49-F238E27FC236}">
                            <a16:creationId xmlns:a16="http://schemas.microsoft.com/office/drawing/2014/main" id="{FED9A04B-AC47-40F2-EF72-B20AF6FCEB4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504" name="Arc 22503">
                        <a:extLst>
                          <a:ext uri="{FF2B5EF4-FFF2-40B4-BE49-F238E27FC236}">
                            <a16:creationId xmlns:a16="http://schemas.microsoft.com/office/drawing/2014/main" id="{1A36CF29-FC5A-F93D-3BB6-294D3BDE33A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499" name="Group 22498">
                      <a:extLst>
                        <a:ext uri="{FF2B5EF4-FFF2-40B4-BE49-F238E27FC236}">
                          <a16:creationId xmlns:a16="http://schemas.microsoft.com/office/drawing/2014/main" id="{2BB2B12B-6B85-5530-0590-C1612E33AD79}"/>
                        </a:ext>
                      </a:extLst>
                    </p:cNvPr>
                    <p:cNvGrpSpPr/>
                    <p:nvPr/>
                  </p:nvGrpSpPr>
                  <p:grpSpPr>
                    <a:xfrm rot="7200000">
                      <a:off x="5265196" y="3932619"/>
                      <a:ext cx="393192" cy="393192"/>
                      <a:chOff x="5354637" y="3446463"/>
                      <a:chExt cx="214313" cy="214313"/>
                    </a:xfrm>
                  </p:grpSpPr>
                  <p:sp>
                    <p:nvSpPr>
                      <p:cNvPr id="22501" name="Arc 22500">
                        <a:extLst>
                          <a:ext uri="{FF2B5EF4-FFF2-40B4-BE49-F238E27FC236}">
                            <a16:creationId xmlns:a16="http://schemas.microsoft.com/office/drawing/2014/main" id="{C9191213-275D-AE00-2FCC-00D34164C98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502" name="Arc 22501">
                        <a:extLst>
                          <a:ext uri="{FF2B5EF4-FFF2-40B4-BE49-F238E27FC236}">
                            <a16:creationId xmlns:a16="http://schemas.microsoft.com/office/drawing/2014/main" id="{D7F95800-4561-C639-C0DC-63B4088426B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500" name="TextBox 22499">
                      <a:extLst>
                        <a:ext uri="{FF2B5EF4-FFF2-40B4-BE49-F238E27FC236}">
                          <a16:creationId xmlns:a16="http://schemas.microsoft.com/office/drawing/2014/main" id="{4CB7CC2F-B1D8-48D5-1353-3D490115D480}"/>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2474" name="Group 22473">
                    <a:extLst>
                      <a:ext uri="{FF2B5EF4-FFF2-40B4-BE49-F238E27FC236}">
                        <a16:creationId xmlns:a16="http://schemas.microsoft.com/office/drawing/2014/main" id="{6E3542CA-182C-4553-91B5-3F26139B94D3}"/>
                      </a:ext>
                    </a:extLst>
                  </p:cNvPr>
                  <p:cNvGrpSpPr/>
                  <p:nvPr/>
                </p:nvGrpSpPr>
                <p:grpSpPr>
                  <a:xfrm>
                    <a:off x="6512463" y="3525040"/>
                    <a:ext cx="393192" cy="393192"/>
                    <a:chOff x="6389147" y="3357021"/>
                    <a:chExt cx="393192" cy="393192"/>
                  </a:xfrm>
                </p:grpSpPr>
                <p:grpSp>
                  <p:nvGrpSpPr>
                    <p:cNvPr id="22486" name="Group 22485">
                      <a:extLst>
                        <a:ext uri="{FF2B5EF4-FFF2-40B4-BE49-F238E27FC236}">
                          <a16:creationId xmlns:a16="http://schemas.microsoft.com/office/drawing/2014/main" id="{1F7316A7-C902-05B5-AF2E-A3F3A60AE34C}"/>
                        </a:ext>
                      </a:extLst>
                    </p:cNvPr>
                    <p:cNvGrpSpPr/>
                    <p:nvPr/>
                  </p:nvGrpSpPr>
                  <p:grpSpPr>
                    <a:xfrm rot="7200000" flipH="1">
                      <a:off x="6389147" y="3357021"/>
                      <a:ext cx="393192" cy="393192"/>
                      <a:chOff x="5354637" y="3446463"/>
                      <a:chExt cx="214313" cy="214313"/>
                    </a:xfrm>
                  </p:grpSpPr>
                  <p:sp>
                    <p:nvSpPr>
                      <p:cNvPr id="22495" name="Arc 22494">
                        <a:extLst>
                          <a:ext uri="{FF2B5EF4-FFF2-40B4-BE49-F238E27FC236}">
                            <a16:creationId xmlns:a16="http://schemas.microsoft.com/office/drawing/2014/main" id="{A5327127-F7AB-8B84-54E1-85EC106607B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496" name="Arc 22495">
                        <a:extLst>
                          <a:ext uri="{FF2B5EF4-FFF2-40B4-BE49-F238E27FC236}">
                            <a16:creationId xmlns:a16="http://schemas.microsoft.com/office/drawing/2014/main" id="{C43081D3-FB4F-909F-9C57-E37BAAC4883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487" name="Group 22486">
                      <a:extLst>
                        <a:ext uri="{FF2B5EF4-FFF2-40B4-BE49-F238E27FC236}">
                          <a16:creationId xmlns:a16="http://schemas.microsoft.com/office/drawing/2014/main" id="{8CF5821D-6BC7-1F7F-FCBA-4580EB60AE00}"/>
                        </a:ext>
                      </a:extLst>
                    </p:cNvPr>
                    <p:cNvGrpSpPr/>
                    <p:nvPr/>
                  </p:nvGrpSpPr>
                  <p:grpSpPr>
                    <a:xfrm>
                      <a:off x="6434137" y="3402011"/>
                      <a:ext cx="303213" cy="303213"/>
                      <a:chOff x="6434137" y="3402011"/>
                      <a:chExt cx="303213" cy="303213"/>
                    </a:xfrm>
                  </p:grpSpPr>
                  <p:grpSp>
                    <p:nvGrpSpPr>
                      <p:cNvPr id="22488" name="Group 22487">
                        <a:extLst>
                          <a:ext uri="{FF2B5EF4-FFF2-40B4-BE49-F238E27FC236}">
                            <a16:creationId xmlns:a16="http://schemas.microsoft.com/office/drawing/2014/main" id="{0A8207E5-BD90-C649-A784-41FBB9C46ED5}"/>
                          </a:ext>
                        </a:extLst>
                      </p:cNvPr>
                      <p:cNvGrpSpPr/>
                      <p:nvPr/>
                    </p:nvGrpSpPr>
                    <p:grpSpPr>
                      <a:xfrm flipH="1">
                        <a:off x="6478587" y="3446461"/>
                        <a:ext cx="214313" cy="214313"/>
                        <a:chOff x="5354637" y="3446463"/>
                        <a:chExt cx="214313" cy="214313"/>
                      </a:xfrm>
                    </p:grpSpPr>
                    <p:sp>
                      <p:nvSpPr>
                        <p:cNvPr id="22493" name="Arc 22492">
                          <a:extLst>
                            <a:ext uri="{FF2B5EF4-FFF2-40B4-BE49-F238E27FC236}">
                              <a16:creationId xmlns:a16="http://schemas.microsoft.com/office/drawing/2014/main" id="{7B652205-AC63-FB64-80CD-4BED7A82563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494" name="Arc 22493">
                          <a:extLst>
                            <a:ext uri="{FF2B5EF4-FFF2-40B4-BE49-F238E27FC236}">
                              <a16:creationId xmlns:a16="http://schemas.microsoft.com/office/drawing/2014/main" id="{866D41B7-3CEC-A76A-CD2B-41BF3DD1C12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489" name="Group 22488">
                        <a:extLst>
                          <a:ext uri="{FF2B5EF4-FFF2-40B4-BE49-F238E27FC236}">
                            <a16:creationId xmlns:a16="http://schemas.microsoft.com/office/drawing/2014/main" id="{A6AB351C-689C-A283-4E44-D044D02368F8}"/>
                          </a:ext>
                        </a:extLst>
                      </p:cNvPr>
                      <p:cNvGrpSpPr/>
                      <p:nvPr/>
                    </p:nvGrpSpPr>
                    <p:grpSpPr>
                      <a:xfrm rot="14400000" flipH="1">
                        <a:off x="6434137" y="3402011"/>
                        <a:ext cx="303213" cy="303213"/>
                        <a:chOff x="5354637" y="3446463"/>
                        <a:chExt cx="214313" cy="214313"/>
                      </a:xfrm>
                    </p:grpSpPr>
                    <p:sp>
                      <p:nvSpPr>
                        <p:cNvPr id="22491" name="Arc 22490">
                          <a:extLst>
                            <a:ext uri="{FF2B5EF4-FFF2-40B4-BE49-F238E27FC236}">
                              <a16:creationId xmlns:a16="http://schemas.microsoft.com/office/drawing/2014/main" id="{0B267343-25C4-F609-4655-E78523A7020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492" name="Arc 22491">
                          <a:extLst>
                            <a:ext uri="{FF2B5EF4-FFF2-40B4-BE49-F238E27FC236}">
                              <a16:creationId xmlns:a16="http://schemas.microsoft.com/office/drawing/2014/main" id="{BEC856A5-064F-1D15-40DB-236836AB606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490" name="TextBox 22489">
                        <a:extLst>
                          <a:ext uri="{FF2B5EF4-FFF2-40B4-BE49-F238E27FC236}">
                            <a16:creationId xmlns:a16="http://schemas.microsoft.com/office/drawing/2014/main" id="{48FEE1AB-4B7E-C18A-D9B8-0FD18F16B0ED}"/>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475" name="Group 22474">
                    <a:extLst>
                      <a:ext uri="{FF2B5EF4-FFF2-40B4-BE49-F238E27FC236}">
                        <a16:creationId xmlns:a16="http://schemas.microsoft.com/office/drawing/2014/main" id="{049046D3-0005-5D49-8AEC-5810C6D79A96}"/>
                      </a:ext>
                    </a:extLst>
                  </p:cNvPr>
                  <p:cNvGrpSpPr/>
                  <p:nvPr/>
                </p:nvGrpSpPr>
                <p:grpSpPr>
                  <a:xfrm>
                    <a:off x="6197413" y="3225768"/>
                    <a:ext cx="393192" cy="393192"/>
                    <a:chOff x="6389147" y="3932622"/>
                    <a:chExt cx="393192" cy="393192"/>
                  </a:xfrm>
                </p:grpSpPr>
                <p:grpSp>
                  <p:nvGrpSpPr>
                    <p:cNvPr id="22476" name="Group 22475">
                      <a:extLst>
                        <a:ext uri="{FF2B5EF4-FFF2-40B4-BE49-F238E27FC236}">
                          <a16:creationId xmlns:a16="http://schemas.microsoft.com/office/drawing/2014/main" id="{AC96BBC1-34C9-912E-9EFF-3F933E37C31A}"/>
                        </a:ext>
                      </a:extLst>
                    </p:cNvPr>
                    <p:cNvGrpSpPr/>
                    <p:nvPr/>
                  </p:nvGrpSpPr>
                  <p:grpSpPr>
                    <a:xfrm flipH="1">
                      <a:off x="6478587" y="4022061"/>
                      <a:ext cx="214313" cy="214313"/>
                      <a:chOff x="5354637" y="3446463"/>
                      <a:chExt cx="214313" cy="214313"/>
                    </a:xfrm>
                  </p:grpSpPr>
                  <p:sp>
                    <p:nvSpPr>
                      <p:cNvPr id="22484" name="Arc 22483">
                        <a:extLst>
                          <a:ext uri="{FF2B5EF4-FFF2-40B4-BE49-F238E27FC236}">
                            <a16:creationId xmlns:a16="http://schemas.microsoft.com/office/drawing/2014/main" id="{D9183249-8C10-37B3-FC6E-ED032AB0B27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485" name="Arc 22484">
                        <a:extLst>
                          <a:ext uri="{FF2B5EF4-FFF2-40B4-BE49-F238E27FC236}">
                            <a16:creationId xmlns:a16="http://schemas.microsoft.com/office/drawing/2014/main" id="{6268FBDF-A2B4-F888-FBC4-28963E84956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477" name="Group 22476">
                      <a:extLst>
                        <a:ext uri="{FF2B5EF4-FFF2-40B4-BE49-F238E27FC236}">
                          <a16:creationId xmlns:a16="http://schemas.microsoft.com/office/drawing/2014/main" id="{B9303062-E230-CCA9-2148-147AB5868645}"/>
                        </a:ext>
                      </a:extLst>
                    </p:cNvPr>
                    <p:cNvGrpSpPr/>
                    <p:nvPr/>
                  </p:nvGrpSpPr>
                  <p:grpSpPr>
                    <a:xfrm rot="7200000" flipH="1">
                      <a:off x="6434137" y="3977611"/>
                      <a:ext cx="303213" cy="303213"/>
                      <a:chOff x="5354637" y="3446463"/>
                      <a:chExt cx="214313" cy="214313"/>
                    </a:xfrm>
                  </p:grpSpPr>
                  <p:sp>
                    <p:nvSpPr>
                      <p:cNvPr id="22482" name="Arc 22481">
                        <a:extLst>
                          <a:ext uri="{FF2B5EF4-FFF2-40B4-BE49-F238E27FC236}">
                            <a16:creationId xmlns:a16="http://schemas.microsoft.com/office/drawing/2014/main" id="{0CE2F01B-06C4-BEC5-B477-07EF94125BB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483" name="Arc 22482">
                        <a:extLst>
                          <a:ext uri="{FF2B5EF4-FFF2-40B4-BE49-F238E27FC236}">
                            <a16:creationId xmlns:a16="http://schemas.microsoft.com/office/drawing/2014/main" id="{41A28F24-0D8E-6F6D-9886-A2BE530C0C8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478" name="Group 22477">
                      <a:extLst>
                        <a:ext uri="{FF2B5EF4-FFF2-40B4-BE49-F238E27FC236}">
                          <a16:creationId xmlns:a16="http://schemas.microsoft.com/office/drawing/2014/main" id="{E93C4576-B60E-E61A-3251-962025848788}"/>
                        </a:ext>
                      </a:extLst>
                    </p:cNvPr>
                    <p:cNvGrpSpPr/>
                    <p:nvPr/>
                  </p:nvGrpSpPr>
                  <p:grpSpPr>
                    <a:xfrm rot="14400000" flipH="1">
                      <a:off x="6389147" y="3932622"/>
                      <a:ext cx="393192" cy="393192"/>
                      <a:chOff x="5354637" y="3446463"/>
                      <a:chExt cx="214313" cy="214313"/>
                    </a:xfrm>
                  </p:grpSpPr>
                  <p:sp>
                    <p:nvSpPr>
                      <p:cNvPr id="22480" name="Arc 22479">
                        <a:extLst>
                          <a:ext uri="{FF2B5EF4-FFF2-40B4-BE49-F238E27FC236}">
                            <a16:creationId xmlns:a16="http://schemas.microsoft.com/office/drawing/2014/main" id="{8622C2FA-0378-F5BE-C5CB-2796F4DA03C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481" name="Arc 22480">
                        <a:extLst>
                          <a:ext uri="{FF2B5EF4-FFF2-40B4-BE49-F238E27FC236}">
                            <a16:creationId xmlns:a16="http://schemas.microsoft.com/office/drawing/2014/main" id="{57644E37-5FBB-31D2-D77B-AA39298DC8B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479" name="TextBox 22478">
                      <a:extLst>
                        <a:ext uri="{FF2B5EF4-FFF2-40B4-BE49-F238E27FC236}">
                          <a16:creationId xmlns:a16="http://schemas.microsoft.com/office/drawing/2014/main" id="{B728422F-228D-4D60-D8D7-61BBE5A1673F}"/>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22375" name="Group 22374">
                <a:extLst>
                  <a:ext uri="{FF2B5EF4-FFF2-40B4-BE49-F238E27FC236}">
                    <a16:creationId xmlns:a16="http://schemas.microsoft.com/office/drawing/2014/main" id="{EE96E1BD-9B26-56A4-B62B-38A8961D9F27}"/>
                  </a:ext>
                </a:extLst>
              </p:cNvPr>
              <p:cNvGrpSpPr/>
              <p:nvPr/>
            </p:nvGrpSpPr>
            <p:grpSpPr>
              <a:xfrm>
                <a:off x="6065340" y="2039507"/>
                <a:ext cx="1643204" cy="1593124"/>
                <a:chOff x="5445106" y="2644743"/>
                <a:chExt cx="1643204" cy="1593124"/>
              </a:xfrm>
            </p:grpSpPr>
            <p:grpSp>
              <p:nvGrpSpPr>
                <p:cNvPr id="22376" name="Group 22375">
                  <a:extLst>
                    <a:ext uri="{FF2B5EF4-FFF2-40B4-BE49-F238E27FC236}">
                      <a16:creationId xmlns:a16="http://schemas.microsoft.com/office/drawing/2014/main" id="{0E025C89-BF85-63F6-8E15-04773C7D77D1}"/>
                    </a:ext>
                  </a:extLst>
                </p:cNvPr>
                <p:cNvGrpSpPr/>
                <p:nvPr/>
              </p:nvGrpSpPr>
              <p:grpSpPr>
                <a:xfrm>
                  <a:off x="5445106" y="2644743"/>
                  <a:ext cx="1019224" cy="991639"/>
                  <a:chOff x="5886431" y="3225768"/>
                  <a:chExt cx="1019224" cy="991639"/>
                </a:xfrm>
              </p:grpSpPr>
              <p:grpSp>
                <p:nvGrpSpPr>
                  <p:cNvPr id="22424" name="Group 22423">
                    <a:extLst>
                      <a:ext uri="{FF2B5EF4-FFF2-40B4-BE49-F238E27FC236}">
                        <a16:creationId xmlns:a16="http://schemas.microsoft.com/office/drawing/2014/main" id="{48FA32CA-915A-5F10-50A4-89677F3C8C74}"/>
                      </a:ext>
                    </a:extLst>
                  </p:cNvPr>
                  <p:cNvGrpSpPr/>
                  <p:nvPr/>
                </p:nvGrpSpPr>
                <p:grpSpPr>
                  <a:xfrm>
                    <a:off x="6197413" y="3824215"/>
                    <a:ext cx="393192" cy="393192"/>
                    <a:chOff x="5265196" y="3357021"/>
                    <a:chExt cx="393192" cy="393192"/>
                  </a:xfrm>
                </p:grpSpPr>
                <p:grpSp>
                  <p:nvGrpSpPr>
                    <p:cNvPr id="22459" name="Group 22458">
                      <a:extLst>
                        <a:ext uri="{FF2B5EF4-FFF2-40B4-BE49-F238E27FC236}">
                          <a16:creationId xmlns:a16="http://schemas.microsoft.com/office/drawing/2014/main" id="{FB29FD45-7490-FD90-4933-5776809D62EB}"/>
                        </a:ext>
                      </a:extLst>
                    </p:cNvPr>
                    <p:cNvGrpSpPr/>
                    <p:nvPr/>
                  </p:nvGrpSpPr>
                  <p:grpSpPr>
                    <a:xfrm rot="14400000">
                      <a:off x="5265196" y="3357021"/>
                      <a:ext cx="393192" cy="393192"/>
                      <a:chOff x="5354637" y="3446463"/>
                      <a:chExt cx="214313" cy="214313"/>
                    </a:xfrm>
                  </p:grpSpPr>
                  <p:sp>
                    <p:nvSpPr>
                      <p:cNvPr id="22468" name="Arc 22467">
                        <a:extLst>
                          <a:ext uri="{FF2B5EF4-FFF2-40B4-BE49-F238E27FC236}">
                            <a16:creationId xmlns:a16="http://schemas.microsoft.com/office/drawing/2014/main" id="{006C6517-07B5-B327-0950-A9F7362158D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469" name="Arc 22468">
                        <a:extLst>
                          <a:ext uri="{FF2B5EF4-FFF2-40B4-BE49-F238E27FC236}">
                            <a16:creationId xmlns:a16="http://schemas.microsoft.com/office/drawing/2014/main" id="{27A0432A-22C0-816B-C064-1297A67D9D5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460" name="Group 22459">
                      <a:extLst>
                        <a:ext uri="{FF2B5EF4-FFF2-40B4-BE49-F238E27FC236}">
                          <a16:creationId xmlns:a16="http://schemas.microsoft.com/office/drawing/2014/main" id="{E35CE9D7-E826-92F0-7308-722A06841B81}"/>
                        </a:ext>
                      </a:extLst>
                    </p:cNvPr>
                    <p:cNvGrpSpPr/>
                    <p:nvPr/>
                  </p:nvGrpSpPr>
                  <p:grpSpPr>
                    <a:xfrm>
                      <a:off x="5310186" y="3402011"/>
                      <a:ext cx="303213" cy="303213"/>
                      <a:chOff x="5310186" y="3402011"/>
                      <a:chExt cx="303213" cy="303213"/>
                    </a:xfrm>
                  </p:grpSpPr>
                  <p:grpSp>
                    <p:nvGrpSpPr>
                      <p:cNvPr id="22461" name="Group 22460">
                        <a:extLst>
                          <a:ext uri="{FF2B5EF4-FFF2-40B4-BE49-F238E27FC236}">
                            <a16:creationId xmlns:a16="http://schemas.microsoft.com/office/drawing/2014/main" id="{E1DF9CCD-7896-DDCC-94E2-DF218DB19273}"/>
                          </a:ext>
                        </a:extLst>
                      </p:cNvPr>
                      <p:cNvGrpSpPr/>
                      <p:nvPr/>
                    </p:nvGrpSpPr>
                    <p:grpSpPr>
                      <a:xfrm>
                        <a:off x="5354636" y="3446461"/>
                        <a:ext cx="214313" cy="214313"/>
                        <a:chOff x="5354637" y="3446463"/>
                        <a:chExt cx="214313" cy="214313"/>
                      </a:xfrm>
                    </p:grpSpPr>
                    <p:sp>
                      <p:nvSpPr>
                        <p:cNvPr id="22466" name="Arc 22465">
                          <a:extLst>
                            <a:ext uri="{FF2B5EF4-FFF2-40B4-BE49-F238E27FC236}">
                              <a16:creationId xmlns:a16="http://schemas.microsoft.com/office/drawing/2014/main" id="{CAE244B7-306A-711F-717A-03B7FF3E275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467" name="Arc 22466">
                          <a:extLst>
                            <a:ext uri="{FF2B5EF4-FFF2-40B4-BE49-F238E27FC236}">
                              <a16:creationId xmlns:a16="http://schemas.microsoft.com/office/drawing/2014/main" id="{2A00F89F-B8F6-AB4E-75CC-C98B45A02EC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462" name="Group 22461">
                        <a:extLst>
                          <a:ext uri="{FF2B5EF4-FFF2-40B4-BE49-F238E27FC236}">
                            <a16:creationId xmlns:a16="http://schemas.microsoft.com/office/drawing/2014/main" id="{5B8BC8C7-82E2-8D1F-2F11-7C6F201EA4C0}"/>
                          </a:ext>
                        </a:extLst>
                      </p:cNvPr>
                      <p:cNvGrpSpPr/>
                      <p:nvPr/>
                    </p:nvGrpSpPr>
                    <p:grpSpPr>
                      <a:xfrm rot="7200000">
                        <a:off x="5310186" y="3402011"/>
                        <a:ext cx="303213" cy="303213"/>
                        <a:chOff x="5354637" y="3446463"/>
                        <a:chExt cx="214313" cy="214313"/>
                      </a:xfrm>
                    </p:grpSpPr>
                    <p:sp>
                      <p:nvSpPr>
                        <p:cNvPr id="22464" name="Arc 22463">
                          <a:extLst>
                            <a:ext uri="{FF2B5EF4-FFF2-40B4-BE49-F238E27FC236}">
                              <a16:creationId xmlns:a16="http://schemas.microsoft.com/office/drawing/2014/main" id="{6FC85A0B-99D5-D10C-5E7B-533FEB5B386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465" name="Arc 22464">
                          <a:extLst>
                            <a:ext uri="{FF2B5EF4-FFF2-40B4-BE49-F238E27FC236}">
                              <a16:creationId xmlns:a16="http://schemas.microsoft.com/office/drawing/2014/main" id="{A08BAFF8-0184-0BD9-5752-58F1C5C6152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463" name="TextBox 22462">
                        <a:extLst>
                          <a:ext uri="{FF2B5EF4-FFF2-40B4-BE49-F238E27FC236}">
                            <a16:creationId xmlns:a16="http://schemas.microsoft.com/office/drawing/2014/main" id="{4B0C52DB-4A26-FD78-D5FF-E9C3FEC426B4}"/>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425" name="Group 22424">
                    <a:extLst>
                      <a:ext uri="{FF2B5EF4-FFF2-40B4-BE49-F238E27FC236}">
                        <a16:creationId xmlns:a16="http://schemas.microsoft.com/office/drawing/2014/main" id="{1A11B9EE-68EA-182B-511E-905C6D3C9DEA}"/>
                      </a:ext>
                    </a:extLst>
                  </p:cNvPr>
                  <p:cNvGrpSpPr/>
                  <p:nvPr/>
                </p:nvGrpSpPr>
                <p:grpSpPr>
                  <a:xfrm>
                    <a:off x="5886431" y="3525040"/>
                    <a:ext cx="393192" cy="393192"/>
                    <a:chOff x="5265196" y="3932619"/>
                    <a:chExt cx="393192" cy="393192"/>
                  </a:xfrm>
                </p:grpSpPr>
                <p:grpSp>
                  <p:nvGrpSpPr>
                    <p:cNvPr id="22449" name="Group 22448">
                      <a:extLst>
                        <a:ext uri="{FF2B5EF4-FFF2-40B4-BE49-F238E27FC236}">
                          <a16:creationId xmlns:a16="http://schemas.microsoft.com/office/drawing/2014/main" id="{7DA4DE91-ECE1-3625-9AF0-AF93ED7D0447}"/>
                        </a:ext>
                      </a:extLst>
                    </p:cNvPr>
                    <p:cNvGrpSpPr/>
                    <p:nvPr/>
                  </p:nvGrpSpPr>
                  <p:grpSpPr>
                    <a:xfrm>
                      <a:off x="5354636" y="4022061"/>
                      <a:ext cx="214313" cy="214313"/>
                      <a:chOff x="5354637" y="3446463"/>
                      <a:chExt cx="214313" cy="214313"/>
                    </a:xfrm>
                  </p:grpSpPr>
                  <p:sp>
                    <p:nvSpPr>
                      <p:cNvPr id="22457" name="Arc 22456">
                        <a:extLst>
                          <a:ext uri="{FF2B5EF4-FFF2-40B4-BE49-F238E27FC236}">
                            <a16:creationId xmlns:a16="http://schemas.microsoft.com/office/drawing/2014/main" id="{13346D53-3B1E-4346-B4CB-7C0659C9DE8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458" name="Arc 22457">
                        <a:extLst>
                          <a:ext uri="{FF2B5EF4-FFF2-40B4-BE49-F238E27FC236}">
                            <a16:creationId xmlns:a16="http://schemas.microsoft.com/office/drawing/2014/main" id="{AFBF4880-DC7D-B138-4532-2F63FBA169A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450" name="Group 22449">
                      <a:extLst>
                        <a:ext uri="{FF2B5EF4-FFF2-40B4-BE49-F238E27FC236}">
                          <a16:creationId xmlns:a16="http://schemas.microsoft.com/office/drawing/2014/main" id="{209EA6EB-EEB9-F623-7F9A-41F8CC131312}"/>
                        </a:ext>
                      </a:extLst>
                    </p:cNvPr>
                    <p:cNvGrpSpPr/>
                    <p:nvPr/>
                  </p:nvGrpSpPr>
                  <p:grpSpPr>
                    <a:xfrm rot="14400000">
                      <a:off x="5310186" y="3977611"/>
                      <a:ext cx="303213" cy="303213"/>
                      <a:chOff x="5354637" y="3446463"/>
                      <a:chExt cx="214313" cy="214313"/>
                    </a:xfrm>
                  </p:grpSpPr>
                  <p:sp>
                    <p:nvSpPr>
                      <p:cNvPr id="22455" name="Arc 22454">
                        <a:extLst>
                          <a:ext uri="{FF2B5EF4-FFF2-40B4-BE49-F238E27FC236}">
                            <a16:creationId xmlns:a16="http://schemas.microsoft.com/office/drawing/2014/main" id="{F72FC3C5-F27F-4BBC-EE2A-CD11B2D7825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456" name="Arc 22455">
                        <a:extLst>
                          <a:ext uri="{FF2B5EF4-FFF2-40B4-BE49-F238E27FC236}">
                            <a16:creationId xmlns:a16="http://schemas.microsoft.com/office/drawing/2014/main" id="{D25D6A9E-42ED-26E7-7442-D51397AD88D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451" name="Group 22450">
                      <a:extLst>
                        <a:ext uri="{FF2B5EF4-FFF2-40B4-BE49-F238E27FC236}">
                          <a16:creationId xmlns:a16="http://schemas.microsoft.com/office/drawing/2014/main" id="{8D3E37CB-E3BB-2140-9D0E-8603E935EBA1}"/>
                        </a:ext>
                      </a:extLst>
                    </p:cNvPr>
                    <p:cNvGrpSpPr/>
                    <p:nvPr/>
                  </p:nvGrpSpPr>
                  <p:grpSpPr>
                    <a:xfrm rot="7200000">
                      <a:off x="5265196" y="3932619"/>
                      <a:ext cx="393192" cy="393192"/>
                      <a:chOff x="5354637" y="3446463"/>
                      <a:chExt cx="214313" cy="214313"/>
                    </a:xfrm>
                  </p:grpSpPr>
                  <p:sp>
                    <p:nvSpPr>
                      <p:cNvPr id="22453" name="Arc 22452">
                        <a:extLst>
                          <a:ext uri="{FF2B5EF4-FFF2-40B4-BE49-F238E27FC236}">
                            <a16:creationId xmlns:a16="http://schemas.microsoft.com/office/drawing/2014/main" id="{ABE75284-E853-C1AF-0044-A476DAEF697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454" name="Arc 22453">
                        <a:extLst>
                          <a:ext uri="{FF2B5EF4-FFF2-40B4-BE49-F238E27FC236}">
                            <a16:creationId xmlns:a16="http://schemas.microsoft.com/office/drawing/2014/main" id="{F6A85E29-7AF3-5350-8E33-13B7475A895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452" name="TextBox 22451">
                      <a:extLst>
                        <a:ext uri="{FF2B5EF4-FFF2-40B4-BE49-F238E27FC236}">
                          <a16:creationId xmlns:a16="http://schemas.microsoft.com/office/drawing/2014/main" id="{D1EA6E20-469F-5C20-7CCE-D999537665CB}"/>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2426" name="Group 22425">
                    <a:extLst>
                      <a:ext uri="{FF2B5EF4-FFF2-40B4-BE49-F238E27FC236}">
                        <a16:creationId xmlns:a16="http://schemas.microsoft.com/office/drawing/2014/main" id="{168DD2F3-256E-79EF-FEF7-500F2E613A7F}"/>
                      </a:ext>
                    </a:extLst>
                  </p:cNvPr>
                  <p:cNvGrpSpPr/>
                  <p:nvPr/>
                </p:nvGrpSpPr>
                <p:grpSpPr>
                  <a:xfrm>
                    <a:off x="6512463" y="3525040"/>
                    <a:ext cx="393192" cy="393192"/>
                    <a:chOff x="6389147" y="3357021"/>
                    <a:chExt cx="393192" cy="393192"/>
                  </a:xfrm>
                </p:grpSpPr>
                <p:grpSp>
                  <p:nvGrpSpPr>
                    <p:cNvPr id="22438" name="Group 22437">
                      <a:extLst>
                        <a:ext uri="{FF2B5EF4-FFF2-40B4-BE49-F238E27FC236}">
                          <a16:creationId xmlns:a16="http://schemas.microsoft.com/office/drawing/2014/main" id="{99FF7E2F-B7B7-4B20-EDAD-FD85271BF1F8}"/>
                        </a:ext>
                      </a:extLst>
                    </p:cNvPr>
                    <p:cNvGrpSpPr/>
                    <p:nvPr/>
                  </p:nvGrpSpPr>
                  <p:grpSpPr>
                    <a:xfrm rot="7200000" flipH="1">
                      <a:off x="6389147" y="3357021"/>
                      <a:ext cx="393192" cy="393192"/>
                      <a:chOff x="5354637" y="3446463"/>
                      <a:chExt cx="214313" cy="214313"/>
                    </a:xfrm>
                  </p:grpSpPr>
                  <p:sp>
                    <p:nvSpPr>
                      <p:cNvPr id="22447" name="Arc 22446">
                        <a:extLst>
                          <a:ext uri="{FF2B5EF4-FFF2-40B4-BE49-F238E27FC236}">
                            <a16:creationId xmlns:a16="http://schemas.microsoft.com/office/drawing/2014/main" id="{A370431C-4FB0-69E0-6409-240284A315A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448" name="Arc 22447">
                        <a:extLst>
                          <a:ext uri="{FF2B5EF4-FFF2-40B4-BE49-F238E27FC236}">
                            <a16:creationId xmlns:a16="http://schemas.microsoft.com/office/drawing/2014/main" id="{4D33D466-480A-24FD-019F-984388C8F82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439" name="Group 22438">
                      <a:extLst>
                        <a:ext uri="{FF2B5EF4-FFF2-40B4-BE49-F238E27FC236}">
                          <a16:creationId xmlns:a16="http://schemas.microsoft.com/office/drawing/2014/main" id="{40098782-C746-2E4C-8674-16683ED27A78}"/>
                        </a:ext>
                      </a:extLst>
                    </p:cNvPr>
                    <p:cNvGrpSpPr/>
                    <p:nvPr/>
                  </p:nvGrpSpPr>
                  <p:grpSpPr>
                    <a:xfrm>
                      <a:off x="6434137" y="3402011"/>
                      <a:ext cx="303213" cy="303213"/>
                      <a:chOff x="6434137" y="3402011"/>
                      <a:chExt cx="303213" cy="303213"/>
                    </a:xfrm>
                  </p:grpSpPr>
                  <p:grpSp>
                    <p:nvGrpSpPr>
                      <p:cNvPr id="22440" name="Group 22439">
                        <a:extLst>
                          <a:ext uri="{FF2B5EF4-FFF2-40B4-BE49-F238E27FC236}">
                            <a16:creationId xmlns:a16="http://schemas.microsoft.com/office/drawing/2014/main" id="{8957438E-5AA3-6683-19FF-47DDF30F3342}"/>
                          </a:ext>
                        </a:extLst>
                      </p:cNvPr>
                      <p:cNvGrpSpPr/>
                      <p:nvPr/>
                    </p:nvGrpSpPr>
                    <p:grpSpPr>
                      <a:xfrm flipH="1">
                        <a:off x="6478587" y="3446461"/>
                        <a:ext cx="214313" cy="214313"/>
                        <a:chOff x="5354637" y="3446463"/>
                        <a:chExt cx="214313" cy="214313"/>
                      </a:xfrm>
                    </p:grpSpPr>
                    <p:sp>
                      <p:nvSpPr>
                        <p:cNvPr id="22445" name="Arc 22444">
                          <a:extLst>
                            <a:ext uri="{FF2B5EF4-FFF2-40B4-BE49-F238E27FC236}">
                              <a16:creationId xmlns:a16="http://schemas.microsoft.com/office/drawing/2014/main" id="{7EBD8A83-E7D2-5AD6-B1B0-867970642F5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446" name="Arc 22445">
                          <a:extLst>
                            <a:ext uri="{FF2B5EF4-FFF2-40B4-BE49-F238E27FC236}">
                              <a16:creationId xmlns:a16="http://schemas.microsoft.com/office/drawing/2014/main" id="{C1B1370E-BC96-66E3-40AB-A22508961F0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441" name="Group 22440">
                        <a:extLst>
                          <a:ext uri="{FF2B5EF4-FFF2-40B4-BE49-F238E27FC236}">
                            <a16:creationId xmlns:a16="http://schemas.microsoft.com/office/drawing/2014/main" id="{4BBFA547-C0DC-0DF8-82B4-2166A8C44A29}"/>
                          </a:ext>
                        </a:extLst>
                      </p:cNvPr>
                      <p:cNvGrpSpPr/>
                      <p:nvPr/>
                    </p:nvGrpSpPr>
                    <p:grpSpPr>
                      <a:xfrm rot="14400000" flipH="1">
                        <a:off x="6434137" y="3402011"/>
                        <a:ext cx="303213" cy="303213"/>
                        <a:chOff x="5354637" y="3446463"/>
                        <a:chExt cx="214313" cy="214313"/>
                      </a:xfrm>
                    </p:grpSpPr>
                    <p:sp>
                      <p:nvSpPr>
                        <p:cNvPr id="22443" name="Arc 22442">
                          <a:extLst>
                            <a:ext uri="{FF2B5EF4-FFF2-40B4-BE49-F238E27FC236}">
                              <a16:creationId xmlns:a16="http://schemas.microsoft.com/office/drawing/2014/main" id="{29667613-E1DB-D62F-9A79-067432B1610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444" name="Arc 22443">
                          <a:extLst>
                            <a:ext uri="{FF2B5EF4-FFF2-40B4-BE49-F238E27FC236}">
                              <a16:creationId xmlns:a16="http://schemas.microsoft.com/office/drawing/2014/main" id="{BEA4BF49-4993-7991-7FDA-96FF9BF1B5F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442" name="TextBox 22441">
                        <a:extLst>
                          <a:ext uri="{FF2B5EF4-FFF2-40B4-BE49-F238E27FC236}">
                            <a16:creationId xmlns:a16="http://schemas.microsoft.com/office/drawing/2014/main" id="{9289EB39-3E37-5388-7CAC-FA623D72626C}"/>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427" name="Group 22426">
                    <a:extLst>
                      <a:ext uri="{FF2B5EF4-FFF2-40B4-BE49-F238E27FC236}">
                        <a16:creationId xmlns:a16="http://schemas.microsoft.com/office/drawing/2014/main" id="{B1565BCA-96C5-8B05-9A4F-91F05C686C75}"/>
                      </a:ext>
                    </a:extLst>
                  </p:cNvPr>
                  <p:cNvGrpSpPr/>
                  <p:nvPr/>
                </p:nvGrpSpPr>
                <p:grpSpPr>
                  <a:xfrm>
                    <a:off x="6197413" y="3225768"/>
                    <a:ext cx="393192" cy="393192"/>
                    <a:chOff x="6389147" y="3932622"/>
                    <a:chExt cx="393192" cy="393192"/>
                  </a:xfrm>
                </p:grpSpPr>
                <p:grpSp>
                  <p:nvGrpSpPr>
                    <p:cNvPr id="22428" name="Group 22427">
                      <a:extLst>
                        <a:ext uri="{FF2B5EF4-FFF2-40B4-BE49-F238E27FC236}">
                          <a16:creationId xmlns:a16="http://schemas.microsoft.com/office/drawing/2014/main" id="{4D25E3B4-E7FC-046E-AA5F-16D43C8DD8F9}"/>
                        </a:ext>
                      </a:extLst>
                    </p:cNvPr>
                    <p:cNvGrpSpPr/>
                    <p:nvPr/>
                  </p:nvGrpSpPr>
                  <p:grpSpPr>
                    <a:xfrm flipH="1">
                      <a:off x="6478587" y="4022061"/>
                      <a:ext cx="214313" cy="214313"/>
                      <a:chOff x="5354637" y="3446463"/>
                      <a:chExt cx="214313" cy="214313"/>
                    </a:xfrm>
                  </p:grpSpPr>
                  <p:sp>
                    <p:nvSpPr>
                      <p:cNvPr id="22436" name="Arc 22435">
                        <a:extLst>
                          <a:ext uri="{FF2B5EF4-FFF2-40B4-BE49-F238E27FC236}">
                            <a16:creationId xmlns:a16="http://schemas.microsoft.com/office/drawing/2014/main" id="{CE044A67-03DD-FAA4-4A02-7AD3196F271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437" name="Arc 22436">
                        <a:extLst>
                          <a:ext uri="{FF2B5EF4-FFF2-40B4-BE49-F238E27FC236}">
                            <a16:creationId xmlns:a16="http://schemas.microsoft.com/office/drawing/2014/main" id="{87B3727B-8944-7D4B-8B4C-46E1B922260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429" name="Group 22428">
                      <a:extLst>
                        <a:ext uri="{FF2B5EF4-FFF2-40B4-BE49-F238E27FC236}">
                          <a16:creationId xmlns:a16="http://schemas.microsoft.com/office/drawing/2014/main" id="{FBBA2AF4-54CE-A118-1082-D421625F90A4}"/>
                        </a:ext>
                      </a:extLst>
                    </p:cNvPr>
                    <p:cNvGrpSpPr/>
                    <p:nvPr/>
                  </p:nvGrpSpPr>
                  <p:grpSpPr>
                    <a:xfrm rot="7200000" flipH="1">
                      <a:off x="6434137" y="3977611"/>
                      <a:ext cx="303213" cy="303213"/>
                      <a:chOff x="5354637" y="3446463"/>
                      <a:chExt cx="214313" cy="214313"/>
                    </a:xfrm>
                  </p:grpSpPr>
                  <p:sp>
                    <p:nvSpPr>
                      <p:cNvPr id="22434" name="Arc 22433">
                        <a:extLst>
                          <a:ext uri="{FF2B5EF4-FFF2-40B4-BE49-F238E27FC236}">
                            <a16:creationId xmlns:a16="http://schemas.microsoft.com/office/drawing/2014/main" id="{30E8F087-2F13-62CC-97D1-748D93E5E14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435" name="Arc 22434">
                        <a:extLst>
                          <a:ext uri="{FF2B5EF4-FFF2-40B4-BE49-F238E27FC236}">
                            <a16:creationId xmlns:a16="http://schemas.microsoft.com/office/drawing/2014/main" id="{4441FA80-23CE-54A5-A27F-27CD109A132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430" name="Group 22429">
                      <a:extLst>
                        <a:ext uri="{FF2B5EF4-FFF2-40B4-BE49-F238E27FC236}">
                          <a16:creationId xmlns:a16="http://schemas.microsoft.com/office/drawing/2014/main" id="{C987625C-34B9-B308-7BBB-79B081F39750}"/>
                        </a:ext>
                      </a:extLst>
                    </p:cNvPr>
                    <p:cNvGrpSpPr/>
                    <p:nvPr/>
                  </p:nvGrpSpPr>
                  <p:grpSpPr>
                    <a:xfrm rot="14400000" flipH="1">
                      <a:off x="6389147" y="3932622"/>
                      <a:ext cx="393192" cy="393192"/>
                      <a:chOff x="5354637" y="3446463"/>
                      <a:chExt cx="214313" cy="214313"/>
                    </a:xfrm>
                  </p:grpSpPr>
                  <p:sp>
                    <p:nvSpPr>
                      <p:cNvPr id="22432" name="Arc 22431">
                        <a:extLst>
                          <a:ext uri="{FF2B5EF4-FFF2-40B4-BE49-F238E27FC236}">
                            <a16:creationId xmlns:a16="http://schemas.microsoft.com/office/drawing/2014/main" id="{5D47468B-DA72-DDB9-1DE2-C5166A62AC7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433" name="Arc 22432">
                        <a:extLst>
                          <a:ext uri="{FF2B5EF4-FFF2-40B4-BE49-F238E27FC236}">
                            <a16:creationId xmlns:a16="http://schemas.microsoft.com/office/drawing/2014/main" id="{AEC1F70F-A819-4C0A-8890-397476F8DB9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431" name="TextBox 22430">
                      <a:extLst>
                        <a:ext uri="{FF2B5EF4-FFF2-40B4-BE49-F238E27FC236}">
                          <a16:creationId xmlns:a16="http://schemas.microsoft.com/office/drawing/2014/main" id="{F510DE89-2240-2F4C-80A3-E52B51D5F1A3}"/>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377" name="Group 22376">
                  <a:extLst>
                    <a:ext uri="{FF2B5EF4-FFF2-40B4-BE49-F238E27FC236}">
                      <a16:creationId xmlns:a16="http://schemas.microsoft.com/office/drawing/2014/main" id="{76AB18D4-E8B9-3331-94B7-D992BCCCD9FB}"/>
                    </a:ext>
                  </a:extLst>
                </p:cNvPr>
                <p:cNvGrpSpPr/>
                <p:nvPr/>
              </p:nvGrpSpPr>
              <p:grpSpPr>
                <a:xfrm>
                  <a:off x="6069086" y="3246228"/>
                  <a:ext cx="1019224" cy="991639"/>
                  <a:chOff x="5886431" y="3225768"/>
                  <a:chExt cx="1019224" cy="991639"/>
                </a:xfrm>
              </p:grpSpPr>
              <p:grpSp>
                <p:nvGrpSpPr>
                  <p:cNvPr id="22378" name="Group 22377">
                    <a:extLst>
                      <a:ext uri="{FF2B5EF4-FFF2-40B4-BE49-F238E27FC236}">
                        <a16:creationId xmlns:a16="http://schemas.microsoft.com/office/drawing/2014/main" id="{0E457B92-EE26-03A5-BA53-364750DBAA58}"/>
                      </a:ext>
                    </a:extLst>
                  </p:cNvPr>
                  <p:cNvGrpSpPr/>
                  <p:nvPr/>
                </p:nvGrpSpPr>
                <p:grpSpPr>
                  <a:xfrm>
                    <a:off x="6197413" y="3824215"/>
                    <a:ext cx="393192" cy="393192"/>
                    <a:chOff x="5265196" y="3357021"/>
                    <a:chExt cx="393192" cy="393192"/>
                  </a:xfrm>
                </p:grpSpPr>
                <p:grpSp>
                  <p:nvGrpSpPr>
                    <p:cNvPr id="22413" name="Group 22412">
                      <a:extLst>
                        <a:ext uri="{FF2B5EF4-FFF2-40B4-BE49-F238E27FC236}">
                          <a16:creationId xmlns:a16="http://schemas.microsoft.com/office/drawing/2014/main" id="{FB4ABEFE-D615-D765-F31F-93537875CCC8}"/>
                        </a:ext>
                      </a:extLst>
                    </p:cNvPr>
                    <p:cNvGrpSpPr/>
                    <p:nvPr/>
                  </p:nvGrpSpPr>
                  <p:grpSpPr>
                    <a:xfrm rot="14400000">
                      <a:off x="5265196" y="3357021"/>
                      <a:ext cx="393192" cy="393192"/>
                      <a:chOff x="5354637" y="3446463"/>
                      <a:chExt cx="214313" cy="214313"/>
                    </a:xfrm>
                  </p:grpSpPr>
                  <p:sp>
                    <p:nvSpPr>
                      <p:cNvPr id="22422" name="Arc 22421">
                        <a:extLst>
                          <a:ext uri="{FF2B5EF4-FFF2-40B4-BE49-F238E27FC236}">
                            <a16:creationId xmlns:a16="http://schemas.microsoft.com/office/drawing/2014/main" id="{5386370C-5CE1-74B1-8626-E0F04C7671E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423" name="Arc 22422">
                        <a:extLst>
                          <a:ext uri="{FF2B5EF4-FFF2-40B4-BE49-F238E27FC236}">
                            <a16:creationId xmlns:a16="http://schemas.microsoft.com/office/drawing/2014/main" id="{D2315E02-1410-7293-5092-B597A098218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414" name="Group 22413">
                      <a:extLst>
                        <a:ext uri="{FF2B5EF4-FFF2-40B4-BE49-F238E27FC236}">
                          <a16:creationId xmlns:a16="http://schemas.microsoft.com/office/drawing/2014/main" id="{6C86E479-1A99-8E40-475F-A0041432A5C8}"/>
                        </a:ext>
                      </a:extLst>
                    </p:cNvPr>
                    <p:cNvGrpSpPr/>
                    <p:nvPr/>
                  </p:nvGrpSpPr>
                  <p:grpSpPr>
                    <a:xfrm>
                      <a:off x="5310186" y="3402011"/>
                      <a:ext cx="303213" cy="303213"/>
                      <a:chOff x="5310186" y="3402011"/>
                      <a:chExt cx="303213" cy="303213"/>
                    </a:xfrm>
                  </p:grpSpPr>
                  <p:grpSp>
                    <p:nvGrpSpPr>
                      <p:cNvPr id="22415" name="Group 22414">
                        <a:extLst>
                          <a:ext uri="{FF2B5EF4-FFF2-40B4-BE49-F238E27FC236}">
                            <a16:creationId xmlns:a16="http://schemas.microsoft.com/office/drawing/2014/main" id="{E74A6091-AB55-63C1-351A-FF075C00A35C}"/>
                          </a:ext>
                        </a:extLst>
                      </p:cNvPr>
                      <p:cNvGrpSpPr/>
                      <p:nvPr/>
                    </p:nvGrpSpPr>
                    <p:grpSpPr>
                      <a:xfrm>
                        <a:off x="5354636" y="3446461"/>
                        <a:ext cx="214313" cy="214313"/>
                        <a:chOff x="5354637" y="3446463"/>
                        <a:chExt cx="214313" cy="214313"/>
                      </a:xfrm>
                    </p:grpSpPr>
                    <p:sp>
                      <p:nvSpPr>
                        <p:cNvPr id="22420" name="Arc 22419">
                          <a:extLst>
                            <a:ext uri="{FF2B5EF4-FFF2-40B4-BE49-F238E27FC236}">
                              <a16:creationId xmlns:a16="http://schemas.microsoft.com/office/drawing/2014/main" id="{18F33DB9-AB6E-71AE-FA34-2ACF8B18C54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421" name="Arc 22420">
                          <a:extLst>
                            <a:ext uri="{FF2B5EF4-FFF2-40B4-BE49-F238E27FC236}">
                              <a16:creationId xmlns:a16="http://schemas.microsoft.com/office/drawing/2014/main" id="{522DCC8C-4DF9-3889-3C52-F172D670071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416" name="Group 22415">
                        <a:extLst>
                          <a:ext uri="{FF2B5EF4-FFF2-40B4-BE49-F238E27FC236}">
                            <a16:creationId xmlns:a16="http://schemas.microsoft.com/office/drawing/2014/main" id="{BD0E9E95-9D1C-541E-2F8C-14270AF1BC07}"/>
                          </a:ext>
                        </a:extLst>
                      </p:cNvPr>
                      <p:cNvGrpSpPr/>
                      <p:nvPr/>
                    </p:nvGrpSpPr>
                    <p:grpSpPr>
                      <a:xfrm rot="7200000">
                        <a:off x="5310186" y="3402011"/>
                        <a:ext cx="303213" cy="303213"/>
                        <a:chOff x="5354637" y="3446463"/>
                        <a:chExt cx="214313" cy="214313"/>
                      </a:xfrm>
                    </p:grpSpPr>
                    <p:sp>
                      <p:nvSpPr>
                        <p:cNvPr id="22418" name="Arc 22417">
                          <a:extLst>
                            <a:ext uri="{FF2B5EF4-FFF2-40B4-BE49-F238E27FC236}">
                              <a16:creationId xmlns:a16="http://schemas.microsoft.com/office/drawing/2014/main" id="{9C6625E5-B18F-C7E3-BA16-1BC25F46EC1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419" name="Arc 22418">
                          <a:extLst>
                            <a:ext uri="{FF2B5EF4-FFF2-40B4-BE49-F238E27FC236}">
                              <a16:creationId xmlns:a16="http://schemas.microsoft.com/office/drawing/2014/main" id="{8374E45B-BEFA-2BA5-4B4E-A09D5E49F51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417" name="TextBox 22416">
                        <a:extLst>
                          <a:ext uri="{FF2B5EF4-FFF2-40B4-BE49-F238E27FC236}">
                            <a16:creationId xmlns:a16="http://schemas.microsoft.com/office/drawing/2014/main" id="{60755E0E-66AC-6372-F97C-FC14B63BD6D7}"/>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379" name="Group 22378">
                    <a:extLst>
                      <a:ext uri="{FF2B5EF4-FFF2-40B4-BE49-F238E27FC236}">
                        <a16:creationId xmlns:a16="http://schemas.microsoft.com/office/drawing/2014/main" id="{DC25408D-DA0E-E0ED-5F99-AD9330244454}"/>
                      </a:ext>
                    </a:extLst>
                  </p:cNvPr>
                  <p:cNvGrpSpPr/>
                  <p:nvPr/>
                </p:nvGrpSpPr>
                <p:grpSpPr>
                  <a:xfrm>
                    <a:off x="5886431" y="3525040"/>
                    <a:ext cx="393192" cy="393192"/>
                    <a:chOff x="5265196" y="3932619"/>
                    <a:chExt cx="393192" cy="393192"/>
                  </a:xfrm>
                </p:grpSpPr>
                <p:grpSp>
                  <p:nvGrpSpPr>
                    <p:cNvPr id="22403" name="Group 22402">
                      <a:extLst>
                        <a:ext uri="{FF2B5EF4-FFF2-40B4-BE49-F238E27FC236}">
                          <a16:creationId xmlns:a16="http://schemas.microsoft.com/office/drawing/2014/main" id="{0AFF0C8D-8F62-5518-3412-61B5465E397B}"/>
                        </a:ext>
                      </a:extLst>
                    </p:cNvPr>
                    <p:cNvGrpSpPr/>
                    <p:nvPr/>
                  </p:nvGrpSpPr>
                  <p:grpSpPr>
                    <a:xfrm>
                      <a:off x="5354636" y="4022061"/>
                      <a:ext cx="214313" cy="214313"/>
                      <a:chOff x="5354637" y="3446463"/>
                      <a:chExt cx="214313" cy="214313"/>
                    </a:xfrm>
                  </p:grpSpPr>
                  <p:sp>
                    <p:nvSpPr>
                      <p:cNvPr id="22411" name="Arc 22410">
                        <a:extLst>
                          <a:ext uri="{FF2B5EF4-FFF2-40B4-BE49-F238E27FC236}">
                            <a16:creationId xmlns:a16="http://schemas.microsoft.com/office/drawing/2014/main" id="{8772A525-FEA7-B122-CBF2-2DC1BFD1E22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412" name="Arc 22411">
                        <a:extLst>
                          <a:ext uri="{FF2B5EF4-FFF2-40B4-BE49-F238E27FC236}">
                            <a16:creationId xmlns:a16="http://schemas.microsoft.com/office/drawing/2014/main" id="{CA59300A-E19A-7208-C6FD-F6DE2387B80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404" name="Group 22403">
                      <a:extLst>
                        <a:ext uri="{FF2B5EF4-FFF2-40B4-BE49-F238E27FC236}">
                          <a16:creationId xmlns:a16="http://schemas.microsoft.com/office/drawing/2014/main" id="{7912792E-5479-3143-991B-AF90FCEBD537}"/>
                        </a:ext>
                      </a:extLst>
                    </p:cNvPr>
                    <p:cNvGrpSpPr/>
                    <p:nvPr/>
                  </p:nvGrpSpPr>
                  <p:grpSpPr>
                    <a:xfrm rot="14400000">
                      <a:off x="5310186" y="3977611"/>
                      <a:ext cx="303213" cy="303213"/>
                      <a:chOff x="5354637" y="3446463"/>
                      <a:chExt cx="214313" cy="214313"/>
                    </a:xfrm>
                  </p:grpSpPr>
                  <p:sp>
                    <p:nvSpPr>
                      <p:cNvPr id="22409" name="Arc 22408">
                        <a:extLst>
                          <a:ext uri="{FF2B5EF4-FFF2-40B4-BE49-F238E27FC236}">
                            <a16:creationId xmlns:a16="http://schemas.microsoft.com/office/drawing/2014/main" id="{69A1D4F7-768A-31B1-67C0-431FF58E6E0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410" name="Arc 22409">
                        <a:extLst>
                          <a:ext uri="{FF2B5EF4-FFF2-40B4-BE49-F238E27FC236}">
                            <a16:creationId xmlns:a16="http://schemas.microsoft.com/office/drawing/2014/main" id="{7515DC28-2D48-22E8-293F-5612742B743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405" name="Group 22404">
                      <a:extLst>
                        <a:ext uri="{FF2B5EF4-FFF2-40B4-BE49-F238E27FC236}">
                          <a16:creationId xmlns:a16="http://schemas.microsoft.com/office/drawing/2014/main" id="{A9C0BF6B-CB22-6311-2F50-582362531708}"/>
                        </a:ext>
                      </a:extLst>
                    </p:cNvPr>
                    <p:cNvGrpSpPr/>
                    <p:nvPr/>
                  </p:nvGrpSpPr>
                  <p:grpSpPr>
                    <a:xfrm rot="7200000">
                      <a:off x="5265196" y="3932619"/>
                      <a:ext cx="393192" cy="393192"/>
                      <a:chOff x="5354637" y="3446463"/>
                      <a:chExt cx="214313" cy="214313"/>
                    </a:xfrm>
                  </p:grpSpPr>
                  <p:sp>
                    <p:nvSpPr>
                      <p:cNvPr id="22407" name="Arc 22406">
                        <a:extLst>
                          <a:ext uri="{FF2B5EF4-FFF2-40B4-BE49-F238E27FC236}">
                            <a16:creationId xmlns:a16="http://schemas.microsoft.com/office/drawing/2014/main" id="{142C99B9-8692-5F12-1A0D-95295EFD898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408" name="Arc 22407">
                        <a:extLst>
                          <a:ext uri="{FF2B5EF4-FFF2-40B4-BE49-F238E27FC236}">
                            <a16:creationId xmlns:a16="http://schemas.microsoft.com/office/drawing/2014/main" id="{5413622D-0BFF-7FD0-DE31-CE009DB8565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406" name="TextBox 22405">
                      <a:extLst>
                        <a:ext uri="{FF2B5EF4-FFF2-40B4-BE49-F238E27FC236}">
                          <a16:creationId xmlns:a16="http://schemas.microsoft.com/office/drawing/2014/main" id="{5A405CB6-6E3D-125E-BB96-858C8E7A8A46}"/>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2380" name="Group 22379">
                    <a:extLst>
                      <a:ext uri="{FF2B5EF4-FFF2-40B4-BE49-F238E27FC236}">
                        <a16:creationId xmlns:a16="http://schemas.microsoft.com/office/drawing/2014/main" id="{7E9BD676-D48D-214B-2ED0-7854DE0C2E5D}"/>
                      </a:ext>
                    </a:extLst>
                  </p:cNvPr>
                  <p:cNvGrpSpPr/>
                  <p:nvPr/>
                </p:nvGrpSpPr>
                <p:grpSpPr>
                  <a:xfrm>
                    <a:off x="6512463" y="3525040"/>
                    <a:ext cx="393192" cy="393192"/>
                    <a:chOff x="6389147" y="3357021"/>
                    <a:chExt cx="393192" cy="393192"/>
                  </a:xfrm>
                </p:grpSpPr>
                <p:grpSp>
                  <p:nvGrpSpPr>
                    <p:cNvPr id="22392" name="Group 22391">
                      <a:extLst>
                        <a:ext uri="{FF2B5EF4-FFF2-40B4-BE49-F238E27FC236}">
                          <a16:creationId xmlns:a16="http://schemas.microsoft.com/office/drawing/2014/main" id="{ACAAA866-A4AD-0085-C31D-72AFCDCC4E5B}"/>
                        </a:ext>
                      </a:extLst>
                    </p:cNvPr>
                    <p:cNvGrpSpPr/>
                    <p:nvPr/>
                  </p:nvGrpSpPr>
                  <p:grpSpPr>
                    <a:xfrm rot="7200000" flipH="1">
                      <a:off x="6389147" y="3357021"/>
                      <a:ext cx="393192" cy="393192"/>
                      <a:chOff x="5354637" y="3446463"/>
                      <a:chExt cx="214313" cy="214313"/>
                    </a:xfrm>
                  </p:grpSpPr>
                  <p:sp>
                    <p:nvSpPr>
                      <p:cNvPr id="22401" name="Arc 22400">
                        <a:extLst>
                          <a:ext uri="{FF2B5EF4-FFF2-40B4-BE49-F238E27FC236}">
                            <a16:creationId xmlns:a16="http://schemas.microsoft.com/office/drawing/2014/main" id="{37BA3805-B917-A354-F207-EF04D78FC41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402" name="Arc 22401">
                        <a:extLst>
                          <a:ext uri="{FF2B5EF4-FFF2-40B4-BE49-F238E27FC236}">
                            <a16:creationId xmlns:a16="http://schemas.microsoft.com/office/drawing/2014/main" id="{72373B42-A62F-A22E-ED03-9CD0ADE6FE5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393" name="Group 22392">
                      <a:extLst>
                        <a:ext uri="{FF2B5EF4-FFF2-40B4-BE49-F238E27FC236}">
                          <a16:creationId xmlns:a16="http://schemas.microsoft.com/office/drawing/2014/main" id="{7F98795B-337F-C59C-880A-58C9E287D8D0}"/>
                        </a:ext>
                      </a:extLst>
                    </p:cNvPr>
                    <p:cNvGrpSpPr/>
                    <p:nvPr/>
                  </p:nvGrpSpPr>
                  <p:grpSpPr>
                    <a:xfrm>
                      <a:off x="6434137" y="3402011"/>
                      <a:ext cx="303213" cy="303213"/>
                      <a:chOff x="6434137" y="3402011"/>
                      <a:chExt cx="303213" cy="303213"/>
                    </a:xfrm>
                  </p:grpSpPr>
                  <p:grpSp>
                    <p:nvGrpSpPr>
                      <p:cNvPr id="22394" name="Group 22393">
                        <a:extLst>
                          <a:ext uri="{FF2B5EF4-FFF2-40B4-BE49-F238E27FC236}">
                            <a16:creationId xmlns:a16="http://schemas.microsoft.com/office/drawing/2014/main" id="{AAAFD8C2-7CBC-DD77-8C22-676A764B1494}"/>
                          </a:ext>
                        </a:extLst>
                      </p:cNvPr>
                      <p:cNvGrpSpPr/>
                      <p:nvPr/>
                    </p:nvGrpSpPr>
                    <p:grpSpPr>
                      <a:xfrm flipH="1">
                        <a:off x="6478587" y="3446461"/>
                        <a:ext cx="214313" cy="214313"/>
                        <a:chOff x="5354637" y="3446463"/>
                        <a:chExt cx="214313" cy="214313"/>
                      </a:xfrm>
                    </p:grpSpPr>
                    <p:sp>
                      <p:nvSpPr>
                        <p:cNvPr id="22399" name="Arc 22398">
                          <a:extLst>
                            <a:ext uri="{FF2B5EF4-FFF2-40B4-BE49-F238E27FC236}">
                              <a16:creationId xmlns:a16="http://schemas.microsoft.com/office/drawing/2014/main" id="{1C9D361F-999B-AA57-4577-BCA6927B849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400" name="Arc 22399">
                          <a:extLst>
                            <a:ext uri="{FF2B5EF4-FFF2-40B4-BE49-F238E27FC236}">
                              <a16:creationId xmlns:a16="http://schemas.microsoft.com/office/drawing/2014/main" id="{A5FBB15C-5760-F22E-B6D4-B85AEECC670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395" name="Group 22394">
                        <a:extLst>
                          <a:ext uri="{FF2B5EF4-FFF2-40B4-BE49-F238E27FC236}">
                            <a16:creationId xmlns:a16="http://schemas.microsoft.com/office/drawing/2014/main" id="{FC61F344-8051-919B-3FE5-6EB1303910C9}"/>
                          </a:ext>
                        </a:extLst>
                      </p:cNvPr>
                      <p:cNvGrpSpPr/>
                      <p:nvPr/>
                    </p:nvGrpSpPr>
                    <p:grpSpPr>
                      <a:xfrm rot="14400000" flipH="1">
                        <a:off x="6434137" y="3402011"/>
                        <a:ext cx="303213" cy="303213"/>
                        <a:chOff x="5354637" y="3446463"/>
                        <a:chExt cx="214313" cy="214313"/>
                      </a:xfrm>
                    </p:grpSpPr>
                    <p:sp>
                      <p:nvSpPr>
                        <p:cNvPr id="22397" name="Arc 22396">
                          <a:extLst>
                            <a:ext uri="{FF2B5EF4-FFF2-40B4-BE49-F238E27FC236}">
                              <a16:creationId xmlns:a16="http://schemas.microsoft.com/office/drawing/2014/main" id="{503D9398-BDD0-EB1E-2DFD-F53171E791A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398" name="Arc 22397">
                          <a:extLst>
                            <a:ext uri="{FF2B5EF4-FFF2-40B4-BE49-F238E27FC236}">
                              <a16:creationId xmlns:a16="http://schemas.microsoft.com/office/drawing/2014/main" id="{6A3B96E2-786E-64DF-674D-8A501256272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396" name="TextBox 22395">
                        <a:extLst>
                          <a:ext uri="{FF2B5EF4-FFF2-40B4-BE49-F238E27FC236}">
                            <a16:creationId xmlns:a16="http://schemas.microsoft.com/office/drawing/2014/main" id="{48851DDA-8FB0-0884-AF43-3D01F8DCD0B2}"/>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381" name="Group 22380">
                    <a:extLst>
                      <a:ext uri="{FF2B5EF4-FFF2-40B4-BE49-F238E27FC236}">
                        <a16:creationId xmlns:a16="http://schemas.microsoft.com/office/drawing/2014/main" id="{81FD6E0A-91BC-4A3C-B5AA-6238B0555AD7}"/>
                      </a:ext>
                    </a:extLst>
                  </p:cNvPr>
                  <p:cNvGrpSpPr/>
                  <p:nvPr/>
                </p:nvGrpSpPr>
                <p:grpSpPr>
                  <a:xfrm>
                    <a:off x="6197413" y="3225768"/>
                    <a:ext cx="393192" cy="393192"/>
                    <a:chOff x="6389147" y="3932622"/>
                    <a:chExt cx="393192" cy="393192"/>
                  </a:xfrm>
                </p:grpSpPr>
                <p:grpSp>
                  <p:nvGrpSpPr>
                    <p:cNvPr id="22382" name="Group 22381">
                      <a:extLst>
                        <a:ext uri="{FF2B5EF4-FFF2-40B4-BE49-F238E27FC236}">
                          <a16:creationId xmlns:a16="http://schemas.microsoft.com/office/drawing/2014/main" id="{BA340DC4-6C7A-ACBC-D513-6FA193617F7D}"/>
                        </a:ext>
                      </a:extLst>
                    </p:cNvPr>
                    <p:cNvGrpSpPr/>
                    <p:nvPr/>
                  </p:nvGrpSpPr>
                  <p:grpSpPr>
                    <a:xfrm flipH="1">
                      <a:off x="6478587" y="4022061"/>
                      <a:ext cx="214313" cy="214313"/>
                      <a:chOff x="5354637" y="3446463"/>
                      <a:chExt cx="214313" cy="214313"/>
                    </a:xfrm>
                  </p:grpSpPr>
                  <p:sp>
                    <p:nvSpPr>
                      <p:cNvPr id="22390" name="Arc 22389">
                        <a:extLst>
                          <a:ext uri="{FF2B5EF4-FFF2-40B4-BE49-F238E27FC236}">
                            <a16:creationId xmlns:a16="http://schemas.microsoft.com/office/drawing/2014/main" id="{0FEB4DCF-6594-7B1D-0895-3897152C32B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391" name="Arc 22390">
                        <a:extLst>
                          <a:ext uri="{FF2B5EF4-FFF2-40B4-BE49-F238E27FC236}">
                            <a16:creationId xmlns:a16="http://schemas.microsoft.com/office/drawing/2014/main" id="{A335A13E-7F9C-9E41-3192-C82A1C132CF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383" name="Group 22382">
                      <a:extLst>
                        <a:ext uri="{FF2B5EF4-FFF2-40B4-BE49-F238E27FC236}">
                          <a16:creationId xmlns:a16="http://schemas.microsoft.com/office/drawing/2014/main" id="{BC7F9F78-5C8A-0D30-16C5-FA91E2126F9F}"/>
                        </a:ext>
                      </a:extLst>
                    </p:cNvPr>
                    <p:cNvGrpSpPr/>
                    <p:nvPr/>
                  </p:nvGrpSpPr>
                  <p:grpSpPr>
                    <a:xfrm rot="7200000" flipH="1">
                      <a:off x="6434137" y="3977611"/>
                      <a:ext cx="303213" cy="303213"/>
                      <a:chOff x="5354637" y="3446463"/>
                      <a:chExt cx="214313" cy="214313"/>
                    </a:xfrm>
                  </p:grpSpPr>
                  <p:sp>
                    <p:nvSpPr>
                      <p:cNvPr id="22388" name="Arc 22387">
                        <a:extLst>
                          <a:ext uri="{FF2B5EF4-FFF2-40B4-BE49-F238E27FC236}">
                            <a16:creationId xmlns:a16="http://schemas.microsoft.com/office/drawing/2014/main" id="{47A46A9F-05B1-9325-A2A3-588A77A5EB8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389" name="Arc 22388">
                        <a:extLst>
                          <a:ext uri="{FF2B5EF4-FFF2-40B4-BE49-F238E27FC236}">
                            <a16:creationId xmlns:a16="http://schemas.microsoft.com/office/drawing/2014/main" id="{53650BEF-42B8-A9A4-DE8F-ED85F9F6E99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384" name="Group 22383">
                      <a:extLst>
                        <a:ext uri="{FF2B5EF4-FFF2-40B4-BE49-F238E27FC236}">
                          <a16:creationId xmlns:a16="http://schemas.microsoft.com/office/drawing/2014/main" id="{D8831F56-D7EA-1EC9-925D-443D65FF028F}"/>
                        </a:ext>
                      </a:extLst>
                    </p:cNvPr>
                    <p:cNvGrpSpPr/>
                    <p:nvPr/>
                  </p:nvGrpSpPr>
                  <p:grpSpPr>
                    <a:xfrm rot="14400000" flipH="1">
                      <a:off x="6389147" y="3932622"/>
                      <a:ext cx="393192" cy="393192"/>
                      <a:chOff x="5354637" y="3446463"/>
                      <a:chExt cx="214313" cy="214313"/>
                    </a:xfrm>
                  </p:grpSpPr>
                  <p:sp>
                    <p:nvSpPr>
                      <p:cNvPr id="22386" name="Arc 22385">
                        <a:extLst>
                          <a:ext uri="{FF2B5EF4-FFF2-40B4-BE49-F238E27FC236}">
                            <a16:creationId xmlns:a16="http://schemas.microsoft.com/office/drawing/2014/main" id="{1D3ECAB9-F90C-87F3-DA62-9CA4EC56398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387" name="Arc 22386">
                        <a:extLst>
                          <a:ext uri="{FF2B5EF4-FFF2-40B4-BE49-F238E27FC236}">
                            <a16:creationId xmlns:a16="http://schemas.microsoft.com/office/drawing/2014/main" id="{23480AAB-56BA-63B0-92D5-232B222CF0B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385" name="TextBox 22384">
                      <a:extLst>
                        <a:ext uri="{FF2B5EF4-FFF2-40B4-BE49-F238E27FC236}">
                          <a16:creationId xmlns:a16="http://schemas.microsoft.com/office/drawing/2014/main" id="{A794D087-C992-02C0-CBBE-DC88ABCAD9A3}"/>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21419" name="Group 21418">
              <a:extLst>
                <a:ext uri="{FF2B5EF4-FFF2-40B4-BE49-F238E27FC236}">
                  <a16:creationId xmlns:a16="http://schemas.microsoft.com/office/drawing/2014/main" id="{227C221D-267C-2110-088E-F5784BF6134A}"/>
                </a:ext>
              </a:extLst>
            </p:cNvPr>
            <p:cNvGrpSpPr/>
            <p:nvPr/>
          </p:nvGrpSpPr>
          <p:grpSpPr>
            <a:xfrm>
              <a:off x="3814867" y="-515566"/>
              <a:ext cx="2263438" cy="2198360"/>
              <a:chOff x="5445106" y="2039507"/>
              <a:chExt cx="2263438" cy="2198360"/>
            </a:xfrm>
          </p:grpSpPr>
          <p:grpSp>
            <p:nvGrpSpPr>
              <p:cNvPr id="22184" name="Group 22183">
                <a:extLst>
                  <a:ext uri="{FF2B5EF4-FFF2-40B4-BE49-F238E27FC236}">
                    <a16:creationId xmlns:a16="http://schemas.microsoft.com/office/drawing/2014/main" id="{1483AB43-61F1-9D7B-962A-41FB4B0C7A33}"/>
                  </a:ext>
                </a:extLst>
              </p:cNvPr>
              <p:cNvGrpSpPr/>
              <p:nvPr/>
            </p:nvGrpSpPr>
            <p:grpSpPr>
              <a:xfrm>
                <a:off x="5445106" y="2644743"/>
                <a:ext cx="1643204" cy="1593124"/>
                <a:chOff x="5445106" y="2644743"/>
                <a:chExt cx="1643204" cy="1593124"/>
              </a:xfrm>
            </p:grpSpPr>
            <p:grpSp>
              <p:nvGrpSpPr>
                <p:cNvPr id="22280" name="Group 22279">
                  <a:extLst>
                    <a:ext uri="{FF2B5EF4-FFF2-40B4-BE49-F238E27FC236}">
                      <a16:creationId xmlns:a16="http://schemas.microsoft.com/office/drawing/2014/main" id="{A37EB557-3EDA-B507-6252-F7564D6C8583}"/>
                    </a:ext>
                  </a:extLst>
                </p:cNvPr>
                <p:cNvGrpSpPr/>
                <p:nvPr/>
              </p:nvGrpSpPr>
              <p:grpSpPr>
                <a:xfrm>
                  <a:off x="5445106" y="2644743"/>
                  <a:ext cx="1019224" cy="991639"/>
                  <a:chOff x="5886431" y="3225768"/>
                  <a:chExt cx="1019224" cy="991639"/>
                </a:xfrm>
              </p:grpSpPr>
              <p:grpSp>
                <p:nvGrpSpPr>
                  <p:cNvPr id="22328" name="Group 22327">
                    <a:extLst>
                      <a:ext uri="{FF2B5EF4-FFF2-40B4-BE49-F238E27FC236}">
                        <a16:creationId xmlns:a16="http://schemas.microsoft.com/office/drawing/2014/main" id="{35C1A1E4-E42D-011E-3A0C-62F0158D180A}"/>
                      </a:ext>
                    </a:extLst>
                  </p:cNvPr>
                  <p:cNvGrpSpPr/>
                  <p:nvPr/>
                </p:nvGrpSpPr>
                <p:grpSpPr>
                  <a:xfrm>
                    <a:off x="6197413" y="3824215"/>
                    <a:ext cx="393192" cy="393192"/>
                    <a:chOff x="5265196" y="3357021"/>
                    <a:chExt cx="393192" cy="393192"/>
                  </a:xfrm>
                </p:grpSpPr>
                <p:grpSp>
                  <p:nvGrpSpPr>
                    <p:cNvPr id="22363" name="Group 22362">
                      <a:extLst>
                        <a:ext uri="{FF2B5EF4-FFF2-40B4-BE49-F238E27FC236}">
                          <a16:creationId xmlns:a16="http://schemas.microsoft.com/office/drawing/2014/main" id="{262392FA-AD5D-3D0E-0B2B-F09F20B9D7D3}"/>
                        </a:ext>
                      </a:extLst>
                    </p:cNvPr>
                    <p:cNvGrpSpPr/>
                    <p:nvPr/>
                  </p:nvGrpSpPr>
                  <p:grpSpPr>
                    <a:xfrm rot="14400000">
                      <a:off x="5265196" y="3357021"/>
                      <a:ext cx="393192" cy="393192"/>
                      <a:chOff x="5354637" y="3446463"/>
                      <a:chExt cx="214313" cy="214313"/>
                    </a:xfrm>
                  </p:grpSpPr>
                  <p:sp>
                    <p:nvSpPr>
                      <p:cNvPr id="22372" name="Arc 22371">
                        <a:extLst>
                          <a:ext uri="{FF2B5EF4-FFF2-40B4-BE49-F238E27FC236}">
                            <a16:creationId xmlns:a16="http://schemas.microsoft.com/office/drawing/2014/main" id="{757051B9-2F98-96EF-9A3E-B48C9E3678F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373" name="Arc 22372">
                        <a:extLst>
                          <a:ext uri="{FF2B5EF4-FFF2-40B4-BE49-F238E27FC236}">
                            <a16:creationId xmlns:a16="http://schemas.microsoft.com/office/drawing/2014/main" id="{BEA1C432-F365-D802-4BE0-FC27153077A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364" name="Group 22363">
                      <a:extLst>
                        <a:ext uri="{FF2B5EF4-FFF2-40B4-BE49-F238E27FC236}">
                          <a16:creationId xmlns:a16="http://schemas.microsoft.com/office/drawing/2014/main" id="{9360A56C-966D-4160-EF3F-E5419D95269B}"/>
                        </a:ext>
                      </a:extLst>
                    </p:cNvPr>
                    <p:cNvGrpSpPr/>
                    <p:nvPr/>
                  </p:nvGrpSpPr>
                  <p:grpSpPr>
                    <a:xfrm>
                      <a:off x="5310186" y="3402011"/>
                      <a:ext cx="303213" cy="303213"/>
                      <a:chOff x="5310186" y="3402011"/>
                      <a:chExt cx="303213" cy="303213"/>
                    </a:xfrm>
                  </p:grpSpPr>
                  <p:grpSp>
                    <p:nvGrpSpPr>
                      <p:cNvPr id="22365" name="Group 22364">
                        <a:extLst>
                          <a:ext uri="{FF2B5EF4-FFF2-40B4-BE49-F238E27FC236}">
                            <a16:creationId xmlns:a16="http://schemas.microsoft.com/office/drawing/2014/main" id="{1D7ED081-6628-E6BC-E590-1E778D993390}"/>
                          </a:ext>
                        </a:extLst>
                      </p:cNvPr>
                      <p:cNvGrpSpPr/>
                      <p:nvPr/>
                    </p:nvGrpSpPr>
                    <p:grpSpPr>
                      <a:xfrm>
                        <a:off x="5354636" y="3446461"/>
                        <a:ext cx="214313" cy="214313"/>
                        <a:chOff x="5354637" y="3446463"/>
                        <a:chExt cx="214313" cy="214313"/>
                      </a:xfrm>
                    </p:grpSpPr>
                    <p:sp>
                      <p:nvSpPr>
                        <p:cNvPr id="22370" name="Arc 22369">
                          <a:extLst>
                            <a:ext uri="{FF2B5EF4-FFF2-40B4-BE49-F238E27FC236}">
                              <a16:creationId xmlns:a16="http://schemas.microsoft.com/office/drawing/2014/main" id="{2376AAE3-6AC1-6A8D-6AFC-F533171E17C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371" name="Arc 22370">
                          <a:extLst>
                            <a:ext uri="{FF2B5EF4-FFF2-40B4-BE49-F238E27FC236}">
                              <a16:creationId xmlns:a16="http://schemas.microsoft.com/office/drawing/2014/main" id="{AAE2A80C-C341-349B-7200-5C3642CA899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366" name="Group 22365">
                        <a:extLst>
                          <a:ext uri="{FF2B5EF4-FFF2-40B4-BE49-F238E27FC236}">
                            <a16:creationId xmlns:a16="http://schemas.microsoft.com/office/drawing/2014/main" id="{B1EE698D-C523-23E9-1617-F11B8DF3559C}"/>
                          </a:ext>
                        </a:extLst>
                      </p:cNvPr>
                      <p:cNvGrpSpPr/>
                      <p:nvPr/>
                    </p:nvGrpSpPr>
                    <p:grpSpPr>
                      <a:xfrm rot="7200000">
                        <a:off x="5310186" y="3402011"/>
                        <a:ext cx="303213" cy="303213"/>
                        <a:chOff x="5354637" y="3446463"/>
                        <a:chExt cx="214313" cy="214313"/>
                      </a:xfrm>
                    </p:grpSpPr>
                    <p:sp>
                      <p:nvSpPr>
                        <p:cNvPr id="22368" name="Arc 22367">
                          <a:extLst>
                            <a:ext uri="{FF2B5EF4-FFF2-40B4-BE49-F238E27FC236}">
                              <a16:creationId xmlns:a16="http://schemas.microsoft.com/office/drawing/2014/main" id="{995F7755-5351-2C19-2781-8450735BE65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369" name="Arc 22368">
                          <a:extLst>
                            <a:ext uri="{FF2B5EF4-FFF2-40B4-BE49-F238E27FC236}">
                              <a16:creationId xmlns:a16="http://schemas.microsoft.com/office/drawing/2014/main" id="{C62909E8-C33C-B3AC-AD58-F8F57B8C9A5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367" name="TextBox 22366">
                        <a:extLst>
                          <a:ext uri="{FF2B5EF4-FFF2-40B4-BE49-F238E27FC236}">
                            <a16:creationId xmlns:a16="http://schemas.microsoft.com/office/drawing/2014/main" id="{8B36883C-3BAA-15A5-91D0-443A97DCAD2A}"/>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329" name="Group 22328">
                    <a:extLst>
                      <a:ext uri="{FF2B5EF4-FFF2-40B4-BE49-F238E27FC236}">
                        <a16:creationId xmlns:a16="http://schemas.microsoft.com/office/drawing/2014/main" id="{075590A0-D843-F29B-D33A-2C91F7C287D3}"/>
                      </a:ext>
                    </a:extLst>
                  </p:cNvPr>
                  <p:cNvGrpSpPr/>
                  <p:nvPr/>
                </p:nvGrpSpPr>
                <p:grpSpPr>
                  <a:xfrm>
                    <a:off x="5886431" y="3525040"/>
                    <a:ext cx="393192" cy="393192"/>
                    <a:chOff x="5265196" y="3932619"/>
                    <a:chExt cx="393192" cy="393192"/>
                  </a:xfrm>
                </p:grpSpPr>
                <p:grpSp>
                  <p:nvGrpSpPr>
                    <p:cNvPr id="22353" name="Group 22352">
                      <a:extLst>
                        <a:ext uri="{FF2B5EF4-FFF2-40B4-BE49-F238E27FC236}">
                          <a16:creationId xmlns:a16="http://schemas.microsoft.com/office/drawing/2014/main" id="{70ECA1D2-4C59-144A-505F-8C5889FD99E0}"/>
                        </a:ext>
                      </a:extLst>
                    </p:cNvPr>
                    <p:cNvGrpSpPr/>
                    <p:nvPr/>
                  </p:nvGrpSpPr>
                  <p:grpSpPr>
                    <a:xfrm>
                      <a:off x="5354636" y="4022061"/>
                      <a:ext cx="214313" cy="214313"/>
                      <a:chOff x="5354637" y="3446463"/>
                      <a:chExt cx="214313" cy="214313"/>
                    </a:xfrm>
                  </p:grpSpPr>
                  <p:sp>
                    <p:nvSpPr>
                      <p:cNvPr id="22361" name="Arc 22360">
                        <a:extLst>
                          <a:ext uri="{FF2B5EF4-FFF2-40B4-BE49-F238E27FC236}">
                            <a16:creationId xmlns:a16="http://schemas.microsoft.com/office/drawing/2014/main" id="{07F86E0D-2CCC-3C64-0DE8-926213315CC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362" name="Arc 22361">
                        <a:extLst>
                          <a:ext uri="{FF2B5EF4-FFF2-40B4-BE49-F238E27FC236}">
                            <a16:creationId xmlns:a16="http://schemas.microsoft.com/office/drawing/2014/main" id="{0D60444B-C27F-806E-267D-28C430F24ED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354" name="Group 22353">
                      <a:extLst>
                        <a:ext uri="{FF2B5EF4-FFF2-40B4-BE49-F238E27FC236}">
                          <a16:creationId xmlns:a16="http://schemas.microsoft.com/office/drawing/2014/main" id="{3E426A28-964E-A0D8-D7DC-E7F9831389DC}"/>
                        </a:ext>
                      </a:extLst>
                    </p:cNvPr>
                    <p:cNvGrpSpPr/>
                    <p:nvPr/>
                  </p:nvGrpSpPr>
                  <p:grpSpPr>
                    <a:xfrm rot="14400000">
                      <a:off x="5310186" y="3977611"/>
                      <a:ext cx="303213" cy="303213"/>
                      <a:chOff x="5354637" y="3446463"/>
                      <a:chExt cx="214313" cy="214313"/>
                    </a:xfrm>
                  </p:grpSpPr>
                  <p:sp>
                    <p:nvSpPr>
                      <p:cNvPr id="22359" name="Arc 22358">
                        <a:extLst>
                          <a:ext uri="{FF2B5EF4-FFF2-40B4-BE49-F238E27FC236}">
                            <a16:creationId xmlns:a16="http://schemas.microsoft.com/office/drawing/2014/main" id="{441D45B8-7A69-A721-3304-3123A2B5A67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360" name="Arc 22359">
                        <a:extLst>
                          <a:ext uri="{FF2B5EF4-FFF2-40B4-BE49-F238E27FC236}">
                            <a16:creationId xmlns:a16="http://schemas.microsoft.com/office/drawing/2014/main" id="{6F097A77-4028-175D-19CA-09FC470623A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355" name="Group 22354">
                      <a:extLst>
                        <a:ext uri="{FF2B5EF4-FFF2-40B4-BE49-F238E27FC236}">
                          <a16:creationId xmlns:a16="http://schemas.microsoft.com/office/drawing/2014/main" id="{B8D2FEB4-EC3D-F6D6-A427-CA9C8BC21203}"/>
                        </a:ext>
                      </a:extLst>
                    </p:cNvPr>
                    <p:cNvGrpSpPr/>
                    <p:nvPr/>
                  </p:nvGrpSpPr>
                  <p:grpSpPr>
                    <a:xfrm rot="7200000">
                      <a:off x="5265196" y="3932619"/>
                      <a:ext cx="393192" cy="393192"/>
                      <a:chOff x="5354637" y="3446463"/>
                      <a:chExt cx="214313" cy="214313"/>
                    </a:xfrm>
                  </p:grpSpPr>
                  <p:sp>
                    <p:nvSpPr>
                      <p:cNvPr id="22357" name="Arc 22356">
                        <a:extLst>
                          <a:ext uri="{FF2B5EF4-FFF2-40B4-BE49-F238E27FC236}">
                            <a16:creationId xmlns:a16="http://schemas.microsoft.com/office/drawing/2014/main" id="{3A718743-C8D1-7335-F299-2A4B9DACA09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358" name="Arc 22357">
                        <a:extLst>
                          <a:ext uri="{FF2B5EF4-FFF2-40B4-BE49-F238E27FC236}">
                            <a16:creationId xmlns:a16="http://schemas.microsoft.com/office/drawing/2014/main" id="{5111A19A-053F-CD9B-1337-8E91530C938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356" name="TextBox 22355">
                      <a:extLst>
                        <a:ext uri="{FF2B5EF4-FFF2-40B4-BE49-F238E27FC236}">
                          <a16:creationId xmlns:a16="http://schemas.microsoft.com/office/drawing/2014/main" id="{34CC2A10-3BE5-9899-2673-24C0380B10AF}"/>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2330" name="Group 22329">
                    <a:extLst>
                      <a:ext uri="{FF2B5EF4-FFF2-40B4-BE49-F238E27FC236}">
                        <a16:creationId xmlns:a16="http://schemas.microsoft.com/office/drawing/2014/main" id="{5FDD723E-F3E8-7681-3E28-533332D69291}"/>
                      </a:ext>
                    </a:extLst>
                  </p:cNvPr>
                  <p:cNvGrpSpPr/>
                  <p:nvPr/>
                </p:nvGrpSpPr>
                <p:grpSpPr>
                  <a:xfrm>
                    <a:off x="6512463" y="3525040"/>
                    <a:ext cx="393192" cy="393192"/>
                    <a:chOff x="6389147" y="3357021"/>
                    <a:chExt cx="393192" cy="393192"/>
                  </a:xfrm>
                </p:grpSpPr>
                <p:grpSp>
                  <p:nvGrpSpPr>
                    <p:cNvPr id="22342" name="Group 22341">
                      <a:extLst>
                        <a:ext uri="{FF2B5EF4-FFF2-40B4-BE49-F238E27FC236}">
                          <a16:creationId xmlns:a16="http://schemas.microsoft.com/office/drawing/2014/main" id="{7C0F669A-426B-F1FC-A386-CBE0B93C800E}"/>
                        </a:ext>
                      </a:extLst>
                    </p:cNvPr>
                    <p:cNvGrpSpPr/>
                    <p:nvPr/>
                  </p:nvGrpSpPr>
                  <p:grpSpPr>
                    <a:xfrm rot="7200000" flipH="1">
                      <a:off x="6389147" y="3357021"/>
                      <a:ext cx="393192" cy="393192"/>
                      <a:chOff x="5354637" y="3446463"/>
                      <a:chExt cx="214313" cy="214313"/>
                    </a:xfrm>
                  </p:grpSpPr>
                  <p:sp>
                    <p:nvSpPr>
                      <p:cNvPr id="22351" name="Arc 22350">
                        <a:extLst>
                          <a:ext uri="{FF2B5EF4-FFF2-40B4-BE49-F238E27FC236}">
                            <a16:creationId xmlns:a16="http://schemas.microsoft.com/office/drawing/2014/main" id="{2EA3F9C2-EC72-C99F-4904-B87A710A8CA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352" name="Arc 22351">
                        <a:extLst>
                          <a:ext uri="{FF2B5EF4-FFF2-40B4-BE49-F238E27FC236}">
                            <a16:creationId xmlns:a16="http://schemas.microsoft.com/office/drawing/2014/main" id="{634E541B-9648-8919-6ECD-7AC5624969D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343" name="Group 22342">
                      <a:extLst>
                        <a:ext uri="{FF2B5EF4-FFF2-40B4-BE49-F238E27FC236}">
                          <a16:creationId xmlns:a16="http://schemas.microsoft.com/office/drawing/2014/main" id="{EAB8ED6A-BBB4-2CE9-B118-95DEFA02C2C9}"/>
                        </a:ext>
                      </a:extLst>
                    </p:cNvPr>
                    <p:cNvGrpSpPr/>
                    <p:nvPr/>
                  </p:nvGrpSpPr>
                  <p:grpSpPr>
                    <a:xfrm>
                      <a:off x="6434137" y="3402011"/>
                      <a:ext cx="303213" cy="303213"/>
                      <a:chOff x="6434137" y="3402011"/>
                      <a:chExt cx="303213" cy="303213"/>
                    </a:xfrm>
                  </p:grpSpPr>
                  <p:grpSp>
                    <p:nvGrpSpPr>
                      <p:cNvPr id="22344" name="Group 22343">
                        <a:extLst>
                          <a:ext uri="{FF2B5EF4-FFF2-40B4-BE49-F238E27FC236}">
                            <a16:creationId xmlns:a16="http://schemas.microsoft.com/office/drawing/2014/main" id="{0AA6B9BA-6EE1-E210-41FC-05274CFDB5EB}"/>
                          </a:ext>
                        </a:extLst>
                      </p:cNvPr>
                      <p:cNvGrpSpPr/>
                      <p:nvPr/>
                    </p:nvGrpSpPr>
                    <p:grpSpPr>
                      <a:xfrm flipH="1">
                        <a:off x="6478587" y="3446461"/>
                        <a:ext cx="214313" cy="214313"/>
                        <a:chOff x="5354637" y="3446463"/>
                        <a:chExt cx="214313" cy="214313"/>
                      </a:xfrm>
                    </p:grpSpPr>
                    <p:sp>
                      <p:nvSpPr>
                        <p:cNvPr id="22349" name="Arc 22348">
                          <a:extLst>
                            <a:ext uri="{FF2B5EF4-FFF2-40B4-BE49-F238E27FC236}">
                              <a16:creationId xmlns:a16="http://schemas.microsoft.com/office/drawing/2014/main" id="{E5D106F6-00A1-C5C8-C8C2-F29CE112BAE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350" name="Arc 22349">
                          <a:extLst>
                            <a:ext uri="{FF2B5EF4-FFF2-40B4-BE49-F238E27FC236}">
                              <a16:creationId xmlns:a16="http://schemas.microsoft.com/office/drawing/2014/main" id="{3264298B-1D7F-2120-D4C6-6FF5B73FFEB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345" name="Group 22344">
                        <a:extLst>
                          <a:ext uri="{FF2B5EF4-FFF2-40B4-BE49-F238E27FC236}">
                            <a16:creationId xmlns:a16="http://schemas.microsoft.com/office/drawing/2014/main" id="{2616C5BB-2031-46A2-3283-AD031434D53C}"/>
                          </a:ext>
                        </a:extLst>
                      </p:cNvPr>
                      <p:cNvGrpSpPr/>
                      <p:nvPr/>
                    </p:nvGrpSpPr>
                    <p:grpSpPr>
                      <a:xfrm rot="14400000" flipH="1">
                        <a:off x="6434137" y="3402011"/>
                        <a:ext cx="303213" cy="303213"/>
                        <a:chOff x="5354637" y="3446463"/>
                        <a:chExt cx="214313" cy="214313"/>
                      </a:xfrm>
                    </p:grpSpPr>
                    <p:sp>
                      <p:nvSpPr>
                        <p:cNvPr id="22347" name="Arc 22346">
                          <a:extLst>
                            <a:ext uri="{FF2B5EF4-FFF2-40B4-BE49-F238E27FC236}">
                              <a16:creationId xmlns:a16="http://schemas.microsoft.com/office/drawing/2014/main" id="{C7092C3B-45CD-FF2C-79D1-A77DAC7C2BF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348" name="Arc 22347">
                          <a:extLst>
                            <a:ext uri="{FF2B5EF4-FFF2-40B4-BE49-F238E27FC236}">
                              <a16:creationId xmlns:a16="http://schemas.microsoft.com/office/drawing/2014/main" id="{FF404143-8287-E0E0-DCE6-D0EE65F1D5D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346" name="TextBox 22345">
                        <a:extLst>
                          <a:ext uri="{FF2B5EF4-FFF2-40B4-BE49-F238E27FC236}">
                            <a16:creationId xmlns:a16="http://schemas.microsoft.com/office/drawing/2014/main" id="{6109607E-D87D-8D46-D42E-E0F4F2105CCA}"/>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331" name="Group 22330">
                    <a:extLst>
                      <a:ext uri="{FF2B5EF4-FFF2-40B4-BE49-F238E27FC236}">
                        <a16:creationId xmlns:a16="http://schemas.microsoft.com/office/drawing/2014/main" id="{ECE5C02B-E4AB-9B1A-D3C0-F2389933D099}"/>
                      </a:ext>
                    </a:extLst>
                  </p:cNvPr>
                  <p:cNvGrpSpPr/>
                  <p:nvPr/>
                </p:nvGrpSpPr>
                <p:grpSpPr>
                  <a:xfrm>
                    <a:off x="6197413" y="3225768"/>
                    <a:ext cx="393192" cy="393192"/>
                    <a:chOff x="6389147" y="3932622"/>
                    <a:chExt cx="393192" cy="393192"/>
                  </a:xfrm>
                </p:grpSpPr>
                <p:grpSp>
                  <p:nvGrpSpPr>
                    <p:cNvPr id="22332" name="Group 22331">
                      <a:extLst>
                        <a:ext uri="{FF2B5EF4-FFF2-40B4-BE49-F238E27FC236}">
                          <a16:creationId xmlns:a16="http://schemas.microsoft.com/office/drawing/2014/main" id="{0C0DA9C6-5230-6C05-C41C-60E1CEC4499C}"/>
                        </a:ext>
                      </a:extLst>
                    </p:cNvPr>
                    <p:cNvGrpSpPr/>
                    <p:nvPr/>
                  </p:nvGrpSpPr>
                  <p:grpSpPr>
                    <a:xfrm flipH="1">
                      <a:off x="6478587" y="4022061"/>
                      <a:ext cx="214313" cy="214313"/>
                      <a:chOff x="5354637" y="3446463"/>
                      <a:chExt cx="214313" cy="214313"/>
                    </a:xfrm>
                  </p:grpSpPr>
                  <p:sp>
                    <p:nvSpPr>
                      <p:cNvPr id="22340" name="Arc 22339">
                        <a:extLst>
                          <a:ext uri="{FF2B5EF4-FFF2-40B4-BE49-F238E27FC236}">
                            <a16:creationId xmlns:a16="http://schemas.microsoft.com/office/drawing/2014/main" id="{51B42306-190B-049F-A1F5-ECB43A4D46D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341" name="Arc 22340">
                        <a:extLst>
                          <a:ext uri="{FF2B5EF4-FFF2-40B4-BE49-F238E27FC236}">
                            <a16:creationId xmlns:a16="http://schemas.microsoft.com/office/drawing/2014/main" id="{0D731034-67AA-968F-FCC6-FF5AB7BED1F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333" name="Group 22332">
                      <a:extLst>
                        <a:ext uri="{FF2B5EF4-FFF2-40B4-BE49-F238E27FC236}">
                          <a16:creationId xmlns:a16="http://schemas.microsoft.com/office/drawing/2014/main" id="{E7FCF7B3-9015-6FC8-75FA-07015DD45D09}"/>
                        </a:ext>
                      </a:extLst>
                    </p:cNvPr>
                    <p:cNvGrpSpPr/>
                    <p:nvPr/>
                  </p:nvGrpSpPr>
                  <p:grpSpPr>
                    <a:xfrm rot="7200000" flipH="1">
                      <a:off x="6434137" y="3977611"/>
                      <a:ext cx="303213" cy="303213"/>
                      <a:chOff x="5354637" y="3446463"/>
                      <a:chExt cx="214313" cy="214313"/>
                    </a:xfrm>
                  </p:grpSpPr>
                  <p:sp>
                    <p:nvSpPr>
                      <p:cNvPr id="22338" name="Arc 22337">
                        <a:extLst>
                          <a:ext uri="{FF2B5EF4-FFF2-40B4-BE49-F238E27FC236}">
                            <a16:creationId xmlns:a16="http://schemas.microsoft.com/office/drawing/2014/main" id="{B4BD14A1-FB85-0262-A4E6-5C9B4535B09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339" name="Arc 22338">
                        <a:extLst>
                          <a:ext uri="{FF2B5EF4-FFF2-40B4-BE49-F238E27FC236}">
                            <a16:creationId xmlns:a16="http://schemas.microsoft.com/office/drawing/2014/main" id="{D93D5DCE-0188-0800-CECE-CF21F379F1A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334" name="Group 22333">
                      <a:extLst>
                        <a:ext uri="{FF2B5EF4-FFF2-40B4-BE49-F238E27FC236}">
                          <a16:creationId xmlns:a16="http://schemas.microsoft.com/office/drawing/2014/main" id="{C69F68B4-2C45-4F4F-E932-FC433AB968A5}"/>
                        </a:ext>
                      </a:extLst>
                    </p:cNvPr>
                    <p:cNvGrpSpPr/>
                    <p:nvPr/>
                  </p:nvGrpSpPr>
                  <p:grpSpPr>
                    <a:xfrm rot="14400000" flipH="1">
                      <a:off x="6389147" y="3932622"/>
                      <a:ext cx="393192" cy="393192"/>
                      <a:chOff x="5354637" y="3446463"/>
                      <a:chExt cx="214313" cy="214313"/>
                    </a:xfrm>
                  </p:grpSpPr>
                  <p:sp>
                    <p:nvSpPr>
                      <p:cNvPr id="22336" name="Arc 22335">
                        <a:extLst>
                          <a:ext uri="{FF2B5EF4-FFF2-40B4-BE49-F238E27FC236}">
                            <a16:creationId xmlns:a16="http://schemas.microsoft.com/office/drawing/2014/main" id="{05F47084-D26C-5C96-62B2-5EF08EDE8C2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337" name="Arc 22336">
                        <a:extLst>
                          <a:ext uri="{FF2B5EF4-FFF2-40B4-BE49-F238E27FC236}">
                            <a16:creationId xmlns:a16="http://schemas.microsoft.com/office/drawing/2014/main" id="{DF914C96-4297-D3E7-4803-0031EC49D82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335" name="TextBox 22334">
                      <a:extLst>
                        <a:ext uri="{FF2B5EF4-FFF2-40B4-BE49-F238E27FC236}">
                          <a16:creationId xmlns:a16="http://schemas.microsoft.com/office/drawing/2014/main" id="{EC96902A-C96E-AF43-C6BA-0C18F18ED2A1}"/>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281" name="Group 22280">
                  <a:extLst>
                    <a:ext uri="{FF2B5EF4-FFF2-40B4-BE49-F238E27FC236}">
                      <a16:creationId xmlns:a16="http://schemas.microsoft.com/office/drawing/2014/main" id="{0C1CAE98-93F0-42D8-6F08-BCF9C675B1CD}"/>
                    </a:ext>
                  </a:extLst>
                </p:cNvPr>
                <p:cNvGrpSpPr/>
                <p:nvPr/>
              </p:nvGrpSpPr>
              <p:grpSpPr>
                <a:xfrm>
                  <a:off x="6069086" y="3246228"/>
                  <a:ext cx="1019224" cy="991639"/>
                  <a:chOff x="5886431" y="3225768"/>
                  <a:chExt cx="1019224" cy="991639"/>
                </a:xfrm>
              </p:grpSpPr>
              <p:grpSp>
                <p:nvGrpSpPr>
                  <p:cNvPr id="22282" name="Group 22281">
                    <a:extLst>
                      <a:ext uri="{FF2B5EF4-FFF2-40B4-BE49-F238E27FC236}">
                        <a16:creationId xmlns:a16="http://schemas.microsoft.com/office/drawing/2014/main" id="{3E5B0229-B970-8419-9D47-A0DAA10D8222}"/>
                      </a:ext>
                    </a:extLst>
                  </p:cNvPr>
                  <p:cNvGrpSpPr/>
                  <p:nvPr/>
                </p:nvGrpSpPr>
                <p:grpSpPr>
                  <a:xfrm>
                    <a:off x="6197413" y="3824215"/>
                    <a:ext cx="393192" cy="393192"/>
                    <a:chOff x="5265196" y="3357021"/>
                    <a:chExt cx="393192" cy="393192"/>
                  </a:xfrm>
                </p:grpSpPr>
                <p:grpSp>
                  <p:nvGrpSpPr>
                    <p:cNvPr id="22317" name="Group 22316">
                      <a:extLst>
                        <a:ext uri="{FF2B5EF4-FFF2-40B4-BE49-F238E27FC236}">
                          <a16:creationId xmlns:a16="http://schemas.microsoft.com/office/drawing/2014/main" id="{09B0E526-1525-0B10-9FD1-972F7023E11B}"/>
                        </a:ext>
                      </a:extLst>
                    </p:cNvPr>
                    <p:cNvGrpSpPr/>
                    <p:nvPr/>
                  </p:nvGrpSpPr>
                  <p:grpSpPr>
                    <a:xfrm rot="14400000">
                      <a:off x="5265196" y="3357021"/>
                      <a:ext cx="393192" cy="393192"/>
                      <a:chOff x="5354637" y="3446463"/>
                      <a:chExt cx="214313" cy="214313"/>
                    </a:xfrm>
                  </p:grpSpPr>
                  <p:sp>
                    <p:nvSpPr>
                      <p:cNvPr id="22326" name="Arc 22325">
                        <a:extLst>
                          <a:ext uri="{FF2B5EF4-FFF2-40B4-BE49-F238E27FC236}">
                            <a16:creationId xmlns:a16="http://schemas.microsoft.com/office/drawing/2014/main" id="{77896170-B574-BFAA-EF41-86F4F30D289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327" name="Arc 22326">
                        <a:extLst>
                          <a:ext uri="{FF2B5EF4-FFF2-40B4-BE49-F238E27FC236}">
                            <a16:creationId xmlns:a16="http://schemas.microsoft.com/office/drawing/2014/main" id="{79AA6704-CF19-3701-F59D-27CEA0275A4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318" name="Group 22317">
                      <a:extLst>
                        <a:ext uri="{FF2B5EF4-FFF2-40B4-BE49-F238E27FC236}">
                          <a16:creationId xmlns:a16="http://schemas.microsoft.com/office/drawing/2014/main" id="{8717DBF6-612F-CEE1-AA8D-1B21DF0451D1}"/>
                        </a:ext>
                      </a:extLst>
                    </p:cNvPr>
                    <p:cNvGrpSpPr/>
                    <p:nvPr/>
                  </p:nvGrpSpPr>
                  <p:grpSpPr>
                    <a:xfrm>
                      <a:off x="5310186" y="3402011"/>
                      <a:ext cx="303213" cy="303213"/>
                      <a:chOff x="5310186" y="3402011"/>
                      <a:chExt cx="303213" cy="303213"/>
                    </a:xfrm>
                  </p:grpSpPr>
                  <p:grpSp>
                    <p:nvGrpSpPr>
                      <p:cNvPr id="22319" name="Group 22318">
                        <a:extLst>
                          <a:ext uri="{FF2B5EF4-FFF2-40B4-BE49-F238E27FC236}">
                            <a16:creationId xmlns:a16="http://schemas.microsoft.com/office/drawing/2014/main" id="{5212C3B6-CBBA-F474-232F-4463FECEEB82}"/>
                          </a:ext>
                        </a:extLst>
                      </p:cNvPr>
                      <p:cNvGrpSpPr/>
                      <p:nvPr/>
                    </p:nvGrpSpPr>
                    <p:grpSpPr>
                      <a:xfrm>
                        <a:off x="5354636" y="3446461"/>
                        <a:ext cx="214313" cy="214313"/>
                        <a:chOff x="5354637" y="3446463"/>
                        <a:chExt cx="214313" cy="214313"/>
                      </a:xfrm>
                    </p:grpSpPr>
                    <p:sp>
                      <p:nvSpPr>
                        <p:cNvPr id="22324" name="Arc 22323">
                          <a:extLst>
                            <a:ext uri="{FF2B5EF4-FFF2-40B4-BE49-F238E27FC236}">
                              <a16:creationId xmlns:a16="http://schemas.microsoft.com/office/drawing/2014/main" id="{DBBD1620-2137-537B-901F-673DA0BDCD0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325" name="Arc 22324">
                          <a:extLst>
                            <a:ext uri="{FF2B5EF4-FFF2-40B4-BE49-F238E27FC236}">
                              <a16:creationId xmlns:a16="http://schemas.microsoft.com/office/drawing/2014/main" id="{C3EF831B-38DC-741C-DDD1-2CBF581CF8A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320" name="Group 22319">
                        <a:extLst>
                          <a:ext uri="{FF2B5EF4-FFF2-40B4-BE49-F238E27FC236}">
                            <a16:creationId xmlns:a16="http://schemas.microsoft.com/office/drawing/2014/main" id="{E9F49787-1769-CF7E-2A73-F8DEA8F03BBB}"/>
                          </a:ext>
                        </a:extLst>
                      </p:cNvPr>
                      <p:cNvGrpSpPr/>
                      <p:nvPr/>
                    </p:nvGrpSpPr>
                    <p:grpSpPr>
                      <a:xfrm rot="7200000">
                        <a:off x="5310186" y="3402011"/>
                        <a:ext cx="303213" cy="303213"/>
                        <a:chOff x="5354637" y="3446463"/>
                        <a:chExt cx="214313" cy="214313"/>
                      </a:xfrm>
                    </p:grpSpPr>
                    <p:sp>
                      <p:nvSpPr>
                        <p:cNvPr id="22322" name="Arc 22321">
                          <a:extLst>
                            <a:ext uri="{FF2B5EF4-FFF2-40B4-BE49-F238E27FC236}">
                              <a16:creationId xmlns:a16="http://schemas.microsoft.com/office/drawing/2014/main" id="{B63581D8-A66D-FB82-9B7D-BDC4440C9BB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323" name="Arc 22322">
                          <a:extLst>
                            <a:ext uri="{FF2B5EF4-FFF2-40B4-BE49-F238E27FC236}">
                              <a16:creationId xmlns:a16="http://schemas.microsoft.com/office/drawing/2014/main" id="{416F230B-B423-A692-F160-27E33DDF811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321" name="TextBox 22320">
                        <a:extLst>
                          <a:ext uri="{FF2B5EF4-FFF2-40B4-BE49-F238E27FC236}">
                            <a16:creationId xmlns:a16="http://schemas.microsoft.com/office/drawing/2014/main" id="{9694AB8A-3673-9F83-87EC-D5E740287022}"/>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283" name="Group 22282">
                    <a:extLst>
                      <a:ext uri="{FF2B5EF4-FFF2-40B4-BE49-F238E27FC236}">
                        <a16:creationId xmlns:a16="http://schemas.microsoft.com/office/drawing/2014/main" id="{E052875B-98D4-E400-55F4-D948C9B0E49B}"/>
                      </a:ext>
                    </a:extLst>
                  </p:cNvPr>
                  <p:cNvGrpSpPr/>
                  <p:nvPr/>
                </p:nvGrpSpPr>
                <p:grpSpPr>
                  <a:xfrm>
                    <a:off x="5886431" y="3525040"/>
                    <a:ext cx="393192" cy="393192"/>
                    <a:chOff x="5265196" y="3932619"/>
                    <a:chExt cx="393192" cy="393192"/>
                  </a:xfrm>
                </p:grpSpPr>
                <p:grpSp>
                  <p:nvGrpSpPr>
                    <p:cNvPr id="22307" name="Group 22306">
                      <a:extLst>
                        <a:ext uri="{FF2B5EF4-FFF2-40B4-BE49-F238E27FC236}">
                          <a16:creationId xmlns:a16="http://schemas.microsoft.com/office/drawing/2014/main" id="{D2004E48-20FC-F25D-F921-CB82862654EA}"/>
                        </a:ext>
                      </a:extLst>
                    </p:cNvPr>
                    <p:cNvGrpSpPr/>
                    <p:nvPr/>
                  </p:nvGrpSpPr>
                  <p:grpSpPr>
                    <a:xfrm>
                      <a:off x="5354636" y="4022061"/>
                      <a:ext cx="214313" cy="214313"/>
                      <a:chOff x="5354637" y="3446463"/>
                      <a:chExt cx="214313" cy="214313"/>
                    </a:xfrm>
                  </p:grpSpPr>
                  <p:sp>
                    <p:nvSpPr>
                      <p:cNvPr id="22315" name="Arc 22314">
                        <a:extLst>
                          <a:ext uri="{FF2B5EF4-FFF2-40B4-BE49-F238E27FC236}">
                            <a16:creationId xmlns:a16="http://schemas.microsoft.com/office/drawing/2014/main" id="{8B5181C7-BFBC-5033-3A7A-AE093B0441A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316" name="Arc 22315">
                        <a:extLst>
                          <a:ext uri="{FF2B5EF4-FFF2-40B4-BE49-F238E27FC236}">
                            <a16:creationId xmlns:a16="http://schemas.microsoft.com/office/drawing/2014/main" id="{AFD117C3-D4ED-00D1-22F4-B530DE425BC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308" name="Group 22307">
                      <a:extLst>
                        <a:ext uri="{FF2B5EF4-FFF2-40B4-BE49-F238E27FC236}">
                          <a16:creationId xmlns:a16="http://schemas.microsoft.com/office/drawing/2014/main" id="{4AE19CE2-C6F7-2B3C-01DD-60A418766D95}"/>
                        </a:ext>
                      </a:extLst>
                    </p:cNvPr>
                    <p:cNvGrpSpPr/>
                    <p:nvPr/>
                  </p:nvGrpSpPr>
                  <p:grpSpPr>
                    <a:xfrm rot="14400000">
                      <a:off x="5310186" y="3977611"/>
                      <a:ext cx="303213" cy="303213"/>
                      <a:chOff x="5354637" y="3446463"/>
                      <a:chExt cx="214313" cy="214313"/>
                    </a:xfrm>
                  </p:grpSpPr>
                  <p:sp>
                    <p:nvSpPr>
                      <p:cNvPr id="22313" name="Arc 22312">
                        <a:extLst>
                          <a:ext uri="{FF2B5EF4-FFF2-40B4-BE49-F238E27FC236}">
                            <a16:creationId xmlns:a16="http://schemas.microsoft.com/office/drawing/2014/main" id="{20FF35F6-5D11-F71C-06AC-8D356582FCC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314" name="Arc 22313">
                        <a:extLst>
                          <a:ext uri="{FF2B5EF4-FFF2-40B4-BE49-F238E27FC236}">
                            <a16:creationId xmlns:a16="http://schemas.microsoft.com/office/drawing/2014/main" id="{698F679F-2809-5718-9133-D7B7CB66B44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309" name="Group 22308">
                      <a:extLst>
                        <a:ext uri="{FF2B5EF4-FFF2-40B4-BE49-F238E27FC236}">
                          <a16:creationId xmlns:a16="http://schemas.microsoft.com/office/drawing/2014/main" id="{B28181F4-B2FF-36DA-D13D-30EFCAF537E2}"/>
                        </a:ext>
                      </a:extLst>
                    </p:cNvPr>
                    <p:cNvGrpSpPr/>
                    <p:nvPr/>
                  </p:nvGrpSpPr>
                  <p:grpSpPr>
                    <a:xfrm rot="7200000">
                      <a:off x="5265196" y="3932619"/>
                      <a:ext cx="393192" cy="393192"/>
                      <a:chOff x="5354637" y="3446463"/>
                      <a:chExt cx="214313" cy="214313"/>
                    </a:xfrm>
                  </p:grpSpPr>
                  <p:sp>
                    <p:nvSpPr>
                      <p:cNvPr id="22311" name="Arc 22310">
                        <a:extLst>
                          <a:ext uri="{FF2B5EF4-FFF2-40B4-BE49-F238E27FC236}">
                            <a16:creationId xmlns:a16="http://schemas.microsoft.com/office/drawing/2014/main" id="{EB3C27AC-1F7A-A12B-D1BD-1ED8F3C0ECE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312" name="Arc 22311">
                        <a:extLst>
                          <a:ext uri="{FF2B5EF4-FFF2-40B4-BE49-F238E27FC236}">
                            <a16:creationId xmlns:a16="http://schemas.microsoft.com/office/drawing/2014/main" id="{79016D1A-73C4-0DD6-6544-503B10EEF3C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310" name="TextBox 22309">
                      <a:extLst>
                        <a:ext uri="{FF2B5EF4-FFF2-40B4-BE49-F238E27FC236}">
                          <a16:creationId xmlns:a16="http://schemas.microsoft.com/office/drawing/2014/main" id="{113971B2-823D-5B20-7E6A-75EEE9DF2A59}"/>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2284" name="Group 22283">
                    <a:extLst>
                      <a:ext uri="{FF2B5EF4-FFF2-40B4-BE49-F238E27FC236}">
                        <a16:creationId xmlns:a16="http://schemas.microsoft.com/office/drawing/2014/main" id="{6859049B-90D8-1ED3-1C10-C848F57580EA}"/>
                      </a:ext>
                    </a:extLst>
                  </p:cNvPr>
                  <p:cNvGrpSpPr/>
                  <p:nvPr/>
                </p:nvGrpSpPr>
                <p:grpSpPr>
                  <a:xfrm>
                    <a:off x="6512463" y="3525040"/>
                    <a:ext cx="393192" cy="393192"/>
                    <a:chOff x="6389147" y="3357021"/>
                    <a:chExt cx="393192" cy="393192"/>
                  </a:xfrm>
                </p:grpSpPr>
                <p:grpSp>
                  <p:nvGrpSpPr>
                    <p:cNvPr id="22296" name="Group 22295">
                      <a:extLst>
                        <a:ext uri="{FF2B5EF4-FFF2-40B4-BE49-F238E27FC236}">
                          <a16:creationId xmlns:a16="http://schemas.microsoft.com/office/drawing/2014/main" id="{D2734762-AA77-4A99-ED28-4A06BE497E79}"/>
                        </a:ext>
                      </a:extLst>
                    </p:cNvPr>
                    <p:cNvGrpSpPr/>
                    <p:nvPr/>
                  </p:nvGrpSpPr>
                  <p:grpSpPr>
                    <a:xfrm rot="7200000" flipH="1">
                      <a:off x="6389147" y="3357021"/>
                      <a:ext cx="393192" cy="393192"/>
                      <a:chOff x="5354637" y="3446463"/>
                      <a:chExt cx="214313" cy="214313"/>
                    </a:xfrm>
                  </p:grpSpPr>
                  <p:sp>
                    <p:nvSpPr>
                      <p:cNvPr id="22305" name="Arc 22304">
                        <a:extLst>
                          <a:ext uri="{FF2B5EF4-FFF2-40B4-BE49-F238E27FC236}">
                            <a16:creationId xmlns:a16="http://schemas.microsoft.com/office/drawing/2014/main" id="{2E208BBC-4FEA-D6B0-D8C2-0C66A066C1D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306" name="Arc 22305">
                        <a:extLst>
                          <a:ext uri="{FF2B5EF4-FFF2-40B4-BE49-F238E27FC236}">
                            <a16:creationId xmlns:a16="http://schemas.microsoft.com/office/drawing/2014/main" id="{57341763-DA91-6555-88E8-129F5DA70BB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297" name="Group 22296">
                      <a:extLst>
                        <a:ext uri="{FF2B5EF4-FFF2-40B4-BE49-F238E27FC236}">
                          <a16:creationId xmlns:a16="http://schemas.microsoft.com/office/drawing/2014/main" id="{048B8479-E426-E036-1BC3-1A4336194EC6}"/>
                        </a:ext>
                      </a:extLst>
                    </p:cNvPr>
                    <p:cNvGrpSpPr/>
                    <p:nvPr/>
                  </p:nvGrpSpPr>
                  <p:grpSpPr>
                    <a:xfrm>
                      <a:off x="6434137" y="3402011"/>
                      <a:ext cx="303213" cy="303213"/>
                      <a:chOff x="6434137" y="3402011"/>
                      <a:chExt cx="303213" cy="303213"/>
                    </a:xfrm>
                  </p:grpSpPr>
                  <p:grpSp>
                    <p:nvGrpSpPr>
                      <p:cNvPr id="22298" name="Group 22297">
                        <a:extLst>
                          <a:ext uri="{FF2B5EF4-FFF2-40B4-BE49-F238E27FC236}">
                            <a16:creationId xmlns:a16="http://schemas.microsoft.com/office/drawing/2014/main" id="{76F9F21F-1E8A-D481-2E8D-163CF15336F2}"/>
                          </a:ext>
                        </a:extLst>
                      </p:cNvPr>
                      <p:cNvGrpSpPr/>
                      <p:nvPr/>
                    </p:nvGrpSpPr>
                    <p:grpSpPr>
                      <a:xfrm flipH="1">
                        <a:off x="6478587" y="3446461"/>
                        <a:ext cx="214313" cy="214313"/>
                        <a:chOff x="5354637" y="3446463"/>
                        <a:chExt cx="214313" cy="214313"/>
                      </a:xfrm>
                    </p:grpSpPr>
                    <p:sp>
                      <p:nvSpPr>
                        <p:cNvPr id="22303" name="Arc 22302">
                          <a:extLst>
                            <a:ext uri="{FF2B5EF4-FFF2-40B4-BE49-F238E27FC236}">
                              <a16:creationId xmlns:a16="http://schemas.microsoft.com/office/drawing/2014/main" id="{FC581056-8131-5512-7FD8-5367C50D48B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304" name="Arc 22303">
                          <a:extLst>
                            <a:ext uri="{FF2B5EF4-FFF2-40B4-BE49-F238E27FC236}">
                              <a16:creationId xmlns:a16="http://schemas.microsoft.com/office/drawing/2014/main" id="{022E3EA2-7E2B-9D19-182F-B6A75EE6162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299" name="Group 22298">
                        <a:extLst>
                          <a:ext uri="{FF2B5EF4-FFF2-40B4-BE49-F238E27FC236}">
                            <a16:creationId xmlns:a16="http://schemas.microsoft.com/office/drawing/2014/main" id="{4E7E2659-708D-EEAA-9744-C50B015E9FB9}"/>
                          </a:ext>
                        </a:extLst>
                      </p:cNvPr>
                      <p:cNvGrpSpPr/>
                      <p:nvPr/>
                    </p:nvGrpSpPr>
                    <p:grpSpPr>
                      <a:xfrm rot="14400000" flipH="1">
                        <a:off x="6434137" y="3402011"/>
                        <a:ext cx="303213" cy="303213"/>
                        <a:chOff x="5354637" y="3446463"/>
                        <a:chExt cx="214313" cy="214313"/>
                      </a:xfrm>
                    </p:grpSpPr>
                    <p:sp>
                      <p:nvSpPr>
                        <p:cNvPr id="22301" name="Arc 22300">
                          <a:extLst>
                            <a:ext uri="{FF2B5EF4-FFF2-40B4-BE49-F238E27FC236}">
                              <a16:creationId xmlns:a16="http://schemas.microsoft.com/office/drawing/2014/main" id="{6B284EB4-DC25-B681-9E22-98FF342AEA4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302" name="Arc 22301">
                          <a:extLst>
                            <a:ext uri="{FF2B5EF4-FFF2-40B4-BE49-F238E27FC236}">
                              <a16:creationId xmlns:a16="http://schemas.microsoft.com/office/drawing/2014/main" id="{ACE21933-7666-47A7-FDDD-987EC61DEA0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300" name="TextBox 22299">
                        <a:extLst>
                          <a:ext uri="{FF2B5EF4-FFF2-40B4-BE49-F238E27FC236}">
                            <a16:creationId xmlns:a16="http://schemas.microsoft.com/office/drawing/2014/main" id="{8BD3E095-7C36-5D09-EC98-C6A5272265D0}"/>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285" name="Group 22284">
                    <a:extLst>
                      <a:ext uri="{FF2B5EF4-FFF2-40B4-BE49-F238E27FC236}">
                        <a16:creationId xmlns:a16="http://schemas.microsoft.com/office/drawing/2014/main" id="{D5FAD375-4D89-DF4C-89BF-5E494187B70F}"/>
                      </a:ext>
                    </a:extLst>
                  </p:cNvPr>
                  <p:cNvGrpSpPr/>
                  <p:nvPr/>
                </p:nvGrpSpPr>
                <p:grpSpPr>
                  <a:xfrm>
                    <a:off x="6197413" y="3225768"/>
                    <a:ext cx="393192" cy="393192"/>
                    <a:chOff x="6389147" y="3932622"/>
                    <a:chExt cx="393192" cy="393192"/>
                  </a:xfrm>
                </p:grpSpPr>
                <p:grpSp>
                  <p:nvGrpSpPr>
                    <p:cNvPr id="22286" name="Group 22285">
                      <a:extLst>
                        <a:ext uri="{FF2B5EF4-FFF2-40B4-BE49-F238E27FC236}">
                          <a16:creationId xmlns:a16="http://schemas.microsoft.com/office/drawing/2014/main" id="{AD104446-F638-64A0-E10A-9FEADAD9D4CE}"/>
                        </a:ext>
                      </a:extLst>
                    </p:cNvPr>
                    <p:cNvGrpSpPr/>
                    <p:nvPr/>
                  </p:nvGrpSpPr>
                  <p:grpSpPr>
                    <a:xfrm flipH="1">
                      <a:off x="6478587" y="4022061"/>
                      <a:ext cx="214313" cy="214313"/>
                      <a:chOff x="5354637" y="3446463"/>
                      <a:chExt cx="214313" cy="214313"/>
                    </a:xfrm>
                  </p:grpSpPr>
                  <p:sp>
                    <p:nvSpPr>
                      <p:cNvPr id="22294" name="Arc 22293">
                        <a:extLst>
                          <a:ext uri="{FF2B5EF4-FFF2-40B4-BE49-F238E27FC236}">
                            <a16:creationId xmlns:a16="http://schemas.microsoft.com/office/drawing/2014/main" id="{8D1A5B9A-B7A3-1A5E-3098-B953CE6EE92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295" name="Arc 22294">
                        <a:extLst>
                          <a:ext uri="{FF2B5EF4-FFF2-40B4-BE49-F238E27FC236}">
                            <a16:creationId xmlns:a16="http://schemas.microsoft.com/office/drawing/2014/main" id="{CCEA8ED9-4388-D738-4304-8EDD9D0F689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287" name="Group 22286">
                      <a:extLst>
                        <a:ext uri="{FF2B5EF4-FFF2-40B4-BE49-F238E27FC236}">
                          <a16:creationId xmlns:a16="http://schemas.microsoft.com/office/drawing/2014/main" id="{9463A2C2-2017-970E-C4A4-572DB63FE56D}"/>
                        </a:ext>
                      </a:extLst>
                    </p:cNvPr>
                    <p:cNvGrpSpPr/>
                    <p:nvPr/>
                  </p:nvGrpSpPr>
                  <p:grpSpPr>
                    <a:xfrm rot="7200000" flipH="1">
                      <a:off x="6434137" y="3977611"/>
                      <a:ext cx="303213" cy="303213"/>
                      <a:chOff x="5354637" y="3446463"/>
                      <a:chExt cx="214313" cy="214313"/>
                    </a:xfrm>
                  </p:grpSpPr>
                  <p:sp>
                    <p:nvSpPr>
                      <p:cNvPr id="22292" name="Arc 22291">
                        <a:extLst>
                          <a:ext uri="{FF2B5EF4-FFF2-40B4-BE49-F238E27FC236}">
                            <a16:creationId xmlns:a16="http://schemas.microsoft.com/office/drawing/2014/main" id="{88833F0E-66D7-D08A-9912-32A7A963568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293" name="Arc 22292">
                        <a:extLst>
                          <a:ext uri="{FF2B5EF4-FFF2-40B4-BE49-F238E27FC236}">
                            <a16:creationId xmlns:a16="http://schemas.microsoft.com/office/drawing/2014/main" id="{A395A057-0791-F0F0-87B9-69BA3E51DA2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288" name="Group 22287">
                      <a:extLst>
                        <a:ext uri="{FF2B5EF4-FFF2-40B4-BE49-F238E27FC236}">
                          <a16:creationId xmlns:a16="http://schemas.microsoft.com/office/drawing/2014/main" id="{248BEC78-EB16-B3D4-C5BC-09B1479604DE}"/>
                        </a:ext>
                      </a:extLst>
                    </p:cNvPr>
                    <p:cNvGrpSpPr/>
                    <p:nvPr/>
                  </p:nvGrpSpPr>
                  <p:grpSpPr>
                    <a:xfrm rot="14400000" flipH="1">
                      <a:off x="6389147" y="3932622"/>
                      <a:ext cx="393192" cy="393192"/>
                      <a:chOff x="5354637" y="3446463"/>
                      <a:chExt cx="214313" cy="214313"/>
                    </a:xfrm>
                  </p:grpSpPr>
                  <p:sp>
                    <p:nvSpPr>
                      <p:cNvPr id="22290" name="Arc 22289">
                        <a:extLst>
                          <a:ext uri="{FF2B5EF4-FFF2-40B4-BE49-F238E27FC236}">
                            <a16:creationId xmlns:a16="http://schemas.microsoft.com/office/drawing/2014/main" id="{1FE9BF92-6268-57DD-BBDB-1317D15422A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291" name="Arc 22290">
                        <a:extLst>
                          <a:ext uri="{FF2B5EF4-FFF2-40B4-BE49-F238E27FC236}">
                            <a16:creationId xmlns:a16="http://schemas.microsoft.com/office/drawing/2014/main" id="{7A1FB352-B4C2-48BF-8285-507137CB409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289" name="TextBox 22288">
                      <a:extLst>
                        <a:ext uri="{FF2B5EF4-FFF2-40B4-BE49-F238E27FC236}">
                          <a16:creationId xmlns:a16="http://schemas.microsoft.com/office/drawing/2014/main" id="{1E201CC6-1C7F-9077-11D5-C41F4B010E03}"/>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22185" name="Group 22184">
                <a:extLst>
                  <a:ext uri="{FF2B5EF4-FFF2-40B4-BE49-F238E27FC236}">
                    <a16:creationId xmlns:a16="http://schemas.microsoft.com/office/drawing/2014/main" id="{532C42FA-2BAF-EFA9-B075-FA940B1844F3}"/>
                  </a:ext>
                </a:extLst>
              </p:cNvPr>
              <p:cNvGrpSpPr/>
              <p:nvPr/>
            </p:nvGrpSpPr>
            <p:grpSpPr>
              <a:xfrm>
                <a:off x="6065340" y="2039507"/>
                <a:ext cx="1643204" cy="1593124"/>
                <a:chOff x="5445106" y="2644743"/>
                <a:chExt cx="1643204" cy="1593124"/>
              </a:xfrm>
            </p:grpSpPr>
            <p:grpSp>
              <p:nvGrpSpPr>
                <p:cNvPr id="22186" name="Group 22185">
                  <a:extLst>
                    <a:ext uri="{FF2B5EF4-FFF2-40B4-BE49-F238E27FC236}">
                      <a16:creationId xmlns:a16="http://schemas.microsoft.com/office/drawing/2014/main" id="{45E9B9E4-E7E7-D01A-F9DF-632A71DD3173}"/>
                    </a:ext>
                  </a:extLst>
                </p:cNvPr>
                <p:cNvGrpSpPr/>
                <p:nvPr/>
              </p:nvGrpSpPr>
              <p:grpSpPr>
                <a:xfrm>
                  <a:off x="5445106" y="2644743"/>
                  <a:ext cx="1019224" cy="991639"/>
                  <a:chOff x="5886431" y="3225768"/>
                  <a:chExt cx="1019224" cy="991639"/>
                </a:xfrm>
              </p:grpSpPr>
              <p:grpSp>
                <p:nvGrpSpPr>
                  <p:cNvPr id="22234" name="Group 22233">
                    <a:extLst>
                      <a:ext uri="{FF2B5EF4-FFF2-40B4-BE49-F238E27FC236}">
                        <a16:creationId xmlns:a16="http://schemas.microsoft.com/office/drawing/2014/main" id="{70177B59-9AA3-11BF-4FB2-1482A4A89821}"/>
                      </a:ext>
                    </a:extLst>
                  </p:cNvPr>
                  <p:cNvGrpSpPr/>
                  <p:nvPr/>
                </p:nvGrpSpPr>
                <p:grpSpPr>
                  <a:xfrm>
                    <a:off x="6197413" y="3824215"/>
                    <a:ext cx="393192" cy="393192"/>
                    <a:chOff x="5265196" y="3357021"/>
                    <a:chExt cx="393192" cy="393192"/>
                  </a:xfrm>
                </p:grpSpPr>
                <p:grpSp>
                  <p:nvGrpSpPr>
                    <p:cNvPr id="22269" name="Group 22268">
                      <a:extLst>
                        <a:ext uri="{FF2B5EF4-FFF2-40B4-BE49-F238E27FC236}">
                          <a16:creationId xmlns:a16="http://schemas.microsoft.com/office/drawing/2014/main" id="{829BC720-0808-2974-BC18-B596C7AF223E}"/>
                        </a:ext>
                      </a:extLst>
                    </p:cNvPr>
                    <p:cNvGrpSpPr/>
                    <p:nvPr/>
                  </p:nvGrpSpPr>
                  <p:grpSpPr>
                    <a:xfrm rot="14400000">
                      <a:off x="5265196" y="3357021"/>
                      <a:ext cx="393192" cy="393192"/>
                      <a:chOff x="5354637" y="3446463"/>
                      <a:chExt cx="214313" cy="214313"/>
                    </a:xfrm>
                  </p:grpSpPr>
                  <p:sp>
                    <p:nvSpPr>
                      <p:cNvPr id="22278" name="Arc 22277">
                        <a:extLst>
                          <a:ext uri="{FF2B5EF4-FFF2-40B4-BE49-F238E27FC236}">
                            <a16:creationId xmlns:a16="http://schemas.microsoft.com/office/drawing/2014/main" id="{065A7889-9EE4-B359-85EF-986CAEE66B8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279" name="Arc 22278">
                        <a:extLst>
                          <a:ext uri="{FF2B5EF4-FFF2-40B4-BE49-F238E27FC236}">
                            <a16:creationId xmlns:a16="http://schemas.microsoft.com/office/drawing/2014/main" id="{B0665700-86A6-FDFE-1DA4-1C35F66CE03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270" name="Group 22269">
                      <a:extLst>
                        <a:ext uri="{FF2B5EF4-FFF2-40B4-BE49-F238E27FC236}">
                          <a16:creationId xmlns:a16="http://schemas.microsoft.com/office/drawing/2014/main" id="{EA33C656-B351-A9E1-DBD4-33DE2A00C986}"/>
                        </a:ext>
                      </a:extLst>
                    </p:cNvPr>
                    <p:cNvGrpSpPr/>
                    <p:nvPr/>
                  </p:nvGrpSpPr>
                  <p:grpSpPr>
                    <a:xfrm>
                      <a:off x="5310186" y="3402011"/>
                      <a:ext cx="303213" cy="303213"/>
                      <a:chOff x="5310186" y="3402011"/>
                      <a:chExt cx="303213" cy="303213"/>
                    </a:xfrm>
                  </p:grpSpPr>
                  <p:grpSp>
                    <p:nvGrpSpPr>
                      <p:cNvPr id="22271" name="Group 22270">
                        <a:extLst>
                          <a:ext uri="{FF2B5EF4-FFF2-40B4-BE49-F238E27FC236}">
                            <a16:creationId xmlns:a16="http://schemas.microsoft.com/office/drawing/2014/main" id="{DA6E4927-09EC-2718-249B-AE65A39F4A3B}"/>
                          </a:ext>
                        </a:extLst>
                      </p:cNvPr>
                      <p:cNvGrpSpPr/>
                      <p:nvPr/>
                    </p:nvGrpSpPr>
                    <p:grpSpPr>
                      <a:xfrm>
                        <a:off x="5354636" y="3446461"/>
                        <a:ext cx="214313" cy="214313"/>
                        <a:chOff x="5354637" y="3446463"/>
                        <a:chExt cx="214313" cy="214313"/>
                      </a:xfrm>
                    </p:grpSpPr>
                    <p:sp>
                      <p:nvSpPr>
                        <p:cNvPr id="22276" name="Arc 22275">
                          <a:extLst>
                            <a:ext uri="{FF2B5EF4-FFF2-40B4-BE49-F238E27FC236}">
                              <a16:creationId xmlns:a16="http://schemas.microsoft.com/office/drawing/2014/main" id="{023F44D9-BDAB-620A-45B1-3A9C4693A65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277" name="Arc 22276">
                          <a:extLst>
                            <a:ext uri="{FF2B5EF4-FFF2-40B4-BE49-F238E27FC236}">
                              <a16:creationId xmlns:a16="http://schemas.microsoft.com/office/drawing/2014/main" id="{EE174EBC-DD3D-86A1-E7DB-F9BB5166F7A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272" name="Group 22271">
                        <a:extLst>
                          <a:ext uri="{FF2B5EF4-FFF2-40B4-BE49-F238E27FC236}">
                            <a16:creationId xmlns:a16="http://schemas.microsoft.com/office/drawing/2014/main" id="{327D6CAF-E72D-2A99-E7D4-38296988593A}"/>
                          </a:ext>
                        </a:extLst>
                      </p:cNvPr>
                      <p:cNvGrpSpPr/>
                      <p:nvPr/>
                    </p:nvGrpSpPr>
                    <p:grpSpPr>
                      <a:xfrm rot="7200000">
                        <a:off x="5310186" y="3402011"/>
                        <a:ext cx="303213" cy="303213"/>
                        <a:chOff x="5354637" y="3446463"/>
                        <a:chExt cx="214313" cy="214313"/>
                      </a:xfrm>
                    </p:grpSpPr>
                    <p:sp>
                      <p:nvSpPr>
                        <p:cNvPr id="22274" name="Arc 22273">
                          <a:extLst>
                            <a:ext uri="{FF2B5EF4-FFF2-40B4-BE49-F238E27FC236}">
                              <a16:creationId xmlns:a16="http://schemas.microsoft.com/office/drawing/2014/main" id="{A71142CF-49AF-A1DE-2F69-E57FCD00E31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275" name="Arc 22274">
                          <a:extLst>
                            <a:ext uri="{FF2B5EF4-FFF2-40B4-BE49-F238E27FC236}">
                              <a16:creationId xmlns:a16="http://schemas.microsoft.com/office/drawing/2014/main" id="{C0FC07F2-7F29-BF9E-3385-3FE553FB722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273" name="TextBox 22272">
                        <a:extLst>
                          <a:ext uri="{FF2B5EF4-FFF2-40B4-BE49-F238E27FC236}">
                            <a16:creationId xmlns:a16="http://schemas.microsoft.com/office/drawing/2014/main" id="{E839635A-4E79-3542-5956-DAEE818BB5E7}"/>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235" name="Group 22234">
                    <a:extLst>
                      <a:ext uri="{FF2B5EF4-FFF2-40B4-BE49-F238E27FC236}">
                        <a16:creationId xmlns:a16="http://schemas.microsoft.com/office/drawing/2014/main" id="{62A8C6FD-972F-A185-779E-80A1BD8DBC1E}"/>
                      </a:ext>
                    </a:extLst>
                  </p:cNvPr>
                  <p:cNvGrpSpPr/>
                  <p:nvPr/>
                </p:nvGrpSpPr>
                <p:grpSpPr>
                  <a:xfrm>
                    <a:off x="5886431" y="3525040"/>
                    <a:ext cx="393192" cy="393192"/>
                    <a:chOff x="5265196" y="3932619"/>
                    <a:chExt cx="393192" cy="393192"/>
                  </a:xfrm>
                </p:grpSpPr>
                <p:grpSp>
                  <p:nvGrpSpPr>
                    <p:cNvPr id="22259" name="Group 22258">
                      <a:extLst>
                        <a:ext uri="{FF2B5EF4-FFF2-40B4-BE49-F238E27FC236}">
                          <a16:creationId xmlns:a16="http://schemas.microsoft.com/office/drawing/2014/main" id="{F35F5679-F3E1-5F1B-7E30-D73A39ECBBAB}"/>
                        </a:ext>
                      </a:extLst>
                    </p:cNvPr>
                    <p:cNvGrpSpPr/>
                    <p:nvPr/>
                  </p:nvGrpSpPr>
                  <p:grpSpPr>
                    <a:xfrm>
                      <a:off x="5354636" y="4022061"/>
                      <a:ext cx="214313" cy="214313"/>
                      <a:chOff x="5354637" y="3446463"/>
                      <a:chExt cx="214313" cy="214313"/>
                    </a:xfrm>
                  </p:grpSpPr>
                  <p:sp>
                    <p:nvSpPr>
                      <p:cNvPr id="22267" name="Arc 22266">
                        <a:extLst>
                          <a:ext uri="{FF2B5EF4-FFF2-40B4-BE49-F238E27FC236}">
                            <a16:creationId xmlns:a16="http://schemas.microsoft.com/office/drawing/2014/main" id="{DD8DFC8F-464B-AE28-17EA-CA59CEFB8FD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268" name="Arc 22267">
                        <a:extLst>
                          <a:ext uri="{FF2B5EF4-FFF2-40B4-BE49-F238E27FC236}">
                            <a16:creationId xmlns:a16="http://schemas.microsoft.com/office/drawing/2014/main" id="{4B61E94D-618D-52FB-0F34-BB211970031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260" name="Group 22259">
                      <a:extLst>
                        <a:ext uri="{FF2B5EF4-FFF2-40B4-BE49-F238E27FC236}">
                          <a16:creationId xmlns:a16="http://schemas.microsoft.com/office/drawing/2014/main" id="{98FDB1DF-6DB8-EBC3-F5F9-0B5167937CAA}"/>
                        </a:ext>
                      </a:extLst>
                    </p:cNvPr>
                    <p:cNvGrpSpPr/>
                    <p:nvPr/>
                  </p:nvGrpSpPr>
                  <p:grpSpPr>
                    <a:xfrm rot="14400000">
                      <a:off x="5310186" y="3977611"/>
                      <a:ext cx="303213" cy="303213"/>
                      <a:chOff x="5354637" y="3446463"/>
                      <a:chExt cx="214313" cy="214313"/>
                    </a:xfrm>
                  </p:grpSpPr>
                  <p:sp>
                    <p:nvSpPr>
                      <p:cNvPr id="22265" name="Arc 22264">
                        <a:extLst>
                          <a:ext uri="{FF2B5EF4-FFF2-40B4-BE49-F238E27FC236}">
                            <a16:creationId xmlns:a16="http://schemas.microsoft.com/office/drawing/2014/main" id="{B8EFA634-758F-824D-440E-47D9F62E6BB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266" name="Arc 22265">
                        <a:extLst>
                          <a:ext uri="{FF2B5EF4-FFF2-40B4-BE49-F238E27FC236}">
                            <a16:creationId xmlns:a16="http://schemas.microsoft.com/office/drawing/2014/main" id="{3DF6FA6B-5795-D330-1773-DEF5ADEE0E5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261" name="Group 22260">
                      <a:extLst>
                        <a:ext uri="{FF2B5EF4-FFF2-40B4-BE49-F238E27FC236}">
                          <a16:creationId xmlns:a16="http://schemas.microsoft.com/office/drawing/2014/main" id="{EBDABE5E-1327-EBD8-FCDC-040F10382BAF}"/>
                        </a:ext>
                      </a:extLst>
                    </p:cNvPr>
                    <p:cNvGrpSpPr/>
                    <p:nvPr/>
                  </p:nvGrpSpPr>
                  <p:grpSpPr>
                    <a:xfrm rot="7200000">
                      <a:off x="5265196" y="3932619"/>
                      <a:ext cx="393192" cy="393192"/>
                      <a:chOff x="5354637" y="3446463"/>
                      <a:chExt cx="214313" cy="214313"/>
                    </a:xfrm>
                  </p:grpSpPr>
                  <p:sp>
                    <p:nvSpPr>
                      <p:cNvPr id="22263" name="Arc 22262">
                        <a:extLst>
                          <a:ext uri="{FF2B5EF4-FFF2-40B4-BE49-F238E27FC236}">
                            <a16:creationId xmlns:a16="http://schemas.microsoft.com/office/drawing/2014/main" id="{4CA1412B-56CD-7D2D-21AE-1465375168E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264" name="Arc 22263">
                        <a:extLst>
                          <a:ext uri="{FF2B5EF4-FFF2-40B4-BE49-F238E27FC236}">
                            <a16:creationId xmlns:a16="http://schemas.microsoft.com/office/drawing/2014/main" id="{880AC5D0-3E79-63B6-4EEE-D6AFB414C7B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262" name="TextBox 22261">
                      <a:extLst>
                        <a:ext uri="{FF2B5EF4-FFF2-40B4-BE49-F238E27FC236}">
                          <a16:creationId xmlns:a16="http://schemas.microsoft.com/office/drawing/2014/main" id="{CD1A69CC-E51F-5BA7-BB5B-79C35325AFC2}"/>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2236" name="Group 22235">
                    <a:extLst>
                      <a:ext uri="{FF2B5EF4-FFF2-40B4-BE49-F238E27FC236}">
                        <a16:creationId xmlns:a16="http://schemas.microsoft.com/office/drawing/2014/main" id="{26153C26-071F-B815-3AAC-8682FC5C39BA}"/>
                      </a:ext>
                    </a:extLst>
                  </p:cNvPr>
                  <p:cNvGrpSpPr/>
                  <p:nvPr/>
                </p:nvGrpSpPr>
                <p:grpSpPr>
                  <a:xfrm>
                    <a:off x="6512463" y="3525040"/>
                    <a:ext cx="393192" cy="393192"/>
                    <a:chOff x="6389147" y="3357021"/>
                    <a:chExt cx="393192" cy="393192"/>
                  </a:xfrm>
                </p:grpSpPr>
                <p:grpSp>
                  <p:nvGrpSpPr>
                    <p:cNvPr id="22248" name="Group 22247">
                      <a:extLst>
                        <a:ext uri="{FF2B5EF4-FFF2-40B4-BE49-F238E27FC236}">
                          <a16:creationId xmlns:a16="http://schemas.microsoft.com/office/drawing/2014/main" id="{81F802A3-3CE7-6A67-E6B7-2517DF458E36}"/>
                        </a:ext>
                      </a:extLst>
                    </p:cNvPr>
                    <p:cNvGrpSpPr/>
                    <p:nvPr/>
                  </p:nvGrpSpPr>
                  <p:grpSpPr>
                    <a:xfrm rot="7200000" flipH="1">
                      <a:off x="6389147" y="3357021"/>
                      <a:ext cx="393192" cy="393192"/>
                      <a:chOff x="5354637" y="3446463"/>
                      <a:chExt cx="214313" cy="214313"/>
                    </a:xfrm>
                  </p:grpSpPr>
                  <p:sp>
                    <p:nvSpPr>
                      <p:cNvPr id="22257" name="Arc 22256">
                        <a:extLst>
                          <a:ext uri="{FF2B5EF4-FFF2-40B4-BE49-F238E27FC236}">
                            <a16:creationId xmlns:a16="http://schemas.microsoft.com/office/drawing/2014/main" id="{3E1A0687-DFBB-19DB-87EA-9B4B81FF10D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258" name="Arc 22257">
                        <a:extLst>
                          <a:ext uri="{FF2B5EF4-FFF2-40B4-BE49-F238E27FC236}">
                            <a16:creationId xmlns:a16="http://schemas.microsoft.com/office/drawing/2014/main" id="{2D08720D-E245-C5EE-8742-3C35BB8C3E0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249" name="Group 22248">
                      <a:extLst>
                        <a:ext uri="{FF2B5EF4-FFF2-40B4-BE49-F238E27FC236}">
                          <a16:creationId xmlns:a16="http://schemas.microsoft.com/office/drawing/2014/main" id="{EE585D4E-6353-52F7-59CB-C7DFB14474EF}"/>
                        </a:ext>
                      </a:extLst>
                    </p:cNvPr>
                    <p:cNvGrpSpPr/>
                    <p:nvPr/>
                  </p:nvGrpSpPr>
                  <p:grpSpPr>
                    <a:xfrm>
                      <a:off x="6434137" y="3402011"/>
                      <a:ext cx="303213" cy="303213"/>
                      <a:chOff x="6434137" y="3402011"/>
                      <a:chExt cx="303213" cy="303213"/>
                    </a:xfrm>
                  </p:grpSpPr>
                  <p:grpSp>
                    <p:nvGrpSpPr>
                      <p:cNvPr id="22250" name="Group 22249">
                        <a:extLst>
                          <a:ext uri="{FF2B5EF4-FFF2-40B4-BE49-F238E27FC236}">
                            <a16:creationId xmlns:a16="http://schemas.microsoft.com/office/drawing/2014/main" id="{8125FAFB-FADE-FA87-B823-C8061792341F}"/>
                          </a:ext>
                        </a:extLst>
                      </p:cNvPr>
                      <p:cNvGrpSpPr/>
                      <p:nvPr/>
                    </p:nvGrpSpPr>
                    <p:grpSpPr>
                      <a:xfrm flipH="1">
                        <a:off x="6478587" y="3446461"/>
                        <a:ext cx="214313" cy="214313"/>
                        <a:chOff x="5354637" y="3446463"/>
                        <a:chExt cx="214313" cy="214313"/>
                      </a:xfrm>
                    </p:grpSpPr>
                    <p:sp>
                      <p:nvSpPr>
                        <p:cNvPr id="22255" name="Arc 22254">
                          <a:extLst>
                            <a:ext uri="{FF2B5EF4-FFF2-40B4-BE49-F238E27FC236}">
                              <a16:creationId xmlns:a16="http://schemas.microsoft.com/office/drawing/2014/main" id="{429E09C1-1898-ED43-84FA-BF4588B6814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256" name="Arc 22255">
                          <a:extLst>
                            <a:ext uri="{FF2B5EF4-FFF2-40B4-BE49-F238E27FC236}">
                              <a16:creationId xmlns:a16="http://schemas.microsoft.com/office/drawing/2014/main" id="{9CF9C616-692E-9F16-5AB8-C0B72E28122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251" name="Group 22250">
                        <a:extLst>
                          <a:ext uri="{FF2B5EF4-FFF2-40B4-BE49-F238E27FC236}">
                            <a16:creationId xmlns:a16="http://schemas.microsoft.com/office/drawing/2014/main" id="{C612092D-136D-389D-A648-D87FC73EADA1}"/>
                          </a:ext>
                        </a:extLst>
                      </p:cNvPr>
                      <p:cNvGrpSpPr/>
                      <p:nvPr/>
                    </p:nvGrpSpPr>
                    <p:grpSpPr>
                      <a:xfrm rot="14400000" flipH="1">
                        <a:off x="6434137" y="3402011"/>
                        <a:ext cx="303213" cy="303213"/>
                        <a:chOff x="5354637" y="3446463"/>
                        <a:chExt cx="214313" cy="214313"/>
                      </a:xfrm>
                    </p:grpSpPr>
                    <p:sp>
                      <p:nvSpPr>
                        <p:cNvPr id="22253" name="Arc 22252">
                          <a:extLst>
                            <a:ext uri="{FF2B5EF4-FFF2-40B4-BE49-F238E27FC236}">
                              <a16:creationId xmlns:a16="http://schemas.microsoft.com/office/drawing/2014/main" id="{FA7DD1A4-98A5-746B-FB5C-77B02FBA087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254" name="Arc 22253">
                          <a:extLst>
                            <a:ext uri="{FF2B5EF4-FFF2-40B4-BE49-F238E27FC236}">
                              <a16:creationId xmlns:a16="http://schemas.microsoft.com/office/drawing/2014/main" id="{6D380A1E-453C-0217-BB7F-5EF8E4F4628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252" name="TextBox 22251">
                        <a:extLst>
                          <a:ext uri="{FF2B5EF4-FFF2-40B4-BE49-F238E27FC236}">
                            <a16:creationId xmlns:a16="http://schemas.microsoft.com/office/drawing/2014/main" id="{E3722B0B-BDDE-4F0B-9D8C-AC1ECCD9B28F}"/>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237" name="Group 22236">
                    <a:extLst>
                      <a:ext uri="{FF2B5EF4-FFF2-40B4-BE49-F238E27FC236}">
                        <a16:creationId xmlns:a16="http://schemas.microsoft.com/office/drawing/2014/main" id="{D6D60453-7F99-E792-8E1A-2F7159626BF5}"/>
                      </a:ext>
                    </a:extLst>
                  </p:cNvPr>
                  <p:cNvGrpSpPr/>
                  <p:nvPr/>
                </p:nvGrpSpPr>
                <p:grpSpPr>
                  <a:xfrm>
                    <a:off x="6197413" y="3225768"/>
                    <a:ext cx="393192" cy="393192"/>
                    <a:chOff x="6389147" y="3932622"/>
                    <a:chExt cx="393192" cy="393192"/>
                  </a:xfrm>
                </p:grpSpPr>
                <p:grpSp>
                  <p:nvGrpSpPr>
                    <p:cNvPr id="22238" name="Group 22237">
                      <a:extLst>
                        <a:ext uri="{FF2B5EF4-FFF2-40B4-BE49-F238E27FC236}">
                          <a16:creationId xmlns:a16="http://schemas.microsoft.com/office/drawing/2014/main" id="{A432D702-33FB-872F-FED5-1B7AE9071667}"/>
                        </a:ext>
                      </a:extLst>
                    </p:cNvPr>
                    <p:cNvGrpSpPr/>
                    <p:nvPr/>
                  </p:nvGrpSpPr>
                  <p:grpSpPr>
                    <a:xfrm flipH="1">
                      <a:off x="6478587" y="4022061"/>
                      <a:ext cx="214313" cy="214313"/>
                      <a:chOff x="5354637" y="3446463"/>
                      <a:chExt cx="214313" cy="214313"/>
                    </a:xfrm>
                  </p:grpSpPr>
                  <p:sp>
                    <p:nvSpPr>
                      <p:cNvPr id="22246" name="Arc 22245">
                        <a:extLst>
                          <a:ext uri="{FF2B5EF4-FFF2-40B4-BE49-F238E27FC236}">
                            <a16:creationId xmlns:a16="http://schemas.microsoft.com/office/drawing/2014/main" id="{1AF02514-8056-DA5E-6196-7490EC67297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247" name="Arc 22246">
                        <a:extLst>
                          <a:ext uri="{FF2B5EF4-FFF2-40B4-BE49-F238E27FC236}">
                            <a16:creationId xmlns:a16="http://schemas.microsoft.com/office/drawing/2014/main" id="{07E49FB5-96B4-70BE-D2F8-27BF509A8E3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239" name="Group 22238">
                      <a:extLst>
                        <a:ext uri="{FF2B5EF4-FFF2-40B4-BE49-F238E27FC236}">
                          <a16:creationId xmlns:a16="http://schemas.microsoft.com/office/drawing/2014/main" id="{446B9B43-54EA-05D0-5F49-C1F52F26A16D}"/>
                        </a:ext>
                      </a:extLst>
                    </p:cNvPr>
                    <p:cNvGrpSpPr/>
                    <p:nvPr/>
                  </p:nvGrpSpPr>
                  <p:grpSpPr>
                    <a:xfrm rot="7200000" flipH="1">
                      <a:off x="6434137" y="3977611"/>
                      <a:ext cx="303213" cy="303213"/>
                      <a:chOff x="5354637" y="3446463"/>
                      <a:chExt cx="214313" cy="214313"/>
                    </a:xfrm>
                  </p:grpSpPr>
                  <p:sp>
                    <p:nvSpPr>
                      <p:cNvPr id="22244" name="Arc 22243">
                        <a:extLst>
                          <a:ext uri="{FF2B5EF4-FFF2-40B4-BE49-F238E27FC236}">
                            <a16:creationId xmlns:a16="http://schemas.microsoft.com/office/drawing/2014/main" id="{F76742DA-7898-B418-9513-CD5647D2298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245" name="Arc 22244">
                        <a:extLst>
                          <a:ext uri="{FF2B5EF4-FFF2-40B4-BE49-F238E27FC236}">
                            <a16:creationId xmlns:a16="http://schemas.microsoft.com/office/drawing/2014/main" id="{2720553A-A095-230B-5285-800DC2B514D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240" name="Group 22239">
                      <a:extLst>
                        <a:ext uri="{FF2B5EF4-FFF2-40B4-BE49-F238E27FC236}">
                          <a16:creationId xmlns:a16="http://schemas.microsoft.com/office/drawing/2014/main" id="{F92E10E7-829C-B5EB-CBAC-8B333D881DC4}"/>
                        </a:ext>
                      </a:extLst>
                    </p:cNvPr>
                    <p:cNvGrpSpPr/>
                    <p:nvPr/>
                  </p:nvGrpSpPr>
                  <p:grpSpPr>
                    <a:xfrm rot="14400000" flipH="1">
                      <a:off x="6389147" y="3932622"/>
                      <a:ext cx="393192" cy="393192"/>
                      <a:chOff x="5354637" y="3446463"/>
                      <a:chExt cx="214313" cy="214313"/>
                    </a:xfrm>
                  </p:grpSpPr>
                  <p:sp>
                    <p:nvSpPr>
                      <p:cNvPr id="22242" name="Arc 22241">
                        <a:extLst>
                          <a:ext uri="{FF2B5EF4-FFF2-40B4-BE49-F238E27FC236}">
                            <a16:creationId xmlns:a16="http://schemas.microsoft.com/office/drawing/2014/main" id="{8B57697F-9C77-07F6-A683-A835DB8ABAC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243" name="Arc 22242">
                        <a:extLst>
                          <a:ext uri="{FF2B5EF4-FFF2-40B4-BE49-F238E27FC236}">
                            <a16:creationId xmlns:a16="http://schemas.microsoft.com/office/drawing/2014/main" id="{5247382D-268E-E3ED-2941-7D6B278C94E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241" name="TextBox 22240">
                      <a:extLst>
                        <a:ext uri="{FF2B5EF4-FFF2-40B4-BE49-F238E27FC236}">
                          <a16:creationId xmlns:a16="http://schemas.microsoft.com/office/drawing/2014/main" id="{D67AB75F-E153-4615-C3CD-8974273AC0C5}"/>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187" name="Group 22186">
                  <a:extLst>
                    <a:ext uri="{FF2B5EF4-FFF2-40B4-BE49-F238E27FC236}">
                      <a16:creationId xmlns:a16="http://schemas.microsoft.com/office/drawing/2014/main" id="{1FC207B3-D3E5-C32D-97F7-501A4F249108}"/>
                    </a:ext>
                  </a:extLst>
                </p:cNvPr>
                <p:cNvGrpSpPr/>
                <p:nvPr/>
              </p:nvGrpSpPr>
              <p:grpSpPr>
                <a:xfrm>
                  <a:off x="6069086" y="3246228"/>
                  <a:ext cx="1019224" cy="991639"/>
                  <a:chOff x="5886431" y="3225768"/>
                  <a:chExt cx="1019224" cy="991639"/>
                </a:xfrm>
              </p:grpSpPr>
              <p:grpSp>
                <p:nvGrpSpPr>
                  <p:cNvPr id="22188" name="Group 22187">
                    <a:extLst>
                      <a:ext uri="{FF2B5EF4-FFF2-40B4-BE49-F238E27FC236}">
                        <a16:creationId xmlns:a16="http://schemas.microsoft.com/office/drawing/2014/main" id="{EDADE968-097A-E42F-443F-035A201D8FA4}"/>
                      </a:ext>
                    </a:extLst>
                  </p:cNvPr>
                  <p:cNvGrpSpPr/>
                  <p:nvPr/>
                </p:nvGrpSpPr>
                <p:grpSpPr>
                  <a:xfrm>
                    <a:off x="6197413" y="3824215"/>
                    <a:ext cx="393192" cy="393192"/>
                    <a:chOff x="5265196" y="3357021"/>
                    <a:chExt cx="393192" cy="393192"/>
                  </a:xfrm>
                </p:grpSpPr>
                <p:grpSp>
                  <p:nvGrpSpPr>
                    <p:cNvPr id="22223" name="Group 22222">
                      <a:extLst>
                        <a:ext uri="{FF2B5EF4-FFF2-40B4-BE49-F238E27FC236}">
                          <a16:creationId xmlns:a16="http://schemas.microsoft.com/office/drawing/2014/main" id="{ACAA5D88-DB8D-D0B9-2DEC-8CC576C23080}"/>
                        </a:ext>
                      </a:extLst>
                    </p:cNvPr>
                    <p:cNvGrpSpPr/>
                    <p:nvPr/>
                  </p:nvGrpSpPr>
                  <p:grpSpPr>
                    <a:xfrm rot="14400000">
                      <a:off x="5265196" y="3357021"/>
                      <a:ext cx="393192" cy="393192"/>
                      <a:chOff x="5354637" y="3446463"/>
                      <a:chExt cx="214313" cy="214313"/>
                    </a:xfrm>
                  </p:grpSpPr>
                  <p:sp>
                    <p:nvSpPr>
                      <p:cNvPr id="22232" name="Arc 22231">
                        <a:extLst>
                          <a:ext uri="{FF2B5EF4-FFF2-40B4-BE49-F238E27FC236}">
                            <a16:creationId xmlns:a16="http://schemas.microsoft.com/office/drawing/2014/main" id="{694B9CD7-B5E8-86EE-22E6-B7384E052C0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233" name="Arc 22232">
                        <a:extLst>
                          <a:ext uri="{FF2B5EF4-FFF2-40B4-BE49-F238E27FC236}">
                            <a16:creationId xmlns:a16="http://schemas.microsoft.com/office/drawing/2014/main" id="{CF156DA1-1D21-E412-AB2F-A7335BAA41E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224" name="Group 22223">
                      <a:extLst>
                        <a:ext uri="{FF2B5EF4-FFF2-40B4-BE49-F238E27FC236}">
                          <a16:creationId xmlns:a16="http://schemas.microsoft.com/office/drawing/2014/main" id="{598AC884-FEB0-12F6-B25D-DCE2F3A6DCBE}"/>
                        </a:ext>
                      </a:extLst>
                    </p:cNvPr>
                    <p:cNvGrpSpPr/>
                    <p:nvPr/>
                  </p:nvGrpSpPr>
                  <p:grpSpPr>
                    <a:xfrm>
                      <a:off x="5310186" y="3402011"/>
                      <a:ext cx="303213" cy="303213"/>
                      <a:chOff x="5310186" y="3402011"/>
                      <a:chExt cx="303213" cy="303213"/>
                    </a:xfrm>
                  </p:grpSpPr>
                  <p:grpSp>
                    <p:nvGrpSpPr>
                      <p:cNvPr id="22225" name="Group 22224">
                        <a:extLst>
                          <a:ext uri="{FF2B5EF4-FFF2-40B4-BE49-F238E27FC236}">
                            <a16:creationId xmlns:a16="http://schemas.microsoft.com/office/drawing/2014/main" id="{93F7E60C-FF96-58F4-D8FB-E9E8D7BA4F1E}"/>
                          </a:ext>
                        </a:extLst>
                      </p:cNvPr>
                      <p:cNvGrpSpPr/>
                      <p:nvPr/>
                    </p:nvGrpSpPr>
                    <p:grpSpPr>
                      <a:xfrm>
                        <a:off x="5354636" y="3446461"/>
                        <a:ext cx="214313" cy="214313"/>
                        <a:chOff x="5354637" y="3446463"/>
                        <a:chExt cx="214313" cy="214313"/>
                      </a:xfrm>
                    </p:grpSpPr>
                    <p:sp>
                      <p:nvSpPr>
                        <p:cNvPr id="22230" name="Arc 22229">
                          <a:extLst>
                            <a:ext uri="{FF2B5EF4-FFF2-40B4-BE49-F238E27FC236}">
                              <a16:creationId xmlns:a16="http://schemas.microsoft.com/office/drawing/2014/main" id="{F1CCA24E-FF47-5B19-772B-67ED95F0CF4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231" name="Arc 22230">
                          <a:extLst>
                            <a:ext uri="{FF2B5EF4-FFF2-40B4-BE49-F238E27FC236}">
                              <a16:creationId xmlns:a16="http://schemas.microsoft.com/office/drawing/2014/main" id="{DA737C8E-1F8F-ED12-132E-85C9597970C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226" name="Group 22225">
                        <a:extLst>
                          <a:ext uri="{FF2B5EF4-FFF2-40B4-BE49-F238E27FC236}">
                            <a16:creationId xmlns:a16="http://schemas.microsoft.com/office/drawing/2014/main" id="{CB9277A3-C63A-ECF9-9A22-DFD6EB039A82}"/>
                          </a:ext>
                        </a:extLst>
                      </p:cNvPr>
                      <p:cNvGrpSpPr/>
                      <p:nvPr/>
                    </p:nvGrpSpPr>
                    <p:grpSpPr>
                      <a:xfrm rot="7200000">
                        <a:off x="5310186" y="3402011"/>
                        <a:ext cx="303213" cy="303213"/>
                        <a:chOff x="5354637" y="3446463"/>
                        <a:chExt cx="214313" cy="214313"/>
                      </a:xfrm>
                    </p:grpSpPr>
                    <p:sp>
                      <p:nvSpPr>
                        <p:cNvPr id="22228" name="Arc 22227">
                          <a:extLst>
                            <a:ext uri="{FF2B5EF4-FFF2-40B4-BE49-F238E27FC236}">
                              <a16:creationId xmlns:a16="http://schemas.microsoft.com/office/drawing/2014/main" id="{BB881DA9-D834-72D4-0C73-A329615C499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229" name="Arc 22228">
                          <a:extLst>
                            <a:ext uri="{FF2B5EF4-FFF2-40B4-BE49-F238E27FC236}">
                              <a16:creationId xmlns:a16="http://schemas.microsoft.com/office/drawing/2014/main" id="{AC6819DC-CF13-84BC-6A70-A2D0D17B8DD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227" name="TextBox 22226">
                        <a:extLst>
                          <a:ext uri="{FF2B5EF4-FFF2-40B4-BE49-F238E27FC236}">
                            <a16:creationId xmlns:a16="http://schemas.microsoft.com/office/drawing/2014/main" id="{BCD21C2A-37CD-05AD-EEEE-D0696BE269AF}"/>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189" name="Group 22188">
                    <a:extLst>
                      <a:ext uri="{FF2B5EF4-FFF2-40B4-BE49-F238E27FC236}">
                        <a16:creationId xmlns:a16="http://schemas.microsoft.com/office/drawing/2014/main" id="{25F547BA-4731-BE3E-2879-60403F6FD5B3}"/>
                      </a:ext>
                    </a:extLst>
                  </p:cNvPr>
                  <p:cNvGrpSpPr/>
                  <p:nvPr/>
                </p:nvGrpSpPr>
                <p:grpSpPr>
                  <a:xfrm>
                    <a:off x="5886431" y="3525040"/>
                    <a:ext cx="393192" cy="393192"/>
                    <a:chOff x="5265196" y="3932619"/>
                    <a:chExt cx="393192" cy="393192"/>
                  </a:xfrm>
                </p:grpSpPr>
                <p:grpSp>
                  <p:nvGrpSpPr>
                    <p:cNvPr id="22213" name="Group 22212">
                      <a:extLst>
                        <a:ext uri="{FF2B5EF4-FFF2-40B4-BE49-F238E27FC236}">
                          <a16:creationId xmlns:a16="http://schemas.microsoft.com/office/drawing/2014/main" id="{611B84C5-6154-3756-445E-FE47EF913F97}"/>
                        </a:ext>
                      </a:extLst>
                    </p:cNvPr>
                    <p:cNvGrpSpPr/>
                    <p:nvPr/>
                  </p:nvGrpSpPr>
                  <p:grpSpPr>
                    <a:xfrm>
                      <a:off x="5354636" y="4022061"/>
                      <a:ext cx="214313" cy="214313"/>
                      <a:chOff x="5354637" y="3446463"/>
                      <a:chExt cx="214313" cy="214313"/>
                    </a:xfrm>
                  </p:grpSpPr>
                  <p:sp>
                    <p:nvSpPr>
                      <p:cNvPr id="22221" name="Arc 22220">
                        <a:extLst>
                          <a:ext uri="{FF2B5EF4-FFF2-40B4-BE49-F238E27FC236}">
                            <a16:creationId xmlns:a16="http://schemas.microsoft.com/office/drawing/2014/main" id="{37D96C81-86DE-8995-1C2B-B6D290A0F8E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222" name="Arc 22221">
                        <a:extLst>
                          <a:ext uri="{FF2B5EF4-FFF2-40B4-BE49-F238E27FC236}">
                            <a16:creationId xmlns:a16="http://schemas.microsoft.com/office/drawing/2014/main" id="{416CD842-F215-4F14-529E-A839934B435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214" name="Group 22213">
                      <a:extLst>
                        <a:ext uri="{FF2B5EF4-FFF2-40B4-BE49-F238E27FC236}">
                          <a16:creationId xmlns:a16="http://schemas.microsoft.com/office/drawing/2014/main" id="{97F1C089-578F-CAF0-59F3-2C1A89E1D993}"/>
                        </a:ext>
                      </a:extLst>
                    </p:cNvPr>
                    <p:cNvGrpSpPr/>
                    <p:nvPr/>
                  </p:nvGrpSpPr>
                  <p:grpSpPr>
                    <a:xfrm rot="14400000">
                      <a:off x="5310186" y="3977611"/>
                      <a:ext cx="303213" cy="303213"/>
                      <a:chOff x="5354637" y="3446463"/>
                      <a:chExt cx="214313" cy="214313"/>
                    </a:xfrm>
                  </p:grpSpPr>
                  <p:sp>
                    <p:nvSpPr>
                      <p:cNvPr id="22219" name="Arc 22218">
                        <a:extLst>
                          <a:ext uri="{FF2B5EF4-FFF2-40B4-BE49-F238E27FC236}">
                            <a16:creationId xmlns:a16="http://schemas.microsoft.com/office/drawing/2014/main" id="{1DC9FDCE-8B66-6A59-2E83-41D7A4510DB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220" name="Arc 22219">
                        <a:extLst>
                          <a:ext uri="{FF2B5EF4-FFF2-40B4-BE49-F238E27FC236}">
                            <a16:creationId xmlns:a16="http://schemas.microsoft.com/office/drawing/2014/main" id="{CE3FBDFF-7BDE-9A9A-4917-296E111FC1A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215" name="Group 22214">
                      <a:extLst>
                        <a:ext uri="{FF2B5EF4-FFF2-40B4-BE49-F238E27FC236}">
                          <a16:creationId xmlns:a16="http://schemas.microsoft.com/office/drawing/2014/main" id="{E7FBE0E4-5E48-DF66-7584-EE8C111C201C}"/>
                        </a:ext>
                      </a:extLst>
                    </p:cNvPr>
                    <p:cNvGrpSpPr/>
                    <p:nvPr/>
                  </p:nvGrpSpPr>
                  <p:grpSpPr>
                    <a:xfrm rot="7200000">
                      <a:off x="5265196" y="3932619"/>
                      <a:ext cx="393192" cy="393192"/>
                      <a:chOff x="5354637" y="3446463"/>
                      <a:chExt cx="214313" cy="214313"/>
                    </a:xfrm>
                  </p:grpSpPr>
                  <p:sp>
                    <p:nvSpPr>
                      <p:cNvPr id="22217" name="Arc 22216">
                        <a:extLst>
                          <a:ext uri="{FF2B5EF4-FFF2-40B4-BE49-F238E27FC236}">
                            <a16:creationId xmlns:a16="http://schemas.microsoft.com/office/drawing/2014/main" id="{BF4A037D-69B6-F134-804C-7BD1FA301F6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218" name="Arc 22217">
                        <a:extLst>
                          <a:ext uri="{FF2B5EF4-FFF2-40B4-BE49-F238E27FC236}">
                            <a16:creationId xmlns:a16="http://schemas.microsoft.com/office/drawing/2014/main" id="{AB090C72-A003-5F78-01FD-BFBDE066BB1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216" name="TextBox 22215">
                      <a:extLst>
                        <a:ext uri="{FF2B5EF4-FFF2-40B4-BE49-F238E27FC236}">
                          <a16:creationId xmlns:a16="http://schemas.microsoft.com/office/drawing/2014/main" id="{2AE55DC0-083B-ADE4-D455-8057D4B8B033}"/>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2190" name="Group 22189">
                    <a:extLst>
                      <a:ext uri="{FF2B5EF4-FFF2-40B4-BE49-F238E27FC236}">
                        <a16:creationId xmlns:a16="http://schemas.microsoft.com/office/drawing/2014/main" id="{E2CC4B8F-4B75-B6DC-E547-A80AF809DD6B}"/>
                      </a:ext>
                    </a:extLst>
                  </p:cNvPr>
                  <p:cNvGrpSpPr/>
                  <p:nvPr/>
                </p:nvGrpSpPr>
                <p:grpSpPr>
                  <a:xfrm>
                    <a:off x="6512463" y="3525040"/>
                    <a:ext cx="393192" cy="393192"/>
                    <a:chOff x="6389147" y="3357021"/>
                    <a:chExt cx="393192" cy="393192"/>
                  </a:xfrm>
                </p:grpSpPr>
                <p:grpSp>
                  <p:nvGrpSpPr>
                    <p:cNvPr id="22202" name="Group 22201">
                      <a:extLst>
                        <a:ext uri="{FF2B5EF4-FFF2-40B4-BE49-F238E27FC236}">
                          <a16:creationId xmlns:a16="http://schemas.microsoft.com/office/drawing/2014/main" id="{06DBCF31-52AB-EDCF-9704-C595F4F137E9}"/>
                        </a:ext>
                      </a:extLst>
                    </p:cNvPr>
                    <p:cNvGrpSpPr/>
                    <p:nvPr/>
                  </p:nvGrpSpPr>
                  <p:grpSpPr>
                    <a:xfrm rot="7200000" flipH="1">
                      <a:off x="6389147" y="3357021"/>
                      <a:ext cx="393192" cy="393192"/>
                      <a:chOff x="5354637" y="3446463"/>
                      <a:chExt cx="214313" cy="214313"/>
                    </a:xfrm>
                  </p:grpSpPr>
                  <p:sp>
                    <p:nvSpPr>
                      <p:cNvPr id="22211" name="Arc 22210">
                        <a:extLst>
                          <a:ext uri="{FF2B5EF4-FFF2-40B4-BE49-F238E27FC236}">
                            <a16:creationId xmlns:a16="http://schemas.microsoft.com/office/drawing/2014/main" id="{E33FB01E-4EE1-8A7B-FCE9-2AFDB2411CD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212" name="Arc 22211">
                        <a:extLst>
                          <a:ext uri="{FF2B5EF4-FFF2-40B4-BE49-F238E27FC236}">
                            <a16:creationId xmlns:a16="http://schemas.microsoft.com/office/drawing/2014/main" id="{142EAE3D-5BCF-DC3A-63A1-67B0FAEBF27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203" name="Group 22202">
                      <a:extLst>
                        <a:ext uri="{FF2B5EF4-FFF2-40B4-BE49-F238E27FC236}">
                          <a16:creationId xmlns:a16="http://schemas.microsoft.com/office/drawing/2014/main" id="{658A5690-1C78-23A0-6F7E-384FBD0AFD6C}"/>
                        </a:ext>
                      </a:extLst>
                    </p:cNvPr>
                    <p:cNvGrpSpPr/>
                    <p:nvPr/>
                  </p:nvGrpSpPr>
                  <p:grpSpPr>
                    <a:xfrm>
                      <a:off x="6434137" y="3402011"/>
                      <a:ext cx="303213" cy="303213"/>
                      <a:chOff x="6434137" y="3402011"/>
                      <a:chExt cx="303213" cy="303213"/>
                    </a:xfrm>
                  </p:grpSpPr>
                  <p:grpSp>
                    <p:nvGrpSpPr>
                      <p:cNvPr id="22204" name="Group 22203">
                        <a:extLst>
                          <a:ext uri="{FF2B5EF4-FFF2-40B4-BE49-F238E27FC236}">
                            <a16:creationId xmlns:a16="http://schemas.microsoft.com/office/drawing/2014/main" id="{520C9827-4458-F6EB-537D-8334CD302F1A}"/>
                          </a:ext>
                        </a:extLst>
                      </p:cNvPr>
                      <p:cNvGrpSpPr/>
                      <p:nvPr/>
                    </p:nvGrpSpPr>
                    <p:grpSpPr>
                      <a:xfrm flipH="1">
                        <a:off x="6478587" y="3446461"/>
                        <a:ext cx="214313" cy="214313"/>
                        <a:chOff x="5354637" y="3446463"/>
                        <a:chExt cx="214313" cy="214313"/>
                      </a:xfrm>
                    </p:grpSpPr>
                    <p:sp>
                      <p:nvSpPr>
                        <p:cNvPr id="22209" name="Arc 22208">
                          <a:extLst>
                            <a:ext uri="{FF2B5EF4-FFF2-40B4-BE49-F238E27FC236}">
                              <a16:creationId xmlns:a16="http://schemas.microsoft.com/office/drawing/2014/main" id="{22AF8A8F-EB63-CB92-AFAC-EA5DEDF3212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210" name="Arc 22209">
                          <a:extLst>
                            <a:ext uri="{FF2B5EF4-FFF2-40B4-BE49-F238E27FC236}">
                              <a16:creationId xmlns:a16="http://schemas.microsoft.com/office/drawing/2014/main" id="{70FD54BA-77C2-C816-283B-99D3833D5E0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205" name="Group 22204">
                        <a:extLst>
                          <a:ext uri="{FF2B5EF4-FFF2-40B4-BE49-F238E27FC236}">
                            <a16:creationId xmlns:a16="http://schemas.microsoft.com/office/drawing/2014/main" id="{B84BCD47-B222-0F3C-CC15-737811A50E33}"/>
                          </a:ext>
                        </a:extLst>
                      </p:cNvPr>
                      <p:cNvGrpSpPr/>
                      <p:nvPr/>
                    </p:nvGrpSpPr>
                    <p:grpSpPr>
                      <a:xfrm rot="14400000" flipH="1">
                        <a:off x="6434137" y="3402011"/>
                        <a:ext cx="303213" cy="303213"/>
                        <a:chOff x="5354637" y="3446463"/>
                        <a:chExt cx="214313" cy="214313"/>
                      </a:xfrm>
                    </p:grpSpPr>
                    <p:sp>
                      <p:nvSpPr>
                        <p:cNvPr id="22207" name="Arc 22206">
                          <a:extLst>
                            <a:ext uri="{FF2B5EF4-FFF2-40B4-BE49-F238E27FC236}">
                              <a16:creationId xmlns:a16="http://schemas.microsoft.com/office/drawing/2014/main" id="{FDED213B-9E05-9E24-EBF8-61A88A11BFD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208" name="Arc 22207">
                          <a:extLst>
                            <a:ext uri="{FF2B5EF4-FFF2-40B4-BE49-F238E27FC236}">
                              <a16:creationId xmlns:a16="http://schemas.microsoft.com/office/drawing/2014/main" id="{A97C9AC1-9508-5183-10CF-DC4C6974746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206" name="TextBox 22205">
                        <a:extLst>
                          <a:ext uri="{FF2B5EF4-FFF2-40B4-BE49-F238E27FC236}">
                            <a16:creationId xmlns:a16="http://schemas.microsoft.com/office/drawing/2014/main" id="{E928BF78-C494-149B-DC21-682D1EF3ADE9}"/>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191" name="Group 22190">
                    <a:extLst>
                      <a:ext uri="{FF2B5EF4-FFF2-40B4-BE49-F238E27FC236}">
                        <a16:creationId xmlns:a16="http://schemas.microsoft.com/office/drawing/2014/main" id="{70A528B4-C83B-C0EF-3F75-7355BE25EF4F}"/>
                      </a:ext>
                    </a:extLst>
                  </p:cNvPr>
                  <p:cNvGrpSpPr/>
                  <p:nvPr/>
                </p:nvGrpSpPr>
                <p:grpSpPr>
                  <a:xfrm>
                    <a:off x="6197413" y="3225768"/>
                    <a:ext cx="393192" cy="393192"/>
                    <a:chOff x="6389147" y="3932622"/>
                    <a:chExt cx="393192" cy="393192"/>
                  </a:xfrm>
                </p:grpSpPr>
                <p:grpSp>
                  <p:nvGrpSpPr>
                    <p:cNvPr id="22192" name="Group 22191">
                      <a:extLst>
                        <a:ext uri="{FF2B5EF4-FFF2-40B4-BE49-F238E27FC236}">
                          <a16:creationId xmlns:a16="http://schemas.microsoft.com/office/drawing/2014/main" id="{C8DB8B02-BDB1-2BEC-07F2-5C8D0884593F}"/>
                        </a:ext>
                      </a:extLst>
                    </p:cNvPr>
                    <p:cNvGrpSpPr/>
                    <p:nvPr/>
                  </p:nvGrpSpPr>
                  <p:grpSpPr>
                    <a:xfrm flipH="1">
                      <a:off x="6478587" y="4022061"/>
                      <a:ext cx="214313" cy="214313"/>
                      <a:chOff x="5354637" y="3446463"/>
                      <a:chExt cx="214313" cy="214313"/>
                    </a:xfrm>
                  </p:grpSpPr>
                  <p:sp>
                    <p:nvSpPr>
                      <p:cNvPr id="22200" name="Arc 22199">
                        <a:extLst>
                          <a:ext uri="{FF2B5EF4-FFF2-40B4-BE49-F238E27FC236}">
                            <a16:creationId xmlns:a16="http://schemas.microsoft.com/office/drawing/2014/main" id="{ACF0AE63-5F72-8CB3-8678-BC6162893A7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201" name="Arc 22200">
                        <a:extLst>
                          <a:ext uri="{FF2B5EF4-FFF2-40B4-BE49-F238E27FC236}">
                            <a16:creationId xmlns:a16="http://schemas.microsoft.com/office/drawing/2014/main" id="{B3870CCE-EC6F-65F5-EBD9-F5036638FCC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193" name="Group 22192">
                      <a:extLst>
                        <a:ext uri="{FF2B5EF4-FFF2-40B4-BE49-F238E27FC236}">
                          <a16:creationId xmlns:a16="http://schemas.microsoft.com/office/drawing/2014/main" id="{65779B52-6778-3386-BC08-DE3D3EB3C536}"/>
                        </a:ext>
                      </a:extLst>
                    </p:cNvPr>
                    <p:cNvGrpSpPr/>
                    <p:nvPr/>
                  </p:nvGrpSpPr>
                  <p:grpSpPr>
                    <a:xfrm rot="7200000" flipH="1">
                      <a:off x="6434137" y="3977611"/>
                      <a:ext cx="303213" cy="303213"/>
                      <a:chOff x="5354637" y="3446463"/>
                      <a:chExt cx="214313" cy="214313"/>
                    </a:xfrm>
                  </p:grpSpPr>
                  <p:sp>
                    <p:nvSpPr>
                      <p:cNvPr id="22198" name="Arc 22197">
                        <a:extLst>
                          <a:ext uri="{FF2B5EF4-FFF2-40B4-BE49-F238E27FC236}">
                            <a16:creationId xmlns:a16="http://schemas.microsoft.com/office/drawing/2014/main" id="{85A3910D-7B8C-B227-5FE1-F8CE79813E3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199" name="Arc 22198">
                        <a:extLst>
                          <a:ext uri="{FF2B5EF4-FFF2-40B4-BE49-F238E27FC236}">
                            <a16:creationId xmlns:a16="http://schemas.microsoft.com/office/drawing/2014/main" id="{F1251111-FCB8-DA8D-E71A-8F5FCCE8A44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194" name="Group 22193">
                      <a:extLst>
                        <a:ext uri="{FF2B5EF4-FFF2-40B4-BE49-F238E27FC236}">
                          <a16:creationId xmlns:a16="http://schemas.microsoft.com/office/drawing/2014/main" id="{CB426FE7-4C64-43F2-E653-E94D87B06F24}"/>
                        </a:ext>
                      </a:extLst>
                    </p:cNvPr>
                    <p:cNvGrpSpPr/>
                    <p:nvPr/>
                  </p:nvGrpSpPr>
                  <p:grpSpPr>
                    <a:xfrm rot="14400000" flipH="1">
                      <a:off x="6389147" y="3932622"/>
                      <a:ext cx="393192" cy="393192"/>
                      <a:chOff x="5354637" y="3446463"/>
                      <a:chExt cx="214313" cy="214313"/>
                    </a:xfrm>
                  </p:grpSpPr>
                  <p:sp>
                    <p:nvSpPr>
                      <p:cNvPr id="22196" name="Arc 22195">
                        <a:extLst>
                          <a:ext uri="{FF2B5EF4-FFF2-40B4-BE49-F238E27FC236}">
                            <a16:creationId xmlns:a16="http://schemas.microsoft.com/office/drawing/2014/main" id="{545F9AB0-69F8-6F63-B32E-683CCE2FD3A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197" name="Arc 22196">
                        <a:extLst>
                          <a:ext uri="{FF2B5EF4-FFF2-40B4-BE49-F238E27FC236}">
                            <a16:creationId xmlns:a16="http://schemas.microsoft.com/office/drawing/2014/main" id="{74E146D0-EC0D-CAF3-4C70-0E1652426BC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195" name="TextBox 22194">
                      <a:extLst>
                        <a:ext uri="{FF2B5EF4-FFF2-40B4-BE49-F238E27FC236}">
                          <a16:creationId xmlns:a16="http://schemas.microsoft.com/office/drawing/2014/main" id="{CA71E7A6-AD09-47D9-EDF9-444E6BC90017}"/>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21420" name="Group 21419">
              <a:extLst>
                <a:ext uri="{FF2B5EF4-FFF2-40B4-BE49-F238E27FC236}">
                  <a16:creationId xmlns:a16="http://schemas.microsoft.com/office/drawing/2014/main" id="{3E3DC24A-14ED-D2E2-58EE-0AB0217A3EC9}"/>
                </a:ext>
              </a:extLst>
            </p:cNvPr>
            <p:cNvGrpSpPr/>
            <p:nvPr/>
          </p:nvGrpSpPr>
          <p:grpSpPr>
            <a:xfrm>
              <a:off x="3119327" y="697943"/>
              <a:ext cx="2263438" cy="2198360"/>
              <a:chOff x="5445106" y="2039507"/>
              <a:chExt cx="2263438" cy="2198360"/>
            </a:xfrm>
          </p:grpSpPr>
          <p:grpSp>
            <p:nvGrpSpPr>
              <p:cNvPr id="21994" name="Group 21993">
                <a:extLst>
                  <a:ext uri="{FF2B5EF4-FFF2-40B4-BE49-F238E27FC236}">
                    <a16:creationId xmlns:a16="http://schemas.microsoft.com/office/drawing/2014/main" id="{E078EFE0-313A-7BE3-8E31-118C198BD8F8}"/>
                  </a:ext>
                </a:extLst>
              </p:cNvPr>
              <p:cNvGrpSpPr/>
              <p:nvPr/>
            </p:nvGrpSpPr>
            <p:grpSpPr>
              <a:xfrm>
                <a:off x="5445106" y="2644743"/>
                <a:ext cx="1643204" cy="1593124"/>
                <a:chOff x="5445106" y="2644743"/>
                <a:chExt cx="1643204" cy="1593124"/>
              </a:xfrm>
            </p:grpSpPr>
            <p:grpSp>
              <p:nvGrpSpPr>
                <p:cNvPr id="22090" name="Group 22089">
                  <a:extLst>
                    <a:ext uri="{FF2B5EF4-FFF2-40B4-BE49-F238E27FC236}">
                      <a16:creationId xmlns:a16="http://schemas.microsoft.com/office/drawing/2014/main" id="{C26003CE-3842-564B-9B91-0F7FE4874710}"/>
                    </a:ext>
                  </a:extLst>
                </p:cNvPr>
                <p:cNvGrpSpPr/>
                <p:nvPr/>
              </p:nvGrpSpPr>
              <p:grpSpPr>
                <a:xfrm>
                  <a:off x="5445106" y="2644743"/>
                  <a:ext cx="1019224" cy="991639"/>
                  <a:chOff x="5886431" y="3225768"/>
                  <a:chExt cx="1019224" cy="991639"/>
                </a:xfrm>
              </p:grpSpPr>
              <p:grpSp>
                <p:nvGrpSpPr>
                  <p:cNvPr id="22138" name="Group 22137">
                    <a:extLst>
                      <a:ext uri="{FF2B5EF4-FFF2-40B4-BE49-F238E27FC236}">
                        <a16:creationId xmlns:a16="http://schemas.microsoft.com/office/drawing/2014/main" id="{0AA8A0D5-61E1-BC8A-C4C3-5F2053858E4D}"/>
                      </a:ext>
                    </a:extLst>
                  </p:cNvPr>
                  <p:cNvGrpSpPr/>
                  <p:nvPr/>
                </p:nvGrpSpPr>
                <p:grpSpPr>
                  <a:xfrm>
                    <a:off x="6197413" y="3824215"/>
                    <a:ext cx="393192" cy="393192"/>
                    <a:chOff x="5265196" y="3357021"/>
                    <a:chExt cx="393192" cy="393192"/>
                  </a:xfrm>
                </p:grpSpPr>
                <p:grpSp>
                  <p:nvGrpSpPr>
                    <p:cNvPr id="22173" name="Group 22172">
                      <a:extLst>
                        <a:ext uri="{FF2B5EF4-FFF2-40B4-BE49-F238E27FC236}">
                          <a16:creationId xmlns:a16="http://schemas.microsoft.com/office/drawing/2014/main" id="{558B181A-87B8-05E8-C390-9DAA6700A34F}"/>
                        </a:ext>
                      </a:extLst>
                    </p:cNvPr>
                    <p:cNvGrpSpPr/>
                    <p:nvPr/>
                  </p:nvGrpSpPr>
                  <p:grpSpPr>
                    <a:xfrm rot="14400000">
                      <a:off x="5265196" y="3357021"/>
                      <a:ext cx="393192" cy="393192"/>
                      <a:chOff x="5354637" y="3446463"/>
                      <a:chExt cx="214313" cy="214313"/>
                    </a:xfrm>
                  </p:grpSpPr>
                  <p:sp>
                    <p:nvSpPr>
                      <p:cNvPr id="22182" name="Arc 22181">
                        <a:extLst>
                          <a:ext uri="{FF2B5EF4-FFF2-40B4-BE49-F238E27FC236}">
                            <a16:creationId xmlns:a16="http://schemas.microsoft.com/office/drawing/2014/main" id="{D1B143D7-4A90-57C4-DE19-7EFA370A497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183" name="Arc 22182">
                        <a:extLst>
                          <a:ext uri="{FF2B5EF4-FFF2-40B4-BE49-F238E27FC236}">
                            <a16:creationId xmlns:a16="http://schemas.microsoft.com/office/drawing/2014/main" id="{938545C6-8512-FF79-866D-BA60935ABE0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174" name="Group 22173">
                      <a:extLst>
                        <a:ext uri="{FF2B5EF4-FFF2-40B4-BE49-F238E27FC236}">
                          <a16:creationId xmlns:a16="http://schemas.microsoft.com/office/drawing/2014/main" id="{5281444D-CB74-7AD9-12E1-DFCA1A9BDCB9}"/>
                        </a:ext>
                      </a:extLst>
                    </p:cNvPr>
                    <p:cNvGrpSpPr/>
                    <p:nvPr/>
                  </p:nvGrpSpPr>
                  <p:grpSpPr>
                    <a:xfrm>
                      <a:off x="5310186" y="3402011"/>
                      <a:ext cx="303213" cy="303213"/>
                      <a:chOff x="5310186" y="3402011"/>
                      <a:chExt cx="303213" cy="303213"/>
                    </a:xfrm>
                  </p:grpSpPr>
                  <p:grpSp>
                    <p:nvGrpSpPr>
                      <p:cNvPr id="22175" name="Group 22174">
                        <a:extLst>
                          <a:ext uri="{FF2B5EF4-FFF2-40B4-BE49-F238E27FC236}">
                            <a16:creationId xmlns:a16="http://schemas.microsoft.com/office/drawing/2014/main" id="{98601256-F5A4-2484-F930-80B3DFE9A5FB}"/>
                          </a:ext>
                        </a:extLst>
                      </p:cNvPr>
                      <p:cNvGrpSpPr/>
                      <p:nvPr/>
                    </p:nvGrpSpPr>
                    <p:grpSpPr>
                      <a:xfrm>
                        <a:off x="5354636" y="3446461"/>
                        <a:ext cx="214313" cy="214313"/>
                        <a:chOff x="5354637" y="3446463"/>
                        <a:chExt cx="214313" cy="214313"/>
                      </a:xfrm>
                    </p:grpSpPr>
                    <p:sp>
                      <p:nvSpPr>
                        <p:cNvPr id="22180" name="Arc 22179">
                          <a:extLst>
                            <a:ext uri="{FF2B5EF4-FFF2-40B4-BE49-F238E27FC236}">
                              <a16:creationId xmlns:a16="http://schemas.microsoft.com/office/drawing/2014/main" id="{FC5AB72D-BF9B-F6DC-A1BF-AB72CFA9DC6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181" name="Arc 22180">
                          <a:extLst>
                            <a:ext uri="{FF2B5EF4-FFF2-40B4-BE49-F238E27FC236}">
                              <a16:creationId xmlns:a16="http://schemas.microsoft.com/office/drawing/2014/main" id="{7664F003-9C0D-ED98-7E5E-5C87C91D587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176" name="Group 22175">
                        <a:extLst>
                          <a:ext uri="{FF2B5EF4-FFF2-40B4-BE49-F238E27FC236}">
                            <a16:creationId xmlns:a16="http://schemas.microsoft.com/office/drawing/2014/main" id="{0F718C70-0970-4B83-78AA-73DCF599D127}"/>
                          </a:ext>
                        </a:extLst>
                      </p:cNvPr>
                      <p:cNvGrpSpPr/>
                      <p:nvPr/>
                    </p:nvGrpSpPr>
                    <p:grpSpPr>
                      <a:xfrm rot="7200000">
                        <a:off x="5310186" y="3402011"/>
                        <a:ext cx="303213" cy="303213"/>
                        <a:chOff x="5354637" y="3446463"/>
                        <a:chExt cx="214313" cy="214313"/>
                      </a:xfrm>
                    </p:grpSpPr>
                    <p:sp>
                      <p:nvSpPr>
                        <p:cNvPr id="22178" name="Arc 22177">
                          <a:extLst>
                            <a:ext uri="{FF2B5EF4-FFF2-40B4-BE49-F238E27FC236}">
                              <a16:creationId xmlns:a16="http://schemas.microsoft.com/office/drawing/2014/main" id="{A18B0A2C-7510-FF24-3779-2A535CDCE81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179" name="Arc 22178">
                          <a:extLst>
                            <a:ext uri="{FF2B5EF4-FFF2-40B4-BE49-F238E27FC236}">
                              <a16:creationId xmlns:a16="http://schemas.microsoft.com/office/drawing/2014/main" id="{E2927AB0-887D-CF00-60FA-6BB481B2B1A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177" name="TextBox 22176">
                        <a:extLst>
                          <a:ext uri="{FF2B5EF4-FFF2-40B4-BE49-F238E27FC236}">
                            <a16:creationId xmlns:a16="http://schemas.microsoft.com/office/drawing/2014/main" id="{1020D69C-0B9B-4596-C0A1-6EFDDA8B0E4C}"/>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139" name="Group 22138">
                    <a:extLst>
                      <a:ext uri="{FF2B5EF4-FFF2-40B4-BE49-F238E27FC236}">
                        <a16:creationId xmlns:a16="http://schemas.microsoft.com/office/drawing/2014/main" id="{B80563D9-C6C8-CE0C-83E0-17AAD24F5FDB}"/>
                      </a:ext>
                    </a:extLst>
                  </p:cNvPr>
                  <p:cNvGrpSpPr/>
                  <p:nvPr/>
                </p:nvGrpSpPr>
                <p:grpSpPr>
                  <a:xfrm>
                    <a:off x="5886431" y="3525040"/>
                    <a:ext cx="393192" cy="393192"/>
                    <a:chOff x="5265196" y="3932619"/>
                    <a:chExt cx="393192" cy="393192"/>
                  </a:xfrm>
                </p:grpSpPr>
                <p:grpSp>
                  <p:nvGrpSpPr>
                    <p:cNvPr id="22163" name="Group 22162">
                      <a:extLst>
                        <a:ext uri="{FF2B5EF4-FFF2-40B4-BE49-F238E27FC236}">
                          <a16:creationId xmlns:a16="http://schemas.microsoft.com/office/drawing/2014/main" id="{53AF79D9-E34B-2959-0473-625FA6CA5E4D}"/>
                        </a:ext>
                      </a:extLst>
                    </p:cNvPr>
                    <p:cNvGrpSpPr/>
                    <p:nvPr/>
                  </p:nvGrpSpPr>
                  <p:grpSpPr>
                    <a:xfrm>
                      <a:off x="5354636" y="4022061"/>
                      <a:ext cx="214313" cy="214313"/>
                      <a:chOff x="5354637" y="3446463"/>
                      <a:chExt cx="214313" cy="214313"/>
                    </a:xfrm>
                  </p:grpSpPr>
                  <p:sp>
                    <p:nvSpPr>
                      <p:cNvPr id="22171" name="Arc 22170">
                        <a:extLst>
                          <a:ext uri="{FF2B5EF4-FFF2-40B4-BE49-F238E27FC236}">
                            <a16:creationId xmlns:a16="http://schemas.microsoft.com/office/drawing/2014/main" id="{DE487B85-3F5A-6783-C0FB-7484896D1FA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172" name="Arc 22171">
                        <a:extLst>
                          <a:ext uri="{FF2B5EF4-FFF2-40B4-BE49-F238E27FC236}">
                            <a16:creationId xmlns:a16="http://schemas.microsoft.com/office/drawing/2014/main" id="{E509AA59-4CA8-4A38-9C16-1DD5B5CAF4E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164" name="Group 22163">
                      <a:extLst>
                        <a:ext uri="{FF2B5EF4-FFF2-40B4-BE49-F238E27FC236}">
                          <a16:creationId xmlns:a16="http://schemas.microsoft.com/office/drawing/2014/main" id="{3F242956-3AB2-95AF-2C8E-EEF54B5EA818}"/>
                        </a:ext>
                      </a:extLst>
                    </p:cNvPr>
                    <p:cNvGrpSpPr/>
                    <p:nvPr/>
                  </p:nvGrpSpPr>
                  <p:grpSpPr>
                    <a:xfrm rot="14400000">
                      <a:off x="5310186" y="3977611"/>
                      <a:ext cx="303213" cy="303213"/>
                      <a:chOff x="5354637" y="3446463"/>
                      <a:chExt cx="214313" cy="214313"/>
                    </a:xfrm>
                  </p:grpSpPr>
                  <p:sp>
                    <p:nvSpPr>
                      <p:cNvPr id="22169" name="Arc 22168">
                        <a:extLst>
                          <a:ext uri="{FF2B5EF4-FFF2-40B4-BE49-F238E27FC236}">
                            <a16:creationId xmlns:a16="http://schemas.microsoft.com/office/drawing/2014/main" id="{4091F7D6-5EF0-F9D9-C5D7-7B1166FE060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170" name="Arc 22169">
                        <a:extLst>
                          <a:ext uri="{FF2B5EF4-FFF2-40B4-BE49-F238E27FC236}">
                            <a16:creationId xmlns:a16="http://schemas.microsoft.com/office/drawing/2014/main" id="{2EBDDCB2-93C0-4E90-1918-E2AC969C4E1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165" name="Group 22164">
                      <a:extLst>
                        <a:ext uri="{FF2B5EF4-FFF2-40B4-BE49-F238E27FC236}">
                          <a16:creationId xmlns:a16="http://schemas.microsoft.com/office/drawing/2014/main" id="{CB88492C-BBD7-3CB2-18BC-1F7B0291089E}"/>
                        </a:ext>
                      </a:extLst>
                    </p:cNvPr>
                    <p:cNvGrpSpPr/>
                    <p:nvPr/>
                  </p:nvGrpSpPr>
                  <p:grpSpPr>
                    <a:xfrm rot="7200000">
                      <a:off x="5265196" y="3932619"/>
                      <a:ext cx="393192" cy="393192"/>
                      <a:chOff x="5354637" y="3446463"/>
                      <a:chExt cx="214313" cy="214313"/>
                    </a:xfrm>
                  </p:grpSpPr>
                  <p:sp>
                    <p:nvSpPr>
                      <p:cNvPr id="22167" name="Arc 22166">
                        <a:extLst>
                          <a:ext uri="{FF2B5EF4-FFF2-40B4-BE49-F238E27FC236}">
                            <a16:creationId xmlns:a16="http://schemas.microsoft.com/office/drawing/2014/main" id="{A1757414-6C1C-75C0-A991-D9B1D822ECB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168" name="Arc 22167">
                        <a:extLst>
                          <a:ext uri="{FF2B5EF4-FFF2-40B4-BE49-F238E27FC236}">
                            <a16:creationId xmlns:a16="http://schemas.microsoft.com/office/drawing/2014/main" id="{3B204E6E-CAC3-EE0E-A514-A64FF3DD1B5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166" name="TextBox 22165">
                      <a:extLst>
                        <a:ext uri="{FF2B5EF4-FFF2-40B4-BE49-F238E27FC236}">
                          <a16:creationId xmlns:a16="http://schemas.microsoft.com/office/drawing/2014/main" id="{2699A002-4087-4A99-EFEA-7B582AD490E5}"/>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2140" name="Group 22139">
                    <a:extLst>
                      <a:ext uri="{FF2B5EF4-FFF2-40B4-BE49-F238E27FC236}">
                        <a16:creationId xmlns:a16="http://schemas.microsoft.com/office/drawing/2014/main" id="{9ADF86CB-969F-67C4-DA98-07B586216F00}"/>
                      </a:ext>
                    </a:extLst>
                  </p:cNvPr>
                  <p:cNvGrpSpPr/>
                  <p:nvPr/>
                </p:nvGrpSpPr>
                <p:grpSpPr>
                  <a:xfrm>
                    <a:off x="6512463" y="3525040"/>
                    <a:ext cx="393192" cy="393192"/>
                    <a:chOff x="6389147" y="3357021"/>
                    <a:chExt cx="393192" cy="393192"/>
                  </a:xfrm>
                </p:grpSpPr>
                <p:grpSp>
                  <p:nvGrpSpPr>
                    <p:cNvPr id="22152" name="Group 22151">
                      <a:extLst>
                        <a:ext uri="{FF2B5EF4-FFF2-40B4-BE49-F238E27FC236}">
                          <a16:creationId xmlns:a16="http://schemas.microsoft.com/office/drawing/2014/main" id="{ED4FE512-B5D3-6ACB-A908-BBE3B62B1402}"/>
                        </a:ext>
                      </a:extLst>
                    </p:cNvPr>
                    <p:cNvGrpSpPr/>
                    <p:nvPr/>
                  </p:nvGrpSpPr>
                  <p:grpSpPr>
                    <a:xfrm rot="7200000" flipH="1">
                      <a:off x="6389147" y="3357021"/>
                      <a:ext cx="393192" cy="393192"/>
                      <a:chOff x="5354637" y="3446463"/>
                      <a:chExt cx="214313" cy="214313"/>
                    </a:xfrm>
                  </p:grpSpPr>
                  <p:sp>
                    <p:nvSpPr>
                      <p:cNvPr id="22161" name="Arc 22160">
                        <a:extLst>
                          <a:ext uri="{FF2B5EF4-FFF2-40B4-BE49-F238E27FC236}">
                            <a16:creationId xmlns:a16="http://schemas.microsoft.com/office/drawing/2014/main" id="{4A03E5D6-D8B3-97E9-EF33-F5FED1709C4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162" name="Arc 22161">
                        <a:extLst>
                          <a:ext uri="{FF2B5EF4-FFF2-40B4-BE49-F238E27FC236}">
                            <a16:creationId xmlns:a16="http://schemas.microsoft.com/office/drawing/2014/main" id="{E332D89C-403A-542D-02D1-B5664C27989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153" name="Group 22152">
                      <a:extLst>
                        <a:ext uri="{FF2B5EF4-FFF2-40B4-BE49-F238E27FC236}">
                          <a16:creationId xmlns:a16="http://schemas.microsoft.com/office/drawing/2014/main" id="{3BF54F55-497D-15A7-FA1F-615409D6CC24}"/>
                        </a:ext>
                      </a:extLst>
                    </p:cNvPr>
                    <p:cNvGrpSpPr/>
                    <p:nvPr/>
                  </p:nvGrpSpPr>
                  <p:grpSpPr>
                    <a:xfrm>
                      <a:off x="6434137" y="3402011"/>
                      <a:ext cx="303213" cy="303213"/>
                      <a:chOff x="6434137" y="3402011"/>
                      <a:chExt cx="303213" cy="303213"/>
                    </a:xfrm>
                  </p:grpSpPr>
                  <p:grpSp>
                    <p:nvGrpSpPr>
                      <p:cNvPr id="22154" name="Group 22153">
                        <a:extLst>
                          <a:ext uri="{FF2B5EF4-FFF2-40B4-BE49-F238E27FC236}">
                            <a16:creationId xmlns:a16="http://schemas.microsoft.com/office/drawing/2014/main" id="{58220AB0-6F2A-ED2C-A63B-52A218C4559A}"/>
                          </a:ext>
                        </a:extLst>
                      </p:cNvPr>
                      <p:cNvGrpSpPr/>
                      <p:nvPr/>
                    </p:nvGrpSpPr>
                    <p:grpSpPr>
                      <a:xfrm flipH="1">
                        <a:off x="6478587" y="3446461"/>
                        <a:ext cx="214313" cy="214313"/>
                        <a:chOff x="5354637" y="3446463"/>
                        <a:chExt cx="214313" cy="214313"/>
                      </a:xfrm>
                    </p:grpSpPr>
                    <p:sp>
                      <p:nvSpPr>
                        <p:cNvPr id="22159" name="Arc 22158">
                          <a:extLst>
                            <a:ext uri="{FF2B5EF4-FFF2-40B4-BE49-F238E27FC236}">
                              <a16:creationId xmlns:a16="http://schemas.microsoft.com/office/drawing/2014/main" id="{2D876E7B-9AE6-0372-A0E1-C877B2E499A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160" name="Arc 22159">
                          <a:extLst>
                            <a:ext uri="{FF2B5EF4-FFF2-40B4-BE49-F238E27FC236}">
                              <a16:creationId xmlns:a16="http://schemas.microsoft.com/office/drawing/2014/main" id="{1798BD40-AE03-B98D-C39F-83DF6CCFF36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155" name="Group 22154">
                        <a:extLst>
                          <a:ext uri="{FF2B5EF4-FFF2-40B4-BE49-F238E27FC236}">
                            <a16:creationId xmlns:a16="http://schemas.microsoft.com/office/drawing/2014/main" id="{FA58EB46-C6AB-4BDF-070D-5DEF13EC1191}"/>
                          </a:ext>
                        </a:extLst>
                      </p:cNvPr>
                      <p:cNvGrpSpPr/>
                      <p:nvPr/>
                    </p:nvGrpSpPr>
                    <p:grpSpPr>
                      <a:xfrm rot="14400000" flipH="1">
                        <a:off x="6434137" y="3402011"/>
                        <a:ext cx="303213" cy="303213"/>
                        <a:chOff x="5354637" y="3446463"/>
                        <a:chExt cx="214313" cy="214313"/>
                      </a:xfrm>
                    </p:grpSpPr>
                    <p:sp>
                      <p:nvSpPr>
                        <p:cNvPr id="22157" name="Arc 22156">
                          <a:extLst>
                            <a:ext uri="{FF2B5EF4-FFF2-40B4-BE49-F238E27FC236}">
                              <a16:creationId xmlns:a16="http://schemas.microsoft.com/office/drawing/2014/main" id="{5DB76266-4ACA-F7FE-8CAC-3A4244E09E3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158" name="Arc 22157">
                          <a:extLst>
                            <a:ext uri="{FF2B5EF4-FFF2-40B4-BE49-F238E27FC236}">
                              <a16:creationId xmlns:a16="http://schemas.microsoft.com/office/drawing/2014/main" id="{706CB6C3-ED24-6882-603E-2B018CBDAED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156" name="TextBox 22155">
                        <a:extLst>
                          <a:ext uri="{FF2B5EF4-FFF2-40B4-BE49-F238E27FC236}">
                            <a16:creationId xmlns:a16="http://schemas.microsoft.com/office/drawing/2014/main" id="{274300A1-B297-625B-E1F6-5D8004A95730}"/>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141" name="Group 22140">
                    <a:extLst>
                      <a:ext uri="{FF2B5EF4-FFF2-40B4-BE49-F238E27FC236}">
                        <a16:creationId xmlns:a16="http://schemas.microsoft.com/office/drawing/2014/main" id="{2C2BB9C1-CA7F-5F82-F52D-AC089061C69F}"/>
                      </a:ext>
                    </a:extLst>
                  </p:cNvPr>
                  <p:cNvGrpSpPr/>
                  <p:nvPr/>
                </p:nvGrpSpPr>
                <p:grpSpPr>
                  <a:xfrm>
                    <a:off x="6197413" y="3225768"/>
                    <a:ext cx="393192" cy="393192"/>
                    <a:chOff x="6389147" y="3932622"/>
                    <a:chExt cx="393192" cy="393192"/>
                  </a:xfrm>
                </p:grpSpPr>
                <p:grpSp>
                  <p:nvGrpSpPr>
                    <p:cNvPr id="22142" name="Group 22141">
                      <a:extLst>
                        <a:ext uri="{FF2B5EF4-FFF2-40B4-BE49-F238E27FC236}">
                          <a16:creationId xmlns:a16="http://schemas.microsoft.com/office/drawing/2014/main" id="{8ABCF95B-90EF-6987-DAC2-307222C72D1B}"/>
                        </a:ext>
                      </a:extLst>
                    </p:cNvPr>
                    <p:cNvGrpSpPr/>
                    <p:nvPr/>
                  </p:nvGrpSpPr>
                  <p:grpSpPr>
                    <a:xfrm flipH="1">
                      <a:off x="6478587" y="4022061"/>
                      <a:ext cx="214313" cy="214313"/>
                      <a:chOff x="5354637" y="3446463"/>
                      <a:chExt cx="214313" cy="214313"/>
                    </a:xfrm>
                  </p:grpSpPr>
                  <p:sp>
                    <p:nvSpPr>
                      <p:cNvPr id="22150" name="Arc 22149">
                        <a:extLst>
                          <a:ext uri="{FF2B5EF4-FFF2-40B4-BE49-F238E27FC236}">
                            <a16:creationId xmlns:a16="http://schemas.microsoft.com/office/drawing/2014/main" id="{F52ACBBF-A68C-DDBF-EC1E-59CAEED7E73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151" name="Arc 22150">
                        <a:extLst>
                          <a:ext uri="{FF2B5EF4-FFF2-40B4-BE49-F238E27FC236}">
                            <a16:creationId xmlns:a16="http://schemas.microsoft.com/office/drawing/2014/main" id="{848B40A2-912B-94CE-F0FD-99463120B25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143" name="Group 22142">
                      <a:extLst>
                        <a:ext uri="{FF2B5EF4-FFF2-40B4-BE49-F238E27FC236}">
                          <a16:creationId xmlns:a16="http://schemas.microsoft.com/office/drawing/2014/main" id="{14EC6C1B-99C9-607E-E3B1-29EA6ED021F6}"/>
                        </a:ext>
                      </a:extLst>
                    </p:cNvPr>
                    <p:cNvGrpSpPr/>
                    <p:nvPr/>
                  </p:nvGrpSpPr>
                  <p:grpSpPr>
                    <a:xfrm rot="7200000" flipH="1">
                      <a:off x="6434137" y="3977611"/>
                      <a:ext cx="303213" cy="303213"/>
                      <a:chOff x="5354637" y="3446463"/>
                      <a:chExt cx="214313" cy="214313"/>
                    </a:xfrm>
                  </p:grpSpPr>
                  <p:sp>
                    <p:nvSpPr>
                      <p:cNvPr id="22148" name="Arc 22147">
                        <a:extLst>
                          <a:ext uri="{FF2B5EF4-FFF2-40B4-BE49-F238E27FC236}">
                            <a16:creationId xmlns:a16="http://schemas.microsoft.com/office/drawing/2014/main" id="{2816F0DC-852B-D50D-B6B1-2EDBEB4A3E1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149" name="Arc 22148">
                        <a:extLst>
                          <a:ext uri="{FF2B5EF4-FFF2-40B4-BE49-F238E27FC236}">
                            <a16:creationId xmlns:a16="http://schemas.microsoft.com/office/drawing/2014/main" id="{794D5581-509C-188E-3D48-C28756AD81A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144" name="Group 22143">
                      <a:extLst>
                        <a:ext uri="{FF2B5EF4-FFF2-40B4-BE49-F238E27FC236}">
                          <a16:creationId xmlns:a16="http://schemas.microsoft.com/office/drawing/2014/main" id="{0B77305E-51BC-EBBA-9B17-99C5B18B76C3}"/>
                        </a:ext>
                      </a:extLst>
                    </p:cNvPr>
                    <p:cNvGrpSpPr/>
                    <p:nvPr/>
                  </p:nvGrpSpPr>
                  <p:grpSpPr>
                    <a:xfrm rot="14400000" flipH="1">
                      <a:off x="6389147" y="3932622"/>
                      <a:ext cx="393192" cy="393192"/>
                      <a:chOff x="5354637" y="3446463"/>
                      <a:chExt cx="214313" cy="214313"/>
                    </a:xfrm>
                  </p:grpSpPr>
                  <p:sp>
                    <p:nvSpPr>
                      <p:cNvPr id="22146" name="Arc 22145">
                        <a:extLst>
                          <a:ext uri="{FF2B5EF4-FFF2-40B4-BE49-F238E27FC236}">
                            <a16:creationId xmlns:a16="http://schemas.microsoft.com/office/drawing/2014/main" id="{FEEEE83E-9E4F-831C-8665-D8D3A367DE1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147" name="Arc 22146">
                        <a:extLst>
                          <a:ext uri="{FF2B5EF4-FFF2-40B4-BE49-F238E27FC236}">
                            <a16:creationId xmlns:a16="http://schemas.microsoft.com/office/drawing/2014/main" id="{6489B309-3C6B-FF58-4334-795BD328A81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145" name="TextBox 22144">
                      <a:extLst>
                        <a:ext uri="{FF2B5EF4-FFF2-40B4-BE49-F238E27FC236}">
                          <a16:creationId xmlns:a16="http://schemas.microsoft.com/office/drawing/2014/main" id="{B97747F7-F324-E19A-26C1-E5A61A38A202}"/>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091" name="Group 22090">
                  <a:extLst>
                    <a:ext uri="{FF2B5EF4-FFF2-40B4-BE49-F238E27FC236}">
                      <a16:creationId xmlns:a16="http://schemas.microsoft.com/office/drawing/2014/main" id="{70A9CA76-B899-14AF-3382-137E64F565C4}"/>
                    </a:ext>
                  </a:extLst>
                </p:cNvPr>
                <p:cNvGrpSpPr/>
                <p:nvPr/>
              </p:nvGrpSpPr>
              <p:grpSpPr>
                <a:xfrm>
                  <a:off x="6069086" y="3246228"/>
                  <a:ext cx="1019224" cy="991639"/>
                  <a:chOff x="5886431" y="3225768"/>
                  <a:chExt cx="1019224" cy="991639"/>
                </a:xfrm>
              </p:grpSpPr>
              <p:grpSp>
                <p:nvGrpSpPr>
                  <p:cNvPr id="22092" name="Group 22091">
                    <a:extLst>
                      <a:ext uri="{FF2B5EF4-FFF2-40B4-BE49-F238E27FC236}">
                        <a16:creationId xmlns:a16="http://schemas.microsoft.com/office/drawing/2014/main" id="{ECEEC237-AE85-6AEB-7618-3C45A6DA0AC6}"/>
                      </a:ext>
                    </a:extLst>
                  </p:cNvPr>
                  <p:cNvGrpSpPr/>
                  <p:nvPr/>
                </p:nvGrpSpPr>
                <p:grpSpPr>
                  <a:xfrm>
                    <a:off x="6197413" y="3824215"/>
                    <a:ext cx="393192" cy="393192"/>
                    <a:chOff x="5265196" y="3357021"/>
                    <a:chExt cx="393192" cy="393192"/>
                  </a:xfrm>
                </p:grpSpPr>
                <p:grpSp>
                  <p:nvGrpSpPr>
                    <p:cNvPr id="22127" name="Group 22126">
                      <a:extLst>
                        <a:ext uri="{FF2B5EF4-FFF2-40B4-BE49-F238E27FC236}">
                          <a16:creationId xmlns:a16="http://schemas.microsoft.com/office/drawing/2014/main" id="{5111C1CE-92DD-A862-2B2E-9DD6626A07A4}"/>
                        </a:ext>
                      </a:extLst>
                    </p:cNvPr>
                    <p:cNvGrpSpPr/>
                    <p:nvPr/>
                  </p:nvGrpSpPr>
                  <p:grpSpPr>
                    <a:xfrm rot="14400000">
                      <a:off x="5265196" y="3357021"/>
                      <a:ext cx="393192" cy="393192"/>
                      <a:chOff x="5354637" y="3446463"/>
                      <a:chExt cx="214313" cy="214313"/>
                    </a:xfrm>
                  </p:grpSpPr>
                  <p:sp>
                    <p:nvSpPr>
                      <p:cNvPr id="22136" name="Arc 22135">
                        <a:extLst>
                          <a:ext uri="{FF2B5EF4-FFF2-40B4-BE49-F238E27FC236}">
                            <a16:creationId xmlns:a16="http://schemas.microsoft.com/office/drawing/2014/main" id="{D9979714-1F48-7DBC-6929-099E7488F50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137" name="Arc 22136">
                        <a:extLst>
                          <a:ext uri="{FF2B5EF4-FFF2-40B4-BE49-F238E27FC236}">
                            <a16:creationId xmlns:a16="http://schemas.microsoft.com/office/drawing/2014/main" id="{29202607-9677-D345-E522-6712FB72693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128" name="Group 22127">
                      <a:extLst>
                        <a:ext uri="{FF2B5EF4-FFF2-40B4-BE49-F238E27FC236}">
                          <a16:creationId xmlns:a16="http://schemas.microsoft.com/office/drawing/2014/main" id="{E19DFDF0-7290-CB59-4613-6BCFAC055E61}"/>
                        </a:ext>
                      </a:extLst>
                    </p:cNvPr>
                    <p:cNvGrpSpPr/>
                    <p:nvPr/>
                  </p:nvGrpSpPr>
                  <p:grpSpPr>
                    <a:xfrm>
                      <a:off x="5310186" y="3402011"/>
                      <a:ext cx="303213" cy="303213"/>
                      <a:chOff x="5310186" y="3402011"/>
                      <a:chExt cx="303213" cy="303213"/>
                    </a:xfrm>
                  </p:grpSpPr>
                  <p:grpSp>
                    <p:nvGrpSpPr>
                      <p:cNvPr id="22129" name="Group 22128">
                        <a:extLst>
                          <a:ext uri="{FF2B5EF4-FFF2-40B4-BE49-F238E27FC236}">
                            <a16:creationId xmlns:a16="http://schemas.microsoft.com/office/drawing/2014/main" id="{585B780E-0AC7-0302-BB0C-A7BCA7D322D9}"/>
                          </a:ext>
                        </a:extLst>
                      </p:cNvPr>
                      <p:cNvGrpSpPr/>
                      <p:nvPr/>
                    </p:nvGrpSpPr>
                    <p:grpSpPr>
                      <a:xfrm>
                        <a:off x="5354636" y="3446461"/>
                        <a:ext cx="214313" cy="214313"/>
                        <a:chOff x="5354637" y="3446463"/>
                        <a:chExt cx="214313" cy="214313"/>
                      </a:xfrm>
                    </p:grpSpPr>
                    <p:sp>
                      <p:nvSpPr>
                        <p:cNvPr id="22134" name="Arc 22133">
                          <a:extLst>
                            <a:ext uri="{FF2B5EF4-FFF2-40B4-BE49-F238E27FC236}">
                              <a16:creationId xmlns:a16="http://schemas.microsoft.com/office/drawing/2014/main" id="{EDA2DE9B-508F-6CF0-55F4-EE2DDA69F83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135" name="Arc 22134">
                          <a:extLst>
                            <a:ext uri="{FF2B5EF4-FFF2-40B4-BE49-F238E27FC236}">
                              <a16:creationId xmlns:a16="http://schemas.microsoft.com/office/drawing/2014/main" id="{09EDE163-ECA0-1D79-382C-F00D41B8EBB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130" name="Group 22129">
                        <a:extLst>
                          <a:ext uri="{FF2B5EF4-FFF2-40B4-BE49-F238E27FC236}">
                            <a16:creationId xmlns:a16="http://schemas.microsoft.com/office/drawing/2014/main" id="{CEA4D80E-7A7E-D31A-45AC-1F6D571E25C4}"/>
                          </a:ext>
                        </a:extLst>
                      </p:cNvPr>
                      <p:cNvGrpSpPr/>
                      <p:nvPr/>
                    </p:nvGrpSpPr>
                    <p:grpSpPr>
                      <a:xfrm rot="7200000">
                        <a:off x="5310186" y="3402011"/>
                        <a:ext cx="303213" cy="303213"/>
                        <a:chOff x="5354637" y="3446463"/>
                        <a:chExt cx="214313" cy="214313"/>
                      </a:xfrm>
                    </p:grpSpPr>
                    <p:sp>
                      <p:nvSpPr>
                        <p:cNvPr id="22132" name="Arc 22131">
                          <a:extLst>
                            <a:ext uri="{FF2B5EF4-FFF2-40B4-BE49-F238E27FC236}">
                              <a16:creationId xmlns:a16="http://schemas.microsoft.com/office/drawing/2014/main" id="{99909036-2168-2249-8641-CD2186F3C1D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133" name="Arc 22132">
                          <a:extLst>
                            <a:ext uri="{FF2B5EF4-FFF2-40B4-BE49-F238E27FC236}">
                              <a16:creationId xmlns:a16="http://schemas.microsoft.com/office/drawing/2014/main" id="{F2B80D28-3767-BD7B-1774-F94C7746DCC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131" name="TextBox 22130">
                        <a:extLst>
                          <a:ext uri="{FF2B5EF4-FFF2-40B4-BE49-F238E27FC236}">
                            <a16:creationId xmlns:a16="http://schemas.microsoft.com/office/drawing/2014/main" id="{42B917F0-BB51-35C7-D3A2-FFE1FA0DC746}"/>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093" name="Group 22092">
                    <a:extLst>
                      <a:ext uri="{FF2B5EF4-FFF2-40B4-BE49-F238E27FC236}">
                        <a16:creationId xmlns:a16="http://schemas.microsoft.com/office/drawing/2014/main" id="{90C0A063-6C39-F55A-5DB9-A00B748821D0}"/>
                      </a:ext>
                    </a:extLst>
                  </p:cNvPr>
                  <p:cNvGrpSpPr/>
                  <p:nvPr/>
                </p:nvGrpSpPr>
                <p:grpSpPr>
                  <a:xfrm>
                    <a:off x="5886431" y="3525040"/>
                    <a:ext cx="393192" cy="393192"/>
                    <a:chOff x="5265196" y="3932619"/>
                    <a:chExt cx="393192" cy="393192"/>
                  </a:xfrm>
                </p:grpSpPr>
                <p:grpSp>
                  <p:nvGrpSpPr>
                    <p:cNvPr id="22117" name="Group 22116">
                      <a:extLst>
                        <a:ext uri="{FF2B5EF4-FFF2-40B4-BE49-F238E27FC236}">
                          <a16:creationId xmlns:a16="http://schemas.microsoft.com/office/drawing/2014/main" id="{155C4F9F-9089-4E2F-61F7-8A17876014C3}"/>
                        </a:ext>
                      </a:extLst>
                    </p:cNvPr>
                    <p:cNvGrpSpPr/>
                    <p:nvPr/>
                  </p:nvGrpSpPr>
                  <p:grpSpPr>
                    <a:xfrm>
                      <a:off x="5354636" y="4022061"/>
                      <a:ext cx="214313" cy="214313"/>
                      <a:chOff x="5354637" y="3446463"/>
                      <a:chExt cx="214313" cy="214313"/>
                    </a:xfrm>
                  </p:grpSpPr>
                  <p:sp>
                    <p:nvSpPr>
                      <p:cNvPr id="22125" name="Arc 22124">
                        <a:extLst>
                          <a:ext uri="{FF2B5EF4-FFF2-40B4-BE49-F238E27FC236}">
                            <a16:creationId xmlns:a16="http://schemas.microsoft.com/office/drawing/2014/main" id="{736C4C83-1389-9B7E-0000-31F5CCEBCFE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126" name="Arc 22125">
                        <a:extLst>
                          <a:ext uri="{FF2B5EF4-FFF2-40B4-BE49-F238E27FC236}">
                            <a16:creationId xmlns:a16="http://schemas.microsoft.com/office/drawing/2014/main" id="{71379C17-D594-484B-0AC8-5E296F6F38E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118" name="Group 22117">
                      <a:extLst>
                        <a:ext uri="{FF2B5EF4-FFF2-40B4-BE49-F238E27FC236}">
                          <a16:creationId xmlns:a16="http://schemas.microsoft.com/office/drawing/2014/main" id="{DD8C927E-9F35-8980-2CA6-16466AE2C170}"/>
                        </a:ext>
                      </a:extLst>
                    </p:cNvPr>
                    <p:cNvGrpSpPr/>
                    <p:nvPr/>
                  </p:nvGrpSpPr>
                  <p:grpSpPr>
                    <a:xfrm rot="14400000">
                      <a:off x="5310186" y="3977611"/>
                      <a:ext cx="303213" cy="303213"/>
                      <a:chOff x="5354637" y="3446463"/>
                      <a:chExt cx="214313" cy="214313"/>
                    </a:xfrm>
                  </p:grpSpPr>
                  <p:sp>
                    <p:nvSpPr>
                      <p:cNvPr id="22123" name="Arc 22122">
                        <a:extLst>
                          <a:ext uri="{FF2B5EF4-FFF2-40B4-BE49-F238E27FC236}">
                            <a16:creationId xmlns:a16="http://schemas.microsoft.com/office/drawing/2014/main" id="{7A88C47B-65B6-1B6D-C42E-35780BBF18F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124" name="Arc 22123">
                        <a:extLst>
                          <a:ext uri="{FF2B5EF4-FFF2-40B4-BE49-F238E27FC236}">
                            <a16:creationId xmlns:a16="http://schemas.microsoft.com/office/drawing/2014/main" id="{08EB65B7-C6C7-2041-66A9-A3E21E318DB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119" name="Group 22118">
                      <a:extLst>
                        <a:ext uri="{FF2B5EF4-FFF2-40B4-BE49-F238E27FC236}">
                          <a16:creationId xmlns:a16="http://schemas.microsoft.com/office/drawing/2014/main" id="{4D20E090-4ACB-2BAA-BE58-E1FA78D6CC08}"/>
                        </a:ext>
                      </a:extLst>
                    </p:cNvPr>
                    <p:cNvGrpSpPr/>
                    <p:nvPr/>
                  </p:nvGrpSpPr>
                  <p:grpSpPr>
                    <a:xfrm rot="7200000">
                      <a:off x="5265196" y="3932619"/>
                      <a:ext cx="393192" cy="393192"/>
                      <a:chOff x="5354637" y="3446463"/>
                      <a:chExt cx="214313" cy="214313"/>
                    </a:xfrm>
                  </p:grpSpPr>
                  <p:sp>
                    <p:nvSpPr>
                      <p:cNvPr id="22121" name="Arc 22120">
                        <a:extLst>
                          <a:ext uri="{FF2B5EF4-FFF2-40B4-BE49-F238E27FC236}">
                            <a16:creationId xmlns:a16="http://schemas.microsoft.com/office/drawing/2014/main" id="{8F8ABBA4-22D5-3CFE-6654-5C10D5FD972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122" name="Arc 22121">
                        <a:extLst>
                          <a:ext uri="{FF2B5EF4-FFF2-40B4-BE49-F238E27FC236}">
                            <a16:creationId xmlns:a16="http://schemas.microsoft.com/office/drawing/2014/main" id="{C7BC9108-08A7-3780-59C9-11623AE58BE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120" name="TextBox 22119">
                      <a:extLst>
                        <a:ext uri="{FF2B5EF4-FFF2-40B4-BE49-F238E27FC236}">
                          <a16:creationId xmlns:a16="http://schemas.microsoft.com/office/drawing/2014/main" id="{DFC5AE74-A210-0E6C-060F-41DAC4D8194B}"/>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2094" name="Group 22093">
                    <a:extLst>
                      <a:ext uri="{FF2B5EF4-FFF2-40B4-BE49-F238E27FC236}">
                        <a16:creationId xmlns:a16="http://schemas.microsoft.com/office/drawing/2014/main" id="{D3EEA252-AA1B-4649-7B4B-1A10A6C07A8B}"/>
                      </a:ext>
                    </a:extLst>
                  </p:cNvPr>
                  <p:cNvGrpSpPr/>
                  <p:nvPr/>
                </p:nvGrpSpPr>
                <p:grpSpPr>
                  <a:xfrm>
                    <a:off x="6512463" y="3525040"/>
                    <a:ext cx="393192" cy="393192"/>
                    <a:chOff x="6389147" y="3357021"/>
                    <a:chExt cx="393192" cy="393192"/>
                  </a:xfrm>
                </p:grpSpPr>
                <p:grpSp>
                  <p:nvGrpSpPr>
                    <p:cNvPr id="22106" name="Group 22105">
                      <a:extLst>
                        <a:ext uri="{FF2B5EF4-FFF2-40B4-BE49-F238E27FC236}">
                          <a16:creationId xmlns:a16="http://schemas.microsoft.com/office/drawing/2014/main" id="{82A95393-5773-BAFD-1FDA-6A2EEC880209}"/>
                        </a:ext>
                      </a:extLst>
                    </p:cNvPr>
                    <p:cNvGrpSpPr/>
                    <p:nvPr/>
                  </p:nvGrpSpPr>
                  <p:grpSpPr>
                    <a:xfrm rot="7200000" flipH="1">
                      <a:off x="6389147" y="3357021"/>
                      <a:ext cx="393192" cy="393192"/>
                      <a:chOff x="5354637" y="3446463"/>
                      <a:chExt cx="214313" cy="214313"/>
                    </a:xfrm>
                  </p:grpSpPr>
                  <p:sp>
                    <p:nvSpPr>
                      <p:cNvPr id="22115" name="Arc 22114">
                        <a:extLst>
                          <a:ext uri="{FF2B5EF4-FFF2-40B4-BE49-F238E27FC236}">
                            <a16:creationId xmlns:a16="http://schemas.microsoft.com/office/drawing/2014/main" id="{15231673-C75D-90D9-B428-D09517CAB42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116" name="Arc 22115">
                        <a:extLst>
                          <a:ext uri="{FF2B5EF4-FFF2-40B4-BE49-F238E27FC236}">
                            <a16:creationId xmlns:a16="http://schemas.microsoft.com/office/drawing/2014/main" id="{99E602F8-37A3-A106-085E-282814B33D4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107" name="Group 22106">
                      <a:extLst>
                        <a:ext uri="{FF2B5EF4-FFF2-40B4-BE49-F238E27FC236}">
                          <a16:creationId xmlns:a16="http://schemas.microsoft.com/office/drawing/2014/main" id="{15B6A325-B145-FA95-1E0E-D224E84E3B3F}"/>
                        </a:ext>
                      </a:extLst>
                    </p:cNvPr>
                    <p:cNvGrpSpPr/>
                    <p:nvPr/>
                  </p:nvGrpSpPr>
                  <p:grpSpPr>
                    <a:xfrm>
                      <a:off x="6434137" y="3402011"/>
                      <a:ext cx="303213" cy="303213"/>
                      <a:chOff x="6434137" y="3402011"/>
                      <a:chExt cx="303213" cy="303213"/>
                    </a:xfrm>
                  </p:grpSpPr>
                  <p:grpSp>
                    <p:nvGrpSpPr>
                      <p:cNvPr id="22108" name="Group 22107">
                        <a:extLst>
                          <a:ext uri="{FF2B5EF4-FFF2-40B4-BE49-F238E27FC236}">
                            <a16:creationId xmlns:a16="http://schemas.microsoft.com/office/drawing/2014/main" id="{30AFC200-3ECE-C399-5CBE-6D757549E83C}"/>
                          </a:ext>
                        </a:extLst>
                      </p:cNvPr>
                      <p:cNvGrpSpPr/>
                      <p:nvPr/>
                    </p:nvGrpSpPr>
                    <p:grpSpPr>
                      <a:xfrm flipH="1">
                        <a:off x="6478587" y="3446461"/>
                        <a:ext cx="214313" cy="214313"/>
                        <a:chOff x="5354637" y="3446463"/>
                        <a:chExt cx="214313" cy="214313"/>
                      </a:xfrm>
                    </p:grpSpPr>
                    <p:sp>
                      <p:nvSpPr>
                        <p:cNvPr id="22113" name="Arc 22112">
                          <a:extLst>
                            <a:ext uri="{FF2B5EF4-FFF2-40B4-BE49-F238E27FC236}">
                              <a16:creationId xmlns:a16="http://schemas.microsoft.com/office/drawing/2014/main" id="{4F2E13D5-6667-8152-734D-A392D28B065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114" name="Arc 22113">
                          <a:extLst>
                            <a:ext uri="{FF2B5EF4-FFF2-40B4-BE49-F238E27FC236}">
                              <a16:creationId xmlns:a16="http://schemas.microsoft.com/office/drawing/2014/main" id="{9879C3C1-A091-8C9F-DEAC-95FFF40567D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109" name="Group 22108">
                        <a:extLst>
                          <a:ext uri="{FF2B5EF4-FFF2-40B4-BE49-F238E27FC236}">
                            <a16:creationId xmlns:a16="http://schemas.microsoft.com/office/drawing/2014/main" id="{BBDED5BA-B0DD-BA14-69AD-7F476388B73A}"/>
                          </a:ext>
                        </a:extLst>
                      </p:cNvPr>
                      <p:cNvGrpSpPr/>
                      <p:nvPr/>
                    </p:nvGrpSpPr>
                    <p:grpSpPr>
                      <a:xfrm rot="14400000" flipH="1">
                        <a:off x="6434137" y="3402011"/>
                        <a:ext cx="303213" cy="303213"/>
                        <a:chOff x="5354637" y="3446463"/>
                        <a:chExt cx="214313" cy="214313"/>
                      </a:xfrm>
                    </p:grpSpPr>
                    <p:sp>
                      <p:nvSpPr>
                        <p:cNvPr id="22111" name="Arc 22110">
                          <a:extLst>
                            <a:ext uri="{FF2B5EF4-FFF2-40B4-BE49-F238E27FC236}">
                              <a16:creationId xmlns:a16="http://schemas.microsoft.com/office/drawing/2014/main" id="{B33D419F-C98A-250B-2943-8FF6E9EE901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112" name="Arc 22111">
                          <a:extLst>
                            <a:ext uri="{FF2B5EF4-FFF2-40B4-BE49-F238E27FC236}">
                              <a16:creationId xmlns:a16="http://schemas.microsoft.com/office/drawing/2014/main" id="{CB55D6BC-CCE6-EC64-A884-5A4B4379FBE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110" name="TextBox 22109">
                        <a:extLst>
                          <a:ext uri="{FF2B5EF4-FFF2-40B4-BE49-F238E27FC236}">
                            <a16:creationId xmlns:a16="http://schemas.microsoft.com/office/drawing/2014/main" id="{9BA28776-5A89-A918-80CE-173EEC835146}"/>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095" name="Group 22094">
                    <a:extLst>
                      <a:ext uri="{FF2B5EF4-FFF2-40B4-BE49-F238E27FC236}">
                        <a16:creationId xmlns:a16="http://schemas.microsoft.com/office/drawing/2014/main" id="{941EED5F-E9E1-FDF1-E3FD-1369C1C53967}"/>
                      </a:ext>
                    </a:extLst>
                  </p:cNvPr>
                  <p:cNvGrpSpPr/>
                  <p:nvPr/>
                </p:nvGrpSpPr>
                <p:grpSpPr>
                  <a:xfrm>
                    <a:off x="6197413" y="3225768"/>
                    <a:ext cx="393192" cy="393192"/>
                    <a:chOff x="6389147" y="3932622"/>
                    <a:chExt cx="393192" cy="393192"/>
                  </a:xfrm>
                </p:grpSpPr>
                <p:grpSp>
                  <p:nvGrpSpPr>
                    <p:cNvPr id="22096" name="Group 22095">
                      <a:extLst>
                        <a:ext uri="{FF2B5EF4-FFF2-40B4-BE49-F238E27FC236}">
                          <a16:creationId xmlns:a16="http://schemas.microsoft.com/office/drawing/2014/main" id="{5A4BAB23-DEFD-CF78-6F8F-F305445A26A1}"/>
                        </a:ext>
                      </a:extLst>
                    </p:cNvPr>
                    <p:cNvGrpSpPr/>
                    <p:nvPr/>
                  </p:nvGrpSpPr>
                  <p:grpSpPr>
                    <a:xfrm flipH="1">
                      <a:off x="6478587" y="4022061"/>
                      <a:ext cx="214313" cy="214313"/>
                      <a:chOff x="5354637" y="3446463"/>
                      <a:chExt cx="214313" cy="214313"/>
                    </a:xfrm>
                  </p:grpSpPr>
                  <p:sp>
                    <p:nvSpPr>
                      <p:cNvPr id="22104" name="Arc 22103">
                        <a:extLst>
                          <a:ext uri="{FF2B5EF4-FFF2-40B4-BE49-F238E27FC236}">
                            <a16:creationId xmlns:a16="http://schemas.microsoft.com/office/drawing/2014/main" id="{8F97A659-A1E5-012E-F4F4-DC588946177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105" name="Arc 22104">
                        <a:extLst>
                          <a:ext uri="{FF2B5EF4-FFF2-40B4-BE49-F238E27FC236}">
                            <a16:creationId xmlns:a16="http://schemas.microsoft.com/office/drawing/2014/main" id="{C103E604-9C3B-F04A-5FFF-3FF60C01CA3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097" name="Group 22096">
                      <a:extLst>
                        <a:ext uri="{FF2B5EF4-FFF2-40B4-BE49-F238E27FC236}">
                          <a16:creationId xmlns:a16="http://schemas.microsoft.com/office/drawing/2014/main" id="{F2138985-6FD7-F714-FF8B-9F596D455CD4}"/>
                        </a:ext>
                      </a:extLst>
                    </p:cNvPr>
                    <p:cNvGrpSpPr/>
                    <p:nvPr/>
                  </p:nvGrpSpPr>
                  <p:grpSpPr>
                    <a:xfrm rot="7200000" flipH="1">
                      <a:off x="6434137" y="3977611"/>
                      <a:ext cx="303213" cy="303213"/>
                      <a:chOff x="5354637" y="3446463"/>
                      <a:chExt cx="214313" cy="214313"/>
                    </a:xfrm>
                  </p:grpSpPr>
                  <p:sp>
                    <p:nvSpPr>
                      <p:cNvPr id="22102" name="Arc 22101">
                        <a:extLst>
                          <a:ext uri="{FF2B5EF4-FFF2-40B4-BE49-F238E27FC236}">
                            <a16:creationId xmlns:a16="http://schemas.microsoft.com/office/drawing/2014/main" id="{1B3A005E-7464-A3FB-5B61-D3836BEE34A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103" name="Arc 22102">
                        <a:extLst>
                          <a:ext uri="{FF2B5EF4-FFF2-40B4-BE49-F238E27FC236}">
                            <a16:creationId xmlns:a16="http://schemas.microsoft.com/office/drawing/2014/main" id="{6FE0E80E-8DD3-B825-FB1F-32803EFC9E6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098" name="Group 22097">
                      <a:extLst>
                        <a:ext uri="{FF2B5EF4-FFF2-40B4-BE49-F238E27FC236}">
                          <a16:creationId xmlns:a16="http://schemas.microsoft.com/office/drawing/2014/main" id="{ABDB73C3-CEE8-6828-3579-94197FFFCBAF}"/>
                        </a:ext>
                      </a:extLst>
                    </p:cNvPr>
                    <p:cNvGrpSpPr/>
                    <p:nvPr/>
                  </p:nvGrpSpPr>
                  <p:grpSpPr>
                    <a:xfrm rot="14400000" flipH="1">
                      <a:off x="6389147" y="3932622"/>
                      <a:ext cx="393192" cy="393192"/>
                      <a:chOff x="5354637" y="3446463"/>
                      <a:chExt cx="214313" cy="214313"/>
                    </a:xfrm>
                  </p:grpSpPr>
                  <p:sp>
                    <p:nvSpPr>
                      <p:cNvPr id="22100" name="Arc 22099">
                        <a:extLst>
                          <a:ext uri="{FF2B5EF4-FFF2-40B4-BE49-F238E27FC236}">
                            <a16:creationId xmlns:a16="http://schemas.microsoft.com/office/drawing/2014/main" id="{89FFA45A-3F8B-4B49-5CC4-7527536B88B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101" name="Arc 22100">
                        <a:extLst>
                          <a:ext uri="{FF2B5EF4-FFF2-40B4-BE49-F238E27FC236}">
                            <a16:creationId xmlns:a16="http://schemas.microsoft.com/office/drawing/2014/main" id="{0A87A24A-4799-4B21-F128-536AB1C0BAE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099" name="TextBox 22098">
                      <a:extLst>
                        <a:ext uri="{FF2B5EF4-FFF2-40B4-BE49-F238E27FC236}">
                          <a16:creationId xmlns:a16="http://schemas.microsoft.com/office/drawing/2014/main" id="{21BE0041-1BCB-92BA-6772-30E66A22061B}"/>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21995" name="Group 21994">
                <a:extLst>
                  <a:ext uri="{FF2B5EF4-FFF2-40B4-BE49-F238E27FC236}">
                    <a16:creationId xmlns:a16="http://schemas.microsoft.com/office/drawing/2014/main" id="{6B635BA3-24BB-9A02-839F-4157282F2C23}"/>
                  </a:ext>
                </a:extLst>
              </p:cNvPr>
              <p:cNvGrpSpPr/>
              <p:nvPr/>
            </p:nvGrpSpPr>
            <p:grpSpPr>
              <a:xfrm>
                <a:off x="6065340" y="2039507"/>
                <a:ext cx="1643204" cy="1593124"/>
                <a:chOff x="5445106" y="2644743"/>
                <a:chExt cx="1643204" cy="1593124"/>
              </a:xfrm>
            </p:grpSpPr>
            <p:grpSp>
              <p:nvGrpSpPr>
                <p:cNvPr id="21996" name="Group 21995">
                  <a:extLst>
                    <a:ext uri="{FF2B5EF4-FFF2-40B4-BE49-F238E27FC236}">
                      <a16:creationId xmlns:a16="http://schemas.microsoft.com/office/drawing/2014/main" id="{528BAC85-9154-198A-B04E-9A033EE0DA77}"/>
                    </a:ext>
                  </a:extLst>
                </p:cNvPr>
                <p:cNvGrpSpPr/>
                <p:nvPr/>
              </p:nvGrpSpPr>
              <p:grpSpPr>
                <a:xfrm>
                  <a:off x="5445106" y="2644743"/>
                  <a:ext cx="1019224" cy="991639"/>
                  <a:chOff x="5886431" y="3225768"/>
                  <a:chExt cx="1019224" cy="991639"/>
                </a:xfrm>
              </p:grpSpPr>
              <p:grpSp>
                <p:nvGrpSpPr>
                  <p:cNvPr id="22044" name="Group 22043">
                    <a:extLst>
                      <a:ext uri="{FF2B5EF4-FFF2-40B4-BE49-F238E27FC236}">
                        <a16:creationId xmlns:a16="http://schemas.microsoft.com/office/drawing/2014/main" id="{BFD8E746-4351-1ACD-FF4A-B631DF234711}"/>
                      </a:ext>
                    </a:extLst>
                  </p:cNvPr>
                  <p:cNvGrpSpPr/>
                  <p:nvPr/>
                </p:nvGrpSpPr>
                <p:grpSpPr>
                  <a:xfrm>
                    <a:off x="6197413" y="3824215"/>
                    <a:ext cx="393192" cy="393192"/>
                    <a:chOff x="5265196" y="3357021"/>
                    <a:chExt cx="393192" cy="393192"/>
                  </a:xfrm>
                </p:grpSpPr>
                <p:grpSp>
                  <p:nvGrpSpPr>
                    <p:cNvPr id="22079" name="Group 22078">
                      <a:extLst>
                        <a:ext uri="{FF2B5EF4-FFF2-40B4-BE49-F238E27FC236}">
                          <a16:creationId xmlns:a16="http://schemas.microsoft.com/office/drawing/2014/main" id="{EE59D7B7-B5F1-41D1-4DF2-063DFEAA69B9}"/>
                        </a:ext>
                      </a:extLst>
                    </p:cNvPr>
                    <p:cNvGrpSpPr/>
                    <p:nvPr/>
                  </p:nvGrpSpPr>
                  <p:grpSpPr>
                    <a:xfrm rot="14400000">
                      <a:off x="5265196" y="3357021"/>
                      <a:ext cx="393192" cy="393192"/>
                      <a:chOff x="5354637" y="3446463"/>
                      <a:chExt cx="214313" cy="214313"/>
                    </a:xfrm>
                  </p:grpSpPr>
                  <p:sp>
                    <p:nvSpPr>
                      <p:cNvPr id="22088" name="Arc 22087">
                        <a:extLst>
                          <a:ext uri="{FF2B5EF4-FFF2-40B4-BE49-F238E27FC236}">
                            <a16:creationId xmlns:a16="http://schemas.microsoft.com/office/drawing/2014/main" id="{C4375070-756D-98B8-99E0-7B733447CF4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089" name="Arc 22088">
                        <a:extLst>
                          <a:ext uri="{FF2B5EF4-FFF2-40B4-BE49-F238E27FC236}">
                            <a16:creationId xmlns:a16="http://schemas.microsoft.com/office/drawing/2014/main" id="{78B33B08-2107-BC43-1030-E34FE430A54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080" name="Group 22079">
                      <a:extLst>
                        <a:ext uri="{FF2B5EF4-FFF2-40B4-BE49-F238E27FC236}">
                          <a16:creationId xmlns:a16="http://schemas.microsoft.com/office/drawing/2014/main" id="{93693734-B011-8A84-2F2F-283EF41BAC97}"/>
                        </a:ext>
                      </a:extLst>
                    </p:cNvPr>
                    <p:cNvGrpSpPr/>
                    <p:nvPr/>
                  </p:nvGrpSpPr>
                  <p:grpSpPr>
                    <a:xfrm>
                      <a:off x="5310186" y="3402011"/>
                      <a:ext cx="303213" cy="303213"/>
                      <a:chOff x="5310186" y="3402011"/>
                      <a:chExt cx="303213" cy="303213"/>
                    </a:xfrm>
                  </p:grpSpPr>
                  <p:grpSp>
                    <p:nvGrpSpPr>
                      <p:cNvPr id="22081" name="Group 22080">
                        <a:extLst>
                          <a:ext uri="{FF2B5EF4-FFF2-40B4-BE49-F238E27FC236}">
                            <a16:creationId xmlns:a16="http://schemas.microsoft.com/office/drawing/2014/main" id="{0E2F4C70-6B42-F32A-CB97-61E9B33D20A9}"/>
                          </a:ext>
                        </a:extLst>
                      </p:cNvPr>
                      <p:cNvGrpSpPr/>
                      <p:nvPr/>
                    </p:nvGrpSpPr>
                    <p:grpSpPr>
                      <a:xfrm>
                        <a:off x="5354636" y="3446461"/>
                        <a:ext cx="214313" cy="214313"/>
                        <a:chOff x="5354637" y="3446463"/>
                        <a:chExt cx="214313" cy="214313"/>
                      </a:xfrm>
                    </p:grpSpPr>
                    <p:sp>
                      <p:nvSpPr>
                        <p:cNvPr id="22086" name="Arc 22085">
                          <a:extLst>
                            <a:ext uri="{FF2B5EF4-FFF2-40B4-BE49-F238E27FC236}">
                              <a16:creationId xmlns:a16="http://schemas.microsoft.com/office/drawing/2014/main" id="{B5DDE6EC-B0DA-9621-16B1-5107572D368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087" name="Arc 22086">
                          <a:extLst>
                            <a:ext uri="{FF2B5EF4-FFF2-40B4-BE49-F238E27FC236}">
                              <a16:creationId xmlns:a16="http://schemas.microsoft.com/office/drawing/2014/main" id="{25829072-6234-9E54-5AAC-099062FD297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082" name="Group 22081">
                        <a:extLst>
                          <a:ext uri="{FF2B5EF4-FFF2-40B4-BE49-F238E27FC236}">
                            <a16:creationId xmlns:a16="http://schemas.microsoft.com/office/drawing/2014/main" id="{F1547FDD-88D5-38C6-5366-89D83D12FFBB}"/>
                          </a:ext>
                        </a:extLst>
                      </p:cNvPr>
                      <p:cNvGrpSpPr/>
                      <p:nvPr/>
                    </p:nvGrpSpPr>
                    <p:grpSpPr>
                      <a:xfrm rot="7200000">
                        <a:off x="5310186" y="3402011"/>
                        <a:ext cx="303213" cy="303213"/>
                        <a:chOff x="5354637" y="3446463"/>
                        <a:chExt cx="214313" cy="214313"/>
                      </a:xfrm>
                    </p:grpSpPr>
                    <p:sp>
                      <p:nvSpPr>
                        <p:cNvPr id="22084" name="Arc 22083">
                          <a:extLst>
                            <a:ext uri="{FF2B5EF4-FFF2-40B4-BE49-F238E27FC236}">
                              <a16:creationId xmlns:a16="http://schemas.microsoft.com/office/drawing/2014/main" id="{9856F0EA-BC4B-228D-A26B-59356BEE8D9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085" name="Arc 22084">
                          <a:extLst>
                            <a:ext uri="{FF2B5EF4-FFF2-40B4-BE49-F238E27FC236}">
                              <a16:creationId xmlns:a16="http://schemas.microsoft.com/office/drawing/2014/main" id="{22EDEC32-BE43-9072-D75F-E61F7638A0F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083" name="TextBox 22082">
                        <a:extLst>
                          <a:ext uri="{FF2B5EF4-FFF2-40B4-BE49-F238E27FC236}">
                            <a16:creationId xmlns:a16="http://schemas.microsoft.com/office/drawing/2014/main" id="{9356E974-6E61-A4B1-333F-7535040580DB}"/>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045" name="Group 22044">
                    <a:extLst>
                      <a:ext uri="{FF2B5EF4-FFF2-40B4-BE49-F238E27FC236}">
                        <a16:creationId xmlns:a16="http://schemas.microsoft.com/office/drawing/2014/main" id="{D907707C-4F25-820D-1BA4-F22E1EC104FA}"/>
                      </a:ext>
                    </a:extLst>
                  </p:cNvPr>
                  <p:cNvGrpSpPr/>
                  <p:nvPr/>
                </p:nvGrpSpPr>
                <p:grpSpPr>
                  <a:xfrm>
                    <a:off x="5886431" y="3525040"/>
                    <a:ext cx="393192" cy="393192"/>
                    <a:chOff x="5265196" y="3932619"/>
                    <a:chExt cx="393192" cy="393192"/>
                  </a:xfrm>
                </p:grpSpPr>
                <p:grpSp>
                  <p:nvGrpSpPr>
                    <p:cNvPr id="22069" name="Group 22068">
                      <a:extLst>
                        <a:ext uri="{FF2B5EF4-FFF2-40B4-BE49-F238E27FC236}">
                          <a16:creationId xmlns:a16="http://schemas.microsoft.com/office/drawing/2014/main" id="{C47E19EB-EA30-D721-3B06-E5ADEFAF80F7}"/>
                        </a:ext>
                      </a:extLst>
                    </p:cNvPr>
                    <p:cNvGrpSpPr/>
                    <p:nvPr/>
                  </p:nvGrpSpPr>
                  <p:grpSpPr>
                    <a:xfrm>
                      <a:off x="5354636" y="4022061"/>
                      <a:ext cx="214313" cy="214313"/>
                      <a:chOff x="5354637" y="3446463"/>
                      <a:chExt cx="214313" cy="214313"/>
                    </a:xfrm>
                  </p:grpSpPr>
                  <p:sp>
                    <p:nvSpPr>
                      <p:cNvPr id="22077" name="Arc 22076">
                        <a:extLst>
                          <a:ext uri="{FF2B5EF4-FFF2-40B4-BE49-F238E27FC236}">
                            <a16:creationId xmlns:a16="http://schemas.microsoft.com/office/drawing/2014/main" id="{09F620CF-3C29-E5FA-E1B9-C0A131E9FA2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078" name="Arc 22077">
                        <a:extLst>
                          <a:ext uri="{FF2B5EF4-FFF2-40B4-BE49-F238E27FC236}">
                            <a16:creationId xmlns:a16="http://schemas.microsoft.com/office/drawing/2014/main" id="{AF58B00E-1A02-3C69-411D-75DC77B0247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070" name="Group 22069">
                      <a:extLst>
                        <a:ext uri="{FF2B5EF4-FFF2-40B4-BE49-F238E27FC236}">
                          <a16:creationId xmlns:a16="http://schemas.microsoft.com/office/drawing/2014/main" id="{0EC9D2D1-E5BD-1D02-AA04-ECD7BFDAEBFC}"/>
                        </a:ext>
                      </a:extLst>
                    </p:cNvPr>
                    <p:cNvGrpSpPr/>
                    <p:nvPr/>
                  </p:nvGrpSpPr>
                  <p:grpSpPr>
                    <a:xfrm rot="14400000">
                      <a:off x="5310186" y="3977611"/>
                      <a:ext cx="303213" cy="303213"/>
                      <a:chOff x="5354637" y="3446463"/>
                      <a:chExt cx="214313" cy="214313"/>
                    </a:xfrm>
                  </p:grpSpPr>
                  <p:sp>
                    <p:nvSpPr>
                      <p:cNvPr id="22075" name="Arc 22074">
                        <a:extLst>
                          <a:ext uri="{FF2B5EF4-FFF2-40B4-BE49-F238E27FC236}">
                            <a16:creationId xmlns:a16="http://schemas.microsoft.com/office/drawing/2014/main" id="{358C2440-0860-06C4-F8E9-08E569C248F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076" name="Arc 22075">
                        <a:extLst>
                          <a:ext uri="{FF2B5EF4-FFF2-40B4-BE49-F238E27FC236}">
                            <a16:creationId xmlns:a16="http://schemas.microsoft.com/office/drawing/2014/main" id="{BB96B3B4-0B2C-6982-2052-1F7B1D6A579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071" name="Group 22070">
                      <a:extLst>
                        <a:ext uri="{FF2B5EF4-FFF2-40B4-BE49-F238E27FC236}">
                          <a16:creationId xmlns:a16="http://schemas.microsoft.com/office/drawing/2014/main" id="{1997D656-FD96-C884-9897-51D542A5F845}"/>
                        </a:ext>
                      </a:extLst>
                    </p:cNvPr>
                    <p:cNvGrpSpPr/>
                    <p:nvPr/>
                  </p:nvGrpSpPr>
                  <p:grpSpPr>
                    <a:xfrm rot="7200000">
                      <a:off x="5265196" y="3932619"/>
                      <a:ext cx="393192" cy="393192"/>
                      <a:chOff x="5354637" y="3446463"/>
                      <a:chExt cx="214313" cy="214313"/>
                    </a:xfrm>
                  </p:grpSpPr>
                  <p:sp>
                    <p:nvSpPr>
                      <p:cNvPr id="22073" name="Arc 22072">
                        <a:extLst>
                          <a:ext uri="{FF2B5EF4-FFF2-40B4-BE49-F238E27FC236}">
                            <a16:creationId xmlns:a16="http://schemas.microsoft.com/office/drawing/2014/main" id="{4E87F725-227F-9F46-627D-C5654575FDD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074" name="Arc 22073">
                        <a:extLst>
                          <a:ext uri="{FF2B5EF4-FFF2-40B4-BE49-F238E27FC236}">
                            <a16:creationId xmlns:a16="http://schemas.microsoft.com/office/drawing/2014/main" id="{EC33CAC3-91F1-CBAC-67A5-885444B2C13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072" name="TextBox 22071">
                      <a:extLst>
                        <a:ext uri="{FF2B5EF4-FFF2-40B4-BE49-F238E27FC236}">
                          <a16:creationId xmlns:a16="http://schemas.microsoft.com/office/drawing/2014/main" id="{1A99B316-6F1C-BD65-7C3D-4C743CB74FF7}"/>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2046" name="Group 22045">
                    <a:extLst>
                      <a:ext uri="{FF2B5EF4-FFF2-40B4-BE49-F238E27FC236}">
                        <a16:creationId xmlns:a16="http://schemas.microsoft.com/office/drawing/2014/main" id="{DA09D28E-1B1B-10B1-08C1-AEB6B13B1DBE}"/>
                      </a:ext>
                    </a:extLst>
                  </p:cNvPr>
                  <p:cNvGrpSpPr/>
                  <p:nvPr/>
                </p:nvGrpSpPr>
                <p:grpSpPr>
                  <a:xfrm>
                    <a:off x="6512463" y="3525040"/>
                    <a:ext cx="393192" cy="393192"/>
                    <a:chOff x="6389147" y="3357021"/>
                    <a:chExt cx="393192" cy="393192"/>
                  </a:xfrm>
                </p:grpSpPr>
                <p:grpSp>
                  <p:nvGrpSpPr>
                    <p:cNvPr id="22058" name="Group 22057">
                      <a:extLst>
                        <a:ext uri="{FF2B5EF4-FFF2-40B4-BE49-F238E27FC236}">
                          <a16:creationId xmlns:a16="http://schemas.microsoft.com/office/drawing/2014/main" id="{EF38B47F-039A-99B5-5BD3-38903ADB342F}"/>
                        </a:ext>
                      </a:extLst>
                    </p:cNvPr>
                    <p:cNvGrpSpPr/>
                    <p:nvPr/>
                  </p:nvGrpSpPr>
                  <p:grpSpPr>
                    <a:xfrm rot="7200000" flipH="1">
                      <a:off x="6389147" y="3357021"/>
                      <a:ext cx="393192" cy="393192"/>
                      <a:chOff x="5354637" y="3446463"/>
                      <a:chExt cx="214313" cy="214313"/>
                    </a:xfrm>
                  </p:grpSpPr>
                  <p:sp>
                    <p:nvSpPr>
                      <p:cNvPr id="22067" name="Arc 22066">
                        <a:extLst>
                          <a:ext uri="{FF2B5EF4-FFF2-40B4-BE49-F238E27FC236}">
                            <a16:creationId xmlns:a16="http://schemas.microsoft.com/office/drawing/2014/main" id="{A6B7553D-5B23-B7FC-9393-B07507533DF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068" name="Arc 22067">
                        <a:extLst>
                          <a:ext uri="{FF2B5EF4-FFF2-40B4-BE49-F238E27FC236}">
                            <a16:creationId xmlns:a16="http://schemas.microsoft.com/office/drawing/2014/main" id="{1CFDF6E7-39DD-D317-F0F5-57178DB0665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059" name="Group 22058">
                      <a:extLst>
                        <a:ext uri="{FF2B5EF4-FFF2-40B4-BE49-F238E27FC236}">
                          <a16:creationId xmlns:a16="http://schemas.microsoft.com/office/drawing/2014/main" id="{F078D2D6-2817-82BE-6FB4-E9DD31FEE16D}"/>
                        </a:ext>
                      </a:extLst>
                    </p:cNvPr>
                    <p:cNvGrpSpPr/>
                    <p:nvPr/>
                  </p:nvGrpSpPr>
                  <p:grpSpPr>
                    <a:xfrm>
                      <a:off x="6434137" y="3402011"/>
                      <a:ext cx="303213" cy="303213"/>
                      <a:chOff x="6434137" y="3402011"/>
                      <a:chExt cx="303213" cy="303213"/>
                    </a:xfrm>
                  </p:grpSpPr>
                  <p:grpSp>
                    <p:nvGrpSpPr>
                      <p:cNvPr id="22060" name="Group 22059">
                        <a:extLst>
                          <a:ext uri="{FF2B5EF4-FFF2-40B4-BE49-F238E27FC236}">
                            <a16:creationId xmlns:a16="http://schemas.microsoft.com/office/drawing/2014/main" id="{65C59048-F99C-9465-B038-18E4C4A233F0}"/>
                          </a:ext>
                        </a:extLst>
                      </p:cNvPr>
                      <p:cNvGrpSpPr/>
                      <p:nvPr/>
                    </p:nvGrpSpPr>
                    <p:grpSpPr>
                      <a:xfrm flipH="1">
                        <a:off x="6478587" y="3446461"/>
                        <a:ext cx="214313" cy="214313"/>
                        <a:chOff x="5354637" y="3446463"/>
                        <a:chExt cx="214313" cy="214313"/>
                      </a:xfrm>
                    </p:grpSpPr>
                    <p:sp>
                      <p:nvSpPr>
                        <p:cNvPr id="22065" name="Arc 22064">
                          <a:extLst>
                            <a:ext uri="{FF2B5EF4-FFF2-40B4-BE49-F238E27FC236}">
                              <a16:creationId xmlns:a16="http://schemas.microsoft.com/office/drawing/2014/main" id="{244ADE3E-C72E-C43D-CC92-EC760C92F63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066" name="Arc 22065">
                          <a:extLst>
                            <a:ext uri="{FF2B5EF4-FFF2-40B4-BE49-F238E27FC236}">
                              <a16:creationId xmlns:a16="http://schemas.microsoft.com/office/drawing/2014/main" id="{6A7F3CF4-8182-B93F-0F24-99985A80E77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061" name="Group 22060">
                        <a:extLst>
                          <a:ext uri="{FF2B5EF4-FFF2-40B4-BE49-F238E27FC236}">
                            <a16:creationId xmlns:a16="http://schemas.microsoft.com/office/drawing/2014/main" id="{8EE84F19-1CF5-439B-93A8-A85E07A3D4A0}"/>
                          </a:ext>
                        </a:extLst>
                      </p:cNvPr>
                      <p:cNvGrpSpPr/>
                      <p:nvPr/>
                    </p:nvGrpSpPr>
                    <p:grpSpPr>
                      <a:xfrm rot="14400000" flipH="1">
                        <a:off x="6434137" y="3402011"/>
                        <a:ext cx="303213" cy="303213"/>
                        <a:chOff x="5354637" y="3446463"/>
                        <a:chExt cx="214313" cy="214313"/>
                      </a:xfrm>
                    </p:grpSpPr>
                    <p:sp>
                      <p:nvSpPr>
                        <p:cNvPr id="22063" name="Arc 22062">
                          <a:extLst>
                            <a:ext uri="{FF2B5EF4-FFF2-40B4-BE49-F238E27FC236}">
                              <a16:creationId xmlns:a16="http://schemas.microsoft.com/office/drawing/2014/main" id="{ACFB1533-756A-372A-4FCB-B111849CABB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064" name="Arc 22063">
                          <a:extLst>
                            <a:ext uri="{FF2B5EF4-FFF2-40B4-BE49-F238E27FC236}">
                              <a16:creationId xmlns:a16="http://schemas.microsoft.com/office/drawing/2014/main" id="{21620419-40EF-7A8C-B8AF-1203E00F6A2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062" name="TextBox 22061">
                        <a:extLst>
                          <a:ext uri="{FF2B5EF4-FFF2-40B4-BE49-F238E27FC236}">
                            <a16:creationId xmlns:a16="http://schemas.microsoft.com/office/drawing/2014/main" id="{23FF2516-7000-5CD0-5A4B-A543B179CC47}"/>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047" name="Group 22046">
                    <a:extLst>
                      <a:ext uri="{FF2B5EF4-FFF2-40B4-BE49-F238E27FC236}">
                        <a16:creationId xmlns:a16="http://schemas.microsoft.com/office/drawing/2014/main" id="{40FC2E95-B827-0158-8C73-597BB7617E5C}"/>
                      </a:ext>
                    </a:extLst>
                  </p:cNvPr>
                  <p:cNvGrpSpPr/>
                  <p:nvPr/>
                </p:nvGrpSpPr>
                <p:grpSpPr>
                  <a:xfrm>
                    <a:off x="6197413" y="3225768"/>
                    <a:ext cx="393192" cy="393192"/>
                    <a:chOff x="6389147" y="3932622"/>
                    <a:chExt cx="393192" cy="393192"/>
                  </a:xfrm>
                </p:grpSpPr>
                <p:grpSp>
                  <p:nvGrpSpPr>
                    <p:cNvPr id="22048" name="Group 22047">
                      <a:extLst>
                        <a:ext uri="{FF2B5EF4-FFF2-40B4-BE49-F238E27FC236}">
                          <a16:creationId xmlns:a16="http://schemas.microsoft.com/office/drawing/2014/main" id="{848D3044-6C3F-F302-07BC-466C29AB4FA0}"/>
                        </a:ext>
                      </a:extLst>
                    </p:cNvPr>
                    <p:cNvGrpSpPr/>
                    <p:nvPr/>
                  </p:nvGrpSpPr>
                  <p:grpSpPr>
                    <a:xfrm flipH="1">
                      <a:off x="6478587" y="4022061"/>
                      <a:ext cx="214313" cy="214313"/>
                      <a:chOff x="5354637" y="3446463"/>
                      <a:chExt cx="214313" cy="214313"/>
                    </a:xfrm>
                  </p:grpSpPr>
                  <p:sp>
                    <p:nvSpPr>
                      <p:cNvPr id="22056" name="Arc 22055">
                        <a:extLst>
                          <a:ext uri="{FF2B5EF4-FFF2-40B4-BE49-F238E27FC236}">
                            <a16:creationId xmlns:a16="http://schemas.microsoft.com/office/drawing/2014/main" id="{68D5995A-49ED-6626-7F17-3052939DCFA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057" name="Arc 22056">
                        <a:extLst>
                          <a:ext uri="{FF2B5EF4-FFF2-40B4-BE49-F238E27FC236}">
                            <a16:creationId xmlns:a16="http://schemas.microsoft.com/office/drawing/2014/main" id="{53A4B2A8-6A0A-425A-1606-D97D6D0D907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049" name="Group 22048">
                      <a:extLst>
                        <a:ext uri="{FF2B5EF4-FFF2-40B4-BE49-F238E27FC236}">
                          <a16:creationId xmlns:a16="http://schemas.microsoft.com/office/drawing/2014/main" id="{E8E2B730-D450-A3B1-015B-283CAF21DF29}"/>
                        </a:ext>
                      </a:extLst>
                    </p:cNvPr>
                    <p:cNvGrpSpPr/>
                    <p:nvPr/>
                  </p:nvGrpSpPr>
                  <p:grpSpPr>
                    <a:xfrm rot="7200000" flipH="1">
                      <a:off x="6434137" y="3977611"/>
                      <a:ext cx="303213" cy="303213"/>
                      <a:chOff x="5354637" y="3446463"/>
                      <a:chExt cx="214313" cy="214313"/>
                    </a:xfrm>
                  </p:grpSpPr>
                  <p:sp>
                    <p:nvSpPr>
                      <p:cNvPr id="22054" name="Arc 22053">
                        <a:extLst>
                          <a:ext uri="{FF2B5EF4-FFF2-40B4-BE49-F238E27FC236}">
                            <a16:creationId xmlns:a16="http://schemas.microsoft.com/office/drawing/2014/main" id="{C12CE3C6-C19F-2F5A-56DC-AA664E649CB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055" name="Arc 22054">
                        <a:extLst>
                          <a:ext uri="{FF2B5EF4-FFF2-40B4-BE49-F238E27FC236}">
                            <a16:creationId xmlns:a16="http://schemas.microsoft.com/office/drawing/2014/main" id="{6D975408-69ED-AF83-EB46-94E511043FA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050" name="Group 22049">
                      <a:extLst>
                        <a:ext uri="{FF2B5EF4-FFF2-40B4-BE49-F238E27FC236}">
                          <a16:creationId xmlns:a16="http://schemas.microsoft.com/office/drawing/2014/main" id="{72218EC7-7CB1-77B1-59DF-45A7618C30F2}"/>
                        </a:ext>
                      </a:extLst>
                    </p:cNvPr>
                    <p:cNvGrpSpPr/>
                    <p:nvPr/>
                  </p:nvGrpSpPr>
                  <p:grpSpPr>
                    <a:xfrm rot="14400000" flipH="1">
                      <a:off x="6389147" y="3932622"/>
                      <a:ext cx="393192" cy="393192"/>
                      <a:chOff x="5354637" y="3446463"/>
                      <a:chExt cx="214313" cy="214313"/>
                    </a:xfrm>
                  </p:grpSpPr>
                  <p:sp>
                    <p:nvSpPr>
                      <p:cNvPr id="22052" name="Arc 22051">
                        <a:extLst>
                          <a:ext uri="{FF2B5EF4-FFF2-40B4-BE49-F238E27FC236}">
                            <a16:creationId xmlns:a16="http://schemas.microsoft.com/office/drawing/2014/main" id="{EB8E8299-6399-F195-D751-E9F19C94828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053" name="Arc 22052">
                        <a:extLst>
                          <a:ext uri="{FF2B5EF4-FFF2-40B4-BE49-F238E27FC236}">
                            <a16:creationId xmlns:a16="http://schemas.microsoft.com/office/drawing/2014/main" id="{382277C3-EF98-A9B8-FF65-87D8B0B8FCF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051" name="TextBox 22050">
                      <a:extLst>
                        <a:ext uri="{FF2B5EF4-FFF2-40B4-BE49-F238E27FC236}">
                          <a16:creationId xmlns:a16="http://schemas.microsoft.com/office/drawing/2014/main" id="{04990764-E691-DE87-9F04-E588CD2E4960}"/>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997" name="Group 21996">
                  <a:extLst>
                    <a:ext uri="{FF2B5EF4-FFF2-40B4-BE49-F238E27FC236}">
                      <a16:creationId xmlns:a16="http://schemas.microsoft.com/office/drawing/2014/main" id="{0748BDBE-F99D-FCA9-59A1-FFCD23EF6C5C}"/>
                    </a:ext>
                  </a:extLst>
                </p:cNvPr>
                <p:cNvGrpSpPr/>
                <p:nvPr/>
              </p:nvGrpSpPr>
              <p:grpSpPr>
                <a:xfrm>
                  <a:off x="6069086" y="3246228"/>
                  <a:ext cx="1019224" cy="991639"/>
                  <a:chOff x="5886431" y="3225768"/>
                  <a:chExt cx="1019224" cy="991639"/>
                </a:xfrm>
              </p:grpSpPr>
              <p:grpSp>
                <p:nvGrpSpPr>
                  <p:cNvPr id="21998" name="Group 21997">
                    <a:extLst>
                      <a:ext uri="{FF2B5EF4-FFF2-40B4-BE49-F238E27FC236}">
                        <a16:creationId xmlns:a16="http://schemas.microsoft.com/office/drawing/2014/main" id="{12A96C7E-1FBF-DB03-B64C-3217E76BBB3A}"/>
                      </a:ext>
                    </a:extLst>
                  </p:cNvPr>
                  <p:cNvGrpSpPr/>
                  <p:nvPr/>
                </p:nvGrpSpPr>
                <p:grpSpPr>
                  <a:xfrm>
                    <a:off x="6197413" y="3824215"/>
                    <a:ext cx="393192" cy="393192"/>
                    <a:chOff x="5265196" y="3357021"/>
                    <a:chExt cx="393192" cy="393192"/>
                  </a:xfrm>
                </p:grpSpPr>
                <p:grpSp>
                  <p:nvGrpSpPr>
                    <p:cNvPr id="22033" name="Group 22032">
                      <a:extLst>
                        <a:ext uri="{FF2B5EF4-FFF2-40B4-BE49-F238E27FC236}">
                          <a16:creationId xmlns:a16="http://schemas.microsoft.com/office/drawing/2014/main" id="{FE7297D1-D7A4-E381-8CBA-C82C10632155}"/>
                        </a:ext>
                      </a:extLst>
                    </p:cNvPr>
                    <p:cNvGrpSpPr/>
                    <p:nvPr/>
                  </p:nvGrpSpPr>
                  <p:grpSpPr>
                    <a:xfrm rot="14400000">
                      <a:off x="5265196" y="3357021"/>
                      <a:ext cx="393192" cy="393192"/>
                      <a:chOff x="5354637" y="3446463"/>
                      <a:chExt cx="214313" cy="214313"/>
                    </a:xfrm>
                  </p:grpSpPr>
                  <p:sp>
                    <p:nvSpPr>
                      <p:cNvPr id="22042" name="Arc 22041">
                        <a:extLst>
                          <a:ext uri="{FF2B5EF4-FFF2-40B4-BE49-F238E27FC236}">
                            <a16:creationId xmlns:a16="http://schemas.microsoft.com/office/drawing/2014/main" id="{42A97029-41AC-B7AD-F4A9-24F49E63F0E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043" name="Arc 22042">
                        <a:extLst>
                          <a:ext uri="{FF2B5EF4-FFF2-40B4-BE49-F238E27FC236}">
                            <a16:creationId xmlns:a16="http://schemas.microsoft.com/office/drawing/2014/main" id="{4FB01ACA-23AD-9D85-D57B-3D232C1ACD2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034" name="Group 22033">
                      <a:extLst>
                        <a:ext uri="{FF2B5EF4-FFF2-40B4-BE49-F238E27FC236}">
                          <a16:creationId xmlns:a16="http://schemas.microsoft.com/office/drawing/2014/main" id="{9B2BDE3C-0B4B-6A4E-12EF-8D7C2DF0A97C}"/>
                        </a:ext>
                      </a:extLst>
                    </p:cNvPr>
                    <p:cNvGrpSpPr/>
                    <p:nvPr/>
                  </p:nvGrpSpPr>
                  <p:grpSpPr>
                    <a:xfrm>
                      <a:off x="5310186" y="3402011"/>
                      <a:ext cx="303213" cy="303213"/>
                      <a:chOff x="5310186" y="3402011"/>
                      <a:chExt cx="303213" cy="303213"/>
                    </a:xfrm>
                  </p:grpSpPr>
                  <p:grpSp>
                    <p:nvGrpSpPr>
                      <p:cNvPr id="22035" name="Group 22034">
                        <a:extLst>
                          <a:ext uri="{FF2B5EF4-FFF2-40B4-BE49-F238E27FC236}">
                            <a16:creationId xmlns:a16="http://schemas.microsoft.com/office/drawing/2014/main" id="{D1457ACE-E993-F1C8-C7EB-A66CDD17A7D2}"/>
                          </a:ext>
                        </a:extLst>
                      </p:cNvPr>
                      <p:cNvGrpSpPr/>
                      <p:nvPr/>
                    </p:nvGrpSpPr>
                    <p:grpSpPr>
                      <a:xfrm>
                        <a:off x="5354636" y="3446461"/>
                        <a:ext cx="214313" cy="214313"/>
                        <a:chOff x="5354637" y="3446463"/>
                        <a:chExt cx="214313" cy="214313"/>
                      </a:xfrm>
                    </p:grpSpPr>
                    <p:sp>
                      <p:nvSpPr>
                        <p:cNvPr id="22040" name="Arc 22039">
                          <a:extLst>
                            <a:ext uri="{FF2B5EF4-FFF2-40B4-BE49-F238E27FC236}">
                              <a16:creationId xmlns:a16="http://schemas.microsoft.com/office/drawing/2014/main" id="{69569120-4A88-A1D9-D7BE-6BC1F72B246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041" name="Arc 22040">
                          <a:extLst>
                            <a:ext uri="{FF2B5EF4-FFF2-40B4-BE49-F238E27FC236}">
                              <a16:creationId xmlns:a16="http://schemas.microsoft.com/office/drawing/2014/main" id="{1250A583-6443-26D9-6A04-91949E25835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036" name="Group 22035">
                        <a:extLst>
                          <a:ext uri="{FF2B5EF4-FFF2-40B4-BE49-F238E27FC236}">
                            <a16:creationId xmlns:a16="http://schemas.microsoft.com/office/drawing/2014/main" id="{E29AB7C3-CEC3-A83B-B185-2AC0C07775C3}"/>
                          </a:ext>
                        </a:extLst>
                      </p:cNvPr>
                      <p:cNvGrpSpPr/>
                      <p:nvPr/>
                    </p:nvGrpSpPr>
                    <p:grpSpPr>
                      <a:xfrm rot="7200000">
                        <a:off x="5310186" y="3402011"/>
                        <a:ext cx="303213" cy="303213"/>
                        <a:chOff x="5354637" y="3446463"/>
                        <a:chExt cx="214313" cy="214313"/>
                      </a:xfrm>
                    </p:grpSpPr>
                    <p:sp>
                      <p:nvSpPr>
                        <p:cNvPr id="22038" name="Arc 22037">
                          <a:extLst>
                            <a:ext uri="{FF2B5EF4-FFF2-40B4-BE49-F238E27FC236}">
                              <a16:creationId xmlns:a16="http://schemas.microsoft.com/office/drawing/2014/main" id="{D2F13078-8960-4402-4E70-50DA0DD26C2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039" name="Arc 22038">
                          <a:extLst>
                            <a:ext uri="{FF2B5EF4-FFF2-40B4-BE49-F238E27FC236}">
                              <a16:creationId xmlns:a16="http://schemas.microsoft.com/office/drawing/2014/main" id="{C038CA3B-4705-FDFC-E025-4A168BADC29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037" name="TextBox 22036">
                        <a:extLst>
                          <a:ext uri="{FF2B5EF4-FFF2-40B4-BE49-F238E27FC236}">
                            <a16:creationId xmlns:a16="http://schemas.microsoft.com/office/drawing/2014/main" id="{8B1F0D8F-3EBA-9D0D-803E-55A7BDFA965E}"/>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999" name="Group 21998">
                    <a:extLst>
                      <a:ext uri="{FF2B5EF4-FFF2-40B4-BE49-F238E27FC236}">
                        <a16:creationId xmlns:a16="http://schemas.microsoft.com/office/drawing/2014/main" id="{A98B6363-8EEA-2612-8E28-9489DD6279E1}"/>
                      </a:ext>
                    </a:extLst>
                  </p:cNvPr>
                  <p:cNvGrpSpPr/>
                  <p:nvPr/>
                </p:nvGrpSpPr>
                <p:grpSpPr>
                  <a:xfrm>
                    <a:off x="5886431" y="3525040"/>
                    <a:ext cx="393192" cy="393192"/>
                    <a:chOff x="5265196" y="3932619"/>
                    <a:chExt cx="393192" cy="393192"/>
                  </a:xfrm>
                </p:grpSpPr>
                <p:grpSp>
                  <p:nvGrpSpPr>
                    <p:cNvPr id="22023" name="Group 22022">
                      <a:extLst>
                        <a:ext uri="{FF2B5EF4-FFF2-40B4-BE49-F238E27FC236}">
                          <a16:creationId xmlns:a16="http://schemas.microsoft.com/office/drawing/2014/main" id="{3648DF31-20A4-FF58-B24E-345AB665EF84}"/>
                        </a:ext>
                      </a:extLst>
                    </p:cNvPr>
                    <p:cNvGrpSpPr/>
                    <p:nvPr/>
                  </p:nvGrpSpPr>
                  <p:grpSpPr>
                    <a:xfrm>
                      <a:off x="5354636" y="4022061"/>
                      <a:ext cx="214313" cy="214313"/>
                      <a:chOff x="5354637" y="3446463"/>
                      <a:chExt cx="214313" cy="214313"/>
                    </a:xfrm>
                  </p:grpSpPr>
                  <p:sp>
                    <p:nvSpPr>
                      <p:cNvPr id="22031" name="Arc 22030">
                        <a:extLst>
                          <a:ext uri="{FF2B5EF4-FFF2-40B4-BE49-F238E27FC236}">
                            <a16:creationId xmlns:a16="http://schemas.microsoft.com/office/drawing/2014/main" id="{FAE711E9-36C7-3B44-120B-95C35683A51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032" name="Arc 22031">
                        <a:extLst>
                          <a:ext uri="{FF2B5EF4-FFF2-40B4-BE49-F238E27FC236}">
                            <a16:creationId xmlns:a16="http://schemas.microsoft.com/office/drawing/2014/main" id="{4CDF849A-D8B5-4414-7304-52FA3D596C1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024" name="Group 22023">
                      <a:extLst>
                        <a:ext uri="{FF2B5EF4-FFF2-40B4-BE49-F238E27FC236}">
                          <a16:creationId xmlns:a16="http://schemas.microsoft.com/office/drawing/2014/main" id="{0A552896-9434-FD38-DF67-161002EF7557}"/>
                        </a:ext>
                      </a:extLst>
                    </p:cNvPr>
                    <p:cNvGrpSpPr/>
                    <p:nvPr/>
                  </p:nvGrpSpPr>
                  <p:grpSpPr>
                    <a:xfrm rot="14400000">
                      <a:off x="5310186" y="3977611"/>
                      <a:ext cx="303213" cy="303213"/>
                      <a:chOff x="5354637" y="3446463"/>
                      <a:chExt cx="214313" cy="214313"/>
                    </a:xfrm>
                  </p:grpSpPr>
                  <p:sp>
                    <p:nvSpPr>
                      <p:cNvPr id="22029" name="Arc 22028">
                        <a:extLst>
                          <a:ext uri="{FF2B5EF4-FFF2-40B4-BE49-F238E27FC236}">
                            <a16:creationId xmlns:a16="http://schemas.microsoft.com/office/drawing/2014/main" id="{086322FB-5CE9-3639-3D70-32FFCD3872B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030" name="Arc 22029">
                        <a:extLst>
                          <a:ext uri="{FF2B5EF4-FFF2-40B4-BE49-F238E27FC236}">
                            <a16:creationId xmlns:a16="http://schemas.microsoft.com/office/drawing/2014/main" id="{02D25446-D44B-F3F8-74D8-10FE5D1D56D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025" name="Group 22024">
                      <a:extLst>
                        <a:ext uri="{FF2B5EF4-FFF2-40B4-BE49-F238E27FC236}">
                          <a16:creationId xmlns:a16="http://schemas.microsoft.com/office/drawing/2014/main" id="{D18C9437-DD79-6F42-B7E7-B2E24C1D0E12}"/>
                        </a:ext>
                      </a:extLst>
                    </p:cNvPr>
                    <p:cNvGrpSpPr/>
                    <p:nvPr/>
                  </p:nvGrpSpPr>
                  <p:grpSpPr>
                    <a:xfrm rot="7200000">
                      <a:off x="5265196" y="3932619"/>
                      <a:ext cx="393192" cy="393192"/>
                      <a:chOff x="5354637" y="3446463"/>
                      <a:chExt cx="214313" cy="214313"/>
                    </a:xfrm>
                  </p:grpSpPr>
                  <p:sp>
                    <p:nvSpPr>
                      <p:cNvPr id="22027" name="Arc 22026">
                        <a:extLst>
                          <a:ext uri="{FF2B5EF4-FFF2-40B4-BE49-F238E27FC236}">
                            <a16:creationId xmlns:a16="http://schemas.microsoft.com/office/drawing/2014/main" id="{0C440D6D-1C77-E362-E544-80D45BCC89C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028" name="Arc 22027">
                        <a:extLst>
                          <a:ext uri="{FF2B5EF4-FFF2-40B4-BE49-F238E27FC236}">
                            <a16:creationId xmlns:a16="http://schemas.microsoft.com/office/drawing/2014/main" id="{D6D6CEC9-A400-9E96-F42E-0A353DF1407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026" name="TextBox 22025">
                      <a:extLst>
                        <a:ext uri="{FF2B5EF4-FFF2-40B4-BE49-F238E27FC236}">
                          <a16:creationId xmlns:a16="http://schemas.microsoft.com/office/drawing/2014/main" id="{3417191D-D2A0-B911-9B3C-09E9641794C3}"/>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2000" name="Group 21999">
                    <a:extLst>
                      <a:ext uri="{FF2B5EF4-FFF2-40B4-BE49-F238E27FC236}">
                        <a16:creationId xmlns:a16="http://schemas.microsoft.com/office/drawing/2014/main" id="{DDB6D123-7FEF-7E0E-2B6F-D7C7EC74FEDC}"/>
                      </a:ext>
                    </a:extLst>
                  </p:cNvPr>
                  <p:cNvGrpSpPr/>
                  <p:nvPr/>
                </p:nvGrpSpPr>
                <p:grpSpPr>
                  <a:xfrm>
                    <a:off x="6512463" y="3525040"/>
                    <a:ext cx="393192" cy="393192"/>
                    <a:chOff x="6389147" y="3357021"/>
                    <a:chExt cx="393192" cy="393192"/>
                  </a:xfrm>
                </p:grpSpPr>
                <p:grpSp>
                  <p:nvGrpSpPr>
                    <p:cNvPr id="22012" name="Group 22011">
                      <a:extLst>
                        <a:ext uri="{FF2B5EF4-FFF2-40B4-BE49-F238E27FC236}">
                          <a16:creationId xmlns:a16="http://schemas.microsoft.com/office/drawing/2014/main" id="{DAB345B2-9BB0-C410-746A-04EEAF84FACB}"/>
                        </a:ext>
                      </a:extLst>
                    </p:cNvPr>
                    <p:cNvGrpSpPr/>
                    <p:nvPr/>
                  </p:nvGrpSpPr>
                  <p:grpSpPr>
                    <a:xfrm rot="7200000" flipH="1">
                      <a:off x="6389147" y="3357021"/>
                      <a:ext cx="393192" cy="393192"/>
                      <a:chOff x="5354637" y="3446463"/>
                      <a:chExt cx="214313" cy="214313"/>
                    </a:xfrm>
                  </p:grpSpPr>
                  <p:sp>
                    <p:nvSpPr>
                      <p:cNvPr id="22021" name="Arc 22020">
                        <a:extLst>
                          <a:ext uri="{FF2B5EF4-FFF2-40B4-BE49-F238E27FC236}">
                            <a16:creationId xmlns:a16="http://schemas.microsoft.com/office/drawing/2014/main" id="{3BFF3785-F0A6-2145-4FBD-77FAA65C769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022" name="Arc 22021">
                        <a:extLst>
                          <a:ext uri="{FF2B5EF4-FFF2-40B4-BE49-F238E27FC236}">
                            <a16:creationId xmlns:a16="http://schemas.microsoft.com/office/drawing/2014/main" id="{A7979EEE-5327-F5A2-B737-535D897E027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013" name="Group 22012">
                      <a:extLst>
                        <a:ext uri="{FF2B5EF4-FFF2-40B4-BE49-F238E27FC236}">
                          <a16:creationId xmlns:a16="http://schemas.microsoft.com/office/drawing/2014/main" id="{30B2B411-D686-BD02-2FBB-AD851D119E99}"/>
                        </a:ext>
                      </a:extLst>
                    </p:cNvPr>
                    <p:cNvGrpSpPr/>
                    <p:nvPr/>
                  </p:nvGrpSpPr>
                  <p:grpSpPr>
                    <a:xfrm>
                      <a:off x="6434137" y="3402011"/>
                      <a:ext cx="303213" cy="303213"/>
                      <a:chOff x="6434137" y="3402011"/>
                      <a:chExt cx="303213" cy="303213"/>
                    </a:xfrm>
                  </p:grpSpPr>
                  <p:grpSp>
                    <p:nvGrpSpPr>
                      <p:cNvPr id="22014" name="Group 22013">
                        <a:extLst>
                          <a:ext uri="{FF2B5EF4-FFF2-40B4-BE49-F238E27FC236}">
                            <a16:creationId xmlns:a16="http://schemas.microsoft.com/office/drawing/2014/main" id="{7D1E2C28-F4C6-B538-E784-4158357F923B}"/>
                          </a:ext>
                        </a:extLst>
                      </p:cNvPr>
                      <p:cNvGrpSpPr/>
                      <p:nvPr/>
                    </p:nvGrpSpPr>
                    <p:grpSpPr>
                      <a:xfrm flipH="1">
                        <a:off x="6478587" y="3446461"/>
                        <a:ext cx="214313" cy="214313"/>
                        <a:chOff x="5354637" y="3446463"/>
                        <a:chExt cx="214313" cy="214313"/>
                      </a:xfrm>
                    </p:grpSpPr>
                    <p:sp>
                      <p:nvSpPr>
                        <p:cNvPr id="22019" name="Arc 22018">
                          <a:extLst>
                            <a:ext uri="{FF2B5EF4-FFF2-40B4-BE49-F238E27FC236}">
                              <a16:creationId xmlns:a16="http://schemas.microsoft.com/office/drawing/2014/main" id="{D4BE461A-0161-D8FC-CAD7-03817861DA0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020" name="Arc 22019">
                          <a:extLst>
                            <a:ext uri="{FF2B5EF4-FFF2-40B4-BE49-F238E27FC236}">
                              <a16:creationId xmlns:a16="http://schemas.microsoft.com/office/drawing/2014/main" id="{13CCDF86-112E-06C3-ADA4-87C68DAE27C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015" name="Group 22014">
                        <a:extLst>
                          <a:ext uri="{FF2B5EF4-FFF2-40B4-BE49-F238E27FC236}">
                            <a16:creationId xmlns:a16="http://schemas.microsoft.com/office/drawing/2014/main" id="{D8DD9D4F-A1BA-8C08-A2B2-E560F092C37D}"/>
                          </a:ext>
                        </a:extLst>
                      </p:cNvPr>
                      <p:cNvGrpSpPr/>
                      <p:nvPr/>
                    </p:nvGrpSpPr>
                    <p:grpSpPr>
                      <a:xfrm rot="14400000" flipH="1">
                        <a:off x="6434137" y="3402011"/>
                        <a:ext cx="303213" cy="303213"/>
                        <a:chOff x="5354637" y="3446463"/>
                        <a:chExt cx="214313" cy="214313"/>
                      </a:xfrm>
                    </p:grpSpPr>
                    <p:sp>
                      <p:nvSpPr>
                        <p:cNvPr id="22017" name="Arc 22016">
                          <a:extLst>
                            <a:ext uri="{FF2B5EF4-FFF2-40B4-BE49-F238E27FC236}">
                              <a16:creationId xmlns:a16="http://schemas.microsoft.com/office/drawing/2014/main" id="{2CE04B7C-B0FE-3AF7-8B46-142E3AC127F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018" name="Arc 22017">
                          <a:extLst>
                            <a:ext uri="{FF2B5EF4-FFF2-40B4-BE49-F238E27FC236}">
                              <a16:creationId xmlns:a16="http://schemas.microsoft.com/office/drawing/2014/main" id="{613100E9-DC6A-5F20-6EF9-89498A8DB68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016" name="TextBox 22015">
                        <a:extLst>
                          <a:ext uri="{FF2B5EF4-FFF2-40B4-BE49-F238E27FC236}">
                            <a16:creationId xmlns:a16="http://schemas.microsoft.com/office/drawing/2014/main" id="{55C60214-2718-F93F-5E24-80C836861BD9}"/>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2001" name="Group 22000">
                    <a:extLst>
                      <a:ext uri="{FF2B5EF4-FFF2-40B4-BE49-F238E27FC236}">
                        <a16:creationId xmlns:a16="http://schemas.microsoft.com/office/drawing/2014/main" id="{23485A30-C2D1-011E-3D5D-B96FD0228183}"/>
                      </a:ext>
                    </a:extLst>
                  </p:cNvPr>
                  <p:cNvGrpSpPr/>
                  <p:nvPr/>
                </p:nvGrpSpPr>
                <p:grpSpPr>
                  <a:xfrm>
                    <a:off x="6197413" y="3225768"/>
                    <a:ext cx="393192" cy="393192"/>
                    <a:chOff x="6389147" y="3932622"/>
                    <a:chExt cx="393192" cy="393192"/>
                  </a:xfrm>
                </p:grpSpPr>
                <p:grpSp>
                  <p:nvGrpSpPr>
                    <p:cNvPr id="22002" name="Group 22001">
                      <a:extLst>
                        <a:ext uri="{FF2B5EF4-FFF2-40B4-BE49-F238E27FC236}">
                          <a16:creationId xmlns:a16="http://schemas.microsoft.com/office/drawing/2014/main" id="{4FD02369-4404-38A3-0D35-5F98EA27F65D}"/>
                        </a:ext>
                      </a:extLst>
                    </p:cNvPr>
                    <p:cNvGrpSpPr/>
                    <p:nvPr/>
                  </p:nvGrpSpPr>
                  <p:grpSpPr>
                    <a:xfrm flipH="1">
                      <a:off x="6478587" y="4022061"/>
                      <a:ext cx="214313" cy="214313"/>
                      <a:chOff x="5354637" y="3446463"/>
                      <a:chExt cx="214313" cy="214313"/>
                    </a:xfrm>
                  </p:grpSpPr>
                  <p:sp>
                    <p:nvSpPr>
                      <p:cNvPr id="22010" name="Arc 22009">
                        <a:extLst>
                          <a:ext uri="{FF2B5EF4-FFF2-40B4-BE49-F238E27FC236}">
                            <a16:creationId xmlns:a16="http://schemas.microsoft.com/office/drawing/2014/main" id="{26B8C7C8-1616-3C3C-A494-A3056C8C80A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011" name="Arc 22010">
                        <a:extLst>
                          <a:ext uri="{FF2B5EF4-FFF2-40B4-BE49-F238E27FC236}">
                            <a16:creationId xmlns:a16="http://schemas.microsoft.com/office/drawing/2014/main" id="{F2B817D7-7A43-7448-A641-1AD77841984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003" name="Group 22002">
                      <a:extLst>
                        <a:ext uri="{FF2B5EF4-FFF2-40B4-BE49-F238E27FC236}">
                          <a16:creationId xmlns:a16="http://schemas.microsoft.com/office/drawing/2014/main" id="{DD349CA7-3677-644A-D096-877D147BDFD5}"/>
                        </a:ext>
                      </a:extLst>
                    </p:cNvPr>
                    <p:cNvGrpSpPr/>
                    <p:nvPr/>
                  </p:nvGrpSpPr>
                  <p:grpSpPr>
                    <a:xfrm rot="7200000" flipH="1">
                      <a:off x="6434137" y="3977611"/>
                      <a:ext cx="303213" cy="303213"/>
                      <a:chOff x="5354637" y="3446463"/>
                      <a:chExt cx="214313" cy="214313"/>
                    </a:xfrm>
                  </p:grpSpPr>
                  <p:sp>
                    <p:nvSpPr>
                      <p:cNvPr id="22008" name="Arc 22007">
                        <a:extLst>
                          <a:ext uri="{FF2B5EF4-FFF2-40B4-BE49-F238E27FC236}">
                            <a16:creationId xmlns:a16="http://schemas.microsoft.com/office/drawing/2014/main" id="{BE8F6F09-F1EB-6089-EC63-06D4E42D34A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009" name="Arc 22008">
                        <a:extLst>
                          <a:ext uri="{FF2B5EF4-FFF2-40B4-BE49-F238E27FC236}">
                            <a16:creationId xmlns:a16="http://schemas.microsoft.com/office/drawing/2014/main" id="{F83B5E75-F880-4D33-80FC-25F016A218C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2004" name="Group 22003">
                      <a:extLst>
                        <a:ext uri="{FF2B5EF4-FFF2-40B4-BE49-F238E27FC236}">
                          <a16:creationId xmlns:a16="http://schemas.microsoft.com/office/drawing/2014/main" id="{F72E9D9A-84B8-D4F9-875D-03600B5EE529}"/>
                        </a:ext>
                      </a:extLst>
                    </p:cNvPr>
                    <p:cNvGrpSpPr/>
                    <p:nvPr/>
                  </p:nvGrpSpPr>
                  <p:grpSpPr>
                    <a:xfrm rot="14400000" flipH="1">
                      <a:off x="6389147" y="3932622"/>
                      <a:ext cx="393192" cy="393192"/>
                      <a:chOff x="5354637" y="3446463"/>
                      <a:chExt cx="214313" cy="214313"/>
                    </a:xfrm>
                  </p:grpSpPr>
                  <p:sp>
                    <p:nvSpPr>
                      <p:cNvPr id="22006" name="Arc 22005">
                        <a:extLst>
                          <a:ext uri="{FF2B5EF4-FFF2-40B4-BE49-F238E27FC236}">
                            <a16:creationId xmlns:a16="http://schemas.microsoft.com/office/drawing/2014/main" id="{897C1949-E03E-1F63-5B86-BF13234B30E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007" name="Arc 22006">
                        <a:extLst>
                          <a:ext uri="{FF2B5EF4-FFF2-40B4-BE49-F238E27FC236}">
                            <a16:creationId xmlns:a16="http://schemas.microsoft.com/office/drawing/2014/main" id="{8E05EC55-A678-5E97-1C62-AC9128C6E00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2005" name="TextBox 22004">
                      <a:extLst>
                        <a:ext uri="{FF2B5EF4-FFF2-40B4-BE49-F238E27FC236}">
                          <a16:creationId xmlns:a16="http://schemas.microsoft.com/office/drawing/2014/main" id="{449AB2D2-D257-3271-501A-761AB7E268FD}"/>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21421" name="Group 21420">
              <a:extLst>
                <a:ext uri="{FF2B5EF4-FFF2-40B4-BE49-F238E27FC236}">
                  <a16:creationId xmlns:a16="http://schemas.microsoft.com/office/drawing/2014/main" id="{85B0C7C0-044C-28A4-9A80-8A5C0A46FD90}"/>
                </a:ext>
              </a:extLst>
            </p:cNvPr>
            <p:cNvGrpSpPr/>
            <p:nvPr/>
          </p:nvGrpSpPr>
          <p:grpSpPr>
            <a:xfrm>
              <a:off x="-111183" y="663612"/>
              <a:ext cx="2263438" cy="2198360"/>
              <a:chOff x="5445106" y="2039507"/>
              <a:chExt cx="2263438" cy="2198360"/>
            </a:xfrm>
          </p:grpSpPr>
          <p:grpSp>
            <p:nvGrpSpPr>
              <p:cNvPr id="21804" name="Group 21803">
                <a:extLst>
                  <a:ext uri="{FF2B5EF4-FFF2-40B4-BE49-F238E27FC236}">
                    <a16:creationId xmlns:a16="http://schemas.microsoft.com/office/drawing/2014/main" id="{4E24FA81-67AF-5CE5-67C5-8DDE6E33BF01}"/>
                  </a:ext>
                </a:extLst>
              </p:cNvPr>
              <p:cNvGrpSpPr/>
              <p:nvPr/>
            </p:nvGrpSpPr>
            <p:grpSpPr>
              <a:xfrm>
                <a:off x="5445106" y="2644743"/>
                <a:ext cx="1643204" cy="1593124"/>
                <a:chOff x="5445106" y="2644743"/>
                <a:chExt cx="1643204" cy="1593124"/>
              </a:xfrm>
            </p:grpSpPr>
            <p:grpSp>
              <p:nvGrpSpPr>
                <p:cNvPr id="21900" name="Group 21899">
                  <a:extLst>
                    <a:ext uri="{FF2B5EF4-FFF2-40B4-BE49-F238E27FC236}">
                      <a16:creationId xmlns:a16="http://schemas.microsoft.com/office/drawing/2014/main" id="{700E1033-C061-FF28-3AF5-E2100D054EE1}"/>
                    </a:ext>
                  </a:extLst>
                </p:cNvPr>
                <p:cNvGrpSpPr/>
                <p:nvPr/>
              </p:nvGrpSpPr>
              <p:grpSpPr>
                <a:xfrm>
                  <a:off x="5445106" y="2644743"/>
                  <a:ext cx="1019224" cy="991639"/>
                  <a:chOff x="5886431" y="3225768"/>
                  <a:chExt cx="1019224" cy="991639"/>
                </a:xfrm>
              </p:grpSpPr>
              <p:grpSp>
                <p:nvGrpSpPr>
                  <p:cNvPr id="21948" name="Group 21947">
                    <a:extLst>
                      <a:ext uri="{FF2B5EF4-FFF2-40B4-BE49-F238E27FC236}">
                        <a16:creationId xmlns:a16="http://schemas.microsoft.com/office/drawing/2014/main" id="{2F84C0DB-1A3A-BB2A-7561-CF22147BEA04}"/>
                      </a:ext>
                    </a:extLst>
                  </p:cNvPr>
                  <p:cNvGrpSpPr/>
                  <p:nvPr/>
                </p:nvGrpSpPr>
                <p:grpSpPr>
                  <a:xfrm>
                    <a:off x="6197413" y="3824215"/>
                    <a:ext cx="393192" cy="393192"/>
                    <a:chOff x="5265196" y="3357021"/>
                    <a:chExt cx="393192" cy="393192"/>
                  </a:xfrm>
                </p:grpSpPr>
                <p:grpSp>
                  <p:nvGrpSpPr>
                    <p:cNvPr id="21983" name="Group 21982">
                      <a:extLst>
                        <a:ext uri="{FF2B5EF4-FFF2-40B4-BE49-F238E27FC236}">
                          <a16:creationId xmlns:a16="http://schemas.microsoft.com/office/drawing/2014/main" id="{8427FE1C-5A43-F26C-00D1-6FDA150A20C8}"/>
                        </a:ext>
                      </a:extLst>
                    </p:cNvPr>
                    <p:cNvGrpSpPr/>
                    <p:nvPr/>
                  </p:nvGrpSpPr>
                  <p:grpSpPr>
                    <a:xfrm rot="14400000">
                      <a:off x="5265196" y="3357021"/>
                      <a:ext cx="393192" cy="393192"/>
                      <a:chOff x="5354637" y="3446463"/>
                      <a:chExt cx="214313" cy="214313"/>
                    </a:xfrm>
                  </p:grpSpPr>
                  <p:sp>
                    <p:nvSpPr>
                      <p:cNvPr id="21992" name="Arc 21991">
                        <a:extLst>
                          <a:ext uri="{FF2B5EF4-FFF2-40B4-BE49-F238E27FC236}">
                            <a16:creationId xmlns:a16="http://schemas.microsoft.com/office/drawing/2014/main" id="{2BD0A2BD-D148-77EE-CA31-E7A0937626D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993" name="Arc 21992">
                        <a:extLst>
                          <a:ext uri="{FF2B5EF4-FFF2-40B4-BE49-F238E27FC236}">
                            <a16:creationId xmlns:a16="http://schemas.microsoft.com/office/drawing/2014/main" id="{5262B1F8-8CE5-6923-B24E-F4B037FA1D1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984" name="Group 21983">
                      <a:extLst>
                        <a:ext uri="{FF2B5EF4-FFF2-40B4-BE49-F238E27FC236}">
                          <a16:creationId xmlns:a16="http://schemas.microsoft.com/office/drawing/2014/main" id="{E87EAE63-C7A4-FD86-C90C-E766CFF2A73A}"/>
                        </a:ext>
                      </a:extLst>
                    </p:cNvPr>
                    <p:cNvGrpSpPr/>
                    <p:nvPr/>
                  </p:nvGrpSpPr>
                  <p:grpSpPr>
                    <a:xfrm>
                      <a:off x="5310186" y="3402011"/>
                      <a:ext cx="303213" cy="303213"/>
                      <a:chOff x="5310186" y="3402011"/>
                      <a:chExt cx="303213" cy="303213"/>
                    </a:xfrm>
                  </p:grpSpPr>
                  <p:grpSp>
                    <p:nvGrpSpPr>
                      <p:cNvPr id="21985" name="Group 21984">
                        <a:extLst>
                          <a:ext uri="{FF2B5EF4-FFF2-40B4-BE49-F238E27FC236}">
                            <a16:creationId xmlns:a16="http://schemas.microsoft.com/office/drawing/2014/main" id="{9786F1AB-713E-B8F7-E1AF-16793747D8DB}"/>
                          </a:ext>
                        </a:extLst>
                      </p:cNvPr>
                      <p:cNvGrpSpPr/>
                      <p:nvPr/>
                    </p:nvGrpSpPr>
                    <p:grpSpPr>
                      <a:xfrm>
                        <a:off x="5354636" y="3446461"/>
                        <a:ext cx="214313" cy="214313"/>
                        <a:chOff x="5354637" y="3446463"/>
                        <a:chExt cx="214313" cy="214313"/>
                      </a:xfrm>
                    </p:grpSpPr>
                    <p:sp>
                      <p:nvSpPr>
                        <p:cNvPr id="21990" name="Arc 21989">
                          <a:extLst>
                            <a:ext uri="{FF2B5EF4-FFF2-40B4-BE49-F238E27FC236}">
                              <a16:creationId xmlns:a16="http://schemas.microsoft.com/office/drawing/2014/main" id="{6145EEFC-2133-0AB3-2536-4153439995F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991" name="Arc 21990">
                          <a:extLst>
                            <a:ext uri="{FF2B5EF4-FFF2-40B4-BE49-F238E27FC236}">
                              <a16:creationId xmlns:a16="http://schemas.microsoft.com/office/drawing/2014/main" id="{1E425CFB-CD14-F992-D728-1A5150164CE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986" name="Group 21985">
                        <a:extLst>
                          <a:ext uri="{FF2B5EF4-FFF2-40B4-BE49-F238E27FC236}">
                            <a16:creationId xmlns:a16="http://schemas.microsoft.com/office/drawing/2014/main" id="{D1866A22-3107-C5B4-DDE5-2894CAFB5FBC}"/>
                          </a:ext>
                        </a:extLst>
                      </p:cNvPr>
                      <p:cNvGrpSpPr/>
                      <p:nvPr/>
                    </p:nvGrpSpPr>
                    <p:grpSpPr>
                      <a:xfrm rot="7200000">
                        <a:off x="5310186" y="3402011"/>
                        <a:ext cx="303213" cy="303213"/>
                        <a:chOff x="5354637" y="3446463"/>
                        <a:chExt cx="214313" cy="214313"/>
                      </a:xfrm>
                    </p:grpSpPr>
                    <p:sp>
                      <p:nvSpPr>
                        <p:cNvPr id="21988" name="Arc 21987">
                          <a:extLst>
                            <a:ext uri="{FF2B5EF4-FFF2-40B4-BE49-F238E27FC236}">
                              <a16:creationId xmlns:a16="http://schemas.microsoft.com/office/drawing/2014/main" id="{082AB88A-6502-7B01-D4FD-8E6B817C53D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989" name="Arc 21988">
                          <a:extLst>
                            <a:ext uri="{FF2B5EF4-FFF2-40B4-BE49-F238E27FC236}">
                              <a16:creationId xmlns:a16="http://schemas.microsoft.com/office/drawing/2014/main" id="{4663DE2D-B55E-ABD6-3636-82D7099DADC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987" name="TextBox 21986">
                        <a:extLst>
                          <a:ext uri="{FF2B5EF4-FFF2-40B4-BE49-F238E27FC236}">
                            <a16:creationId xmlns:a16="http://schemas.microsoft.com/office/drawing/2014/main" id="{BEDB4AA2-7824-1354-0EAE-CD33A577F807}"/>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949" name="Group 21948">
                    <a:extLst>
                      <a:ext uri="{FF2B5EF4-FFF2-40B4-BE49-F238E27FC236}">
                        <a16:creationId xmlns:a16="http://schemas.microsoft.com/office/drawing/2014/main" id="{3408D083-7303-82B0-93AE-4793BFD9D625}"/>
                      </a:ext>
                    </a:extLst>
                  </p:cNvPr>
                  <p:cNvGrpSpPr/>
                  <p:nvPr/>
                </p:nvGrpSpPr>
                <p:grpSpPr>
                  <a:xfrm>
                    <a:off x="5886431" y="3525040"/>
                    <a:ext cx="393192" cy="393192"/>
                    <a:chOff x="5265196" y="3932619"/>
                    <a:chExt cx="393192" cy="393192"/>
                  </a:xfrm>
                </p:grpSpPr>
                <p:grpSp>
                  <p:nvGrpSpPr>
                    <p:cNvPr id="21973" name="Group 21972">
                      <a:extLst>
                        <a:ext uri="{FF2B5EF4-FFF2-40B4-BE49-F238E27FC236}">
                          <a16:creationId xmlns:a16="http://schemas.microsoft.com/office/drawing/2014/main" id="{8890BBF3-6E8D-E1FF-F04D-D865BA6416D9}"/>
                        </a:ext>
                      </a:extLst>
                    </p:cNvPr>
                    <p:cNvGrpSpPr/>
                    <p:nvPr/>
                  </p:nvGrpSpPr>
                  <p:grpSpPr>
                    <a:xfrm>
                      <a:off x="5354636" y="4022061"/>
                      <a:ext cx="214313" cy="214313"/>
                      <a:chOff x="5354637" y="3446463"/>
                      <a:chExt cx="214313" cy="214313"/>
                    </a:xfrm>
                  </p:grpSpPr>
                  <p:sp>
                    <p:nvSpPr>
                      <p:cNvPr id="21981" name="Arc 21980">
                        <a:extLst>
                          <a:ext uri="{FF2B5EF4-FFF2-40B4-BE49-F238E27FC236}">
                            <a16:creationId xmlns:a16="http://schemas.microsoft.com/office/drawing/2014/main" id="{A7AFC9F3-1D84-E05D-3FF6-7C4BF4C578D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982" name="Arc 21981">
                        <a:extLst>
                          <a:ext uri="{FF2B5EF4-FFF2-40B4-BE49-F238E27FC236}">
                            <a16:creationId xmlns:a16="http://schemas.microsoft.com/office/drawing/2014/main" id="{02820639-9218-BE4C-BAFE-DAB48F00B13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974" name="Group 21973">
                      <a:extLst>
                        <a:ext uri="{FF2B5EF4-FFF2-40B4-BE49-F238E27FC236}">
                          <a16:creationId xmlns:a16="http://schemas.microsoft.com/office/drawing/2014/main" id="{C3BDD283-1AD5-172B-2280-78C31A57C93A}"/>
                        </a:ext>
                      </a:extLst>
                    </p:cNvPr>
                    <p:cNvGrpSpPr/>
                    <p:nvPr/>
                  </p:nvGrpSpPr>
                  <p:grpSpPr>
                    <a:xfrm rot="14400000">
                      <a:off x="5310186" y="3977611"/>
                      <a:ext cx="303213" cy="303213"/>
                      <a:chOff x="5354637" y="3446463"/>
                      <a:chExt cx="214313" cy="214313"/>
                    </a:xfrm>
                  </p:grpSpPr>
                  <p:sp>
                    <p:nvSpPr>
                      <p:cNvPr id="21979" name="Arc 21978">
                        <a:extLst>
                          <a:ext uri="{FF2B5EF4-FFF2-40B4-BE49-F238E27FC236}">
                            <a16:creationId xmlns:a16="http://schemas.microsoft.com/office/drawing/2014/main" id="{741D50B0-61CE-D276-3F70-A2C99A59BFC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980" name="Arc 21979">
                        <a:extLst>
                          <a:ext uri="{FF2B5EF4-FFF2-40B4-BE49-F238E27FC236}">
                            <a16:creationId xmlns:a16="http://schemas.microsoft.com/office/drawing/2014/main" id="{4A6BB44B-1F4B-2956-7E13-0A4668C7CE0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975" name="Group 21974">
                      <a:extLst>
                        <a:ext uri="{FF2B5EF4-FFF2-40B4-BE49-F238E27FC236}">
                          <a16:creationId xmlns:a16="http://schemas.microsoft.com/office/drawing/2014/main" id="{29D3C5C2-61D9-D1CA-B25B-AD26296BED4D}"/>
                        </a:ext>
                      </a:extLst>
                    </p:cNvPr>
                    <p:cNvGrpSpPr/>
                    <p:nvPr/>
                  </p:nvGrpSpPr>
                  <p:grpSpPr>
                    <a:xfrm rot="7200000">
                      <a:off x="5265196" y="3932619"/>
                      <a:ext cx="393192" cy="393192"/>
                      <a:chOff x="5354637" y="3446463"/>
                      <a:chExt cx="214313" cy="214313"/>
                    </a:xfrm>
                  </p:grpSpPr>
                  <p:sp>
                    <p:nvSpPr>
                      <p:cNvPr id="21977" name="Arc 21976">
                        <a:extLst>
                          <a:ext uri="{FF2B5EF4-FFF2-40B4-BE49-F238E27FC236}">
                            <a16:creationId xmlns:a16="http://schemas.microsoft.com/office/drawing/2014/main" id="{7C25265D-4F8A-2EE4-73D5-5E1B6D93948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978" name="Arc 21977">
                        <a:extLst>
                          <a:ext uri="{FF2B5EF4-FFF2-40B4-BE49-F238E27FC236}">
                            <a16:creationId xmlns:a16="http://schemas.microsoft.com/office/drawing/2014/main" id="{AD648BE2-5627-A1E0-EDE5-8BBD06384DC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976" name="TextBox 21975">
                      <a:extLst>
                        <a:ext uri="{FF2B5EF4-FFF2-40B4-BE49-F238E27FC236}">
                          <a16:creationId xmlns:a16="http://schemas.microsoft.com/office/drawing/2014/main" id="{D4AB4D30-7CA7-D32C-15BC-AD25C0F654C9}"/>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1950" name="Group 21949">
                    <a:extLst>
                      <a:ext uri="{FF2B5EF4-FFF2-40B4-BE49-F238E27FC236}">
                        <a16:creationId xmlns:a16="http://schemas.microsoft.com/office/drawing/2014/main" id="{048DDAED-BAAC-4325-AF54-35F6727B687A}"/>
                      </a:ext>
                    </a:extLst>
                  </p:cNvPr>
                  <p:cNvGrpSpPr/>
                  <p:nvPr/>
                </p:nvGrpSpPr>
                <p:grpSpPr>
                  <a:xfrm>
                    <a:off x="6512463" y="3525040"/>
                    <a:ext cx="393192" cy="393192"/>
                    <a:chOff x="6389147" y="3357021"/>
                    <a:chExt cx="393192" cy="393192"/>
                  </a:xfrm>
                </p:grpSpPr>
                <p:grpSp>
                  <p:nvGrpSpPr>
                    <p:cNvPr id="21962" name="Group 21961">
                      <a:extLst>
                        <a:ext uri="{FF2B5EF4-FFF2-40B4-BE49-F238E27FC236}">
                          <a16:creationId xmlns:a16="http://schemas.microsoft.com/office/drawing/2014/main" id="{7AAA4391-CE47-21BE-C4E5-68AD61E91AC3}"/>
                        </a:ext>
                      </a:extLst>
                    </p:cNvPr>
                    <p:cNvGrpSpPr/>
                    <p:nvPr/>
                  </p:nvGrpSpPr>
                  <p:grpSpPr>
                    <a:xfrm rot="7200000" flipH="1">
                      <a:off x="6389147" y="3357021"/>
                      <a:ext cx="393192" cy="393192"/>
                      <a:chOff x="5354637" y="3446463"/>
                      <a:chExt cx="214313" cy="214313"/>
                    </a:xfrm>
                  </p:grpSpPr>
                  <p:sp>
                    <p:nvSpPr>
                      <p:cNvPr id="21971" name="Arc 21970">
                        <a:extLst>
                          <a:ext uri="{FF2B5EF4-FFF2-40B4-BE49-F238E27FC236}">
                            <a16:creationId xmlns:a16="http://schemas.microsoft.com/office/drawing/2014/main" id="{4219C13D-017C-2908-7B13-F8945CCF38D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972" name="Arc 21971">
                        <a:extLst>
                          <a:ext uri="{FF2B5EF4-FFF2-40B4-BE49-F238E27FC236}">
                            <a16:creationId xmlns:a16="http://schemas.microsoft.com/office/drawing/2014/main" id="{DA128902-4F37-A525-6B37-9F5F6365EFC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963" name="Group 21962">
                      <a:extLst>
                        <a:ext uri="{FF2B5EF4-FFF2-40B4-BE49-F238E27FC236}">
                          <a16:creationId xmlns:a16="http://schemas.microsoft.com/office/drawing/2014/main" id="{114BDEE2-1E7F-CA3D-CAB2-D43B70316CEE}"/>
                        </a:ext>
                      </a:extLst>
                    </p:cNvPr>
                    <p:cNvGrpSpPr/>
                    <p:nvPr/>
                  </p:nvGrpSpPr>
                  <p:grpSpPr>
                    <a:xfrm>
                      <a:off x="6434137" y="3402011"/>
                      <a:ext cx="303213" cy="303213"/>
                      <a:chOff x="6434137" y="3402011"/>
                      <a:chExt cx="303213" cy="303213"/>
                    </a:xfrm>
                  </p:grpSpPr>
                  <p:grpSp>
                    <p:nvGrpSpPr>
                      <p:cNvPr id="21964" name="Group 21963">
                        <a:extLst>
                          <a:ext uri="{FF2B5EF4-FFF2-40B4-BE49-F238E27FC236}">
                            <a16:creationId xmlns:a16="http://schemas.microsoft.com/office/drawing/2014/main" id="{8DD4C004-06B7-C654-B5E7-AA1E39AF411B}"/>
                          </a:ext>
                        </a:extLst>
                      </p:cNvPr>
                      <p:cNvGrpSpPr/>
                      <p:nvPr/>
                    </p:nvGrpSpPr>
                    <p:grpSpPr>
                      <a:xfrm flipH="1">
                        <a:off x="6478587" y="3446461"/>
                        <a:ext cx="214313" cy="214313"/>
                        <a:chOff x="5354637" y="3446463"/>
                        <a:chExt cx="214313" cy="214313"/>
                      </a:xfrm>
                    </p:grpSpPr>
                    <p:sp>
                      <p:nvSpPr>
                        <p:cNvPr id="21969" name="Arc 21968">
                          <a:extLst>
                            <a:ext uri="{FF2B5EF4-FFF2-40B4-BE49-F238E27FC236}">
                              <a16:creationId xmlns:a16="http://schemas.microsoft.com/office/drawing/2014/main" id="{21753ADB-A774-6231-D1FD-3694C7EA760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970" name="Arc 21969">
                          <a:extLst>
                            <a:ext uri="{FF2B5EF4-FFF2-40B4-BE49-F238E27FC236}">
                              <a16:creationId xmlns:a16="http://schemas.microsoft.com/office/drawing/2014/main" id="{1CDDA0E8-CC0E-BA6C-8E4E-C397361E94B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965" name="Group 21964">
                        <a:extLst>
                          <a:ext uri="{FF2B5EF4-FFF2-40B4-BE49-F238E27FC236}">
                            <a16:creationId xmlns:a16="http://schemas.microsoft.com/office/drawing/2014/main" id="{0B5FAFC8-57E6-CA79-5B02-C1B3217BBEDF}"/>
                          </a:ext>
                        </a:extLst>
                      </p:cNvPr>
                      <p:cNvGrpSpPr/>
                      <p:nvPr/>
                    </p:nvGrpSpPr>
                    <p:grpSpPr>
                      <a:xfrm rot="14400000" flipH="1">
                        <a:off x="6434137" y="3402011"/>
                        <a:ext cx="303213" cy="303213"/>
                        <a:chOff x="5354637" y="3446463"/>
                        <a:chExt cx="214313" cy="214313"/>
                      </a:xfrm>
                    </p:grpSpPr>
                    <p:sp>
                      <p:nvSpPr>
                        <p:cNvPr id="21967" name="Arc 21966">
                          <a:extLst>
                            <a:ext uri="{FF2B5EF4-FFF2-40B4-BE49-F238E27FC236}">
                              <a16:creationId xmlns:a16="http://schemas.microsoft.com/office/drawing/2014/main" id="{9EFC9882-95A3-B576-D6ED-EB92E678918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968" name="Arc 21967">
                          <a:extLst>
                            <a:ext uri="{FF2B5EF4-FFF2-40B4-BE49-F238E27FC236}">
                              <a16:creationId xmlns:a16="http://schemas.microsoft.com/office/drawing/2014/main" id="{6BE20935-53B1-D50E-8F9E-813E3443270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966" name="TextBox 21965">
                        <a:extLst>
                          <a:ext uri="{FF2B5EF4-FFF2-40B4-BE49-F238E27FC236}">
                            <a16:creationId xmlns:a16="http://schemas.microsoft.com/office/drawing/2014/main" id="{8724E8AB-9B0E-F2C4-09BA-3A584AE6A688}"/>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951" name="Group 21950">
                    <a:extLst>
                      <a:ext uri="{FF2B5EF4-FFF2-40B4-BE49-F238E27FC236}">
                        <a16:creationId xmlns:a16="http://schemas.microsoft.com/office/drawing/2014/main" id="{76250098-3E56-A3C0-BD82-41A67B24D37E}"/>
                      </a:ext>
                    </a:extLst>
                  </p:cNvPr>
                  <p:cNvGrpSpPr/>
                  <p:nvPr/>
                </p:nvGrpSpPr>
                <p:grpSpPr>
                  <a:xfrm>
                    <a:off x="6197413" y="3225768"/>
                    <a:ext cx="393192" cy="393192"/>
                    <a:chOff x="6389147" y="3932622"/>
                    <a:chExt cx="393192" cy="393192"/>
                  </a:xfrm>
                </p:grpSpPr>
                <p:grpSp>
                  <p:nvGrpSpPr>
                    <p:cNvPr id="21952" name="Group 21951">
                      <a:extLst>
                        <a:ext uri="{FF2B5EF4-FFF2-40B4-BE49-F238E27FC236}">
                          <a16:creationId xmlns:a16="http://schemas.microsoft.com/office/drawing/2014/main" id="{FE4E42D6-59A0-9156-13E2-6699A776DE66}"/>
                        </a:ext>
                      </a:extLst>
                    </p:cNvPr>
                    <p:cNvGrpSpPr/>
                    <p:nvPr/>
                  </p:nvGrpSpPr>
                  <p:grpSpPr>
                    <a:xfrm flipH="1">
                      <a:off x="6478587" y="4022061"/>
                      <a:ext cx="214313" cy="214313"/>
                      <a:chOff x="5354637" y="3446463"/>
                      <a:chExt cx="214313" cy="214313"/>
                    </a:xfrm>
                  </p:grpSpPr>
                  <p:sp>
                    <p:nvSpPr>
                      <p:cNvPr id="21960" name="Arc 21959">
                        <a:extLst>
                          <a:ext uri="{FF2B5EF4-FFF2-40B4-BE49-F238E27FC236}">
                            <a16:creationId xmlns:a16="http://schemas.microsoft.com/office/drawing/2014/main" id="{5F35A5D6-CBBE-5475-AE8B-D6819B76E99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961" name="Arc 21960">
                        <a:extLst>
                          <a:ext uri="{FF2B5EF4-FFF2-40B4-BE49-F238E27FC236}">
                            <a16:creationId xmlns:a16="http://schemas.microsoft.com/office/drawing/2014/main" id="{1522B019-7CD1-C8FC-9A05-822E75F03E9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953" name="Group 21952">
                      <a:extLst>
                        <a:ext uri="{FF2B5EF4-FFF2-40B4-BE49-F238E27FC236}">
                          <a16:creationId xmlns:a16="http://schemas.microsoft.com/office/drawing/2014/main" id="{DB9C351A-D978-392D-35AA-70A19350E4E7}"/>
                        </a:ext>
                      </a:extLst>
                    </p:cNvPr>
                    <p:cNvGrpSpPr/>
                    <p:nvPr/>
                  </p:nvGrpSpPr>
                  <p:grpSpPr>
                    <a:xfrm rot="7200000" flipH="1">
                      <a:off x="6434137" y="3977611"/>
                      <a:ext cx="303213" cy="303213"/>
                      <a:chOff x="5354637" y="3446463"/>
                      <a:chExt cx="214313" cy="214313"/>
                    </a:xfrm>
                  </p:grpSpPr>
                  <p:sp>
                    <p:nvSpPr>
                      <p:cNvPr id="21958" name="Arc 21957">
                        <a:extLst>
                          <a:ext uri="{FF2B5EF4-FFF2-40B4-BE49-F238E27FC236}">
                            <a16:creationId xmlns:a16="http://schemas.microsoft.com/office/drawing/2014/main" id="{1C520B55-3334-5547-8DFB-7482D4B5369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959" name="Arc 21958">
                        <a:extLst>
                          <a:ext uri="{FF2B5EF4-FFF2-40B4-BE49-F238E27FC236}">
                            <a16:creationId xmlns:a16="http://schemas.microsoft.com/office/drawing/2014/main" id="{625D94C1-B23E-65B3-9229-35D13F14773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954" name="Group 21953">
                      <a:extLst>
                        <a:ext uri="{FF2B5EF4-FFF2-40B4-BE49-F238E27FC236}">
                          <a16:creationId xmlns:a16="http://schemas.microsoft.com/office/drawing/2014/main" id="{948D2E5D-D9CC-7CEC-9DB7-E56CD1769E91}"/>
                        </a:ext>
                      </a:extLst>
                    </p:cNvPr>
                    <p:cNvGrpSpPr/>
                    <p:nvPr/>
                  </p:nvGrpSpPr>
                  <p:grpSpPr>
                    <a:xfrm rot="14400000" flipH="1">
                      <a:off x="6389147" y="3932622"/>
                      <a:ext cx="393192" cy="393192"/>
                      <a:chOff x="5354637" y="3446463"/>
                      <a:chExt cx="214313" cy="214313"/>
                    </a:xfrm>
                  </p:grpSpPr>
                  <p:sp>
                    <p:nvSpPr>
                      <p:cNvPr id="21956" name="Arc 21955">
                        <a:extLst>
                          <a:ext uri="{FF2B5EF4-FFF2-40B4-BE49-F238E27FC236}">
                            <a16:creationId xmlns:a16="http://schemas.microsoft.com/office/drawing/2014/main" id="{1873A010-1DE6-17E8-F327-5876D9650FF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957" name="Arc 21956">
                        <a:extLst>
                          <a:ext uri="{FF2B5EF4-FFF2-40B4-BE49-F238E27FC236}">
                            <a16:creationId xmlns:a16="http://schemas.microsoft.com/office/drawing/2014/main" id="{4FDAA968-A20D-2351-0D31-0E1281622B1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955" name="TextBox 21954">
                      <a:extLst>
                        <a:ext uri="{FF2B5EF4-FFF2-40B4-BE49-F238E27FC236}">
                          <a16:creationId xmlns:a16="http://schemas.microsoft.com/office/drawing/2014/main" id="{2056D411-9DC8-3B83-C6FB-0EB7674BC67F}"/>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901" name="Group 21900">
                  <a:extLst>
                    <a:ext uri="{FF2B5EF4-FFF2-40B4-BE49-F238E27FC236}">
                      <a16:creationId xmlns:a16="http://schemas.microsoft.com/office/drawing/2014/main" id="{27169F04-99EF-D316-A1B6-8077E35932C2}"/>
                    </a:ext>
                  </a:extLst>
                </p:cNvPr>
                <p:cNvGrpSpPr/>
                <p:nvPr/>
              </p:nvGrpSpPr>
              <p:grpSpPr>
                <a:xfrm>
                  <a:off x="6069086" y="3246228"/>
                  <a:ext cx="1019224" cy="991639"/>
                  <a:chOff x="5886431" y="3225768"/>
                  <a:chExt cx="1019224" cy="991639"/>
                </a:xfrm>
              </p:grpSpPr>
              <p:grpSp>
                <p:nvGrpSpPr>
                  <p:cNvPr id="21902" name="Group 21901">
                    <a:extLst>
                      <a:ext uri="{FF2B5EF4-FFF2-40B4-BE49-F238E27FC236}">
                        <a16:creationId xmlns:a16="http://schemas.microsoft.com/office/drawing/2014/main" id="{D9F0781E-91E1-6FFC-E801-2C32E8E28FA4}"/>
                      </a:ext>
                    </a:extLst>
                  </p:cNvPr>
                  <p:cNvGrpSpPr/>
                  <p:nvPr/>
                </p:nvGrpSpPr>
                <p:grpSpPr>
                  <a:xfrm>
                    <a:off x="6197413" y="3824215"/>
                    <a:ext cx="393192" cy="393192"/>
                    <a:chOff x="5265196" y="3357021"/>
                    <a:chExt cx="393192" cy="393192"/>
                  </a:xfrm>
                </p:grpSpPr>
                <p:grpSp>
                  <p:nvGrpSpPr>
                    <p:cNvPr id="21937" name="Group 21936">
                      <a:extLst>
                        <a:ext uri="{FF2B5EF4-FFF2-40B4-BE49-F238E27FC236}">
                          <a16:creationId xmlns:a16="http://schemas.microsoft.com/office/drawing/2014/main" id="{D7B277BC-E3E7-29DA-1ED0-18B6C9BBAC81}"/>
                        </a:ext>
                      </a:extLst>
                    </p:cNvPr>
                    <p:cNvGrpSpPr/>
                    <p:nvPr/>
                  </p:nvGrpSpPr>
                  <p:grpSpPr>
                    <a:xfrm rot="14400000">
                      <a:off x="5265196" y="3357021"/>
                      <a:ext cx="393192" cy="393192"/>
                      <a:chOff x="5354637" y="3446463"/>
                      <a:chExt cx="214313" cy="214313"/>
                    </a:xfrm>
                  </p:grpSpPr>
                  <p:sp>
                    <p:nvSpPr>
                      <p:cNvPr id="21946" name="Arc 21945">
                        <a:extLst>
                          <a:ext uri="{FF2B5EF4-FFF2-40B4-BE49-F238E27FC236}">
                            <a16:creationId xmlns:a16="http://schemas.microsoft.com/office/drawing/2014/main" id="{5C20E45D-1EDB-7D1C-32ED-58BA09E1FDE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947" name="Arc 21946">
                        <a:extLst>
                          <a:ext uri="{FF2B5EF4-FFF2-40B4-BE49-F238E27FC236}">
                            <a16:creationId xmlns:a16="http://schemas.microsoft.com/office/drawing/2014/main" id="{9F607E4C-1871-6529-F17A-D897092DCB8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938" name="Group 21937">
                      <a:extLst>
                        <a:ext uri="{FF2B5EF4-FFF2-40B4-BE49-F238E27FC236}">
                          <a16:creationId xmlns:a16="http://schemas.microsoft.com/office/drawing/2014/main" id="{2E03A843-23A5-8472-F880-A7B219FFEA76}"/>
                        </a:ext>
                      </a:extLst>
                    </p:cNvPr>
                    <p:cNvGrpSpPr/>
                    <p:nvPr/>
                  </p:nvGrpSpPr>
                  <p:grpSpPr>
                    <a:xfrm>
                      <a:off x="5310186" y="3402011"/>
                      <a:ext cx="303213" cy="303213"/>
                      <a:chOff x="5310186" y="3402011"/>
                      <a:chExt cx="303213" cy="303213"/>
                    </a:xfrm>
                  </p:grpSpPr>
                  <p:grpSp>
                    <p:nvGrpSpPr>
                      <p:cNvPr id="21939" name="Group 21938">
                        <a:extLst>
                          <a:ext uri="{FF2B5EF4-FFF2-40B4-BE49-F238E27FC236}">
                            <a16:creationId xmlns:a16="http://schemas.microsoft.com/office/drawing/2014/main" id="{812F9DA6-96C6-26C0-0D30-8D34A5C5650C}"/>
                          </a:ext>
                        </a:extLst>
                      </p:cNvPr>
                      <p:cNvGrpSpPr/>
                      <p:nvPr/>
                    </p:nvGrpSpPr>
                    <p:grpSpPr>
                      <a:xfrm>
                        <a:off x="5354636" y="3446461"/>
                        <a:ext cx="214313" cy="214313"/>
                        <a:chOff x="5354637" y="3446463"/>
                        <a:chExt cx="214313" cy="214313"/>
                      </a:xfrm>
                    </p:grpSpPr>
                    <p:sp>
                      <p:nvSpPr>
                        <p:cNvPr id="21944" name="Arc 21943">
                          <a:extLst>
                            <a:ext uri="{FF2B5EF4-FFF2-40B4-BE49-F238E27FC236}">
                              <a16:creationId xmlns:a16="http://schemas.microsoft.com/office/drawing/2014/main" id="{28344B35-6F26-8241-310B-C3949C21DE1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945" name="Arc 21944">
                          <a:extLst>
                            <a:ext uri="{FF2B5EF4-FFF2-40B4-BE49-F238E27FC236}">
                              <a16:creationId xmlns:a16="http://schemas.microsoft.com/office/drawing/2014/main" id="{878FD9DB-B8C7-46D3-F8ED-28DE3F3BE85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940" name="Group 21939">
                        <a:extLst>
                          <a:ext uri="{FF2B5EF4-FFF2-40B4-BE49-F238E27FC236}">
                            <a16:creationId xmlns:a16="http://schemas.microsoft.com/office/drawing/2014/main" id="{B36744CE-A730-C3DE-E72F-B53627F795BB}"/>
                          </a:ext>
                        </a:extLst>
                      </p:cNvPr>
                      <p:cNvGrpSpPr/>
                      <p:nvPr/>
                    </p:nvGrpSpPr>
                    <p:grpSpPr>
                      <a:xfrm rot="7200000">
                        <a:off x="5310186" y="3402011"/>
                        <a:ext cx="303213" cy="303213"/>
                        <a:chOff x="5354637" y="3446463"/>
                        <a:chExt cx="214313" cy="214313"/>
                      </a:xfrm>
                    </p:grpSpPr>
                    <p:sp>
                      <p:nvSpPr>
                        <p:cNvPr id="21942" name="Arc 21941">
                          <a:extLst>
                            <a:ext uri="{FF2B5EF4-FFF2-40B4-BE49-F238E27FC236}">
                              <a16:creationId xmlns:a16="http://schemas.microsoft.com/office/drawing/2014/main" id="{0817FE61-1575-C1F5-8F64-64050758C8E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943" name="Arc 21942">
                          <a:extLst>
                            <a:ext uri="{FF2B5EF4-FFF2-40B4-BE49-F238E27FC236}">
                              <a16:creationId xmlns:a16="http://schemas.microsoft.com/office/drawing/2014/main" id="{A28802B0-BB22-8D81-E9D1-224FCAF7BD8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941" name="TextBox 21940">
                        <a:extLst>
                          <a:ext uri="{FF2B5EF4-FFF2-40B4-BE49-F238E27FC236}">
                            <a16:creationId xmlns:a16="http://schemas.microsoft.com/office/drawing/2014/main" id="{429E2CE0-5394-CDD0-404B-48F265B2D976}"/>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903" name="Group 21902">
                    <a:extLst>
                      <a:ext uri="{FF2B5EF4-FFF2-40B4-BE49-F238E27FC236}">
                        <a16:creationId xmlns:a16="http://schemas.microsoft.com/office/drawing/2014/main" id="{7B4A0AB3-B62F-0304-B9AB-312DBA918616}"/>
                      </a:ext>
                    </a:extLst>
                  </p:cNvPr>
                  <p:cNvGrpSpPr/>
                  <p:nvPr/>
                </p:nvGrpSpPr>
                <p:grpSpPr>
                  <a:xfrm>
                    <a:off x="5886431" y="3525040"/>
                    <a:ext cx="393192" cy="393192"/>
                    <a:chOff x="5265196" y="3932619"/>
                    <a:chExt cx="393192" cy="393192"/>
                  </a:xfrm>
                </p:grpSpPr>
                <p:grpSp>
                  <p:nvGrpSpPr>
                    <p:cNvPr id="21927" name="Group 21926">
                      <a:extLst>
                        <a:ext uri="{FF2B5EF4-FFF2-40B4-BE49-F238E27FC236}">
                          <a16:creationId xmlns:a16="http://schemas.microsoft.com/office/drawing/2014/main" id="{74119EE3-A85D-F448-A6E4-9565AB3D4988}"/>
                        </a:ext>
                      </a:extLst>
                    </p:cNvPr>
                    <p:cNvGrpSpPr/>
                    <p:nvPr/>
                  </p:nvGrpSpPr>
                  <p:grpSpPr>
                    <a:xfrm>
                      <a:off x="5354636" y="4022061"/>
                      <a:ext cx="214313" cy="214313"/>
                      <a:chOff x="5354637" y="3446463"/>
                      <a:chExt cx="214313" cy="214313"/>
                    </a:xfrm>
                  </p:grpSpPr>
                  <p:sp>
                    <p:nvSpPr>
                      <p:cNvPr id="21935" name="Arc 21934">
                        <a:extLst>
                          <a:ext uri="{FF2B5EF4-FFF2-40B4-BE49-F238E27FC236}">
                            <a16:creationId xmlns:a16="http://schemas.microsoft.com/office/drawing/2014/main" id="{29ACCE3E-9BC4-2B92-73D2-B8DA85E0604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936" name="Arc 21935">
                        <a:extLst>
                          <a:ext uri="{FF2B5EF4-FFF2-40B4-BE49-F238E27FC236}">
                            <a16:creationId xmlns:a16="http://schemas.microsoft.com/office/drawing/2014/main" id="{7E574512-C245-798D-2D2E-8599C271EC1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928" name="Group 21927">
                      <a:extLst>
                        <a:ext uri="{FF2B5EF4-FFF2-40B4-BE49-F238E27FC236}">
                          <a16:creationId xmlns:a16="http://schemas.microsoft.com/office/drawing/2014/main" id="{FD8F9D68-214D-CD92-2E29-248DC7B47F0A}"/>
                        </a:ext>
                      </a:extLst>
                    </p:cNvPr>
                    <p:cNvGrpSpPr/>
                    <p:nvPr/>
                  </p:nvGrpSpPr>
                  <p:grpSpPr>
                    <a:xfrm rot="14400000">
                      <a:off x="5310186" y="3977611"/>
                      <a:ext cx="303213" cy="303213"/>
                      <a:chOff x="5354637" y="3446463"/>
                      <a:chExt cx="214313" cy="214313"/>
                    </a:xfrm>
                  </p:grpSpPr>
                  <p:sp>
                    <p:nvSpPr>
                      <p:cNvPr id="21933" name="Arc 21932">
                        <a:extLst>
                          <a:ext uri="{FF2B5EF4-FFF2-40B4-BE49-F238E27FC236}">
                            <a16:creationId xmlns:a16="http://schemas.microsoft.com/office/drawing/2014/main" id="{2A38F16B-424C-3F4A-573B-18C11C3DCBC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934" name="Arc 21933">
                        <a:extLst>
                          <a:ext uri="{FF2B5EF4-FFF2-40B4-BE49-F238E27FC236}">
                            <a16:creationId xmlns:a16="http://schemas.microsoft.com/office/drawing/2014/main" id="{36762761-181E-5BC2-6DE9-175B253E092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929" name="Group 21928">
                      <a:extLst>
                        <a:ext uri="{FF2B5EF4-FFF2-40B4-BE49-F238E27FC236}">
                          <a16:creationId xmlns:a16="http://schemas.microsoft.com/office/drawing/2014/main" id="{33E2ABCC-2349-7949-A592-B2F16F0864B6}"/>
                        </a:ext>
                      </a:extLst>
                    </p:cNvPr>
                    <p:cNvGrpSpPr/>
                    <p:nvPr/>
                  </p:nvGrpSpPr>
                  <p:grpSpPr>
                    <a:xfrm rot="7200000">
                      <a:off x="5265196" y="3932619"/>
                      <a:ext cx="393192" cy="393192"/>
                      <a:chOff x="5354637" y="3446463"/>
                      <a:chExt cx="214313" cy="214313"/>
                    </a:xfrm>
                  </p:grpSpPr>
                  <p:sp>
                    <p:nvSpPr>
                      <p:cNvPr id="21931" name="Arc 21930">
                        <a:extLst>
                          <a:ext uri="{FF2B5EF4-FFF2-40B4-BE49-F238E27FC236}">
                            <a16:creationId xmlns:a16="http://schemas.microsoft.com/office/drawing/2014/main" id="{EA1857C6-C1DB-CB4D-6570-BBDC748AE1A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932" name="Arc 21931">
                        <a:extLst>
                          <a:ext uri="{FF2B5EF4-FFF2-40B4-BE49-F238E27FC236}">
                            <a16:creationId xmlns:a16="http://schemas.microsoft.com/office/drawing/2014/main" id="{7C5CD984-6D6A-CC7F-92A0-9545A61B8F2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930" name="TextBox 21929">
                      <a:extLst>
                        <a:ext uri="{FF2B5EF4-FFF2-40B4-BE49-F238E27FC236}">
                          <a16:creationId xmlns:a16="http://schemas.microsoft.com/office/drawing/2014/main" id="{429D3C63-071B-077D-A675-23C6193743BB}"/>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1904" name="Group 21903">
                    <a:extLst>
                      <a:ext uri="{FF2B5EF4-FFF2-40B4-BE49-F238E27FC236}">
                        <a16:creationId xmlns:a16="http://schemas.microsoft.com/office/drawing/2014/main" id="{A9919344-2BC3-D4F2-4AD3-D8E27803D66F}"/>
                      </a:ext>
                    </a:extLst>
                  </p:cNvPr>
                  <p:cNvGrpSpPr/>
                  <p:nvPr/>
                </p:nvGrpSpPr>
                <p:grpSpPr>
                  <a:xfrm>
                    <a:off x="6512463" y="3525040"/>
                    <a:ext cx="393192" cy="393192"/>
                    <a:chOff x="6389147" y="3357021"/>
                    <a:chExt cx="393192" cy="393192"/>
                  </a:xfrm>
                </p:grpSpPr>
                <p:grpSp>
                  <p:nvGrpSpPr>
                    <p:cNvPr id="21916" name="Group 21915">
                      <a:extLst>
                        <a:ext uri="{FF2B5EF4-FFF2-40B4-BE49-F238E27FC236}">
                          <a16:creationId xmlns:a16="http://schemas.microsoft.com/office/drawing/2014/main" id="{C52F1F33-D85F-2674-41A4-D8C3088403DE}"/>
                        </a:ext>
                      </a:extLst>
                    </p:cNvPr>
                    <p:cNvGrpSpPr/>
                    <p:nvPr/>
                  </p:nvGrpSpPr>
                  <p:grpSpPr>
                    <a:xfrm rot="7200000" flipH="1">
                      <a:off x="6389147" y="3357021"/>
                      <a:ext cx="393192" cy="393192"/>
                      <a:chOff x="5354637" y="3446463"/>
                      <a:chExt cx="214313" cy="214313"/>
                    </a:xfrm>
                  </p:grpSpPr>
                  <p:sp>
                    <p:nvSpPr>
                      <p:cNvPr id="21925" name="Arc 21924">
                        <a:extLst>
                          <a:ext uri="{FF2B5EF4-FFF2-40B4-BE49-F238E27FC236}">
                            <a16:creationId xmlns:a16="http://schemas.microsoft.com/office/drawing/2014/main" id="{D44AEE43-9004-C10C-F129-74881CD5296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926" name="Arc 21925">
                        <a:extLst>
                          <a:ext uri="{FF2B5EF4-FFF2-40B4-BE49-F238E27FC236}">
                            <a16:creationId xmlns:a16="http://schemas.microsoft.com/office/drawing/2014/main" id="{01B1C4CE-1C0B-4102-1786-5D94D45A90F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917" name="Group 21916">
                      <a:extLst>
                        <a:ext uri="{FF2B5EF4-FFF2-40B4-BE49-F238E27FC236}">
                          <a16:creationId xmlns:a16="http://schemas.microsoft.com/office/drawing/2014/main" id="{B28C6B14-AA7B-C354-0AA4-25470FACFD40}"/>
                        </a:ext>
                      </a:extLst>
                    </p:cNvPr>
                    <p:cNvGrpSpPr/>
                    <p:nvPr/>
                  </p:nvGrpSpPr>
                  <p:grpSpPr>
                    <a:xfrm>
                      <a:off x="6434137" y="3402011"/>
                      <a:ext cx="303213" cy="303213"/>
                      <a:chOff x="6434137" y="3402011"/>
                      <a:chExt cx="303213" cy="303213"/>
                    </a:xfrm>
                  </p:grpSpPr>
                  <p:grpSp>
                    <p:nvGrpSpPr>
                      <p:cNvPr id="21918" name="Group 21917">
                        <a:extLst>
                          <a:ext uri="{FF2B5EF4-FFF2-40B4-BE49-F238E27FC236}">
                            <a16:creationId xmlns:a16="http://schemas.microsoft.com/office/drawing/2014/main" id="{232CB265-2676-56F0-17F5-419A769488B5}"/>
                          </a:ext>
                        </a:extLst>
                      </p:cNvPr>
                      <p:cNvGrpSpPr/>
                      <p:nvPr/>
                    </p:nvGrpSpPr>
                    <p:grpSpPr>
                      <a:xfrm flipH="1">
                        <a:off x="6478587" y="3446461"/>
                        <a:ext cx="214313" cy="214313"/>
                        <a:chOff x="5354637" y="3446463"/>
                        <a:chExt cx="214313" cy="214313"/>
                      </a:xfrm>
                    </p:grpSpPr>
                    <p:sp>
                      <p:nvSpPr>
                        <p:cNvPr id="21923" name="Arc 21922">
                          <a:extLst>
                            <a:ext uri="{FF2B5EF4-FFF2-40B4-BE49-F238E27FC236}">
                              <a16:creationId xmlns:a16="http://schemas.microsoft.com/office/drawing/2014/main" id="{9FD3849A-533A-8615-6B0F-B7AC1FC89C7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924" name="Arc 21923">
                          <a:extLst>
                            <a:ext uri="{FF2B5EF4-FFF2-40B4-BE49-F238E27FC236}">
                              <a16:creationId xmlns:a16="http://schemas.microsoft.com/office/drawing/2014/main" id="{33F3849D-2CF4-F927-D068-285EB81F4E3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919" name="Group 21918">
                        <a:extLst>
                          <a:ext uri="{FF2B5EF4-FFF2-40B4-BE49-F238E27FC236}">
                            <a16:creationId xmlns:a16="http://schemas.microsoft.com/office/drawing/2014/main" id="{E93FCBFB-33BF-6841-03C9-2C563A304140}"/>
                          </a:ext>
                        </a:extLst>
                      </p:cNvPr>
                      <p:cNvGrpSpPr/>
                      <p:nvPr/>
                    </p:nvGrpSpPr>
                    <p:grpSpPr>
                      <a:xfrm rot="14400000" flipH="1">
                        <a:off x="6434137" y="3402011"/>
                        <a:ext cx="303213" cy="303213"/>
                        <a:chOff x="5354637" y="3446463"/>
                        <a:chExt cx="214313" cy="214313"/>
                      </a:xfrm>
                    </p:grpSpPr>
                    <p:sp>
                      <p:nvSpPr>
                        <p:cNvPr id="21921" name="Arc 21920">
                          <a:extLst>
                            <a:ext uri="{FF2B5EF4-FFF2-40B4-BE49-F238E27FC236}">
                              <a16:creationId xmlns:a16="http://schemas.microsoft.com/office/drawing/2014/main" id="{3EC5B854-3173-965A-27EB-9319253AF4F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922" name="Arc 21921">
                          <a:extLst>
                            <a:ext uri="{FF2B5EF4-FFF2-40B4-BE49-F238E27FC236}">
                              <a16:creationId xmlns:a16="http://schemas.microsoft.com/office/drawing/2014/main" id="{796A83C1-C280-7BF2-6298-F97BFA3BA2E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920" name="TextBox 21919">
                        <a:extLst>
                          <a:ext uri="{FF2B5EF4-FFF2-40B4-BE49-F238E27FC236}">
                            <a16:creationId xmlns:a16="http://schemas.microsoft.com/office/drawing/2014/main" id="{DAC899AA-E683-4914-9E58-8D850A7CAE1D}"/>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905" name="Group 21904">
                    <a:extLst>
                      <a:ext uri="{FF2B5EF4-FFF2-40B4-BE49-F238E27FC236}">
                        <a16:creationId xmlns:a16="http://schemas.microsoft.com/office/drawing/2014/main" id="{856F68E1-4E80-5380-9BC8-8C454FAA0907}"/>
                      </a:ext>
                    </a:extLst>
                  </p:cNvPr>
                  <p:cNvGrpSpPr/>
                  <p:nvPr/>
                </p:nvGrpSpPr>
                <p:grpSpPr>
                  <a:xfrm>
                    <a:off x="6197413" y="3225768"/>
                    <a:ext cx="393192" cy="393192"/>
                    <a:chOff x="6389147" y="3932622"/>
                    <a:chExt cx="393192" cy="393192"/>
                  </a:xfrm>
                </p:grpSpPr>
                <p:grpSp>
                  <p:nvGrpSpPr>
                    <p:cNvPr id="21906" name="Group 21905">
                      <a:extLst>
                        <a:ext uri="{FF2B5EF4-FFF2-40B4-BE49-F238E27FC236}">
                          <a16:creationId xmlns:a16="http://schemas.microsoft.com/office/drawing/2014/main" id="{5A390DAC-29DD-84BE-BE9F-13196C1433D7}"/>
                        </a:ext>
                      </a:extLst>
                    </p:cNvPr>
                    <p:cNvGrpSpPr/>
                    <p:nvPr/>
                  </p:nvGrpSpPr>
                  <p:grpSpPr>
                    <a:xfrm flipH="1">
                      <a:off x="6478587" y="4022061"/>
                      <a:ext cx="214313" cy="214313"/>
                      <a:chOff x="5354637" y="3446463"/>
                      <a:chExt cx="214313" cy="214313"/>
                    </a:xfrm>
                  </p:grpSpPr>
                  <p:sp>
                    <p:nvSpPr>
                      <p:cNvPr id="21914" name="Arc 21913">
                        <a:extLst>
                          <a:ext uri="{FF2B5EF4-FFF2-40B4-BE49-F238E27FC236}">
                            <a16:creationId xmlns:a16="http://schemas.microsoft.com/office/drawing/2014/main" id="{5DF939BD-3D6C-EB86-CA6C-0C4DFC6F537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915" name="Arc 21914">
                        <a:extLst>
                          <a:ext uri="{FF2B5EF4-FFF2-40B4-BE49-F238E27FC236}">
                            <a16:creationId xmlns:a16="http://schemas.microsoft.com/office/drawing/2014/main" id="{C29C597B-F93D-3305-D6E5-64316616105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907" name="Group 21906">
                      <a:extLst>
                        <a:ext uri="{FF2B5EF4-FFF2-40B4-BE49-F238E27FC236}">
                          <a16:creationId xmlns:a16="http://schemas.microsoft.com/office/drawing/2014/main" id="{DCA48F64-67DD-F26B-75DE-39B02F5C132A}"/>
                        </a:ext>
                      </a:extLst>
                    </p:cNvPr>
                    <p:cNvGrpSpPr/>
                    <p:nvPr/>
                  </p:nvGrpSpPr>
                  <p:grpSpPr>
                    <a:xfrm rot="7200000" flipH="1">
                      <a:off x="6434137" y="3977611"/>
                      <a:ext cx="303213" cy="303213"/>
                      <a:chOff x="5354637" y="3446463"/>
                      <a:chExt cx="214313" cy="214313"/>
                    </a:xfrm>
                  </p:grpSpPr>
                  <p:sp>
                    <p:nvSpPr>
                      <p:cNvPr id="21912" name="Arc 21911">
                        <a:extLst>
                          <a:ext uri="{FF2B5EF4-FFF2-40B4-BE49-F238E27FC236}">
                            <a16:creationId xmlns:a16="http://schemas.microsoft.com/office/drawing/2014/main" id="{1FA662C0-772C-BB7F-49D6-6D719EAC354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913" name="Arc 21912">
                        <a:extLst>
                          <a:ext uri="{FF2B5EF4-FFF2-40B4-BE49-F238E27FC236}">
                            <a16:creationId xmlns:a16="http://schemas.microsoft.com/office/drawing/2014/main" id="{C349FB75-EDF4-4862-A121-80B737B7AFB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908" name="Group 21907">
                      <a:extLst>
                        <a:ext uri="{FF2B5EF4-FFF2-40B4-BE49-F238E27FC236}">
                          <a16:creationId xmlns:a16="http://schemas.microsoft.com/office/drawing/2014/main" id="{A3417407-410C-D056-BD3D-A9871F83C14C}"/>
                        </a:ext>
                      </a:extLst>
                    </p:cNvPr>
                    <p:cNvGrpSpPr/>
                    <p:nvPr/>
                  </p:nvGrpSpPr>
                  <p:grpSpPr>
                    <a:xfrm rot="14400000" flipH="1">
                      <a:off x="6389147" y="3932622"/>
                      <a:ext cx="393192" cy="393192"/>
                      <a:chOff x="5354637" y="3446463"/>
                      <a:chExt cx="214313" cy="214313"/>
                    </a:xfrm>
                  </p:grpSpPr>
                  <p:sp>
                    <p:nvSpPr>
                      <p:cNvPr id="21910" name="Arc 21909">
                        <a:extLst>
                          <a:ext uri="{FF2B5EF4-FFF2-40B4-BE49-F238E27FC236}">
                            <a16:creationId xmlns:a16="http://schemas.microsoft.com/office/drawing/2014/main" id="{5A02B10D-0AD9-D409-B1BF-F6CC8716760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911" name="Arc 21910">
                        <a:extLst>
                          <a:ext uri="{FF2B5EF4-FFF2-40B4-BE49-F238E27FC236}">
                            <a16:creationId xmlns:a16="http://schemas.microsoft.com/office/drawing/2014/main" id="{5768BC8D-BB8D-305A-557B-906F7BD7387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909" name="TextBox 21908">
                      <a:extLst>
                        <a:ext uri="{FF2B5EF4-FFF2-40B4-BE49-F238E27FC236}">
                          <a16:creationId xmlns:a16="http://schemas.microsoft.com/office/drawing/2014/main" id="{64E1E126-978F-2703-40D0-1DE07EB7C279}"/>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21805" name="Group 21804">
                <a:extLst>
                  <a:ext uri="{FF2B5EF4-FFF2-40B4-BE49-F238E27FC236}">
                    <a16:creationId xmlns:a16="http://schemas.microsoft.com/office/drawing/2014/main" id="{86C3EA27-738C-393B-AD66-AD44B1ED39E8}"/>
                  </a:ext>
                </a:extLst>
              </p:cNvPr>
              <p:cNvGrpSpPr/>
              <p:nvPr/>
            </p:nvGrpSpPr>
            <p:grpSpPr>
              <a:xfrm>
                <a:off x="6065340" y="2039507"/>
                <a:ext cx="1643204" cy="1593124"/>
                <a:chOff x="5445106" y="2644743"/>
                <a:chExt cx="1643204" cy="1593124"/>
              </a:xfrm>
            </p:grpSpPr>
            <p:grpSp>
              <p:nvGrpSpPr>
                <p:cNvPr id="21806" name="Group 21805">
                  <a:extLst>
                    <a:ext uri="{FF2B5EF4-FFF2-40B4-BE49-F238E27FC236}">
                      <a16:creationId xmlns:a16="http://schemas.microsoft.com/office/drawing/2014/main" id="{DAE72FFC-0ED3-1B87-2721-03A341B5B679}"/>
                    </a:ext>
                  </a:extLst>
                </p:cNvPr>
                <p:cNvGrpSpPr/>
                <p:nvPr/>
              </p:nvGrpSpPr>
              <p:grpSpPr>
                <a:xfrm>
                  <a:off x="5445106" y="2644743"/>
                  <a:ext cx="1019224" cy="991639"/>
                  <a:chOff x="5886431" y="3225768"/>
                  <a:chExt cx="1019224" cy="991639"/>
                </a:xfrm>
              </p:grpSpPr>
              <p:grpSp>
                <p:nvGrpSpPr>
                  <p:cNvPr id="21854" name="Group 21853">
                    <a:extLst>
                      <a:ext uri="{FF2B5EF4-FFF2-40B4-BE49-F238E27FC236}">
                        <a16:creationId xmlns:a16="http://schemas.microsoft.com/office/drawing/2014/main" id="{43E49478-3F35-B091-2798-2E72C31C28CE}"/>
                      </a:ext>
                    </a:extLst>
                  </p:cNvPr>
                  <p:cNvGrpSpPr/>
                  <p:nvPr/>
                </p:nvGrpSpPr>
                <p:grpSpPr>
                  <a:xfrm>
                    <a:off x="6197413" y="3824215"/>
                    <a:ext cx="393192" cy="393192"/>
                    <a:chOff x="5265196" y="3357021"/>
                    <a:chExt cx="393192" cy="393192"/>
                  </a:xfrm>
                </p:grpSpPr>
                <p:grpSp>
                  <p:nvGrpSpPr>
                    <p:cNvPr id="21889" name="Group 21888">
                      <a:extLst>
                        <a:ext uri="{FF2B5EF4-FFF2-40B4-BE49-F238E27FC236}">
                          <a16:creationId xmlns:a16="http://schemas.microsoft.com/office/drawing/2014/main" id="{81C94D7D-B80D-BFE0-1A1C-3D6C196C1FDE}"/>
                        </a:ext>
                      </a:extLst>
                    </p:cNvPr>
                    <p:cNvGrpSpPr/>
                    <p:nvPr/>
                  </p:nvGrpSpPr>
                  <p:grpSpPr>
                    <a:xfrm rot="14400000">
                      <a:off x="5265196" y="3357021"/>
                      <a:ext cx="393192" cy="393192"/>
                      <a:chOff x="5354637" y="3446463"/>
                      <a:chExt cx="214313" cy="214313"/>
                    </a:xfrm>
                  </p:grpSpPr>
                  <p:sp>
                    <p:nvSpPr>
                      <p:cNvPr id="21898" name="Arc 21897">
                        <a:extLst>
                          <a:ext uri="{FF2B5EF4-FFF2-40B4-BE49-F238E27FC236}">
                            <a16:creationId xmlns:a16="http://schemas.microsoft.com/office/drawing/2014/main" id="{BDEE34B9-0FF3-DBCF-B811-340255E429F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899" name="Arc 21898">
                        <a:extLst>
                          <a:ext uri="{FF2B5EF4-FFF2-40B4-BE49-F238E27FC236}">
                            <a16:creationId xmlns:a16="http://schemas.microsoft.com/office/drawing/2014/main" id="{88C7AEC9-FF7F-A1A9-F994-68AD3A78CAD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890" name="Group 21889">
                      <a:extLst>
                        <a:ext uri="{FF2B5EF4-FFF2-40B4-BE49-F238E27FC236}">
                          <a16:creationId xmlns:a16="http://schemas.microsoft.com/office/drawing/2014/main" id="{2F923BED-A80D-110B-0234-A98F4047F8B6}"/>
                        </a:ext>
                      </a:extLst>
                    </p:cNvPr>
                    <p:cNvGrpSpPr/>
                    <p:nvPr/>
                  </p:nvGrpSpPr>
                  <p:grpSpPr>
                    <a:xfrm>
                      <a:off x="5310186" y="3402011"/>
                      <a:ext cx="303213" cy="303213"/>
                      <a:chOff x="5310186" y="3402011"/>
                      <a:chExt cx="303213" cy="303213"/>
                    </a:xfrm>
                  </p:grpSpPr>
                  <p:grpSp>
                    <p:nvGrpSpPr>
                      <p:cNvPr id="21891" name="Group 21890">
                        <a:extLst>
                          <a:ext uri="{FF2B5EF4-FFF2-40B4-BE49-F238E27FC236}">
                            <a16:creationId xmlns:a16="http://schemas.microsoft.com/office/drawing/2014/main" id="{ADEA67B2-3645-8491-5AC4-56065B4E66F9}"/>
                          </a:ext>
                        </a:extLst>
                      </p:cNvPr>
                      <p:cNvGrpSpPr/>
                      <p:nvPr/>
                    </p:nvGrpSpPr>
                    <p:grpSpPr>
                      <a:xfrm>
                        <a:off x="5354636" y="3446461"/>
                        <a:ext cx="214313" cy="214313"/>
                        <a:chOff x="5354637" y="3446463"/>
                        <a:chExt cx="214313" cy="214313"/>
                      </a:xfrm>
                    </p:grpSpPr>
                    <p:sp>
                      <p:nvSpPr>
                        <p:cNvPr id="21896" name="Arc 21895">
                          <a:extLst>
                            <a:ext uri="{FF2B5EF4-FFF2-40B4-BE49-F238E27FC236}">
                              <a16:creationId xmlns:a16="http://schemas.microsoft.com/office/drawing/2014/main" id="{32FCBD7B-C84F-935E-181B-7406653156F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897" name="Arc 21896">
                          <a:extLst>
                            <a:ext uri="{FF2B5EF4-FFF2-40B4-BE49-F238E27FC236}">
                              <a16:creationId xmlns:a16="http://schemas.microsoft.com/office/drawing/2014/main" id="{C75B21B1-7F4D-CC77-6798-6662F3BD4DA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892" name="Group 21891">
                        <a:extLst>
                          <a:ext uri="{FF2B5EF4-FFF2-40B4-BE49-F238E27FC236}">
                            <a16:creationId xmlns:a16="http://schemas.microsoft.com/office/drawing/2014/main" id="{BB1FC029-67CD-9092-F9AC-2EF2D95355F2}"/>
                          </a:ext>
                        </a:extLst>
                      </p:cNvPr>
                      <p:cNvGrpSpPr/>
                      <p:nvPr/>
                    </p:nvGrpSpPr>
                    <p:grpSpPr>
                      <a:xfrm rot="7200000">
                        <a:off x="5310186" y="3402011"/>
                        <a:ext cx="303213" cy="303213"/>
                        <a:chOff x="5354637" y="3446463"/>
                        <a:chExt cx="214313" cy="214313"/>
                      </a:xfrm>
                    </p:grpSpPr>
                    <p:sp>
                      <p:nvSpPr>
                        <p:cNvPr id="21894" name="Arc 21893">
                          <a:extLst>
                            <a:ext uri="{FF2B5EF4-FFF2-40B4-BE49-F238E27FC236}">
                              <a16:creationId xmlns:a16="http://schemas.microsoft.com/office/drawing/2014/main" id="{D0EB104C-8E67-D994-BBBC-5977EA01FDD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895" name="Arc 21894">
                          <a:extLst>
                            <a:ext uri="{FF2B5EF4-FFF2-40B4-BE49-F238E27FC236}">
                              <a16:creationId xmlns:a16="http://schemas.microsoft.com/office/drawing/2014/main" id="{77A36C31-DF2A-8BE1-FABE-DD0F77D71AE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893" name="TextBox 21892">
                        <a:extLst>
                          <a:ext uri="{FF2B5EF4-FFF2-40B4-BE49-F238E27FC236}">
                            <a16:creationId xmlns:a16="http://schemas.microsoft.com/office/drawing/2014/main" id="{610941A0-BE47-9105-80EE-F514942CAB23}"/>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855" name="Group 21854">
                    <a:extLst>
                      <a:ext uri="{FF2B5EF4-FFF2-40B4-BE49-F238E27FC236}">
                        <a16:creationId xmlns:a16="http://schemas.microsoft.com/office/drawing/2014/main" id="{57AAB871-6D73-8233-87AA-1C0374A0F1D9}"/>
                      </a:ext>
                    </a:extLst>
                  </p:cNvPr>
                  <p:cNvGrpSpPr/>
                  <p:nvPr/>
                </p:nvGrpSpPr>
                <p:grpSpPr>
                  <a:xfrm>
                    <a:off x="5886431" y="3525040"/>
                    <a:ext cx="393192" cy="393192"/>
                    <a:chOff x="5265196" y="3932619"/>
                    <a:chExt cx="393192" cy="393192"/>
                  </a:xfrm>
                </p:grpSpPr>
                <p:grpSp>
                  <p:nvGrpSpPr>
                    <p:cNvPr id="21879" name="Group 21878">
                      <a:extLst>
                        <a:ext uri="{FF2B5EF4-FFF2-40B4-BE49-F238E27FC236}">
                          <a16:creationId xmlns:a16="http://schemas.microsoft.com/office/drawing/2014/main" id="{0DA34AC7-5F16-C518-E19E-434EDF031003}"/>
                        </a:ext>
                      </a:extLst>
                    </p:cNvPr>
                    <p:cNvGrpSpPr/>
                    <p:nvPr/>
                  </p:nvGrpSpPr>
                  <p:grpSpPr>
                    <a:xfrm>
                      <a:off x="5354636" y="4022061"/>
                      <a:ext cx="214313" cy="214313"/>
                      <a:chOff x="5354637" y="3446463"/>
                      <a:chExt cx="214313" cy="214313"/>
                    </a:xfrm>
                  </p:grpSpPr>
                  <p:sp>
                    <p:nvSpPr>
                      <p:cNvPr id="21887" name="Arc 21886">
                        <a:extLst>
                          <a:ext uri="{FF2B5EF4-FFF2-40B4-BE49-F238E27FC236}">
                            <a16:creationId xmlns:a16="http://schemas.microsoft.com/office/drawing/2014/main" id="{79F088C7-022F-B832-D425-9C48084E8EE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888" name="Arc 21887">
                        <a:extLst>
                          <a:ext uri="{FF2B5EF4-FFF2-40B4-BE49-F238E27FC236}">
                            <a16:creationId xmlns:a16="http://schemas.microsoft.com/office/drawing/2014/main" id="{D708D881-96CB-BD27-A1E1-B324EE6EE92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880" name="Group 21879">
                      <a:extLst>
                        <a:ext uri="{FF2B5EF4-FFF2-40B4-BE49-F238E27FC236}">
                          <a16:creationId xmlns:a16="http://schemas.microsoft.com/office/drawing/2014/main" id="{3D9E52F6-DB18-89B9-AC66-319A4B9CCC2F}"/>
                        </a:ext>
                      </a:extLst>
                    </p:cNvPr>
                    <p:cNvGrpSpPr/>
                    <p:nvPr/>
                  </p:nvGrpSpPr>
                  <p:grpSpPr>
                    <a:xfrm rot="14400000">
                      <a:off x="5310186" y="3977611"/>
                      <a:ext cx="303213" cy="303213"/>
                      <a:chOff x="5354637" y="3446463"/>
                      <a:chExt cx="214313" cy="214313"/>
                    </a:xfrm>
                  </p:grpSpPr>
                  <p:sp>
                    <p:nvSpPr>
                      <p:cNvPr id="21885" name="Arc 21884">
                        <a:extLst>
                          <a:ext uri="{FF2B5EF4-FFF2-40B4-BE49-F238E27FC236}">
                            <a16:creationId xmlns:a16="http://schemas.microsoft.com/office/drawing/2014/main" id="{7D06A5E0-9C74-A638-C607-902ACDC12BB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886" name="Arc 21885">
                        <a:extLst>
                          <a:ext uri="{FF2B5EF4-FFF2-40B4-BE49-F238E27FC236}">
                            <a16:creationId xmlns:a16="http://schemas.microsoft.com/office/drawing/2014/main" id="{9D88D345-2333-B8C8-5BFA-193032FC902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881" name="Group 21880">
                      <a:extLst>
                        <a:ext uri="{FF2B5EF4-FFF2-40B4-BE49-F238E27FC236}">
                          <a16:creationId xmlns:a16="http://schemas.microsoft.com/office/drawing/2014/main" id="{9A3908A2-35C8-1C1C-AE57-1B982AC2872D}"/>
                        </a:ext>
                      </a:extLst>
                    </p:cNvPr>
                    <p:cNvGrpSpPr/>
                    <p:nvPr/>
                  </p:nvGrpSpPr>
                  <p:grpSpPr>
                    <a:xfrm rot="7200000">
                      <a:off x="5265196" y="3932619"/>
                      <a:ext cx="393192" cy="393192"/>
                      <a:chOff x="5354637" y="3446463"/>
                      <a:chExt cx="214313" cy="214313"/>
                    </a:xfrm>
                  </p:grpSpPr>
                  <p:sp>
                    <p:nvSpPr>
                      <p:cNvPr id="21883" name="Arc 21882">
                        <a:extLst>
                          <a:ext uri="{FF2B5EF4-FFF2-40B4-BE49-F238E27FC236}">
                            <a16:creationId xmlns:a16="http://schemas.microsoft.com/office/drawing/2014/main" id="{A3676652-209F-34AB-8409-97972055507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884" name="Arc 21883">
                        <a:extLst>
                          <a:ext uri="{FF2B5EF4-FFF2-40B4-BE49-F238E27FC236}">
                            <a16:creationId xmlns:a16="http://schemas.microsoft.com/office/drawing/2014/main" id="{E731729C-161C-5895-20DD-AE0B911DBCF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882" name="TextBox 21881">
                      <a:extLst>
                        <a:ext uri="{FF2B5EF4-FFF2-40B4-BE49-F238E27FC236}">
                          <a16:creationId xmlns:a16="http://schemas.microsoft.com/office/drawing/2014/main" id="{D7C6067B-33EB-A3AA-644C-5ADC4973F3B0}"/>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1856" name="Group 21855">
                    <a:extLst>
                      <a:ext uri="{FF2B5EF4-FFF2-40B4-BE49-F238E27FC236}">
                        <a16:creationId xmlns:a16="http://schemas.microsoft.com/office/drawing/2014/main" id="{B001A2A0-896E-95FC-8CA1-831A4F009140}"/>
                      </a:ext>
                    </a:extLst>
                  </p:cNvPr>
                  <p:cNvGrpSpPr/>
                  <p:nvPr/>
                </p:nvGrpSpPr>
                <p:grpSpPr>
                  <a:xfrm>
                    <a:off x="6512463" y="3525040"/>
                    <a:ext cx="393192" cy="393192"/>
                    <a:chOff x="6389147" y="3357021"/>
                    <a:chExt cx="393192" cy="393192"/>
                  </a:xfrm>
                </p:grpSpPr>
                <p:grpSp>
                  <p:nvGrpSpPr>
                    <p:cNvPr id="21868" name="Group 21867">
                      <a:extLst>
                        <a:ext uri="{FF2B5EF4-FFF2-40B4-BE49-F238E27FC236}">
                          <a16:creationId xmlns:a16="http://schemas.microsoft.com/office/drawing/2014/main" id="{A70269F4-DAF3-A48A-430D-13FFB3AE9246}"/>
                        </a:ext>
                      </a:extLst>
                    </p:cNvPr>
                    <p:cNvGrpSpPr/>
                    <p:nvPr/>
                  </p:nvGrpSpPr>
                  <p:grpSpPr>
                    <a:xfrm rot="7200000" flipH="1">
                      <a:off x="6389147" y="3357021"/>
                      <a:ext cx="393192" cy="393192"/>
                      <a:chOff x="5354637" y="3446463"/>
                      <a:chExt cx="214313" cy="214313"/>
                    </a:xfrm>
                  </p:grpSpPr>
                  <p:sp>
                    <p:nvSpPr>
                      <p:cNvPr id="21877" name="Arc 21876">
                        <a:extLst>
                          <a:ext uri="{FF2B5EF4-FFF2-40B4-BE49-F238E27FC236}">
                            <a16:creationId xmlns:a16="http://schemas.microsoft.com/office/drawing/2014/main" id="{57F905C9-73B7-2052-DE9F-0658885AF26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878" name="Arc 21877">
                        <a:extLst>
                          <a:ext uri="{FF2B5EF4-FFF2-40B4-BE49-F238E27FC236}">
                            <a16:creationId xmlns:a16="http://schemas.microsoft.com/office/drawing/2014/main" id="{582FB92E-5B8A-8BE4-2D3F-6976C18BF07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869" name="Group 21868">
                      <a:extLst>
                        <a:ext uri="{FF2B5EF4-FFF2-40B4-BE49-F238E27FC236}">
                          <a16:creationId xmlns:a16="http://schemas.microsoft.com/office/drawing/2014/main" id="{A1705460-2A55-5857-9EDC-397672F1991E}"/>
                        </a:ext>
                      </a:extLst>
                    </p:cNvPr>
                    <p:cNvGrpSpPr/>
                    <p:nvPr/>
                  </p:nvGrpSpPr>
                  <p:grpSpPr>
                    <a:xfrm>
                      <a:off x="6434137" y="3402011"/>
                      <a:ext cx="303213" cy="303213"/>
                      <a:chOff x="6434137" y="3402011"/>
                      <a:chExt cx="303213" cy="303213"/>
                    </a:xfrm>
                  </p:grpSpPr>
                  <p:grpSp>
                    <p:nvGrpSpPr>
                      <p:cNvPr id="21870" name="Group 21869">
                        <a:extLst>
                          <a:ext uri="{FF2B5EF4-FFF2-40B4-BE49-F238E27FC236}">
                            <a16:creationId xmlns:a16="http://schemas.microsoft.com/office/drawing/2014/main" id="{54C34D7C-209B-5C96-F391-F18D39C3223A}"/>
                          </a:ext>
                        </a:extLst>
                      </p:cNvPr>
                      <p:cNvGrpSpPr/>
                      <p:nvPr/>
                    </p:nvGrpSpPr>
                    <p:grpSpPr>
                      <a:xfrm flipH="1">
                        <a:off x="6478587" y="3446461"/>
                        <a:ext cx="214313" cy="214313"/>
                        <a:chOff x="5354637" y="3446463"/>
                        <a:chExt cx="214313" cy="214313"/>
                      </a:xfrm>
                    </p:grpSpPr>
                    <p:sp>
                      <p:nvSpPr>
                        <p:cNvPr id="21875" name="Arc 21874">
                          <a:extLst>
                            <a:ext uri="{FF2B5EF4-FFF2-40B4-BE49-F238E27FC236}">
                              <a16:creationId xmlns:a16="http://schemas.microsoft.com/office/drawing/2014/main" id="{7778F47C-0199-FF19-D367-BDCF63E1C94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876" name="Arc 21875">
                          <a:extLst>
                            <a:ext uri="{FF2B5EF4-FFF2-40B4-BE49-F238E27FC236}">
                              <a16:creationId xmlns:a16="http://schemas.microsoft.com/office/drawing/2014/main" id="{9FAF7B71-49F5-566F-11C8-EF5B2BD7020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871" name="Group 21870">
                        <a:extLst>
                          <a:ext uri="{FF2B5EF4-FFF2-40B4-BE49-F238E27FC236}">
                            <a16:creationId xmlns:a16="http://schemas.microsoft.com/office/drawing/2014/main" id="{9CF760F4-8AD5-A9C0-2D6C-0F519F8DEF2A}"/>
                          </a:ext>
                        </a:extLst>
                      </p:cNvPr>
                      <p:cNvGrpSpPr/>
                      <p:nvPr/>
                    </p:nvGrpSpPr>
                    <p:grpSpPr>
                      <a:xfrm rot="14400000" flipH="1">
                        <a:off x="6434137" y="3402011"/>
                        <a:ext cx="303213" cy="303213"/>
                        <a:chOff x="5354637" y="3446463"/>
                        <a:chExt cx="214313" cy="214313"/>
                      </a:xfrm>
                    </p:grpSpPr>
                    <p:sp>
                      <p:nvSpPr>
                        <p:cNvPr id="21873" name="Arc 21872">
                          <a:extLst>
                            <a:ext uri="{FF2B5EF4-FFF2-40B4-BE49-F238E27FC236}">
                              <a16:creationId xmlns:a16="http://schemas.microsoft.com/office/drawing/2014/main" id="{4F780024-32DB-CF36-83F2-513A4E05457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874" name="Arc 21873">
                          <a:extLst>
                            <a:ext uri="{FF2B5EF4-FFF2-40B4-BE49-F238E27FC236}">
                              <a16:creationId xmlns:a16="http://schemas.microsoft.com/office/drawing/2014/main" id="{C94A4D20-CF37-4CE7-12B0-7A4A567DA1E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872" name="TextBox 21871">
                        <a:extLst>
                          <a:ext uri="{FF2B5EF4-FFF2-40B4-BE49-F238E27FC236}">
                            <a16:creationId xmlns:a16="http://schemas.microsoft.com/office/drawing/2014/main" id="{CD3C62EB-9F46-F208-9298-3B90942BFED5}"/>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857" name="Group 21856">
                    <a:extLst>
                      <a:ext uri="{FF2B5EF4-FFF2-40B4-BE49-F238E27FC236}">
                        <a16:creationId xmlns:a16="http://schemas.microsoft.com/office/drawing/2014/main" id="{52368E55-AAE7-EEF9-F86A-1C0D7D7756F2}"/>
                      </a:ext>
                    </a:extLst>
                  </p:cNvPr>
                  <p:cNvGrpSpPr/>
                  <p:nvPr/>
                </p:nvGrpSpPr>
                <p:grpSpPr>
                  <a:xfrm>
                    <a:off x="6197413" y="3225768"/>
                    <a:ext cx="393192" cy="393192"/>
                    <a:chOff x="6389147" y="3932622"/>
                    <a:chExt cx="393192" cy="393192"/>
                  </a:xfrm>
                </p:grpSpPr>
                <p:grpSp>
                  <p:nvGrpSpPr>
                    <p:cNvPr id="21858" name="Group 21857">
                      <a:extLst>
                        <a:ext uri="{FF2B5EF4-FFF2-40B4-BE49-F238E27FC236}">
                          <a16:creationId xmlns:a16="http://schemas.microsoft.com/office/drawing/2014/main" id="{7EB33FC6-5E02-66A5-547F-8077677F20CA}"/>
                        </a:ext>
                      </a:extLst>
                    </p:cNvPr>
                    <p:cNvGrpSpPr/>
                    <p:nvPr/>
                  </p:nvGrpSpPr>
                  <p:grpSpPr>
                    <a:xfrm flipH="1">
                      <a:off x="6478587" y="4022061"/>
                      <a:ext cx="214313" cy="214313"/>
                      <a:chOff x="5354637" y="3446463"/>
                      <a:chExt cx="214313" cy="214313"/>
                    </a:xfrm>
                  </p:grpSpPr>
                  <p:sp>
                    <p:nvSpPr>
                      <p:cNvPr id="21866" name="Arc 21865">
                        <a:extLst>
                          <a:ext uri="{FF2B5EF4-FFF2-40B4-BE49-F238E27FC236}">
                            <a16:creationId xmlns:a16="http://schemas.microsoft.com/office/drawing/2014/main" id="{93298EAD-92FA-D054-FF48-6E1E7EBF948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867" name="Arc 21866">
                        <a:extLst>
                          <a:ext uri="{FF2B5EF4-FFF2-40B4-BE49-F238E27FC236}">
                            <a16:creationId xmlns:a16="http://schemas.microsoft.com/office/drawing/2014/main" id="{9DE4337D-6D00-5ADA-D26F-8C2076F9520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859" name="Group 21858">
                      <a:extLst>
                        <a:ext uri="{FF2B5EF4-FFF2-40B4-BE49-F238E27FC236}">
                          <a16:creationId xmlns:a16="http://schemas.microsoft.com/office/drawing/2014/main" id="{8E6676D6-9149-2E88-AF09-2F6873395876}"/>
                        </a:ext>
                      </a:extLst>
                    </p:cNvPr>
                    <p:cNvGrpSpPr/>
                    <p:nvPr/>
                  </p:nvGrpSpPr>
                  <p:grpSpPr>
                    <a:xfrm rot="7200000" flipH="1">
                      <a:off x="6434137" y="3977611"/>
                      <a:ext cx="303213" cy="303213"/>
                      <a:chOff x="5354637" y="3446463"/>
                      <a:chExt cx="214313" cy="214313"/>
                    </a:xfrm>
                  </p:grpSpPr>
                  <p:sp>
                    <p:nvSpPr>
                      <p:cNvPr id="21864" name="Arc 21863">
                        <a:extLst>
                          <a:ext uri="{FF2B5EF4-FFF2-40B4-BE49-F238E27FC236}">
                            <a16:creationId xmlns:a16="http://schemas.microsoft.com/office/drawing/2014/main" id="{9945C489-D4C6-7BA7-AEA0-5E5E9E0E012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865" name="Arc 21864">
                        <a:extLst>
                          <a:ext uri="{FF2B5EF4-FFF2-40B4-BE49-F238E27FC236}">
                            <a16:creationId xmlns:a16="http://schemas.microsoft.com/office/drawing/2014/main" id="{E1F2F6CE-C204-A247-4E4B-780FA12E6A3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860" name="Group 21859">
                      <a:extLst>
                        <a:ext uri="{FF2B5EF4-FFF2-40B4-BE49-F238E27FC236}">
                          <a16:creationId xmlns:a16="http://schemas.microsoft.com/office/drawing/2014/main" id="{BCC8BDEF-E785-4E45-AE63-032D7529E960}"/>
                        </a:ext>
                      </a:extLst>
                    </p:cNvPr>
                    <p:cNvGrpSpPr/>
                    <p:nvPr/>
                  </p:nvGrpSpPr>
                  <p:grpSpPr>
                    <a:xfrm rot="14400000" flipH="1">
                      <a:off x="6389147" y="3932622"/>
                      <a:ext cx="393192" cy="393192"/>
                      <a:chOff x="5354637" y="3446463"/>
                      <a:chExt cx="214313" cy="214313"/>
                    </a:xfrm>
                  </p:grpSpPr>
                  <p:sp>
                    <p:nvSpPr>
                      <p:cNvPr id="21862" name="Arc 21861">
                        <a:extLst>
                          <a:ext uri="{FF2B5EF4-FFF2-40B4-BE49-F238E27FC236}">
                            <a16:creationId xmlns:a16="http://schemas.microsoft.com/office/drawing/2014/main" id="{932ACE12-1E7F-0D04-F0F0-6DDEB56A211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863" name="Arc 21862">
                        <a:extLst>
                          <a:ext uri="{FF2B5EF4-FFF2-40B4-BE49-F238E27FC236}">
                            <a16:creationId xmlns:a16="http://schemas.microsoft.com/office/drawing/2014/main" id="{E023317C-34D9-9653-F9F5-6AFE85ACC9F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861" name="TextBox 21860">
                      <a:extLst>
                        <a:ext uri="{FF2B5EF4-FFF2-40B4-BE49-F238E27FC236}">
                          <a16:creationId xmlns:a16="http://schemas.microsoft.com/office/drawing/2014/main" id="{9BA48E32-3659-FD34-E3E0-2CC710AA817B}"/>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807" name="Group 21806">
                  <a:extLst>
                    <a:ext uri="{FF2B5EF4-FFF2-40B4-BE49-F238E27FC236}">
                      <a16:creationId xmlns:a16="http://schemas.microsoft.com/office/drawing/2014/main" id="{5C444126-42ED-B1AD-7084-CB2FEEA9C053}"/>
                    </a:ext>
                  </a:extLst>
                </p:cNvPr>
                <p:cNvGrpSpPr/>
                <p:nvPr/>
              </p:nvGrpSpPr>
              <p:grpSpPr>
                <a:xfrm>
                  <a:off x="6069086" y="3246228"/>
                  <a:ext cx="1019224" cy="991639"/>
                  <a:chOff x="5886431" y="3225768"/>
                  <a:chExt cx="1019224" cy="991639"/>
                </a:xfrm>
              </p:grpSpPr>
              <p:grpSp>
                <p:nvGrpSpPr>
                  <p:cNvPr id="21808" name="Group 21807">
                    <a:extLst>
                      <a:ext uri="{FF2B5EF4-FFF2-40B4-BE49-F238E27FC236}">
                        <a16:creationId xmlns:a16="http://schemas.microsoft.com/office/drawing/2014/main" id="{ECB1254F-EF43-DBB2-D9A5-D14ECA8222F9}"/>
                      </a:ext>
                    </a:extLst>
                  </p:cNvPr>
                  <p:cNvGrpSpPr/>
                  <p:nvPr/>
                </p:nvGrpSpPr>
                <p:grpSpPr>
                  <a:xfrm>
                    <a:off x="6197413" y="3824215"/>
                    <a:ext cx="393192" cy="393192"/>
                    <a:chOff x="5265196" y="3357021"/>
                    <a:chExt cx="393192" cy="393192"/>
                  </a:xfrm>
                </p:grpSpPr>
                <p:grpSp>
                  <p:nvGrpSpPr>
                    <p:cNvPr id="21843" name="Group 21842">
                      <a:extLst>
                        <a:ext uri="{FF2B5EF4-FFF2-40B4-BE49-F238E27FC236}">
                          <a16:creationId xmlns:a16="http://schemas.microsoft.com/office/drawing/2014/main" id="{AF85C0EF-9409-B5E1-0771-C0B34AA08C48}"/>
                        </a:ext>
                      </a:extLst>
                    </p:cNvPr>
                    <p:cNvGrpSpPr/>
                    <p:nvPr/>
                  </p:nvGrpSpPr>
                  <p:grpSpPr>
                    <a:xfrm rot="14400000">
                      <a:off x="5265196" y="3357021"/>
                      <a:ext cx="393192" cy="393192"/>
                      <a:chOff x="5354637" y="3446463"/>
                      <a:chExt cx="214313" cy="214313"/>
                    </a:xfrm>
                  </p:grpSpPr>
                  <p:sp>
                    <p:nvSpPr>
                      <p:cNvPr id="21852" name="Arc 21851">
                        <a:extLst>
                          <a:ext uri="{FF2B5EF4-FFF2-40B4-BE49-F238E27FC236}">
                            <a16:creationId xmlns:a16="http://schemas.microsoft.com/office/drawing/2014/main" id="{4DB49FB3-F880-8434-64D7-A7B38C32126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853" name="Arc 21852">
                        <a:extLst>
                          <a:ext uri="{FF2B5EF4-FFF2-40B4-BE49-F238E27FC236}">
                            <a16:creationId xmlns:a16="http://schemas.microsoft.com/office/drawing/2014/main" id="{0B81B1FA-80BD-2BD8-1D47-75BCD105CC6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844" name="Group 21843">
                      <a:extLst>
                        <a:ext uri="{FF2B5EF4-FFF2-40B4-BE49-F238E27FC236}">
                          <a16:creationId xmlns:a16="http://schemas.microsoft.com/office/drawing/2014/main" id="{18A43DE4-B00B-6D84-8684-E86636BE3632}"/>
                        </a:ext>
                      </a:extLst>
                    </p:cNvPr>
                    <p:cNvGrpSpPr/>
                    <p:nvPr/>
                  </p:nvGrpSpPr>
                  <p:grpSpPr>
                    <a:xfrm>
                      <a:off x="5310186" y="3402011"/>
                      <a:ext cx="303213" cy="303213"/>
                      <a:chOff x="5310186" y="3402011"/>
                      <a:chExt cx="303213" cy="303213"/>
                    </a:xfrm>
                  </p:grpSpPr>
                  <p:grpSp>
                    <p:nvGrpSpPr>
                      <p:cNvPr id="21845" name="Group 21844">
                        <a:extLst>
                          <a:ext uri="{FF2B5EF4-FFF2-40B4-BE49-F238E27FC236}">
                            <a16:creationId xmlns:a16="http://schemas.microsoft.com/office/drawing/2014/main" id="{8043C0E3-928C-A7C8-3047-9E6EA96CEB7A}"/>
                          </a:ext>
                        </a:extLst>
                      </p:cNvPr>
                      <p:cNvGrpSpPr/>
                      <p:nvPr/>
                    </p:nvGrpSpPr>
                    <p:grpSpPr>
                      <a:xfrm>
                        <a:off x="5354636" y="3446461"/>
                        <a:ext cx="214313" cy="214313"/>
                        <a:chOff x="5354637" y="3446463"/>
                        <a:chExt cx="214313" cy="214313"/>
                      </a:xfrm>
                    </p:grpSpPr>
                    <p:sp>
                      <p:nvSpPr>
                        <p:cNvPr id="21850" name="Arc 21849">
                          <a:extLst>
                            <a:ext uri="{FF2B5EF4-FFF2-40B4-BE49-F238E27FC236}">
                              <a16:creationId xmlns:a16="http://schemas.microsoft.com/office/drawing/2014/main" id="{8E55EEAB-4718-F034-2FE5-D3F7E81E347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851" name="Arc 21850">
                          <a:extLst>
                            <a:ext uri="{FF2B5EF4-FFF2-40B4-BE49-F238E27FC236}">
                              <a16:creationId xmlns:a16="http://schemas.microsoft.com/office/drawing/2014/main" id="{5D44271A-D715-8E71-CC2C-8886C8E14FD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846" name="Group 21845">
                        <a:extLst>
                          <a:ext uri="{FF2B5EF4-FFF2-40B4-BE49-F238E27FC236}">
                            <a16:creationId xmlns:a16="http://schemas.microsoft.com/office/drawing/2014/main" id="{B1DC01CF-82C9-FF48-10BC-D397FFB30729}"/>
                          </a:ext>
                        </a:extLst>
                      </p:cNvPr>
                      <p:cNvGrpSpPr/>
                      <p:nvPr/>
                    </p:nvGrpSpPr>
                    <p:grpSpPr>
                      <a:xfrm rot="7200000">
                        <a:off x="5310186" y="3402011"/>
                        <a:ext cx="303213" cy="303213"/>
                        <a:chOff x="5354637" y="3446463"/>
                        <a:chExt cx="214313" cy="214313"/>
                      </a:xfrm>
                    </p:grpSpPr>
                    <p:sp>
                      <p:nvSpPr>
                        <p:cNvPr id="21848" name="Arc 21847">
                          <a:extLst>
                            <a:ext uri="{FF2B5EF4-FFF2-40B4-BE49-F238E27FC236}">
                              <a16:creationId xmlns:a16="http://schemas.microsoft.com/office/drawing/2014/main" id="{06FCE986-3EFC-905C-AFF7-8370B2AB8A2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849" name="Arc 21848">
                          <a:extLst>
                            <a:ext uri="{FF2B5EF4-FFF2-40B4-BE49-F238E27FC236}">
                              <a16:creationId xmlns:a16="http://schemas.microsoft.com/office/drawing/2014/main" id="{684C1E28-CE1E-229C-3AE6-CCA39A7B181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847" name="TextBox 21846">
                        <a:extLst>
                          <a:ext uri="{FF2B5EF4-FFF2-40B4-BE49-F238E27FC236}">
                            <a16:creationId xmlns:a16="http://schemas.microsoft.com/office/drawing/2014/main" id="{65DF9ABD-680C-84EE-F9E2-10FE1C7D69D7}"/>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809" name="Group 21808">
                    <a:extLst>
                      <a:ext uri="{FF2B5EF4-FFF2-40B4-BE49-F238E27FC236}">
                        <a16:creationId xmlns:a16="http://schemas.microsoft.com/office/drawing/2014/main" id="{624AA510-41F3-B902-891E-279667A3DB15}"/>
                      </a:ext>
                    </a:extLst>
                  </p:cNvPr>
                  <p:cNvGrpSpPr/>
                  <p:nvPr/>
                </p:nvGrpSpPr>
                <p:grpSpPr>
                  <a:xfrm>
                    <a:off x="5886431" y="3525040"/>
                    <a:ext cx="393192" cy="393192"/>
                    <a:chOff x="5265196" y="3932619"/>
                    <a:chExt cx="393192" cy="393192"/>
                  </a:xfrm>
                </p:grpSpPr>
                <p:grpSp>
                  <p:nvGrpSpPr>
                    <p:cNvPr id="21833" name="Group 21832">
                      <a:extLst>
                        <a:ext uri="{FF2B5EF4-FFF2-40B4-BE49-F238E27FC236}">
                          <a16:creationId xmlns:a16="http://schemas.microsoft.com/office/drawing/2014/main" id="{CECC9974-2397-5F91-F7CD-43CA85C555B5}"/>
                        </a:ext>
                      </a:extLst>
                    </p:cNvPr>
                    <p:cNvGrpSpPr/>
                    <p:nvPr/>
                  </p:nvGrpSpPr>
                  <p:grpSpPr>
                    <a:xfrm>
                      <a:off x="5354636" y="4022061"/>
                      <a:ext cx="214313" cy="214313"/>
                      <a:chOff x="5354637" y="3446463"/>
                      <a:chExt cx="214313" cy="214313"/>
                    </a:xfrm>
                  </p:grpSpPr>
                  <p:sp>
                    <p:nvSpPr>
                      <p:cNvPr id="21841" name="Arc 21840">
                        <a:extLst>
                          <a:ext uri="{FF2B5EF4-FFF2-40B4-BE49-F238E27FC236}">
                            <a16:creationId xmlns:a16="http://schemas.microsoft.com/office/drawing/2014/main" id="{021A4171-4336-17BE-805B-02C03D8155A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842" name="Arc 21841">
                        <a:extLst>
                          <a:ext uri="{FF2B5EF4-FFF2-40B4-BE49-F238E27FC236}">
                            <a16:creationId xmlns:a16="http://schemas.microsoft.com/office/drawing/2014/main" id="{B91EC476-EEB9-B02E-0369-0644B7D39E7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834" name="Group 21833">
                      <a:extLst>
                        <a:ext uri="{FF2B5EF4-FFF2-40B4-BE49-F238E27FC236}">
                          <a16:creationId xmlns:a16="http://schemas.microsoft.com/office/drawing/2014/main" id="{6DFCD1DC-E805-4590-F263-4026760728D7}"/>
                        </a:ext>
                      </a:extLst>
                    </p:cNvPr>
                    <p:cNvGrpSpPr/>
                    <p:nvPr/>
                  </p:nvGrpSpPr>
                  <p:grpSpPr>
                    <a:xfrm rot="14400000">
                      <a:off x="5310186" y="3977611"/>
                      <a:ext cx="303213" cy="303213"/>
                      <a:chOff x="5354637" y="3446463"/>
                      <a:chExt cx="214313" cy="214313"/>
                    </a:xfrm>
                  </p:grpSpPr>
                  <p:sp>
                    <p:nvSpPr>
                      <p:cNvPr id="21839" name="Arc 21838">
                        <a:extLst>
                          <a:ext uri="{FF2B5EF4-FFF2-40B4-BE49-F238E27FC236}">
                            <a16:creationId xmlns:a16="http://schemas.microsoft.com/office/drawing/2014/main" id="{3D80FDFB-ADED-1D31-60D4-BFAD712A6B4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840" name="Arc 21839">
                        <a:extLst>
                          <a:ext uri="{FF2B5EF4-FFF2-40B4-BE49-F238E27FC236}">
                            <a16:creationId xmlns:a16="http://schemas.microsoft.com/office/drawing/2014/main" id="{5581FC92-8FB2-51B4-2FA7-28921760FB3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835" name="Group 21834">
                      <a:extLst>
                        <a:ext uri="{FF2B5EF4-FFF2-40B4-BE49-F238E27FC236}">
                          <a16:creationId xmlns:a16="http://schemas.microsoft.com/office/drawing/2014/main" id="{C6C4E601-2031-6E88-7976-117C3D559834}"/>
                        </a:ext>
                      </a:extLst>
                    </p:cNvPr>
                    <p:cNvGrpSpPr/>
                    <p:nvPr/>
                  </p:nvGrpSpPr>
                  <p:grpSpPr>
                    <a:xfrm rot="7200000">
                      <a:off x="5265196" y="3932619"/>
                      <a:ext cx="393192" cy="393192"/>
                      <a:chOff x="5354637" y="3446463"/>
                      <a:chExt cx="214313" cy="214313"/>
                    </a:xfrm>
                  </p:grpSpPr>
                  <p:sp>
                    <p:nvSpPr>
                      <p:cNvPr id="21837" name="Arc 21836">
                        <a:extLst>
                          <a:ext uri="{FF2B5EF4-FFF2-40B4-BE49-F238E27FC236}">
                            <a16:creationId xmlns:a16="http://schemas.microsoft.com/office/drawing/2014/main" id="{BB2D7A5B-EBF5-38C5-B5C8-43FF9E55C92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838" name="Arc 21837">
                        <a:extLst>
                          <a:ext uri="{FF2B5EF4-FFF2-40B4-BE49-F238E27FC236}">
                            <a16:creationId xmlns:a16="http://schemas.microsoft.com/office/drawing/2014/main" id="{9389B04C-8556-5687-1A33-286E945F6F8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836" name="TextBox 21835">
                      <a:extLst>
                        <a:ext uri="{FF2B5EF4-FFF2-40B4-BE49-F238E27FC236}">
                          <a16:creationId xmlns:a16="http://schemas.microsoft.com/office/drawing/2014/main" id="{B0FF5B34-1F11-0D93-DA96-C5EB486A69CD}"/>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1810" name="Group 21809">
                    <a:extLst>
                      <a:ext uri="{FF2B5EF4-FFF2-40B4-BE49-F238E27FC236}">
                        <a16:creationId xmlns:a16="http://schemas.microsoft.com/office/drawing/2014/main" id="{A3D73C05-D4DC-BA94-3E65-85898A99D879}"/>
                      </a:ext>
                    </a:extLst>
                  </p:cNvPr>
                  <p:cNvGrpSpPr/>
                  <p:nvPr/>
                </p:nvGrpSpPr>
                <p:grpSpPr>
                  <a:xfrm>
                    <a:off x="6512463" y="3525040"/>
                    <a:ext cx="393192" cy="393192"/>
                    <a:chOff x="6389147" y="3357021"/>
                    <a:chExt cx="393192" cy="393192"/>
                  </a:xfrm>
                </p:grpSpPr>
                <p:grpSp>
                  <p:nvGrpSpPr>
                    <p:cNvPr id="21822" name="Group 21821">
                      <a:extLst>
                        <a:ext uri="{FF2B5EF4-FFF2-40B4-BE49-F238E27FC236}">
                          <a16:creationId xmlns:a16="http://schemas.microsoft.com/office/drawing/2014/main" id="{BC427F91-43BF-11FA-3DCE-5711A0C4FE6C}"/>
                        </a:ext>
                      </a:extLst>
                    </p:cNvPr>
                    <p:cNvGrpSpPr/>
                    <p:nvPr/>
                  </p:nvGrpSpPr>
                  <p:grpSpPr>
                    <a:xfrm rot="7200000" flipH="1">
                      <a:off x="6389147" y="3357021"/>
                      <a:ext cx="393192" cy="393192"/>
                      <a:chOff x="5354637" y="3446463"/>
                      <a:chExt cx="214313" cy="214313"/>
                    </a:xfrm>
                  </p:grpSpPr>
                  <p:sp>
                    <p:nvSpPr>
                      <p:cNvPr id="21831" name="Arc 21830">
                        <a:extLst>
                          <a:ext uri="{FF2B5EF4-FFF2-40B4-BE49-F238E27FC236}">
                            <a16:creationId xmlns:a16="http://schemas.microsoft.com/office/drawing/2014/main" id="{A9CE639E-5AD7-4622-6D1A-FA454D370BC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832" name="Arc 21831">
                        <a:extLst>
                          <a:ext uri="{FF2B5EF4-FFF2-40B4-BE49-F238E27FC236}">
                            <a16:creationId xmlns:a16="http://schemas.microsoft.com/office/drawing/2014/main" id="{7EDEA094-7D76-32EC-03FD-1E46AF57E71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823" name="Group 21822">
                      <a:extLst>
                        <a:ext uri="{FF2B5EF4-FFF2-40B4-BE49-F238E27FC236}">
                          <a16:creationId xmlns:a16="http://schemas.microsoft.com/office/drawing/2014/main" id="{27664095-0D4A-BE91-C2E2-90AC575665E8}"/>
                        </a:ext>
                      </a:extLst>
                    </p:cNvPr>
                    <p:cNvGrpSpPr/>
                    <p:nvPr/>
                  </p:nvGrpSpPr>
                  <p:grpSpPr>
                    <a:xfrm>
                      <a:off x="6434137" y="3402011"/>
                      <a:ext cx="303213" cy="303213"/>
                      <a:chOff x="6434137" y="3402011"/>
                      <a:chExt cx="303213" cy="303213"/>
                    </a:xfrm>
                  </p:grpSpPr>
                  <p:grpSp>
                    <p:nvGrpSpPr>
                      <p:cNvPr id="21824" name="Group 21823">
                        <a:extLst>
                          <a:ext uri="{FF2B5EF4-FFF2-40B4-BE49-F238E27FC236}">
                            <a16:creationId xmlns:a16="http://schemas.microsoft.com/office/drawing/2014/main" id="{A2C8C2FE-E5C8-C7B8-BBF3-01672E1D1A85}"/>
                          </a:ext>
                        </a:extLst>
                      </p:cNvPr>
                      <p:cNvGrpSpPr/>
                      <p:nvPr/>
                    </p:nvGrpSpPr>
                    <p:grpSpPr>
                      <a:xfrm flipH="1">
                        <a:off x="6478587" y="3446461"/>
                        <a:ext cx="214313" cy="214313"/>
                        <a:chOff x="5354637" y="3446463"/>
                        <a:chExt cx="214313" cy="214313"/>
                      </a:xfrm>
                    </p:grpSpPr>
                    <p:sp>
                      <p:nvSpPr>
                        <p:cNvPr id="21829" name="Arc 21828">
                          <a:extLst>
                            <a:ext uri="{FF2B5EF4-FFF2-40B4-BE49-F238E27FC236}">
                              <a16:creationId xmlns:a16="http://schemas.microsoft.com/office/drawing/2014/main" id="{ABCA8069-21A2-7CA0-AC71-49B94830224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830" name="Arc 21829">
                          <a:extLst>
                            <a:ext uri="{FF2B5EF4-FFF2-40B4-BE49-F238E27FC236}">
                              <a16:creationId xmlns:a16="http://schemas.microsoft.com/office/drawing/2014/main" id="{7A623821-428D-051D-0F9E-C3ED9E3D489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825" name="Group 21824">
                        <a:extLst>
                          <a:ext uri="{FF2B5EF4-FFF2-40B4-BE49-F238E27FC236}">
                            <a16:creationId xmlns:a16="http://schemas.microsoft.com/office/drawing/2014/main" id="{6B882723-7823-0B94-0273-7A89F628FBD1}"/>
                          </a:ext>
                        </a:extLst>
                      </p:cNvPr>
                      <p:cNvGrpSpPr/>
                      <p:nvPr/>
                    </p:nvGrpSpPr>
                    <p:grpSpPr>
                      <a:xfrm rot="14400000" flipH="1">
                        <a:off x="6434137" y="3402011"/>
                        <a:ext cx="303213" cy="303213"/>
                        <a:chOff x="5354637" y="3446463"/>
                        <a:chExt cx="214313" cy="214313"/>
                      </a:xfrm>
                    </p:grpSpPr>
                    <p:sp>
                      <p:nvSpPr>
                        <p:cNvPr id="21827" name="Arc 21826">
                          <a:extLst>
                            <a:ext uri="{FF2B5EF4-FFF2-40B4-BE49-F238E27FC236}">
                              <a16:creationId xmlns:a16="http://schemas.microsoft.com/office/drawing/2014/main" id="{AC80EBDF-EC32-314D-D56B-F4B10874B32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828" name="Arc 21827">
                          <a:extLst>
                            <a:ext uri="{FF2B5EF4-FFF2-40B4-BE49-F238E27FC236}">
                              <a16:creationId xmlns:a16="http://schemas.microsoft.com/office/drawing/2014/main" id="{B99CA4B5-998C-ACC9-FCF3-012F5FAA9F3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826" name="TextBox 21825">
                        <a:extLst>
                          <a:ext uri="{FF2B5EF4-FFF2-40B4-BE49-F238E27FC236}">
                            <a16:creationId xmlns:a16="http://schemas.microsoft.com/office/drawing/2014/main" id="{F8A60E98-13C9-0E34-50C7-FE4BBBFB5400}"/>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811" name="Group 21810">
                    <a:extLst>
                      <a:ext uri="{FF2B5EF4-FFF2-40B4-BE49-F238E27FC236}">
                        <a16:creationId xmlns:a16="http://schemas.microsoft.com/office/drawing/2014/main" id="{1AEF6377-4456-BAD8-E971-46B06F48CAE0}"/>
                      </a:ext>
                    </a:extLst>
                  </p:cNvPr>
                  <p:cNvGrpSpPr/>
                  <p:nvPr/>
                </p:nvGrpSpPr>
                <p:grpSpPr>
                  <a:xfrm>
                    <a:off x="6197413" y="3225768"/>
                    <a:ext cx="393192" cy="393192"/>
                    <a:chOff x="6389147" y="3932622"/>
                    <a:chExt cx="393192" cy="393192"/>
                  </a:xfrm>
                </p:grpSpPr>
                <p:grpSp>
                  <p:nvGrpSpPr>
                    <p:cNvPr id="21812" name="Group 21811">
                      <a:extLst>
                        <a:ext uri="{FF2B5EF4-FFF2-40B4-BE49-F238E27FC236}">
                          <a16:creationId xmlns:a16="http://schemas.microsoft.com/office/drawing/2014/main" id="{5BEBC12F-0AEC-BDB2-6153-9CF1C5FBB080}"/>
                        </a:ext>
                      </a:extLst>
                    </p:cNvPr>
                    <p:cNvGrpSpPr/>
                    <p:nvPr/>
                  </p:nvGrpSpPr>
                  <p:grpSpPr>
                    <a:xfrm flipH="1">
                      <a:off x="6478587" y="4022061"/>
                      <a:ext cx="214313" cy="214313"/>
                      <a:chOff x="5354637" y="3446463"/>
                      <a:chExt cx="214313" cy="214313"/>
                    </a:xfrm>
                  </p:grpSpPr>
                  <p:sp>
                    <p:nvSpPr>
                      <p:cNvPr id="21820" name="Arc 21819">
                        <a:extLst>
                          <a:ext uri="{FF2B5EF4-FFF2-40B4-BE49-F238E27FC236}">
                            <a16:creationId xmlns:a16="http://schemas.microsoft.com/office/drawing/2014/main" id="{60378303-1133-56E9-3AAE-E5EEE29F024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821" name="Arc 21820">
                        <a:extLst>
                          <a:ext uri="{FF2B5EF4-FFF2-40B4-BE49-F238E27FC236}">
                            <a16:creationId xmlns:a16="http://schemas.microsoft.com/office/drawing/2014/main" id="{25C3FEC5-8FE4-8A53-0A61-0D296A1B272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813" name="Group 21812">
                      <a:extLst>
                        <a:ext uri="{FF2B5EF4-FFF2-40B4-BE49-F238E27FC236}">
                          <a16:creationId xmlns:a16="http://schemas.microsoft.com/office/drawing/2014/main" id="{BD0579C7-3F30-A7F2-8DA6-7E17D70A2A6A}"/>
                        </a:ext>
                      </a:extLst>
                    </p:cNvPr>
                    <p:cNvGrpSpPr/>
                    <p:nvPr/>
                  </p:nvGrpSpPr>
                  <p:grpSpPr>
                    <a:xfrm rot="7200000" flipH="1">
                      <a:off x="6434137" y="3977611"/>
                      <a:ext cx="303213" cy="303213"/>
                      <a:chOff x="5354637" y="3446463"/>
                      <a:chExt cx="214313" cy="214313"/>
                    </a:xfrm>
                  </p:grpSpPr>
                  <p:sp>
                    <p:nvSpPr>
                      <p:cNvPr id="21818" name="Arc 21817">
                        <a:extLst>
                          <a:ext uri="{FF2B5EF4-FFF2-40B4-BE49-F238E27FC236}">
                            <a16:creationId xmlns:a16="http://schemas.microsoft.com/office/drawing/2014/main" id="{31F7A5A4-2859-6DD6-672F-C07BB40F555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819" name="Arc 21818">
                        <a:extLst>
                          <a:ext uri="{FF2B5EF4-FFF2-40B4-BE49-F238E27FC236}">
                            <a16:creationId xmlns:a16="http://schemas.microsoft.com/office/drawing/2014/main" id="{953C9B6E-4909-444D-1ABF-0CBA309427C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814" name="Group 21813">
                      <a:extLst>
                        <a:ext uri="{FF2B5EF4-FFF2-40B4-BE49-F238E27FC236}">
                          <a16:creationId xmlns:a16="http://schemas.microsoft.com/office/drawing/2014/main" id="{D5C0F472-C874-6269-2444-97EB216EEAD0}"/>
                        </a:ext>
                      </a:extLst>
                    </p:cNvPr>
                    <p:cNvGrpSpPr/>
                    <p:nvPr/>
                  </p:nvGrpSpPr>
                  <p:grpSpPr>
                    <a:xfrm rot="14400000" flipH="1">
                      <a:off x="6389147" y="3932622"/>
                      <a:ext cx="393192" cy="393192"/>
                      <a:chOff x="5354637" y="3446463"/>
                      <a:chExt cx="214313" cy="214313"/>
                    </a:xfrm>
                  </p:grpSpPr>
                  <p:sp>
                    <p:nvSpPr>
                      <p:cNvPr id="21816" name="Arc 21815">
                        <a:extLst>
                          <a:ext uri="{FF2B5EF4-FFF2-40B4-BE49-F238E27FC236}">
                            <a16:creationId xmlns:a16="http://schemas.microsoft.com/office/drawing/2014/main" id="{0FBC4780-44EE-DE58-7FD3-1EAFFEE03CA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817" name="Arc 21816">
                        <a:extLst>
                          <a:ext uri="{FF2B5EF4-FFF2-40B4-BE49-F238E27FC236}">
                            <a16:creationId xmlns:a16="http://schemas.microsoft.com/office/drawing/2014/main" id="{27523FD4-FA59-522C-0019-FA4F4A8E4ED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815" name="TextBox 21814">
                      <a:extLst>
                        <a:ext uri="{FF2B5EF4-FFF2-40B4-BE49-F238E27FC236}">
                          <a16:creationId xmlns:a16="http://schemas.microsoft.com/office/drawing/2014/main" id="{CB9CE66A-4111-5B1E-C05B-6E6431B31701}"/>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21422" name="Group 21421">
              <a:extLst>
                <a:ext uri="{FF2B5EF4-FFF2-40B4-BE49-F238E27FC236}">
                  <a16:creationId xmlns:a16="http://schemas.microsoft.com/office/drawing/2014/main" id="{484B803D-E301-3094-8138-A5CFFC7DDC0E}"/>
                </a:ext>
              </a:extLst>
            </p:cNvPr>
            <p:cNvGrpSpPr/>
            <p:nvPr/>
          </p:nvGrpSpPr>
          <p:grpSpPr>
            <a:xfrm>
              <a:off x="1677244" y="638235"/>
              <a:ext cx="2263438" cy="2198360"/>
              <a:chOff x="5445106" y="2039507"/>
              <a:chExt cx="2263438" cy="2198360"/>
            </a:xfrm>
          </p:grpSpPr>
          <p:grpSp>
            <p:nvGrpSpPr>
              <p:cNvPr id="21614" name="Group 21613">
                <a:extLst>
                  <a:ext uri="{FF2B5EF4-FFF2-40B4-BE49-F238E27FC236}">
                    <a16:creationId xmlns:a16="http://schemas.microsoft.com/office/drawing/2014/main" id="{E6205519-3964-24B6-F5EC-8CB571EEABAF}"/>
                  </a:ext>
                </a:extLst>
              </p:cNvPr>
              <p:cNvGrpSpPr/>
              <p:nvPr/>
            </p:nvGrpSpPr>
            <p:grpSpPr>
              <a:xfrm>
                <a:off x="5445106" y="2644743"/>
                <a:ext cx="1643204" cy="1593124"/>
                <a:chOff x="5445106" y="2644743"/>
                <a:chExt cx="1643204" cy="1593124"/>
              </a:xfrm>
            </p:grpSpPr>
            <p:grpSp>
              <p:nvGrpSpPr>
                <p:cNvPr id="21710" name="Group 21709">
                  <a:extLst>
                    <a:ext uri="{FF2B5EF4-FFF2-40B4-BE49-F238E27FC236}">
                      <a16:creationId xmlns:a16="http://schemas.microsoft.com/office/drawing/2014/main" id="{42E86A5D-FC52-FB1E-C803-7017BECA5DE9}"/>
                    </a:ext>
                  </a:extLst>
                </p:cNvPr>
                <p:cNvGrpSpPr/>
                <p:nvPr/>
              </p:nvGrpSpPr>
              <p:grpSpPr>
                <a:xfrm>
                  <a:off x="5445106" y="2644743"/>
                  <a:ext cx="1019224" cy="991639"/>
                  <a:chOff x="5886431" y="3225768"/>
                  <a:chExt cx="1019224" cy="991639"/>
                </a:xfrm>
              </p:grpSpPr>
              <p:grpSp>
                <p:nvGrpSpPr>
                  <p:cNvPr id="21758" name="Group 21757">
                    <a:extLst>
                      <a:ext uri="{FF2B5EF4-FFF2-40B4-BE49-F238E27FC236}">
                        <a16:creationId xmlns:a16="http://schemas.microsoft.com/office/drawing/2014/main" id="{FF4A3915-B6C8-81A2-7784-F4AE69E2A6AE}"/>
                      </a:ext>
                    </a:extLst>
                  </p:cNvPr>
                  <p:cNvGrpSpPr/>
                  <p:nvPr/>
                </p:nvGrpSpPr>
                <p:grpSpPr>
                  <a:xfrm>
                    <a:off x="6197413" y="3824215"/>
                    <a:ext cx="393192" cy="393192"/>
                    <a:chOff x="5265196" y="3357021"/>
                    <a:chExt cx="393192" cy="393192"/>
                  </a:xfrm>
                </p:grpSpPr>
                <p:grpSp>
                  <p:nvGrpSpPr>
                    <p:cNvPr id="21793" name="Group 21792">
                      <a:extLst>
                        <a:ext uri="{FF2B5EF4-FFF2-40B4-BE49-F238E27FC236}">
                          <a16:creationId xmlns:a16="http://schemas.microsoft.com/office/drawing/2014/main" id="{15AE1834-9B7E-5C40-FAEC-A75E887F26A8}"/>
                        </a:ext>
                      </a:extLst>
                    </p:cNvPr>
                    <p:cNvGrpSpPr/>
                    <p:nvPr/>
                  </p:nvGrpSpPr>
                  <p:grpSpPr>
                    <a:xfrm rot="14400000">
                      <a:off x="5265196" y="3357021"/>
                      <a:ext cx="393192" cy="393192"/>
                      <a:chOff x="5354637" y="3446463"/>
                      <a:chExt cx="214313" cy="214313"/>
                    </a:xfrm>
                  </p:grpSpPr>
                  <p:sp>
                    <p:nvSpPr>
                      <p:cNvPr id="21802" name="Arc 21801">
                        <a:extLst>
                          <a:ext uri="{FF2B5EF4-FFF2-40B4-BE49-F238E27FC236}">
                            <a16:creationId xmlns:a16="http://schemas.microsoft.com/office/drawing/2014/main" id="{E5136D51-4AFD-45C6-D3E9-EC25E286820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803" name="Arc 21802">
                        <a:extLst>
                          <a:ext uri="{FF2B5EF4-FFF2-40B4-BE49-F238E27FC236}">
                            <a16:creationId xmlns:a16="http://schemas.microsoft.com/office/drawing/2014/main" id="{908BD07F-B7D4-1E3E-5CAF-7252D820A9B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794" name="Group 21793">
                      <a:extLst>
                        <a:ext uri="{FF2B5EF4-FFF2-40B4-BE49-F238E27FC236}">
                          <a16:creationId xmlns:a16="http://schemas.microsoft.com/office/drawing/2014/main" id="{C83C19DF-7589-A679-88A1-C9DA667CE725}"/>
                        </a:ext>
                      </a:extLst>
                    </p:cNvPr>
                    <p:cNvGrpSpPr/>
                    <p:nvPr/>
                  </p:nvGrpSpPr>
                  <p:grpSpPr>
                    <a:xfrm>
                      <a:off x="5310186" y="3402011"/>
                      <a:ext cx="303213" cy="303213"/>
                      <a:chOff x="5310186" y="3402011"/>
                      <a:chExt cx="303213" cy="303213"/>
                    </a:xfrm>
                  </p:grpSpPr>
                  <p:grpSp>
                    <p:nvGrpSpPr>
                      <p:cNvPr id="21795" name="Group 21794">
                        <a:extLst>
                          <a:ext uri="{FF2B5EF4-FFF2-40B4-BE49-F238E27FC236}">
                            <a16:creationId xmlns:a16="http://schemas.microsoft.com/office/drawing/2014/main" id="{9DB7C4D8-C5CC-978B-5735-BDBCCE7B9C01}"/>
                          </a:ext>
                        </a:extLst>
                      </p:cNvPr>
                      <p:cNvGrpSpPr/>
                      <p:nvPr/>
                    </p:nvGrpSpPr>
                    <p:grpSpPr>
                      <a:xfrm>
                        <a:off x="5354636" y="3446461"/>
                        <a:ext cx="214313" cy="214313"/>
                        <a:chOff x="5354637" y="3446463"/>
                        <a:chExt cx="214313" cy="214313"/>
                      </a:xfrm>
                    </p:grpSpPr>
                    <p:sp>
                      <p:nvSpPr>
                        <p:cNvPr id="21800" name="Arc 21799">
                          <a:extLst>
                            <a:ext uri="{FF2B5EF4-FFF2-40B4-BE49-F238E27FC236}">
                              <a16:creationId xmlns:a16="http://schemas.microsoft.com/office/drawing/2014/main" id="{24D3D313-9D1D-AECA-6B04-131157C68B4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801" name="Arc 21800">
                          <a:extLst>
                            <a:ext uri="{FF2B5EF4-FFF2-40B4-BE49-F238E27FC236}">
                              <a16:creationId xmlns:a16="http://schemas.microsoft.com/office/drawing/2014/main" id="{9CA83597-C5C4-9171-8B44-02F7749969A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796" name="Group 21795">
                        <a:extLst>
                          <a:ext uri="{FF2B5EF4-FFF2-40B4-BE49-F238E27FC236}">
                            <a16:creationId xmlns:a16="http://schemas.microsoft.com/office/drawing/2014/main" id="{2AD8EE7C-7FBC-9463-72D6-B6CAC92C0DC1}"/>
                          </a:ext>
                        </a:extLst>
                      </p:cNvPr>
                      <p:cNvGrpSpPr/>
                      <p:nvPr/>
                    </p:nvGrpSpPr>
                    <p:grpSpPr>
                      <a:xfrm rot="7200000">
                        <a:off x="5310186" y="3402011"/>
                        <a:ext cx="303213" cy="303213"/>
                        <a:chOff x="5354637" y="3446463"/>
                        <a:chExt cx="214313" cy="214313"/>
                      </a:xfrm>
                    </p:grpSpPr>
                    <p:sp>
                      <p:nvSpPr>
                        <p:cNvPr id="21798" name="Arc 21797">
                          <a:extLst>
                            <a:ext uri="{FF2B5EF4-FFF2-40B4-BE49-F238E27FC236}">
                              <a16:creationId xmlns:a16="http://schemas.microsoft.com/office/drawing/2014/main" id="{D436C1DE-C43E-0307-4F02-70065502744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799" name="Arc 21798">
                          <a:extLst>
                            <a:ext uri="{FF2B5EF4-FFF2-40B4-BE49-F238E27FC236}">
                              <a16:creationId xmlns:a16="http://schemas.microsoft.com/office/drawing/2014/main" id="{52164A9E-BBD6-CD95-1A6D-30403D84366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797" name="TextBox 21796">
                        <a:extLst>
                          <a:ext uri="{FF2B5EF4-FFF2-40B4-BE49-F238E27FC236}">
                            <a16:creationId xmlns:a16="http://schemas.microsoft.com/office/drawing/2014/main" id="{1754A536-2561-48B4-6CE0-FCC4318EDB8D}"/>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759" name="Group 21758">
                    <a:extLst>
                      <a:ext uri="{FF2B5EF4-FFF2-40B4-BE49-F238E27FC236}">
                        <a16:creationId xmlns:a16="http://schemas.microsoft.com/office/drawing/2014/main" id="{4A22E1E3-710E-B796-AE3E-093E7DEA4C72}"/>
                      </a:ext>
                    </a:extLst>
                  </p:cNvPr>
                  <p:cNvGrpSpPr/>
                  <p:nvPr/>
                </p:nvGrpSpPr>
                <p:grpSpPr>
                  <a:xfrm>
                    <a:off x="5886431" y="3525040"/>
                    <a:ext cx="393192" cy="393192"/>
                    <a:chOff x="5265196" y="3932619"/>
                    <a:chExt cx="393192" cy="393192"/>
                  </a:xfrm>
                </p:grpSpPr>
                <p:grpSp>
                  <p:nvGrpSpPr>
                    <p:cNvPr id="21783" name="Group 21782">
                      <a:extLst>
                        <a:ext uri="{FF2B5EF4-FFF2-40B4-BE49-F238E27FC236}">
                          <a16:creationId xmlns:a16="http://schemas.microsoft.com/office/drawing/2014/main" id="{D798E4C9-3F9C-D23A-7616-3CE1B2D43508}"/>
                        </a:ext>
                      </a:extLst>
                    </p:cNvPr>
                    <p:cNvGrpSpPr/>
                    <p:nvPr/>
                  </p:nvGrpSpPr>
                  <p:grpSpPr>
                    <a:xfrm>
                      <a:off x="5354636" y="4022061"/>
                      <a:ext cx="214313" cy="214313"/>
                      <a:chOff x="5354637" y="3446463"/>
                      <a:chExt cx="214313" cy="214313"/>
                    </a:xfrm>
                  </p:grpSpPr>
                  <p:sp>
                    <p:nvSpPr>
                      <p:cNvPr id="21791" name="Arc 21790">
                        <a:extLst>
                          <a:ext uri="{FF2B5EF4-FFF2-40B4-BE49-F238E27FC236}">
                            <a16:creationId xmlns:a16="http://schemas.microsoft.com/office/drawing/2014/main" id="{FB2F167C-B241-AED4-05DB-B9F5380D918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792" name="Arc 21791">
                        <a:extLst>
                          <a:ext uri="{FF2B5EF4-FFF2-40B4-BE49-F238E27FC236}">
                            <a16:creationId xmlns:a16="http://schemas.microsoft.com/office/drawing/2014/main" id="{CE8ECAEC-2120-F4B8-BC70-06C511DCB8A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784" name="Group 21783">
                      <a:extLst>
                        <a:ext uri="{FF2B5EF4-FFF2-40B4-BE49-F238E27FC236}">
                          <a16:creationId xmlns:a16="http://schemas.microsoft.com/office/drawing/2014/main" id="{CC594193-D991-67E6-5937-6BE02E0C2ED1}"/>
                        </a:ext>
                      </a:extLst>
                    </p:cNvPr>
                    <p:cNvGrpSpPr/>
                    <p:nvPr/>
                  </p:nvGrpSpPr>
                  <p:grpSpPr>
                    <a:xfrm rot="14400000">
                      <a:off x="5310186" y="3977611"/>
                      <a:ext cx="303213" cy="303213"/>
                      <a:chOff x="5354637" y="3446463"/>
                      <a:chExt cx="214313" cy="214313"/>
                    </a:xfrm>
                  </p:grpSpPr>
                  <p:sp>
                    <p:nvSpPr>
                      <p:cNvPr id="21789" name="Arc 21788">
                        <a:extLst>
                          <a:ext uri="{FF2B5EF4-FFF2-40B4-BE49-F238E27FC236}">
                            <a16:creationId xmlns:a16="http://schemas.microsoft.com/office/drawing/2014/main" id="{B5637547-476A-3271-B1C5-608D42A738C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790" name="Arc 21789">
                        <a:extLst>
                          <a:ext uri="{FF2B5EF4-FFF2-40B4-BE49-F238E27FC236}">
                            <a16:creationId xmlns:a16="http://schemas.microsoft.com/office/drawing/2014/main" id="{2BA444AD-E1D6-6165-EF57-BE4FFDE6315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785" name="Group 21784">
                      <a:extLst>
                        <a:ext uri="{FF2B5EF4-FFF2-40B4-BE49-F238E27FC236}">
                          <a16:creationId xmlns:a16="http://schemas.microsoft.com/office/drawing/2014/main" id="{CA384679-0AB8-6F78-9BEA-171F705C3B34}"/>
                        </a:ext>
                      </a:extLst>
                    </p:cNvPr>
                    <p:cNvGrpSpPr/>
                    <p:nvPr/>
                  </p:nvGrpSpPr>
                  <p:grpSpPr>
                    <a:xfrm rot="7200000">
                      <a:off x="5265196" y="3932619"/>
                      <a:ext cx="393192" cy="393192"/>
                      <a:chOff x="5354637" y="3446463"/>
                      <a:chExt cx="214313" cy="214313"/>
                    </a:xfrm>
                  </p:grpSpPr>
                  <p:sp>
                    <p:nvSpPr>
                      <p:cNvPr id="21787" name="Arc 21786">
                        <a:extLst>
                          <a:ext uri="{FF2B5EF4-FFF2-40B4-BE49-F238E27FC236}">
                            <a16:creationId xmlns:a16="http://schemas.microsoft.com/office/drawing/2014/main" id="{D1D59A8A-14D5-B54F-0018-64C2F239C90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788" name="Arc 21787">
                        <a:extLst>
                          <a:ext uri="{FF2B5EF4-FFF2-40B4-BE49-F238E27FC236}">
                            <a16:creationId xmlns:a16="http://schemas.microsoft.com/office/drawing/2014/main" id="{075FFE95-0B2D-EBDE-BB9D-41C50685B7D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786" name="TextBox 21785">
                      <a:extLst>
                        <a:ext uri="{FF2B5EF4-FFF2-40B4-BE49-F238E27FC236}">
                          <a16:creationId xmlns:a16="http://schemas.microsoft.com/office/drawing/2014/main" id="{4549A472-209C-E6BA-40BF-74564A42AC10}"/>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1760" name="Group 21759">
                    <a:extLst>
                      <a:ext uri="{FF2B5EF4-FFF2-40B4-BE49-F238E27FC236}">
                        <a16:creationId xmlns:a16="http://schemas.microsoft.com/office/drawing/2014/main" id="{42557030-6B7C-2193-9F3A-F06350EAE765}"/>
                      </a:ext>
                    </a:extLst>
                  </p:cNvPr>
                  <p:cNvGrpSpPr/>
                  <p:nvPr/>
                </p:nvGrpSpPr>
                <p:grpSpPr>
                  <a:xfrm>
                    <a:off x="6512463" y="3525040"/>
                    <a:ext cx="393192" cy="393192"/>
                    <a:chOff x="6389147" y="3357021"/>
                    <a:chExt cx="393192" cy="393192"/>
                  </a:xfrm>
                </p:grpSpPr>
                <p:grpSp>
                  <p:nvGrpSpPr>
                    <p:cNvPr id="21772" name="Group 21771">
                      <a:extLst>
                        <a:ext uri="{FF2B5EF4-FFF2-40B4-BE49-F238E27FC236}">
                          <a16:creationId xmlns:a16="http://schemas.microsoft.com/office/drawing/2014/main" id="{9279C5F4-3BAA-BE10-0B06-430FF823E778}"/>
                        </a:ext>
                      </a:extLst>
                    </p:cNvPr>
                    <p:cNvGrpSpPr/>
                    <p:nvPr/>
                  </p:nvGrpSpPr>
                  <p:grpSpPr>
                    <a:xfrm rot="7200000" flipH="1">
                      <a:off x="6389147" y="3357021"/>
                      <a:ext cx="393192" cy="393192"/>
                      <a:chOff x="5354637" y="3446463"/>
                      <a:chExt cx="214313" cy="214313"/>
                    </a:xfrm>
                  </p:grpSpPr>
                  <p:sp>
                    <p:nvSpPr>
                      <p:cNvPr id="21781" name="Arc 21780">
                        <a:extLst>
                          <a:ext uri="{FF2B5EF4-FFF2-40B4-BE49-F238E27FC236}">
                            <a16:creationId xmlns:a16="http://schemas.microsoft.com/office/drawing/2014/main" id="{F0076183-1EB2-668F-A487-1C40517997C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782" name="Arc 21781">
                        <a:extLst>
                          <a:ext uri="{FF2B5EF4-FFF2-40B4-BE49-F238E27FC236}">
                            <a16:creationId xmlns:a16="http://schemas.microsoft.com/office/drawing/2014/main" id="{8EC303DC-1AE4-A3BC-930C-F575D30D2D8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773" name="Group 21772">
                      <a:extLst>
                        <a:ext uri="{FF2B5EF4-FFF2-40B4-BE49-F238E27FC236}">
                          <a16:creationId xmlns:a16="http://schemas.microsoft.com/office/drawing/2014/main" id="{9812B921-4511-6BED-17FE-BF2F306F3FDA}"/>
                        </a:ext>
                      </a:extLst>
                    </p:cNvPr>
                    <p:cNvGrpSpPr/>
                    <p:nvPr/>
                  </p:nvGrpSpPr>
                  <p:grpSpPr>
                    <a:xfrm>
                      <a:off x="6434137" y="3402011"/>
                      <a:ext cx="303213" cy="303213"/>
                      <a:chOff x="6434137" y="3402011"/>
                      <a:chExt cx="303213" cy="303213"/>
                    </a:xfrm>
                  </p:grpSpPr>
                  <p:grpSp>
                    <p:nvGrpSpPr>
                      <p:cNvPr id="21774" name="Group 21773">
                        <a:extLst>
                          <a:ext uri="{FF2B5EF4-FFF2-40B4-BE49-F238E27FC236}">
                            <a16:creationId xmlns:a16="http://schemas.microsoft.com/office/drawing/2014/main" id="{CA864C28-4076-D629-D942-3CD4A715A93B}"/>
                          </a:ext>
                        </a:extLst>
                      </p:cNvPr>
                      <p:cNvGrpSpPr/>
                      <p:nvPr/>
                    </p:nvGrpSpPr>
                    <p:grpSpPr>
                      <a:xfrm flipH="1">
                        <a:off x="6478587" y="3446461"/>
                        <a:ext cx="214313" cy="214313"/>
                        <a:chOff x="5354637" y="3446463"/>
                        <a:chExt cx="214313" cy="214313"/>
                      </a:xfrm>
                    </p:grpSpPr>
                    <p:sp>
                      <p:nvSpPr>
                        <p:cNvPr id="21779" name="Arc 21778">
                          <a:extLst>
                            <a:ext uri="{FF2B5EF4-FFF2-40B4-BE49-F238E27FC236}">
                              <a16:creationId xmlns:a16="http://schemas.microsoft.com/office/drawing/2014/main" id="{4EA31BFE-77E5-FE28-F6F8-B28B0B01D94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780" name="Arc 21779">
                          <a:extLst>
                            <a:ext uri="{FF2B5EF4-FFF2-40B4-BE49-F238E27FC236}">
                              <a16:creationId xmlns:a16="http://schemas.microsoft.com/office/drawing/2014/main" id="{8E3794F1-A3D5-0B4F-82CA-C71A3536251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775" name="Group 21774">
                        <a:extLst>
                          <a:ext uri="{FF2B5EF4-FFF2-40B4-BE49-F238E27FC236}">
                            <a16:creationId xmlns:a16="http://schemas.microsoft.com/office/drawing/2014/main" id="{AE4CB844-1959-CC89-0829-C5D72977B79D}"/>
                          </a:ext>
                        </a:extLst>
                      </p:cNvPr>
                      <p:cNvGrpSpPr/>
                      <p:nvPr/>
                    </p:nvGrpSpPr>
                    <p:grpSpPr>
                      <a:xfrm rot="14400000" flipH="1">
                        <a:off x="6434137" y="3402011"/>
                        <a:ext cx="303213" cy="303213"/>
                        <a:chOff x="5354637" y="3446463"/>
                        <a:chExt cx="214313" cy="214313"/>
                      </a:xfrm>
                    </p:grpSpPr>
                    <p:sp>
                      <p:nvSpPr>
                        <p:cNvPr id="21777" name="Arc 21776">
                          <a:extLst>
                            <a:ext uri="{FF2B5EF4-FFF2-40B4-BE49-F238E27FC236}">
                              <a16:creationId xmlns:a16="http://schemas.microsoft.com/office/drawing/2014/main" id="{D8469C46-45C5-6E39-C1DA-59D9EC7A5D4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778" name="Arc 21777">
                          <a:extLst>
                            <a:ext uri="{FF2B5EF4-FFF2-40B4-BE49-F238E27FC236}">
                              <a16:creationId xmlns:a16="http://schemas.microsoft.com/office/drawing/2014/main" id="{E5773836-9A8D-1422-3D49-D966E55F231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776" name="TextBox 21775">
                        <a:extLst>
                          <a:ext uri="{FF2B5EF4-FFF2-40B4-BE49-F238E27FC236}">
                            <a16:creationId xmlns:a16="http://schemas.microsoft.com/office/drawing/2014/main" id="{A19FA8A5-979D-DEB2-C293-1E8B75C599F6}"/>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761" name="Group 21760">
                    <a:extLst>
                      <a:ext uri="{FF2B5EF4-FFF2-40B4-BE49-F238E27FC236}">
                        <a16:creationId xmlns:a16="http://schemas.microsoft.com/office/drawing/2014/main" id="{1B47C9F8-1AC6-FF04-6441-39D7C359F849}"/>
                      </a:ext>
                    </a:extLst>
                  </p:cNvPr>
                  <p:cNvGrpSpPr/>
                  <p:nvPr/>
                </p:nvGrpSpPr>
                <p:grpSpPr>
                  <a:xfrm>
                    <a:off x="6197413" y="3225768"/>
                    <a:ext cx="393192" cy="393192"/>
                    <a:chOff x="6389147" y="3932622"/>
                    <a:chExt cx="393192" cy="393192"/>
                  </a:xfrm>
                </p:grpSpPr>
                <p:grpSp>
                  <p:nvGrpSpPr>
                    <p:cNvPr id="21762" name="Group 21761">
                      <a:extLst>
                        <a:ext uri="{FF2B5EF4-FFF2-40B4-BE49-F238E27FC236}">
                          <a16:creationId xmlns:a16="http://schemas.microsoft.com/office/drawing/2014/main" id="{FBED8088-D588-DA05-CC59-1A2CA018B3E2}"/>
                        </a:ext>
                      </a:extLst>
                    </p:cNvPr>
                    <p:cNvGrpSpPr/>
                    <p:nvPr/>
                  </p:nvGrpSpPr>
                  <p:grpSpPr>
                    <a:xfrm flipH="1">
                      <a:off x="6478587" y="4022061"/>
                      <a:ext cx="214313" cy="214313"/>
                      <a:chOff x="5354637" y="3446463"/>
                      <a:chExt cx="214313" cy="214313"/>
                    </a:xfrm>
                  </p:grpSpPr>
                  <p:sp>
                    <p:nvSpPr>
                      <p:cNvPr id="21770" name="Arc 21769">
                        <a:extLst>
                          <a:ext uri="{FF2B5EF4-FFF2-40B4-BE49-F238E27FC236}">
                            <a16:creationId xmlns:a16="http://schemas.microsoft.com/office/drawing/2014/main" id="{F60107F4-1770-8CB0-2BB6-C2574E4ED33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771" name="Arc 21770">
                        <a:extLst>
                          <a:ext uri="{FF2B5EF4-FFF2-40B4-BE49-F238E27FC236}">
                            <a16:creationId xmlns:a16="http://schemas.microsoft.com/office/drawing/2014/main" id="{7346D4DF-A302-C355-02A5-F66E3A6A787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763" name="Group 21762">
                      <a:extLst>
                        <a:ext uri="{FF2B5EF4-FFF2-40B4-BE49-F238E27FC236}">
                          <a16:creationId xmlns:a16="http://schemas.microsoft.com/office/drawing/2014/main" id="{6E700884-6FCC-ED2C-53E6-58BF0DA864E7}"/>
                        </a:ext>
                      </a:extLst>
                    </p:cNvPr>
                    <p:cNvGrpSpPr/>
                    <p:nvPr/>
                  </p:nvGrpSpPr>
                  <p:grpSpPr>
                    <a:xfrm rot="7200000" flipH="1">
                      <a:off x="6434137" y="3977611"/>
                      <a:ext cx="303213" cy="303213"/>
                      <a:chOff x="5354637" y="3446463"/>
                      <a:chExt cx="214313" cy="214313"/>
                    </a:xfrm>
                  </p:grpSpPr>
                  <p:sp>
                    <p:nvSpPr>
                      <p:cNvPr id="21768" name="Arc 21767">
                        <a:extLst>
                          <a:ext uri="{FF2B5EF4-FFF2-40B4-BE49-F238E27FC236}">
                            <a16:creationId xmlns:a16="http://schemas.microsoft.com/office/drawing/2014/main" id="{54E8F147-442B-9890-238C-12E0C892763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769" name="Arc 21768">
                        <a:extLst>
                          <a:ext uri="{FF2B5EF4-FFF2-40B4-BE49-F238E27FC236}">
                            <a16:creationId xmlns:a16="http://schemas.microsoft.com/office/drawing/2014/main" id="{86577151-5CCE-9227-400B-576EC2B6F25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764" name="Group 21763">
                      <a:extLst>
                        <a:ext uri="{FF2B5EF4-FFF2-40B4-BE49-F238E27FC236}">
                          <a16:creationId xmlns:a16="http://schemas.microsoft.com/office/drawing/2014/main" id="{95FD5874-F55D-3B69-0905-007036A9650F}"/>
                        </a:ext>
                      </a:extLst>
                    </p:cNvPr>
                    <p:cNvGrpSpPr/>
                    <p:nvPr/>
                  </p:nvGrpSpPr>
                  <p:grpSpPr>
                    <a:xfrm rot="14400000" flipH="1">
                      <a:off x="6389147" y="3932622"/>
                      <a:ext cx="393192" cy="393192"/>
                      <a:chOff x="5354637" y="3446463"/>
                      <a:chExt cx="214313" cy="214313"/>
                    </a:xfrm>
                  </p:grpSpPr>
                  <p:sp>
                    <p:nvSpPr>
                      <p:cNvPr id="21766" name="Arc 21765">
                        <a:extLst>
                          <a:ext uri="{FF2B5EF4-FFF2-40B4-BE49-F238E27FC236}">
                            <a16:creationId xmlns:a16="http://schemas.microsoft.com/office/drawing/2014/main" id="{9009C66C-33F9-D9FA-198A-4AD945F1DB2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767" name="Arc 21766">
                        <a:extLst>
                          <a:ext uri="{FF2B5EF4-FFF2-40B4-BE49-F238E27FC236}">
                            <a16:creationId xmlns:a16="http://schemas.microsoft.com/office/drawing/2014/main" id="{090F58FD-6D3E-0D27-E3F0-DACA26204DE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765" name="TextBox 21764">
                      <a:extLst>
                        <a:ext uri="{FF2B5EF4-FFF2-40B4-BE49-F238E27FC236}">
                          <a16:creationId xmlns:a16="http://schemas.microsoft.com/office/drawing/2014/main" id="{604E8CDA-2ADA-0DE4-6AD4-86E98EEE76D4}"/>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711" name="Group 21710">
                  <a:extLst>
                    <a:ext uri="{FF2B5EF4-FFF2-40B4-BE49-F238E27FC236}">
                      <a16:creationId xmlns:a16="http://schemas.microsoft.com/office/drawing/2014/main" id="{A6DECF85-E442-A47D-9F11-7A4FB0BB5DC1}"/>
                    </a:ext>
                  </a:extLst>
                </p:cNvPr>
                <p:cNvGrpSpPr/>
                <p:nvPr/>
              </p:nvGrpSpPr>
              <p:grpSpPr>
                <a:xfrm>
                  <a:off x="6069086" y="3246228"/>
                  <a:ext cx="1019224" cy="991639"/>
                  <a:chOff x="5886431" y="3225768"/>
                  <a:chExt cx="1019224" cy="991639"/>
                </a:xfrm>
              </p:grpSpPr>
              <p:grpSp>
                <p:nvGrpSpPr>
                  <p:cNvPr id="21712" name="Group 21711">
                    <a:extLst>
                      <a:ext uri="{FF2B5EF4-FFF2-40B4-BE49-F238E27FC236}">
                        <a16:creationId xmlns:a16="http://schemas.microsoft.com/office/drawing/2014/main" id="{AB5DFE60-CDFF-EB2A-BD0D-6C09560D1448}"/>
                      </a:ext>
                    </a:extLst>
                  </p:cNvPr>
                  <p:cNvGrpSpPr/>
                  <p:nvPr/>
                </p:nvGrpSpPr>
                <p:grpSpPr>
                  <a:xfrm>
                    <a:off x="6197413" y="3824215"/>
                    <a:ext cx="393192" cy="393192"/>
                    <a:chOff x="5265196" y="3357021"/>
                    <a:chExt cx="393192" cy="393192"/>
                  </a:xfrm>
                </p:grpSpPr>
                <p:grpSp>
                  <p:nvGrpSpPr>
                    <p:cNvPr id="21747" name="Group 21746">
                      <a:extLst>
                        <a:ext uri="{FF2B5EF4-FFF2-40B4-BE49-F238E27FC236}">
                          <a16:creationId xmlns:a16="http://schemas.microsoft.com/office/drawing/2014/main" id="{23697998-6434-CF5F-08B9-1673CF8363DF}"/>
                        </a:ext>
                      </a:extLst>
                    </p:cNvPr>
                    <p:cNvGrpSpPr/>
                    <p:nvPr/>
                  </p:nvGrpSpPr>
                  <p:grpSpPr>
                    <a:xfrm rot="14400000">
                      <a:off x="5265196" y="3357021"/>
                      <a:ext cx="393192" cy="393192"/>
                      <a:chOff x="5354637" y="3446463"/>
                      <a:chExt cx="214313" cy="214313"/>
                    </a:xfrm>
                  </p:grpSpPr>
                  <p:sp>
                    <p:nvSpPr>
                      <p:cNvPr id="21756" name="Arc 21755">
                        <a:extLst>
                          <a:ext uri="{FF2B5EF4-FFF2-40B4-BE49-F238E27FC236}">
                            <a16:creationId xmlns:a16="http://schemas.microsoft.com/office/drawing/2014/main" id="{65152B56-DCB1-9729-6C2E-A6DD726922E0}"/>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757" name="Arc 21756">
                        <a:extLst>
                          <a:ext uri="{FF2B5EF4-FFF2-40B4-BE49-F238E27FC236}">
                            <a16:creationId xmlns:a16="http://schemas.microsoft.com/office/drawing/2014/main" id="{4C5BD03C-4217-E824-0211-FE30F507020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748" name="Group 21747">
                      <a:extLst>
                        <a:ext uri="{FF2B5EF4-FFF2-40B4-BE49-F238E27FC236}">
                          <a16:creationId xmlns:a16="http://schemas.microsoft.com/office/drawing/2014/main" id="{8CF67AAC-5EE3-1545-B9B3-619C2E6814FA}"/>
                        </a:ext>
                      </a:extLst>
                    </p:cNvPr>
                    <p:cNvGrpSpPr/>
                    <p:nvPr/>
                  </p:nvGrpSpPr>
                  <p:grpSpPr>
                    <a:xfrm>
                      <a:off x="5310186" y="3402011"/>
                      <a:ext cx="303213" cy="303213"/>
                      <a:chOff x="5310186" y="3402011"/>
                      <a:chExt cx="303213" cy="303213"/>
                    </a:xfrm>
                  </p:grpSpPr>
                  <p:grpSp>
                    <p:nvGrpSpPr>
                      <p:cNvPr id="21749" name="Group 21748">
                        <a:extLst>
                          <a:ext uri="{FF2B5EF4-FFF2-40B4-BE49-F238E27FC236}">
                            <a16:creationId xmlns:a16="http://schemas.microsoft.com/office/drawing/2014/main" id="{774A6979-665B-7FBE-74DF-AE2B628313B2}"/>
                          </a:ext>
                        </a:extLst>
                      </p:cNvPr>
                      <p:cNvGrpSpPr/>
                      <p:nvPr/>
                    </p:nvGrpSpPr>
                    <p:grpSpPr>
                      <a:xfrm>
                        <a:off x="5354636" y="3446461"/>
                        <a:ext cx="214313" cy="214313"/>
                        <a:chOff x="5354637" y="3446463"/>
                        <a:chExt cx="214313" cy="214313"/>
                      </a:xfrm>
                    </p:grpSpPr>
                    <p:sp>
                      <p:nvSpPr>
                        <p:cNvPr id="21754" name="Arc 21753">
                          <a:extLst>
                            <a:ext uri="{FF2B5EF4-FFF2-40B4-BE49-F238E27FC236}">
                              <a16:creationId xmlns:a16="http://schemas.microsoft.com/office/drawing/2014/main" id="{E14363F2-F523-61BC-C273-737B2EF8DE7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755" name="Arc 21754">
                          <a:extLst>
                            <a:ext uri="{FF2B5EF4-FFF2-40B4-BE49-F238E27FC236}">
                              <a16:creationId xmlns:a16="http://schemas.microsoft.com/office/drawing/2014/main" id="{7140BF1D-EFEF-F966-6F4A-8458DD0F1C5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750" name="Group 21749">
                        <a:extLst>
                          <a:ext uri="{FF2B5EF4-FFF2-40B4-BE49-F238E27FC236}">
                            <a16:creationId xmlns:a16="http://schemas.microsoft.com/office/drawing/2014/main" id="{83039F0A-DA9D-FB9C-9392-8EB290D3930F}"/>
                          </a:ext>
                        </a:extLst>
                      </p:cNvPr>
                      <p:cNvGrpSpPr/>
                      <p:nvPr/>
                    </p:nvGrpSpPr>
                    <p:grpSpPr>
                      <a:xfrm rot="7200000">
                        <a:off x="5310186" y="3402011"/>
                        <a:ext cx="303213" cy="303213"/>
                        <a:chOff x="5354637" y="3446463"/>
                        <a:chExt cx="214313" cy="214313"/>
                      </a:xfrm>
                    </p:grpSpPr>
                    <p:sp>
                      <p:nvSpPr>
                        <p:cNvPr id="21752" name="Arc 21751">
                          <a:extLst>
                            <a:ext uri="{FF2B5EF4-FFF2-40B4-BE49-F238E27FC236}">
                              <a16:creationId xmlns:a16="http://schemas.microsoft.com/office/drawing/2014/main" id="{516BBCD2-DADC-F2AE-0DA4-F20184AD934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753" name="Arc 21752">
                          <a:extLst>
                            <a:ext uri="{FF2B5EF4-FFF2-40B4-BE49-F238E27FC236}">
                              <a16:creationId xmlns:a16="http://schemas.microsoft.com/office/drawing/2014/main" id="{C6EE4F35-6727-AD26-8E92-1AAA12811A3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751" name="TextBox 21750">
                        <a:extLst>
                          <a:ext uri="{FF2B5EF4-FFF2-40B4-BE49-F238E27FC236}">
                            <a16:creationId xmlns:a16="http://schemas.microsoft.com/office/drawing/2014/main" id="{BE1B595E-20E8-15E9-A5C0-C6D376B1B50F}"/>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713" name="Group 21712">
                    <a:extLst>
                      <a:ext uri="{FF2B5EF4-FFF2-40B4-BE49-F238E27FC236}">
                        <a16:creationId xmlns:a16="http://schemas.microsoft.com/office/drawing/2014/main" id="{96E8848D-1362-A530-E74B-302E4A1AC24C}"/>
                      </a:ext>
                    </a:extLst>
                  </p:cNvPr>
                  <p:cNvGrpSpPr/>
                  <p:nvPr/>
                </p:nvGrpSpPr>
                <p:grpSpPr>
                  <a:xfrm>
                    <a:off x="5886431" y="3525040"/>
                    <a:ext cx="393192" cy="393192"/>
                    <a:chOff x="5265196" y="3932619"/>
                    <a:chExt cx="393192" cy="393192"/>
                  </a:xfrm>
                </p:grpSpPr>
                <p:grpSp>
                  <p:nvGrpSpPr>
                    <p:cNvPr id="21737" name="Group 21736">
                      <a:extLst>
                        <a:ext uri="{FF2B5EF4-FFF2-40B4-BE49-F238E27FC236}">
                          <a16:creationId xmlns:a16="http://schemas.microsoft.com/office/drawing/2014/main" id="{2792B95A-A395-A0DD-9E45-FE29BEAAB2EF}"/>
                        </a:ext>
                      </a:extLst>
                    </p:cNvPr>
                    <p:cNvGrpSpPr/>
                    <p:nvPr/>
                  </p:nvGrpSpPr>
                  <p:grpSpPr>
                    <a:xfrm>
                      <a:off x="5354636" y="4022061"/>
                      <a:ext cx="214313" cy="214313"/>
                      <a:chOff x="5354637" y="3446463"/>
                      <a:chExt cx="214313" cy="214313"/>
                    </a:xfrm>
                  </p:grpSpPr>
                  <p:sp>
                    <p:nvSpPr>
                      <p:cNvPr id="21745" name="Arc 21744">
                        <a:extLst>
                          <a:ext uri="{FF2B5EF4-FFF2-40B4-BE49-F238E27FC236}">
                            <a16:creationId xmlns:a16="http://schemas.microsoft.com/office/drawing/2014/main" id="{C56A26FF-B439-B984-0CF2-9F236F4F94A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746" name="Arc 21745">
                        <a:extLst>
                          <a:ext uri="{FF2B5EF4-FFF2-40B4-BE49-F238E27FC236}">
                            <a16:creationId xmlns:a16="http://schemas.microsoft.com/office/drawing/2014/main" id="{53653C94-B018-FDDC-521F-B8365C6EF30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738" name="Group 21737">
                      <a:extLst>
                        <a:ext uri="{FF2B5EF4-FFF2-40B4-BE49-F238E27FC236}">
                          <a16:creationId xmlns:a16="http://schemas.microsoft.com/office/drawing/2014/main" id="{BA137C36-06DB-3FF5-1B28-925692433C7C}"/>
                        </a:ext>
                      </a:extLst>
                    </p:cNvPr>
                    <p:cNvGrpSpPr/>
                    <p:nvPr/>
                  </p:nvGrpSpPr>
                  <p:grpSpPr>
                    <a:xfrm rot="14400000">
                      <a:off x="5310186" y="3977611"/>
                      <a:ext cx="303213" cy="303213"/>
                      <a:chOff x="5354637" y="3446463"/>
                      <a:chExt cx="214313" cy="214313"/>
                    </a:xfrm>
                  </p:grpSpPr>
                  <p:sp>
                    <p:nvSpPr>
                      <p:cNvPr id="21743" name="Arc 21742">
                        <a:extLst>
                          <a:ext uri="{FF2B5EF4-FFF2-40B4-BE49-F238E27FC236}">
                            <a16:creationId xmlns:a16="http://schemas.microsoft.com/office/drawing/2014/main" id="{0D7AD8B7-404D-D111-54ED-B3976C0DEC0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744" name="Arc 21743">
                        <a:extLst>
                          <a:ext uri="{FF2B5EF4-FFF2-40B4-BE49-F238E27FC236}">
                            <a16:creationId xmlns:a16="http://schemas.microsoft.com/office/drawing/2014/main" id="{18A48E50-DA17-9E41-185F-BEDA4BA3045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739" name="Group 21738">
                      <a:extLst>
                        <a:ext uri="{FF2B5EF4-FFF2-40B4-BE49-F238E27FC236}">
                          <a16:creationId xmlns:a16="http://schemas.microsoft.com/office/drawing/2014/main" id="{21C7D55F-A1FD-5075-2FF0-53BD0EE21F68}"/>
                        </a:ext>
                      </a:extLst>
                    </p:cNvPr>
                    <p:cNvGrpSpPr/>
                    <p:nvPr/>
                  </p:nvGrpSpPr>
                  <p:grpSpPr>
                    <a:xfrm rot="7200000">
                      <a:off x="5265196" y="3932619"/>
                      <a:ext cx="393192" cy="393192"/>
                      <a:chOff x="5354637" y="3446463"/>
                      <a:chExt cx="214313" cy="214313"/>
                    </a:xfrm>
                  </p:grpSpPr>
                  <p:sp>
                    <p:nvSpPr>
                      <p:cNvPr id="21741" name="Arc 21740">
                        <a:extLst>
                          <a:ext uri="{FF2B5EF4-FFF2-40B4-BE49-F238E27FC236}">
                            <a16:creationId xmlns:a16="http://schemas.microsoft.com/office/drawing/2014/main" id="{1BC1D7AC-7C42-CDDE-EC9F-9C1A7A1EE01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742" name="Arc 21741">
                        <a:extLst>
                          <a:ext uri="{FF2B5EF4-FFF2-40B4-BE49-F238E27FC236}">
                            <a16:creationId xmlns:a16="http://schemas.microsoft.com/office/drawing/2014/main" id="{C76E4FB9-1755-25CD-813C-CAA2168BECD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740" name="TextBox 21739">
                      <a:extLst>
                        <a:ext uri="{FF2B5EF4-FFF2-40B4-BE49-F238E27FC236}">
                          <a16:creationId xmlns:a16="http://schemas.microsoft.com/office/drawing/2014/main" id="{6B4E6775-21A6-7300-B9BF-5D0D9C21813F}"/>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1714" name="Group 21713">
                    <a:extLst>
                      <a:ext uri="{FF2B5EF4-FFF2-40B4-BE49-F238E27FC236}">
                        <a16:creationId xmlns:a16="http://schemas.microsoft.com/office/drawing/2014/main" id="{4C8DEAA7-B509-9DAE-5F38-99716C66415D}"/>
                      </a:ext>
                    </a:extLst>
                  </p:cNvPr>
                  <p:cNvGrpSpPr/>
                  <p:nvPr/>
                </p:nvGrpSpPr>
                <p:grpSpPr>
                  <a:xfrm>
                    <a:off x="6512463" y="3525040"/>
                    <a:ext cx="393192" cy="393192"/>
                    <a:chOff x="6389147" y="3357021"/>
                    <a:chExt cx="393192" cy="393192"/>
                  </a:xfrm>
                </p:grpSpPr>
                <p:grpSp>
                  <p:nvGrpSpPr>
                    <p:cNvPr id="21726" name="Group 21725">
                      <a:extLst>
                        <a:ext uri="{FF2B5EF4-FFF2-40B4-BE49-F238E27FC236}">
                          <a16:creationId xmlns:a16="http://schemas.microsoft.com/office/drawing/2014/main" id="{10648E2D-0E3D-9C1C-88A5-99F4F0F5634C}"/>
                        </a:ext>
                      </a:extLst>
                    </p:cNvPr>
                    <p:cNvGrpSpPr/>
                    <p:nvPr/>
                  </p:nvGrpSpPr>
                  <p:grpSpPr>
                    <a:xfrm rot="7200000" flipH="1">
                      <a:off x="6389147" y="3357021"/>
                      <a:ext cx="393192" cy="393192"/>
                      <a:chOff x="5354637" y="3446463"/>
                      <a:chExt cx="214313" cy="214313"/>
                    </a:xfrm>
                  </p:grpSpPr>
                  <p:sp>
                    <p:nvSpPr>
                      <p:cNvPr id="21735" name="Arc 21734">
                        <a:extLst>
                          <a:ext uri="{FF2B5EF4-FFF2-40B4-BE49-F238E27FC236}">
                            <a16:creationId xmlns:a16="http://schemas.microsoft.com/office/drawing/2014/main" id="{992B07C2-8595-E86B-1706-C3483FEDF53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736" name="Arc 21735">
                        <a:extLst>
                          <a:ext uri="{FF2B5EF4-FFF2-40B4-BE49-F238E27FC236}">
                            <a16:creationId xmlns:a16="http://schemas.microsoft.com/office/drawing/2014/main" id="{9505E30A-71D1-6813-B5BC-68E3E64975E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727" name="Group 21726">
                      <a:extLst>
                        <a:ext uri="{FF2B5EF4-FFF2-40B4-BE49-F238E27FC236}">
                          <a16:creationId xmlns:a16="http://schemas.microsoft.com/office/drawing/2014/main" id="{6B9DF59C-8D1A-F2DA-3B32-54260BEBD186}"/>
                        </a:ext>
                      </a:extLst>
                    </p:cNvPr>
                    <p:cNvGrpSpPr/>
                    <p:nvPr/>
                  </p:nvGrpSpPr>
                  <p:grpSpPr>
                    <a:xfrm>
                      <a:off x="6434137" y="3402011"/>
                      <a:ext cx="303213" cy="303213"/>
                      <a:chOff x="6434137" y="3402011"/>
                      <a:chExt cx="303213" cy="303213"/>
                    </a:xfrm>
                  </p:grpSpPr>
                  <p:grpSp>
                    <p:nvGrpSpPr>
                      <p:cNvPr id="21728" name="Group 21727">
                        <a:extLst>
                          <a:ext uri="{FF2B5EF4-FFF2-40B4-BE49-F238E27FC236}">
                            <a16:creationId xmlns:a16="http://schemas.microsoft.com/office/drawing/2014/main" id="{8E6E059F-1A29-B99F-3E53-D093F0603D16}"/>
                          </a:ext>
                        </a:extLst>
                      </p:cNvPr>
                      <p:cNvGrpSpPr/>
                      <p:nvPr/>
                    </p:nvGrpSpPr>
                    <p:grpSpPr>
                      <a:xfrm flipH="1">
                        <a:off x="6478587" y="3446461"/>
                        <a:ext cx="214313" cy="214313"/>
                        <a:chOff x="5354637" y="3446463"/>
                        <a:chExt cx="214313" cy="214313"/>
                      </a:xfrm>
                    </p:grpSpPr>
                    <p:sp>
                      <p:nvSpPr>
                        <p:cNvPr id="21733" name="Arc 21732">
                          <a:extLst>
                            <a:ext uri="{FF2B5EF4-FFF2-40B4-BE49-F238E27FC236}">
                              <a16:creationId xmlns:a16="http://schemas.microsoft.com/office/drawing/2014/main" id="{4A3682DD-9AFB-78BD-2EAE-C1846ECD7EC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734" name="Arc 21733">
                          <a:extLst>
                            <a:ext uri="{FF2B5EF4-FFF2-40B4-BE49-F238E27FC236}">
                              <a16:creationId xmlns:a16="http://schemas.microsoft.com/office/drawing/2014/main" id="{5F382BCD-CD2E-27BA-52D3-57466FDCF26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729" name="Group 21728">
                        <a:extLst>
                          <a:ext uri="{FF2B5EF4-FFF2-40B4-BE49-F238E27FC236}">
                            <a16:creationId xmlns:a16="http://schemas.microsoft.com/office/drawing/2014/main" id="{8ECF15EE-FA06-B69D-1980-8553CDD46A09}"/>
                          </a:ext>
                        </a:extLst>
                      </p:cNvPr>
                      <p:cNvGrpSpPr/>
                      <p:nvPr/>
                    </p:nvGrpSpPr>
                    <p:grpSpPr>
                      <a:xfrm rot="14400000" flipH="1">
                        <a:off x="6434137" y="3402011"/>
                        <a:ext cx="303213" cy="303213"/>
                        <a:chOff x="5354637" y="3446463"/>
                        <a:chExt cx="214313" cy="214313"/>
                      </a:xfrm>
                    </p:grpSpPr>
                    <p:sp>
                      <p:nvSpPr>
                        <p:cNvPr id="21731" name="Arc 21730">
                          <a:extLst>
                            <a:ext uri="{FF2B5EF4-FFF2-40B4-BE49-F238E27FC236}">
                              <a16:creationId xmlns:a16="http://schemas.microsoft.com/office/drawing/2014/main" id="{D1B3AE7B-AFCD-E6AC-A864-B73B8D95330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732" name="Arc 21731">
                          <a:extLst>
                            <a:ext uri="{FF2B5EF4-FFF2-40B4-BE49-F238E27FC236}">
                              <a16:creationId xmlns:a16="http://schemas.microsoft.com/office/drawing/2014/main" id="{F61AC7E2-92AC-0324-9482-5BCFCA51B32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730" name="TextBox 21729">
                        <a:extLst>
                          <a:ext uri="{FF2B5EF4-FFF2-40B4-BE49-F238E27FC236}">
                            <a16:creationId xmlns:a16="http://schemas.microsoft.com/office/drawing/2014/main" id="{CB27045D-7D72-A3BD-42FB-28D37B8482E8}"/>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715" name="Group 21714">
                    <a:extLst>
                      <a:ext uri="{FF2B5EF4-FFF2-40B4-BE49-F238E27FC236}">
                        <a16:creationId xmlns:a16="http://schemas.microsoft.com/office/drawing/2014/main" id="{F30F3B6E-B4A9-2387-344C-2A41933E6D07}"/>
                      </a:ext>
                    </a:extLst>
                  </p:cNvPr>
                  <p:cNvGrpSpPr/>
                  <p:nvPr/>
                </p:nvGrpSpPr>
                <p:grpSpPr>
                  <a:xfrm>
                    <a:off x="6197413" y="3225768"/>
                    <a:ext cx="393192" cy="393192"/>
                    <a:chOff x="6389147" y="3932622"/>
                    <a:chExt cx="393192" cy="393192"/>
                  </a:xfrm>
                </p:grpSpPr>
                <p:grpSp>
                  <p:nvGrpSpPr>
                    <p:cNvPr id="21716" name="Group 21715">
                      <a:extLst>
                        <a:ext uri="{FF2B5EF4-FFF2-40B4-BE49-F238E27FC236}">
                          <a16:creationId xmlns:a16="http://schemas.microsoft.com/office/drawing/2014/main" id="{17A27AB7-B5B1-B472-9ABD-DA0AD1B749E9}"/>
                        </a:ext>
                      </a:extLst>
                    </p:cNvPr>
                    <p:cNvGrpSpPr/>
                    <p:nvPr/>
                  </p:nvGrpSpPr>
                  <p:grpSpPr>
                    <a:xfrm flipH="1">
                      <a:off x="6478587" y="4022061"/>
                      <a:ext cx="214313" cy="214313"/>
                      <a:chOff x="5354637" y="3446463"/>
                      <a:chExt cx="214313" cy="214313"/>
                    </a:xfrm>
                  </p:grpSpPr>
                  <p:sp>
                    <p:nvSpPr>
                      <p:cNvPr id="21724" name="Arc 21723">
                        <a:extLst>
                          <a:ext uri="{FF2B5EF4-FFF2-40B4-BE49-F238E27FC236}">
                            <a16:creationId xmlns:a16="http://schemas.microsoft.com/office/drawing/2014/main" id="{E17D2088-038D-C1C5-B12C-E219EB3D660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725" name="Arc 21724">
                        <a:extLst>
                          <a:ext uri="{FF2B5EF4-FFF2-40B4-BE49-F238E27FC236}">
                            <a16:creationId xmlns:a16="http://schemas.microsoft.com/office/drawing/2014/main" id="{CE866D9F-89F2-420F-B23B-6D1DAE4742C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717" name="Group 21716">
                      <a:extLst>
                        <a:ext uri="{FF2B5EF4-FFF2-40B4-BE49-F238E27FC236}">
                          <a16:creationId xmlns:a16="http://schemas.microsoft.com/office/drawing/2014/main" id="{F6676CAA-1379-5D8F-966D-D6785C613740}"/>
                        </a:ext>
                      </a:extLst>
                    </p:cNvPr>
                    <p:cNvGrpSpPr/>
                    <p:nvPr/>
                  </p:nvGrpSpPr>
                  <p:grpSpPr>
                    <a:xfrm rot="7200000" flipH="1">
                      <a:off x="6434137" y="3977611"/>
                      <a:ext cx="303213" cy="303213"/>
                      <a:chOff x="5354637" y="3446463"/>
                      <a:chExt cx="214313" cy="214313"/>
                    </a:xfrm>
                  </p:grpSpPr>
                  <p:sp>
                    <p:nvSpPr>
                      <p:cNvPr id="21722" name="Arc 21721">
                        <a:extLst>
                          <a:ext uri="{FF2B5EF4-FFF2-40B4-BE49-F238E27FC236}">
                            <a16:creationId xmlns:a16="http://schemas.microsoft.com/office/drawing/2014/main" id="{A6F82000-6C83-5AC3-6E50-6D3A23A4A9A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723" name="Arc 21722">
                        <a:extLst>
                          <a:ext uri="{FF2B5EF4-FFF2-40B4-BE49-F238E27FC236}">
                            <a16:creationId xmlns:a16="http://schemas.microsoft.com/office/drawing/2014/main" id="{A3A51021-F7A6-B67D-0ACA-ECE240368D5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718" name="Group 21717">
                      <a:extLst>
                        <a:ext uri="{FF2B5EF4-FFF2-40B4-BE49-F238E27FC236}">
                          <a16:creationId xmlns:a16="http://schemas.microsoft.com/office/drawing/2014/main" id="{617C81BE-E327-7A5D-E65F-62ABF5A316E5}"/>
                        </a:ext>
                      </a:extLst>
                    </p:cNvPr>
                    <p:cNvGrpSpPr/>
                    <p:nvPr/>
                  </p:nvGrpSpPr>
                  <p:grpSpPr>
                    <a:xfrm rot="14400000" flipH="1">
                      <a:off x="6389147" y="3932622"/>
                      <a:ext cx="393192" cy="393192"/>
                      <a:chOff x="5354637" y="3446463"/>
                      <a:chExt cx="214313" cy="214313"/>
                    </a:xfrm>
                  </p:grpSpPr>
                  <p:sp>
                    <p:nvSpPr>
                      <p:cNvPr id="21720" name="Arc 21719">
                        <a:extLst>
                          <a:ext uri="{FF2B5EF4-FFF2-40B4-BE49-F238E27FC236}">
                            <a16:creationId xmlns:a16="http://schemas.microsoft.com/office/drawing/2014/main" id="{8E8A0E5F-3BE0-C689-581E-C974ED44FEE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721" name="Arc 21720">
                        <a:extLst>
                          <a:ext uri="{FF2B5EF4-FFF2-40B4-BE49-F238E27FC236}">
                            <a16:creationId xmlns:a16="http://schemas.microsoft.com/office/drawing/2014/main" id="{D5843E48-5D3E-0D39-86C0-A045A027217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719" name="TextBox 21718">
                      <a:extLst>
                        <a:ext uri="{FF2B5EF4-FFF2-40B4-BE49-F238E27FC236}">
                          <a16:creationId xmlns:a16="http://schemas.microsoft.com/office/drawing/2014/main" id="{ED3C9616-5DDD-43E8-2E83-DDDA966CD9E8}"/>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21615" name="Group 21614">
                <a:extLst>
                  <a:ext uri="{FF2B5EF4-FFF2-40B4-BE49-F238E27FC236}">
                    <a16:creationId xmlns:a16="http://schemas.microsoft.com/office/drawing/2014/main" id="{48D560E4-CF81-9CE6-EDDE-FF6EADAEA7CF}"/>
                  </a:ext>
                </a:extLst>
              </p:cNvPr>
              <p:cNvGrpSpPr/>
              <p:nvPr/>
            </p:nvGrpSpPr>
            <p:grpSpPr>
              <a:xfrm>
                <a:off x="6065340" y="2039507"/>
                <a:ext cx="1643204" cy="1593124"/>
                <a:chOff x="5445106" y="2644743"/>
                <a:chExt cx="1643204" cy="1593124"/>
              </a:xfrm>
            </p:grpSpPr>
            <p:grpSp>
              <p:nvGrpSpPr>
                <p:cNvPr id="21616" name="Group 21615">
                  <a:extLst>
                    <a:ext uri="{FF2B5EF4-FFF2-40B4-BE49-F238E27FC236}">
                      <a16:creationId xmlns:a16="http://schemas.microsoft.com/office/drawing/2014/main" id="{B05806E6-C05B-144E-939C-E90AD71113A3}"/>
                    </a:ext>
                  </a:extLst>
                </p:cNvPr>
                <p:cNvGrpSpPr/>
                <p:nvPr/>
              </p:nvGrpSpPr>
              <p:grpSpPr>
                <a:xfrm>
                  <a:off x="5445106" y="2644743"/>
                  <a:ext cx="1019224" cy="991639"/>
                  <a:chOff x="5886431" y="3225768"/>
                  <a:chExt cx="1019224" cy="991639"/>
                </a:xfrm>
              </p:grpSpPr>
              <p:grpSp>
                <p:nvGrpSpPr>
                  <p:cNvPr id="21664" name="Group 21663">
                    <a:extLst>
                      <a:ext uri="{FF2B5EF4-FFF2-40B4-BE49-F238E27FC236}">
                        <a16:creationId xmlns:a16="http://schemas.microsoft.com/office/drawing/2014/main" id="{61FD0DCD-FD18-DFB9-E781-C1E70CED149B}"/>
                      </a:ext>
                    </a:extLst>
                  </p:cNvPr>
                  <p:cNvGrpSpPr/>
                  <p:nvPr/>
                </p:nvGrpSpPr>
                <p:grpSpPr>
                  <a:xfrm>
                    <a:off x="6197413" y="3824215"/>
                    <a:ext cx="393192" cy="393192"/>
                    <a:chOff x="5265196" y="3357021"/>
                    <a:chExt cx="393192" cy="393192"/>
                  </a:xfrm>
                </p:grpSpPr>
                <p:grpSp>
                  <p:nvGrpSpPr>
                    <p:cNvPr id="21699" name="Group 21698">
                      <a:extLst>
                        <a:ext uri="{FF2B5EF4-FFF2-40B4-BE49-F238E27FC236}">
                          <a16:creationId xmlns:a16="http://schemas.microsoft.com/office/drawing/2014/main" id="{5F95BF2E-B96A-5361-A6CB-3CBEA4D7C256}"/>
                        </a:ext>
                      </a:extLst>
                    </p:cNvPr>
                    <p:cNvGrpSpPr/>
                    <p:nvPr/>
                  </p:nvGrpSpPr>
                  <p:grpSpPr>
                    <a:xfrm rot="14400000">
                      <a:off x="5265196" y="3357021"/>
                      <a:ext cx="393192" cy="393192"/>
                      <a:chOff x="5354637" y="3446463"/>
                      <a:chExt cx="214313" cy="214313"/>
                    </a:xfrm>
                  </p:grpSpPr>
                  <p:sp>
                    <p:nvSpPr>
                      <p:cNvPr id="21708" name="Arc 21707">
                        <a:extLst>
                          <a:ext uri="{FF2B5EF4-FFF2-40B4-BE49-F238E27FC236}">
                            <a16:creationId xmlns:a16="http://schemas.microsoft.com/office/drawing/2014/main" id="{2BD009BD-68ED-7265-646C-85B8E0C5F38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709" name="Arc 21708">
                        <a:extLst>
                          <a:ext uri="{FF2B5EF4-FFF2-40B4-BE49-F238E27FC236}">
                            <a16:creationId xmlns:a16="http://schemas.microsoft.com/office/drawing/2014/main" id="{242D674B-1736-7343-82D1-8EB0EFAD618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700" name="Group 21699">
                      <a:extLst>
                        <a:ext uri="{FF2B5EF4-FFF2-40B4-BE49-F238E27FC236}">
                          <a16:creationId xmlns:a16="http://schemas.microsoft.com/office/drawing/2014/main" id="{4BB61136-4A58-0B80-ED6F-56A55FABE276}"/>
                        </a:ext>
                      </a:extLst>
                    </p:cNvPr>
                    <p:cNvGrpSpPr/>
                    <p:nvPr/>
                  </p:nvGrpSpPr>
                  <p:grpSpPr>
                    <a:xfrm>
                      <a:off x="5310186" y="3402011"/>
                      <a:ext cx="303213" cy="303213"/>
                      <a:chOff x="5310186" y="3402011"/>
                      <a:chExt cx="303213" cy="303213"/>
                    </a:xfrm>
                  </p:grpSpPr>
                  <p:grpSp>
                    <p:nvGrpSpPr>
                      <p:cNvPr id="21701" name="Group 21700">
                        <a:extLst>
                          <a:ext uri="{FF2B5EF4-FFF2-40B4-BE49-F238E27FC236}">
                            <a16:creationId xmlns:a16="http://schemas.microsoft.com/office/drawing/2014/main" id="{F0B433B5-A654-515E-4060-10994E5DBAB7}"/>
                          </a:ext>
                        </a:extLst>
                      </p:cNvPr>
                      <p:cNvGrpSpPr/>
                      <p:nvPr/>
                    </p:nvGrpSpPr>
                    <p:grpSpPr>
                      <a:xfrm>
                        <a:off x="5354636" y="3446461"/>
                        <a:ext cx="214313" cy="214313"/>
                        <a:chOff x="5354637" y="3446463"/>
                        <a:chExt cx="214313" cy="214313"/>
                      </a:xfrm>
                    </p:grpSpPr>
                    <p:sp>
                      <p:nvSpPr>
                        <p:cNvPr id="21706" name="Arc 21705">
                          <a:extLst>
                            <a:ext uri="{FF2B5EF4-FFF2-40B4-BE49-F238E27FC236}">
                              <a16:creationId xmlns:a16="http://schemas.microsoft.com/office/drawing/2014/main" id="{65F5B13A-D4AC-95A5-8FD3-D63560E4CEC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707" name="Arc 21706">
                          <a:extLst>
                            <a:ext uri="{FF2B5EF4-FFF2-40B4-BE49-F238E27FC236}">
                              <a16:creationId xmlns:a16="http://schemas.microsoft.com/office/drawing/2014/main" id="{1409CC9B-5031-2670-91C8-29E395D6086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702" name="Group 21701">
                        <a:extLst>
                          <a:ext uri="{FF2B5EF4-FFF2-40B4-BE49-F238E27FC236}">
                            <a16:creationId xmlns:a16="http://schemas.microsoft.com/office/drawing/2014/main" id="{20A6085E-018C-B1F2-B7E0-28EB5BF701BE}"/>
                          </a:ext>
                        </a:extLst>
                      </p:cNvPr>
                      <p:cNvGrpSpPr/>
                      <p:nvPr/>
                    </p:nvGrpSpPr>
                    <p:grpSpPr>
                      <a:xfrm rot="7200000">
                        <a:off x="5310186" y="3402011"/>
                        <a:ext cx="303213" cy="303213"/>
                        <a:chOff x="5354637" y="3446463"/>
                        <a:chExt cx="214313" cy="214313"/>
                      </a:xfrm>
                    </p:grpSpPr>
                    <p:sp>
                      <p:nvSpPr>
                        <p:cNvPr id="21704" name="Arc 21703">
                          <a:extLst>
                            <a:ext uri="{FF2B5EF4-FFF2-40B4-BE49-F238E27FC236}">
                              <a16:creationId xmlns:a16="http://schemas.microsoft.com/office/drawing/2014/main" id="{9F6DBE84-5EAF-E868-3F14-DFAB619A9BC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705" name="Arc 21704">
                          <a:extLst>
                            <a:ext uri="{FF2B5EF4-FFF2-40B4-BE49-F238E27FC236}">
                              <a16:creationId xmlns:a16="http://schemas.microsoft.com/office/drawing/2014/main" id="{D9F16ABB-AC01-B702-DAF2-6AD382DF443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703" name="TextBox 21702">
                        <a:extLst>
                          <a:ext uri="{FF2B5EF4-FFF2-40B4-BE49-F238E27FC236}">
                            <a16:creationId xmlns:a16="http://schemas.microsoft.com/office/drawing/2014/main" id="{B783AD12-1144-1763-D0AE-11F33684A676}"/>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665" name="Group 21664">
                    <a:extLst>
                      <a:ext uri="{FF2B5EF4-FFF2-40B4-BE49-F238E27FC236}">
                        <a16:creationId xmlns:a16="http://schemas.microsoft.com/office/drawing/2014/main" id="{25351354-933E-E8CB-BBF9-189CA73562F4}"/>
                      </a:ext>
                    </a:extLst>
                  </p:cNvPr>
                  <p:cNvGrpSpPr/>
                  <p:nvPr/>
                </p:nvGrpSpPr>
                <p:grpSpPr>
                  <a:xfrm>
                    <a:off x="5886431" y="3525040"/>
                    <a:ext cx="393192" cy="393192"/>
                    <a:chOff x="5265196" y="3932619"/>
                    <a:chExt cx="393192" cy="393192"/>
                  </a:xfrm>
                </p:grpSpPr>
                <p:grpSp>
                  <p:nvGrpSpPr>
                    <p:cNvPr id="21689" name="Group 21688">
                      <a:extLst>
                        <a:ext uri="{FF2B5EF4-FFF2-40B4-BE49-F238E27FC236}">
                          <a16:creationId xmlns:a16="http://schemas.microsoft.com/office/drawing/2014/main" id="{CB1424CD-91C4-9F3A-C14E-0E1BEE67B935}"/>
                        </a:ext>
                      </a:extLst>
                    </p:cNvPr>
                    <p:cNvGrpSpPr/>
                    <p:nvPr/>
                  </p:nvGrpSpPr>
                  <p:grpSpPr>
                    <a:xfrm>
                      <a:off x="5354636" y="4022061"/>
                      <a:ext cx="214313" cy="214313"/>
                      <a:chOff x="5354637" y="3446463"/>
                      <a:chExt cx="214313" cy="214313"/>
                    </a:xfrm>
                  </p:grpSpPr>
                  <p:sp>
                    <p:nvSpPr>
                      <p:cNvPr id="21697" name="Arc 21696">
                        <a:extLst>
                          <a:ext uri="{FF2B5EF4-FFF2-40B4-BE49-F238E27FC236}">
                            <a16:creationId xmlns:a16="http://schemas.microsoft.com/office/drawing/2014/main" id="{43939BE9-E224-12FD-D03C-B3FCF88A0E4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698" name="Arc 21697">
                        <a:extLst>
                          <a:ext uri="{FF2B5EF4-FFF2-40B4-BE49-F238E27FC236}">
                            <a16:creationId xmlns:a16="http://schemas.microsoft.com/office/drawing/2014/main" id="{125BD6D6-AFF7-D625-19A0-285F0D2718F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690" name="Group 21689">
                      <a:extLst>
                        <a:ext uri="{FF2B5EF4-FFF2-40B4-BE49-F238E27FC236}">
                          <a16:creationId xmlns:a16="http://schemas.microsoft.com/office/drawing/2014/main" id="{73410DC9-34CE-24BC-CFAA-2014774FBBBD}"/>
                        </a:ext>
                      </a:extLst>
                    </p:cNvPr>
                    <p:cNvGrpSpPr/>
                    <p:nvPr/>
                  </p:nvGrpSpPr>
                  <p:grpSpPr>
                    <a:xfrm rot="14400000">
                      <a:off x="5310186" y="3977611"/>
                      <a:ext cx="303213" cy="303213"/>
                      <a:chOff x="5354637" y="3446463"/>
                      <a:chExt cx="214313" cy="214313"/>
                    </a:xfrm>
                  </p:grpSpPr>
                  <p:sp>
                    <p:nvSpPr>
                      <p:cNvPr id="21695" name="Arc 21694">
                        <a:extLst>
                          <a:ext uri="{FF2B5EF4-FFF2-40B4-BE49-F238E27FC236}">
                            <a16:creationId xmlns:a16="http://schemas.microsoft.com/office/drawing/2014/main" id="{D681FD83-83BC-3577-0060-DD697683521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696" name="Arc 21695">
                        <a:extLst>
                          <a:ext uri="{FF2B5EF4-FFF2-40B4-BE49-F238E27FC236}">
                            <a16:creationId xmlns:a16="http://schemas.microsoft.com/office/drawing/2014/main" id="{B6844021-8289-BA10-EFCB-1B7C940D2DA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691" name="Group 21690">
                      <a:extLst>
                        <a:ext uri="{FF2B5EF4-FFF2-40B4-BE49-F238E27FC236}">
                          <a16:creationId xmlns:a16="http://schemas.microsoft.com/office/drawing/2014/main" id="{9E9E6A10-AE53-B5ED-28B0-1C83B2120153}"/>
                        </a:ext>
                      </a:extLst>
                    </p:cNvPr>
                    <p:cNvGrpSpPr/>
                    <p:nvPr/>
                  </p:nvGrpSpPr>
                  <p:grpSpPr>
                    <a:xfrm rot="7200000">
                      <a:off x="5265196" y="3932619"/>
                      <a:ext cx="393192" cy="393192"/>
                      <a:chOff x="5354637" y="3446463"/>
                      <a:chExt cx="214313" cy="214313"/>
                    </a:xfrm>
                  </p:grpSpPr>
                  <p:sp>
                    <p:nvSpPr>
                      <p:cNvPr id="21693" name="Arc 21692">
                        <a:extLst>
                          <a:ext uri="{FF2B5EF4-FFF2-40B4-BE49-F238E27FC236}">
                            <a16:creationId xmlns:a16="http://schemas.microsoft.com/office/drawing/2014/main" id="{FED8162E-9932-8267-74EE-BA96AA09432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694" name="Arc 21693">
                        <a:extLst>
                          <a:ext uri="{FF2B5EF4-FFF2-40B4-BE49-F238E27FC236}">
                            <a16:creationId xmlns:a16="http://schemas.microsoft.com/office/drawing/2014/main" id="{28CBDD28-D699-DFED-3E19-2981068144C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692" name="TextBox 21691">
                      <a:extLst>
                        <a:ext uri="{FF2B5EF4-FFF2-40B4-BE49-F238E27FC236}">
                          <a16:creationId xmlns:a16="http://schemas.microsoft.com/office/drawing/2014/main" id="{FED77BCC-27E4-9DA8-1E38-EE5826447580}"/>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1666" name="Group 21665">
                    <a:extLst>
                      <a:ext uri="{FF2B5EF4-FFF2-40B4-BE49-F238E27FC236}">
                        <a16:creationId xmlns:a16="http://schemas.microsoft.com/office/drawing/2014/main" id="{B0466910-34A0-67FC-7E41-0E29277FDC0D}"/>
                      </a:ext>
                    </a:extLst>
                  </p:cNvPr>
                  <p:cNvGrpSpPr/>
                  <p:nvPr/>
                </p:nvGrpSpPr>
                <p:grpSpPr>
                  <a:xfrm>
                    <a:off x="6512463" y="3525040"/>
                    <a:ext cx="393192" cy="393192"/>
                    <a:chOff x="6389147" y="3357021"/>
                    <a:chExt cx="393192" cy="393192"/>
                  </a:xfrm>
                </p:grpSpPr>
                <p:grpSp>
                  <p:nvGrpSpPr>
                    <p:cNvPr id="21678" name="Group 21677">
                      <a:extLst>
                        <a:ext uri="{FF2B5EF4-FFF2-40B4-BE49-F238E27FC236}">
                          <a16:creationId xmlns:a16="http://schemas.microsoft.com/office/drawing/2014/main" id="{C828E77E-EAE5-1C23-B8B0-C1395D1E0D08}"/>
                        </a:ext>
                      </a:extLst>
                    </p:cNvPr>
                    <p:cNvGrpSpPr/>
                    <p:nvPr/>
                  </p:nvGrpSpPr>
                  <p:grpSpPr>
                    <a:xfrm rot="7200000" flipH="1">
                      <a:off x="6389147" y="3357021"/>
                      <a:ext cx="393192" cy="393192"/>
                      <a:chOff x="5354637" y="3446463"/>
                      <a:chExt cx="214313" cy="214313"/>
                    </a:xfrm>
                  </p:grpSpPr>
                  <p:sp>
                    <p:nvSpPr>
                      <p:cNvPr id="21687" name="Arc 21686">
                        <a:extLst>
                          <a:ext uri="{FF2B5EF4-FFF2-40B4-BE49-F238E27FC236}">
                            <a16:creationId xmlns:a16="http://schemas.microsoft.com/office/drawing/2014/main" id="{F33686CB-7AA6-6CB4-B660-9BF2675664D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688" name="Arc 21687">
                        <a:extLst>
                          <a:ext uri="{FF2B5EF4-FFF2-40B4-BE49-F238E27FC236}">
                            <a16:creationId xmlns:a16="http://schemas.microsoft.com/office/drawing/2014/main" id="{25EE5EA0-4D1A-F174-828A-07C227C08E4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679" name="Group 21678">
                      <a:extLst>
                        <a:ext uri="{FF2B5EF4-FFF2-40B4-BE49-F238E27FC236}">
                          <a16:creationId xmlns:a16="http://schemas.microsoft.com/office/drawing/2014/main" id="{291AACA7-6EE6-347F-49F1-B57730ED215F}"/>
                        </a:ext>
                      </a:extLst>
                    </p:cNvPr>
                    <p:cNvGrpSpPr/>
                    <p:nvPr/>
                  </p:nvGrpSpPr>
                  <p:grpSpPr>
                    <a:xfrm>
                      <a:off x="6434137" y="3402011"/>
                      <a:ext cx="303213" cy="303213"/>
                      <a:chOff x="6434137" y="3402011"/>
                      <a:chExt cx="303213" cy="303213"/>
                    </a:xfrm>
                  </p:grpSpPr>
                  <p:grpSp>
                    <p:nvGrpSpPr>
                      <p:cNvPr id="21680" name="Group 21679">
                        <a:extLst>
                          <a:ext uri="{FF2B5EF4-FFF2-40B4-BE49-F238E27FC236}">
                            <a16:creationId xmlns:a16="http://schemas.microsoft.com/office/drawing/2014/main" id="{A092BBC3-3D29-DCD2-E6FC-D69E0CC1017D}"/>
                          </a:ext>
                        </a:extLst>
                      </p:cNvPr>
                      <p:cNvGrpSpPr/>
                      <p:nvPr/>
                    </p:nvGrpSpPr>
                    <p:grpSpPr>
                      <a:xfrm flipH="1">
                        <a:off x="6478587" y="3446461"/>
                        <a:ext cx="214313" cy="214313"/>
                        <a:chOff x="5354637" y="3446463"/>
                        <a:chExt cx="214313" cy="214313"/>
                      </a:xfrm>
                    </p:grpSpPr>
                    <p:sp>
                      <p:nvSpPr>
                        <p:cNvPr id="21685" name="Arc 21684">
                          <a:extLst>
                            <a:ext uri="{FF2B5EF4-FFF2-40B4-BE49-F238E27FC236}">
                              <a16:creationId xmlns:a16="http://schemas.microsoft.com/office/drawing/2014/main" id="{1B2492D3-3EC0-BFD0-F32B-3A9BE8828B9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686" name="Arc 21685">
                          <a:extLst>
                            <a:ext uri="{FF2B5EF4-FFF2-40B4-BE49-F238E27FC236}">
                              <a16:creationId xmlns:a16="http://schemas.microsoft.com/office/drawing/2014/main" id="{8C180787-E6CD-E2DC-2D52-983BDE728C9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681" name="Group 21680">
                        <a:extLst>
                          <a:ext uri="{FF2B5EF4-FFF2-40B4-BE49-F238E27FC236}">
                            <a16:creationId xmlns:a16="http://schemas.microsoft.com/office/drawing/2014/main" id="{5DD2D154-600A-B5BA-474C-6C058C2CF6A9}"/>
                          </a:ext>
                        </a:extLst>
                      </p:cNvPr>
                      <p:cNvGrpSpPr/>
                      <p:nvPr/>
                    </p:nvGrpSpPr>
                    <p:grpSpPr>
                      <a:xfrm rot="14400000" flipH="1">
                        <a:off x="6434137" y="3402011"/>
                        <a:ext cx="303213" cy="303213"/>
                        <a:chOff x="5354637" y="3446463"/>
                        <a:chExt cx="214313" cy="214313"/>
                      </a:xfrm>
                    </p:grpSpPr>
                    <p:sp>
                      <p:nvSpPr>
                        <p:cNvPr id="21683" name="Arc 21682">
                          <a:extLst>
                            <a:ext uri="{FF2B5EF4-FFF2-40B4-BE49-F238E27FC236}">
                              <a16:creationId xmlns:a16="http://schemas.microsoft.com/office/drawing/2014/main" id="{448EEACF-58AC-0BD3-BF44-DBBA4585A16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684" name="Arc 21683">
                          <a:extLst>
                            <a:ext uri="{FF2B5EF4-FFF2-40B4-BE49-F238E27FC236}">
                              <a16:creationId xmlns:a16="http://schemas.microsoft.com/office/drawing/2014/main" id="{99DDB472-1AA7-3D32-A5B1-2C85CA99F08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682" name="TextBox 21681">
                        <a:extLst>
                          <a:ext uri="{FF2B5EF4-FFF2-40B4-BE49-F238E27FC236}">
                            <a16:creationId xmlns:a16="http://schemas.microsoft.com/office/drawing/2014/main" id="{53181856-D832-5ACC-27C3-7D271D41EA97}"/>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667" name="Group 21666">
                    <a:extLst>
                      <a:ext uri="{FF2B5EF4-FFF2-40B4-BE49-F238E27FC236}">
                        <a16:creationId xmlns:a16="http://schemas.microsoft.com/office/drawing/2014/main" id="{C420BFFA-4B1D-006E-E2BD-EC6DA2363088}"/>
                      </a:ext>
                    </a:extLst>
                  </p:cNvPr>
                  <p:cNvGrpSpPr/>
                  <p:nvPr/>
                </p:nvGrpSpPr>
                <p:grpSpPr>
                  <a:xfrm>
                    <a:off x="6197413" y="3225768"/>
                    <a:ext cx="393192" cy="393192"/>
                    <a:chOff x="6389147" y="3932622"/>
                    <a:chExt cx="393192" cy="393192"/>
                  </a:xfrm>
                </p:grpSpPr>
                <p:grpSp>
                  <p:nvGrpSpPr>
                    <p:cNvPr id="21668" name="Group 21667">
                      <a:extLst>
                        <a:ext uri="{FF2B5EF4-FFF2-40B4-BE49-F238E27FC236}">
                          <a16:creationId xmlns:a16="http://schemas.microsoft.com/office/drawing/2014/main" id="{0E9931D0-8725-4B62-F9C6-E880B3E67CDE}"/>
                        </a:ext>
                      </a:extLst>
                    </p:cNvPr>
                    <p:cNvGrpSpPr/>
                    <p:nvPr/>
                  </p:nvGrpSpPr>
                  <p:grpSpPr>
                    <a:xfrm flipH="1">
                      <a:off x="6478587" y="4022061"/>
                      <a:ext cx="214313" cy="214313"/>
                      <a:chOff x="5354637" y="3446463"/>
                      <a:chExt cx="214313" cy="214313"/>
                    </a:xfrm>
                  </p:grpSpPr>
                  <p:sp>
                    <p:nvSpPr>
                      <p:cNvPr id="21676" name="Arc 21675">
                        <a:extLst>
                          <a:ext uri="{FF2B5EF4-FFF2-40B4-BE49-F238E27FC236}">
                            <a16:creationId xmlns:a16="http://schemas.microsoft.com/office/drawing/2014/main" id="{0B79C986-56A7-957D-B5BA-EA320C8F00C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677" name="Arc 21676">
                        <a:extLst>
                          <a:ext uri="{FF2B5EF4-FFF2-40B4-BE49-F238E27FC236}">
                            <a16:creationId xmlns:a16="http://schemas.microsoft.com/office/drawing/2014/main" id="{F3BCAD24-CE07-2EF6-E20D-CEBE6330321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669" name="Group 21668">
                      <a:extLst>
                        <a:ext uri="{FF2B5EF4-FFF2-40B4-BE49-F238E27FC236}">
                          <a16:creationId xmlns:a16="http://schemas.microsoft.com/office/drawing/2014/main" id="{EF8AE6A1-D776-0082-8DB4-EFBFA524AD59}"/>
                        </a:ext>
                      </a:extLst>
                    </p:cNvPr>
                    <p:cNvGrpSpPr/>
                    <p:nvPr/>
                  </p:nvGrpSpPr>
                  <p:grpSpPr>
                    <a:xfrm rot="7200000" flipH="1">
                      <a:off x="6434137" y="3977611"/>
                      <a:ext cx="303213" cy="303213"/>
                      <a:chOff x="5354637" y="3446463"/>
                      <a:chExt cx="214313" cy="214313"/>
                    </a:xfrm>
                  </p:grpSpPr>
                  <p:sp>
                    <p:nvSpPr>
                      <p:cNvPr id="21674" name="Arc 21673">
                        <a:extLst>
                          <a:ext uri="{FF2B5EF4-FFF2-40B4-BE49-F238E27FC236}">
                            <a16:creationId xmlns:a16="http://schemas.microsoft.com/office/drawing/2014/main" id="{FCC28F53-CEC5-8826-805D-E9ABEC228BB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675" name="Arc 21674">
                        <a:extLst>
                          <a:ext uri="{FF2B5EF4-FFF2-40B4-BE49-F238E27FC236}">
                            <a16:creationId xmlns:a16="http://schemas.microsoft.com/office/drawing/2014/main" id="{CB051659-ECDE-EDA3-F025-18A51A9FAFC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670" name="Group 21669">
                      <a:extLst>
                        <a:ext uri="{FF2B5EF4-FFF2-40B4-BE49-F238E27FC236}">
                          <a16:creationId xmlns:a16="http://schemas.microsoft.com/office/drawing/2014/main" id="{74762F19-E025-B911-603B-EE391E24F46E}"/>
                        </a:ext>
                      </a:extLst>
                    </p:cNvPr>
                    <p:cNvGrpSpPr/>
                    <p:nvPr/>
                  </p:nvGrpSpPr>
                  <p:grpSpPr>
                    <a:xfrm rot="14400000" flipH="1">
                      <a:off x="6389147" y="3932622"/>
                      <a:ext cx="393192" cy="393192"/>
                      <a:chOff x="5354637" y="3446463"/>
                      <a:chExt cx="214313" cy="214313"/>
                    </a:xfrm>
                  </p:grpSpPr>
                  <p:sp>
                    <p:nvSpPr>
                      <p:cNvPr id="21672" name="Arc 21671">
                        <a:extLst>
                          <a:ext uri="{FF2B5EF4-FFF2-40B4-BE49-F238E27FC236}">
                            <a16:creationId xmlns:a16="http://schemas.microsoft.com/office/drawing/2014/main" id="{170D8E1C-4E7A-D961-6F20-1720D0A5B5B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673" name="Arc 21672">
                        <a:extLst>
                          <a:ext uri="{FF2B5EF4-FFF2-40B4-BE49-F238E27FC236}">
                            <a16:creationId xmlns:a16="http://schemas.microsoft.com/office/drawing/2014/main" id="{C01FB1D6-3373-4A90-9D31-E74C9549058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671" name="TextBox 21670">
                      <a:extLst>
                        <a:ext uri="{FF2B5EF4-FFF2-40B4-BE49-F238E27FC236}">
                          <a16:creationId xmlns:a16="http://schemas.microsoft.com/office/drawing/2014/main" id="{31A52186-728D-9B25-943C-F58FF872D056}"/>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617" name="Group 21616">
                  <a:extLst>
                    <a:ext uri="{FF2B5EF4-FFF2-40B4-BE49-F238E27FC236}">
                      <a16:creationId xmlns:a16="http://schemas.microsoft.com/office/drawing/2014/main" id="{FCEF660F-90AD-01AF-47D2-25505A93A46D}"/>
                    </a:ext>
                  </a:extLst>
                </p:cNvPr>
                <p:cNvGrpSpPr/>
                <p:nvPr/>
              </p:nvGrpSpPr>
              <p:grpSpPr>
                <a:xfrm>
                  <a:off x="6069086" y="3246228"/>
                  <a:ext cx="1019224" cy="991639"/>
                  <a:chOff x="5886431" y="3225768"/>
                  <a:chExt cx="1019224" cy="991639"/>
                </a:xfrm>
              </p:grpSpPr>
              <p:grpSp>
                <p:nvGrpSpPr>
                  <p:cNvPr id="21618" name="Group 21617">
                    <a:extLst>
                      <a:ext uri="{FF2B5EF4-FFF2-40B4-BE49-F238E27FC236}">
                        <a16:creationId xmlns:a16="http://schemas.microsoft.com/office/drawing/2014/main" id="{53B9D6A7-231B-945D-174B-CB9BCB09C7E0}"/>
                      </a:ext>
                    </a:extLst>
                  </p:cNvPr>
                  <p:cNvGrpSpPr/>
                  <p:nvPr/>
                </p:nvGrpSpPr>
                <p:grpSpPr>
                  <a:xfrm>
                    <a:off x="6197413" y="3824215"/>
                    <a:ext cx="393192" cy="393192"/>
                    <a:chOff x="5265196" y="3357021"/>
                    <a:chExt cx="393192" cy="393192"/>
                  </a:xfrm>
                </p:grpSpPr>
                <p:grpSp>
                  <p:nvGrpSpPr>
                    <p:cNvPr id="21653" name="Group 21652">
                      <a:extLst>
                        <a:ext uri="{FF2B5EF4-FFF2-40B4-BE49-F238E27FC236}">
                          <a16:creationId xmlns:a16="http://schemas.microsoft.com/office/drawing/2014/main" id="{F20A9317-A499-CB87-CBAB-F0F2BE5EDA18}"/>
                        </a:ext>
                      </a:extLst>
                    </p:cNvPr>
                    <p:cNvGrpSpPr/>
                    <p:nvPr/>
                  </p:nvGrpSpPr>
                  <p:grpSpPr>
                    <a:xfrm rot="14400000">
                      <a:off x="5265196" y="3357021"/>
                      <a:ext cx="393192" cy="393192"/>
                      <a:chOff x="5354637" y="3446463"/>
                      <a:chExt cx="214313" cy="214313"/>
                    </a:xfrm>
                  </p:grpSpPr>
                  <p:sp>
                    <p:nvSpPr>
                      <p:cNvPr id="21662" name="Arc 21661">
                        <a:extLst>
                          <a:ext uri="{FF2B5EF4-FFF2-40B4-BE49-F238E27FC236}">
                            <a16:creationId xmlns:a16="http://schemas.microsoft.com/office/drawing/2014/main" id="{53980490-B8A0-7E77-4656-F4F49C1E547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663" name="Arc 21662">
                        <a:extLst>
                          <a:ext uri="{FF2B5EF4-FFF2-40B4-BE49-F238E27FC236}">
                            <a16:creationId xmlns:a16="http://schemas.microsoft.com/office/drawing/2014/main" id="{4BC32A6B-0C72-72A8-8285-D8A6FE72577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654" name="Group 21653">
                      <a:extLst>
                        <a:ext uri="{FF2B5EF4-FFF2-40B4-BE49-F238E27FC236}">
                          <a16:creationId xmlns:a16="http://schemas.microsoft.com/office/drawing/2014/main" id="{03C8DC47-7626-8B0A-8E33-CCD0AABB2347}"/>
                        </a:ext>
                      </a:extLst>
                    </p:cNvPr>
                    <p:cNvGrpSpPr/>
                    <p:nvPr/>
                  </p:nvGrpSpPr>
                  <p:grpSpPr>
                    <a:xfrm>
                      <a:off x="5310186" y="3402011"/>
                      <a:ext cx="303213" cy="303213"/>
                      <a:chOff x="5310186" y="3402011"/>
                      <a:chExt cx="303213" cy="303213"/>
                    </a:xfrm>
                  </p:grpSpPr>
                  <p:grpSp>
                    <p:nvGrpSpPr>
                      <p:cNvPr id="21655" name="Group 21654">
                        <a:extLst>
                          <a:ext uri="{FF2B5EF4-FFF2-40B4-BE49-F238E27FC236}">
                            <a16:creationId xmlns:a16="http://schemas.microsoft.com/office/drawing/2014/main" id="{5E215441-D65D-8D37-628A-F68662E6A213}"/>
                          </a:ext>
                        </a:extLst>
                      </p:cNvPr>
                      <p:cNvGrpSpPr/>
                      <p:nvPr/>
                    </p:nvGrpSpPr>
                    <p:grpSpPr>
                      <a:xfrm>
                        <a:off x="5354636" y="3446461"/>
                        <a:ext cx="214313" cy="214313"/>
                        <a:chOff x="5354637" y="3446463"/>
                        <a:chExt cx="214313" cy="214313"/>
                      </a:xfrm>
                    </p:grpSpPr>
                    <p:sp>
                      <p:nvSpPr>
                        <p:cNvPr id="21660" name="Arc 21659">
                          <a:extLst>
                            <a:ext uri="{FF2B5EF4-FFF2-40B4-BE49-F238E27FC236}">
                              <a16:creationId xmlns:a16="http://schemas.microsoft.com/office/drawing/2014/main" id="{BAA4902D-0210-661D-513A-E059D9D9DEA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661" name="Arc 21660">
                          <a:extLst>
                            <a:ext uri="{FF2B5EF4-FFF2-40B4-BE49-F238E27FC236}">
                              <a16:creationId xmlns:a16="http://schemas.microsoft.com/office/drawing/2014/main" id="{D7BED5C2-CB89-519A-B8EA-CF6AF5382E9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656" name="Group 21655">
                        <a:extLst>
                          <a:ext uri="{FF2B5EF4-FFF2-40B4-BE49-F238E27FC236}">
                            <a16:creationId xmlns:a16="http://schemas.microsoft.com/office/drawing/2014/main" id="{9E55C1F0-4685-07AD-78D6-58AE334ECE99}"/>
                          </a:ext>
                        </a:extLst>
                      </p:cNvPr>
                      <p:cNvGrpSpPr/>
                      <p:nvPr/>
                    </p:nvGrpSpPr>
                    <p:grpSpPr>
                      <a:xfrm rot="7200000">
                        <a:off x="5310186" y="3402011"/>
                        <a:ext cx="303213" cy="303213"/>
                        <a:chOff x="5354637" y="3446463"/>
                        <a:chExt cx="214313" cy="214313"/>
                      </a:xfrm>
                    </p:grpSpPr>
                    <p:sp>
                      <p:nvSpPr>
                        <p:cNvPr id="21658" name="Arc 21657">
                          <a:extLst>
                            <a:ext uri="{FF2B5EF4-FFF2-40B4-BE49-F238E27FC236}">
                              <a16:creationId xmlns:a16="http://schemas.microsoft.com/office/drawing/2014/main" id="{912BF582-58A0-297D-4D2B-401DFD4250C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659" name="Arc 21658">
                          <a:extLst>
                            <a:ext uri="{FF2B5EF4-FFF2-40B4-BE49-F238E27FC236}">
                              <a16:creationId xmlns:a16="http://schemas.microsoft.com/office/drawing/2014/main" id="{585DCEA8-76ED-2929-ADF1-01EC94D7FB1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657" name="TextBox 21656">
                        <a:extLst>
                          <a:ext uri="{FF2B5EF4-FFF2-40B4-BE49-F238E27FC236}">
                            <a16:creationId xmlns:a16="http://schemas.microsoft.com/office/drawing/2014/main" id="{06416CE3-A3DA-FEA4-693A-531EE2BEAE38}"/>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619" name="Group 21618">
                    <a:extLst>
                      <a:ext uri="{FF2B5EF4-FFF2-40B4-BE49-F238E27FC236}">
                        <a16:creationId xmlns:a16="http://schemas.microsoft.com/office/drawing/2014/main" id="{D00745C9-5734-A157-9D49-D8F9DD2CDBD2}"/>
                      </a:ext>
                    </a:extLst>
                  </p:cNvPr>
                  <p:cNvGrpSpPr/>
                  <p:nvPr/>
                </p:nvGrpSpPr>
                <p:grpSpPr>
                  <a:xfrm>
                    <a:off x="5886431" y="3525040"/>
                    <a:ext cx="393192" cy="393192"/>
                    <a:chOff x="5265196" y="3932619"/>
                    <a:chExt cx="393192" cy="393192"/>
                  </a:xfrm>
                </p:grpSpPr>
                <p:grpSp>
                  <p:nvGrpSpPr>
                    <p:cNvPr id="21643" name="Group 21642">
                      <a:extLst>
                        <a:ext uri="{FF2B5EF4-FFF2-40B4-BE49-F238E27FC236}">
                          <a16:creationId xmlns:a16="http://schemas.microsoft.com/office/drawing/2014/main" id="{0E33EC19-0736-7AAB-ECE3-AF438EC1A6B1}"/>
                        </a:ext>
                      </a:extLst>
                    </p:cNvPr>
                    <p:cNvGrpSpPr/>
                    <p:nvPr/>
                  </p:nvGrpSpPr>
                  <p:grpSpPr>
                    <a:xfrm>
                      <a:off x="5354636" y="4022061"/>
                      <a:ext cx="214313" cy="214313"/>
                      <a:chOff x="5354637" y="3446463"/>
                      <a:chExt cx="214313" cy="214313"/>
                    </a:xfrm>
                  </p:grpSpPr>
                  <p:sp>
                    <p:nvSpPr>
                      <p:cNvPr id="21651" name="Arc 21650">
                        <a:extLst>
                          <a:ext uri="{FF2B5EF4-FFF2-40B4-BE49-F238E27FC236}">
                            <a16:creationId xmlns:a16="http://schemas.microsoft.com/office/drawing/2014/main" id="{3C256DAE-9A07-E7B9-C777-68411A7D25D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652" name="Arc 21651">
                        <a:extLst>
                          <a:ext uri="{FF2B5EF4-FFF2-40B4-BE49-F238E27FC236}">
                            <a16:creationId xmlns:a16="http://schemas.microsoft.com/office/drawing/2014/main" id="{E4475FA4-508E-6361-3654-360C4471E03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644" name="Group 21643">
                      <a:extLst>
                        <a:ext uri="{FF2B5EF4-FFF2-40B4-BE49-F238E27FC236}">
                          <a16:creationId xmlns:a16="http://schemas.microsoft.com/office/drawing/2014/main" id="{081471C8-07B1-FE7B-4124-0D174D4F1B98}"/>
                        </a:ext>
                      </a:extLst>
                    </p:cNvPr>
                    <p:cNvGrpSpPr/>
                    <p:nvPr/>
                  </p:nvGrpSpPr>
                  <p:grpSpPr>
                    <a:xfrm rot="14400000">
                      <a:off x="5310186" y="3977611"/>
                      <a:ext cx="303213" cy="303213"/>
                      <a:chOff x="5354637" y="3446463"/>
                      <a:chExt cx="214313" cy="214313"/>
                    </a:xfrm>
                  </p:grpSpPr>
                  <p:sp>
                    <p:nvSpPr>
                      <p:cNvPr id="21649" name="Arc 21648">
                        <a:extLst>
                          <a:ext uri="{FF2B5EF4-FFF2-40B4-BE49-F238E27FC236}">
                            <a16:creationId xmlns:a16="http://schemas.microsoft.com/office/drawing/2014/main" id="{5820F452-A5AE-9B55-F54D-8E5B0B24A9C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650" name="Arc 21649">
                        <a:extLst>
                          <a:ext uri="{FF2B5EF4-FFF2-40B4-BE49-F238E27FC236}">
                            <a16:creationId xmlns:a16="http://schemas.microsoft.com/office/drawing/2014/main" id="{B217A098-603F-ADD2-CD55-8A2AE2E7171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645" name="Group 21644">
                      <a:extLst>
                        <a:ext uri="{FF2B5EF4-FFF2-40B4-BE49-F238E27FC236}">
                          <a16:creationId xmlns:a16="http://schemas.microsoft.com/office/drawing/2014/main" id="{D3EA6C30-5937-E2FB-AA5B-9ED293D8167D}"/>
                        </a:ext>
                      </a:extLst>
                    </p:cNvPr>
                    <p:cNvGrpSpPr/>
                    <p:nvPr/>
                  </p:nvGrpSpPr>
                  <p:grpSpPr>
                    <a:xfrm rot="7200000">
                      <a:off x="5265196" y="3932619"/>
                      <a:ext cx="393192" cy="393192"/>
                      <a:chOff x="5354637" y="3446463"/>
                      <a:chExt cx="214313" cy="214313"/>
                    </a:xfrm>
                  </p:grpSpPr>
                  <p:sp>
                    <p:nvSpPr>
                      <p:cNvPr id="21647" name="Arc 21646">
                        <a:extLst>
                          <a:ext uri="{FF2B5EF4-FFF2-40B4-BE49-F238E27FC236}">
                            <a16:creationId xmlns:a16="http://schemas.microsoft.com/office/drawing/2014/main" id="{7CCE2DCC-7D15-CE6B-C577-8FE75A0C49A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648" name="Arc 21647">
                        <a:extLst>
                          <a:ext uri="{FF2B5EF4-FFF2-40B4-BE49-F238E27FC236}">
                            <a16:creationId xmlns:a16="http://schemas.microsoft.com/office/drawing/2014/main" id="{F1CD795A-09AF-A755-590A-2FA585B2022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646" name="TextBox 21645">
                      <a:extLst>
                        <a:ext uri="{FF2B5EF4-FFF2-40B4-BE49-F238E27FC236}">
                          <a16:creationId xmlns:a16="http://schemas.microsoft.com/office/drawing/2014/main" id="{39D9B8DC-91D4-DEF7-89AF-184CFFC1A4A7}"/>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1620" name="Group 21619">
                    <a:extLst>
                      <a:ext uri="{FF2B5EF4-FFF2-40B4-BE49-F238E27FC236}">
                        <a16:creationId xmlns:a16="http://schemas.microsoft.com/office/drawing/2014/main" id="{83CFF451-6BCC-9FD2-B90D-C94FF78882A8}"/>
                      </a:ext>
                    </a:extLst>
                  </p:cNvPr>
                  <p:cNvGrpSpPr/>
                  <p:nvPr/>
                </p:nvGrpSpPr>
                <p:grpSpPr>
                  <a:xfrm>
                    <a:off x="6512463" y="3525040"/>
                    <a:ext cx="393192" cy="393192"/>
                    <a:chOff x="6389147" y="3357021"/>
                    <a:chExt cx="393192" cy="393192"/>
                  </a:xfrm>
                </p:grpSpPr>
                <p:grpSp>
                  <p:nvGrpSpPr>
                    <p:cNvPr id="21632" name="Group 21631">
                      <a:extLst>
                        <a:ext uri="{FF2B5EF4-FFF2-40B4-BE49-F238E27FC236}">
                          <a16:creationId xmlns:a16="http://schemas.microsoft.com/office/drawing/2014/main" id="{6DEBA4CF-417F-D54C-0171-3B52C9CF5831}"/>
                        </a:ext>
                      </a:extLst>
                    </p:cNvPr>
                    <p:cNvGrpSpPr/>
                    <p:nvPr/>
                  </p:nvGrpSpPr>
                  <p:grpSpPr>
                    <a:xfrm rot="7200000" flipH="1">
                      <a:off x="6389147" y="3357021"/>
                      <a:ext cx="393192" cy="393192"/>
                      <a:chOff x="5354637" y="3446463"/>
                      <a:chExt cx="214313" cy="214313"/>
                    </a:xfrm>
                  </p:grpSpPr>
                  <p:sp>
                    <p:nvSpPr>
                      <p:cNvPr id="21641" name="Arc 21640">
                        <a:extLst>
                          <a:ext uri="{FF2B5EF4-FFF2-40B4-BE49-F238E27FC236}">
                            <a16:creationId xmlns:a16="http://schemas.microsoft.com/office/drawing/2014/main" id="{AC384C1D-386A-3549-EB34-104EE42235D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642" name="Arc 21641">
                        <a:extLst>
                          <a:ext uri="{FF2B5EF4-FFF2-40B4-BE49-F238E27FC236}">
                            <a16:creationId xmlns:a16="http://schemas.microsoft.com/office/drawing/2014/main" id="{743222C5-51C5-F146-81DE-1D45BD44C2C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633" name="Group 21632">
                      <a:extLst>
                        <a:ext uri="{FF2B5EF4-FFF2-40B4-BE49-F238E27FC236}">
                          <a16:creationId xmlns:a16="http://schemas.microsoft.com/office/drawing/2014/main" id="{1A0D9507-03A0-7137-2258-529556A1BA6E}"/>
                        </a:ext>
                      </a:extLst>
                    </p:cNvPr>
                    <p:cNvGrpSpPr/>
                    <p:nvPr/>
                  </p:nvGrpSpPr>
                  <p:grpSpPr>
                    <a:xfrm>
                      <a:off x="6434137" y="3402011"/>
                      <a:ext cx="303213" cy="303213"/>
                      <a:chOff x="6434137" y="3402011"/>
                      <a:chExt cx="303213" cy="303213"/>
                    </a:xfrm>
                  </p:grpSpPr>
                  <p:grpSp>
                    <p:nvGrpSpPr>
                      <p:cNvPr id="21634" name="Group 21633">
                        <a:extLst>
                          <a:ext uri="{FF2B5EF4-FFF2-40B4-BE49-F238E27FC236}">
                            <a16:creationId xmlns:a16="http://schemas.microsoft.com/office/drawing/2014/main" id="{E4803E75-11D7-90D0-3EEC-9312A28B573A}"/>
                          </a:ext>
                        </a:extLst>
                      </p:cNvPr>
                      <p:cNvGrpSpPr/>
                      <p:nvPr/>
                    </p:nvGrpSpPr>
                    <p:grpSpPr>
                      <a:xfrm flipH="1">
                        <a:off x="6478587" y="3446461"/>
                        <a:ext cx="214313" cy="214313"/>
                        <a:chOff x="5354637" y="3446463"/>
                        <a:chExt cx="214313" cy="214313"/>
                      </a:xfrm>
                    </p:grpSpPr>
                    <p:sp>
                      <p:nvSpPr>
                        <p:cNvPr id="21639" name="Arc 21638">
                          <a:extLst>
                            <a:ext uri="{FF2B5EF4-FFF2-40B4-BE49-F238E27FC236}">
                              <a16:creationId xmlns:a16="http://schemas.microsoft.com/office/drawing/2014/main" id="{37C2D2F9-20F1-CD77-3DDD-50A611FE30A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640" name="Arc 21639">
                          <a:extLst>
                            <a:ext uri="{FF2B5EF4-FFF2-40B4-BE49-F238E27FC236}">
                              <a16:creationId xmlns:a16="http://schemas.microsoft.com/office/drawing/2014/main" id="{0397A675-0B1E-E58A-5E1B-576FAF47411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635" name="Group 21634">
                        <a:extLst>
                          <a:ext uri="{FF2B5EF4-FFF2-40B4-BE49-F238E27FC236}">
                            <a16:creationId xmlns:a16="http://schemas.microsoft.com/office/drawing/2014/main" id="{A5799145-F482-DD67-F783-A617DB8E32CD}"/>
                          </a:ext>
                        </a:extLst>
                      </p:cNvPr>
                      <p:cNvGrpSpPr/>
                      <p:nvPr/>
                    </p:nvGrpSpPr>
                    <p:grpSpPr>
                      <a:xfrm rot="14400000" flipH="1">
                        <a:off x="6434137" y="3402011"/>
                        <a:ext cx="303213" cy="303213"/>
                        <a:chOff x="5354637" y="3446463"/>
                        <a:chExt cx="214313" cy="214313"/>
                      </a:xfrm>
                    </p:grpSpPr>
                    <p:sp>
                      <p:nvSpPr>
                        <p:cNvPr id="21637" name="Arc 21636">
                          <a:extLst>
                            <a:ext uri="{FF2B5EF4-FFF2-40B4-BE49-F238E27FC236}">
                              <a16:creationId xmlns:a16="http://schemas.microsoft.com/office/drawing/2014/main" id="{980B506D-C28B-1418-710B-3B5F8E56426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638" name="Arc 21637">
                          <a:extLst>
                            <a:ext uri="{FF2B5EF4-FFF2-40B4-BE49-F238E27FC236}">
                              <a16:creationId xmlns:a16="http://schemas.microsoft.com/office/drawing/2014/main" id="{8274BABB-C65B-FA3E-10D3-C29EC3F5C40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636" name="TextBox 21635">
                        <a:extLst>
                          <a:ext uri="{FF2B5EF4-FFF2-40B4-BE49-F238E27FC236}">
                            <a16:creationId xmlns:a16="http://schemas.microsoft.com/office/drawing/2014/main" id="{3AA9590E-9D29-4C22-0F99-7BD554F9FCDC}"/>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621" name="Group 21620">
                    <a:extLst>
                      <a:ext uri="{FF2B5EF4-FFF2-40B4-BE49-F238E27FC236}">
                        <a16:creationId xmlns:a16="http://schemas.microsoft.com/office/drawing/2014/main" id="{BFC1EC1D-7D81-B1AC-36B6-18ABB2DFB98C}"/>
                      </a:ext>
                    </a:extLst>
                  </p:cNvPr>
                  <p:cNvGrpSpPr/>
                  <p:nvPr/>
                </p:nvGrpSpPr>
                <p:grpSpPr>
                  <a:xfrm>
                    <a:off x="6197413" y="3225768"/>
                    <a:ext cx="393192" cy="393192"/>
                    <a:chOff x="6389147" y="3932622"/>
                    <a:chExt cx="393192" cy="393192"/>
                  </a:xfrm>
                </p:grpSpPr>
                <p:grpSp>
                  <p:nvGrpSpPr>
                    <p:cNvPr id="21622" name="Group 21621">
                      <a:extLst>
                        <a:ext uri="{FF2B5EF4-FFF2-40B4-BE49-F238E27FC236}">
                          <a16:creationId xmlns:a16="http://schemas.microsoft.com/office/drawing/2014/main" id="{95B495E6-71A8-BA80-7F14-031D5D1B0DED}"/>
                        </a:ext>
                      </a:extLst>
                    </p:cNvPr>
                    <p:cNvGrpSpPr/>
                    <p:nvPr/>
                  </p:nvGrpSpPr>
                  <p:grpSpPr>
                    <a:xfrm flipH="1">
                      <a:off x="6478587" y="4022061"/>
                      <a:ext cx="214313" cy="214313"/>
                      <a:chOff x="5354637" y="3446463"/>
                      <a:chExt cx="214313" cy="214313"/>
                    </a:xfrm>
                  </p:grpSpPr>
                  <p:sp>
                    <p:nvSpPr>
                      <p:cNvPr id="21630" name="Arc 21629">
                        <a:extLst>
                          <a:ext uri="{FF2B5EF4-FFF2-40B4-BE49-F238E27FC236}">
                            <a16:creationId xmlns:a16="http://schemas.microsoft.com/office/drawing/2014/main" id="{988487D6-5EC4-7637-40B1-244959C5585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631" name="Arc 21630">
                        <a:extLst>
                          <a:ext uri="{FF2B5EF4-FFF2-40B4-BE49-F238E27FC236}">
                            <a16:creationId xmlns:a16="http://schemas.microsoft.com/office/drawing/2014/main" id="{91CB2B1D-F791-4801-DC8A-5EF50884781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623" name="Group 21622">
                      <a:extLst>
                        <a:ext uri="{FF2B5EF4-FFF2-40B4-BE49-F238E27FC236}">
                          <a16:creationId xmlns:a16="http://schemas.microsoft.com/office/drawing/2014/main" id="{0322CEAA-71CC-F273-D191-145527F7A116}"/>
                        </a:ext>
                      </a:extLst>
                    </p:cNvPr>
                    <p:cNvGrpSpPr/>
                    <p:nvPr/>
                  </p:nvGrpSpPr>
                  <p:grpSpPr>
                    <a:xfrm rot="7200000" flipH="1">
                      <a:off x="6434137" y="3977611"/>
                      <a:ext cx="303213" cy="303213"/>
                      <a:chOff x="5354637" y="3446463"/>
                      <a:chExt cx="214313" cy="214313"/>
                    </a:xfrm>
                  </p:grpSpPr>
                  <p:sp>
                    <p:nvSpPr>
                      <p:cNvPr id="21628" name="Arc 21627">
                        <a:extLst>
                          <a:ext uri="{FF2B5EF4-FFF2-40B4-BE49-F238E27FC236}">
                            <a16:creationId xmlns:a16="http://schemas.microsoft.com/office/drawing/2014/main" id="{FA38C227-B58F-7532-1A39-349A1CAD314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629" name="Arc 21628">
                        <a:extLst>
                          <a:ext uri="{FF2B5EF4-FFF2-40B4-BE49-F238E27FC236}">
                            <a16:creationId xmlns:a16="http://schemas.microsoft.com/office/drawing/2014/main" id="{FB71E020-BAC6-DDF7-B5EE-D13134A72A9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624" name="Group 21623">
                      <a:extLst>
                        <a:ext uri="{FF2B5EF4-FFF2-40B4-BE49-F238E27FC236}">
                          <a16:creationId xmlns:a16="http://schemas.microsoft.com/office/drawing/2014/main" id="{D2171B00-D4BB-81A3-3636-754B19E716F2}"/>
                        </a:ext>
                      </a:extLst>
                    </p:cNvPr>
                    <p:cNvGrpSpPr/>
                    <p:nvPr/>
                  </p:nvGrpSpPr>
                  <p:grpSpPr>
                    <a:xfrm rot="14400000" flipH="1">
                      <a:off x="6389147" y="3932622"/>
                      <a:ext cx="393192" cy="393192"/>
                      <a:chOff x="5354637" y="3446463"/>
                      <a:chExt cx="214313" cy="214313"/>
                    </a:xfrm>
                  </p:grpSpPr>
                  <p:sp>
                    <p:nvSpPr>
                      <p:cNvPr id="21626" name="Arc 21625">
                        <a:extLst>
                          <a:ext uri="{FF2B5EF4-FFF2-40B4-BE49-F238E27FC236}">
                            <a16:creationId xmlns:a16="http://schemas.microsoft.com/office/drawing/2014/main" id="{276EAAB5-ACBE-9A20-042A-FC8BDA4E12A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627" name="Arc 21626">
                        <a:extLst>
                          <a:ext uri="{FF2B5EF4-FFF2-40B4-BE49-F238E27FC236}">
                            <a16:creationId xmlns:a16="http://schemas.microsoft.com/office/drawing/2014/main" id="{5204E1A5-58F4-0F2A-D865-B6CCD6BEEC0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625" name="TextBox 21624">
                      <a:extLst>
                        <a:ext uri="{FF2B5EF4-FFF2-40B4-BE49-F238E27FC236}">
                          <a16:creationId xmlns:a16="http://schemas.microsoft.com/office/drawing/2014/main" id="{75BB94A2-63DB-74A5-9F2B-E48DD93DE70B}"/>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nvGrpSpPr>
            <p:cNvPr id="21423" name="Group 21422">
              <a:extLst>
                <a:ext uri="{FF2B5EF4-FFF2-40B4-BE49-F238E27FC236}">
                  <a16:creationId xmlns:a16="http://schemas.microsoft.com/office/drawing/2014/main" id="{1D79BFA0-D9AB-C29D-18E9-BC665A5E472C}"/>
                </a:ext>
              </a:extLst>
            </p:cNvPr>
            <p:cNvGrpSpPr/>
            <p:nvPr/>
          </p:nvGrpSpPr>
          <p:grpSpPr>
            <a:xfrm>
              <a:off x="10942563" y="432400"/>
              <a:ext cx="2263438" cy="2198360"/>
              <a:chOff x="5445106" y="2039507"/>
              <a:chExt cx="2263438" cy="2198360"/>
            </a:xfrm>
          </p:grpSpPr>
          <p:grpSp>
            <p:nvGrpSpPr>
              <p:cNvPr id="21424" name="Group 21423">
                <a:extLst>
                  <a:ext uri="{FF2B5EF4-FFF2-40B4-BE49-F238E27FC236}">
                    <a16:creationId xmlns:a16="http://schemas.microsoft.com/office/drawing/2014/main" id="{E109A289-E334-D277-38B6-E65480BC6049}"/>
                  </a:ext>
                </a:extLst>
              </p:cNvPr>
              <p:cNvGrpSpPr/>
              <p:nvPr/>
            </p:nvGrpSpPr>
            <p:grpSpPr>
              <a:xfrm>
                <a:off x="5445106" y="2644743"/>
                <a:ext cx="1643204" cy="1593124"/>
                <a:chOff x="5445106" y="2644743"/>
                <a:chExt cx="1643204" cy="1593124"/>
              </a:xfrm>
            </p:grpSpPr>
            <p:grpSp>
              <p:nvGrpSpPr>
                <p:cNvPr id="21520" name="Group 21519">
                  <a:extLst>
                    <a:ext uri="{FF2B5EF4-FFF2-40B4-BE49-F238E27FC236}">
                      <a16:creationId xmlns:a16="http://schemas.microsoft.com/office/drawing/2014/main" id="{FEEF979E-8901-6292-BFBE-0C39A31DF8A3}"/>
                    </a:ext>
                  </a:extLst>
                </p:cNvPr>
                <p:cNvGrpSpPr/>
                <p:nvPr/>
              </p:nvGrpSpPr>
              <p:grpSpPr>
                <a:xfrm>
                  <a:off x="5445106" y="2644743"/>
                  <a:ext cx="1019224" cy="991639"/>
                  <a:chOff x="5886431" y="3225768"/>
                  <a:chExt cx="1019224" cy="991639"/>
                </a:xfrm>
              </p:grpSpPr>
              <p:grpSp>
                <p:nvGrpSpPr>
                  <p:cNvPr id="21568" name="Group 21567">
                    <a:extLst>
                      <a:ext uri="{FF2B5EF4-FFF2-40B4-BE49-F238E27FC236}">
                        <a16:creationId xmlns:a16="http://schemas.microsoft.com/office/drawing/2014/main" id="{6354CAB2-1D91-CBB6-A0E8-36D17D6383DB}"/>
                      </a:ext>
                    </a:extLst>
                  </p:cNvPr>
                  <p:cNvGrpSpPr/>
                  <p:nvPr/>
                </p:nvGrpSpPr>
                <p:grpSpPr>
                  <a:xfrm>
                    <a:off x="6197413" y="3824215"/>
                    <a:ext cx="393192" cy="393192"/>
                    <a:chOff x="5265196" y="3357021"/>
                    <a:chExt cx="393192" cy="393192"/>
                  </a:xfrm>
                </p:grpSpPr>
                <p:grpSp>
                  <p:nvGrpSpPr>
                    <p:cNvPr id="21603" name="Group 21602">
                      <a:extLst>
                        <a:ext uri="{FF2B5EF4-FFF2-40B4-BE49-F238E27FC236}">
                          <a16:creationId xmlns:a16="http://schemas.microsoft.com/office/drawing/2014/main" id="{500E10FB-DB21-968B-3A8C-31742B2E1AF7}"/>
                        </a:ext>
                      </a:extLst>
                    </p:cNvPr>
                    <p:cNvGrpSpPr/>
                    <p:nvPr/>
                  </p:nvGrpSpPr>
                  <p:grpSpPr>
                    <a:xfrm rot="14400000">
                      <a:off x="5265196" y="3357021"/>
                      <a:ext cx="393192" cy="393192"/>
                      <a:chOff x="5354637" y="3446463"/>
                      <a:chExt cx="214313" cy="214313"/>
                    </a:xfrm>
                  </p:grpSpPr>
                  <p:sp>
                    <p:nvSpPr>
                      <p:cNvPr id="21612" name="Arc 21611">
                        <a:extLst>
                          <a:ext uri="{FF2B5EF4-FFF2-40B4-BE49-F238E27FC236}">
                            <a16:creationId xmlns:a16="http://schemas.microsoft.com/office/drawing/2014/main" id="{B478CED6-4733-EBC6-7D1A-4723CD44609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613" name="Arc 21612">
                        <a:extLst>
                          <a:ext uri="{FF2B5EF4-FFF2-40B4-BE49-F238E27FC236}">
                            <a16:creationId xmlns:a16="http://schemas.microsoft.com/office/drawing/2014/main" id="{74D80B37-D9ED-E0A8-0899-2F73F56DA12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604" name="Group 21603">
                      <a:extLst>
                        <a:ext uri="{FF2B5EF4-FFF2-40B4-BE49-F238E27FC236}">
                          <a16:creationId xmlns:a16="http://schemas.microsoft.com/office/drawing/2014/main" id="{ACEE1110-A26C-DC02-9973-35DE14FFEA68}"/>
                        </a:ext>
                      </a:extLst>
                    </p:cNvPr>
                    <p:cNvGrpSpPr/>
                    <p:nvPr/>
                  </p:nvGrpSpPr>
                  <p:grpSpPr>
                    <a:xfrm>
                      <a:off x="5310186" y="3402011"/>
                      <a:ext cx="303213" cy="303213"/>
                      <a:chOff x="5310186" y="3402011"/>
                      <a:chExt cx="303213" cy="303213"/>
                    </a:xfrm>
                  </p:grpSpPr>
                  <p:grpSp>
                    <p:nvGrpSpPr>
                      <p:cNvPr id="21605" name="Group 21604">
                        <a:extLst>
                          <a:ext uri="{FF2B5EF4-FFF2-40B4-BE49-F238E27FC236}">
                            <a16:creationId xmlns:a16="http://schemas.microsoft.com/office/drawing/2014/main" id="{9C352C9E-4FD9-CF93-2B6C-9DE5EA28FB92}"/>
                          </a:ext>
                        </a:extLst>
                      </p:cNvPr>
                      <p:cNvGrpSpPr/>
                      <p:nvPr/>
                    </p:nvGrpSpPr>
                    <p:grpSpPr>
                      <a:xfrm>
                        <a:off x="5354636" y="3446461"/>
                        <a:ext cx="214313" cy="214313"/>
                        <a:chOff x="5354637" y="3446463"/>
                        <a:chExt cx="214313" cy="214313"/>
                      </a:xfrm>
                    </p:grpSpPr>
                    <p:sp>
                      <p:nvSpPr>
                        <p:cNvPr id="21610" name="Arc 21609">
                          <a:extLst>
                            <a:ext uri="{FF2B5EF4-FFF2-40B4-BE49-F238E27FC236}">
                              <a16:creationId xmlns:a16="http://schemas.microsoft.com/office/drawing/2014/main" id="{E5FD2755-9901-F69D-7631-E83A52A3FBD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611" name="Arc 21610">
                          <a:extLst>
                            <a:ext uri="{FF2B5EF4-FFF2-40B4-BE49-F238E27FC236}">
                              <a16:creationId xmlns:a16="http://schemas.microsoft.com/office/drawing/2014/main" id="{BAF775F3-DAFC-3C95-E823-5AAEE3847E7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606" name="Group 21605">
                        <a:extLst>
                          <a:ext uri="{FF2B5EF4-FFF2-40B4-BE49-F238E27FC236}">
                            <a16:creationId xmlns:a16="http://schemas.microsoft.com/office/drawing/2014/main" id="{239B5D95-B40E-288B-B108-8C942AF08CBB}"/>
                          </a:ext>
                        </a:extLst>
                      </p:cNvPr>
                      <p:cNvGrpSpPr/>
                      <p:nvPr/>
                    </p:nvGrpSpPr>
                    <p:grpSpPr>
                      <a:xfrm rot="7200000">
                        <a:off x="5310186" y="3402011"/>
                        <a:ext cx="303213" cy="303213"/>
                        <a:chOff x="5354637" y="3446463"/>
                        <a:chExt cx="214313" cy="214313"/>
                      </a:xfrm>
                    </p:grpSpPr>
                    <p:sp>
                      <p:nvSpPr>
                        <p:cNvPr id="21608" name="Arc 21607">
                          <a:extLst>
                            <a:ext uri="{FF2B5EF4-FFF2-40B4-BE49-F238E27FC236}">
                              <a16:creationId xmlns:a16="http://schemas.microsoft.com/office/drawing/2014/main" id="{496F09A7-5BA4-E550-34CF-E2055B968E7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609" name="Arc 21608">
                          <a:extLst>
                            <a:ext uri="{FF2B5EF4-FFF2-40B4-BE49-F238E27FC236}">
                              <a16:creationId xmlns:a16="http://schemas.microsoft.com/office/drawing/2014/main" id="{4A676354-D127-E072-9F0A-7F14DB0AB93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607" name="TextBox 21606">
                        <a:extLst>
                          <a:ext uri="{FF2B5EF4-FFF2-40B4-BE49-F238E27FC236}">
                            <a16:creationId xmlns:a16="http://schemas.microsoft.com/office/drawing/2014/main" id="{7A201A79-72D2-5DBE-59DB-2CFF600C2B9B}"/>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569" name="Group 21568">
                    <a:extLst>
                      <a:ext uri="{FF2B5EF4-FFF2-40B4-BE49-F238E27FC236}">
                        <a16:creationId xmlns:a16="http://schemas.microsoft.com/office/drawing/2014/main" id="{6D43C21A-4B66-7B1E-A1F9-5659B748ABF5}"/>
                      </a:ext>
                    </a:extLst>
                  </p:cNvPr>
                  <p:cNvGrpSpPr/>
                  <p:nvPr/>
                </p:nvGrpSpPr>
                <p:grpSpPr>
                  <a:xfrm>
                    <a:off x="5886431" y="3525040"/>
                    <a:ext cx="393192" cy="393192"/>
                    <a:chOff x="5265196" y="3932619"/>
                    <a:chExt cx="393192" cy="393192"/>
                  </a:xfrm>
                </p:grpSpPr>
                <p:grpSp>
                  <p:nvGrpSpPr>
                    <p:cNvPr id="21593" name="Group 21592">
                      <a:extLst>
                        <a:ext uri="{FF2B5EF4-FFF2-40B4-BE49-F238E27FC236}">
                          <a16:creationId xmlns:a16="http://schemas.microsoft.com/office/drawing/2014/main" id="{EF2ED433-103F-8708-A075-2397D80BBDBD}"/>
                        </a:ext>
                      </a:extLst>
                    </p:cNvPr>
                    <p:cNvGrpSpPr/>
                    <p:nvPr/>
                  </p:nvGrpSpPr>
                  <p:grpSpPr>
                    <a:xfrm>
                      <a:off x="5354636" y="4022061"/>
                      <a:ext cx="214313" cy="214313"/>
                      <a:chOff x="5354637" y="3446463"/>
                      <a:chExt cx="214313" cy="214313"/>
                    </a:xfrm>
                  </p:grpSpPr>
                  <p:sp>
                    <p:nvSpPr>
                      <p:cNvPr id="21601" name="Arc 21600">
                        <a:extLst>
                          <a:ext uri="{FF2B5EF4-FFF2-40B4-BE49-F238E27FC236}">
                            <a16:creationId xmlns:a16="http://schemas.microsoft.com/office/drawing/2014/main" id="{44C01394-2BF9-C6E7-9AB6-1340CAC360A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602" name="Arc 21601">
                        <a:extLst>
                          <a:ext uri="{FF2B5EF4-FFF2-40B4-BE49-F238E27FC236}">
                            <a16:creationId xmlns:a16="http://schemas.microsoft.com/office/drawing/2014/main" id="{C1E63C77-9157-33BC-0D1E-2C8643A9D29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594" name="Group 21593">
                      <a:extLst>
                        <a:ext uri="{FF2B5EF4-FFF2-40B4-BE49-F238E27FC236}">
                          <a16:creationId xmlns:a16="http://schemas.microsoft.com/office/drawing/2014/main" id="{BDF2D132-5A74-C009-C62B-485CADCE668F}"/>
                        </a:ext>
                      </a:extLst>
                    </p:cNvPr>
                    <p:cNvGrpSpPr/>
                    <p:nvPr/>
                  </p:nvGrpSpPr>
                  <p:grpSpPr>
                    <a:xfrm rot="14400000">
                      <a:off x="5310186" y="3977611"/>
                      <a:ext cx="303213" cy="303213"/>
                      <a:chOff x="5354637" y="3446463"/>
                      <a:chExt cx="214313" cy="214313"/>
                    </a:xfrm>
                  </p:grpSpPr>
                  <p:sp>
                    <p:nvSpPr>
                      <p:cNvPr id="21599" name="Arc 21598">
                        <a:extLst>
                          <a:ext uri="{FF2B5EF4-FFF2-40B4-BE49-F238E27FC236}">
                            <a16:creationId xmlns:a16="http://schemas.microsoft.com/office/drawing/2014/main" id="{F023DAC6-0BCB-E196-BB89-0518A4A4B98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600" name="Arc 21599">
                        <a:extLst>
                          <a:ext uri="{FF2B5EF4-FFF2-40B4-BE49-F238E27FC236}">
                            <a16:creationId xmlns:a16="http://schemas.microsoft.com/office/drawing/2014/main" id="{97F9A53E-607A-8739-26FB-57CA66D81D6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595" name="Group 21594">
                      <a:extLst>
                        <a:ext uri="{FF2B5EF4-FFF2-40B4-BE49-F238E27FC236}">
                          <a16:creationId xmlns:a16="http://schemas.microsoft.com/office/drawing/2014/main" id="{CF25788E-B116-6A64-ED05-C89B8EFEB21E}"/>
                        </a:ext>
                      </a:extLst>
                    </p:cNvPr>
                    <p:cNvGrpSpPr/>
                    <p:nvPr/>
                  </p:nvGrpSpPr>
                  <p:grpSpPr>
                    <a:xfrm rot="7200000">
                      <a:off x="5265196" y="3932619"/>
                      <a:ext cx="393192" cy="393192"/>
                      <a:chOff x="5354637" y="3446463"/>
                      <a:chExt cx="214313" cy="214313"/>
                    </a:xfrm>
                  </p:grpSpPr>
                  <p:sp>
                    <p:nvSpPr>
                      <p:cNvPr id="21597" name="Arc 21596">
                        <a:extLst>
                          <a:ext uri="{FF2B5EF4-FFF2-40B4-BE49-F238E27FC236}">
                            <a16:creationId xmlns:a16="http://schemas.microsoft.com/office/drawing/2014/main" id="{8B871B5C-2137-541D-4DCE-F75CD2935D0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598" name="Arc 21597">
                        <a:extLst>
                          <a:ext uri="{FF2B5EF4-FFF2-40B4-BE49-F238E27FC236}">
                            <a16:creationId xmlns:a16="http://schemas.microsoft.com/office/drawing/2014/main" id="{C8019975-F74C-507F-8163-774F9D8D84C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596" name="TextBox 21595">
                      <a:extLst>
                        <a:ext uri="{FF2B5EF4-FFF2-40B4-BE49-F238E27FC236}">
                          <a16:creationId xmlns:a16="http://schemas.microsoft.com/office/drawing/2014/main" id="{C7ECAC0F-48EA-3212-CB16-AD1009E6D155}"/>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1570" name="Group 21569">
                    <a:extLst>
                      <a:ext uri="{FF2B5EF4-FFF2-40B4-BE49-F238E27FC236}">
                        <a16:creationId xmlns:a16="http://schemas.microsoft.com/office/drawing/2014/main" id="{C1C1E2C4-01AD-B101-2768-85AAABCF77B8}"/>
                      </a:ext>
                    </a:extLst>
                  </p:cNvPr>
                  <p:cNvGrpSpPr/>
                  <p:nvPr/>
                </p:nvGrpSpPr>
                <p:grpSpPr>
                  <a:xfrm>
                    <a:off x="6512463" y="3525040"/>
                    <a:ext cx="393192" cy="393192"/>
                    <a:chOff x="6389147" y="3357021"/>
                    <a:chExt cx="393192" cy="393192"/>
                  </a:xfrm>
                </p:grpSpPr>
                <p:grpSp>
                  <p:nvGrpSpPr>
                    <p:cNvPr id="21582" name="Group 21581">
                      <a:extLst>
                        <a:ext uri="{FF2B5EF4-FFF2-40B4-BE49-F238E27FC236}">
                          <a16:creationId xmlns:a16="http://schemas.microsoft.com/office/drawing/2014/main" id="{88A51906-EE7D-E1F9-0A19-23D7B95EEF71}"/>
                        </a:ext>
                      </a:extLst>
                    </p:cNvPr>
                    <p:cNvGrpSpPr/>
                    <p:nvPr/>
                  </p:nvGrpSpPr>
                  <p:grpSpPr>
                    <a:xfrm rot="7200000" flipH="1">
                      <a:off x="6389147" y="3357021"/>
                      <a:ext cx="393192" cy="393192"/>
                      <a:chOff x="5354637" y="3446463"/>
                      <a:chExt cx="214313" cy="214313"/>
                    </a:xfrm>
                  </p:grpSpPr>
                  <p:sp>
                    <p:nvSpPr>
                      <p:cNvPr id="21591" name="Arc 21590">
                        <a:extLst>
                          <a:ext uri="{FF2B5EF4-FFF2-40B4-BE49-F238E27FC236}">
                            <a16:creationId xmlns:a16="http://schemas.microsoft.com/office/drawing/2014/main" id="{2081E82C-22A6-C570-8191-871FCB8320FB}"/>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592" name="Arc 21591">
                        <a:extLst>
                          <a:ext uri="{FF2B5EF4-FFF2-40B4-BE49-F238E27FC236}">
                            <a16:creationId xmlns:a16="http://schemas.microsoft.com/office/drawing/2014/main" id="{3C8CB4AF-6F6B-2966-4944-6315BBCD7FD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583" name="Group 21582">
                      <a:extLst>
                        <a:ext uri="{FF2B5EF4-FFF2-40B4-BE49-F238E27FC236}">
                          <a16:creationId xmlns:a16="http://schemas.microsoft.com/office/drawing/2014/main" id="{33595EB2-CA3B-4630-E44C-1790CD7545A5}"/>
                        </a:ext>
                      </a:extLst>
                    </p:cNvPr>
                    <p:cNvGrpSpPr/>
                    <p:nvPr/>
                  </p:nvGrpSpPr>
                  <p:grpSpPr>
                    <a:xfrm>
                      <a:off x="6434137" y="3402011"/>
                      <a:ext cx="303213" cy="303213"/>
                      <a:chOff x="6434137" y="3402011"/>
                      <a:chExt cx="303213" cy="303213"/>
                    </a:xfrm>
                  </p:grpSpPr>
                  <p:grpSp>
                    <p:nvGrpSpPr>
                      <p:cNvPr id="21584" name="Group 21583">
                        <a:extLst>
                          <a:ext uri="{FF2B5EF4-FFF2-40B4-BE49-F238E27FC236}">
                            <a16:creationId xmlns:a16="http://schemas.microsoft.com/office/drawing/2014/main" id="{E4B4CCCC-1C81-6195-D04D-A7A011EF7A67}"/>
                          </a:ext>
                        </a:extLst>
                      </p:cNvPr>
                      <p:cNvGrpSpPr/>
                      <p:nvPr/>
                    </p:nvGrpSpPr>
                    <p:grpSpPr>
                      <a:xfrm flipH="1">
                        <a:off x="6478587" y="3446461"/>
                        <a:ext cx="214313" cy="214313"/>
                        <a:chOff x="5354637" y="3446463"/>
                        <a:chExt cx="214313" cy="214313"/>
                      </a:xfrm>
                    </p:grpSpPr>
                    <p:sp>
                      <p:nvSpPr>
                        <p:cNvPr id="21589" name="Arc 21588">
                          <a:extLst>
                            <a:ext uri="{FF2B5EF4-FFF2-40B4-BE49-F238E27FC236}">
                              <a16:creationId xmlns:a16="http://schemas.microsoft.com/office/drawing/2014/main" id="{9C4A1EC0-BB97-5A23-14B4-95B43EB4647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590" name="Arc 21589">
                          <a:extLst>
                            <a:ext uri="{FF2B5EF4-FFF2-40B4-BE49-F238E27FC236}">
                              <a16:creationId xmlns:a16="http://schemas.microsoft.com/office/drawing/2014/main" id="{2D53F05A-F6D8-D804-5403-10D43E66647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585" name="Group 21584">
                        <a:extLst>
                          <a:ext uri="{FF2B5EF4-FFF2-40B4-BE49-F238E27FC236}">
                            <a16:creationId xmlns:a16="http://schemas.microsoft.com/office/drawing/2014/main" id="{6039C968-2791-C69F-7BF3-D9347D2374D7}"/>
                          </a:ext>
                        </a:extLst>
                      </p:cNvPr>
                      <p:cNvGrpSpPr/>
                      <p:nvPr/>
                    </p:nvGrpSpPr>
                    <p:grpSpPr>
                      <a:xfrm rot="14400000" flipH="1">
                        <a:off x="6434137" y="3402011"/>
                        <a:ext cx="303213" cy="303213"/>
                        <a:chOff x="5354637" y="3446463"/>
                        <a:chExt cx="214313" cy="214313"/>
                      </a:xfrm>
                    </p:grpSpPr>
                    <p:sp>
                      <p:nvSpPr>
                        <p:cNvPr id="21587" name="Arc 21586">
                          <a:extLst>
                            <a:ext uri="{FF2B5EF4-FFF2-40B4-BE49-F238E27FC236}">
                              <a16:creationId xmlns:a16="http://schemas.microsoft.com/office/drawing/2014/main" id="{8E65FD63-CC5D-EC67-12CD-73C4819337C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588" name="Arc 21587">
                          <a:extLst>
                            <a:ext uri="{FF2B5EF4-FFF2-40B4-BE49-F238E27FC236}">
                              <a16:creationId xmlns:a16="http://schemas.microsoft.com/office/drawing/2014/main" id="{70E7C26A-2F8F-F52A-E7B9-45795B9590F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586" name="TextBox 21585">
                        <a:extLst>
                          <a:ext uri="{FF2B5EF4-FFF2-40B4-BE49-F238E27FC236}">
                            <a16:creationId xmlns:a16="http://schemas.microsoft.com/office/drawing/2014/main" id="{A8B6F334-A4E3-82AE-7590-14C346153C76}"/>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571" name="Group 21570">
                    <a:extLst>
                      <a:ext uri="{FF2B5EF4-FFF2-40B4-BE49-F238E27FC236}">
                        <a16:creationId xmlns:a16="http://schemas.microsoft.com/office/drawing/2014/main" id="{CB13AEA4-9C85-5E60-B6F6-4340A03DA4E8}"/>
                      </a:ext>
                    </a:extLst>
                  </p:cNvPr>
                  <p:cNvGrpSpPr/>
                  <p:nvPr/>
                </p:nvGrpSpPr>
                <p:grpSpPr>
                  <a:xfrm>
                    <a:off x="6197413" y="3225768"/>
                    <a:ext cx="393192" cy="393192"/>
                    <a:chOff x="6389147" y="3932622"/>
                    <a:chExt cx="393192" cy="393192"/>
                  </a:xfrm>
                </p:grpSpPr>
                <p:grpSp>
                  <p:nvGrpSpPr>
                    <p:cNvPr id="21572" name="Group 21571">
                      <a:extLst>
                        <a:ext uri="{FF2B5EF4-FFF2-40B4-BE49-F238E27FC236}">
                          <a16:creationId xmlns:a16="http://schemas.microsoft.com/office/drawing/2014/main" id="{F4ABF0AB-0B24-3125-BA86-BCCE73EE5E5E}"/>
                        </a:ext>
                      </a:extLst>
                    </p:cNvPr>
                    <p:cNvGrpSpPr/>
                    <p:nvPr/>
                  </p:nvGrpSpPr>
                  <p:grpSpPr>
                    <a:xfrm flipH="1">
                      <a:off x="6478587" y="4022061"/>
                      <a:ext cx="214313" cy="214313"/>
                      <a:chOff x="5354637" y="3446463"/>
                      <a:chExt cx="214313" cy="214313"/>
                    </a:xfrm>
                  </p:grpSpPr>
                  <p:sp>
                    <p:nvSpPr>
                      <p:cNvPr id="21580" name="Arc 21579">
                        <a:extLst>
                          <a:ext uri="{FF2B5EF4-FFF2-40B4-BE49-F238E27FC236}">
                            <a16:creationId xmlns:a16="http://schemas.microsoft.com/office/drawing/2014/main" id="{D85DCF06-7EEC-F51A-AE5B-DAE2336BF26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581" name="Arc 21580">
                        <a:extLst>
                          <a:ext uri="{FF2B5EF4-FFF2-40B4-BE49-F238E27FC236}">
                            <a16:creationId xmlns:a16="http://schemas.microsoft.com/office/drawing/2014/main" id="{F0A34B67-A4EA-CA59-2F6A-19C7264561B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573" name="Group 21572">
                      <a:extLst>
                        <a:ext uri="{FF2B5EF4-FFF2-40B4-BE49-F238E27FC236}">
                          <a16:creationId xmlns:a16="http://schemas.microsoft.com/office/drawing/2014/main" id="{2290DD4F-615C-F9C2-AF27-5B7AF1FE9B88}"/>
                        </a:ext>
                      </a:extLst>
                    </p:cNvPr>
                    <p:cNvGrpSpPr/>
                    <p:nvPr/>
                  </p:nvGrpSpPr>
                  <p:grpSpPr>
                    <a:xfrm rot="7200000" flipH="1">
                      <a:off x="6434137" y="3977611"/>
                      <a:ext cx="303213" cy="303213"/>
                      <a:chOff x="5354637" y="3446463"/>
                      <a:chExt cx="214313" cy="214313"/>
                    </a:xfrm>
                  </p:grpSpPr>
                  <p:sp>
                    <p:nvSpPr>
                      <p:cNvPr id="21578" name="Arc 21577">
                        <a:extLst>
                          <a:ext uri="{FF2B5EF4-FFF2-40B4-BE49-F238E27FC236}">
                            <a16:creationId xmlns:a16="http://schemas.microsoft.com/office/drawing/2014/main" id="{45B32800-A8C9-1CCF-6D19-31D6E715D962}"/>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579" name="Arc 21578">
                        <a:extLst>
                          <a:ext uri="{FF2B5EF4-FFF2-40B4-BE49-F238E27FC236}">
                            <a16:creationId xmlns:a16="http://schemas.microsoft.com/office/drawing/2014/main" id="{2D7C89E2-1FAA-EB84-A31B-BC1A7C5A095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574" name="Group 21573">
                      <a:extLst>
                        <a:ext uri="{FF2B5EF4-FFF2-40B4-BE49-F238E27FC236}">
                          <a16:creationId xmlns:a16="http://schemas.microsoft.com/office/drawing/2014/main" id="{49C0B83F-18A4-AB06-79A1-979A062565D8}"/>
                        </a:ext>
                      </a:extLst>
                    </p:cNvPr>
                    <p:cNvGrpSpPr/>
                    <p:nvPr/>
                  </p:nvGrpSpPr>
                  <p:grpSpPr>
                    <a:xfrm rot="14400000" flipH="1">
                      <a:off x="6389147" y="3932622"/>
                      <a:ext cx="393192" cy="393192"/>
                      <a:chOff x="5354637" y="3446463"/>
                      <a:chExt cx="214313" cy="214313"/>
                    </a:xfrm>
                  </p:grpSpPr>
                  <p:sp>
                    <p:nvSpPr>
                      <p:cNvPr id="21576" name="Arc 21575">
                        <a:extLst>
                          <a:ext uri="{FF2B5EF4-FFF2-40B4-BE49-F238E27FC236}">
                            <a16:creationId xmlns:a16="http://schemas.microsoft.com/office/drawing/2014/main" id="{2B088838-3A42-FC0B-8CF1-FCCAE3E3E97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577" name="Arc 21576">
                        <a:extLst>
                          <a:ext uri="{FF2B5EF4-FFF2-40B4-BE49-F238E27FC236}">
                            <a16:creationId xmlns:a16="http://schemas.microsoft.com/office/drawing/2014/main" id="{328E5B86-A720-3B83-E418-0BD3D5E0C58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575" name="TextBox 21574">
                      <a:extLst>
                        <a:ext uri="{FF2B5EF4-FFF2-40B4-BE49-F238E27FC236}">
                          <a16:creationId xmlns:a16="http://schemas.microsoft.com/office/drawing/2014/main" id="{D8454243-585B-9B47-2739-0824473D1222}"/>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521" name="Group 21520">
                  <a:extLst>
                    <a:ext uri="{FF2B5EF4-FFF2-40B4-BE49-F238E27FC236}">
                      <a16:creationId xmlns:a16="http://schemas.microsoft.com/office/drawing/2014/main" id="{C85D8BF1-C436-42D7-2751-849106579F8E}"/>
                    </a:ext>
                  </a:extLst>
                </p:cNvPr>
                <p:cNvGrpSpPr/>
                <p:nvPr/>
              </p:nvGrpSpPr>
              <p:grpSpPr>
                <a:xfrm>
                  <a:off x="6069086" y="3246228"/>
                  <a:ext cx="1019224" cy="991639"/>
                  <a:chOff x="5886431" y="3225768"/>
                  <a:chExt cx="1019224" cy="991639"/>
                </a:xfrm>
              </p:grpSpPr>
              <p:grpSp>
                <p:nvGrpSpPr>
                  <p:cNvPr id="21522" name="Group 21521">
                    <a:extLst>
                      <a:ext uri="{FF2B5EF4-FFF2-40B4-BE49-F238E27FC236}">
                        <a16:creationId xmlns:a16="http://schemas.microsoft.com/office/drawing/2014/main" id="{ABB0D9AA-5403-12EA-F77C-FD858F81A227}"/>
                      </a:ext>
                    </a:extLst>
                  </p:cNvPr>
                  <p:cNvGrpSpPr/>
                  <p:nvPr/>
                </p:nvGrpSpPr>
                <p:grpSpPr>
                  <a:xfrm>
                    <a:off x="6197413" y="3824215"/>
                    <a:ext cx="393192" cy="393192"/>
                    <a:chOff x="5265196" y="3357021"/>
                    <a:chExt cx="393192" cy="393192"/>
                  </a:xfrm>
                </p:grpSpPr>
                <p:grpSp>
                  <p:nvGrpSpPr>
                    <p:cNvPr id="21557" name="Group 21556">
                      <a:extLst>
                        <a:ext uri="{FF2B5EF4-FFF2-40B4-BE49-F238E27FC236}">
                          <a16:creationId xmlns:a16="http://schemas.microsoft.com/office/drawing/2014/main" id="{15191ECC-3240-FEFA-9608-EBA218F670C2}"/>
                        </a:ext>
                      </a:extLst>
                    </p:cNvPr>
                    <p:cNvGrpSpPr/>
                    <p:nvPr/>
                  </p:nvGrpSpPr>
                  <p:grpSpPr>
                    <a:xfrm rot="14400000">
                      <a:off x="5265196" y="3357021"/>
                      <a:ext cx="393192" cy="393192"/>
                      <a:chOff x="5354637" y="3446463"/>
                      <a:chExt cx="214313" cy="214313"/>
                    </a:xfrm>
                  </p:grpSpPr>
                  <p:sp>
                    <p:nvSpPr>
                      <p:cNvPr id="21566" name="Arc 21565">
                        <a:extLst>
                          <a:ext uri="{FF2B5EF4-FFF2-40B4-BE49-F238E27FC236}">
                            <a16:creationId xmlns:a16="http://schemas.microsoft.com/office/drawing/2014/main" id="{105129E5-7B7A-07B8-D946-68C3C60720F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567" name="Arc 21566">
                        <a:extLst>
                          <a:ext uri="{FF2B5EF4-FFF2-40B4-BE49-F238E27FC236}">
                            <a16:creationId xmlns:a16="http://schemas.microsoft.com/office/drawing/2014/main" id="{E77F4BC1-B77C-D226-C0F7-72398C901FD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558" name="Group 21557">
                      <a:extLst>
                        <a:ext uri="{FF2B5EF4-FFF2-40B4-BE49-F238E27FC236}">
                          <a16:creationId xmlns:a16="http://schemas.microsoft.com/office/drawing/2014/main" id="{8A06F4F5-3EEC-4EDE-86B6-747519A38DF1}"/>
                        </a:ext>
                      </a:extLst>
                    </p:cNvPr>
                    <p:cNvGrpSpPr/>
                    <p:nvPr/>
                  </p:nvGrpSpPr>
                  <p:grpSpPr>
                    <a:xfrm>
                      <a:off x="5310186" y="3402011"/>
                      <a:ext cx="303213" cy="303213"/>
                      <a:chOff x="5310186" y="3402011"/>
                      <a:chExt cx="303213" cy="303213"/>
                    </a:xfrm>
                  </p:grpSpPr>
                  <p:grpSp>
                    <p:nvGrpSpPr>
                      <p:cNvPr id="21559" name="Group 21558">
                        <a:extLst>
                          <a:ext uri="{FF2B5EF4-FFF2-40B4-BE49-F238E27FC236}">
                            <a16:creationId xmlns:a16="http://schemas.microsoft.com/office/drawing/2014/main" id="{5C77F7D0-009F-57A4-253B-DDD6457A71EC}"/>
                          </a:ext>
                        </a:extLst>
                      </p:cNvPr>
                      <p:cNvGrpSpPr/>
                      <p:nvPr/>
                    </p:nvGrpSpPr>
                    <p:grpSpPr>
                      <a:xfrm>
                        <a:off x="5354636" y="3446461"/>
                        <a:ext cx="214313" cy="214313"/>
                        <a:chOff x="5354637" y="3446463"/>
                        <a:chExt cx="214313" cy="214313"/>
                      </a:xfrm>
                    </p:grpSpPr>
                    <p:sp>
                      <p:nvSpPr>
                        <p:cNvPr id="21564" name="Arc 21563">
                          <a:extLst>
                            <a:ext uri="{FF2B5EF4-FFF2-40B4-BE49-F238E27FC236}">
                              <a16:creationId xmlns:a16="http://schemas.microsoft.com/office/drawing/2014/main" id="{4A95A102-F3B5-241F-97A0-DBA2318451A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565" name="Arc 21564">
                          <a:extLst>
                            <a:ext uri="{FF2B5EF4-FFF2-40B4-BE49-F238E27FC236}">
                              <a16:creationId xmlns:a16="http://schemas.microsoft.com/office/drawing/2014/main" id="{34714769-FC57-9A6A-97E1-6D4AC79498C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560" name="Group 21559">
                        <a:extLst>
                          <a:ext uri="{FF2B5EF4-FFF2-40B4-BE49-F238E27FC236}">
                            <a16:creationId xmlns:a16="http://schemas.microsoft.com/office/drawing/2014/main" id="{E947F4D1-C028-3FD4-F318-3958F9C83A25}"/>
                          </a:ext>
                        </a:extLst>
                      </p:cNvPr>
                      <p:cNvGrpSpPr/>
                      <p:nvPr/>
                    </p:nvGrpSpPr>
                    <p:grpSpPr>
                      <a:xfrm rot="7200000">
                        <a:off x="5310186" y="3402011"/>
                        <a:ext cx="303213" cy="303213"/>
                        <a:chOff x="5354637" y="3446463"/>
                        <a:chExt cx="214313" cy="214313"/>
                      </a:xfrm>
                    </p:grpSpPr>
                    <p:sp>
                      <p:nvSpPr>
                        <p:cNvPr id="21562" name="Arc 21561">
                          <a:extLst>
                            <a:ext uri="{FF2B5EF4-FFF2-40B4-BE49-F238E27FC236}">
                              <a16:creationId xmlns:a16="http://schemas.microsoft.com/office/drawing/2014/main" id="{CED2809F-8845-3E2C-D910-F284A206A7B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563" name="Arc 21562">
                          <a:extLst>
                            <a:ext uri="{FF2B5EF4-FFF2-40B4-BE49-F238E27FC236}">
                              <a16:creationId xmlns:a16="http://schemas.microsoft.com/office/drawing/2014/main" id="{9E7990EB-E71A-3030-D828-AF2D854C406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561" name="TextBox 21560">
                        <a:extLst>
                          <a:ext uri="{FF2B5EF4-FFF2-40B4-BE49-F238E27FC236}">
                            <a16:creationId xmlns:a16="http://schemas.microsoft.com/office/drawing/2014/main" id="{5CCFF55A-0272-9DC7-2F6D-AA91D5114632}"/>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523" name="Group 21522">
                    <a:extLst>
                      <a:ext uri="{FF2B5EF4-FFF2-40B4-BE49-F238E27FC236}">
                        <a16:creationId xmlns:a16="http://schemas.microsoft.com/office/drawing/2014/main" id="{5C174F22-A916-D975-CD84-5BD4ECDAD4B5}"/>
                      </a:ext>
                    </a:extLst>
                  </p:cNvPr>
                  <p:cNvGrpSpPr/>
                  <p:nvPr/>
                </p:nvGrpSpPr>
                <p:grpSpPr>
                  <a:xfrm>
                    <a:off x="5886431" y="3525040"/>
                    <a:ext cx="393192" cy="393192"/>
                    <a:chOff x="5265196" y="3932619"/>
                    <a:chExt cx="393192" cy="393192"/>
                  </a:xfrm>
                </p:grpSpPr>
                <p:grpSp>
                  <p:nvGrpSpPr>
                    <p:cNvPr id="21547" name="Group 21546">
                      <a:extLst>
                        <a:ext uri="{FF2B5EF4-FFF2-40B4-BE49-F238E27FC236}">
                          <a16:creationId xmlns:a16="http://schemas.microsoft.com/office/drawing/2014/main" id="{439CDF12-9C46-71A1-0E22-9700C7C8BBEB}"/>
                        </a:ext>
                      </a:extLst>
                    </p:cNvPr>
                    <p:cNvGrpSpPr/>
                    <p:nvPr/>
                  </p:nvGrpSpPr>
                  <p:grpSpPr>
                    <a:xfrm>
                      <a:off x="5354636" y="4022061"/>
                      <a:ext cx="214313" cy="214313"/>
                      <a:chOff x="5354637" y="3446463"/>
                      <a:chExt cx="214313" cy="214313"/>
                    </a:xfrm>
                  </p:grpSpPr>
                  <p:sp>
                    <p:nvSpPr>
                      <p:cNvPr id="21555" name="Arc 21554">
                        <a:extLst>
                          <a:ext uri="{FF2B5EF4-FFF2-40B4-BE49-F238E27FC236}">
                            <a16:creationId xmlns:a16="http://schemas.microsoft.com/office/drawing/2014/main" id="{456D162A-5EE6-CB8D-0A38-C364FEAFB35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556" name="Arc 21555">
                        <a:extLst>
                          <a:ext uri="{FF2B5EF4-FFF2-40B4-BE49-F238E27FC236}">
                            <a16:creationId xmlns:a16="http://schemas.microsoft.com/office/drawing/2014/main" id="{AB502936-DE9A-E7A6-835C-97B772D0978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548" name="Group 21547">
                      <a:extLst>
                        <a:ext uri="{FF2B5EF4-FFF2-40B4-BE49-F238E27FC236}">
                          <a16:creationId xmlns:a16="http://schemas.microsoft.com/office/drawing/2014/main" id="{6D4A1289-3CCD-CCBE-4ABC-1EA6FF90F312}"/>
                        </a:ext>
                      </a:extLst>
                    </p:cNvPr>
                    <p:cNvGrpSpPr/>
                    <p:nvPr/>
                  </p:nvGrpSpPr>
                  <p:grpSpPr>
                    <a:xfrm rot="14400000">
                      <a:off x="5310186" y="3977611"/>
                      <a:ext cx="303213" cy="303213"/>
                      <a:chOff x="5354637" y="3446463"/>
                      <a:chExt cx="214313" cy="214313"/>
                    </a:xfrm>
                  </p:grpSpPr>
                  <p:sp>
                    <p:nvSpPr>
                      <p:cNvPr id="21553" name="Arc 21552">
                        <a:extLst>
                          <a:ext uri="{FF2B5EF4-FFF2-40B4-BE49-F238E27FC236}">
                            <a16:creationId xmlns:a16="http://schemas.microsoft.com/office/drawing/2014/main" id="{5564363D-8D29-EFA7-1D15-40AE251939F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554" name="Arc 21553">
                        <a:extLst>
                          <a:ext uri="{FF2B5EF4-FFF2-40B4-BE49-F238E27FC236}">
                            <a16:creationId xmlns:a16="http://schemas.microsoft.com/office/drawing/2014/main" id="{0D761ADF-C39A-90CF-2DFD-0F072D30449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549" name="Group 21548">
                      <a:extLst>
                        <a:ext uri="{FF2B5EF4-FFF2-40B4-BE49-F238E27FC236}">
                          <a16:creationId xmlns:a16="http://schemas.microsoft.com/office/drawing/2014/main" id="{E0205C72-3D73-481D-DF45-FF854E2F7CA7}"/>
                        </a:ext>
                      </a:extLst>
                    </p:cNvPr>
                    <p:cNvGrpSpPr/>
                    <p:nvPr/>
                  </p:nvGrpSpPr>
                  <p:grpSpPr>
                    <a:xfrm rot="7200000">
                      <a:off x="5265196" y="3932619"/>
                      <a:ext cx="393192" cy="393192"/>
                      <a:chOff x="5354637" y="3446463"/>
                      <a:chExt cx="214313" cy="214313"/>
                    </a:xfrm>
                  </p:grpSpPr>
                  <p:sp>
                    <p:nvSpPr>
                      <p:cNvPr id="21551" name="Arc 21550">
                        <a:extLst>
                          <a:ext uri="{FF2B5EF4-FFF2-40B4-BE49-F238E27FC236}">
                            <a16:creationId xmlns:a16="http://schemas.microsoft.com/office/drawing/2014/main" id="{07346863-C3DA-6E86-9A9D-C5FBD974B04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552" name="Arc 21551">
                        <a:extLst>
                          <a:ext uri="{FF2B5EF4-FFF2-40B4-BE49-F238E27FC236}">
                            <a16:creationId xmlns:a16="http://schemas.microsoft.com/office/drawing/2014/main" id="{790FE301-9A6C-BD13-6AF1-E0B8375601F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550" name="TextBox 21549">
                      <a:extLst>
                        <a:ext uri="{FF2B5EF4-FFF2-40B4-BE49-F238E27FC236}">
                          <a16:creationId xmlns:a16="http://schemas.microsoft.com/office/drawing/2014/main" id="{C34E4D42-130A-4274-EFD8-C6D9C4E1E74C}"/>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1524" name="Group 21523">
                    <a:extLst>
                      <a:ext uri="{FF2B5EF4-FFF2-40B4-BE49-F238E27FC236}">
                        <a16:creationId xmlns:a16="http://schemas.microsoft.com/office/drawing/2014/main" id="{58E136D6-D715-7489-F8EE-E274282D2132}"/>
                      </a:ext>
                    </a:extLst>
                  </p:cNvPr>
                  <p:cNvGrpSpPr/>
                  <p:nvPr/>
                </p:nvGrpSpPr>
                <p:grpSpPr>
                  <a:xfrm>
                    <a:off x="6512463" y="3525040"/>
                    <a:ext cx="393192" cy="393192"/>
                    <a:chOff x="6389147" y="3357021"/>
                    <a:chExt cx="393192" cy="393192"/>
                  </a:xfrm>
                </p:grpSpPr>
                <p:grpSp>
                  <p:nvGrpSpPr>
                    <p:cNvPr id="21536" name="Group 21535">
                      <a:extLst>
                        <a:ext uri="{FF2B5EF4-FFF2-40B4-BE49-F238E27FC236}">
                          <a16:creationId xmlns:a16="http://schemas.microsoft.com/office/drawing/2014/main" id="{E1923512-9C14-B562-C386-34FD30F159D7}"/>
                        </a:ext>
                      </a:extLst>
                    </p:cNvPr>
                    <p:cNvGrpSpPr/>
                    <p:nvPr/>
                  </p:nvGrpSpPr>
                  <p:grpSpPr>
                    <a:xfrm rot="7200000" flipH="1">
                      <a:off x="6389147" y="3357021"/>
                      <a:ext cx="393192" cy="393192"/>
                      <a:chOff x="5354637" y="3446463"/>
                      <a:chExt cx="214313" cy="214313"/>
                    </a:xfrm>
                  </p:grpSpPr>
                  <p:sp>
                    <p:nvSpPr>
                      <p:cNvPr id="21545" name="Arc 21544">
                        <a:extLst>
                          <a:ext uri="{FF2B5EF4-FFF2-40B4-BE49-F238E27FC236}">
                            <a16:creationId xmlns:a16="http://schemas.microsoft.com/office/drawing/2014/main" id="{D276F09D-51C5-C16A-F08B-8B084ED9EE4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546" name="Arc 21545">
                        <a:extLst>
                          <a:ext uri="{FF2B5EF4-FFF2-40B4-BE49-F238E27FC236}">
                            <a16:creationId xmlns:a16="http://schemas.microsoft.com/office/drawing/2014/main" id="{38E4C6FD-05A7-6EF1-466D-4C985D69318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537" name="Group 21536">
                      <a:extLst>
                        <a:ext uri="{FF2B5EF4-FFF2-40B4-BE49-F238E27FC236}">
                          <a16:creationId xmlns:a16="http://schemas.microsoft.com/office/drawing/2014/main" id="{8B68BD8B-0610-120A-67C9-4BA459772AC7}"/>
                        </a:ext>
                      </a:extLst>
                    </p:cNvPr>
                    <p:cNvGrpSpPr/>
                    <p:nvPr/>
                  </p:nvGrpSpPr>
                  <p:grpSpPr>
                    <a:xfrm>
                      <a:off x="6434137" y="3402011"/>
                      <a:ext cx="303213" cy="303213"/>
                      <a:chOff x="6434137" y="3402011"/>
                      <a:chExt cx="303213" cy="303213"/>
                    </a:xfrm>
                  </p:grpSpPr>
                  <p:grpSp>
                    <p:nvGrpSpPr>
                      <p:cNvPr id="21538" name="Group 21537">
                        <a:extLst>
                          <a:ext uri="{FF2B5EF4-FFF2-40B4-BE49-F238E27FC236}">
                            <a16:creationId xmlns:a16="http://schemas.microsoft.com/office/drawing/2014/main" id="{534711FF-9823-69BA-584F-DC027A42691B}"/>
                          </a:ext>
                        </a:extLst>
                      </p:cNvPr>
                      <p:cNvGrpSpPr/>
                      <p:nvPr/>
                    </p:nvGrpSpPr>
                    <p:grpSpPr>
                      <a:xfrm flipH="1">
                        <a:off x="6478587" y="3446461"/>
                        <a:ext cx="214313" cy="214313"/>
                        <a:chOff x="5354637" y="3446463"/>
                        <a:chExt cx="214313" cy="214313"/>
                      </a:xfrm>
                    </p:grpSpPr>
                    <p:sp>
                      <p:nvSpPr>
                        <p:cNvPr id="21543" name="Arc 21542">
                          <a:extLst>
                            <a:ext uri="{FF2B5EF4-FFF2-40B4-BE49-F238E27FC236}">
                              <a16:creationId xmlns:a16="http://schemas.microsoft.com/office/drawing/2014/main" id="{B81CA2A9-F9D5-0E77-8FBF-ECF3D1567C2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544" name="Arc 21543">
                          <a:extLst>
                            <a:ext uri="{FF2B5EF4-FFF2-40B4-BE49-F238E27FC236}">
                              <a16:creationId xmlns:a16="http://schemas.microsoft.com/office/drawing/2014/main" id="{A4F2B7CF-6413-BE5F-4DF5-0757A153CBB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539" name="Group 21538">
                        <a:extLst>
                          <a:ext uri="{FF2B5EF4-FFF2-40B4-BE49-F238E27FC236}">
                            <a16:creationId xmlns:a16="http://schemas.microsoft.com/office/drawing/2014/main" id="{20283C02-9E58-905E-4D4B-64A24CE34F5A}"/>
                          </a:ext>
                        </a:extLst>
                      </p:cNvPr>
                      <p:cNvGrpSpPr/>
                      <p:nvPr/>
                    </p:nvGrpSpPr>
                    <p:grpSpPr>
                      <a:xfrm rot="14400000" flipH="1">
                        <a:off x="6434137" y="3402011"/>
                        <a:ext cx="303213" cy="303213"/>
                        <a:chOff x="5354637" y="3446463"/>
                        <a:chExt cx="214313" cy="214313"/>
                      </a:xfrm>
                    </p:grpSpPr>
                    <p:sp>
                      <p:nvSpPr>
                        <p:cNvPr id="21541" name="Arc 21540">
                          <a:extLst>
                            <a:ext uri="{FF2B5EF4-FFF2-40B4-BE49-F238E27FC236}">
                              <a16:creationId xmlns:a16="http://schemas.microsoft.com/office/drawing/2014/main" id="{A7A5B6B8-7349-7256-6C1F-BF520B5BCDC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542" name="Arc 21541">
                          <a:extLst>
                            <a:ext uri="{FF2B5EF4-FFF2-40B4-BE49-F238E27FC236}">
                              <a16:creationId xmlns:a16="http://schemas.microsoft.com/office/drawing/2014/main" id="{DC5D6795-414C-085D-E852-32F13A47EBC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540" name="TextBox 21539">
                        <a:extLst>
                          <a:ext uri="{FF2B5EF4-FFF2-40B4-BE49-F238E27FC236}">
                            <a16:creationId xmlns:a16="http://schemas.microsoft.com/office/drawing/2014/main" id="{9E1BAAAF-833E-7539-06B3-A94CA0730660}"/>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525" name="Group 21524">
                    <a:extLst>
                      <a:ext uri="{FF2B5EF4-FFF2-40B4-BE49-F238E27FC236}">
                        <a16:creationId xmlns:a16="http://schemas.microsoft.com/office/drawing/2014/main" id="{997D92E2-F598-A9DD-CD10-7DA367844A6F}"/>
                      </a:ext>
                    </a:extLst>
                  </p:cNvPr>
                  <p:cNvGrpSpPr/>
                  <p:nvPr/>
                </p:nvGrpSpPr>
                <p:grpSpPr>
                  <a:xfrm>
                    <a:off x="6197413" y="3225768"/>
                    <a:ext cx="393192" cy="393192"/>
                    <a:chOff x="6389147" y="3932622"/>
                    <a:chExt cx="393192" cy="393192"/>
                  </a:xfrm>
                </p:grpSpPr>
                <p:grpSp>
                  <p:nvGrpSpPr>
                    <p:cNvPr id="21526" name="Group 21525">
                      <a:extLst>
                        <a:ext uri="{FF2B5EF4-FFF2-40B4-BE49-F238E27FC236}">
                          <a16:creationId xmlns:a16="http://schemas.microsoft.com/office/drawing/2014/main" id="{8E3D2A70-155E-652F-29F8-7802A30F7B06}"/>
                        </a:ext>
                      </a:extLst>
                    </p:cNvPr>
                    <p:cNvGrpSpPr/>
                    <p:nvPr/>
                  </p:nvGrpSpPr>
                  <p:grpSpPr>
                    <a:xfrm flipH="1">
                      <a:off x="6478587" y="4022061"/>
                      <a:ext cx="214313" cy="214313"/>
                      <a:chOff x="5354637" y="3446463"/>
                      <a:chExt cx="214313" cy="214313"/>
                    </a:xfrm>
                  </p:grpSpPr>
                  <p:sp>
                    <p:nvSpPr>
                      <p:cNvPr id="21534" name="Arc 21533">
                        <a:extLst>
                          <a:ext uri="{FF2B5EF4-FFF2-40B4-BE49-F238E27FC236}">
                            <a16:creationId xmlns:a16="http://schemas.microsoft.com/office/drawing/2014/main" id="{65796DA9-5F0E-E43E-EC39-B7CE6825DF2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535" name="Arc 21534">
                        <a:extLst>
                          <a:ext uri="{FF2B5EF4-FFF2-40B4-BE49-F238E27FC236}">
                            <a16:creationId xmlns:a16="http://schemas.microsoft.com/office/drawing/2014/main" id="{08C2691E-51B5-9E09-0CE1-3E374E6725A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527" name="Group 21526">
                      <a:extLst>
                        <a:ext uri="{FF2B5EF4-FFF2-40B4-BE49-F238E27FC236}">
                          <a16:creationId xmlns:a16="http://schemas.microsoft.com/office/drawing/2014/main" id="{198E81E9-A879-FD0F-4CB9-42C32EB3C59C}"/>
                        </a:ext>
                      </a:extLst>
                    </p:cNvPr>
                    <p:cNvGrpSpPr/>
                    <p:nvPr/>
                  </p:nvGrpSpPr>
                  <p:grpSpPr>
                    <a:xfrm rot="7200000" flipH="1">
                      <a:off x="6434137" y="3977611"/>
                      <a:ext cx="303213" cy="303213"/>
                      <a:chOff x="5354637" y="3446463"/>
                      <a:chExt cx="214313" cy="214313"/>
                    </a:xfrm>
                  </p:grpSpPr>
                  <p:sp>
                    <p:nvSpPr>
                      <p:cNvPr id="21532" name="Arc 21531">
                        <a:extLst>
                          <a:ext uri="{FF2B5EF4-FFF2-40B4-BE49-F238E27FC236}">
                            <a16:creationId xmlns:a16="http://schemas.microsoft.com/office/drawing/2014/main" id="{95CE04DF-0FB6-6371-BAA2-8E5BB51A5FD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533" name="Arc 21532">
                        <a:extLst>
                          <a:ext uri="{FF2B5EF4-FFF2-40B4-BE49-F238E27FC236}">
                            <a16:creationId xmlns:a16="http://schemas.microsoft.com/office/drawing/2014/main" id="{82C058C5-8201-8007-B9ED-D99CD81AE28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528" name="Group 21527">
                      <a:extLst>
                        <a:ext uri="{FF2B5EF4-FFF2-40B4-BE49-F238E27FC236}">
                          <a16:creationId xmlns:a16="http://schemas.microsoft.com/office/drawing/2014/main" id="{1F8194A7-B87E-93F7-3BD4-F48A964459A4}"/>
                        </a:ext>
                      </a:extLst>
                    </p:cNvPr>
                    <p:cNvGrpSpPr/>
                    <p:nvPr/>
                  </p:nvGrpSpPr>
                  <p:grpSpPr>
                    <a:xfrm rot="14400000" flipH="1">
                      <a:off x="6389147" y="3932622"/>
                      <a:ext cx="393192" cy="393192"/>
                      <a:chOff x="5354637" y="3446463"/>
                      <a:chExt cx="214313" cy="214313"/>
                    </a:xfrm>
                  </p:grpSpPr>
                  <p:sp>
                    <p:nvSpPr>
                      <p:cNvPr id="21530" name="Arc 21529">
                        <a:extLst>
                          <a:ext uri="{FF2B5EF4-FFF2-40B4-BE49-F238E27FC236}">
                            <a16:creationId xmlns:a16="http://schemas.microsoft.com/office/drawing/2014/main" id="{9C70DB43-A69C-D02D-8F06-8813691BBE2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531" name="Arc 21530">
                        <a:extLst>
                          <a:ext uri="{FF2B5EF4-FFF2-40B4-BE49-F238E27FC236}">
                            <a16:creationId xmlns:a16="http://schemas.microsoft.com/office/drawing/2014/main" id="{0E0F16DB-AEB0-5AEA-0677-3C9EC6588E10}"/>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529" name="TextBox 21528">
                      <a:extLst>
                        <a:ext uri="{FF2B5EF4-FFF2-40B4-BE49-F238E27FC236}">
                          <a16:creationId xmlns:a16="http://schemas.microsoft.com/office/drawing/2014/main" id="{5F77CA73-A435-A77E-D3C9-5BFA5F673FA7}"/>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nvGrpSpPr>
              <p:cNvPr id="21425" name="Group 21424">
                <a:extLst>
                  <a:ext uri="{FF2B5EF4-FFF2-40B4-BE49-F238E27FC236}">
                    <a16:creationId xmlns:a16="http://schemas.microsoft.com/office/drawing/2014/main" id="{C07D940B-D6A2-A2CC-A808-ED4EEAF55145}"/>
                  </a:ext>
                </a:extLst>
              </p:cNvPr>
              <p:cNvGrpSpPr/>
              <p:nvPr/>
            </p:nvGrpSpPr>
            <p:grpSpPr>
              <a:xfrm>
                <a:off x="6065340" y="2039507"/>
                <a:ext cx="1643204" cy="1593124"/>
                <a:chOff x="5445106" y="2644743"/>
                <a:chExt cx="1643204" cy="1593124"/>
              </a:xfrm>
            </p:grpSpPr>
            <p:grpSp>
              <p:nvGrpSpPr>
                <p:cNvPr id="21426" name="Group 21425">
                  <a:extLst>
                    <a:ext uri="{FF2B5EF4-FFF2-40B4-BE49-F238E27FC236}">
                      <a16:creationId xmlns:a16="http://schemas.microsoft.com/office/drawing/2014/main" id="{E6DD223B-4026-8789-B255-BD1FE606C021}"/>
                    </a:ext>
                  </a:extLst>
                </p:cNvPr>
                <p:cNvGrpSpPr/>
                <p:nvPr/>
              </p:nvGrpSpPr>
              <p:grpSpPr>
                <a:xfrm>
                  <a:off x="5445106" y="2644743"/>
                  <a:ext cx="1019224" cy="991639"/>
                  <a:chOff x="5886431" y="3225768"/>
                  <a:chExt cx="1019224" cy="991639"/>
                </a:xfrm>
              </p:grpSpPr>
              <p:grpSp>
                <p:nvGrpSpPr>
                  <p:cNvPr id="21474" name="Group 21473">
                    <a:extLst>
                      <a:ext uri="{FF2B5EF4-FFF2-40B4-BE49-F238E27FC236}">
                        <a16:creationId xmlns:a16="http://schemas.microsoft.com/office/drawing/2014/main" id="{732D68EB-2C4C-4D2F-8C33-49E499F83A46}"/>
                      </a:ext>
                    </a:extLst>
                  </p:cNvPr>
                  <p:cNvGrpSpPr/>
                  <p:nvPr/>
                </p:nvGrpSpPr>
                <p:grpSpPr>
                  <a:xfrm>
                    <a:off x="6197413" y="3824215"/>
                    <a:ext cx="393192" cy="393192"/>
                    <a:chOff x="5265196" y="3357021"/>
                    <a:chExt cx="393192" cy="393192"/>
                  </a:xfrm>
                </p:grpSpPr>
                <p:grpSp>
                  <p:nvGrpSpPr>
                    <p:cNvPr id="21509" name="Group 21508">
                      <a:extLst>
                        <a:ext uri="{FF2B5EF4-FFF2-40B4-BE49-F238E27FC236}">
                          <a16:creationId xmlns:a16="http://schemas.microsoft.com/office/drawing/2014/main" id="{F7377098-69E8-84EA-3C57-C4093D4A6C12}"/>
                        </a:ext>
                      </a:extLst>
                    </p:cNvPr>
                    <p:cNvGrpSpPr/>
                    <p:nvPr/>
                  </p:nvGrpSpPr>
                  <p:grpSpPr>
                    <a:xfrm rot="14400000">
                      <a:off x="5265196" y="3357021"/>
                      <a:ext cx="393192" cy="393192"/>
                      <a:chOff x="5354637" y="3446463"/>
                      <a:chExt cx="214313" cy="214313"/>
                    </a:xfrm>
                  </p:grpSpPr>
                  <p:sp>
                    <p:nvSpPr>
                      <p:cNvPr id="21518" name="Arc 21517">
                        <a:extLst>
                          <a:ext uri="{FF2B5EF4-FFF2-40B4-BE49-F238E27FC236}">
                            <a16:creationId xmlns:a16="http://schemas.microsoft.com/office/drawing/2014/main" id="{A3114058-6727-76D6-F8B9-833E6302F9B3}"/>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519" name="Arc 21518">
                        <a:extLst>
                          <a:ext uri="{FF2B5EF4-FFF2-40B4-BE49-F238E27FC236}">
                            <a16:creationId xmlns:a16="http://schemas.microsoft.com/office/drawing/2014/main" id="{8AA381BE-CBB2-7A2F-FB3C-D7F30B240547}"/>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510" name="Group 21509">
                      <a:extLst>
                        <a:ext uri="{FF2B5EF4-FFF2-40B4-BE49-F238E27FC236}">
                          <a16:creationId xmlns:a16="http://schemas.microsoft.com/office/drawing/2014/main" id="{F47F8561-95BE-38A8-EC73-0E7DB557A997}"/>
                        </a:ext>
                      </a:extLst>
                    </p:cNvPr>
                    <p:cNvGrpSpPr/>
                    <p:nvPr/>
                  </p:nvGrpSpPr>
                  <p:grpSpPr>
                    <a:xfrm>
                      <a:off x="5310186" y="3402011"/>
                      <a:ext cx="303213" cy="303213"/>
                      <a:chOff x="5310186" y="3402011"/>
                      <a:chExt cx="303213" cy="303213"/>
                    </a:xfrm>
                  </p:grpSpPr>
                  <p:grpSp>
                    <p:nvGrpSpPr>
                      <p:cNvPr id="21511" name="Group 21510">
                        <a:extLst>
                          <a:ext uri="{FF2B5EF4-FFF2-40B4-BE49-F238E27FC236}">
                            <a16:creationId xmlns:a16="http://schemas.microsoft.com/office/drawing/2014/main" id="{B6CC5BF5-8020-F4DF-9DE3-495B7681EB20}"/>
                          </a:ext>
                        </a:extLst>
                      </p:cNvPr>
                      <p:cNvGrpSpPr/>
                      <p:nvPr/>
                    </p:nvGrpSpPr>
                    <p:grpSpPr>
                      <a:xfrm>
                        <a:off x="5354636" y="3446461"/>
                        <a:ext cx="214313" cy="214313"/>
                        <a:chOff x="5354637" y="3446463"/>
                        <a:chExt cx="214313" cy="214313"/>
                      </a:xfrm>
                    </p:grpSpPr>
                    <p:sp>
                      <p:nvSpPr>
                        <p:cNvPr id="21516" name="Arc 21515">
                          <a:extLst>
                            <a:ext uri="{FF2B5EF4-FFF2-40B4-BE49-F238E27FC236}">
                              <a16:creationId xmlns:a16="http://schemas.microsoft.com/office/drawing/2014/main" id="{F0C7150D-8AA6-B6F1-802D-C5596256C5A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517" name="Arc 21516">
                          <a:extLst>
                            <a:ext uri="{FF2B5EF4-FFF2-40B4-BE49-F238E27FC236}">
                              <a16:creationId xmlns:a16="http://schemas.microsoft.com/office/drawing/2014/main" id="{8F77C428-44D5-C195-64CA-D3338B0E5D2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512" name="Group 21511">
                        <a:extLst>
                          <a:ext uri="{FF2B5EF4-FFF2-40B4-BE49-F238E27FC236}">
                            <a16:creationId xmlns:a16="http://schemas.microsoft.com/office/drawing/2014/main" id="{D2B0BFBB-4D6F-FEB9-A939-27B2EDD5F92F}"/>
                          </a:ext>
                        </a:extLst>
                      </p:cNvPr>
                      <p:cNvGrpSpPr/>
                      <p:nvPr/>
                    </p:nvGrpSpPr>
                    <p:grpSpPr>
                      <a:xfrm rot="7200000">
                        <a:off x="5310186" y="3402011"/>
                        <a:ext cx="303213" cy="303213"/>
                        <a:chOff x="5354637" y="3446463"/>
                        <a:chExt cx="214313" cy="214313"/>
                      </a:xfrm>
                    </p:grpSpPr>
                    <p:sp>
                      <p:nvSpPr>
                        <p:cNvPr id="21514" name="Arc 21513">
                          <a:extLst>
                            <a:ext uri="{FF2B5EF4-FFF2-40B4-BE49-F238E27FC236}">
                              <a16:creationId xmlns:a16="http://schemas.microsoft.com/office/drawing/2014/main" id="{AFA4520B-99F5-F318-2212-F8D86F818E4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515" name="Arc 21514">
                          <a:extLst>
                            <a:ext uri="{FF2B5EF4-FFF2-40B4-BE49-F238E27FC236}">
                              <a16:creationId xmlns:a16="http://schemas.microsoft.com/office/drawing/2014/main" id="{A7B38B49-C727-979E-E34A-F86D88A8596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513" name="TextBox 21512">
                        <a:extLst>
                          <a:ext uri="{FF2B5EF4-FFF2-40B4-BE49-F238E27FC236}">
                            <a16:creationId xmlns:a16="http://schemas.microsoft.com/office/drawing/2014/main" id="{0546F067-8EA4-0C47-D5E0-1055E24196A3}"/>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475" name="Group 21474">
                    <a:extLst>
                      <a:ext uri="{FF2B5EF4-FFF2-40B4-BE49-F238E27FC236}">
                        <a16:creationId xmlns:a16="http://schemas.microsoft.com/office/drawing/2014/main" id="{85EF749A-7155-CBE1-60B8-917460B1588D}"/>
                      </a:ext>
                    </a:extLst>
                  </p:cNvPr>
                  <p:cNvGrpSpPr/>
                  <p:nvPr/>
                </p:nvGrpSpPr>
                <p:grpSpPr>
                  <a:xfrm>
                    <a:off x="5886431" y="3525040"/>
                    <a:ext cx="393192" cy="393192"/>
                    <a:chOff x="5265196" y="3932619"/>
                    <a:chExt cx="393192" cy="393192"/>
                  </a:xfrm>
                </p:grpSpPr>
                <p:grpSp>
                  <p:nvGrpSpPr>
                    <p:cNvPr id="21499" name="Group 21498">
                      <a:extLst>
                        <a:ext uri="{FF2B5EF4-FFF2-40B4-BE49-F238E27FC236}">
                          <a16:creationId xmlns:a16="http://schemas.microsoft.com/office/drawing/2014/main" id="{F6714C85-481C-4EA2-77ED-C401D47C9775}"/>
                        </a:ext>
                      </a:extLst>
                    </p:cNvPr>
                    <p:cNvGrpSpPr/>
                    <p:nvPr/>
                  </p:nvGrpSpPr>
                  <p:grpSpPr>
                    <a:xfrm>
                      <a:off x="5354636" y="4022061"/>
                      <a:ext cx="214313" cy="214313"/>
                      <a:chOff x="5354637" y="3446463"/>
                      <a:chExt cx="214313" cy="214313"/>
                    </a:xfrm>
                  </p:grpSpPr>
                  <p:sp>
                    <p:nvSpPr>
                      <p:cNvPr id="21507" name="Arc 21506">
                        <a:extLst>
                          <a:ext uri="{FF2B5EF4-FFF2-40B4-BE49-F238E27FC236}">
                            <a16:creationId xmlns:a16="http://schemas.microsoft.com/office/drawing/2014/main" id="{F8CA7BAA-0868-4583-E593-4CCD2662A59C}"/>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508" name="Arc 21507">
                        <a:extLst>
                          <a:ext uri="{FF2B5EF4-FFF2-40B4-BE49-F238E27FC236}">
                            <a16:creationId xmlns:a16="http://schemas.microsoft.com/office/drawing/2014/main" id="{016F5F13-DEB2-753A-BFAC-D7B63B72B11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500" name="Group 21499">
                      <a:extLst>
                        <a:ext uri="{FF2B5EF4-FFF2-40B4-BE49-F238E27FC236}">
                          <a16:creationId xmlns:a16="http://schemas.microsoft.com/office/drawing/2014/main" id="{712792FC-988D-7C67-8CF1-559C8E40B8CB}"/>
                        </a:ext>
                      </a:extLst>
                    </p:cNvPr>
                    <p:cNvGrpSpPr/>
                    <p:nvPr/>
                  </p:nvGrpSpPr>
                  <p:grpSpPr>
                    <a:xfrm rot="14400000">
                      <a:off x="5310186" y="3977611"/>
                      <a:ext cx="303213" cy="303213"/>
                      <a:chOff x="5354637" y="3446463"/>
                      <a:chExt cx="214313" cy="214313"/>
                    </a:xfrm>
                  </p:grpSpPr>
                  <p:sp>
                    <p:nvSpPr>
                      <p:cNvPr id="21505" name="Arc 21504">
                        <a:extLst>
                          <a:ext uri="{FF2B5EF4-FFF2-40B4-BE49-F238E27FC236}">
                            <a16:creationId xmlns:a16="http://schemas.microsoft.com/office/drawing/2014/main" id="{20930DF0-6637-1787-43B8-CD39FE44537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506" name="Arc 21505">
                        <a:extLst>
                          <a:ext uri="{FF2B5EF4-FFF2-40B4-BE49-F238E27FC236}">
                            <a16:creationId xmlns:a16="http://schemas.microsoft.com/office/drawing/2014/main" id="{C26EBF5D-8638-42BE-BD22-FA1A02FB8E2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501" name="Group 21500">
                      <a:extLst>
                        <a:ext uri="{FF2B5EF4-FFF2-40B4-BE49-F238E27FC236}">
                          <a16:creationId xmlns:a16="http://schemas.microsoft.com/office/drawing/2014/main" id="{8582ADAF-E731-CB91-D4A0-78B106EFDC2F}"/>
                        </a:ext>
                      </a:extLst>
                    </p:cNvPr>
                    <p:cNvGrpSpPr/>
                    <p:nvPr/>
                  </p:nvGrpSpPr>
                  <p:grpSpPr>
                    <a:xfrm rot="7200000">
                      <a:off x="5265196" y="3932619"/>
                      <a:ext cx="393192" cy="393192"/>
                      <a:chOff x="5354637" y="3446463"/>
                      <a:chExt cx="214313" cy="214313"/>
                    </a:xfrm>
                  </p:grpSpPr>
                  <p:sp>
                    <p:nvSpPr>
                      <p:cNvPr id="21503" name="Arc 21502">
                        <a:extLst>
                          <a:ext uri="{FF2B5EF4-FFF2-40B4-BE49-F238E27FC236}">
                            <a16:creationId xmlns:a16="http://schemas.microsoft.com/office/drawing/2014/main" id="{2777D370-A7EA-A9B6-12DB-4888F1162B7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504" name="Arc 21503">
                        <a:extLst>
                          <a:ext uri="{FF2B5EF4-FFF2-40B4-BE49-F238E27FC236}">
                            <a16:creationId xmlns:a16="http://schemas.microsoft.com/office/drawing/2014/main" id="{BF148FF5-830A-E6DB-70C0-CA73D90DBB1D}"/>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502" name="TextBox 21501">
                      <a:extLst>
                        <a:ext uri="{FF2B5EF4-FFF2-40B4-BE49-F238E27FC236}">
                          <a16:creationId xmlns:a16="http://schemas.microsoft.com/office/drawing/2014/main" id="{638911D4-F692-5F6E-1AF2-E388F2B2694F}"/>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1476" name="Group 21475">
                    <a:extLst>
                      <a:ext uri="{FF2B5EF4-FFF2-40B4-BE49-F238E27FC236}">
                        <a16:creationId xmlns:a16="http://schemas.microsoft.com/office/drawing/2014/main" id="{64E7D279-EDBB-5EC9-DCBE-AC7DF0EC6BA0}"/>
                      </a:ext>
                    </a:extLst>
                  </p:cNvPr>
                  <p:cNvGrpSpPr/>
                  <p:nvPr/>
                </p:nvGrpSpPr>
                <p:grpSpPr>
                  <a:xfrm>
                    <a:off x="6512463" y="3525040"/>
                    <a:ext cx="393192" cy="393192"/>
                    <a:chOff x="6389147" y="3357021"/>
                    <a:chExt cx="393192" cy="393192"/>
                  </a:xfrm>
                </p:grpSpPr>
                <p:grpSp>
                  <p:nvGrpSpPr>
                    <p:cNvPr id="21488" name="Group 21487">
                      <a:extLst>
                        <a:ext uri="{FF2B5EF4-FFF2-40B4-BE49-F238E27FC236}">
                          <a16:creationId xmlns:a16="http://schemas.microsoft.com/office/drawing/2014/main" id="{0317A161-B3E7-FFB2-2339-625B91DAB72E}"/>
                        </a:ext>
                      </a:extLst>
                    </p:cNvPr>
                    <p:cNvGrpSpPr/>
                    <p:nvPr/>
                  </p:nvGrpSpPr>
                  <p:grpSpPr>
                    <a:xfrm rot="7200000" flipH="1">
                      <a:off x="6389147" y="3357021"/>
                      <a:ext cx="393192" cy="393192"/>
                      <a:chOff x="5354637" y="3446463"/>
                      <a:chExt cx="214313" cy="214313"/>
                    </a:xfrm>
                  </p:grpSpPr>
                  <p:sp>
                    <p:nvSpPr>
                      <p:cNvPr id="21497" name="Arc 21496">
                        <a:extLst>
                          <a:ext uri="{FF2B5EF4-FFF2-40B4-BE49-F238E27FC236}">
                            <a16:creationId xmlns:a16="http://schemas.microsoft.com/office/drawing/2014/main" id="{0DC63CA3-BEC5-B619-26F1-A3D14CAFE8A8}"/>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498" name="Arc 21497">
                        <a:extLst>
                          <a:ext uri="{FF2B5EF4-FFF2-40B4-BE49-F238E27FC236}">
                            <a16:creationId xmlns:a16="http://schemas.microsoft.com/office/drawing/2014/main" id="{920AC38B-68E3-7838-66B0-2F581D4620D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489" name="Group 21488">
                      <a:extLst>
                        <a:ext uri="{FF2B5EF4-FFF2-40B4-BE49-F238E27FC236}">
                          <a16:creationId xmlns:a16="http://schemas.microsoft.com/office/drawing/2014/main" id="{E0395EF7-F9C7-AD07-FF4F-39D652208B2C}"/>
                        </a:ext>
                      </a:extLst>
                    </p:cNvPr>
                    <p:cNvGrpSpPr/>
                    <p:nvPr/>
                  </p:nvGrpSpPr>
                  <p:grpSpPr>
                    <a:xfrm>
                      <a:off x="6434137" y="3402011"/>
                      <a:ext cx="303213" cy="303213"/>
                      <a:chOff x="6434137" y="3402011"/>
                      <a:chExt cx="303213" cy="303213"/>
                    </a:xfrm>
                  </p:grpSpPr>
                  <p:grpSp>
                    <p:nvGrpSpPr>
                      <p:cNvPr id="21490" name="Group 21489">
                        <a:extLst>
                          <a:ext uri="{FF2B5EF4-FFF2-40B4-BE49-F238E27FC236}">
                            <a16:creationId xmlns:a16="http://schemas.microsoft.com/office/drawing/2014/main" id="{0442F159-5F2D-6A2D-032B-22CE8799D520}"/>
                          </a:ext>
                        </a:extLst>
                      </p:cNvPr>
                      <p:cNvGrpSpPr/>
                      <p:nvPr/>
                    </p:nvGrpSpPr>
                    <p:grpSpPr>
                      <a:xfrm flipH="1">
                        <a:off x="6478587" y="3446461"/>
                        <a:ext cx="214313" cy="214313"/>
                        <a:chOff x="5354637" y="3446463"/>
                        <a:chExt cx="214313" cy="214313"/>
                      </a:xfrm>
                    </p:grpSpPr>
                    <p:sp>
                      <p:nvSpPr>
                        <p:cNvPr id="21495" name="Arc 21494">
                          <a:extLst>
                            <a:ext uri="{FF2B5EF4-FFF2-40B4-BE49-F238E27FC236}">
                              <a16:creationId xmlns:a16="http://schemas.microsoft.com/office/drawing/2014/main" id="{40687C4C-BE69-2F7A-224C-67E257FAAE2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496" name="Arc 21495">
                          <a:extLst>
                            <a:ext uri="{FF2B5EF4-FFF2-40B4-BE49-F238E27FC236}">
                              <a16:creationId xmlns:a16="http://schemas.microsoft.com/office/drawing/2014/main" id="{9372607B-7665-AA92-192D-1F24D5558C13}"/>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491" name="Group 21490">
                        <a:extLst>
                          <a:ext uri="{FF2B5EF4-FFF2-40B4-BE49-F238E27FC236}">
                            <a16:creationId xmlns:a16="http://schemas.microsoft.com/office/drawing/2014/main" id="{A821DAA5-1003-44F7-B81E-3D9AF265E283}"/>
                          </a:ext>
                        </a:extLst>
                      </p:cNvPr>
                      <p:cNvGrpSpPr/>
                      <p:nvPr/>
                    </p:nvGrpSpPr>
                    <p:grpSpPr>
                      <a:xfrm rot="14400000" flipH="1">
                        <a:off x="6434137" y="3402011"/>
                        <a:ext cx="303213" cy="303213"/>
                        <a:chOff x="5354637" y="3446463"/>
                        <a:chExt cx="214313" cy="214313"/>
                      </a:xfrm>
                    </p:grpSpPr>
                    <p:sp>
                      <p:nvSpPr>
                        <p:cNvPr id="21493" name="Arc 21492">
                          <a:extLst>
                            <a:ext uri="{FF2B5EF4-FFF2-40B4-BE49-F238E27FC236}">
                              <a16:creationId xmlns:a16="http://schemas.microsoft.com/office/drawing/2014/main" id="{0820F259-3DA2-48D7-06F7-08053C6AF97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494" name="Arc 21493">
                          <a:extLst>
                            <a:ext uri="{FF2B5EF4-FFF2-40B4-BE49-F238E27FC236}">
                              <a16:creationId xmlns:a16="http://schemas.microsoft.com/office/drawing/2014/main" id="{6AAE4346-1565-FFD8-A700-4B764B3BD18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492" name="TextBox 21491">
                        <a:extLst>
                          <a:ext uri="{FF2B5EF4-FFF2-40B4-BE49-F238E27FC236}">
                            <a16:creationId xmlns:a16="http://schemas.microsoft.com/office/drawing/2014/main" id="{126A9271-696A-F7CB-F3FE-127FE3F240D3}"/>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477" name="Group 21476">
                    <a:extLst>
                      <a:ext uri="{FF2B5EF4-FFF2-40B4-BE49-F238E27FC236}">
                        <a16:creationId xmlns:a16="http://schemas.microsoft.com/office/drawing/2014/main" id="{3CD12417-27C5-9672-5DFB-17F562E35DB0}"/>
                      </a:ext>
                    </a:extLst>
                  </p:cNvPr>
                  <p:cNvGrpSpPr/>
                  <p:nvPr/>
                </p:nvGrpSpPr>
                <p:grpSpPr>
                  <a:xfrm>
                    <a:off x="6197413" y="3225768"/>
                    <a:ext cx="393192" cy="393192"/>
                    <a:chOff x="6389147" y="3932622"/>
                    <a:chExt cx="393192" cy="393192"/>
                  </a:xfrm>
                </p:grpSpPr>
                <p:grpSp>
                  <p:nvGrpSpPr>
                    <p:cNvPr id="21478" name="Group 21477">
                      <a:extLst>
                        <a:ext uri="{FF2B5EF4-FFF2-40B4-BE49-F238E27FC236}">
                          <a16:creationId xmlns:a16="http://schemas.microsoft.com/office/drawing/2014/main" id="{372AAD6A-9519-7B62-256E-37B610FFFE1A}"/>
                        </a:ext>
                      </a:extLst>
                    </p:cNvPr>
                    <p:cNvGrpSpPr/>
                    <p:nvPr/>
                  </p:nvGrpSpPr>
                  <p:grpSpPr>
                    <a:xfrm flipH="1">
                      <a:off x="6478587" y="4022061"/>
                      <a:ext cx="214313" cy="214313"/>
                      <a:chOff x="5354637" y="3446463"/>
                      <a:chExt cx="214313" cy="214313"/>
                    </a:xfrm>
                  </p:grpSpPr>
                  <p:sp>
                    <p:nvSpPr>
                      <p:cNvPr id="21486" name="Arc 21485">
                        <a:extLst>
                          <a:ext uri="{FF2B5EF4-FFF2-40B4-BE49-F238E27FC236}">
                            <a16:creationId xmlns:a16="http://schemas.microsoft.com/office/drawing/2014/main" id="{7F714ABF-AF35-3A33-9B9A-EF5B8F6B40BF}"/>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487" name="Arc 21486">
                        <a:extLst>
                          <a:ext uri="{FF2B5EF4-FFF2-40B4-BE49-F238E27FC236}">
                            <a16:creationId xmlns:a16="http://schemas.microsoft.com/office/drawing/2014/main" id="{C22A9D9C-CAAF-6C81-5408-4A34B070DC7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479" name="Group 21478">
                      <a:extLst>
                        <a:ext uri="{FF2B5EF4-FFF2-40B4-BE49-F238E27FC236}">
                          <a16:creationId xmlns:a16="http://schemas.microsoft.com/office/drawing/2014/main" id="{C4984283-062A-84AF-9569-24643087F4C8}"/>
                        </a:ext>
                      </a:extLst>
                    </p:cNvPr>
                    <p:cNvGrpSpPr/>
                    <p:nvPr/>
                  </p:nvGrpSpPr>
                  <p:grpSpPr>
                    <a:xfrm rot="7200000" flipH="1">
                      <a:off x="6434137" y="3977611"/>
                      <a:ext cx="303213" cy="303213"/>
                      <a:chOff x="5354637" y="3446463"/>
                      <a:chExt cx="214313" cy="214313"/>
                    </a:xfrm>
                  </p:grpSpPr>
                  <p:sp>
                    <p:nvSpPr>
                      <p:cNvPr id="21484" name="Arc 21483">
                        <a:extLst>
                          <a:ext uri="{FF2B5EF4-FFF2-40B4-BE49-F238E27FC236}">
                            <a16:creationId xmlns:a16="http://schemas.microsoft.com/office/drawing/2014/main" id="{CB48A2F6-8DBF-19E2-E3D2-5C75ABA7829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485" name="Arc 21484">
                        <a:extLst>
                          <a:ext uri="{FF2B5EF4-FFF2-40B4-BE49-F238E27FC236}">
                            <a16:creationId xmlns:a16="http://schemas.microsoft.com/office/drawing/2014/main" id="{4E62D0CD-434A-8E20-5C72-7B30BC9071A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480" name="Group 21479">
                      <a:extLst>
                        <a:ext uri="{FF2B5EF4-FFF2-40B4-BE49-F238E27FC236}">
                          <a16:creationId xmlns:a16="http://schemas.microsoft.com/office/drawing/2014/main" id="{A7F9C5C6-5943-C3D8-D6F6-B8619F881276}"/>
                        </a:ext>
                      </a:extLst>
                    </p:cNvPr>
                    <p:cNvGrpSpPr/>
                    <p:nvPr/>
                  </p:nvGrpSpPr>
                  <p:grpSpPr>
                    <a:xfrm rot="14400000" flipH="1">
                      <a:off x="6389147" y="3932622"/>
                      <a:ext cx="393192" cy="393192"/>
                      <a:chOff x="5354637" y="3446463"/>
                      <a:chExt cx="214313" cy="214313"/>
                    </a:xfrm>
                  </p:grpSpPr>
                  <p:sp>
                    <p:nvSpPr>
                      <p:cNvPr id="21482" name="Arc 21481">
                        <a:extLst>
                          <a:ext uri="{FF2B5EF4-FFF2-40B4-BE49-F238E27FC236}">
                            <a16:creationId xmlns:a16="http://schemas.microsoft.com/office/drawing/2014/main" id="{EA8BFFBF-9897-8797-359A-BEE8BE4D40F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483" name="Arc 21482">
                        <a:extLst>
                          <a:ext uri="{FF2B5EF4-FFF2-40B4-BE49-F238E27FC236}">
                            <a16:creationId xmlns:a16="http://schemas.microsoft.com/office/drawing/2014/main" id="{0AF7725A-D67A-F31C-A428-1591284F765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481" name="TextBox 21480">
                      <a:extLst>
                        <a:ext uri="{FF2B5EF4-FFF2-40B4-BE49-F238E27FC236}">
                          <a16:creationId xmlns:a16="http://schemas.microsoft.com/office/drawing/2014/main" id="{9AB01597-673B-CB57-315D-BE36A3630440}"/>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427" name="Group 21426">
                  <a:extLst>
                    <a:ext uri="{FF2B5EF4-FFF2-40B4-BE49-F238E27FC236}">
                      <a16:creationId xmlns:a16="http://schemas.microsoft.com/office/drawing/2014/main" id="{F2B7DD08-9976-27E9-C52C-286784693769}"/>
                    </a:ext>
                  </a:extLst>
                </p:cNvPr>
                <p:cNvGrpSpPr/>
                <p:nvPr/>
              </p:nvGrpSpPr>
              <p:grpSpPr>
                <a:xfrm>
                  <a:off x="6069086" y="3246228"/>
                  <a:ext cx="1019224" cy="991639"/>
                  <a:chOff x="5886431" y="3225768"/>
                  <a:chExt cx="1019224" cy="991639"/>
                </a:xfrm>
              </p:grpSpPr>
              <p:grpSp>
                <p:nvGrpSpPr>
                  <p:cNvPr id="21428" name="Group 21427">
                    <a:extLst>
                      <a:ext uri="{FF2B5EF4-FFF2-40B4-BE49-F238E27FC236}">
                        <a16:creationId xmlns:a16="http://schemas.microsoft.com/office/drawing/2014/main" id="{77EBE8C1-1260-DF5D-FCBF-1A358570E00C}"/>
                      </a:ext>
                    </a:extLst>
                  </p:cNvPr>
                  <p:cNvGrpSpPr/>
                  <p:nvPr/>
                </p:nvGrpSpPr>
                <p:grpSpPr>
                  <a:xfrm>
                    <a:off x="6197413" y="3824215"/>
                    <a:ext cx="393192" cy="393192"/>
                    <a:chOff x="5265196" y="3357021"/>
                    <a:chExt cx="393192" cy="393192"/>
                  </a:xfrm>
                </p:grpSpPr>
                <p:grpSp>
                  <p:nvGrpSpPr>
                    <p:cNvPr id="21463" name="Group 21462">
                      <a:extLst>
                        <a:ext uri="{FF2B5EF4-FFF2-40B4-BE49-F238E27FC236}">
                          <a16:creationId xmlns:a16="http://schemas.microsoft.com/office/drawing/2014/main" id="{A5A2FAAE-02D0-CE90-B163-4350F05B202C}"/>
                        </a:ext>
                      </a:extLst>
                    </p:cNvPr>
                    <p:cNvGrpSpPr/>
                    <p:nvPr/>
                  </p:nvGrpSpPr>
                  <p:grpSpPr>
                    <a:xfrm rot="14400000">
                      <a:off x="5265196" y="3357021"/>
                      <a:ext cx="393192" cy="393192"/>
                      <a:chOff x="5354637" y="3446463"/>
                      <a:chExt cx="214313" cy="214313"/>
                    </a:xfrm>
                  </p:grpSpPr>
                  <p:sp>
                    <p:nvSpPr>
                      <p:cNvPr id="21472" name="Arc 21471">
                        <a:extLst>
                          <a:ext uri="{FF2B5EF4-FFF2-40B4-BE49-F238E27FC236}">
                            <a16:creationId xmlns:a16="http://schemas.microsoft.com/office/drawing/2014/main" id="{96781686-75ED-9E85-B185-642E3644A234}"/>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473" name="Arc 21472">
                        <a:extLst>
                          <a:ext uri="{FF2B5EF4-FFF2-40B4-BE49-F238E27FC236}">
                            <a16:creationId xmlns:a16="http://schemas.microsoft.com/office/drawing/2014/main" id="{F357314C-C38E-5CF0-B0B0-8C7CD0AE1EAC}"/>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464" name="Group 21463">
                      <a:extLst>
                        <a:ext uri="{FF2B5EF4-FFF2-40B4-BE49-F238E27FC236}">
                          <a16:creationId xmlns:a16="http://schemas.microsoft.com/office/drawing/2014/main" id="{7B45EBBB-C1C8-A442-96BF-5ECDE0D00ACA}"/>
                        </a:ext>
                      </a:extLst>
                    </p:cNvPr>
                    <p:cNvGrpSpPr/>
                    <p:nvPr/>
                  </p:nvGrpSpPr>
                  <p:grpSpPr>
                    <a:xfrm>
                      <a:off x="5310186" y="3402011"/>
                      <a:ext cx="303213" cy="303213"/>
                      <a:chOff x="5310186" y="3402011"/>
                      <a:chExt cx="303213" cy="303213"/>
                    </a:xfrm>
                  </p:grpSpPr>
                  <p:grpSp>
                    <p:nvGrpSpPr>
                      <p:cNvPr id="21465" name="Group 21464">
                        <a:extLst>
                          <a:ext uri="{FF2B5EF4-FFF2-40B4-BE49-F238E27FC236}">
                            <a16:creationId xmlns:a16="http://schemas.microsoft.com/office/drawing/2014/main" id="{75DAAEA9-4900-C06E-9AF8-37594B496764}"/>
                          </a:ext>
                        </a:extLst>
                      </p:cNvPr>
                      <p:cNvGrpSpPr/>
                      <p:nvPr/>
                    </p:nvGrpSpPr>
                    <p:grpSpPr>
                      <a:xfrm>
                        <a:off x="5354636" y="3446461"/>
                        <a:ext cx="214313" cy="214313"/>
                        <a:chOff x="5354637" y="3446463"/>
                        <a:chExt cx="214313" cy="214313"/>
                      </a:xfrm>
                    </p:grpSpPr>
                    <p:sp>
                      <p:nvSpPr>
                        <p:cNvPr id="21470" name="Arc 21469">
                          <a:extLst>
                            <a:ext uri="{FF2B5EF4-FFF2-40B4-BE49-F238E27FC236}">
                              <a16:creationId xmlns:a16="http://schemas.microsoft.com/office/drawing/2014/main" id="{7987CC5E-D91F-11C9-29D0-E0748B47E107}"/>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471" name="Arc 21470">
                          <a:extLst>
                            <a:ext uri="{FF2B5EF4-FFF2-40B4-BE49-F238E27FC236}">
                              <a16:creationId xmlns:a16="http://schemas.microsoft.com/office/drawing/2014/main" id="{8F6CCD95-5CB8-7B89-4E55-DC6689F4B052}"/>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466" name="Group 21465">
                        <a:extLst>
                          <a:ext uri="{FF2B5EF4-FFF2-40B4-BE49-F238E27FC236}">
                            <a16:creationId xmlns:a16="http://schemas.microsoft.com/office/drawing/2014/main" id="{E87D455C-150A-F370-07DC-13BD9587119F}"/>
                          </a:ext>
                        </a:extLst>
                      </p:cNvPr>
                      <p:cNvGrpSpPr/>
                      <p:nvPr/>
                    </p:nvGrpSpPr>
                    <p:grpSpPr>
                      <a:xfrm rot="7200000">
                        <a:off x="5310186" y="3402011"/>
                        <a:ext cx="303213" cy="303213"/>
                        <a:chOff x="5354637" y="3446463"/>
                        <a:chExt cx="214313" cy="214313"/>
                      </a:xfrm>
                    </p:grpSpPr>
                    <p:sp>
                      <p:nvSpPr>
                        <p:cNvPr id="21468" name="Arc 21467">
                          <a:extLst>
                            <a:ext uri="{FF2B5EF4-FFF2-40B4-BE49-F238E27FC236}">
                              <a16:creationId xmlns:a16="http://schemas.microsoft.com/office/drawing/2014/main" id="{B4E58894-8E2D-1F04-91D5-E159C32A46A5}"/>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469" name="Arc 21468">
                          <a:extLst>
                            <a:ext uri="{FF2B5EF4-FFF2-40B4-BE49-F238E27FC236}">
                              <a16:creationId xmlns:a16="http://schemas.microsoft.com/office/drawing/2014/main" id="{A23002B7-4644-3C4C-6133-00CEAD03CC58}"/>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467" name="TextBox 21466">
                        <a:extLst>
                          <a:ext uri="{FF2B5EF4-FFF2-40B4-BE49-F238E27FC236}">
                            <a16:creationId xmlns:a16="http://schemas.microsoft.com/office/drawing/2014/main" id="{0C94D158-077F-9A3D-CEB9-0C518BFCBD48}"/>
                          </a:ext>
                        </a:extLst>
                      </p:cNvPr>
                      <p:cNvSpPr txBox="1"/>
                      <p:nvPr/>
                    </p:nvSpPr>
                    <p:spPr>
                      <a:xfrm>
                        <a:off x="5316560"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000"/>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429" name="Group 21428">
                    <a:extLst>
                      <a:ext uri="{FF2B5EF4-FFF2-40B4-BE49-F238E27FC236}">
                        <a16:creationId xmlns:a16="http://schemas.microsoft.com/office/drawing/2014/main" id="{1A358ADB-DF9C-285D-0667-12A1BB9BCB0B}"/>
                      </a:ext>
                    </a:extLst>
                  </p:cNvPr>
                  <p:cNvGrpSpPr/>
                  <p:nvPr/>
                </p:nvGrpSpPr>
                <p:grpSpPr>
                  <a:xfrm>
                    <a:off x="5886431" y="3525040"/>
                    <a:ext cx="393192" cy="393192"/>
                    <a:chOff x="5265196" y="3932619"/>
                    <a:chExt cx="393192" cy="393192"/>
                  </a:xfrm>
                </p:grpSpPr>
                <p:grpSp>
                  <p:nvGrpSpPr>
                    <p:cNvPr id="21453" name="Group 21452">
                      <a:extLst>
                        <a:ext uri="{FF2B5EF4-FFF2-40B4-BE49-F238E27FC236}">
                          <a16:creationId xmlns:a16="http://schemas.microsoft.com/office/drawing/2014/main" id="{8F02393C-0A81-C84E-36A2-F548E9E27948}"/>
                        </a:ext>
                      </a:extLst>
                    </p:cNvPr>
                    <p:cNvGrpSpPr/>
                    <p:nvPr/>
                  </p:nvGrpSpPr>
                  <p:grpSpPr>
                    <a:xfrm>
                      <a:off x="5354636" y="4022061"/>
                      <a:ext cx="214313" cy="214313"/>
                      <a:chOff x="5354637" y="3446463"/>
                      <a:chExt cx="214313" cy="214313"/>
                    </a:xfrm>
                  </p:grpSpPr>
                  <p:sp>
                    <p:nvSpPr>
                      <p:cNvPr id="21461" name="Arc 21460">
                        <a:extLst>
                          <a:ext uri="{FF2B5EF4-FFF2-40B4-BE49-F238E27FC236}">
                            <a16:creationId xmlns:a16="http://schemas.microsoft.com/office/drawing/2014/main" id="{0C89EDD3-395E-EE6F-5D70-9AC6E40EB7CD}"/>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462" name="Arc 21461">
                        <a:extLst>
                          <a:ext uri="{FF2B5EF4-FFF2-40B4-BE49-F238E27FC236}">
                            <a16:creationId xmlns:a16="http://schemas.microsoft.com/office/drawing/2014/main" id="{2BBB7409-9478-4803-BEDF-B01D6E1DF67A}"/>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454" name="Group 21453">
                      <a:extLst>
                        <a:ext uri="{FF2B5EF4-FFF2-40B4-BE49-F238E27FC236}">
                          <a16:creationId xmlns:a16="http://schemas.microsoft.com/office/drawing/2014/main" id="{FF4DE5B0-FA7B-7ACD-5B99-BECE7726A6CC}"/>
                        </a:ext>
                      </a:extLst>
                    </p:cNvPr>
                    <p:cNvGrpSpPr/>
                    <p:nvPr/>
                  </p:nvGrpSpPr>
                  <p:grpSpPr>
                    <a:xfrm rot="14400000">
                      <a:off x="5310186" y="3977611"/>
                      <a:ext cx="303213" cy="303213"/>
                      <a:chOff x="5354637" y="3446463"/>
                      <a:chExt cx="214313" cy="214313"/>
                    </a:xfrm>
                  </p:grpSpPr>
                  <p:sp>
                    <p:nvSpPr>
                      <p:cNvPr id="21459" name="Arc 21458">
                        <a:extLst>
                          <a:ext uri="{FF2B5EF4-FFF2-40B4-BE49-F238E27FC236}">
                            <a16:creationId xmlns:a16="http://schemas.microsoft.com/office/drawing/2014/main" id="{1CDBC9EC-79F3-628B-6571-E63D43FE3B7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460" name="Arc 21459">
                        <a:extLst>
                          <a:ext uri="{FF2B5EF4-FFF2-40B4-BE49-F238E27FC236}">
                            <a16:creationId xmlns:a16="http://schemas.microsoft.com/office/drawing/2014/main" id="{137B1E79-E8BF-A7C7-9FC3-85510DAC390F}"/>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455" name="Group 21454">
                      <a:extLst>
                        <a:ext uri="{FF2B5EF4-FFF2-40B4-BE49-F238E27FC236}">
                          <a16:creationId xmlns:a16="http://schemas.microsoft.com/office/drawing/2014/main" id="{3CCD0106-6C99-7D6A-483A-62486D78143C}"/>
                        </a:ext>
                      </a:extLst>
                    </p:cNvPr>
                    <p:cNvGrpSpPr/>
                    <p:nvPr/>
                  </p:nvGrpSpPr>
                  <p:grpSpPr>
                    <a:xfrm rot="7200000">
                      <a:off x="5265196" y="3932619"/>
                      <a:ext cx="393192" cy="393192"/>
                      <a:chOff x="5354637" y="3446463"/>
                      <a:chExt cx="214313" cy="214313"/>
                    </a:xfrm>
                  </p:grpSpPr>
                  <p:sp>
                    <p:nvSpPr>
                      <p:cNvPr id="21457" name="Arc 21456">
                        <a:extLst>
                          <a:ext uri="{FF2B5EF4-FFF2-40B4-BE49-F238E27FC236}">
                            <a16:creationId xmlns:a16="http://schemas.microsoft.com/office/drawing/2014/main" id="{F9811485-DA1E-611C-1F64-8334E2F2753E}"/>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458" name="Arc 21457">
                        <a:extLst>
                          <a:ext uri="{FF2B5EF4-FFF2-40B4-BE49-F238E27FC236}">
                            <a16:creationId xmlns:a16="http://schemas.microsoft.com/office/drawing/2014/main" id="{34367295-9B44-24C7-5778-0D3EAF55B7E1}"/>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456" name="TextBox 21455">
                      <a:extLst>
                        <a:ext uri="{FF2B5EF4-FFF2-40B4-BE49-F238E27FC236}">
                          <a16:creationId xmlns:a16="http://schemas.microsoft.com/office/drawing/2014/main" id="{5DC2BEE2-FB98-8CB4-5F81-39BEAF1737A5}"/>
                        </a:ext>
                      </a:extLst>
                    </p:cNvPr>
                    <p:cNvSpPr txBox="1"/>
                    <p:nvPr/>
                  </p:nvSpPr>
                  <p:spPr>
                    <a:xfrm>
                      <a:off x="5316560"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992"/>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nvGrpSpPr>
                  <p:cNvPr id="21430" name="Group 21429">
                    <a:extLst>
                      <a:ext uri="{FF2B5EF4-FFF2-40B4-BE49-F238E27FC236}">
                        <a16:creationId xmlns:a16="http://schemas.microsoft.com/office/drawing/2014/main" id="{0A3DCF3F-B168-0271-E394-F55F7A349CE3}"/>
                      </a:ext>
                    </a:extLst>
                  </p:cNvPr>
                  <p:cNvGrpSpPr/>
                  <p:nvPr/>
                </p:nvGrpSpPr>
                <p:grpSpPr>
                  <a:xfrm>
                    <a:off x="6512463" y="3525040"/>
                    <a:ext cx="393192" cy="393192"/>
                    <a:chOff x="6389147" y="3357021"/>
                    <a:chExt cx="393192" cy="393192"/>
                  </a:xfrm>
                </p:grpSpPr>
                <p:grpSp>
                  <p:nvGrpSpPr>
                    <p:cNvPr id="21442" name="Group 21441">
                      <a:extLst>
                        <a:ext uri="{FF2B5EF4-FFF2-40B4-BE49-F238E27FC236}">
                          <a16:creationId xmlns:a16="http://schemas.microsoft.com/office/drawing/2014/main" id="{50D3120A-2DE8-A67C-AB59-F556EACC76B2}"/>
                        </a:ext>
                      </a:extLst>
                    </p:cNvPr>
                    <p:cNvGrpSpPr/>
                    <p:nvPr/>
                  </p:nvGrpSpPr>
                  <p:grpSpPr>
                    <a:xfrm rot="7200000" flipH="1">
                      <a:off x="6389147" y="3357021"/>
                      <a:ext cx="393192" cy="393192"/>
                      <a:chOff x="5354637" y="3446463"/>
                      <a:chExt cx="214313" cy="214313"/>
                    </a:xfrm>
                  </p:grpSpPr>
                  <p:sp>
                    <p:nvSpPr>
                      <p:cNvPr id="21451" name="Arc 21450">
                        <a:extLst>
                          <a:ext uri="{FF2B5EF4-FFF2-40B4-BE49-F238E27FC236}">
                            <a16:creationId xmlns:a16="http://schemas.microsoft.com/office/drawing/2014/main" id="{5354FEA3-EAA7-8AE6-5A5C-73D92A872DB6}"/>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452" name="Arc 21451">
                        <a:extLst>
                          <a:ext uri="{FF2B5EF4-FFF2-40B4-BE49-F238E27FC236}">
                            <a16:creationId xmlns:a16="http://schemas.microsoft.com/office/drawing/2014/main" id="{431DBBCD-0743-7C91-E23C-D1B505B2756B}"/>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443" name="Group 21442">
                      <a:extLst>
                        <a:ext uri="{FF2B5EF4-FFF2-40B4-BE49-F238E27FC236}">
                          <a16:creationId xmlns:a16="http://schemas.microsoft.com/office/drawing/2014/main" id="{B84F5EDA-8C47-6DC1-B615-4AE2C86FBBAB}"/>
                        </a:ext>
                      </a:extLst>
                    </p:cNvPr>
                    <p:cNvGrpSpPr/>
                    <p:nvPr/>
                  </p:nvGrpSpPr>
                  <p:grpSpPr>
                    <a:xfrm>
                      <a:off x="6434137" y="3402011"/>
                      <a:ext cx="303213" cy="303213"/>
                      <a:chOff x="6434137" y="3402011"/>
                      <a:chExt cx="303213" cy="303213"/>
                    </a:xfrm>
                  </p:grpSpPr>
                  <p:grpSp>
                    <p:nvGrpSpPr>
                      <p:cNvPr id="21444" name="Group 21443">
                        <a:extLst>
                          <a:ext uri="{FF2B5EF4-FFF2-40B4-BE49-F238E27FC236}">
                            <a16:creationId xmlns:a16="http://schemas.microsoft.com/office/drawing/2014/main" id="{AC28576C-3A3E-247E-4B0F-C79D8DFF50A0}"/>
                          </a:ext>
                        </a:extLst>
                      </p:cNvPr>
                      <p:cNvGrpSpPr/>
                      <p:nvPr/>
                    </p:nvGrpSpPr>
                    <p:grpSpPr>
                      <a:xfrm flipH="1">
                        <a:off x="6478587" y="3446461"/>
                        <a:ext cx="214313" cy="214313"/>
                        <a:chOff x="5354637" y="3446463"/>
                        <a:chExt cx="214313" cy="214313"/>
                      </a:xfrm>
                    </p:grpSpPr>
                    <p:sp>
                      <p:nvSpPr>
                        <p:cNvPr id="21449" name="Arc 21448">
                          <a:extLst>
                            <a:ext uri="{FF2B5EF4-FFF2-40B4-BE49-F238E27FC236}">
                              <a16:creationId xmlns:a16="http://schemas.microsoft.com/office/drawing/2014/main" id="{A81DE9A2-DD8A-CB6E-91FE-2A40CCB2EF5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450" name="Arc 21449">
                          <a:extLst>
                            <a:ext uri="{FF2B5EF4-FFF2-40B4-BE49-F238E27FC236}">
                              <a16:creationId xmlns:a16="http://schemas.microsoft.com/office/drawing/2014/main" id="{911A9887-5C75-C252-7251-B3A520FCF866}"/>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445" name="Group 21444">
                        <a:extLst>
                          <a:ext uri="{FF2B5EF4-FFF2-40B4-BE49-F238E27FC236}">
                            <a16:creationId xmlns:a16="http://schemas.microsoft.com/office/drawing/2014/main" id="{9BFE8DBB-A08A-0AFB-A7E6-199BCD912E36}"/>
                          </a:ext>
                        </a:extLst>
                      </p:cNvPr>
                      <p:cNvGrpSpPr/>
                      <p:nvPr/>
                    </p:nvGrpSpPr>
                    <p:grpSpPr>
                      <a:xfrm rot="14400000" flipH="1">
                        <a:off x="6434137" y="3402011"/>
                        <a:ext cx="303213" cy="303213"/>
                        <a:chOff x="5354637" y="3446463"/>
                        <a:chExt cx="214313" cy="214313"/>
                      </a:xfrm>
                    </p:grpSpPr>
                    <p:sp>
                      <p:nvSpPr>
                        <p:cNvPr id="21447" name="Arc 21446">
                          <a:extLst>
                            <a:ext uri="{FF2B5EF4-FFF2-40B4-BE49-F238E27FC236}">
                              <a16:creationId xmlns:a16="http://schemas.microsoft.com/office/drawing/2014/main" id="{F016B1D3-C06B-485F-7E35-DE19C5665351}"/>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448" name="Arc 21447">
                          <a:extLst>
                            <a:ext uri="{FF2B5EF4-FFF2-40B4-BE49-F238E27FC236}">
                              <a16:creationId xmlns:a16="http://schemas.microsoft.com/office/drawing/2014/main" id="{B20209FD-2C51-83E2-27B3-81653209FC5E}"/>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446" name="TextBox 21445">
                        <a:extLst>
                          <a:ext uri="{FF2B5EF4-FFF2-40B4-BE49-F238E27FC236}">
                            <a16:creationId xmlns:a16="http://schemas.microsoft.com/office/drawing/2014/main" id="{FFB4362B-FB9B-3C04-91FB-A48BD5B6C118}"/>
                          </a:ext>
                        </a:extLst>
                      </p:cNvPr>
                      <p:cNvSpPr txBox="1"/>
                      <p:nvPr/>
                    </p:nvSpPr>
                    <p:spPr>
                      <a:xfrm>
                        <a:off x="6440511" y="34151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50419"/>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nvGrpSpPr>
                  <p:cNvPr id="21431" name="Group 21430">
                    <a:extLst>
                      <a:ext uri="{FF2B5EF4-FFF2-40B4-BE49-F238E27FC236}">
                        <a16:creationId xmlns:a16="http://schemas.microsoft.com/office/drawing/2014/main" id="{79C310F6-6AA9-EA2D-0DAF-B7839EB9198F}"/>
                      </a:ext>
                    </a:extLst>
                  </p:cNvPr>
                  <p:cNvGrpSpPr/>
                  <p:nvPr/>
                </p:nvGrpSpPr>
                <p:grpSpPr>
                  <a:xfrm>
                    <a:off x="6197413" y="3225768"/>
                    <a:ext cx="393192" cy="393192"/>
                    <a:chOff x="6389147" y="3932622"/>
                    <a:chExt cx="393192" cy="393192"/>
                  </a:xfrm>
                </p:grpSpPr>
                <p:grpSp>
                  <p:nvGrpSpPr>
                    <p:cNvPr id="21432" name="Group 21431">
                      <a:extLst>
                        <a:ext uri="{FF2B5EF4-FFF2-40B4-BE49-F238E27FC236}">
                          <a16:creationId xmlns:a16="http://schemas.microsoft.com/office/drawing/2014/main" id="{BBD5CD56-4482-0B66-C307-E10C025C1C84}"/>
                        </a:ext>
                      </a:extLst>
                    </p:cNvPr>
                    <p:cNvGrpSpPr/>
                    <p:nvPr/>
                  </p:nvGrpSpPr>
                  <p:grpSpPr>
                    <a:xfrm flipH="1">
                      <a:off x="6478587" y="4022061"/>
                      <a:ext cx="214313" cy="214313"/>
                      <a:chOff x="5354637" y="3446463"/>
                      <a:chExt cx="214313" cy="214313"/>
                    </a:xfrm>
                  </p:grpSpPr>
                  <p:sp>
                    <p:nvSpPr>
                      <p:cNvPr id="21440" name="Arc 21439">
                        <a:extLst>
                          <a:ext uri="{FF2B5EF4-FFF2-40B4-BE49-F238E27FC236}">
                            <a16:creationId xmlns:a16="http://schemas.microsoft.com/office/drawing/2014/main" id="{74FE8D6C-3E80-CF47-8D73-EBA4143F95F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441" name="Arc 21440">
                        <a:extLst>
                          <a:ext uri="{FF2B5EF4-FFF2-40B4-BE49-F238E27FC236}">
                            <a16:creationId xmlns:a16="http://schemas.microsoft.com/office/drawing/2014/main" id="{E9B421BE-7B58-533B-4E31-36D342AF5CD5}"/>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433" name="Group 21432">
                      <a:extLst>
                        <a:ext uri="{FF2B5EF4-FFF2-40B4-BE49-F238E27FC236}">
                          <a16:creationId xmlns:a16="http://schemas.microsoft.com/office/drawing/2014/main" id="{1F09A001-C78D-307D-D2DC-02A48DC51CEC}"/>
                        </a:ext>
                      </a:extLst>
                    </p:cNvPr>
                    <p:cNvGrpSpPr/>
                    <p:nvPr/>
                  </p:nvGrpSpPr>
                  <p:grpSpPr>
                    <a:xfrm rot="7200000" flipH="1">
                      <a:off x="6434137" y="3977611"/>
                      <a:ext cx="303213" cy="303213"/>
                      <a:chOff x="5354637" y="3446463"/>
                      <a:chExt cx="214313" cy="214313"/>
                    </a:xfrm>
                  </p:grpSpPr>
                  <p:sp>
                    <p:nvSpPr>
                      <p:cNvPr id="21438" name="Arc 21437">
                        <a:extLst>
                          <a:ext uri="{FF2B5EF4-FFF2-40B4-BE49-F238E27FC236}">
                            <a16:creationId xmlns:a16="http://schemas.microsoft.com/office/drawing/2014/main" id="{7573B85C-7226-B630-0898-18F26A244C0A}"/>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439" name="Arc 21438">
                        <a:extLst>
                          <a:ext uri="{FF2B5EF4-FFF2-40B4-BE49-F238E27FC236}">
                            <a16:creationId xmlns:a16="http://schemas.microsoft.com/office/drawing/2014/main" id="{99B3F8D8-0334-2102-9F93-538DE9571DA9}"/>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grpSp>
                  <p:nvGrpSpPr>
                    <p:cNvPr id="21434" name="Group 21433">
                      <a:extLst>
                        <a:ext uri="{FF2B5EF4-FFF2-40B4-BE49-F238E27FC236}">
                          <a16:creationId xmlns:a16="http://schemas.microsoft.com/office/drawing/2014/main" id="{AFDBAD05-8D04-21FC-811D-4E96F0DADEAE}"/>
                        </a:ext>
                      </a:extLst>
                    </p:cNvPr>
                    <p:cNvGrpSpPr/>
                    <p:nvPr/>
                  </p:nvGrpSpPr>
                  <p:grpSpPr>
                    <a:xfrm rot="14400000" flipH="1">
                      <a:off x="6389147" y="3932622"/>
                      <a:ext cx="393192" cy="393192"/>
                      <a:chOff x="5354637" y="3446463"/>
                      <a:chExt cx="214313" cy="214313"/>
                    </a:xfrm>
                  </p:grpSpPr>
                  <p:sp>
                    <p:nvSpPr>
                      <p:cNvPr id="21436" name="Arc 21435">
                        <a:extLst>
                          <a:ext uri="{FF2B5EF4-FFF2-40B4-BE49-F238E27FC236}">
                            <a16:creationId xmlns:a16="http://schemas.microsoft.com/office/drawing/2014/main" id="{3F431D99-4844-14C2-DBFE-278032289909}"/>
                          </a:ext>
                        </a:extLst>
                      </p:cNvPr>
                      <p:cNvSpPr/>
                      <p:nvPr/>
                    </p:nvSpPr>
                    <p:spPr>
                      <a:xfrm>
                        <a:off x="5354637" y="3446463"/>
                        <a:ext cx="214313" cy="214313"/>
                      </a:xfrm>
                      <a:prstGeom prst="arc">
                        <a:avLst>
                          <a:gd name="adj1" fmla="val 16980644"/>
                          <a:gd name="adj2" fmla="val 5405383"/>
                        </a:avLst>
                      </a:prstGeom>
                      <a:ln w="12700" cap="rnd">
                        <a:gradFill>
                          <a:gsLst>
                            <a:gs pos="0">
                              <a:schemeClr val="bg1"/>
                            </a:gs>
                            <a:gs pos="91000">
                              <a:srgbClr val="0070C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437" name="Arc 21436">
                        <a:extLst>
                          <a:ext uri="{FF2B5EF4-FFF2-40B4-BE49-F238E27FC236}">
                            <a16:creationId xmlns:a16="http://schemas.microsoft.com/office/drawing/2014/main" id="{CBF902C0-4A14-35C4-E724-2EB319C36624}"/>
                          </a:ext>
                        </a:extLst>
                      </p:cNvPr>
                      <p:cNvSpPr/>
                      <p:nvPr/>
                    </p:nvSpPr>
                    <p:spPr>
                      <a:xfrm rot="10800000">
                        <a:off x="5354637" y="3446463"/>
                        <a:ext cx="214313" cy="214313"/>
                      </a:xfrm>
                      <a:prstGeom prst="arc">
                        <a:avLst>
                          <a:gd name="adj1" fmla="val 17194449"/>
                          <a:gd name="adj2" fmla="val 5405383"/>
                        </a:avLst>
                      </a:prstGeom>
                      <a:ln w="12700" cap="rnd">
                        <a:gradFill>
                          <a:gsLst>
                            <a:gs pos="0">
                              <a:schemeClr val="bg1"/>
                            </a:gs>
                            <a:gs pos="86000">
                              <a:srgbClr val="FF0000"/>
                            </a:gs>
                          </a:gsLst>
                          <a:lin ang="5400000" scaled="1"/>
                        </a:gradFill>
                        <a:tailEnd type="none"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pSp>
                <p:sp>
                  <p:nvSpPr>
                    <p:cNvPr id="21435" name="TextBox 21434">
                      <a:extLst>
                        <a:ext uri="{FF2B5EF4-FFF2-40B4-BE49-F238E27FC236}">
                          <a16:creationId xmlns:a16="http://schemas.microsoft.com/office/drawing/2014/main" id="{FEEA401B-044F-4A0B-8E58-234CC0A9EB9D}"/>
                        </a:ext>
                      </a:extLst>
                    </p:cNvPr>
                    <p:cNvSpPr txBox="1"/>
                    <p:nvPr/>
                  </p:nvSpPr>
                  <p:spPr>
                    <a:xfrm>
                      <a:off x="6440511" y="3990718"/>
                      <a:ext cx="290464" cy="276999"/>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7030A0">
                              <a:alpha val="49637"/>
                            </a:srgb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t>
                      </a:r>
                    </a:p>
                  </p:txBody>
                </p:sp>
              </p:grpSp>
            </p:grpSp>
          </p:grpSp>
        </p:grpSp>
      </p:grpSp>
      <p:sp>
        <p:nvSpPr>
          <p:cNvPr id="2" name="Title 1">
            <a:extLst>
              <a:ext uri="{FF2B5EF4-FFF2-40B4-BE49-F238E27FC236}">
                <a16:creationId xmlns:a16="http://schemas.microsoft.com/office/drawing/2014/main" id="{701B552F-D8F6-B044-8E06-2EB1094A18FD}"/>
              </a:ext>
            </a:extLst>
          </p:cNvPr>
          <p:cNvSpPr>
            <a:spLocks noGrp="1"/>
          </p:cNvSpPr>
          <p:nvPr>
            <p:ph type="title"/>
          </p:nvPr>
        </p:nvSpPr>
        <p:spPr>
          <a:xfrm>
            <a:off x="307127" y="208825"/>
            <a:ext cx="11705716" cy="777875"/>
          </a:xfrm>
          <a:solidFill>
            <a:srgbClr val="7030A0">
              <a:alpha val="55000"/>
            </a:srgbClr>
          </a:solidFill>
        </p:spPr>
        <p:txBody>
          <a:bodyPr>
            <a:normAutofit/>
          </a:bodyPr>
          <a:lstStyle/>
          <a:p>
            <a:r>
              <a:rPr lang="en-US" b="1" dirty="0">
                <a:solidFill>
                  <a:schemeClr val="bg1"/>
                </a:solidFill>
              </a:rPr>
              <a:t>Laser: </a:t>
            </a:r>
            <a:r>
              <a:rPr lang="en-US" sz="4400" b="1" dirty="0">
                <a:solidFill>
                  <a:srgbClr val="FFC000"/>
                </a:solidFill>
              </a:rPr>
              <a:t>What are Scientists Missing?</a:t>
            </a:r>
            <a:endParaRPr lang="en-US" b="1" dirty="0">
              <a:solidFill>
                <a:schemeClr val="bg1"/>
              </a:solidFill>
            </a:endParaRPr>
          </a:p>
        </p:txBody>
      </p:sp>
    </p:spTree>
    <p:extLst>
      <p:ext uri="{BB962C8B-B14F-4D97-AF65-F5344CB8AC3E}">
        <p14:creationId xmlns:p14="http://schemas.microsoft.com/office/powerpoint/2010/main" val="327622116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1B552F-D8F6-B044-8E06-2EB1094A18FD}"/>
              </a:ext>
            </a:extLst>
          </p:cNvPr>
          <p:cNvSpPr>
            <a:spLocks noGrp="1"/>
          </p:cNvSpPr>
          <p:nvPr>
            <p:ph type="title"/>
          </p:nvPr>
        </p:nvSpPr>
        <p:spPr>
          <a:xfrm>
            <a:off x="475232" y="365125"/>
            <a:ext cx="11251424" cy="777875"/>
          </a:xfrm>
        </p:spPr>
        <p:txBody>
          <a:bodyPr>
            <a:normAutofit fontScale="90000"/>
          </a:bodyPr>
          <a:lstStyle/>
          <a:p>
            <a:r>
              <a:rPr lang="en-US" b="1" dirty="0">
                <a:solidFill>
                  <a:schemeClr val="bg1"/>
                </a:solidFill>
              </a:rPr>
              <a:t>Laser: </a:t>
            </a:r>
            <a:r>
              <a:rPr lang="en-US" b="1" dirty="0">
                <a:solidFill>
                  <a:srgbClr val="FFC000"/>
                </a:solidFill>
              </a:rPr>
              <a:t>How Does an Electron Emit a Photon?</a:t>
            </a:r>
          </a:p>
        </p:txBody>
      </p:sp>
      <p:sp>
        <p:nvSpPr>
          <p:cNvPr id="3" name="Content Placeholder 2">
            <a:extLst>
              <a:ext uri="{FF2B5EF4-FFF2-40B4-BE49-F238E27FC236}">
                <a16:creationId xmlns:a16="http://schemas.microsoft.com/office/drawing/2014/main" id="{1DE175F9-8032-9042-8A6C-4BC95EA000C3}"/>
              </a:ext>
            </a:extLst>
          </p:cNvPr>
          <p:cNvSpPr>
            <a:spLocks noGrp="1"/>
          </p:cNvSpPr>
          <p:nvPr>
            <p:ph idx="1"/>
          </p:nvPr>
        </p:nvSpPr>
        <p:spPr>
          <a:xfrm>
            <a:off x="475231" y="1507712"/>
            <a:ext cx="11251423" cy="4848637"/>
          </a:xfrm>
        </p:spPr>
        <p:txBody>
          <a:bodyPr>
            <a:normAutofit fontScale="92500"/>
          </a:bodyPr>
          <a:lstStyle/>
          <a:p>
            <a:r>
              <a:rPr lang="en-US" sz="2400" dirty="0">
                <a:solidFill>
                  <a:schemeClr val="bg1"/>
                </a:solidFill>
              </a:rPr>
              <a:t>Imagine an electron assembly orbiting a positive nucleus of many quark assemblies. </a:t>
            </a:r>
          </a:p>
          <a:p>
            <a:r>
              <a:rPr lang="en-US" sz="2400" dirty="0">
                <a:solidFill>
                  <a:schemeClr val="bg1"/>
                </a:solidFill>
              </a:rPr>
              <a:t>The electron assembly consists of a Noether core and six personality electrinos.</a:t>
            </a:r>
          </a:p>
          <a:p>
            <a:r>
              <a:rPr lang="en-US" sz="2400" dirty="0">
                <a:solidFill>
                  <a:schemeClr val="bg1"/>
                </a:solidFill>
              </a:rPr>
              <a:t>When excited to a more energetic orbital, the electron interacts more with spacetime assemblies. It has a higher mass profile (apparent energy). This excites spacetime.</a:t>
            </a:r>
          </a:p>
          <a:p>
            <a:r>
              <a:rPr lang="en-US" sz="2400" dirty="0">
                <a:solidFill>
                  <a:schemeClr val="bg1"/>
                </a:solidFill>
              </a:rPr>
              <a:t>It suggests a Higgs cluster becomes intertwined with the electron and absorbs enough energy from the electron such that a pro and anti Noether core emerge as a photon.</a:t>
            </a:r>
          </a:p>
          <a:p>
            <a:r>
              <a:rPr lang="en-US" sz="2400" dirty="0">
                <a:solidFill>
                  <a:schemeClr val="bg1"/>
                </a:solidFill>
              </a:rPr>
              <a:t>Conjecture: the two internal binaries do not experience a major change in this process.</a:t>
            </a:r>
          </a:p>
          <a:p>
            <a:r>
              <a:rPr lang="en-US" sz="2400" dirty="0">
                <a:solidFill>
                  <a:schemeClr val="bg1"/>
                </a:solidFill>
              </a:rPr>
              <a:t>If so, that may imply that all Gen I Noether cores maintain the Gen II binary at v = @.</a:t>
            </a:r>
          </a:p>
          <a:p>
            <a:r>
              <a:rPr lang="en-US" sz="2400" dirty="0">
                <a:solidFill>
                  <a:schemeClr val="bg1"/>
                </a:solidFill>
              </a:rPr>
              <a:t>Do the two inner binaries quickly nest into the new configuration? </a:t>
            </a:r>
          </a:p>
          <a:p>
            <a:r>
              <a:rPr lang="en-US" sz="2400" dirty="0">
                <a:solidFill>
                  <a:schemeClr val="bg1"/>
                </a:solidFill>
              </a:rPr>
              <a:t>The outer binary has low energy, but it provides shielding and stability.</a:t>
            </a:r>
          </a:p>
          <a:p>
            <a:pPr marL="0" indent="0">
              <a:buNone/>
            </a:pPr>
            <a:endParaRPr lang="en-US" sz="2400" dirty="0">
              <a:solidFill>
                <a:schemeClr val="bg1"/>
              </a:solidFill>
            </a:endParaRPr>
          </a:p>
        </p:txBody>
      </p:sp>
      <p:sp>
        <p:nvSpPr>
          <p:cNvPr id="4" name="Footer Placeholder 3">
            <a:extLst>
              <a:ext uri="{FF2B5EF4-FFF2-40B4-BE49-F238E27FC236}">
                <a16:creationId xmlns:a16="http://schemas.microsoft.com/office/drawing/2014/main" id="{AE298B31-1BFF-FA43-BE03-3564E9784C3F}"/>
              </a:ext>
            </a:extLst>
          </p:cNvPr>
          <p:cNvSpPr>
            <a:spLocks noGrp="1"/>
          </p:cNvSpPr>
          <p:nvPr>
            <p:ph type="ftr" sz="quarter" idx="11"/>
          </p:nvPr>
        </p:nvSpPr>
        <p:spPr/>
        <p:txBody>
          <a:bodyPr/>
          <a:lstStyle/>
          <a:p>
            <a:r>
              <a:rPr lang="en-US" dirty="0"/>
              <a:t>J Mark Morris - Model of Nature</a:t>
            </a:r>
          </a:p>
        </p:txBody>
      </p:sp>
    </p:spTree>
    <p:extLst>
      <p:ext uri="{BB962C8B-B14F-4D97-AF65-F5344CB8AC3E}">
        <p14:creationId xmlns:p14="http://schemas.microsoft.com/office/powerpoint/2010/main" val="24922710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1B552F-D8F6-B044-8E06-2EB1094A18FD}"/>
              </a:ext>
            </a:extLst>
          </p:cNvPr>
          <p:cNvSpPr>
            <a:spLocks noGrp="1"/>
          </p:cNvSpPr>
          <p:nvPr>
            <p:ph type="title"/>
          </p:nvPr>
        </p:nvSpPr>
        <p:spPr>
          <a:xfrm>
            <a:off x="307127" y="365125"/>
            <a:ext cx="11705716" cy="777875"/>
          </a:xfrm>
        </p:spPr>
        <p:txBody>
          <a:bodyPr>
            <a:normAutofit fontScale="90000"/>
          </a:bodyPr>
          <a:lstStyle/>
          <a:p>
            <a:r>
              <a:rPr lang="en-US" b="1" dirty="0">
                <a:solidFill>
                  <a:schemeClr val="bg1"/>
                </a:solidFill>
              </a:rPr>
              <a:t>Laser: </a:t>
            </a:r>
            <a:r>
              <a:rPr lang="en-US" sz="4400" b="1" dirty="0">
                <a:solidFill>
                  <a:srgbClr val="FFC000"/>
                </a:solidFill>
              </a:rPr>
              <a:t>How does nature implement coherence?</a:t>
            </a:r>
            <a:endParaRPr lang="en-US" b="1" dirty="0">
              <a:solidFill>
                <a:schemeClr val="bg1"/>
              </a:solidFill>
            </a:endParaRPr>
          </a:p>
        </p:txBody>
      </p:sp>
      <p:sp>
        <p:nvSpPr>
          <p:cNvPr id="3" name="Content Placeholder 2">
            <a:extLst>
              <a:ext uri="{FF2B5EF4-FFF2-40B4-BE49-F238E27FC236}">
                <a16:creationId xmlns:a16="http://schemas.microsoft.com/office/drawing/2014/main" id="{1DE175F9-8032-9042-8A6C-4BC95EA000C3}"/>
              </a:ext>
            </a:extLst>
          </p:cNvPr>
          <p:cNvSpPr>
            <a:spLocks noGrp="1"/>
          </p:cNvSpPr>
          <p:nvPr>
            <p:ph idx="1"/>
          </p:nvPr>
        </p:nvSpPr>
        <p:spPr>
          <a:xfrm>
            <a:off x="475232" y="1295400"/>
            <a:ext cx="11237464" cy="5060950"/>
          </a:xfrm>
        </p:spPr>
        <p:txBody>
          <a:bodyPr>
            <a:normAutofit/>
          </a:bodyPr>
          <a:lstStyle/>
          <a:p>
            <a:r>
              <a:rPr lang="en-US" sz="2000" dirty="0">
                <a:solidFill>
                  <a:schemeClr val="bg1"/>
                </a:solidFill>
              </a:rPr>
              <a:t>Coherence = same phase, direction, and wavelength.</a:t>
            </a:r>
          </a:p>
          <a:p>
            <a:r>
              <a:rPr lang="en-US" sz="2000" dirty="0">
                <a:solidFill>
                  <a:schemeClr val="bg1"/>
                </a:solidFill>
              </a:rPr>
              <a:t>Excited electrons have a faster group velocity, and their personality charges are vibrating more. </a:t>
            </a:r>
          </a:p>
          <a:p>
            <a:r>
              <a:rPr lang="en-US" sz="2000" dirty="0">
                <a:solidFill>
                  <a:schemeClr val="bg1"/>
                </a:solidFill>
              </a:rPr>
              <a:t>The apparent energy excites local spacetime assemblies to the verge of emitting a photon.  </a:t>
            </a:r>
          </a:p>
          <a:p>
            <a:r>
              <a:rPr lang="en-US" sz="2000" dirty="0">
                <a:solidFill>
                  <a:schemeClr val="bg1"/>
                </a:solidFill>
              </a:rPr>
              <a:t>Then a photon approaches and passes.  </a:t>
            </a:r>
          </a:p>
          <a:p>
            <a:r>
              <a:rPr lang="en-US" sz="2000" dirty="0">
                <a:solidFill>
                  <a:schemeClr val="bg1"/>
                </a:solidFill>
              </a:rPr>
              <a:t>Spacetime assemblies have high sensitivity and fast response time. </a:t>
            </a:r>
          </a:p>
          <a:p>
            <a:r>
              <a:rPr lang="en-US" sz="2000" dirty="0">
                <a:solidFill>
                  <a:schemeClr val="bg1"/>
                </a:solidFill>
              </a:rPr>
              <a:t>They have higher frequency, and therefore the approaching photon is in slow motion in a sense. </a:t>
            </a:r>
          </a:p>
          <a:p>
            <a:r>
              <a:rPr lang="en-US" sz="2000" dirty="0">
                <a:solidFill>
                  <a:schemeClr val="bg1"/>
                </a:solidFill>
              </a:rPr>
              <a:t>Conjecture: the outer binaries of a spacetime Noether core pair syncs with the passing photon in frequency and phase. This causes those Noether cores to become planar?</a:t>
            </a:r>
          </a:p>
          <a:p>
            <a:r>
              <a:rPr lang="en-US" sz="2000" dirty="0">
                <a:solidFill>
                  <a:schemeClr val="bg1"/>
                </a:solidFill>
              </a:rPr>
              <a:t>The Higgs cluster of two pro and two anti Noether cores has time to adapt so as to fire off a photon and retain the remaining energy. This is dualistic to Conway’s game of life in a sense.</a:t>
            </a:r>
          </a:p>
          <a:p>
            <a:pPr marL="0" indent="0">
              <a:buNone/>
            </a:pPr>
            <a:endParaRPr lang="en-US" sz="2000" dirty="0">
              <a:solidFill>
                <a:schemeClr val="bg1"/>
              </a:solidFill>
            </a:endParaRPr>
          </a:p>
        </p:txBody>
      </p:sp>
      <p:sp>
        <p:nvSpPr>
          <p:cNvPr id="4" name="Footer Placeholder 3">
            <a:extLst>
              <a:ext uri="{FF2B5EF4-FFF2-40B4-BE49-F238E27FC236}">
                <a16:creationId xmlns:a16="http://schemas.microsoft.com/office/drawing/2014/main" id="{AE298B31-1BFF-FA43-BE03-3564E9784C3F}"/>
              </a:ext>
            </a:extLst>
          </p:cNvPr>
          <p:cNvSpPr>
            <a:spLocks noGrp="1"/>
          </p:cNvSpPr>
          <p:nvPr>
            <p:ph type="ftr" sz="quarter" idx="11"/>
          </p:nvPr>
        </p:nvSpPr>
        <p:spPr/>
        <p:txBody>
          <a:bodyPr/>
          <a:lstStyle/>
          <a:p>
            <a:r>
              <a:rPr lang="en-US" dirty="0"/>
              <a:t>J Mark Morris - Model of Nature</a:t>
            </a:r>
          </a:p>
        </p:txBody>
      </p:sp>
    </p:spTree>
    <p:extLst>
      <p:ext uri="{BB962C8B-B14F-4D97-AF65-F5344CB8AC3E}">
        <p14:creationId xmlns:p14="http://schemas.microsoft.com/office/powerpoint/2010/main" val="41359785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A8AA5BC-4F7A-4226-8F99-6D824B226A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324"/>
            <a:ext cx="12192000" cy="686132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3E5445C6-DD42-4979-86FF-03730E8C6D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734" y="321733"/>
            <a:ext cx="11573488" cy="6214534"/>
          </a:xfrm>
          <a:prstGeom prst="rect">
            <a:avLst/>
          </a:prstGeom>
          <a:solidFill>
            <a:schemeClr val="bg1">
              <a:lumMod val="75000"/>
              <a:lumOff val="25000"/>
            </a:schemeClr>
          </a:solidFill>
          <a:ln w="127000" cap="sq" cmpd="thinThick">
            <a:solidFill>
              <a:schemeClr val="bg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7710B119-EC53-BA46-BAA3-CB758CDEDAF5}"/>
              </a:ext>
            </a:extLst>
          </p:cNvPr>
          <p:cNvSpPr>
            <a:spLocks noGrp="1"/>
          </p:cNvSpPr>
          <p:nvPr>
            <p:ph type="ctrTitle"/>
          </p:nvPr>
        </p:nvSpPr>
        <p:spPr>
          <a:xfrm>
            <a:off x="1524000" y="1122362"/>
            <a:ext cx="9144000" cy="2840037"/>
          </a:xfrm>
        </p:spPr>
        <p:txBody>
          <a:bodyPr>
            <a:normAutofit/>
          </a:bodyPr>
          <a:lstStyle/>
          <a:p>
            <a:r>
              <a:rPr lang="en-US" sz="5800" dirty="0"/>
              <a:t>Thank You</a:t>
            </a:r>
          </a:p>
        </p:txBody>
      </p:sp>
      <p:sp>
        <p:nvSpPr>
          <p:cNvPr id="3" name="Subtitle 2">
            <a:extLst>
              <a:ext uri="{FF2B5EF4-FFF2-40B4-BE49-F238E27FC236}">
                <a16:creationId xmlns:a16="http://schemas.microsoft.com/office/drawing/2014/main" id="{44E6BC0E-0DB7-C346-A0CC-E3CB36C29A54}"/>
              </a:ext>
            </a:extLst>
          </p:cNvPr>
          <p:cNvSpPr>
            <a:spLocks noGrp="1"/>
          </p:cNvSpPr>
          <p:nvPr>
            <p:ph type="subTitle" idx="1"/>
          </p:nvPr>
        </p:nvSpPr>
        <p:spPr>
          <a:xfrm>
            <a:off x="1524000" y="4256436"/>
            <a:ext cx="9144000" cy="1600818"/>
          </a:xfrm>
        </p:spPr>
        <p:txBody>
          <a:bodyPr>
            <a:normAutofit/>
          </a:bodyPr>
          <a:lstStyle/>
          <a:p>
            <a:r>
              <a:rPr lang="en-US" dirty="0"/>
              <a:t>Questions?</a:t>
            </a:r>
          </a:p>
        </p:txBody>
      </p:sp>
      <p:cxnSp>
        <p:nvCxnSpPr>
          <p:cNvPr id="13" name="Straight Connector 12">
            <a:extLst>
              <a:ext uri="{FF2B5EF4-FFF2-40B4-BE49-F238E27FC236}">
                <a16:creationId xmlns:a16="http://schemas.microsoft.com/office/drawing/2014/main" id="{45000665-DFC7-417E-8FD7-516A0F15C97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724400" y="4109417"/>
            <a:ext cx="2743200" cy="0"/>
          </a:xfrm>
          <a:prstGeom prst="line">
            <a:avLst/>
          </a:prstGeom>
          <a:ln w="12700">
            <a:solidFill>
              <a:schemeClr val="tx1">
                <a:lumMod val="85000"/>
              </a:schemeClr>
            </a:solidFill>
          </a:ln>
        </p:spPr>
        <p:style>
          <a:lnRef idx="1">
            <a:schemeClr val="accent1"/>
          </a:lnRef>
          <a:fillRef idx="0">
            <a:schemeClr val="accent1"/>
          </a:fillRef>
          <a:effectRef idx="0">
            <a:schemeClr val="accent1"/>
          </a:effectRef>
          <a:fontRef idx="minor">
            <a:schemeClr val="tx1"/>
          </a:fontRef>
        </p:style>
      </p:cxnSp>
      <p:sp>
        <p:nvSpPr>
          <p:cNvPr id="4" name="Footer Placeholder 3">
            <a:extLst>
              <a:ext uri="{FF2B5EF4-FFF2-40B4-BE49-F238E27FC236}">
                <a16:creationId xmlns:a16="http://schemas.microsoft.com/office/drawing/2014/main" id="{9E726E67-7B90-B642-8D26-6DDF890C4785}"/>
              </a:ext>
            </a:extLst>
          </p:cNvPr>
          <p:cNvSpPr>
            <a:spLocks noGrp="1"/>
          </p:cNvSpPr>
          <p:nvPr>
            <p:ph type="ftr" sz="quarter" idx="11"/>
          </p:nvPr>
        </p:nvSpPr>
        <p:spPr>
          <a:xfrm>
            <a:off x="4038600" y="6159710"/>
            <a:ext cx="411480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US" sz="1200" b="0" i="0" u="none" strike="noStrike" kern="1200" cap="none" spc="0" normalizeH="0" baseline="0" noProof="0" dirty="0">
                <a:ln>
                  <a:noFill/>
                </a:ln>
                <a:solidFill>
                  <a:prstClr val="white">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 - Model </a:t>
            </a:r>
            <a:r>
              <a:rPr kumimoji="0" lang="en-US" sz="1200" b="0" i="0" u="none" strike="noStrike" kern="1200" cap="none" spc="0" normalizeH="0" baseline="0" noProof="0">
                <a:ln>
                  <a:noFill/>
                </a:ln>
                <a:solidFill>
                  <a:prstClr val="white">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of Nature</a:t>
            </a:r>
            <a:endParaRPr kumimoji="0" lang="en-US" sz="1200" b="0" i="0" u="none" strike="noStrike" kern="1200" cap="none" spc="0" normalizeH="0" baseline="0" noProof="0" dirty="0">
              <a:ln>
                <a:noFill/>
              </a:ln>
              <a:solidFill>
                <a:prstClr val="white">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Tree>
    <p:extLst>
      <p:ext uri="{BB962C8B-B14F-4D97-AF65-F5344CB8AC3E}">
        <p14:creationId xmlns:p14="http://schemas.microsoft.com/office/powerpoint/2010/main" val="3747833275"/>
      </p:ext>
    </p:extLst>
  </p:cSld>
  <p:clrMapOvr>
    <a:overrideClrMapping bg1="dk1" tx1="lt1" bg2="dk2" tx2="lt2" accent1="accent1" accent2="accent2" accent3="accent3" accent4="accent4" accent5="accent5" accent6="accent6" hlink="hlink" folHlink="folHlink"/>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a:extLst>
            <a:ext uri="{FF2B5EF4-FFF2-40B4-BE49-F238E27FC236}">
              <a16:creationId xmlns:a16="http://schemas.microsoft.com/office/drawing/2014/main" id="{DA7C9B77-6CD6-76DB-957E-0B3EEA566F3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962C3F4-ED3F-013E-3EC6-F97DAC47C055}"/>
              </a:ext>
            </a:extLst>
          </p:cNvPr>
          <p:cNvSpPr txBox="1"/>
          <p:nvPr/>
        </p:nvSpPr>
        <p:spPr>
          <a:xfrm>
            <a:off x="0" y="358254"/>
            <a:ext cx="12191999" cy="2688878"/>
          </a:xfrm>
          <a:prstGeom prst="rect">
            <a:avLst/>
          </a:prstGeom>
          <a:noFill/>
        </p:spPr>
        <p:txBody>
          <a:bodyPr wrap="square" rtlCol="0">
            <a:spAutoFit/>
          </a:bodyPr>
          <a:lstStyle/>
          <a:p>
            <a:pPr marL="0" marR="0" lvl="0" indent="0" algn="ctr" defTabSz="914400" rtl="0" eaLnBrk="1" fontAlgn="auto" latinLnBrk="0" hangingPunct="1">
              <a:lnSpc>
                <a:spcPts val="11000"/>
              </a:lnSpc>
              <a:spcBef>
                <a:spcPts val="0"/>
              </a:spcBef>
              <a:spcAft>
                <a:spcPts val="0"/>
              </a:spcAft>
              <a:buClrTx/>
              <a:buSzTx/>
              <a:buFontTx/>
              <a:buNone/>
              <a:tabLst/>
              <a:defRPr/>
            </a:pPr>
            <a:r>
              <a:rPr kumimoji="0" lang="en-US" sz="11500" b="0" i="0" u="none" strike="noStrike" kern="1200" cap="none" spc="0" normalizeH="0" baseline="0" noProof="0" dirty="0">
                <a:ln>
                  <a:noFill/>
                </a:ln>
                <a:solidFill>
                  <a:prstClr val="white"/>
                </a:solidFill>
                <a:effectLst/>
                <a:uLnTx/>
                <a:uFillTx/>
                <a:latin typeface="Helvetica Neue UltraLight" panose="02000206000000020004" pitchFamily="2" charset="0"/>
                <a:ea typeface="Helvetica Neue UltraLight" panose="02000206000000020004" pitchFamily="2" charset="0"/>
                <a:cs typeface="Helvetica Neue" panose="02000503000000020004" pitchFamily="2" charset="0"/>
              </a:rPr>
              <a:t>neoclassical.ai</a:t>
            </a:r>
          </a:p>
          <a:p>
            <a:pPr marL="0" marR="0" lvl="0" indent="0" algn="ctr" defTabSz="914400" rtl="0" eaLnBrk="1" fontAlgn="auto" latinLnBrk="0" hangingPunct="1">
              <a:lnSpc>
                <a:spcPts val="10000"/>
              </a:lnSpc>
              <a:spcBef>
                <a:spcPts val="0"/>
              </a:spcBef>
              <a:spcAft>
                <a:spcPts val="0"/>
              </a:spcAft>
              <a:buClrTx/>
              <a:buSzTx/>
              <a:buFontTx/>
              <a:buNone/>
              <a:tabLst/>
              <a:defRPr/>
            </a:pPr>
            <a:r>
              <a:rPr kumimoji="0" lang="en-US" sz="8000" b="1" i="0" u="none" strike="noStrike" kern="1200" cap="none" spc="0" normalizeH="0" baseline="0" noProof="0" dirty="0">
                <a:ln>
                  <a:noFill/>
                </a:ln>
                <a:solidFill>
                  <a:srgbClr val="FFC000"/>
                </a:solidFill>
                <a:effectLst/>
                <a:uLnTx/>
                <a:uFillTx/>
                <a:latin typeface="Helvetica Neue Medium" panose="02000503000000020004" pitchFamily="2" charset="0"/>
                <a:ea typeface="Helvetica Neue Medium" panose="02000503000000020004" pitchFamily="2" charset="0"/>
                <a:cs typeface="Helvetica Neue Medium" panose="02000503000000020004" pitchFamily="2" charset="0"/>
              </a:rPr>
              <a:t>Polarization</a:t>
            </a:r>
            <a:endParaRPr kumimoji="0" lang="en-US" sz="8000" b="1" i="0" u="none" strike="noStrike" kern="1200" cap="none" spc="0" normalizeH="0" baseline="0" noProof="0" dirty="0">
              <a:ln>
                <a:noFill/>
              </a:ln>
              <a:solidFill>
                <a:srgbClr val="FF8AD8"/>
              </a:solidFill>
              <a:effectLst/>
              <a:uLnTx/>
              <a:uFillTx/>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spTree>
    <p:extLst>
      <p:ext uri="{BB962C8B-B14F-4D97-AF65-F5344CB8AC3E}">
        <p14:creationId xmlns:p14="http://schemas.microsoft.com/office/powerpoint/2010/main" val="286071935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5" name="Footer Placeholder 3">
            <a:extLst>
              <a:ext uri="{FF2B5EF4-FFF2-40B4-BE49-F238E27FC236}">
                <a16:creationId xmlns:a16="http://schemas.microsoft.com/office/drawing/2014/main" id="{668F77D6-DFDA-5A46-8DF1-47F6A167C2B1}"/>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pic>
        <p:nvPicPr>
          <p:cNvPr id="4" name="Picture 3" descr="A screenshot of a computer&#10;&#10;Description automatically generated">
            <a:extLst>
              <a:ext uri="{FF2B5EF4-FFF2-40B4-BE49-F238E27FC236}">
                <a16:creationId xmlns:a16="http://schemas.microsoft.com/office/drawing/2014/main" id="{5AF73D34-5058-578F-9815-9C397096A9CA}"/>
              </a:ext>
            </a:extLst>
          </p:cNvPr>
          <p:cNvPicPr>
            <a:picLocks noChangeAspect="1"/>
          </p:cNvPicPr>
          <p:nvPr/>
        </p:nvPicPr>
        <p:blipFill rotWithShape="1">
          <a:blip r:embed="rId2"/>
          <a:srcRect t="19632" b="19173"/>
          <a:stretch/>
        </p:blipFill>
        <p:spPr>
          <a:xfrm>
            <a:off x="0" y="462223"/>
            <a:ext cx="12192000" cy="5595792"/>
          </a:xfrm>
          <a:prstGeom prst="rect">
            <a:avLst/>
          </a:prstGeom>
        </p:spPr>
      </p:pic>
    </p:spTree>
    <p:extLst>
      <p:ext uri="{BB962C8B-B14F-4D97-AF65-F5344CB8AC3E}">
        <p14:creationId xmlns:p14="http://schemas.microsoft.com/office/powerpoint/2010/main" val="318766726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a:extLst>
            <a:ext uri="{FF2B5EF4-FFF2-40B4-BE49-F238E27FC236}">
              <a16:creationId xmlns:a16="http://schemas.microsoft.com/office/drawing/2014/main" id="{8F352116-6021-CDFB-FCB0-6A003A87C1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0F1F16-968E-DD05-61DB-DA60CCCF4C32}"/>
              </a:ext>
            </a:extLst>
          </p:cNvPr>
          <p:cNvSpPr>
            <a:spLocks noGrp="1"/>
          </p:cNvSpPr>
          <p:nvPr>
            <p:ph type="title"/>
          </p:nvPr>
        </p:nvSpPr>
        <p:spPr/>
        <p:txBody>
          <a:bodyPr/>
          <a:lstStyle/>
          <a:p>
            <a:r>
              <a:rPr lang="en-US" b="1" dirty="0">
                <a:solidFill>
                  <a:schemeClr val="bg1"/>
                </a:solidFill>
              </a:rPr>
              <a:t>Polarization</a:t>
            </a:r>
          </a:p>
        </p:txBody>
      </p:sp>
      <p:sp>
        <p:nvSpPr>
          <p:cNvPr id="4" name="Footer Placeholder 3">
            <a:extLst>
              <a:ext uri="{FF2B5EF4-FFF2-40B4-BE49-F238E27FC236}">
                <a16:creationId xmlns:a16="http://schemas.microsoft.com/office/drawing/2014/main" id="{92FEFF8C-DB57-5DE2-590A-BC15370916C8}"/>
              </a:ext>
            </a:extLst>
          </p:cNvPr>
          <p:cNvSpPr>
            <a:spLocks noGrp="1"/>
          </p:cNvSpPr>
          <p:nvPr>
            <p:ph type="ftr" sz="quarter" idx="11"/>
          </p:nvPr>
        </p:nvSpPr>
        <p:spPr/>
        <p:txBody>
          <a:bodyPr/>
          <a:lstStyle/>
          <a:p>
            <a:r>
              <a:rPr lang="en-US" dirty="0"/>
              <a:t>J Mark Morris - Model of Nature</a:t>
            </a:r>
          </a:p>
        </p:txBody>
      </p:sp>
      <p:pic>
        <p:nvPicPr>
          <p:cNvPr id="5" name="Picture 4">
            <a:extLst>
              <a:ext uri="{FF2B5EF4-FFF2-40B4-BE49-F238E27FC236}">
                <a16:creationId xmlns:a16="http://schemas.microsoft.com/office/drawing/2014/main" id="{48318E68-37AF-677A-6429-CC2563EC4C3D}"/>
              </a:ext>
            </a:extLst>
          </p:cNvPr>
          <p:cNvPicPr>
            <a:picLocks noChangeAspect="1"/>
          </p:cNvPicPr>
          <p:nvPr/>
        </p:nvPicPr>
        <p:blipFill>
          <a:blip r:embed="rId2"/>
          <a:stretch>
            <a:fillRect/>
          </a:stretch>
        </p:blipFill>
        <p:spPr>
          <a:xfrm>
            <a:off x="4445000" y="2051050"/>
            <a:ext cx="3302000" cy="2755900"/>
          </a:xfrm>
          <a:prstGeom prst="rect">
            <a:avLst/>
          </a:prstGeom>
        </p:spPr>
      </p:pic>
      <p:pic>
        <p:nvPicPr>
          <p:cNvPr id="1025" name="Picture 1" descr="where the plus sign indicates right circular polarization and the minus sign indicates left circular polarization. In the case of circular polarization, the electric &#10;field vector of constant magnitude rotates in the x-y plane. &#10;If unit vectors are defined such that &#10;Circular polarization &#10;[ edit ] &#10;Main article: Circular polarization &#10;If the phase angles ax and ay differ by exactly T/ 2 and the x amplitude equals the y amplitude the wave is circularly polarized. The Jones vector then &#10;= (LIU,) &#10;becomes &#10;1 &#10;1 &#10;exp(iax) &#10;def I &#10;IR) — &#10;and &#10;def I &#10;1 &#10;i &#10;1 &#10;—i &#10;then an arbitrary polarization state can be written in the &quot;R-L basis&quot; as &#10;VRIR) + &#10;where &#10;and &#10;We can see that &#10;1 IQ/'R12 + &#10;1 &#10;— (cos 0 exp(iax) — i sin 0 exp(iay)) &#10;1 &#10;= — (cos 0 exp(iax) + i sin 0 exp(iay)). ">
            <a:extLst>
              <a:ext uri="{FF2B5EF4-FFF2-40B4-BE49-F238E27FC236}">
                <a16:creationId xmlns:a16="http://schemas.microsoft.com/office/drawing/2014/main" id="{4C01660C-F57B-F073-37B0-CDFCABF1585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47000" y="2692400"/>
            <a:ext cx="4445000" cy="2968215"/>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E330C2F9-C4C6-A985-F5B4-3B7E75EB73BC}"/>
              </a:ext>
            </a:extLst>
          </p:cNvPr>
          <p:cNvPicPr>
            <a:picLocks noChangeAspect="1"/>
          </p:cNvPicPr>
          <p:nvPr/>
        </p:nvPicPr>
        <p:blipFill>
          <a:blip r:embed="rId4"/>
          <a:stretch>
            <a:fillRect/>
          </a:stretch>
        </p:blipFill>
        <p:spPr>
          <a:xfrm>
            <a:off x="330688" y="3127055"/>
            <a:ext cx="3302000" cy="3229295"/>
          </a:xfrm>
          <a:prstGeom prst="rect">
            <a:avLst/>
          </a:prstGeom>
        </p:spPr>
      </p:pic>
      <p:sp>
        <p:nvSpPr>
          <p:cNvPr id="7" name="TextBox 6">
            <a:extLst>
              <a:ext uri="{FF2B5EF4-FFF2-40B4-BE49-F238E27FC236}">
                <a16:creationId xmlns:a16="http://schemas.microsoft.com/office/drawing/2014/main" id="{2178B853-0F79-AF15-38B6-F882D62FEAEC}"/>
              </a:ext>
            </a:extLst>
          </p:cNvPr>
          <p:cNvSpPr txBox="1"/>
          <p:nvPr/>
        </p:nvSpPr>
        <p:spPr>
          <a:xfrm>
            <a:off x="5666154" y="976923"/>
            <a:ext cx="6098144" cy="369332"/>
          </a:xfrm>
          <a:prstGeom prst="rect">
            <a:avLst/>
          </a:prstGeom>
          <a:noFill/>
        </p:spPr>
        <p:txBody>
          <a:bodyPr wrap="none" rtlCol="0">
            <a:spAutoFit/>
          </a:bodyPr>
          <a:lstStyle/>
          <a:p>
            <a:pPr algn="l"/>
            <a:r>
              <a:rPr lang="en-US" dirty="0">
                <a:latin typeface="Helvetica Neue" panose="02000503000000020004" pitchFamily="2" charset="0"/>
                <a:ea typeface="Helvetica Neue" panose="02000503000000020004" pitchFamily="2" charset="0"/>
                <a:cs typeface="Helvetica Neue" panose="02000503000000020004" pitchFamily="2" charset="0"/>
              </a:rPr>
              <a:t>Add all my information about polarization, Malus Law etc.</a:t>
            </a:r>
          </a:p>
        </p:txBody>
      </p:sp>
    </p:spTree>
    <p:extLst>
      <p:ext uri="{BB962C8B-B14F-4D97-AF65-F5344CB8AC3E}">
        <p14:creationId xmlns:p14="http://schemas.microsoft.com/office/powerpoint/2010/main" val="304401810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a:extLst>
            <a:ext uri="{FF2B5EF4-FFF2-40B4-BE49-F238E27FC236}">
              <a16:creationId xmlns:a16="http://schemas.microsoft.com/office/drawing/2014/main" id="{F566FF1F-7AE0-7993-5D99-9945DFB8616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24259EC-4682-FA02-7C33-3E2585EE9BC2}"/>
              </a:ext>
            </a:extLst>
          </p:cNvPr>
          <p:cNvSpPr txBox="1"/>
          <p:nvPr/>
        </p:nvSpPr>
        <p:spPr>
          <a:xfrm>
            <a:off x="0" y="358254"/>
            <a:ext cx="12191999" cy="2688878"/>
          </a:xfrm>
          <a:prstGeom prst="rect">
            <a:avLst/>
          </a:prstGeom>
          <a:noFill/>
        </p:spPr>
        <p:txBody>
          <a:bodyPr wrap="square" rtlCol="0">
            <a:spAutoFit/>
          </a:bodyPr>
          <a:lstStyle/>
          <a:p>
            <a:pPr marL="0" marR="0" lvl="0" indent="0" algn="ctr" defTabSz="914400" rtl="0" eaLnBrk="1" fontAlgn="auto" latinLnBrk="0" hangingPunct="1">
              <a:lnSpc>
                <a:spcPts val="11000"/>
              </a:lnSpc>
              <a:spcBef>
                <a:spcPts val="0"/>
              </a:spcBef>
              <a:spcAft>
                <a:spcPts val="0"/>
              </a:spcAft>
              <a:buClrTx/>
              <a:buSzTx/>
              <a:buFontTx/>
              <a:buNone/>
              <a:tabLst/>
              <a:defRPr/>
            </a:pPr>
            <a:r>
              <a:rPr kumimoji="0" lang="en-US" sz="11500" b="0" i="0" u="none" strike="noStrike" kern="1200" cap="none" spc="0" normalizeH="0" baseline="0" noProof="0" dirty="0">
                <a:ln>
                  <a:noFill/>
                </a:ln>
                <a:solidFill>
                  <a:prstClr val="white"/>
                </a:solidFill>
                <a:effectLst/>
                <a:uLnTx/>
                <a:uFillTx/>
                <a:latin typeface="Helvetica Neue UltraLight" panose="02000206000000020004" pitchFamily="2" charset="0"/>
                <a:ea typeface="Helvetica Neue UltraLight" panose="02000206000000020004" pitchFamily="2" charset="0"/>
                <a:cs typeface="Helvetica Neue" panose="02000503000000020004" pitchFamily="2" charset="0"/>
              </a:rPr>
              <a:t>neoclassical.ai</a:t>
            </a:r>
          </a:p>
          <a:p>
            <a:pPr marL="0" marR="0" lvl="0" indent="0" algn="ctr" defTabSz="914400" rtl="0" eaLnBrk="1" fontAlgn="auto" latinLnBrk="0" hangingPunct="1">
              <a:lnSpc>
                <a:spcPts val="10000"/>
              </a:lnSpc>
              <a:spcBef>
                <a:spcPts val="0"/>
              </a:spcBef>
              <a:spcAft>
                <a:spcPts val="0"/>
              </a:spcAft>
              <a:buClrTx/>
              <a:buSzTx/>
              <a:buFontTx/>
              <a:buNone/>
              <a:tabLst/>
              <a:defRPr/>
            </a:pPr>
            <a:r>
              <a:rPr kumimoji="0" lang="en-US" sz="8000" b="1" i="0" u="none" strike="noStrike" kern="1200" cap="none" spc="0" normalizeH="0" baseline="0" noProof="0" dirty="0">
                <a:ln>
                  <a:noFill/>
                </a:ln>
                <a:solidFill>
                  <a:srgbClr val="FFC000"/>
                </a:solidFill>
                <a:effectLst/>
                <a:uLnTx/>
                <a:uFillTx/>
                <a:latin typeface="Helvetica Neue Medium" panose="02000503000000020004" pitchFamily="2" charset="0"/>
                <a:ea typeface="Helvetica Neue Medium" panose="02000503000000020004" pitchFamily="2" charset="0"/>
                <a:cs typeface="Helvetica Neue Medium" panose="02000503000000020004" pitchFamily="2" charset="0"/>
              </a:rPr>
              <a:t>Redshift</a:t>
            </a:r>
            <a:endParaRPr kumimoji="0" lang="en-US" sz="8000" b="1" i="0" u="none" strike="noStrike" kern="1200" cap="none" spc="0" normalizeH="0" baseline="0" noProof="0" dirty="0">
              <a:ln>
                <a:noFill/>
              </a:ln>
              <a:solidFill>
                <a:srgbClr val="FF8AD8"/>
              </a:solidFill>
              <a:effectLst/>
              <a:uLnTx/>
              <a:uFillTx/>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spTree>
    <p:extLst>
      <p:ext uri="{BB962C8B-B14F-4D97-AF65-F5344CB8AC3E}">
        <p14:creationId xmlns:p14="http://schemas.microsoft.com/office/powerpoint/2010/main" val="22346162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5" name="Footer Placeholder 3">
            <a:extLst>
              <a:ext uri="{FF2B5EF4-FFF2-40B4-BE49-F238E27FC236}">
                <a16:creationId xmlns:a16="http://schemas.microsoft.com/office/drawing/2014/main" id="{668F77D6-DFDA-5A46-8DF1-47F6A167C2B1}"/>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19" name="Rectangle 18">
            <a:extLst>
              <a:ext uri="{FF2B5EF4-FFF2-40B4-BE49-F238E27FC236}">
                <a16:creationId xmlns:a16="http://schemas.microsoft.com/office/drawing/2014/main" id="{C1D15DA8-274F-5947-B33A-2CC9705A3468}"/>
              </a:ext>
            </a:extLst>
          </p:cNvPr>
          <p:cNvSpPr/>
          <p:nvPr/>
        </p:nvSpPr>
        <p:spPr>
          <a:xfrm>
            <a:off x="4276451" y="378829"/>
            <a:ext cx="3639138" cy="523220"/>
          </a:xfrm>
          <a:prstGeom prst="rect">
            <a:avLst/>
          </a:prstGeom>
          <a:solidFill>
            <a:schemeClr val="tx1"/>
          </a:solidFill>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ideas to incorporate</a:t>
            </a:r>
          </a:p>
        </p:txBody>
      </p:sp>
      <p:pic>
        <p:nvPicPr>
          <p:cNvPr id="3" name="Picture 2" descr="A graph on a screen&#10;&#10;Description automatically generated">
            <a:extLst>
              <a:ext uri="{FF2B5EF4-FFF2-40B4-BE49-F238E27FC236}">
                <a16:creationId xmlns:a16="http://schemas.microsoft.com/office/drawing/2014/main" id="{5CB5F5F9-C496-9543-6122-BD52B69B4AA6}"/>
              </a:ext>
            </a:extLst>
          </p:cNvPr>
          <p:cNvPicPr>
            <a:picLocks noChangeAspect="1"/>
          </p:cNvPicPr>
          <p:nvPr/>
        </p:nvPicPr>
        <p:blipFill>
          <a:blip r:embed="rId2"/>
          <a:stretch>
            <a:fillRect/>
          </a:stretch>
        </p:blipFill>
        <p:spPr>
          <a:xfrm>
            <a:off x="3235568" y="1761772"/>
            <a:ext cx="6412523" cy="4809392"/>
          </a:xfrm>
          <a:prstGeom prst="rect">
            <a:avLst/>
          </a:prstGeom>
        </p:spPr>
      </p:pic>
    </p:spTree>
    <p:extLst>
      <p:ext uri="{BB962C8B-B14F-4D97-AF65-F5344CB8AC3E}">
        <p14:creationId xmlns:p14="http://schemas.microsoft.com/office/powerpoint/2010/main" val="220150462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5" name="Footer Placeholder 3">
            <a:extLst>
              <a:ext uri="{FF2B5EF4-FFF2-40B4-BE49-F238E27FC236}">
                <a16:creationId xmlns:a16="http://schemas.microsoft.com/office/drawing/2014/main" id="{668F77D6-DFDA-5A46-8DF1-47F6A167C2B1}"/>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19" name="Rectangle 18">
            <a:extLst>
              <a:ext uri="{FF2B5EF4-FFF2-40B4-BE49-F238E27FC236}">
                <a16:creationId xmlns:a16="http://schemas.microsoft.com/office/drawing/2014/main" id="{C1D15DA8-274F-5947-B33A-2CC9705A3468}"/>
              </a:ext>
            </a:extLst>
          </p:cNvPr>
          <p:cNvSpPr/>
          <p:nvPr/>
        </p:nvSpPr>
        <p:spPr>
          <a:xfrm>
            <a:off x="4276451" y="378829"/>
            <a:ext cx="3639138" cy="523220"/>
          </a:xfrm>
          <a:prstGeom prst="rect">
            <a:avLst/>
          </a:prstGeom>
          <a:solidFill>
            <a:schemeClr val="tx1"/>
          </a:solidFill>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ideas to incorporate</a:t>
            </a:r>
          </a:p>
        </p:txBody>
      </p:sp>
      <p:pic>
        <p:nvPicPr>
          <p:cNvPr id="4" name="Picture 3" descr="A close-up of a paper&#10;&#10;Description automatically generated">
            <a:extLst>
              <a:ext uri="{FF2B5EF4-FFF2-40B4-BE49-F238E27FC236}">
                <a16:creationId xmlns:a16="http://schemas.microsoft.com/office/drawing/2014/main" id="{3E465A61-066C-617D-B8AB-810610C015E7}"/>
              </a:ext>
            </a:extLst>
          </p:cNvPr>
          <p:cNvPicPr>
            <a:picLocks noChangeAspect="1"/>
          </p:cNvPicPr>
          <p:nvPr/>
        </p:nvPicPr>
        <p:blipFill>
          <a:blip r:embed="rId2"/>
          <a:stretch>
            <a:fillRect/>
          </a:stretch>
        </p:blipFill>
        <p:spPr>
          <a:xfrm>
            <a:off x="2819400" y="1016000"/>
            <a:ext cx="6553200" cy="4826000"/>
          </a:xfrm>
          <a:prstGeom prst="rect">
            <a:avLst/>
          </a:prstGeom>
        </p:spPr>
      </p:pic>
    </p:spTree>
    <p:extLst>
      <p:ext uri="{BB962C8B-B14F-4D97-AF65-F5344CB8AC3E}">
        <p14:creationId xmlns:p14="http://schemas.microsoft.com/office/powerpoint/2010/main" val="202300426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pic>
        <p:nvPicPr>
          <p:cNvPr id="3" name="Picture 2" descr="A diagram of a light source&#10;&#10;Description automatically generated">
            <a:extLst>
              <a:ext uri="{FF2B5EF4-FFF2-40B4-BE49-F238E27FC236}">
                <a16:creationId xmlns:a16="http://schemas.microsoft.com/office/drawing/2014/main" id="{011FC253-ADE3-D195-C9C9-40BD32031605}"/>
              </a:ext>
            </a:extLst>
          </p:cNvPr>
          <p:cNvPicPr>
            <a:picLocks noChangeAspect="1"/>
          </p:cNvPicPr>
          <p:nvPr/>
        </p:nvPicPr>
        <p:blipFill>
          <a:blip r:embed="rId2"/>
          <a:stretch>
            <a:fillRect/>
          </a:stretch>
        </p:blipFill>
        <p:spPr>
          <a:xfrm>
            <a:off x="-1" y="0"/>
            <a:ext cx="12192001" cy="6858000"/>
          </a:xfrm>
          <a:prstGeom prst="rect">
            <a:avLst/>
          </a:prstGeom>
        </p:spPr>
      </p:pic>
    </p:spTree>
    <p:extLst>
      <p:ext uri="{BB962C8B-B14F-4D97-AF65-F5344CB8AC3E}">
        <p14:creationId xmlns:p14="http://schemas.microsoft.com/office/powerpoint/2010/main" val="210036942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5" name="Footer Placeholder 3">
            <a:extLst>
              <a:ext uri="{FF2B5EF4-FFF2-40B4-BE49-F238E27FC236}">
                <a16:creationId xmlns:a16="http://schemas.microsoft.com/office/drawing/2014/main" id="{668F77D6-DFDA-5A46-8DF1-47F6A167C2B1}"/>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19" name="Rectangle 18">
            <a:extLst>
              <a:ext uri="{FF2B5EF4-FFF2-40B4-BE49-F238E27FC236}">
                <a16:creationId xmlns:a16="http://schemas.microsoft.com/office/drawing/2014/main" id="{C1D15DA8-274F-5947-B33A-2CC9705A3468}"/>
              </a:ext>
            </a:extLst>
          </p:cNvPr>
          <p:cNvSpPr/>
          <p:nvPr/>
        </p:nvSpPr>
        <p:spPr>
          <a:xfrm>
            <a:off x="1987437" y="378829"/>
            <a:ext cx="8217186" cy="954107"/>
          </a:xfrm>
          <a:prstGeom prst="rect">
            <a:avLst/>
          </a:prstGeom>
          <a:solidFill>
            <a:schemeClr val="tx1"/>
          </a:solidFill>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everything redshifts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how does this equation differ from the photon?</a:t>
            </a:r>
          </a:p>
        </p:txBody>
      </p:sp>
      <p:pic>
        <p:nvPicPr>
          <p:cNvPr id="4" name="Picture 3" descr="A rainbow colored wave with a mathematical equation&#10;&#10;Description automatically generated with medium confidence">
            <a:extLst>
              <a:ext uri="{FF2B5EF4-FFF2-40B4-BE49-F238E27FC236}">
                <a16:creationId xmlns:a16="http://schemas.microsoft.com/office/drawing/2014/main" id="{CC338889-28B5-6D8D-CC25-1B744E6EC97A}"/>
              </a:ext>
            </a:extLst>
          </p:cNvPr>
          <p:cNvPicPr>
            <a:picLocks noChangeAspect="1"/>
          </p:cNvPicPr>
          <p:nvPr/>
        </p:nvPicPr>
        <p:blipFill rotWithShape="1">
          <a:blip r:embed="rId2"/>
          <a:srcRect t="7734" b="23122"/>
          <a:stretch/>
        </p:blipFill>
        <p:spPr>
          <a:xfrm>
            <a:off x="2240313" y="1567543"/>
            <a:ext cx="7772400" cy="4491613"/>
          </a:xfrm>
          <a:prstGeom prst="rect">
            <a:avLst/>
          </a:prstGeom>
        </p:spPr>
      </p:pic>
    </p:spTree>
    <p:extLst>
      <p:ext uri="{BB962C8B-B14F-4D97-AF65-F5344CB8AC3E}">
        <p14:creationId xmlns:p14="http://schemas.microsoft.com/office/powerpoint/2010/main" val="158683801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5" name="Footer Placeholder 3">
            <a:extLst>
              <a:ext uri="{FF2B5EF4-FFF2-40B4-BE49-F238E27FC236}">
                <a16:creationId xmlns:a16="http://schemas.microsoft.com/office/drawing/2014/main" id="{668F77D6-DFDA-5A46-8DF1-47F6A167C2B1}"/>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19" name="Rectangle 18">
            <a:extLst>
              <a:ext uri="{FF2B5EF4-FFF2-40B4-BE49-F238E27FC236}">
                <a16:creationId xmlns:a16="http://schemas.microsoft.com/office/drawing/2014/main" id="{C1D15DA8-274F-5947-B33A-2CC9705A3468}"/>
              </a:ext>
            </a:extLst>
          </p:cNvPr>
          <p:cNvSpPr/>
          <p:nvPr/>
        </p:nvSpPr>
        <p:spPr>
          <a:xfrm>
            <a:off x="2301604" y="378829"/>
            <a:ext cx="7588872" cy="523220"/>
          </a:xfrm>
          <a:prstGeom prst="rect">
            <a:avLst/>
          </a:prstGeom>
          <a:solidFill>
            <a:schemeClr val="tx1"/>
          </a:solidFill>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how does this relate to size or wavelength?</a:t>
            </a:r>
          </a:p>
        </p:txBody>
      </p:sp>
      <p:pic>
        <p:nvPicPr>
          <p:cNvPr id="3" name="Picture 2" descr="A diagram of different types of radiation&#10;&#10;Description automatically generated">
            <a:extLst>
              <a:ext uri="{FF2B5EF4-FFF2-40B4-BE49-F238E27FC236}">
                <a16:creationId xmlns:a16="http://schemas.microsoft.com/office/drawing/2014/main" id="{72576BF2-8E3E-279F-18D2-98DFD9C2C4C1}"/>
              </a:ext>
            </a:extLst>
          </p:cNvPr>
          <p:cNvPicPr>
            <a:picLocks noChangeAspect="1"/>
          </p:cNvPicPr>
          <p:nvPr/>
        </p:nvPicPr>
        <p:blipFill>
          <a:blip r:embed="rId2"/>
          <a:stretch>
            <a:fillRect/>
          </a:stretch>
        </p:blipFill>
        <p:spPr>
          <a:xfrm>
            <a:off x="3170913" y="1493312"/>
            <a:ext cx="5850174" cy="4895290"/>
          </a:xfrm>
          <a:prstGeom prst="rect">
            <a:avLst/>
          </a:prstGeom>
        </p:spPr>
      </p:pic>
    </p:spTree>
    <p:extLst>
      <p:ext uri="{BB962C8B-B14F-4D97-AF65-F5344CB8AC3E}">
        <p14:creationId xmlns:p14="http://schemas.microsoft.com/office/powerpoint/2010/main" val="207885935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1B552F-D8F6-B044-8E06-2EB1094A18FD}"/>
              </a:ext>
            </a:extLst>
          </p:cNvPr>
          <p:cNvSpPr>
            <a:spLocks noGrp="1"/>
          </p:cNvSpPr>
          <p:nvPr>
            <p:ph type="title"/>
          </p:nvPr>
        </p:nvSpPr>
        <p:spPr/>
        <p:txBody>
          <a:bodyPr>
            <a:normAutofit/>
          </a:bodyPr>
          <a:lstStyle/>
          <a:p>
            <a:r>
              <a:rPr lang="en-US" b="1" dirty="0">
                <a:solidFill>
                  <a:schemeClr val="bg1"/>
                </a:solidFill>
              </a:rPr>
              <a:t>Redshift Part II Basics</a:t>
            </a:r>
          </a:p>
        </p:txBody>
      </p:sp>
      <p:sp>
        <p:nvSpPr>
          <p:cNvPr id="3" name="Content Placeholder 2">
            <a:extLst>
              <a:ext uri="{FF2B5EF4-FFF2-40B4-BE49-F238E27FC236}">
                <a16:creationId xmlns:a16="http://schemas.microsoft.com/office/drawing/2014/main" id="{1DE175F9-8032-9042-8A6C-4BC95EA000C3}"/>
              </a:ext>
            </a:extLst>
          </p:cNvPr>
          <p:cNvSpPr>
            <a:spLocks noGrp="1"/>
          </p:cNvSpPr>
          <p:nvPr>
            <p:ph idx="1"/>
          </p:nvPr>
        </p:nvSpPr>
        <p:spPr>
          <a:xfrm>
            <a:off x="838200" y="1295400"/>
            <a:ext cx="10712938" cy="5060950"/>
          </a:xfrm>
        </p:spPr>
        <p:txBody>
          <a:bodyPr>
            <a:normAutofit/>
          </a:bodyPr>
          <a:lstStyle/>
          <a:p>
            <a:r>
              <a:rPr lang="en-US" sz="2400" dirty="0">
                <a:solidFill>
                  <a:schemeClr val="bg1"/>
                </a:solidFill>
              </a:rPr>
              <a:t>Ponder new and complete insight, coalescing my thoughts.</a:t>
            </a:r>
          </a:p>
          <a:p>
            <a:r>
              <a:rPr lang="en-US" sz="2400" dirty="0">
                <a:solidFill>
                  <a:schemeClr val="bg1"/>
                </a:solidFill>
              </a:rPr>
              <a:t>Refresh my past articles </a:t>
            </a:r>
          </a:p>
          <a:p>
            <a:r>
              <a:rPr lang="en-US" sz="2400" dirty="0">
                <a:solidFill>
                  <a:schemeClr val="bg1"/>
                </a:solidFill>
              </a:rPr>
              <a:t>Especially the redshift basics, like </a:t>
            </a:r>
          </a:p>
          <a:p>
            <a:pPr lvl="1"/>
            <a:r>
              <a:rPr lang="en-US" sz="2000" dirty="0">
                <a:solidFill>
                  <a:schemeClr val="bg1"/>
                </a:solidFill>
              </a:rPr>
              <a:t>wtf is the calculation anyway?  </a:t>
            </a:r>
          </a:p>
          <a:p>
            <a:pPr lvl="1"/>
            <a:r>
              <a:rPr lang="en-US" sz="2000" dirty="0">
                <a:solidFill>
                  <a:schemeClr val="bg1"/>
                </a:solidFill>
              </a:rPr>
              <a:t>How does it relate to energy? </a:t>
            </a:r>
          </a:p>
          <a:p>
            <a:pPr lvl="1"/>
            <a:r>
              <a:rPr lang="en-US" sz="2000" dirty="0">
                <a:solidFill>
                  <a:schemeClr val="bg1"/>
                </a:solidFill>
              </a:rPr>
              <a:t>How does it relate to </a:t>
            </a:r>
            <a:r>
              <a:rPr lang="en-US" sz="2000" b="1" dirty="0">
                <a:solidFill>
                  <a:schemeClr val="bg1"/>
                </a:solidFill>
              </a:rPr>
              <a:t>absolute</a:t>
            </a:r>
            <a:r>
              <a:rPr lang="en-US" sz="2000" dirty="0">
                <a:solidFill>
                  <a:schemeClr val="bg1"/>
                </a:solidFill>
              </a:rPr>
              <a:t> distance?</a:t>
            </a:r>
          </a:p>
        </p:txBody>
      </p:sp>
      <p:sp>
        <p:nvSpPr>
          <p:cNvPr id="4" name="Footer Placeholder 3">
            <a:extLst>
              <a:ext uri="{FF2B5EF4-FFF2-40B4-BE49-F238E27FC236}">
                <a16:creationId xmlns:a16="http://schemas.microsoft.com/office/drawing/2014/main" id="{AE298B31-1BFF-FA43-BE03-3564E9784C3F}"/>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 - Model of Nature</a:t>
            </a:r>
          </a:p>
        </p:txBody>
      </p:sp>
    </p:spTree>
    <p:extLst>
      <p:ext uri="{BB962C8B-B14F-4D97-AF65-F5344CB8AC3E}">
        <p14:creationId xmlns:p14="http://schemas.microsoft.com/office/powerpoint/2010/main" val="174757885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1B552F-D8F6-B044-8E06-2EB1094A18FD}"/>
              </a:ext>
            </a:extLst>
          </p:cNvPr>
          <p:cNvSpPr>
            <a:spLocks noGrp="1"/>
          </p:cNvSpPr>
          <p:nvPr>
            <p:ph type="title"/>
          </p:nvPr>
        </p:nvSpPr>
        <p:spPr/>
        <p:txBody>
          <a:bodyPr/>
          <a:lstStyle/>
          <a:p>
            <a:r>
              <a:rPr lang="en-US" b="1" dirty="0">
                <a:solidFill>
                  <a:schemeClr val="bg1"/>
                </a:solidFill>
              </a:rPr>
              <a:t>Fresh Thinking on Redshift Part II</a:t>
            </a:r>
          </a:p>
        </p:txBody>
      </p:sp>
      <p:sp>
        <p:nvSpPr>
          <p:cNvPr id="3" name="Content Placeholder 2">
            <a:extLst>
              <a:ext uri="{FF2B5EF4-FFF2-40B4-BE49-F238E27FC236}">
                <a16:creationId xmlns:a16="http://schemas.microsoft.com/office/drawing/2014/main" id="{1DE175F9-8032-9042-8A6C-4BC95EA000C3}"/>
              </a:ext>
            </a:extLst>
          </p:cNvPr>
          <p:cNvSpPr>
            <a:spLocks noGrp="1"/>
          </p:cNvSpPr>
          <p:nvPr>
            <p:ph idx="1"/>
          </p:nvPr>
        </p:nvSpPr>
        <p:spPr>
          <a:xfrm>
            <a:off x="838200" y="1295400"/>
            <a:ext cx="10712938" cy="5060950"/>
          </a:xfrm>
        </p:spPr>
        <p:txBody>
          <a:bodyPr>
            <a:normAutofit fontScale="92500"/>
          </a:bodyPr>
          <a:lstStyle/>
          <a:p>
            <a:r>
              <a:rPr lang="en-US" sz="2400" dirty="0">
                <a:solidFill>
                  <a:schemeClr val="bg1"/>
                </a:solidFill>
              </a:rPr>
              <a:t>Consider SMBH reaction processes that generate photons deep in gravity well</a:t>
            </a:r>
          </a:p>
          <a:p>
            <a:pPr lvl="1"/>
            <a:r>
              <a:rPr lang="en-US" sz="2000" dirty="0">
                <a:solidFill>
                  <a:schemeClr val="bg1"/>
                </a:solidFill>
              </a:rPr>
              <a:t>Spacetime Noether cores nearer an SMBH will be higher energy, smaller, and more oblate.</a:t>
            </a:r>
          </a:p>
          <a:p>
            <a:pPr lvl="1"/>
            <a:r>
              <a:rPr lang="en-US" sz="2000" dirty="0">
                <a:solidFill>
                  <a:schemeClr val="bg1"/>
                </a:solidFill>
              </a:rPr>
              <a:t>All reactants will also be impacted. </a:t>
            </a:r>
          </a:p>
          <a:p>
            <a:pPr lvl="1"/>
            <a:r>
              <a:rPr lang="en-US" sz="2000" dirty="0">
                <a:solidFill>
                  <a:schemeClr val="bg1"/>
                </a:solidFill>
              </a:rPr>
              <a:t>How do these reactions vary as a function of spacetime energy, i.e., “gravity well depth”?</a:t>
            </a:r>
          </a:p>
          <a:p>
            <a:pPr lvl="1"/>
            <a:r>
              <a:rPr lang="en-US" sz="2000" dirty="0">
                <a:solidFill>
                  <a:schemeClr val="bg1"/>
                </a:solidFill>
              </a:rPr>
              <a:t>What are the implications for the photons that are released? Same frequency?</a:t>
            </a:r>
          </a:p>
          <a:p>
            <a:r>
              <a:rPr lang="en-US" sz="2400" dirty="0">
                <a:solidFill>
                  <a:schemeClr val="bg1"/>
                </a:solidFill>
              </a:rPr>
              <a:t>Where do these SMBH reaction processes occur?</a:t>
            </a:r>
          </a:p>
          <a:p>
            <a:pPr lvl="1"/>
            <a:r>
              <a:rPr lang="en-US" sz="2000" dirty="0">
                <a:solidFill>
                  <a:schemeClr val="bg1"/>
                </a:solidFill>
              </a:rPr>
              <a:t>Inside the event horizon? Probably not, cause photons shouldn’t emit/escape.</a:t>
            </a:r>
          </a:p>
          <a:p>
            <a:pPr lvl="1"/>
            <a:r>
              <a:rPr lang="en-US" sz="2000" dirty="0">
                <a:solidFill>
                  <a:schemeClr val="bg1"/>
                </a:solidFill>
              </a:rPr>
              <a:t>Outside the event horizon?</a:t>
            </a:r>
          </a:p>
          <a:p>
            <a:pPr lvl="1"/>
            <a:r>
              <a:rPr lang="en-US" sz="2000" dirty="0">
                <a:solidFill>
                  <a:schemeClr val="bg1"/>
                </a:solidFill>
              </a:rPr>
              <a:t>In the “accretion” disk</a:t>
            </a:r>
          </a:p>
          <a:p>
            <a:pPr lvl="1"/>
            <a:r>
              <a:rPr lang="en-US" sz="2000" dirty="0">
                <a:solidFill>
                  <a:schemeClr val="bg1"/>
                </a:solidFill>
              </a:rPr>
              <a:t>In the jet </a:t>
            </a:r>
            <a:r>
              <a:rPr lang="en-US" sz="2000" dirty="0" err="1">
                <a:solidFill>
                  <a:schemeClr val="bg1"/>
                </a:solidFill>
              </a:rPr>
              <a:t>terminii</a:t>
            </a:r>
            <a:endParaRPr lang="en-US" sz="2000" dirty="0">
              <a:solidFill>
                <a:schemeClr val="bg1"/>
              </a:solidFill>
            </a:endParaRPr>
          </a:p>
          <a:p>
            <a:pPr lvl="1"/>
            <a:r>
              <a:rPr lang="en-US" sz="2000" dirty="0">
                <a:solidFill>
                  <a:schemeClr val="bg1"/>
                </a:solidFill>
              </a:rPr>
              <a:t>In local free space?</a:t>
            </a:r>
          </a:p>
          <a:p>
            <a:r>
              <a:rPr lang="en-US" sz="2400" dirty="0">
                <a:solidFill>
                  <a:schemeClr val="bg1"/>
                </a:solidFill>
              </a:rPr>
              <a:t>Consider (any) impact from contemporaneous outflow of recycled spacetime.</a:t>
            </a:r>
          </a:p>
          <a:p>
            <a:r>
              <a:rPr lang="en-US" sz="2400" dirty="0">
                <a:solidFill>
                  <a:schemeClr val="bg1"/>
                </a:solidFill>
              </a:rPr>
              <a:t>Photons must expend energy to climb steep gravitational slopes into free space</a:t>
            </a:r>
          </a:p>
          <a:p>
            <a:r>
              <a:rPr lang="en-US" sz="2400" dirty="0">
                <a:solidFill>
                  <a:schemeClr val="bg1"/>
                </a:solidFill>
              </a:rPr>
              <a:t>What is the differential in the point potential universe.</a:t>
            </a:r>
          </a:p>
        </p:txBody>
      </p:sp>
      <p:sp>
        <p:nvSpPr>
          <p:cNvPr id="4" name="Footer Placeholder 3">
            <a:extLst>
              <a:ext uri="{FF2B5EF4-FFF2-40B4-BE49-F238E27FC236}">
                <a16:creationId xmlns:a16="http://schemas.microsoft.com/office/drawing/2014/main" id="{AE298B31-1BFF-FA43-BE03-3564E9784C3F}"/>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 - Model of Nature</a:t>
            </a:r>
          </a:p>
        </p:txBody>
      </p:sp>
    </p:spTree>
    <p:extLst>
      <p:ext uri="{BB962C8B-B14F-4D97-AF65-F5344CB8AC3E}">
        <p14:creationId xmlns:p14="http://schemas.microsoft.com/office/powerpoint/2010/main" val="183719309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A8AA5BC-4F7A-4226-8F99-6D824B226A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324"/>
            <a:ext cx="12192000" cy="686132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3E5445C6-DD42-4979-86FF-03730E8C6D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734" y="321733"/>
            <a:ext cx="11573488" cy="6214534"/>
          </a:xfrm>
          <a:prstGeom prst="rect">
            <a:avLst/>
          </a:prstGeom>
          <a:solidFill>
            <a:schemeClr val="bg1">
              <a:lumMod val="75000"/>
              <a:lumOff val="25000"/>
            </a:schemeClr>
          </a:solidFill>
          <a:ln w="127000" cap="sq" cmpd="thinThick">
            <a:solidFill>
              <a:schemeClr val="bg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7710B119-EC53-BA46-BAA3-CB758CDEDAF5}"/>
              </a:ext>
            </a:extLst>
          </p:cNvPr>
          <p:cNvSpPr>
            <a:spLocks noGrp="1"/>
          </p:cNvSpPr>
          <p:nvPr>
            <p:ph type="ctrTitle"/>
          </p:nvPr>
        </p:nvSpPr>
        <p:spPr>
          <a:xfrm>
            <a:off x="1524000" y="1122362"/>
            <a:ext cx="9144000" cy="2840037"/>
          </a:xfrm>
        </p:spPr>
        <p:txBody>
          <a:bodyPr>
            <a:normAutofit/>
          </a:bodyPr>
          <a:lstStyle/>
          <a:p>
            <a:r>
              <a:rPr lang="en-US" sz="5800" dirty="0"/>
              <a:t>Thank You</a:t>
            </a:r>
          </a:p>
        </p:txBody>
      </p:sp>
      <p:sp>
        <p:nvSpPr>
          <p:cNvPr id="3" name="Subtitle 2">
            <a:extLst>
              <a:ext uri="{FF2B5EF4-FFF2-40B4-BE49-F238E27FC236}">
                <a16:creationId xmlns:a16="http://schemas.microsoft.com/office/drawing/2014/main" id="{44E6BC0E-0DB7-C346-A0CC-E3CB36C29A54}"/>
              </a:ext>
            </a:extLst>
          </p:cNvPr>
          <p:cNvSpPr>
            <a:spLocks noGrp="1"/>
          </p:cNvSpPr>
          <p:nvPr>
            <p:ph type="subTitle" idx="1"/>
          </p:nvPr>
        </p:nvSpPr>
        <p:spPr>
          <a:xfrm>
            <a:off x="1524000" y="4256436"/>
            <a:ext cx="9144000" cy="1600818"/>
          </a:xfrm>
        </p:spPr>
        <p:txBody>
          <a:bodyPr>
            <a:normAutofit/>
          </a:bodyPr>
          <a:lstStyle/>
          <a:p>
            <a:r>
              <a:rPr lang="en-US" dirty="0"/>
              <a:t>Questions?</a:t>
            </a:r>
          </a:p>
        </p:txBody>
      </p:sp>
      <p:cxnSp>
        <p:nvCxnSpPr>
          <p:cNvPr id="13" name="Straight Connector 12">
            <a:extLst>
              <a:ext uri="{FF2B5EF4-FFF2-40B4-BE49-F238E27FC236}">
                <a16:creationId xmlns:a16="http://schemas.microsoft.com/office/drawing/2014/main" id="{45000665-DFC7-417E-8FD7-516A0F15C97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724400" y="4109417"/>
            <a:ext cx="2743200" cy="0"/>
          </a:xfrm>
          <a:prstGeom prst="line">
            <a:avLst/>
          </a:prstGeom>
          <a:ln w="12700">
            <a:solidFill>
              <a:schemeClr val="tx1">
                <a:lumMod val="85000"/>
              </a:schemeClr>
            </a:solidFill>
          </a:ln>
        </p:spPr>
        <p:style>
          <a:lnRef idx="1">
            <a:schemeClr val="accent1"/>
          </a:lnRef>
          <a:fillRef idx="0">
            <a:schemeClr val="accent1"/>
          </a:fillRef>
          <a:effectRef idx="0">
            <a:schemeClr val="accent1"/>
          </a:effectRef>
          <a:fontRef idx="minor">
            <a:schemeClr val="tx1"/>
          </a:fontRef>
        </p:style>
      </p:cxnSp>
      <p:sp>
        <p:nvSpPr>
          <p:cNvPr id="4" name="Footer Placeholder 3">
            <a:extLst>
              <a:ext uri="{FF2B5EF4-FFF2-40B4-BE49-F238E27FC236}">
                <a16:creationId xmlns:a16="http://schemas.microsoft.com/office/drawing/2014/main" id="{9E726E67-7B90-B642-8D26-6DDF890C4785}"/>
              </a:ext>
            </a:extLst>
          </p:cNvPr>
          <p:cNvSpPr>
            <a:spLocks noGrp="1"/>
          </p:cNvSpPr>
          <p:nvPr>
            <p:ph type="ftr" sz="quarter" idx="11"/>
          </p:nvPr>
        </p:nvSpPr>
        <p:spPr>
          <a:xfrm>
            <a:off x="4038600" y="6159710"/>
            <a:ext cx="411480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US" sz="1200" b="0" i="0" u="none" strike="noStrike" kern="1200" cap="none" spc="0" normalizeH="0" baseline="0" noProof="0" dirty="0">
                <a:ln>
                  <a:noFill/>
                </a:ln>
                <a:solidFill>
                  <a:prstClr val="white">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 - Model of Nature</a:t>
            </a:r>
          </a:p>
        </p:txBody>
      </p:sp>
    </p:spTree>
    <p:extLst>
      <p:ext uri="{BB962C8B-B14F-4D97-AF65-F5344CB8AC3E}">
        <p14:creationId xmlns:p14="http://schemas.microsoft.com/office/powerpoint/2010/main" val="485726676"/>
      </p:ext>
    </p:extLst>
  </p:cSld>
  <p:clrMapOvr>
    <a:overrideClrMapping bg1="dk1" tx1="lt1" bg2="dk2" tx2="lt2" accent1="accent1" accent2="accent2" accent3="accent3" accent4="accent4" accent5="accent5" accent6="accent6" hlink="hlink" folHlink="folHlink"/>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a:extLst>
            <a:ext uri="{FF2B5EF4-FFF2-40B4-BE49-F238E27FC236}">
              <a16:creationId xmlns:a16="http://schemas.microsoft.com/office/drawing/2014/main" id="{215A8D0B-471C-9B05-2681-2846E2D25FB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900266B-AA23-6DE2-2396-F584AD9D5F99}"/>
              </a:ext>
            </a:extLst>
          </p:cNvPr>
          <p:cNvSpPr txBox="1"/>
          <p:nvPr/>
        </p:nvSpPr>
        <p:spPr>
          <a:xfrm>
            <a:off x="0" y="358254"/>
            <a:ext cx="12191999" cy="3971280"/>
          </a:xfrm>
          <a:prstGeom prst="rect">
            <a:avLst/>
          </a:prstGeom>
          <a:noFill/>
        </p:spPr>
        <p:txBody>
          <a:bodyPr wrap="square" rtlCol="0">
            <a:spAutoFit/>
          </a:bodyPr>
          <a:lstStyle/>
          <a:p>
            <a:pPr marL="0" marR="0" lvl="0" indent="0" algn="ctr" defTabSz="914400" rtl="0" eaLnBrk="1" fontAlgn="auto" latinLnBrk="0" hangingPunct="1">
              <a:lnSpc>
                <a:spcPts val="11000"/>
              </a:lnSpc>
              <a:spcBef>
                <a:spcPts val="0"/>
              </a:spcBef>
              <a:spcAft>
                <a:spcPts val="0"/>
              </a:spcAft>
              <a:buClrTx/>
              <a:buSzTx/>
              <a:buFontTx/>
              <a:buNone/>
              <a:tabLst/>
              <a:defRPr/>
            </a:pPr>
            <a:r>
              <a:rPr kumimoji="0" lang="en-US" sz="11500" b="0" i="0" u="none" strike="noStrike" kern="1200" cap="none" spc="0" normalizeH="0" baseline="0" noProof="0" dirty="0">
                <a:ln>
                  <a:noFill/>
                </a:ln>
                <a:solidFill>
                  <a:prstClr val="white"/>
                </a:solidFill>
                <a:effectLst/>
                <a:uLnTx/>
                <a:uFillTx/>
                <a:latin typeface="Helvetica Neue UltraLight" panose="02000206000000020004" pitchFamily="2" charset="0"/>
                <a:ea typeface="Helvetica Neue UltraLight" panose="02000206000000020004" pitchFamily="2" charset="0"/>
                <a:cs typeface="Helvetica Neue" panose="02000503000000020004" pitchFamily="2" charset="0"/>
              </a:rPr>
              <a:t>neoclassical.ai</a:t>
            </a:r>
          </a:p>
          <a:p>
            <a:pPr marL="0" marR="0" lvl="0" indent="0" algn="ctr" defTabSz="914400" rtl="0" eaLnBrk="1" fontAlgn="auto" latinLnBrk="0" hangingPunct="1">
              <a:lnSpc>
                <a:spcPts val="10000"/>
              </a:lnSpc>
              <a:spcBef>
                <a:spcPts val="0"/>
              </a:spcBef>
              <a:spcAft>
                <a:spcPts val="0"/>
              </a:spcAft>
              <a:buClrTx/>
              <a:buSzTx/>
              <a:buFontTx/>
              <a:buNone/>
              <a:tabLst/>
              <a:defRPr/>
            </a:pPr>
            <a:r>
              <a:rPr kumimoji="0" lang="en-US" sz="8000" b="1" i="0" u="none" strike="noStrike" kern="1200" cap="none" spc="0" normalizeH="0" baseline="0" noProof="0" dirty="0">
                <a:ln>
                  <a:noFill/>
                </a:ln>
                <a:solidFill>
                  <a:srgbClr val="FFC000"/>
                </a:solidFill>
                <a:effectLst/>
                <a:uLnTx/>
                <a:uFillTx/>
                <a:latin typeface="Helvetica Neue Medium" panose="02000503000000020004" pitchFamily="2" charset="0"/>
                <a:ea typeface="Helvetica Neue Medium" panose="02000503000000020004" pitchFamily="2" charset="0"/>
                <a:cs typeface="Helvetica Neue Medium" panose="02000503000000020004" pitchFamily="2" charset="0"/>
              </a:rPr>
              <a:t>Cosmic Microwave Background (CMB)</a:t>
            </a:r>
            <a:endParaRPr kumimoji="0" lang="en-US" sz="8000" b="1" i="0" u="none" strike="noStrike" kern="1200" cap="none" spc="0" normalizeH="0" baseline="0" noProof="0" dirty="0">
              <a:ln>
                <a:noFill/>
              </a:ln>
              <a:solidFill>
                <a:srgbClr val="FF8AD8"/>
              </a:solidFill>
              <a:effectLst/>
              <a:uLnTx/>
              <a:uFillTx/>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spTree>
    <p:extLst>
      <p:ext uri="{BB962C8B-B14F-4D97-AF65-F5344CB8AC3E}">
        <p14:creationId xmlns:p14="http://schemas.microsoft.com/office/powerpoint/2010/main" val="21003283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1B552F-D8F6-B044-8E06-2EB1094A18FD}"/>
              </a:ext>
            </a:extLst>
          </p:cNvPr>
          <p:cNvSpPr>
            <a:spLocks noGrp="1"/>
          </p:cNvSpPr>
          <p:nvPr>
            <p:ph type="title"/>
          </p:nvPr>
        </p:nvSpPr>
        <p:spPr/>
        <p:txBody>
          <a:bodyPr/>
          <a:lstStyle/>
          <a:p>
            <a:r>
              <a:rPr lang="en-US" b="1" dirty="0">
                <a:solidFill>
                  <a:schemeClr val="bg1"/>
                </a:solidFill>
              </a:rPr>
              <a:t>CMB in the Point Potential Universe</a:t>
            </a:r>
          </a:p>
        </p:txBody>
      </p:sp>
      <p:sp>
        <p:nvSpPr>
          <p:cNvPr id="3" name="Content Placeholder 2">
            <a:extLst>
              <a:ext uri="{FF2B5EF4-FFF2-40B4-BE49-F238E27FC236}">
                <a16:creationId xmlns:a16="http://schemas.microsoft.com/office/drawing/2014/main" id="{1DE175F9-8032-9042-8A6C-4BC95EA000C3}"/>
              </a:ext>
            </a:extLst>
          </p:cNvPr>
          <p:cNvSpPr>
            <a:spLocks noGrp="1"/>
          </p:cNvSpPr>
          <p:nvPr>
            <p:ph idx="1"/>
          </p:nvPr>
        </p:nvSpPr>
        <p:spPr>
          <a:xfrm>
            <a:off x="838200" y="1295400"/>
            <a:ext cx="10712938" cy="5060950"/>
          </a:xfrm>
        </p:spPr>
        <p:txBody>
          <a:bodyPr>
            <a:normAutofit/>
          </a:bodyPr>
          <a:lstStyle/>
          <a:p>
            <a:r>
              <a:rPr lang="en-US" sz="2400" dirty="0">
                <a:solidFill>
                  <a:schemeClr val="bg1"/>
                </a:solidFill>
              </a:rPr>
              <a:t>What is the source of CMB photons in the Point Potential Universe?</a:t>
            </a:r>
          </a:p>
          <a:p>
            <a:pPr lvl="1"/>
            <a:r>
              <a:rPr lang="en-US" sz="2000" dirty="0">
                <a:solidFill>
                  <a:schemeClr val="bg1"/>
                </a:solidFill>
              </a:rPr>
              <a:t>Spacetime emission decay?</a:t>
            </a:r>
          </a:p>
          <a:p>
            <a:pPr lvl="2"/>
            <a:r>
              <a:rPr lang="en-US" sz="1600" dirty="0">
                <a:solidFill>
                  <a:schemeClr val="bg1"/>
                </a:solidFill>
              </a:rPr>
              <a:t>Are spacetime emission binaries all v &gt; @?</a:t>
            </a:r>
          </a:p>
          <a:p>
            <a:pPr lvl="2"/>
            <a:r>
              <a:rPr lang="en-US" sz="1600" dirty="0">
                <a:solidFill>
                  <a:schemeClr val="bg1"/>
                </a:solidFill>
              </a:rPr>
              <a:t>Emissions that react and cluster in the accretion disk?</a:t>
            </a:r>
          </a:p>
          <a:p>
            <a:pPr lvl="2"/>
            <a:r>
              <a:rPr lang="en-US" sz="1600" dirty="0">
                <a:solidFill>
                  <a:schemeClr val="bg1"/>
                </a:solidFill>
              </a:rPr>
              <a:t>Emissions that react and cluster in the jet termini</a:t>
            </a:r>
          </a:p>
          <a:p>
            <a:pPr lvl="2"/>
            <a:r>
              <a:rPr lang="en-US" sz="1600" dirty="0">
                <a:solidFill>
                  <a:schemeClr val="bg1"/>
                </a:solidFill>
              </a:rPr>
              <a:t>High velocity spacetime emissions via jet or radially that travel farther before decay </a:t>
            </a:r>
          </a:p>
          <a:p>
            <a:pPr lvl="3"/>
            <a:r>
              <a:rPr lang="en-US" sz="1400" dirty="0">
                <a:solidFill>
                  <a:schemeClr val="bg1"/>
                </a:solidFill>
              </a:rPr>
              <a:t>Resulting in a reaction that emits photons, and possibly generates quarks, electrons, and neutrinos?</a:t>
            </a:r>
          </a:p>
          <a:p>
            <a:endParaRPr lang="en-US" sz="2400" dirty="0">
              <a:solidFill>
                <a:schemeClr val="bg1"/>
              </a:solidFill>
            </a:endParaRPr>
          </a:p>
        </p:txBody>
      </p:sp>
      <p:sp>
        <p:nvSpPr>
          <p:cNvPr id="4" name="Footer Placeholder 3">
            <a:extLst>
              <a:ext uri="{FF2B5EF4-FFF2-40B4-BE49-F238E27FC236}">
                <a16:creationId xmlns:a16="http://schemas.microsoft.com/office/drawing/2014/main" id="{AE298B31-1BFF-FA43-BE03-3564E9784C3F}"/>
              </a:ext>
            </a:extLst>
          </p:cNvPr>
          <p:cNvSpPr>
            <a:spLocks noGrp="1"/>
          </p:cNvSpPr>
          <p:nvPr>
            <p:ph type="ftr" sz="quarter" idx="11"/>
          </p:nvPr>
        </p:nvSpPr>
        <p:spPr/>
        <p:txBody>
          <a:bodyPr/>
          <a:lstStyle/>
          <a:p>
            <a:r>
              <a:rPr lang="en-US" dirty="0"/>
              <a:t>J Mark Morris - Model of Nature</a:t>
            </a:r>
          </a:p>
        </p:txBody>
      </p:sp>
    </p:spTree>
    <p:extLst>
      <p:ext uri="{BB962C8B-B14F-4D97-AF65-F5344CB8AC3E}">
        <p14:creationId xmlns:p14="http://schemas.microsoft.com/office/powerpoint/2010/main" val="264742511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a:extLst>
            <a:ext uri="{FF2B5EF4-FFF2-40B4-BE49-F238E27FC236}">
              <a16:creationId xmlns:a16="http://schemas.microsoft.com/office/drawing/2014/main" id="{E8DF4A5C-6079-4B8C-FC05-3D4B456F35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03B87A-0C13-51D6-DDE2-7F40F3B4581A}"/>
              </a:ext>
            </a:extLst>
          </p:cNvPr>
          <p:cNvSpPr>
            <a:spLocks noGrp="1"/>
          </p:cNvSpPr>
          <p:nvPr>
            <p:ph type="title"/>
          </p:nvPr>
        </p:nvSpPr>
        <p:spPr>
          <a:xfrm>
            <a:off x="427880" y="60805"/>
            <a:ext cx="11317628" cy="777875"/>
          </a:xfrm>
        </p:spPr>
        <p:txBody>
          <a:bodyPr>
            <a:normAutofit/>
          </a:bodyPr>
          <a:lstStyle/>
          <a:p>
            <a:pPr algn="ctr"/>
            <a:r>
              <a:rPr lang="en-US" b="1" dirty="0">
                <a:solidFill>
                  <a:schemeClr val="bg1"/>
                </a:solidFill>
              </a:rPr>
              <a:t>CMB Remapped – How to Visualize This?</a:t>
            </a:r>
          </a:p>
        </p:txBody>
      </p:sp>
      <p:sp>
        <p:nvSpPr>
          <p:cNvPr id="3" name="Content Placeholder 2">
            <a:extLst>
              <a:ext uri="{FF2B5EF4-FFF2-40B4-BE49-F238E27FC236}">
                <a16:creationId xmlns:a16="http://schemas.microsoft.com/office/drawing/2014/main" id="{AE75123E-D3DB-3444-F68E-892BD16D3F23}"/>
              </a:ext>
            </a:extLst>
          </p:cNvPr>
          <p:cNvSpPr>
            <a:spLocks noGrp="1"/>
          </p:cNvSpPr>
          <p:nvPr>
            <p:ph idx="1"/>
          </p:nvPr>
        </p:nvSpPr>
        <p:spPr>
          <a:xfrm>
            <a:off x="851213" y="1291822"/>
            <a:ext cx="10712938" cy="1785858"/>
          </a:xfrm>
        </p:spPr>
        <p:txBody>
          <a:bodyPr>
            <a:noAutofit/>
          </a:bodyPr>
          <a:lstStyle/>
          <a:p>
            <a:pPr>
              <a:lnSpc>
                <a:spcPct val="100000"/>
              </a:lnSpc>
              <a:spcBef>
                <a:spcPts val="600"/>
              </a:spcBef>
            </a:pPr>
            <a:r>
              <a:rPr lang="en-US" sz="1600" dirty="0">
                <a:solidFill>
                  <a:schemeClr val="bg1"/>
                </a:solidFill>
              </a:rPr>
              <a:t>The emission of Cosmic Microwave Background (CMB) photons is closely tied to the recombination process.</a:t>
            </a:r>
          </a:p>
          <a:p>
            <a:pPr>
              <a:lnSpc>
                <a:spcPct val="100000"/>
              </a:lnSpc>
              <a:spcBef>
                <a:spcPts val="600"/>
              </a:spcBef>
            </a:pPr>
            <a:r>
              <a:rPr lang="en-US" sz="1600" dirty="0">
                <a:solidFill>
                  <a:schemeClr val="bg1"/>
                </a:solidFill>
              </a:rPr>
              <a:t>The recombination process reaction occurs when local plasma conditions have cooled to ~3000K black body.</a:t>
            </a:r>
          </a:p>
          <a:p>
            <a:pPr>
              <a:lnSpc>
                <a:spcPct val="100000"/>
              </a:lnSpc>
              <a:spcBef>
                <a:spcPts val="600"/>
              </a:spcBef>
            </a:pPr>
            <a:r>
              <a:rPr lang="en-US" sz="1600" dirty="0">
                <a:solidFill>
                  <a:schemeClr val="bg1"/>
                </a:solidFill>
              </a:rPr>
              <a:t>The plasma consists of mostly ionized hydrogen protons and free electrons. </a:t>
            </a:r>
          </a:p>
          <a:p>
            <a:pPr>
              <a:lnSpc>
                <a:spcPct val="100000"/>
              </a:lnSpc>
              <a:spcBef>
                <a:spcPts val="600"/>
              </a:spcBef>
            </a:pPr>
            <a:r>
              <a:rPr lang="en-US" sz="1600" dirty="0">
                <a:solidFill>
                  <a:schemeClr val="bg1"/>
                </a:solidFill>
              </a:rPr>
              <a:t>The nucleosynthesis also created Helium and a trace of Lithium. Free neutrons decay quickly.</a:t>
            </a:r>
          </a:p>
          <a:p>
            <a:pPr>
              <a:lnSpc>
                <a:spcPct val="100000"/>
              </a:lnSpc>
              <a:spcBef>
                <a:spcPts val="600"/>
              </a:spcBef>
            </a:pPr>
            <a:r>
              <a:rPr lang="en-US" sz="1600" dirty="0">
                <a:solidFill>
                  <a:schemeClr val="bg1"/>
                </a:solidFill>
              </a:rPr>
              <a:t>In the reaction a proton and an electron combine to form a neutral hydrogen atom and a TBD frequency photon </a:t>
            </a:r>
          </a:p>
          <a:p>
            <a:pPr>
              <a:lnSpc>
                <a:spcPct val="100000"/>
              </a:lnSpc>
              <a:spcBef>
                <a:spcPts val="600"/>
              </a:spcBef>
            </a:pPr>
            <a:r>
              <a:rPr lang="en-US" sz="1600" dirty="0">
                <a:solidFill>
                  <a:schemeClr val="bg1"/>
                </a:solidFill>
              </a:rPr>
              <a:t>The photons were energetic at emission but redshifted to microwave frequencies at detection.</a:t>
            </a:r>
          </a:p>
          <a:p>
            <a:pPr>
              <a:lnSpc>
                <a:spcPct val="100000"/>
              </a:lnSpc>
              <a:spcBef>
                <a:spcPts val="600"/>
              </a:spcBef>
            </a:pPr>
            <a:r>
              <a:rPr lang="en-US" sz="1600" dirty="0">
                <a:solidFill>
                  <a:schemeClr val="bg1"/>
                </a:solidFill>
              </a:rPr>
              <a:t>The recombination process ontology map must be rearranged</a:t>
            </a:r>
          </a:p>
        </p:txBody>
      </p:sp>
      <p:sp>
        <p:nvSpPr>
          <p:cNvPr id="4" name="Footer Placeholder 3">
            <a:extLst>
              <a:ext uri="{FF2B5EF4-FFF2-40B4-BE49-F238E27FC236}">
                <a16:creationId xmlns:a16="http://schemas.microsoft.com/office/drawing/2014/main" id="{15783EEA-F7C3-BDFC-0B96-57D32B2FC4F1}"/>
              </a:ext>
            </a:extLst>
          </p:cNvPr>
          <p:cNvSpPr>
            <a:spLocks noGrp="1"/>
          </p:cNvSpPr>
          <p:nvPr>
            <p:ph type="ftr" sz="quarter" idx="11"/>
          </p:nvPr>
        </p:nvSpPr>
        <p:spPr>
          <a:xfrm>
            <a:off x="-861468" y="6516912"/>
            <a:ext cx="4114800" cy="365125"/>
          </a:xfrm>
        </p:spPr>
        <p:txBody>
          <a:bodyPr/>
          <a:lstStyle/>
          <a:p>
            <a:r>
              <a:rPr lang="en-US" dirty="0"/>
              <a:t>J Mark Morris – neoclassical.ai</a:t>
            </a:r>
          </a:p>
        </p:txBody>
      </p:sp>
      <p:graphicFrame>
        <p:nvGraphicFramePr>
          <p:cNvPr id="5" name="Table 4">
            <a:extLst>
              <a:ext uri="{FF2B5EF4-FFF2-40B4-BE49-F238E27FC236}">
                <a16:creationId xmlns:a16="http://schemas.microsoft.com/office/drawing/2014/main" id="{4773CBE7-C5C5-F014-181B-F90DD26C685E}"/>
              </a:ext>
            </a:extLst>
          </p:cNvPr>
          <p:cNvGraphicFramePr>
            <a:graphicFrameLocks noGrp="1"/>
          </p:cNvGraphicFramePr>
          <p:nvPr>
            <p:extLst>
              <p:ext uri="{D42A27DB-BD31-4B8C-83A1-F6EECF244321}">
                <p14:modId xmlns:p14="http://schemas.microsoft.com/office/powerpoint/2010/main" val="895952030"/>
              </p:ext>
            </p:extLst>
          </p:nvPr>
        </p:nvGraphicFramePr>
        <p:xfrm>
          <a:off x="372274" y="3780320"/>
          <a:ext cx="12094092" cy="2225040"/>
        </p:xfrm>
        <a:graphic>
          <a:graphicData uri="http://schemas.openxmlformats.org/drawingml/2006/table">
            <a:tbl>
              <a:tblPr firstRow="1" bandRow="1">
                <a:tableStyleId>{5C22544A-7EE6-4342-B048-85BDC9FD1C3A}</a:tableStyleId>
              </a:tblPr>
              <a:tblGrid>
                <a:gridCol w="3541078">
                  <a:extLst>
                    <a:ext uri="{9D8B030D-6E8A-4147-A177-3AD203B41FA5}">
                      <a16:colId xmlns:a16="http://schemas.microsoft.com/office/drawing/2014/main" val="2687519616"/>
                    </a:ext>
                  </a:extLst>
                </a:gridCol>
                <a:gridCol w="8553014">
                  <a:extLst>
                    <a:ext uri="{9D8B030D-6E8A-4147-A177-3AD203B41FA5}">
                      <a16:colId xmlns:a16="http://schemas.microsoft.com/office/drawing/2014/main" val="2277571770"/>
                    </a:ext>
                  </a:extLst>
                </a:gridCol>
              </a:tblGrid>
              <a:tr h="370840">
                <a:tc>
                  <a:txBody>
                    <a:bodyPr/>
                    <a:lstStyle/>
                    <a:p>
                      <a:r>
                        <a:rPr lang="en-US" sz="18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incorrect/convoluted ontology</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US" sz="18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re-interpreted ontology</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3002643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the big bang</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US" sz="1800" dirty="0" err="1">
                          <a:solidFill>
                            <a:schemeClr val="bg1"/>
                          </a:solidFill>
                          <a:latin typeface="Helvetica Neue" panose="02000503000000020004" pitchFamily="2" charset="0"/>
                          <a:ea typeface="Helvetica Neue" panose="02000503000000020004" pitchFamily="2" charset="0"/>
                          <a:cs typeface="Helvetica Neue" panose="02000503000000020004" pitchFamily="2" charset="0"/>
                        </a:rPr>
                        <a:t>smbh</a:t>
                      </a:r>
                      <a:r>
                        <a:rPr lang="en-US" sz="18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 process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311179121"/>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the early universe</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US" sz="18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no early, happens everywhere all the time, steady state universe</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2694608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13.8 B years ago</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US" sz="18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The photons we observe in the CMB traveled for ~13.8B years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3796945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redshift</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US" sz="18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redshift happens but different mechanism and dynamics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1569182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expansion of the universe</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r>
                        <a:rPr lang="en-US" sz="18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fresh spacetime, from SMBH, expands as it dissipates energy</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37543122"/>
                  </a:ext>
                </a:extLst>
              </a:tr>
            </a:tbl>
          </a:graphicData>
        </a:graphic>
      </p:graphicFrame>
    </p:spTree>
    <p:extLst>
      <p:ext uri="{BB962C8B-B14F-4D97-AF65-F5344CB8AC3E}">
        <p14:creationId xmlns:p14="http://schemas.microsoft.com/office/powerpoint/2010/main" val="78869559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1B552F-D8F6-B044-8E06-2EB1094A18FD}"/>
              </a:ext>
            </a:extLst>
          </p:cNvPr>
          <p:cNvSpPr>
            <a:spLocks noGrp="1"/>
          </p:cNvSpPr>
          <p:nvPr>
            <p:ph type="title"/>
          </p:nvPr>
        </p:nvSpPr>
        <p:spPr/>
        <p:txBody>
          <a:bodyPr/>
          <a:lstStyle/>
          <a:p>
            <a:r>
              <a:rPr lang="en-US" dirty="0">
                <a:solidFill>
                  <a:schemeClr val="bg1"/>
                </a:solidFill>
              </a:rPr>
              <a:t>The Farthest Observable Light</a:t>
            </a:r>
          </a:p>
        </p:txBody>
      </p:sp>
      <p:sp>
        <p:nvSpPr>
          <p:cNvPr id="3" name="Content Placeholder 2">
            <a:extLst>
              <a:ext uri="{FF2B5EF4-FFF2-40B4-BE49-F238E27FC236}">
                <a16:creationId xmlns:a16="http://schemas.microsoft.com/office/drawing/2014/main" id="{1DE175F9-8032-9042-8A6C-4BC95EA000C3}"/>
              </a:ext>
            </a:extLst>
          </p:cNvPr>
          <p:cNvSpPr>
            <a:spLocks noGrp="1"/>
          </p:cNvSpPr>
          <p:nvPr>
            <p:ph idx="1"/>
          </p:nvPr>
        </p:nvSpPr>
        <p:spPr>
          <a:xfrm>
            <a:off x="838200" y="1295400"/>
            <a:ext cx="8369808" cy="5060950"/>
          </a:xfrm>
        </p:spPr>
        <p:txBody>
          <a:bodyPr>
            <a:normAutofit/>
          </a:bodyPr>
          <a:lstStyle/>
          <a:p>
            <a:r>
              <a:rPr lang="en-US" sz="2400" dirty="0">
                <a:solidFill>
                  <a:schemeClr val="bg1"/>
                </a:solidFill>
              </a:rPr>
              <a:t>Astrophysicists interpret photon redshift as an indicator of both distance and time.</a:t>
            </a:r>
          </a:p>
          <a:p>
            <a:pPr lvl="1"/>
            <a:r>
              <a:rPr lang="en-US" sz="2000" dirty="0">
                <a:solidFill>
                  <a:schemeClr val="bg1"/>
                </a:solidFill>
              </a:rPr>
              <a:t>Cosmologists teach that the big bang happened everywhere.</a:t>
            </a:r>
          </a:p>
          <a:p>
            <a:pPr lvl="1"/>
            <a:r>
              <a:rPr lang="en-US" sz="2000" dirty="0">
                <a:solidFill>
                  <a:schemeClr val="bg1"/>
                </a:solidFill>
              </a:rPr>
              <a:t>CMB photons are interpreted as plasma remnant of the big bang.</a:t>
            </a:r>
          </a:p>
          <a:p>
            <a:pPr lvl="1"/>
            <a:r>
              <a:rPr lang="en-US" sz="2000" dirty="0">
                <a:solidFill>
                  <a:schemeClr val="bg1"/>
                </a:solidFill>
              </a:rPr>
              <a:t>The universe is predicted to be being 13.8B years old</a:t>
            </a:r>
          </a:p>
          <a:p>
            <a:r>
              <a:rPr lang="en-US" sz="2400" dirty="0">
                <a:solidFill>
                  <a:schemeClr val="bg1"/>
                </a:solidFill>
                <a:latin typeface="medium-content-sans-serif-font"/>
              </a:rPr>
              <a:t>“We see the Universe as it was in the distant past: </a:t>
            </a:r>
            <a:br>
              <a:rPr lang="en-US" sz="2400" dirty="0">
                <a:solidFill>
                  <a:schemeClr val="bg1"/>
                </a:solidFill>
                <a:latin typeface="medium-content-sans-serif-font"/>
              </a:rPr>
            </a:br>
            <a:r>
              <a:rPr lang="en-US" sz="2400" b="1" dirty="0">
                <a:solidFill>
                  <a:schemeClr val="bg1"/>
                </a:solidFill>
                <a:latin typeface="medium-content-sans-serif-font"/>
              </a:rPr>
              <a:t>less structured, hotter, younger, and less evolved</a:t>
            </a:r>
            <a:r>
              <a:rPr lang="en-US" sz="2400" dirty="0">
                <a:solidFill>
                  <a:schemeClr val="bg1"/>
                </a:solidFill>
                <a:latin typeface="medium-content-sans-serif-font"/>
              </a:rPr>
              <a:t>.”</a:t>
            </a:r>
          </a:p>
          <a:p>
            <a:r>
              <a:rPr lang="en-US" sz="2400" dirty="0">
                <a:solidFill>
                  <a:schemeClr val="bg1"/>
                </a:solidFill>
                <a:latin typeface="medium-content-sans-serif-font"/>
              </a:rPr>
              <a:t>They believe universe evolution supports their ontology.</a:t>
            </a:r>
          </a:p>
          <a:p>
            <a:r>
              <a:rPr lang="en-US" sz="2400" dirty="0">
                <a:solidFill>
                  <a:schemeClr val="bg1"/>
                </a:solidFill>
                <a:latin typeface="medium-content-sans-serif-font"/>
              </a:rPr>
              <a:t>How do we straighten this out?</a:t>
            </a:r>
          </a:p>
          <a:p>
            <a:pPr lvl="1"/>
            <a:endParaRPr lang="en-US" sz="2000" dirty="0">
              <a:solidFill>
                <a:schemeClr val="bg1"/>
              </a:solidFill>
            </a:endParaRPr>
          </a:p>
        </p:txBody>
      </p:sp>
      <p:sp>
        <p:nvSpPr>
          <p:cNvPr id="4" name="Footer Placeholder 3">
            <a:extLst>
              <a:ext uri="{FF2B5EF4-FFF2-40B4-BE49-F238E27FC236}">
                <a16:creationId xmlns:a16="http://schemas.microsoft.com/office/drawing/2014/main" id="{AE298B31-1BFF-FA43-BE03-3564E9784C3F}"/>
              </a:ext>
            </a:extLst>
          </p:cNvPr>
          <p:cNvSpPr>
            <a:spLocks noGrp="1"/>
          </p:cNvSpPr>
          <p:nvPr>
            <p:ph type="ftr" sz="quarter" idx="11"/>
          </p:nvPr>
        </p:nvSpPr>
        <p:spPr/>
        <p:txBody>
          <a:bodyPr/>
          <a:lstStyle/>
          <a:p>
            <a:r>
              <a:rPr lang="en-US"/>
              <a:t>J Mark Morris - Model of Nature - April 2019</a:t>
            </a:r>
          </a:p>
        </p:txBody>
      </p:sp>
      <p:pic>
        <p:nvPicPr>
          <p:cNvPr id="6" name="Picture 5" descr="A picture containing indoor, sitting&#10;&#10;Description automatically generated">
            <a:extLst>
              <a:ext uri="{FF2B5EF4-FFF2-40B4-BE49-F238E27FC236}">
                <a16:creationId xmlns:a16="http://schemas.microsoft.com/office/drawing/2014/main" id="{E94A7539-D416-C34D-850E-6C93A13E3E21}"/>
              </a:ext>
            </a:extLst>
          </p:cNvPr>
          <p:cNvPicPr>
            <a:picLocks noChangeAspect="1"/>
          </p:cNvPicPr>
          <p:nvPr/>
        </p:nvPicPr>
        <p:blipFill>
          <a:blip r:embed="rId2"/>
          <a:stretch>
            <a:fillRect/>
          </a:stretch>
        </p:blipFill>
        <p:spPr>
          <a:xfrm>
            <a:off x="9451848" y="159575"/>
            <a:ext cx="2609278" cy="2852611"/>
          </a:xfrm>
          <a:prstGeom prst="rect">
            <a:avLst/>
          </a:prstGeom>
        </p:spPr>
      </p:pic>
      <p:pic>
        <p:nvPicPr>
          <p:cNvPr id="5" name="Picture 4">
            <a:extLst>
              <a:ext uri="{FF2B5EF4-FFF2-40B4-BE49-F238E27FC236}">
                <a16:creationId xmlns:a16="http://schemas.microsoft.com/office/drawing/2014/main" id="{E700FAD4-D3A0-7443-A8F1-73DD958ED1FA}"/>
              </a:ext>
            </a:extLst>
          </p:cNvPr>
          <p:cNvPicPr>
            <a:picLocks noChangeAspect="1"/>
          </p:cNvPicPr>
          <p:nvPr/>
        </p:nvPicPr>
        <p:blipFill>
          <a:blip r:embed="rId3"/>
          <a:stretch>
            <a:fillRect/>
          </a:stretch>
        </p:blipFill>
        <p:spPr>
          <a:xfrm>
            <a:off x="1" y="5298718"/>
            <a:ext cx="2084832" cy="1559281"/>
          </a:xfrm>
          <a:prstGeom prst="rect">
            <a:avLst/>
          </a:prstGeom>
        </p:spPr>
      </p:pic>
      <p:sp>
        <p:nvSpPr>
          <p:cNvPr id="7" name="Rectangle 6">
            <a:extLst>
              <a:ext uri="{FF2B5EF4-FFF2-40B4-BE49-F238E27FC236}">
                <a16:creationId xmlns:a16="http://schemas.microsoft.com/office/drawing/2014/main" id="{C84D7F58-9CF5-3643-BA55-E81DC974A4BF}"/>
              </a:ext>
            </a:extLst>
          </p:cNvPr>
          <p:cNvSpPr/>
          <p:nvPr/>
        </p:nvSpPr>
        <p:spPr>
          <a:xfrm>
            <a:off x="2052924" y="5339694"/>
            <a:ext cx="2084832" cy="1477328"/>
          </a:xfrm>
          <a:prstGeom prst="rect">
            <a:avLst/>
          </a:prstGeom>
        </p:spPr>
        <p:txBody>
          <a:bodyPr wrap="square">
            <a:spAutoFit/>
          </a:bodyPr>
          <a:lstStyle/>
          <a:p>
            <a:pPr algn="just"/>
            <a:r>
              <a:rPr lang="en-US" sz="1000">
                <a:solidFill>
                  <a:schemeClr val="bg1"/>
                </a:solidFill>
                <a:latin typeface="medium-content-sans-serif-font"/>
              </a:rPr>
              <a:t>“The simulated large-scale structure of the Universe shows intricate patterns of clustering that never repeat. But from our perspective, we can only see a finite volume of the Universe. What lies beyond this edge? Image credit: V. </a:t>
            </a:r>
            <a:r>
              <a:rPr lang="en-US" sz="1000" err="1">
                <a:solidFill>
                  <a:schemeClr val="bg1"/>
                </a:solidFill>
                <a:latin typeface="medium-content-sans-serif-font"/>
              </a:rPr>
              <a:t>Springel</a:t>
            </a:r>
            <a:r>
              <a:rPr lang="en-US" sz="1000">
                <a:solidFill>
                  <a:schemeClr val="bg1"/>
                </a:solidFill>
                <a:latin typeface="medium-content-sans-serif-font"/>
              </a:rPr>
              <a:t> et al., MPA </a:t>
            </a:r>
            <a:r>
              <a:rPr lang="en-US" sz="1000" err="1">
                <a:solidFill>
                  <a:schemeClr val="bg1"/>
                </a:solidFill>
                <a:latin typeface="medium-content-sans-serif-font"/>
              </a:rPr>
              <a:t>Garching</a:t>
            </a:r>
            <a:r>
              <a:rPr lang="en-US" sz="1000">
                <a:solidFill>
                  <a:schemeClr val="bg1"/>
                </a:solidFill>
                <a:latin typeface="medium-content-sans-serif-font"/>
              </a:rPr>
              <a:t>, and the </a:t>
            </a:r>
            <a:r>
              <a:rPr lang="en-US" sz="1000" err="1">
                <a:solidFill>
                  <a:schemeClr val="bg1"/>
                </a:solidFill>
                <a:latin typeface="medium-content-sans-serif-font"/>
              </a:rPr>
              <a:t>Millenium</a:t>
            </a:r>
            <a:r>
              <a:rPr lang="en-US" sz="1000">
                <a:solidFill>
                  <a:schemeClr val="bg1"/>
                </a:solidFill>
                <a:latin typeface="medium-content-sans-serif-font"/>
              </a:rPr>
              <a:t> Simulation.”</a:t>
            </a:r>
            <a:endParaRPr lang="en-US" sz="1000">
              <a:solidFill>
                <a:schemeClr val="bg1"/>
              </a:solidFill>
            </a:endParaRPr>
          </a:p>
        </p:txBody>
      </p:sp>
      <p:pic>
        <p:nvPicPr>
          <p:cNvPr id="11" name="Picture 10">
            <a:extLst>
              <a:ext uri="{FF2B5EF4-FFF2-40B4-BE49-F238E27FC236}">
                <a16:creationId xmlns:a16="http://schemas.microsoft.com/office/drawing/2014/main" id="{D6D3A10F-494A-7149-86FA-C5ED99D10157}"/>
              </a:ext>
            </a:extLst>
          </p:cNvPr>
          <p:cNvPicPr>
            <a:picLocks noChangeAspect="1"/>
          </p:cNvPicPr>
          <p:nvPr/>
        </p:nvPicPr>
        <p:blipFill>
          <a:blip r:embed="rId4"/>
          <a:stretch>
            <a:fillRect/>
          </a:stretch>
        </p:blipFill>
        <p:spPr>
          <a:xfrm>
            <a:off x="8650147" y="4526280"/>
            <a:ext cx="3541853" cy="2331720"/>
          </a:xfrm>
          <a:prstGeom prst="rect">
            <a:avLst/>
          </a:prstGeom>
        </p:spPr>
      </p:pic>
      <p:sp>
        <p:nvSpPr>
          <p:cNvPr id="12" name="Rectangle 11">
            <a:extLst>
              <a:ext uri="{FF2B5EF4-FFF2-40B4-BE49-F238E27FC236}">
                <a16:creationId xmlns:a16="http://schemas.microsoft.com/office/drawing/2014/main" id="{FAD476C3-1A78-A44D-90CC-D49594AEA5EC}"/>
              </a:ext>
            </a:extLst>
          </p:cNvPr>
          <p:cNvSpPr/>
          <p:nvPr/>
        </p:nvSpPr>
        <p:spPr>
          <a:xfrm>
            <a:off x="8918181" y="3588306"/>
            <a:ext cx="3142945" cy="861774"/>
          </a:xfrm>
          <a:prstGeom prst="rect">
            <a:avLst/>
          </a:prstGeom>
        </p:spPr>
        <p:txBody>
          <a:bodyPr wrap="square">
            <a:spAutoFit/>
          </a:bodyPr>
          <a:lstStyle/>
          <a:p>
            <a:pPr algn="just"/>
            <a:r>
              <a:rPr lang="en-US" sz="1000">
                <a:solidFill>
                  <a:schemeClr val="bg1"/>
                </a:solidFill>
                <a:latin typeface="medium-content-sans-serif-font"/>
              </a:rPr>
              <a:t>“Nearby, the stars and galaxies we see look very much like our own. But as we look farther away, we see the Universe as it was in the distant past: less structured, hotter, younger, and less evolved. Image credit: NASA, ESA, and A. </a:t>
            </a:r>
            <a:r>
              <a:rPr lang="en-US" sz="1000" err="1">
                <a:solidFill>
                  <a:schemeClr val="bg1"/>
                </a:solidFill>
                <a:latin typeface="medium-content-sans-serif-font"/>
              </a:rPr>
              <a:t>Feild</a:t>
            </a:r>
            <a:r>
              <a:rPr lang="en-US" sz="1000">
                <a:solidFill>
                  <a:schemeClr val="bg1"/>
                </a:solidFill>
                <a:latin typeface="medium-content-sans-serif-font"/>
              </a:rPr>
              <a:t> (</a:t>
            </a:r>
            <a:r>
              <a:rPr lang="en-US" sz="1000" err="1">
                <a:solidFill>
                  <a:schemeClr val="bg1"/>
                </a:solidFill>
                <a:latin typeface="medium-content-sans-serif-font"/>
              </a:rPr>
              <a:t>STScI</a:t>
            </a:r>
            <a:r>
              <a:rPr lang="en-US" sz="1000">
                <a:solidFill>
                  <a:schemeClr val="bg1"/>
                </a:solidFill>
                <a:latin typeface="medium-content-sans-serif-font"/>
              </a:rPr>
              <a:t>).”</a:t>
            </a:r>
          </a:p>
        </p:txBody>
      </p:sp>
    </p:spTree>
    <p:extLst>
      <p:ext uri="{BB962C8B-B14F-4D97-AF65-F5344CB8AC3E}">
        <p14:creationId xmlns:p14="http://schemas.microsoft.com/office/powerpoint/2010/main" val="423139335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1B552F-D8F6-B044-8E06-2EB1094A18FD}"/>
              </a:ext>
            </a:extLst>
          </p:cNvPr>
          <p:cNvSpPr>
            <a:spLocks noGrp="1"/>
          </p:cNvSpPr>
          <p:nvPr>
            <p:ph type="title"/>
          </p:nvPr>
        </p:nvSpPr>
        <p:spPr/>
        <p:txBody>
          <a:bodyPr/>
          <a:lstStyle/>
          <a:p>
            <a:r>
              <a:rPr lang="en-US" b="1" dirty="0">
                <a:solidFill>
                  <a:schemeClr val="bg1"/>
                </a:solidFill>
              </a:rPr>
              <a:t>The Farthest Light (Better Story?)</a:t>
            </a:r>
          </a:p>
        </p:txBody>
      </p:sp>
      <p:sp>
        <p:nvSpPr>
          <p:cNvPr id="3" name="Content Placeholder 2">
            <a:extLst>
              <a:ext uri="{FF2B5EF4-FFF2-40B4-BE49-F238E27FC236}">
                <a16:creationId xmlns:a16="http://schemas.microsoft.com/office/drawing/2014/main" id="{1DE175F9-8032-9042-8A6C-4BC95EA000C3}"/>
              </a:ext>
            </a:extLst>
          </p:cNvPr>
          <p:cNvSpPr>
            <a:spLocks noGrp="1"/>
          </p:cNvSpPr>
          <p:nvPr>
            <p:ph idx="1"/>
          </p:nvPr>
        </p:nvSpPr>
        <p:spPr>
          <a:xfrm>
            <a:off x="838200" y="1295400"/>
            <a:ext cx="8115300" cy="5060950"/>
          </a:xfrm>
        </p:spPr>
        <p:txBody>
          <a:bodyPr>
            <a:normAutofit/>
          </a:bodyPr>
          <a:lstStyle/>
          <a:p>
            <a:r>
              <a:rPr lang="en-US" sz="2400" dirty="0">
                <a:solidFill>
                  <a:schemeClr val="bg1"/>
                </a:solidFill>
              </a:rPr>
              <a:t>Cosmological redshift is caused by photons losing energy very slowly and continuously to spacetime aether that is itself dissipating energy.</a:t>
            </a:r>
          </a:p>
          <a:p>
            <a:r>
              <a:rPr lang="en-US" sz="2400" dirty="0">
                <a:solidFill>
                  <a:schemeClr val="bg1"/>
                </a:solidFill>
              </a:rPr>
              <a:t>The universe is a continuous recycling system</a:t>
            </a:r>
          </a:p>
          <a:p>
            <a:pPr lvl="1"/>
            <a:r>
              <a:rPr lang="en-US" sz="2000" dirty="0">
                <a:solidFill>
                  <a:schemeClr val="bg1"/>
                </a:solidFill>
              </a:rPr>
              <a:t>Standard model particle assemblies form from spacetime emitted by SMBH.</a:t>
            </a:r>
          </a:p>
          <a:p>
            <a:pPr lvl="1"/>
            <a:r>
              <a:rPr lang="en-US" sz="2000" dirty="0">
                <a:solidFill>
                  <a:schemeClr val="bg1"/>
                </a:solidFill>
              </a:rPr>
              <a:t>Spacetime assemblies interact with fermionic matter, via what we call gravity.</a:t>
            </a:r>
          </a:p>
          <a:p>
            <a:pPr lvl="1"/>
            <a:r>
              <a:rPr lang="en-US" sz="2000" dirty="0">
                <a:solidFill>
                  <a:schemeClr val="bg1"/>
                </a:solidFill>
              </a:rPr>
              <a:t>There is an inexorable tug back towards the SMBH.</a:t>
            </a:r>
          </a:p>
          <a:p>
            <a:r>
              <a:rPr lang="en-US" sz="2400" dirty="0">
                <a:solidFill>
                  <a:schemeClr val="bg1"/>
                </a:solidFill>
              </a:rPr>
              <a:t>The age of the universe is unknown, because this is a continuous cycle.﻿</a:t>
            </a:r>
          </a:p>
        </p:txBody>
      </p:sp>
      <p:sp>
        <p:nvSpPr>
          <p:cNvPr id="4" name="Footer Placeholder 3">
            <a:extLst>
              <a:ext uri="{FF2B5EF4-FFF2-40B4-BE49-F238E27FC236}">
                <a16:creationId xmlns:a16="http://schemas.microsoft.com/office/drawing/2014/main" id="{AE298B31-1BFF-FA43-BE03-3564E9784C3F}"/>
              </a:ext>
            </a:extLst>
          </p:cNvPr>
          <p:cNvSpPr>
            <a:spLocks noGrp="1"/>
          </p:cNvSpPr>
          <p:nvPr>
            <p:ph type="ftr" sz="quarter" idx="11"/>
          </p:nvPr>
        </p:nvSpPr>
        <p:spPr/>
        <p:txBody>
          <a:bodyPr/>
          <a:lstStyle/>
          <a:p>
            <a:r>
              <a:rPr lang="en-US"/>
              <a:t>J Mark Morris - Model of Nature - March 2019</a:t>
            </a:r>
          </a:p>
        </p:txBody>
      </p:sp>
      <p:pic>
        <p:nvPicPr>
          <p:cNvPr id="6" name="Picture 5" descr="A picture containing indoor, sitting&#10;&#10;Description automatically generated">
            <a:extLst>
              <a:ext uri="{FF2B5EF4-FFF2-40B4-BE49-F238E27FC236}">
                <a16:creationId xmlns:a16="http://schemas.microsoft.com/office/drawing/2014/main" id="{E94A7539-D416-C34D-850E-6C93A13E3E21}"/>
              </a:ext>
            </a:extLst>
          </p:cNvPr>
          <p:cNvPicPr>
            <a:picLocks noChangeAspect="1"/>
          </p:cNvPicPr>
          <p:nvPr/>
        </p:nvPicPr>
        <p:blipFill>
          <a:blip r:embed="rId2"/>
          <a:stretch>
            <a:fillRect/>
          </a:stretch>
        </p:blipFill>
        <p:spPr>
          <a:xfrm>
            <a:off x="9171242" y="2002694"/>
            <a:ext cx="2609278" cy="2852611"/>
          </a:xfrm>
          <a:prstGeom prst="rect">
            <a:avLst/>
          </a:prstGeom>
        </p:spPr>
      </p:pic>
    </p:spTree>
    <p:extLst>
      <p:ext uri="{BB962C8B-B14F-4D97-AF65-F5344CB8AC3E}">
        <p14:creationId xmlns:p14="http://schemas.microsoft.com/office/powerpoint/2010/main" val="415686259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1B552F-D8F6-B044-8E06-2EB1094A18FD}"/>
              </a:ext>
            </a:extLst>
          </p:cNvPr>
          <p:cNvSpPr>
            <a:spLocks noGrp="1"/>
          </p:cNvSpPr>
          <p:nvPr>
            <p:ph type="title"/>
          </p:nvPr>
        </p:nvSpPr>
        <p:spPr/>
        <p:txBody>
          <a:bodyPr/>
          <a:lstStyle/>
          <a:p>
            <a:r>
              <a:rPr lang="en-US" b="1" dirty="0">
                <a:solidFill>
                  <a:schemeClr val="bg1"/>
                </a:solidFill>
              </a:rPr>
              <a:t>Tracing Newly Recycled Spacetime</a:t>
            </a:r>
          </a:p>
        </p:txBody>
      </p:sp>
      <p:sp>
        <p:nvSpPr>
          <p:cNvPr id="3" name="Content Placeholder 2">
            <a:extLst>
              <a:ext uri="{FF2B5EF4-FFF2-40B4-BE49-F238E27FC236}">
                <a16:creationId xmlns:a16="http://schemas.microsoft.com/office/drawing/2014/main" id="{1DE175F9-8032-9042-8A6C-4BC95EA000C3}"/>
              </a:ext>
            </a:extLst>
          </p:cNvPr>
          <p:cNvSpPr>
            <a:spLocks noGrp="1"/>
          </p:cNvSpPr>
          <p:nvPr>
            <p:ph idx="1"/>
          </p:nvPr>
        </p:nvSpPr>
        <p:spPr>
          <a:xfrm>
            <a:off x="457200" y="1295400"/>
            <a:ext cx="11237976" cy="5060950"/>
          </a:xfrm>
        </p:spPr>
        <p:txBody>
          <a:bodyPr>
            <a:normAutofit/>
          </a:bodyPr>
          <a:lstStyle/>
          <a:p>
            <a:r>
              <a:rPr lang="en-US" b="1" dirty="0">
                <a:solidFill>
                  <a:srgbClr val="FF0000"/>
                </a:solidFill>
              </a:rPr>
              <a:t>I have been duped by the “accretion disk is detritus” thinking.</a:t>
            </a:r>
          </a:p>
          <a:p>
            <a:r>
              <a:rPr lang="en-US" dirty="0">
                <a:solidFill>
                  <a:schemeClr val="bg1"/>
                </a:solidFill>
              </a:rPr>
              <a:t>What is the ontology and taxonomy of newly recycled spacetime?</a:t>
            </a:r>
          </a:p>
          <a:p>
            <a:r>
              <a:rPr lang="en-US" dirty="0">
                <a:solidFill>
                  <a:schemeClr val="bg1"/>
                </a:solidFill>
              </a:rPr>
              <a:t>How do we characterize spacetime emitted from an SMBH?</a:t>
            </a:r>
          </a:p>
          <a:p>
            <a:pPr lvl="1"/>
            <a:r>
              <a:rPr lang="en-US" dirty="0">
                <a:solidFill>
                  <a:schemeClr val="bg1"/>
                </a:solidFill>
              </a:rPr>
              <a:t>By mechanism — jet, accretion disk destined, escape</a:t>
            </a:r>
          </a:p>
          <a:p>
            <a:pPr lvl="1"/>
            <a:r>
              <a:rPr lang="en-US" dirty="0">
                <a:solidFill>
                  <a:schemeClr val="bg1"/>
                </a:solidFill>
              </a:rPr>
              <a:t>Modeling and simulation (mass, spin, </a:t>
            </a:r>
            <a:r>
              <a:rPr lang="en-US" dirty="0" err="1">
                <a:solidFill>
                  <a:schemeClr val="bg1"/>
                </a:solidFill>
              </a:rPr>
              <a:t>etc</a:t>
            </a:r>
            <a:r>
              <a:rPr lang="en-US" dirty="0">
                <a:solidFill>
                  <a:schemeClr val="bg1"/>
                </a:solidFill>
              </a:rPr>
              <a:t>) of various emission mechanisms</a:t>
            </a:r>
          </a:p>
          <a:p>
            <a:pPr lvl="1"/>
            <a:r>
              <a:rPr lang="en-US" dirty="0">
                <a:solidFill>
                  <a:schemeClr val="bg1"/>
                </a:solidFill>
              </a:rPr>
              <a:t>Spacetime flow rate — moles, energy, velocity</a:t>
            </a:r>
          </a:p>
          <a:p>
            <a:pPr lvl="1"/>
            <a:r>
              <a:rPr lang="en-US" dirty="0">
                <a:solidFill>
                  <a:schemeClr val="bg1"/>
                </a:solidFill>
              </a:rPr>
              <a:t>Radiation type and rate</a:t>
            </a:r>
          </a:p>
          <a:p>
            <a:pPr lvl="1"/>
            <a:r>
              <a:rPr lang="en-US" dirty="0">
                <a:solidFill>
                  <a:schemeClr val="bg1"/>
                </a:solidFill>
              </a:rPr>
              <a:t>Matter production across the scales from standard model to new stars</a:t>
            </a:r>
          </a:p>
          <a:p>
            <a:r>
              <a:rPr lang="en-US" dirty="0">
                <a:solidFill>
                  <a:schemeClr val="bg1"/>
                </a:solidFill>
              </a:rPr>
              <a:t>How do these mechanisms map to phases of the big bang?</a:t>
            </a:r>
          </a:p>
          <a:p>
            <a:endParaRPr lang="en-US" dirty="0">
              <a:solidFill>
                <a:schemeClr val="bg1"/>
              </a:solidFill>
            </a:endParaRPr>
          </a:p>
        </p:txBody>
      </p:sp>
      <p:sp>
        <p:nvSpPr>
          <p:cNvPr id="4" name="Footer Placeholder 3">
            <a:extLst>
              <a:ext uri="{FF2B5EF4-FFF2-40B4-BE49-F238E27FC236}">
                <a16:creationId xmlns:a16="http://schemas.microsoft.com/office/drawing/2014/main" id="{AE298B31-1BFF-FA43-BE03-3564E9784C3F}"/>
              </a:ext>
            </a:extLst>
          </p:cNvPr>
          <p:cNvSpPr>
            <a:spLocks noGrp="1"/>
          </p:cNvSpPr>
          <p:nvPr>
            <p:ph type="ftr" sz="quarter" idx="11"/>
          </p:nvPr>
        </p:nvSpPr>
        <p:spPr/>
        <p:txBody>
          <a:bodyPr/>
          <a:lstStyle/>
          <a:p>
            <a:r>
              <a:rPr lang="en-US" dirty="0"/>
              <a:t>J Mark Morris - Model of Nature </a:t>
            </a:r>
          </a:p>
        </p:txBody>
      </p:sp>
    </p:spTree>
    <p:extLst>
      <p:ext uri="{BB962C8B-B14F-4D97-AF65-F5344CB8AC3E}">
        <p14:creationId xmlns:p14="http://schemas.microsoft.com/office/powerpoint/2010/main" val="370988608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a:extLst>
            <a:ext uri="{FF2B5EF4-FFF2-40B4-BE49-F238E27FC236}">
              <a16:creationId xmlns:a16="http://schemas.microsoft.com/office/drawing/2014/main" id="{C1B70BE5-0249-232D-7142-E8E106AE73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4DEF15-FA58-E281-8E81-32A25EB1D6E9}"/>
              </a:ext>
            </a:extLst>
          </p:cNvPr>
          <p:cNvSpPr>
            <a:spLocks noGrp="1"/>
          </p:cNvSpPr>
          <p:nvPr>
            <p:ph type="title"/>
          </p:nvPr>
        </p:nvSpPr>
        <p:spPr>
          <a:xfrm>
            <a:off x="0" y="1"/>
            <a:ext cx="12191999" cy="914400"/>
          </a:xfrm>
        </p:spPr>
        <p:txBody>
          <a:bodyPr>
            <a:normAutofit/>
          </a:bodyPr>
          <a:lstStyle/>
          <a:p>
            <a:pPr algn="ctr"/>
            <a:r>
              <a:rPr lang="en-US"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Dr. Becky on The Search for the First Stars</a:t>
            </a:r>
          </a:p>
        </p:txBody>
      </p:sp>
      <p:sp>
        <p:nvSpPr>
          <p:cNvPr id="3" name="Content Placeholder 2">
            <a:extLst>
              <a:ext uri="{FF2B5EF4-FFF2-40B4-BE49-F238E27FC236}">
                <a16:creationId xmlns:a16="http://schemas.microsoft.com/office/drawing/2014/main" id="{7C807B0E-F8B7-CF32-5CDF-9E9631A6B1BE}"/>
              </a:ext>
            </a:extLst>
          </p:cNvPr>
          <p:cNvSpPr>
            <a:spLocks noGrp="1"/>
          </p:cNvSpPr>
          <p:nvPr>
            <p:ph idx="1"/>
          </p:nvPr>
        </p:nvSpPr>
        <p:spPr>
          <a:xfrm>
            <a:off x="302028" y="1207567"/>
            <a:ext cx="11587942" cy="5311832"/>
          </a:xfrm>
        </p:spPr>
        <p:txBody>
          <a:bodyPr>
            <a:noAutofit/>
          </a:bodyPr>
          <a:lstStyle/>
          <a:p>
            <a:pPr>
              <a:lnSpc>
                <a:spcPct val="80000"/>
              </a:lnSpc>
            </a:pPr>
            <a:r>
              <a:rPr lang="en-US" sz="1600" dirty="0">
                <a:solidFill>
                  <a:schemeClr val="bg1"/>
                </a:solidFill>
                <a:highlight>
                  <a:srgbClr val="008080"/>
                </a:highlight>
                <a:latin typeface="Helvetica Neue" panose="02000503000000020004" pitchFamily="2" charset="0"/>
                <a:ea typeface="Helvetica Neue" panose="02000503000000020004" pitchFamily="2" charset="0"/>
                <a:cs typeface="Helvetica Neue" panose="02000503000000020004" pitchFamily="2" charset="0"/>
              </a:rPr>
              <a:t>This is a true conundrum of an argument LCDM is dealing with.  How can point potential theory straighten this out?</a:t>
            </a:r>
          </a:p>
          <a:p>
            <a:pPr lvl="1">
              <a:lnSpc>
                <a:spcPct val="80000"/>
              </a:lnSpc>
            </a:pPr>
            <a:r>
              <a:rPr lang="en-US" sz="1200" dirty="0">
                <a:solidFill>
                  <a:schemeClr val="bg1"/>
                </a:solidFill>
                <a:highlight>
                  <a:srgbClr val="008080"/>
                </a:highlight>
                <a:latin typeface="Helvetica Neue" panose="02000503000000020004" pitchFamily="2" charset="0"/>
                <a:ea typeface="Helvetica Neue" panose="02000503000000020004" pitchFamily="2" charset="0"/>
                <a:cs typeface="Helvetica Neue" panose="02000503000000020004" pitchFamily="2" charset="0"/>
              </a:rPr>
              <a:t>If I am understanding this correctly this period of LCDM universe history has never been observed?  Does this happen before or after the CMB? Ask Ai.</a:t>
            </a:r>
          </a:p>
          <a:p>
            <a:pPr>
              <a:lnSpc>
                <a:spcPct val="80000"/>
              </a:lnSpc>
            </a:pP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An unanswered question in the LCDM model is “when did the first stars (population III) form in the universe?”</a:t>
            </a:r>
          </a:p>
          <a:p>
            <a:pPr>
              <a:lnSpc>
                <a:spcPct val="80000"/>
              </a:lnSpc>
            </a:pP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The primary ionization epoch, BB+200ka-400ka leads to recombination into H (75%) and He (25%) and photons can escape the formerly ionized plasma.</a:t>
            </a:r>
          </a:p>
          <a:p>
            <a:pPr>
              <a:lnSpc>
                <a:spcPct val="80000"/>
              </a:lnSpc>
            </a:pP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The recombination epoch BB+380ka creates CMB photons which bounce around in the ionized H and He</a:t>
            </a:r>
          </a:p>
          <a:p>
            <a:pPr>
              <a:lnSpc>
                <a:spcPct val="80000"/>
              </a:lnSpc>
            </a:pP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The photon decoupling epoch immediately follows recombination. CMB photons can now begin their journey in spacetime.</a:t>
            </a:r>
          </a:p>
          <a:p>
            <a:pPr>
              <a:lnSpc>
                <a:spcPct val="80000"/>
              </a:lnSpc>
            </a:pP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The reionization epoch (BB+150ma-1ga) results in the dark ages and the formation of the first stars. CMB scattering.</a:t>
            </a:r>
          </a:p>
          <a:p>
            <a:pPr>
              <a:lnSpc>
                <a:spcPct val="80000"/>
              </a:lnSpc>
            </a:pP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LCDM predicts that first stars (BB+200ma:400ma) would be 1k to 10k heavier, hotter, and brighter than later stars.</a:t>
            </a:r>
          </a:p>
          <a:p>
            <a:pPr>
              <a:lnSpc>
                <a:spcPct val="80000"/>
              </a:lnSpc>
            </a:pP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LCDM predicts that first stars burn faster yielding shorter lifetimes. They emit abundant UV light.  21 cm wavelength.</a:t>
            </a:r>
          </a:p>
          <a:p>
            <a:pPr>
              <a:lnSpc>
                <a:spcPct val="80000"/>
              </a:lnSpc>
            </a:pP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The UV photons transforms the BB universe into the reionization epoch. </a:t>
            </a:r>
          </a:p>
          <a:p>
            <a:pPr>
              <a:lnSpc>
                <a:spcPct val="80000"/>
              </a:lnSpc>
            </a:pP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The goal is to observe an LCDM predicted </a:t>
            </a:r>
            <a:r>
              <a:rPr lang="en-US" sz="16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period</a:t>
            </a: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 in the universe history when photons emit from the first Hydrogen stars.</a:t>
            </a:r>
          </a:p>
          <a:p>
            <a:pPr>
              <a:lnSpc>
                <a:spcPct val="80000"/>
              </a:lnSpc>
            </a:pP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The taxonomy of photon emission spectrum from the nuclear reaction of a star is well understood.</a:t>
            </a:r>
          </a:p>
          <a:p>
            <a:pPr>
              <a:lnSpc>
                <a:spcPct val="80000"/>
              </a:lnSpc>
            </a:pP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The observed spectrum sought must have very low metallicity, i.e., trace elements above Helium.  Dated via redshift.</a:t>
            </a:r>
          </a:p>
          <a:p>
            <a:pPr>
              <a:lnSpc>
                <a:spcPct val="80000"/>
              </a:lnSpc>
            </a:pP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Stars from later epochs are less massy have formed faster, since metals cool Hydrogen. Spectrum includes metal lines. </a:t>
            </a:r>
          </a:p>
          <a:p>
            <a:pPr>
              <a:lnSpc>
                <a:spcPct val="80000"/>
              </a:lnSpc>
            </a:pPr>
            <a:endPar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a:p>
            <a:pPr>
              <a:lnSpc>
                <a:spcPct val="80000"/>
              </a:lnSpc>
            </a:pPr>
            <a:endPar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p:txBody>
      </p:sp>
      <p:pic>
        <p:nvPicPr>
          <p:cNvPr id="4" name="Picture 3">
            <a:extLst>
              <a:ext uri="{FF2B5EF4-FFF2-40B4-BE49-F238E27FC236}">
                <a16:creationId xmlns:a16="http://schemas.microsoft.com/office/drawing/2014/main" id="{E6FB66DC-F092-F3F8-722D-4797AAE2D777}"/>
              </a:ext>
            </a:extLst>
          </p:cNvPr>
          <p:cNvPicPr>
            <a:picLocks noChangeAspect="1"/>
          </p:cNvPicPr>
          <p:nvPr/>
        </p:nvPicPr>
        <p:blipFill>
          <a:blip r:embed="rId2"/>
          <a:stretch>
            <a:fillRect/>
          </a:stretch>
        </p:blipFill>
        <p:spPr>
          <a:xfrm>
            <a:off x="12192000" y="0"/>
            <a:ext cx="4900722" cy="6858000"/>
          </a:xfrm>
          <a:prstGeom prst="rect">
            <a:avLst/>
          </a:prstGeom>
        </p:spPr>
      </p:pic>
      <p:pic>
        <p:nvPicPr>
          <p:cNvPr id="5" name="Picture 4">
            <a:extLst>
              <a:ext uri="{FF2B5EF4-FFF2-40B4-BE49-F238E27FC236}">
                <a16:creationId xmlns:a16="http://schemas.microsoft.com/office/drawing/2014/main" id="{4435903B-5BDB-7347-FA1F-B854563C7D54}"/>
              </a:ext>
            </a:extLst>
          </p:cNvPr>
          <p:cNvPicPr>
            <a:picLocks noChangeAspect="1"/>
          </p:cNvPicPr>
          <p:nvPr/>
        </p:nvPicPr>
        <p:blipFill>
          <a:blip r:embed="rId3"/>
          <a:stretch>
            <a:fillRect/>
          </a:stretch>
        </p:blipFill>
        <p:spPr>
          <a:xfrm>
            <a:off x="-7770091" y="-1"/>
            <a:ext cx="7770091" cy="6858000"/>
          </a:xfrm>
          <a:prstGeom prst="rect">
            <a:avLst/>
          </a:prstGeom>
        </p:spPr>
      </p:pic>
      <p:pic>
        <p:nvPicPr>
          <p:cNvPr id="7" name="Picture 6">
            <a:extLst>
              <a:ext uri="{FF2B5EF4-FFF2-40B4-BE49-F238E27FC236}">
                <a16:creationId xmlns:a16="http://schemas.microsoft.com/office/drawing/2014/main" id="{FD501FDC-455C-34BB-4428-29C348D6D20B}"/>
              </a:ext>
            </a:extLst>
          </p:cNvPr>
          <p:cNvPicPr>
            <a:picLocks noChangeAspect="1"/>
          </p:cNvPicPr>
          <p:nvPr/>
        </p:nvPicPr>
        <p:blipFill>
          <a:blip r:embed="rId4"/>
          <a:stretch>
            <a:fillRect/>
          </a:stretch>
        </p:blipFill>
        <p:spPr>
          <a:xfrm>
            <a:off x="2367338" y="-7004582"/>
            <a:ext cx="6941507" cy="6858000"/>
          </a:xfrm>
          <a:prstGeom prst="rect">
            <a:avLst/>
          </a:prstGeom>
        </p:spPr>
      </p:pic>
    </p:spTree>
    <p:extLst>
      <p:ext uri="{BB962C8B-B14F-4D97-AF65-F5344CB8AC3E}">
        <p14:creationId xmlns:p14="http://schemas.microsoft.com/office/powerpoint/2010/main" val="236390593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a:extLst>
            <a:ext uri="{FF2B5EF4-FFF2-40B4-BE49-F238E27FC236}">
              <a16:creationId xmlns:a16="http://schemas.microsoft.com/office/drawing/2014/main" id="{DB0FEC5F-DCF3-F1DB-97B9-C64BFC08B9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1AC91B-9D74-6EAB-73B6-B4C289B41A3F}"/>
              </a:ext>
            </a:extLst>
          </p:cNvPr>
          <p:cNvSpPr>
            <a:spLocks noGrp="1"/>
          </p:cNvSpPr>
          <p:nvPr>
            <p:ph type="title"/>
          </p:nvPr>
        </p:nvSpPr>
        <p:spPr>
          <a:xfrm>
            <a:off x="0" y="1"/>
            <a:ext cx="12191999" cy="914400"/>
          </a:xfrm>
        </p:spPr>
        <p:txBody>
          <a:bodyPr>
            <a:normAutofit/>
          </a:bodyPr>
          <a:lstStyle/>
          <a:p>
            <a:pPr algn="ctr"/>
            <a:r>
              <a:rPr lang="en-US"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Learnings about CMB</a:t>
            </a:r>
          </a:p>
        </p:txBody>
      </p:sp>
      <p:sp>
        <p:nvSpPr>
          <p:cNvPr id="3" name="Content Placeholder 2">
            <a:extLst>
              <a:ext uri="{FF2B5EF4-FFF2-40B4-BE49-F238E27FC236}">
                <a16:creationId xmlns:a16="http://schemas.microsoft.com/office/drawing/2014/main" id="{AF8E0DED-4BE4-A263-25C5-5FF6E433BE18}"/>
              </a:ext>
            </a:extLst>
          </p:cNvPr>
          <p:cNvSpPr>
            <a:spLocks noGrp="1"/>
          </p:cNvSpPr>
          <p:nvPr>
            <p:ph idx="1"/>
          </p:nvPr>
        </p:nvSpPr>
        <p:spPr>
          <a:xfrm>
            <a:off x="302028" y="1207567"/>
            <a:ext cx="11587942" cy="5311832"/>
          </a:xfrm>
        </p:spPr>
        <p:txBody>
          <a:bodyPr>
            <a:noAutofit/>
          </a:bodyPr>
          <a:lstStyle/>
          <a:p>
            <a:pPr>
              <a:lnSpc>
                <a:spcPct val="80000"/>
              </a:lnSpc>
            </a:pPr>
            <a:r>
              <a:rPr lang="en-US" sz="20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Emitted at end of recombination (look up time frame chart)</a:t>
            </a:r>
          </a:p>
          <a:p>
            <a:pPr>
              <a:lnSpc>
                <a:spcPct val="80000"/>
              </a:lnSpc>
            </a:pPr>
            <a:r>
              <a:rPr lang="en-US" sz="20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The CMB is a perfect black body spectrum when received.</a:t>
            </a:r>
          </a:p>
          <a:p>
            <a:pPr lvl="1">
              <a:lnSpc>
                <a:spcPct val="80000"/>
              </a:lnSpc>
            </a:pP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Black body temperature is around 2.7K (look up more specific numbers)</a:t>
            </a:r>
          </a:p>
          <a:p>
            <a:pPr lvl="1">
              <a:lnSpc>
                <a:spcPct val="80000"/>
              </a:lnSpc>
            </a:pP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Peak power spectrum frequencies received were are in the microwave band.</a:t>
            </a:r>
          </a:p>
          <a:p>
            <a:pPr lvl="1">
              <a:lnSpc>
                <a:spcPct val="80000"/>
              </a:lnSpc>
            </a:pP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There are no Lyman or Ballmer series or other </a:t>
            </a:r>
            <a:r>
              <a:rPr lang="en-US" sz="1600" dirty="0" err="1">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absorbtions</a:t>
            </a: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 in the received photons.</a:t>
            </a:r>
          </a:p>
          <a:p>
            <a:pPr>
              <a:lnSpc>
                <a:spcPct val="80000"/>
              </a:lnSpc>
            </a:pPr>
            <a:r>
              <a:rPr lang="en-US" sz="20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The CMB is theorized to be a perfect black body spectrum when emitted. </a:t>
            </a:r>
          </a:p>
          <a:p>
            <a:pPr lvl="1">
              <a:lnSpc>
                <a:spcPct val="80000"/>
              </a:lnSpc>
            </a:pP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Black body </a:t>
            </a:r>
            <a:r>
              <a:rPr lang="en-US" sz="16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a:t>
            </a: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emperature is theorized to be around 3000K (look up more specific numbers)</a:t>
            </a:r>
          </a:p>
          <a:p>
            <a:pPr lvl="1">
              <a:lnSpc>
                <a:spcPct val="80000"/>
              </a:lnSpc>
            </a:pP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Peak power spectrum frequencies emitted were visible and infrared</a:t>
            </a:r>
          </a:p>
          <a:p>
            <a:pPr lvl="1">
              <a:lnSpc>
                <a:spcPct val="80000"/>
              </a:lnSpc>
            </a:pPr>
            <a:endPar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a:p>
            <a:pPr lvl="1">
              <a:lnSpc>
                <a:spcPct val="80000"/>
              </a:lnSpc>
            </a:pPr>
            <a:endPar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a:p>
            <a:pPr lvl="1">
              <a:lnSpc>
                <a:spcPct val="80000"/>
              </a:lnSpc>
            </a:pPr>
            <a:endPar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a:p>
            <a:pPr>
              <a:lnSpc>
                <a:spcPct val="80000"/>
              </a:lnSpc>
            </a:pPr>
            <a:r>
              <a:rPr lang="en-US" sz="20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Brainstorms</a:t>
            </a:r>
          </a:p>
          <a:p>
            <a:pPr lvl="1">
              <a:lnSpc>
                <a:spcPct val="80000"/>
              </a:lnSpc>
            </a:pP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Do black holes emit </a:t>
            </a:r>
            <a:r>
              <a:rPr lang="en-US" sz="1600" dirty="0" err="1">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AdS</a:t>
            </a: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 photons?  This is a great question.</a:t>
            </a:r>
          </a:p>
          <a:p>
            <a:pPr lvl="1">
              <a:lnSpc>
                <a:spcPct val="80000"/>
              </a:lnSpc>
            </a:pP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Also need to look at peaks in power spectrum again and understand how they related to the binary and the Noether core.  I suspect primal binary, Higgs, Graviton.</a:t>
            </a:r>
          </a:p>
          <a:p>
            <a:pPr lvl="1">
              <a:lnSpc>
                <a:spcPct val="80000"/>
              </a:lnSpc>
            </a:pP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Just keep using Ai to get more answers and document it here.  It is really good at drilling into the evidence.</a:t>
            </a:r>
          </a:p>
          <a:p>
            <a:pPr>
              <a:lnSpc>
                <a:spcPct val="80000"/>
              </a:lnSpc>
            </a:pPr>
            <a:endParaRPr lang="en-US" sz="20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a:p>
            <a:pPr>
              <a:lnSpc>
                <a:spcPct val="80000"/>
              </a:lnSpc>
            </a:pPr>
            <a:endParaRPr lang="en-US" sz="20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p:txBody>
      </p:sp>
    </p:spTree>
    <p:extLst>
      <p:ext uri="{BB962C8B-B14F-4D97-AF65-F5344CB8AC3E}">
        <p14:creationId xmlns:p14="http://schemas.microsoft.com/office/powerpoint/2010/main" val="93387970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a:extLst>
            <a:ext uri="{FF2B5EF4-FFF2-40B4-BE49-F238E27FC236}">
              <a16:creationId xmlns:a16="http://schemas.microsoft.com/office/drawing/2014/main" id="{6CC61EED-F2E2-1519-EF5C-F441AB12395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9E90DD-90E2-2C9B-7ECB-7B019EB60B9B}"/>
              </a:ext>
            </a:extLst>
          </p:cNvPr>
          <p:cNvSpPr>
            <a:spLocks noGrp="1"/>
          </p:cNvSpPr>
          <p:nvPr>
            <p:ph type="title"/>
          </p:nvPr>
        </p:nvSpPr>
        <p:spPr>
          <a:xfrm>
            <a:off x="0" y="139604"/>
            <a:ext cx="12191999" cy="914400"/>
          </a:xfrm>
        </p:spPr>
        <p:txBody>
          <a:bodyPr>
            <a:normAutofit/>
          </a:bodyPr>
          <a:lstStyle/>
          <a:p>
            <a:pPr algn="ctr"/>
            <a:r>
              <a:rPr lang="en-US"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What is the Source of the CMB Photons?</a:t>
            </a:r>
          </a:p>
        </p:txBody>
      </p:sp>
      <p:sp>
        <p:nvSpPr>
          <p:cNvPr id="3" name="Content Placeholder 2">
            <a:extLst>
              <a:ext uri="{FF2B5EF4-FFF2-40B4-BE49-F238E27FC236}">
                <a16:creationId xmlns:a16="http://schemas.microsoft.com/office/drawing/2014/main" id="{5F1B61FE-5157-002D-97F3-04BE4E1DDCCD}"/>
              </a:ext>
            </a:extLst>
          </p:cNvPr>
          <p:cNvSpPr>
            <a:spLocks noGrp="1"/>
          </p:cNvSpPr>
          <p:nvPr>
            <p:ph idx="1"/>
          </p:nvPr>
        </p:nvSpPr>
        <p:spPr>
          <a:xfrm>
            <a:off x="302028" y="1207567"/>
            <a:ext cx="11587942" cy="5311832"/>
          </a:xfrm>
        </p:spPr>
        <p:txBody>
          <a:bodyPr>
            <a:noAutofit/>
          </a:bodyPr>
          <a:lstStyle/>
          <a:p>
            <a:pPr>
              <a:lnSpc>
                <a:spcPct val="80000"/>
              </a:lnSpc>
            </a:pPr>
            <a:r>
              <a:rPr lang="en-US" sz="20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LCDM says it is the recombination process reaction throughout the spherical universe at the time, BB + 380000 years).</a:t>
            </a:r>
          </a:p>
          <a:p>
            <a:pPr>
              <a:lnSpc>
                <a:spcPct val="80000"/>
              </a:lnSpc>
            </a:pPr>
            <a:r>
              <a:rPr lang="en-US" sz="20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If we move the BB process to the SMBH there is no evidence of recombination since there are no observed emissions from the SMBH.</a:t>
            </a:r>
          </a:p>
          <a:p>
            <a:pPr lvl="1">
              <a:lnSpc>
                <a:spcPct val="80000"/>
              </a:lnSpc>
            </a:pP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Galaxies emit spectra that have absorption and emission lines. </a:t>
            </a:r>
          </a:p>
          <a:p>
            <a:pPr lvl="1">
              <a:lnSpc>
                <a:spcPct val="80000"/>
              </a:lnSpc>
            </a:pP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Considering all galaxies represented in a single observational pixel doesn’t make the spectrum a black body. </a:t>
            </a:r>
          </a:p>
          <a:p>
            <a:pPr lvl="1">
              <a:lnSpc>
                <a:spcPct val="80000"/>
              </a:lnSpc>
            </a:pP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This doesn’t look promising so far.</a:t>
            </a:r>
          </a:p>
          <a:p>
            <a:pPr>
              <a:lnSpc>
                <a:spcPct val="80000"/>
              </a:lnSpc>
            </a:pPr>
            <a:r>
              <a:rPr lang="en-US" sz="20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What if peak energy </a:t>
            </a:r>
            <a:r>
              <a:rPr lang="en-US" sz="2000" dirty="0" err="1">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AdS</a:t>
            </a:r>
            <a:r>
              <a:rPr lang="en-US" sz="20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 photons emit from the SMBH core and escape via the event horizon?</a:t>
            </a:r>
          </a:p>
          <a:p>
            <a:pPr lvl="1">
              <a:lnSpc>
                <a:spcPct val="80000"/>
              </a:lnSpc>
            </a:pP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The SMBH core has a single microstate and zero entropy. Is it a perfect black body?</a:t>
            </a:r>
          </a:p>
          <a:p>
            <a:pPr lvl="1">
              <a:lnSpc>
                <a:spcPct val="80000"/>
              </a:lnSpc>
            </a:pP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If photons can emit from the core would they have a perfect black body spectrum?</a:t>
            </a:r>
          </a:p>
          <a:p>
            <a:pPr lvl="1">
              <a:lnSpc>
                <a:spcPct val="80000"/>
              </a:lnSpc>
            </a:pP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What is the spectrum of a zero temperature black body?</a:t>
            </a:r>
          </a:p>
          <a:p>
            <a:pPr lvl="1">
              <a:lnSpc>
                <a:spcPct val="80000"/>
              </a:lnSpc>
            </a:pP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Or is it the immediate neighborhood of the core that emits the </a:t>
            </a:r>
            <a:r>
              <a:rPr lang="en-US" sz="1600" dirty="0" err="1">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AdS</a:t>
            </a: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 photons?</a:t>
            </a:r>
          </a:p>
          <a:p>
            <a:pPr lvl="1">
              <a:lnSpc>
                <a:spcPct val="80000"/>
              </a:lnSpc>
            </a:pP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Does anything interesting happen when </a:t>
            </a:r>
            <a:r>
              <a:rPr lang="en-US" sz="1600" dirty="0" err="1">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AdS</a:t>
            </a: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 photons redshift to the symmetry breaking point?</a:t>
            </a:r>
          </a:p>
          <a:p>
            <a:pPr lvl="1">
              <a:lnSpc>
                <a:spcPct val="80000"/>
              </a:lnSpc>
            </a:pP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Do they react with spacetime assemblies, producing protons and electrons? </a:t>
            </a:r>
          </a:p>
          <a:p>
            <a:pPr lvl="2">
              <a:lnSpc>
                <a:spcPct val="80000"/>
              </a:lnSpc>
            </a:pPr>
            <a:r>
              <a:rPr lang="en-US" sz="12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It would need to be one heck of a particle shower to result in Hydrogen, Helium, Lithium considering all the subassemblies and nucleosynthesis.</a:t>
            </a:r>
          </a:p>
          <a:p>
            <a:pPr lvl="1">
              <a:lnSpc>
                <a:spcPct val="80000"/>
              </a:lnSpc>
            </a:pP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Perhaps </a:t>
            </a:r>
            <a:r>
              <a:rPr lang="en-US" sz="1600" dirty="0" err="1">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AdS</a:t>
            </a: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 photons emit at a peak frequency and it’s only redshift/distance that determines the received frequency. </a:t>
            </a:r>
          </a:p>
          <a:p>
            <a:pPr lvl="1">
              <a:lnSpc>
                <a:spcPct val="80000"/>
              </a:lnSpc>
            </a:pP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There are other cosmic background frequency bands.</a:t>
            </a:r>
          </a:p>
          <a:p>
            <a:pPr lvl="1">
              <a:lnSpc>
                <a:spcPct val="80000"/>
              </a:lnSpc>
            </a:pPr>
            <a:endPar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a:p>
            <a:pPr lvl="1">
              <a:lnSpc>
                <a:spcPct val="80000"/>
              </a:lnSpc>
            </a:pP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Hmm, lots of potential mechanisms. Need to do more research and contemplating.</a:t>
            </a:r>
          </a:p>
          <a:p>
            <a:pPr>
              <a:lnSpc>
                <a:spcPct val="80000"/>
              </a:lnSpc>
            </a:pPr>
            <a:endParaRPr lang="en-US" sz="20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p:txBody>
      </p:sp>
    </p:spTree>
    <p:extLst>
      <p:ext uri="{BB962C8B-B14F-4D97-AF65-F5344CB8AC3E}">
        <p14:creationId xmlns:p14="http://schemas.microsoft.com/office/powerpoint/2010/main" val="59546042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a:extLst>
            <a:ext uri="{FF2B5EF4-FFF2-40B4-BE49-F238E27FC236}">
              <a16:creationId xmlns:a16="http://schemas.microsoft.com/office/drawing/2014/main" id="{EECDFD92-25E2-CAED-F8E6-A08A1DD9DE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C9740E-51AC-DEA7-CC39-3F4DC55A9B7A}"/>
              </a:ext>
            </a:extLst>
          </p:cNvPr>
          <p:cNvSpPr>
            <a:spLocks noGrp="1"/>
          </p:cNvSpPr>
          <p:nvPr>
            <p:ph type="title"/>
          </p:nvPr>
        </p:nvSpPr>
        <p:spPr>
          <a:xfrm>
            <a:off x="0" y="1"/>
            <a:ext cx="12191999" cy="914400"/>
          </a:xfrm>
        </p:spPr>
        <p:txBody>
          <a:bodyPr>
            <a:normAutofit/>
          </a:bodyPr>
          <a:lstStyle/>
          <a:p>
            <a:pPr algn="ctr"/>
            <a:r>
              <a:rPr lang="en-US" sz="32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Brainstorming on Nucleosynthesis</a:t>
            </a:r>
          </a:p>
        </p:txBody>
      </p:sp>
      <p:sp>
        <p:nvSpPr>
          <p:cNvPr id="3" name="Content Placeholder 2">
            <a:extLst>
              <a:ext uri="{FF2B5EF4-FFF2-40B4-BE49-F238E27FC236}">
                <a16:creationId xmlns:a16="http://schemas.microsoft.com/office/drawing/2014/main" id="{4C3F0D5D-DDA1-7803-B40D-990F098EC3C3}"/>
              </a:ext>
            </a:extLst>
          </p:cNvPr>
          <p:cNvSpPr>
            <a:spLocks noGrp="1"/>
          </p:cNvSpPr>
          <p:nvPr>
            <p:ph idx="1"/>
          </p:nvPr>
        </p:nvSpPr>
        <p:spPr>
          <a:xfrm>
            <a:off x="302028" y="914401"/>
            <a:ext cx="11587942" cy="5311832"/>
          </a:xfrm>
        </p:spPr>
        <p:txBody>
          <a:bodyPr>
            <a:noAutofit/>
          </a:bodyPr>
          <a:lstStyle/>
          <a:p>
            <a:pPr marL="457200" indent="-457200">
              <a:buFont typeface="Arial" panose="020B0604020202020204" pitchFamily="34" charset="0"/>
              <a:buChar char="•"/>
            </a:pP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Imagine </a:t>
            </a:r>
            <a:r>
              <a:rPr lang="en-US" sz="1600" dirty="0" err="1">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AdS</a:t>
            </a: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 photons emit from the SMBH core or surrounds. </a:t>
            </a:r>
          </a:p>
          <a:p>
            <a:pPr marL="914400" lvl="1" indent="-457200"/>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CFT photons in, </a:t>
            </a:r>
            <a:r>
              <a:rPr lang="en-US" sz="1600" dirty="0" err="1">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AdS</a:t>
            </a: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 photons out? That would simplify nature if its Noether cores all the way to the SMBH core. </a:t>
            </a:r>
          </a:p>
          <a:p>
            <a:pPr marL="914400" lvl="1" indent="-457200"/>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Also any flotsam that breaks down to a sea of free point potentials, will result in binary formation. </a:t>
            </a:r>
          </a:p>
          <a:p>
            <a:pPr marL="914400" lvl="1" indent="-457200"/>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Translating lower energy binaries spiral toward the BH core, scaling down all the way from CFT thru </a:t>
            </a:r>
            <a:r>
              <a:rPr lang="en-US" sz="1600" dirty="0" err="1">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AdS</a:t>
            </a: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 regions. </a:t>
            </a:r>
          </a:p>
          <a:p>
            <a:pPr marL="914400" lvl="1" indent="-457200"/>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Where does triple binary capture occur? Will it occur on the path inward to the SMBH core? Or outward? Both?</a:t>
            </a:r>
          </a:p>
          <a:p>
            <a:pPr marL="914400" lvl="1" indent="-457200"/>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Photons are stealthy in the sense they have very feint preceding potential. </a:t>
            </a:r>
          </a:p>
          <a:p>
            <a:pPr marL="457200" indent="-457200">
              <a:buFont typeface="Arial" panose="020B0604020202020204" pitchFamily="34" charset="0"/>
              <a:buChar char="•"/>
            </a:pP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Does BB nucleosynthesis reframe into an </a:t>
            </a:r>
            <a:r>
              <a:rPr lang="en-US" sz="1600" dirty="0" err="1">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AdS</a:t>
            </a: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 photon reaction in deep spacetime?</a:t>
            </a:r>
          </a:p>
          <a:p>
            <a:pPr marL="914400" lvl="1" indent="-457200"/>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After X lightyears of redshift, </a:t>
            </a:r>
            <a:r>
              <a:rPr lang="en-US" sz="1600" dirty="0" err="1">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AdS</a:t>
            </a: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 photons reach Planck scale. They drop out of warp speed into the CFT region!</a:t>
            </a:r>
          </a:p>
          <a:p>
            <a:pPr marL="914400" lvl="1" indent="-457200"/>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Could the </a:t>
            </a:r>
            <a:r>
              <a:rPr lang="en-US" sz="1600" dirty="0" err="1">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AdS</a:t>
            </a: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/CFT transition cause a large local spallation with spacetime assemblies, and could those reactions produce quarks that bind into protons and neutrons, photons, electrons, and possibly even further nucleosynthesis to produce Helium and Lithium nuclei?</a:t>
            </a:r>
          </a:p>
          <a:p>
            <a:pPr marL="914400" lvl="1" indent="-457200"/>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It doesn’t have to produce all the Lithium, because there are other processes to make it.</a:t>
            </a:r>
          </a:p>
          <a:p>
            <a:pPr marL="914400" lvl="1" indent="-457200"/>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This would </a:t>
            </a:r>
            <a:r>
              <a:rPr lang="en-US" sz="16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not</a:t>
            </a: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 be a simple spacetime transmutation, like emitting a photon or neutrino</a:t>
            </a:r>
          </a:p>
          <a:p>
            <a:pPr marL="914400" lvl="1" indent="-457200"/>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This reaction would need to cause spacetime assemblies to decay. Is that normal?</a:t>
            </a:r>
          </a:p>
          <a:p>
            <a:pPr marL="457200" indent="-457200">
              <a:buFont typeface="Arial" panose="020B0604020202020204" pitchFamily="34" charset="0"/>
              <a:buChar char="•"/>
            </a:pP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Does BB nucleosynthesis reframe into an </a:t>
            </a:r>
            <a:r>
              <a:rPr lang="en-US" sz="1600" dirty="0" err="1">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AdS</a:t>
            </a: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 photon reaction that occurs throughout a galaxy?</a:t>
            </a:r>
          </a:p>
          <a:p>
            <a:pPr marL="914400" lvl="1" indent="-457200"/>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Do </a:t>
            </a:r>
            <a:r>
              <a:rPr lang="en-US" sz="1600" dirty="0" err="1">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AdS</a:t>
            </a: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 photons react with galactic contents, such as hydrogen, including the local spacetime assemblies? </a:t>
            </a:r>
          </a:p>
          <a:p>
            <a:pPr marL="914400" lvl="1" indent="-457200">
              <a:buFont typeface="Arial" panose="020B0604020202020204" pitchFamily="34" charset="0"/>
              <a:buChar char="•"/>
            </a:pP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If so, could those reactions produce primitive elements? </a:t>
            </a:r>
          </a:p>
          <a:p>
            <a:pPr marL="914400" lvl="1" indent="-457200">
              <a:buFont typeface="Arial" panose="020B0604020202020204" pitchFamily="34" charset="0"/>
              <a:buChar char="•"/>
            </a:pP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Producing stable elements from photons and spacetime assemblies reveals mass as well as increases pressure on the spacetime in the galaxy. That might help explain galaxy rotation curves, and abundance of Hydrogen.</a:t>
            </a:r>
          </a:p>
          <a:p>
            <a:pPr marL="457200" indent="-457200"/>
            <a:r>
              <a:rPr lang="en-US" sz="1600" i="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Lots of ideas here to research and refine/discard. It appears to require digging into why the narratives are convoluted.</a:t>
            </a:r>
          </a:p>
          <a:p>
            <a:pPr marL="457200" indent="-457200">
              <a:buFont typeface="Arial" panose="020B0604020202020204" pitchFamily="34" charset="0"/>
              <a:buChar char="•"/>
            </a:pPr>
            <a:endPar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p:txBody>
      </p:sp>
      <p:pic>
        <p:nvPicPr>
          <p:cNvPr id="4" name="Picture 3">
            <a:extLst>
              <a:ext uri="{FF2B5EF4-FFF2-40B4-BE49-F238E27FC236}">
                <a16:creationId xmlns:a16="http://schemas.microsoft.com/office/drawing/2014/main" id="{7F546820-543B-15E1-3FC6-3352E5607119}"/>
              </a:ext>
            </a:extLst>
          </p:cNvPr>
          <p:cNvPicPr>
            <a:picLocks noChangeAspect="1"/>
          </p:cNvPicPr>
          <p:nvPr/>
        </p:nvPicPr>
        <p:blipFill>
          <a:blip r:embed="rId2"/>
          <a:stretch>
            <a:fillRect/>
          </a:stretch>
        </p:blipFill>
        <p:spPr>
          <a:xfrm>
            <a:off x="1164936" y="-9136211"/>
            <a:ext cx="9299763" cy="8679012"/>
          </a:xfrm>
          <a:prstGeom prst="rect">
            <a:avLst/>
          </a:prstGeom>
        </p:spPr>
      </p:pic>
      <p:pic>
        <p:nvPicPr>
          <p:cNvPr id="5" name="Picture 4">
            <a:extLst>
              <a:ext uri="{FF2B5EF4-FFF2-40B4-BE49-F238E27FC236}">
                <a16:creationId xmlns:a16="http://schemas.microsoft.com/office/drawing/2014/main" id="{3773D062-4271-3FAC-A2B9-5C90E28FCCAA}"/>
              </a:ext>
            </a:extLst>
          </p:cNvPr>
          <p:cNvPicPr>
            <a:picLocks noChangeAspect="1"/>
          </p:cNvPicPr>
          <p:nvPr/>
        </p:nvPicPr>
        <p:blipFill>
          <a:blip r:embed="rId3"/>
          <a:stretch>
            <a:fillRect/>
          </a:stretch>
        </p:blipFill>
        <p:spPr>
          <a:xfrm>
            <a:off x="12503767" y="-8771066"/>
            <a:ext cx="12235995" cy="15453360"/>
          </a:xfrm>
          <a:prstGeom prst="rect">
            <a:avLst/>
          </a:prstGeom>
        </p:spPr>
      </p:pic>
      <p:pic>
        <p:nvPicPr>
          <p:cNvPr id="6" name="Picture 5">
            <a:extLst>
              <a:ext uri="{FF2B5EF4-FFF2-40B4-BE49-F238E27FC236}">
                <a16:creationId xmlns:a16="http://schemas.microsoft.com/office/drawing/2014/main" id="{E57986C3-F6A0-1D00-1F9C-ED46A521E03A}"/>
              </a:ext>
            </a:extLst>
          </p:cNvPr>
          <p:cNvPicPr>
            <a:picLocks noChangeAspect="1"/>
          </p:cNvPicPr>
          <p:nvPr/>
        </p:nvPicPr>
        <p:blipFill>
          <a:blip r:embed="rId3"/>
          <a:stretch>
            <a:fillRect/>
          </a:stretch>
        </p:blipFill>
        <p:spPr>
          <a:xfrm>
            <a:off x="12761799" y="-8595360"/>
            <a:ext cx="12235995" cy="15453360"/>
          </a:xfrm>
          <a:prstGeom prst="rect">
            <a:avLst/>
          </a:prstGeom>
        </p:spPr>
      </p:pic>
      <p:pic>
        <p:nvPicPr>
          <p:cNvPr id="7" name="Picture 6">
            <a:extLst>
              <a:ext uri="{FF2B5EF4-FFF2-40B4-BE49-F238E27FC236}">
                <a16:creationId xmlns:a16="http://schemas.microsoft.com/office/drawing/2014/main" id="{8DBED79E-F617-2DE8-29C2-EBC3641EE3AB}"/>
              </a:ext>
            </a:extLst>
          </p:cNvPr>
          <p:cNvPicPr>
            <a:picLocks noChangeAspect="1"/>
          </p:cNvPicPr>
          <p:nvPr/>
        </p:nvPicPr>
        <p:blipFill>
          <a:blip r:embed="rId4"/>
          <a:stretch>
            <a:fillRect/>
          </a:stretch>
        </p:blipFill>
        <p:spPr>
          <a:xfrm>
            <a:off x="-10505759" y="-4965820"/>
            <a:ext cx="9889658" cy="11648114"/>
          </a:xfrm>
          <a:prstGeom prst="rect">
            <a:avLst/>
          </a:prstGeom>
        </p:spPr>
      </p:pic>
    </p:spTree>
    <p:extLst>
      <p:ext uri="{BB962C8B-B14F-4D97-AF65-F5344CB8AC3E}">
        <p14:creationId xmlns:p14="http://schemas.microsoft.com/office/powerpoint/2010/main" val="360137291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a:extLst>
            <a:ext uri="{FF2B5EF4-FFF2-40B4-BE49-F238E27FC236}">
              <a16:creationId xmlns:a16="http://schemas.microsoft.com/office/drawing/2014/main" id="{07F59CAE-4640-BA21-FD24-A32C78AF9E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02D44E-8B68-CE54-FF97-FD32EA776A35}"/>
              </a:ext>
            </a:extLst>
          </p:cNvPr>
          <p:cNvSpPr>
            <a:spLocks noGrp="1"/>
          </p:cNvSpPr>
          <p:nvPr>
            <p:ph type="title"/>
          </p:nvPr>
        </p:nvSpPr>
        <p:spPr>
          <a:xfrm>
            <a:off x="0" y="1"/>
            <a:ext cx="12191999" cy="914400"/>
          </a:xfrm>
        </p:spPr>
        <p:txBody>
          <a:bodyPr>
            <a:normAutofit/>
          </a:bodyPr>
          <a:lstStyle/>
          <a:p>
            <a:pPr algn="ctr"/>
            <a:r>
              <a:rPr lang="en-US"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To Do</a:t>
            </a:r>
          </a:p>
        </p:txBody>
      </p:sp>
      <p:sp>
        <p:nvSpPr>
          <p:cNvPr id="3" name="Content Placeholder 2">
            <a:extLst>
              <a:ext uri="{FF2B5EF4-FFF2-40B4-BE49-F238E27FC236}">
                <a16:creationId xmlns:a16="http://schemas.microsoft.com/office/drawing/2014/main" id="{B68E0EB5-40D8-70BA-9DC8-ACE848EDC668}"/>
              </a:ext>
            </a:extLst>
          </p:cNvPr>
          <p:cNvSpPr>
            <a:spLocks noGrp="1"/>
          </p:cNvSpPr>
          <p:nvPr>
            <p:ph idx="1"/>
          </p:nvPr>
        </p:nvSpPr>
        <p:spPr>
          <a:xfrm>
            <a:off x="302028" y="1207567"/>
            <a:ext cx="11587942" cy="5311832"/>
          </a:xfrm>
        </p:spPr>
        <p:txBody>
          <a:bodyPr>
            <a:noAutofit/>
          </a:bodyPr>
          <a:lstStyle/>
          <a:p>
            <a:pPr>
              <a:lnSpc>
                <a:spcPct val="80000"/>
              </a:lnSpc>
            </a:pP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Do graviton-graviton reactions produce photons that make the CMB?</a:t>
            </a:r>
          </a:p>
          <a:p>
            <a:pPr>
              <a:lnSpc>
                <a:spcPct val="80000"/>
              </a:lnSpc>
            </a:pPr>
            <a:endPar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a:p>
            <a:pPr>
              <a:lnSpc>
                <a:spcPct val="80000"/>
              </a:lnSpc>
            </a:pP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Make a new graphic slide here.</a:t>
            </a:r>
          </a:p>
          <a:p>
            <a:pPr>
              <a:lnSpc>
                <a:spcPct val="80000"/>
              </a:lnSpc>
            </a:pP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show </a:t>
            </a:r>
            <a:r>
              <a:rPr lang="en-US" sz="1600" dirty="0" err="1">
                <a:solidFill>
                  <a:schemeClr val="bg1"/>
                </a:solidFill>
                <a:latin typeface="Helvetica Neue" panose="02000503000000020004" pitchFamily="2" charset="0"/>
                <a:ea typeface="Helvetica Neue" panose="02000503000000020004" pitchFamily="2" charset="0"/>
                <a:cs typeface="Helvetica Neue" panose="02000503000000020004" pitchFamily="2" charset="0"/>
              </a:rPr>
              <a:t>cmb</a:t>
            </a: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 power spectrum</a:t>
            </a:r>
          </a:p>
          <a:p>
            <a:pPr>
              <a:lnSpc>
                <a:spcPct val="80000"/>
              </a:lnSpc>
            </a:pP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Show the three generations of graviton in an SM format or in a </a:t>
            </a:r>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new chart</a:t>
            </a: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t>
            </a:r>
          </a:p>
          <a:p>
            <a:pPr>
              <a:lnSpc>
                <a:spcPct val="80000"/>
              </a:lnSpc>
            </a:pPr>
            <a:endPar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a:p>
            <a:pPr>
              <a:lnSpc>
                <a:spcPct val="80000"/>
              </a:lnSpc>
            </a:pPr>
            <a:endPar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a:p>
            <a:pPr>
              <a:lnSpc>
                <a:spcPct val="80000"/>
              </a:lnSpc>
            </a:pPr>
            <a:r>
              <a:rPr lang="en-US" sz="20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See the power spectrum peaks of the CMB. </a:t>
            </a:r>
          </a:p>
          <a:p>
            <a:pPr lvl="1">
              <a:lnSpc>
                <a:spcPct val="80000"/>
              </a:lnSpc>
            </a:pP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The first hump is the generation III graviton, the innermost highest energy binary with v &gt; @, where @ = field speed.</a:t>
            </a:r>
          </a:p>
          <a:p>
            <a:pPr lvl="1">
              <a:lnSpc>
                <a:spcPct val="80000"/>
              </a:lnSpc>
            </a:pP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The next hump is the Higgs capture of the v &gt; @ binary.  Higgs is highly reactive due to the apparent energy (mass).</a:t>
            </a:r>
          </a:p>
          <a:p>
            <a:pPr lvl="1">
              <a:lnSpc>
                <a:spcPct val="80000"/>
              </a:lnSpc>
            </a:pP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The third hump is the graviton capture of the Higgs, creating a 3D exclusionary volume, due to binary precession.</a:t>
            </a:r>
          </a:p>
          <a:p>
            <a:pPr lvl="1">
              <a:lnSpc>
                <a:spcPct val="80000"/>
              </a:lnSpc>
            </a:pP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The external lower energy binary</a:t>
            </a:r>
            <a:endParaRPr lang="en-US" sz="12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a:p>
            <a:pPr lvl="1">
              <a:lnSpc>
                <a:spcPct val="80000"/>
              </a:lnSpc>
            </a:pPr>
            <a:r>
              <a:rPr lang="en-US" sz="1600" i="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I said this on Stacy’s blog years ago.</a:t>
            </a:r>
          </a:p>
          <a:p>
            <a:pPr lvl="1">
              <a:lnSpc>
                <a:spcPct val="80000"/>
              </a:lnSpc>
            </a:pPr>
            <a:r>
              <a:rPr lang="en-US" sz="1600" i="1"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Make this into a slide, probably in the CMD deck.</a:t>
            </a:r>
          </a:p>
          <a:p>
            <a:pPr>
              <a:lnSpc>
                <a:spcPct val="80000"/>
              </a:lnSpc>
            </a:pPr>
            <a:endPar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p:txBody>
      </p:sp>
    </p:spTree>
    <p:extLst>
      <p:ext uri="{BB962C8B-B14F-4D97-AF65-F5344CB8AC3E}">
        <p14:creationId xmlns:p14="http://schemas.microsoft.com/office/powerpoint/2010/main" val="324930048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8863990E-A41D-C8C9-EA61-B881C202C639}"/>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BCC6A54E-D841-9A16-7FFB-21004A7AAB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324"/>
            <a:ext cx="12192000" cy="686132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xmlns:a16="http://schemas.microsoft.com/office/drawing/2014/main" id="{08EEB0CF-3434-7378-A76A-77E9A891AC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734" y="321733"/>
            <a:ext cx="11573488" cy="6214534"/>
          </a:xfrm>
          <a:prstGeom prst="rect">
            <a:avLst/>
          </a:prstGeom>
          <a:solidFill>
            <a:schemeClr val="bg1">
              <a:lumMod val="75000"/>
              <a:lumOff val="25000"/>
            </a:schemeClr>
          </a:solidFill>
          <a:ln w="127000" cap="sq" cmpd="thinThick">
            <a:solidFill>
              <a:schemeClr val="bg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77292F2A-EA7A-DC9E-F512-061406CE0027}"/>
              </a:ext>
            </a:extLst>
          </p:cNvPr>
          <p:cNvSpPr>
            <a:spLocks noGrp="1"/>
          </p:cNvSpPr>
          <p:nvPr>
            <p:ph type="ctrTitle"/>
          </p:nvPr>
        </p:nvSpPr>
        <p:spPr>
          <a:xfrm>
            <a:off x="1524000" y="1122362"/>
            <a:ext cx="9144000" cy="2840037"/>
          </a:xfrm>
        </p:spPr>
        <p:txBody>
          <a:bodyPr>
            <a:normAutofit/>
          </a:bodyPr>
          <a:lstStyle/>
          <a:p>
            <a:r>
              <a:rPr lang="en-US" sz="5800" dirty="0"/>
              <a:t>Thank You</a:t>
            </a:r>
          </a:p>
        </p:txBody>
      </p:sp>
      <p:sp>
        <p:nvSpPr>
          <p:cNvPr id="3" name="Subtitle 2">
            <a:extLst>
              <a:ext uri="{FF2B5EF4-FFF2-40B4-BE49-F238E27FC236}">
                <a16:creationId xmlns:a16="http://schemas.microsoft.com/office/drawing/2014/main" id="{EBCE4AC8-0E80-D9EB-21A6-353C83E7BCD4}"/>
              </a:ext>
            </a:extLst>
          </p:cNvPr>
          <p:cNvSpPr>
            <a:spLocks noGrp="1"/>
          </p:cNvSpPr>
          <p:nvPr>
            <p:ph type="subTitle" idx="1"/>
          </p:nvPr>
        </p:nvSpPr>
        <p:spPr>
          <a:xfrm>
            <a:off x="1524000" y="4256436"/>
            <a:ext cx="9144000" cy="1600818"/>
          </a:xfrm>
        </p:spPr>
        <p:txBody>
          <a:bodyPr>
            <a:normAutofit/>
          </a:bodyPr>
          <a:lstStyle/>
          <a:p>
            <a:r>
              <a:rPr lang="en-US" dirty="0"/>
              <a:t>Questions?</a:t>
            </a:r>
          </a:p>
        </p:txBody>
      </p:sp>
      <p:cxnSp>
        <p:nvCxnSpPr>
          <p:cNvPr id="13" name="Straight Connector 12">
            <a:extLst>
              <a:ext uri="{FF2B5EF4-FFF2-40B4-BE49-F238E27FC236}">
                <a16:creationId xmlns:a16="http://schemas.microsoft.com/office/drawing/2014/main" id="{2F6924F8-6B58-694C-7FFA-528EF3809E1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724400" y="4109417"/>
            <a:ext cx="2743200" cy="0"/>
          </a:xfrm>
          <a:prstGeom prst="line">
            <a:avLst/>
          </a:prstGeom>
          <a:ln w="12700">
            <a:solidFill>
              <a:schemeClr val="tx1">
                <a:lumMod val="85000"/>
              </a:schemeClr>
            </a:solidFill>
          </a:ln>
        </p:spPr>
        <p:style>
          <a:lnRef idx="1">
            <a:schemeClr val="accent1"/>
          </a:lnRef>
          <a:fillRef idx="0">
            <a:schemeClr val="accent1"/>
          </a:fillRef>
          <a:effectRef idx="0">
            <a:schemeClr val="accent1"/>
          </a:effectRef>
          <a:fontRef idx="minor">
            <a:schemeClr val="tx1"/>
          </a:fontRef>
        </p:style>
      </p:cxnSp>
      <p:sp>
        <p:nvSpPr>
          <p:cNvPr id="4" name="Footer Placeholder 3">
            <a:extLst>
              <a:ext uri="{FF2B5EF4-FFF2-40B4-BE49-F238E27FC236}">
                <a16:creationId xmlns:a16="http://schemas.microsoft.com/office/drawing/2014/main" id="{127FB619-3A3B-B535-565E-89FE8DFAE319}"/>
              </a:ext>
            </a:extLst>
          </p:cNvPr>
          <p:cNvSpPr>
            <a:spLocks noGrp="1"/>
          </p:cNvSpPr>
          <p:nvPr>
            <p:ph type="ftr" sz="quarter" idx="11"/>
          </p:nvPr>
        </p:nvSpPr>
        <p:spPr>
          <a:xfrm>
            <a:off x="4038600" y="6159710"/>
            <a:ext cx="411480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US" sz="1200" b="0" i="0" u="none" strike="noStrike" kern="1200" cap="none" spc="0" normalizeH="0" baseline="0" noProof="0" dirty="0">
                <a:ln>
                  <a:noFill/>
                </a:ln>
                <a:solidFill>
                  <a:prstClr val="white">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 - Model of Nature</a:t>
            </a:r>
          </a:p>
        </p:txBody>
      </p:sp>
    </p:spTree>
    <p:extLst>
      <p:ext uri="{BB962C8B-B14F-4D97-AF65-F5344CB8AC3E}">
        <p14:creationId xmlns:p14="http://schemas.microsoft.com/office/powerpoint/2010/main" val="2242322215"/>
      </p:ext>
    </p:extLst>
  </p:cSld>
  <p:clrMapOvr>
    <a:overrideClrMapping bg1="dk1" tx1="lt1" bg2="dk2" tx2="lt2" accent1="accent1" accent2="accent2" accent3="accent3" accent4="accent4" accent5="accent5" accent6="accent6" hlink="hlink" folHlink="folHlink"/>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5" name="Footer Placeholder 3">
            <a:extLst>
              <a:ext uri="{FF2B5EF4-FFF2-40B4-BE49-F238E27FC236}">
                <a16:creationId xmlns:a16="http://schemas.microsoft.com/office/drawing/2014/main" id="{668F77D6-DFDA-5A46-8DF1-47F6A167C2B1}"/>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19" name="Rectangle 18">
            <a:extLst>
              <a:ext uri="{FF2B5EF4-FFF2-40B4-BE49-F238E27FC236}">
                <a16:creationId xmlns:a16="http://schemas.microsoft.com/office/drawing/2014/main" id="{C1D15DA8-274F-5947-B33A-2CC9705A3468}"/>
              </a:ext>
            </a:extLst>
          </p:cNvPr>
          <p:cNvSpPr/>
          <p:nvPr/>
        </p:nvSpPr>
        <p:spPr>
          <a:xfrm>
            <a:off x="2246219" y="378829"/>
            <a:ext cx="7699608" cy="584775"/>
          </a:xfrm>
          <a:prstGeom prst="rect">
            <a:avLst/>
          </a:prstGeom>
          <a:noFill/>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Wien’s Law is about Photon </a:t>
            </a:r>
            <a:r>
              <a:rPr lang="en-US" sz="3200" b="1"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E</a:t>
            </a:r>
            <a:r>
              <a:rPr kumimoji="0" lang="en-US" sz="3200" b="1"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missions</a:t>
            </a:r>
          </a:p>
        </p:txBody>
      </p:sp>
      <p:pic>
        <p:nvPicPr>
          <p:cNvPr id="3" name="Picture 2" descr="A screenshot of a cell phone&#10;&#10;Description automatically generated">
            <a:extLst>
              <a:ext uri="{FF2B5EF4-FFF2-40B4-BE49-F238E27FC236}">
                <a16:creationId xmlns:a16="http://schemas.microsoft.com/office/drawing/2014/main" id="{63025E3C-5374-ACE1-7D60-2B2FC03BDF2B}"/>
              </a:ext>
            </a:extLst>
          </p:cNvPr>
          <p:cNvPicPr>
            <a:picLocks noChangeAspect="1"/>
          </p:cNvPicPr>
          <p:nvPr/>
        </p:nvPicPr>
        <p:blipFill>
          <a:blip r:embed="rId2"/>
          <a:stretch>
            <a:fillRect/>
          </a:stretch>
        </p:blipFill>
        <p:spPr>
          <a:xfrm>
            <a:off x="-4991100" y="-1967119"/>
            <a:ext cx="4876800" cy="6502400"/>
          </a:xfrm>
          <a:prstGeom prst="rect">
            <a:avLst/>
          </a:prstGeom>
        </p:spPr>
      </p:pic>
      <p:pic>
        <p:nvPicPr>
          <p:cNvPr id="6" name="Picture 5" descr="A screenshot of a graph&#10;&#10;Description automatically generated">
            <a:extLst>
              <a:ext uri="{FF2B5EF4-FFF2-40B4-BE49-F238E27FC236}">
                <a16:creationId xmlns:a16="http://schemas.microsoft.com/office/drawing/2014/main" id="{C71858BE-C021-95A0-D220-CB721B5BCD78}"/>
              </a:ext>
            </a:extLst>
          </p:cNvPr>
          <p:cNvPicPr>
            <a:picLocks noChangeAspect="1"/>
          </p:cNvPicPr>
          <p:nvPr/>
        </p:nvPicPr>
        <p:blipFill>
          <a:blip r:embed="rId3"/>
          <a:stretch>
            <a:fillRect/>
          </a:stretch>
        </p:blipFill>
        <p:spPr>
          <a:xfrm>
            <a:off x="11772928" y="5107384"/>
            <a:ext cx="5473700" cy="5778500"/>
          </a:xfrm>
          <a:prstGeom prst="rect">
            <a:avLst/>
          </a:prstGeom>
        </p:spPr>
      </p:pic>
      <p:pic>
        <p:nvPicPr>
          <p:cNvPr id="10" name="Picture 9" descr="A screenshot of a cell phone&#10;&#10;Description automatically generated">
            <a:extLst>
              <a:ext uri="{FF2B5EF4-FFF2-40B4-BE49-F238E27FC236}">
                <a16:creationId xmlns:a16="http://schemas.microsoft.com/office/drawing/2014/main" id="{CD2A585B-0772-9387-A310-B9E34B7797DE}"/>
              </a:ext>
            </a:extLst>
          </p:cNvPr>
          <p:cNvPicPr>
            <a:picLocks noChangeAspect="1"/>
          </p:cNvPicPr>
          <p:nvPr/>
        </p:nvPicPr>
        <p:blipFill>
          <a:blip r:embed="rId4"/>
          <a:stretch>
            <a:fillRect/>
          </a:stretch>
        </p:blipFill>
        <p:spPr>
          <a:xfrm>
            <a:off x="12284353" y="-1721436"/>
            <a:ext cx="4876800" cy="6502400"/>
          </a:xfrm>
          <a:prstGeom prst="rect">
            <a:avLst/>
          </a:prstGeom>
        </p:spPr>
      </p:pic>
      <p:pic>
        <p:nvPicPr>
          <p:cNvPr id="12" name="Picture 11" descr="A graph with numbers and lines&#10;&#10;Description automatically generated">
            <a:extLst>
              <a:ext uri="{FF2B5EF4-FFF2-40B4-BE49-F238E27FC236}">
                <a16:creationId xmlns:a16="http://schemas.microsoft.com/office/drawing/2014/main" id="{B970DEB9-FAC3-C33A-14BD-AD0402A7E170}"/>
              </a:ext>
            </a:extLst>
          </p:cNvPr>
          <p:cNvPicPr>
            <a:picLocks noChangeAspect="1"/>
          </p:cNvPicPr>
          <p:nvPr/>
        </p:nvPicPr>
        <p:blipFill>
          <a:blip r:embed="rId5"/>
          <a:stretch>
            <a:fillRect/>
          </a:stretch>
        </p:blipFill>
        <p:spPr>
          <a:xfrm rot="5400000">
            <a:off x="-4032250" y="6125026"/>
            <a:ext cx="5511800" cy="2552700"/>
          </a:xfrm>
          <a:prstGeom prst="rect">
            <a:avLst/>
          </a:prstGeom>
        </p:spPr>
      </p:pic>
      <p:sp>
        <p:nvSpPr>
          <p:cNvPr id="4" name="TextBox 3">
            <a:extLst>
              <a:ext uri="{FF2B5EF4-FFF2-40B4-BE49-F238E27FC236}">
                <a16:creationId xmlns:a16="http://schemas.microsoft.com/office/drawing/2014/main" id="{B599231B-9E09-A03E-F370-FD3007429DFA}"/>
              </a:ext>
            </a:extLst>
          </p:cNvPr>
          <p:cNvSpPr txBox="1"/>
          <p:nvPr/>
        </p:nvSpPr>
        <p:spPr>
          <a:xfrm>
            <a:off x="158679" y="1284081"/>
            <a:ext cx="11874641" cy="4893647"/>
          </a:xfrm>
          <a:prstGeom prst="rect">
            <a:avLst/>
          </a:prstGeom>
          <a:noFill/>
        </p:spPr>
        <p:txBody>
          <a:bodyPr wrap="square" rtlCol="0">
            <a:spAutoFit/>
          </a:bodyPr>
          <a:lstStyle/>
          <a:p>
            <a:pPr marL="457200" indent="-457200">
              <a:buFont typeface="Arial" panose="020B0604020202020204" pitchFamily="34" charset="0"/>
              <a:buChar char="•"/>
              <a:defRPr/>
            </a:pPr>
            <a:r>
              <a:rPr kumimoji="0" lang="en-US" sz="24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This all begs the question of how temperature is implemented but let’s presume it has something to do with personality charges in the fermions.</a:t>
            </a:r>
          </a:p>
          <a:p>
            <a:pPr marL="457200" indent="-457200">
              <a:buFont typeface="Arial" panose="020B0604020202020204" pitchFamily="34" charset="0"/>
              <a:buChar char="•"/>
              <a:defRPr/>
            </a:pPr>
            <a:r>
              <a:rPr lang="en-US" sz="24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Presume personality charges can facilitate energy transfer with Noether cores</a:t>
            </a:r>
          </a:p>
          <a:p>
            <a:pPr marL="457200" indent="-457200">
              <a:buFont typeface="Arial" panose="020B0604020202020204" pitchFamily="34" charset="0"/>
              <a:buChar char="•"/>
              <a:defRPr/>
            </a:pPr>
            <a:r>
              <a:rPr kumimoji="0" lang="en-US" sz="24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I am </a:t>
            </a:r>
            <a:r>
              <a:rPr lang="en-US" sz="2400" dirty="0">
                <a:solidFill>
                  <a:prstClr val="white"/>
                </a:solidFill>
                <a:latin typeface="Helvetica Neue" panose="02000503000000020004" pitchFamily="2" charset="0"/>
                <a:ea typeface="Helvetica Neue" panose="02000503000000020004" pitchFamily="2" charset="0"/>
                <a:cs typeface="Helvetica Neue" panose="02000503000000020004" pitchFamily="2" charset="0"/>
              </a:rPr>
              <a:t>making a conjecture that the energy goes to the Noether core in the black body, which then couples with a Noether core in space time to shed the energy.</a:t>
            </a:r>
            <a:endParaRPr kumimoji="0" lang="en-US" sz="24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a:p>
            <a:pPr marL="457200" indent="-457200">
              <a:buFont typeface="Arial" panose="020B0604020202020204" pitchFamily="34" charset="0"/>
              <a:buChar char="•"/>
              <a:defRPr/>
            </a:pPr>
            <a:r>
              <a:rPr kumimoji="0" lang="en-US" sz="24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Photon emissions occur when a Noether core on the surface of a black body sheds energy via a reaction with a spacetime assembly that creates a photon.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4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Does Wien’s Law relate to the binaries in a Noether core passing over v = @?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4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This is worth thinking about. It could work in other ways.</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4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First thing is we don’t know which binary we are looking at.</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24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rPr>
              <a:t>Is it the inner binary coupling with a spacetime assembly and launching a photon?</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2400" b="0" i="0" u="none" strike="noStrike" kern="1200" cap="none" spc="0" normalizeH="0" baseline="0" noProof="0" dirty="0">
              <a:ln>
                <a:noFill/>
              </a:ln>
              <a:solidFill>
                <a:prstClr val="white"/>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0952849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7030A0"/>
        </a:solidFill>
        <a:effectLst/>
      </p:bgPr>
    </p:bg>
    <p:spTree>
      <p:nvGrpSpPr>
        <p:cNvPr id="1" name="">
          <a:extLst>
            <a:ext uri="{FF2B5EF4-FFF2-40B4-BE49-F238E27FC236}">
              <a16:creationId xmlns:a16="http://schemas.microsoft.com/office/drawing/2014/main" id="{EE32B8C1-EF96-1565-4C33-FA62C50949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129941-B797-4995-0259-84841994AAC7}"/>
              </a:ext>
            </a:extLst>
          </p:cNvPr>
          <p:cNvSpPr>
            <a:spLocks noGrp="1"/>
          </p:cNvSpPr>
          <p:nvPr>
            <p:ph type="title"/>
          </p:nvPr>
        </p:nvSpPr>
        <p:spPr>
          <a:xfrm>
            <a:off x="0" y="1"/>
            <a:ext cx="12191999" cy="914400"/>
          </a:xfrm>
        </p:spPr>
        <p:txBody>
          <a:bodyPr>
            <a:normAutofit/>
          </a:bodyPr>
          <a:lstStyle/>
          <a:p>
            <a:pPr algn="ctr"/>
            <a:r>
              <a:rPr lang="en-US"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Template</a:t>
            </a:r>
          </a:p>
        </p:txBody>
      </p:sp>
      <p:sp>
        <p:nvSpPr>
          <p:cNvPr id="3" name="Content Placeholder 2">
            <a:extLst>
              <a:ext uri="{FF2B5EF4-FFF2-40B4-BE49-F238E27FC236}">
                <a16:creationId xmlns:a16="http://schemas.microsoft.com/office/drawing/2014/main" id="{FC6A291F-30B5-E4AF-5486-079725DC707F}"/>
              </a:ext>
            </a:extLst>
          </p:cNvPr>
          <p:cNvSpPr>
            <a:spLocks noGrp="1"/>
          </p:cNvSpPr>
          <p:nvPr>
            <p:ph idx="1"/>
          </p:nvPr>
        </p:nvSpPr>
        <p:spPr>
          <a:xfrm>
            <a:off x="302028" y="1207567"/>
            <a:ext cx="11587942" cy="5311832"/>
          </a:xfrm>
        </p:spPr>
        <p:txBody>
          <a:bodyPr>
            <a:noAutofit/>
          </a:bodyPr>
          <a:lstStyle/>
          <a:p>
            <a:pPr>
              <a:lnSpc>
                <a:spcPct val="80000"/>
              </a:lnSpc>
            </a:pPr>
            <a:r>
              <a:rPr lang="en-US" sz="16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x</a:t>
            </a:r>
          </a:p>
        </p:txBody>
      </p:sp>
    </p:spTree>
    <p:extLst>
      <p:ext uri="{BB962C8B-B14F-4D97-AF65-F5344CB8AC3E}">
        <p14:creationId xmlns:p14="http://schemas.microsoft.com/office/powerpoint/2010/main" val="324774032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bodyPr wrap="none">
        <a:spAutoFit/>
      </a:bodyPr>
      <a:lstStyle>
        <a:defPPr algn="l">
          <a:defRPr sz="2400" dirty="0" smtClean="0">
            <a:latin typeface="Helvetica Neue" panose="02000503000000020004" pitchFamily="2" charset="0"/>
            <a:ea typeface="Helvetica Neue" panose="02000503000000020004" pitchFamily="2" charset="0"/>
            <a:cs typeface="Helvetica Neue" panose="02000503000000020004" pitchFamily="2" charset="0"/>
          </a:defRPr>
        </a:defPPr>
      </a:lstStyle>
    </a:spDef>
    <a:txDef>
      <a:spPr>
        <a:noFill/>
      </a:spPr>
      <a:bodyPr wrap="none" rtlCol="0">
        <a:spAutoFit/>
      </a:bodyPr>
      <a:lstStyle>
        <a:defPPr algn="l">
          <a:defRPr dirty="0" smtClean="0">
            <a:latin typeface="Helvetica Neue" panose="02000503000000020004" pitchFamily="2" charset="0"/>
            <a:ea typeface="Helvetica Neue" panose="02000503000000020004" pitchFamily="2" charset="0"/>
            <a:cs typeface="Helvetica Neue" panose="02000503000000020004" pitchFamily="2" charset="0"/>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bodyPr wrap="none">
        <a:spAutoFit/>
      </a:bodyPr>
      <a:lstStyle>
        <a:defPPr algn="l">
          <a:defRPr sz="2400" dirty="0" smtClean="0">
            <a:latin typeface="Helvetica Neue" panose="02000503000000020004" pitchFamily="2" charset="0"/>
            <a:ea typeface="Helvetica Neue" panose="02000503000000020004" pitchFamily="2" charset="0"/>
            <a:cs typeface="Helvetica Neue" panose="02000503000000020004" pitchFamily="2" charset="0"/>
          </a:defRPr>
        </a:defPPr>
      </a:lstStyle>
    </a:spDef>
    <a:txDef>
      <a:spPr>
        <a:noFill/>
      </a:spPr>
      <a:bodyPr wrap="none" rtlCol="0">
        <a:spAutoFit/>
      </a:bodyPr>
      <a:lstStyle>
        <a:defPPr algn="l">
          <a:defRPr dirty="0" smtClean="0">
            <a:latin typeface="Helvetica Neue" panose="02000503000000020004" pitchFamily="2" charset="0"/>
            <a:ea typeface="Helvetica Neue" panose="02000503000000020004" pitchFamily="2" charset="0"/>
            <a:cs typeface="Helvetica Neue" panose="02000503000000020004" pitchFamily="2" charset="0"/>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3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18047</TotalTime>
  <Words>7391</Words>
  <Application>Microsoft Macintosh PowerPoint</Application>
  <PresentationFormat>Widescreen</PresentationFormat>
  <Paragraphs>2565</Paragraphs>
  <Slides>49</Slides>
  <Notes>10</Notes>
  <HiddenSlides>0</HiddenSlides>
  <MMClips>0</MMClips>
  <ScaleCrop>false</ScaleCrop>
  <HeadingPairs>
    <vt:vector size="6" baseType="variant">
      <vt:variant>
        <vt:lpstr>Fonts Used</vt:lpstr>
      </vt:variant>
      <vt:variant>
        <vt:i4>9</vt:i4>
      </vt:variant>
      <vt:variant>
        <vt:lpstr>Theme</vt:lpstr>
      </vt:variant>
      <vt:variant>
        <vt:i4>4</vt:i4>
      </vt:variant>
      <vt:variant>
        <vt:lpstr>Slide Titles</vt:lpstr>
      </vt:variant>
      <vt:variant>
        <vt:i4>49</vt:i4>
      </vt:variant>
    </vt:vector>
  </HeadingPairs>
  <TitlesOfParts>
    <vt:vector size="62" baseType="lpstr">
      <vt:lpstr>Arial</vt:lpstr>
      <vt:lpstr>Calibri</vt:lpstr>
      <vt:lpstr>Calibri Light</vt:lpstr>
      <vt:lpstr>Cambria Math</vt:lpstr>
      <vt:lpstr>Helvetica Neue</vt:lpstr>
      <vt:lpstr>Helvetica Neue Light</vt:lpstr>
      <vt:lpstr>Helvetica Neue Medium</vt:lpstr>
      <vt:lpstr>Helvetica Neue UltraLight</vt:lpstr>
      <vt:lpstr>medium-content-sans-serif-font</vt:lpstr>
      <vt:lpstr>Office Theme</vt:lpstr>
      <vt:lpstr>1_Office Theme</vt:lpstr>
      <vt:lpstr>2_Office Theme</vt:lpstr>
      <vt:lpstr>3_Office Theme</vt:lpstr>
      <vt:lpstr>PowerPoint Presentation</vt:lpstr>
      <vt:lpstr>PowerPoint Presentation</vt:lpstr>
      <vt:lpstr>Photon Journey to and from the SMBH Core</vt:lpstr>
      <vt:lpstr>Photon Speed Varies in the Absolute Frame</vt:lpstr>
      <vt:lpstr>The Planck Wavelength of the Planck Photon</vt:lpstr>
      <vt:lpstr>The Planck Time of the Planck Photon</vt:lpstr>
      <vt:lpstr>Ideation</vt:lpstr>
      <vt:lpstr>Highest Photon Energy</vt:lpstr>
      <vt:lpstr>Accretion Disk Radiation</vt:lpstr>
      <vt:lpstr>Brainstorm</vt:lpstr>
      <vt:lpstr>Brainstorm II</vt:lpstr>
      <vt:lpstr>Thank You</vt:lpstr>
      <vt:lpstr>PowerPoint Presentation</vt:lpstr>
      <vt:lpstr>Point Potential Path in a Photon</vt:lpstr>
      <vt:lpstr>Point Potential Spiral Path in a Photon</vt:lpstr>
      <vt:lpstr>Point Potential Spiral Path in a Photon</vt:lpstr>
      <vt:lpstr>Thank You</vt:lpstr>
      <vt:lpstr>PowerPoint Presentation</vt:lpstr>
      <vt:lpstr>PowerPoint Presentation</vt:lpstr>
      <vt:lpstr>Laser: What are Scientists Missing?</vt:lpstr>
      <vt:lpstr>Laser: How Does an Electron Emit a Photon?</vt:lpstr>
      <vt:lpstr>Laser: How does nature implement coherence?</vt:lpstr>
      <vt:lpstr>Thank You</vt:lpstr>
      <vt:lpstr>PowerPoint Presentation</vt:lpstr>
      <vt:lpstr>PowerPoint Presentation</vt:lpstr>
      <vt:lpstr>Polarization</vt:lpstr>
      <vt:lpstr>PowerPoint Presentation</vt:lpstr>
      <vt:lpstr>PowerPoint Presentation</vt:lpstr>
      <vt:lpstr>PowerPoint Presentation</vt:lpstr>
      <vt:lpstr>PowerPoint Presentation</vt:lpstr>
      <vt:lpstr>PowerPoint Presentation</vt:lpstr>
      <vt:lpstr>PowerPoint Presentation</vt:lpstr>
      <vt:lpstr>Redshift Part II Basics</vt:lpstr>
      <vt:lpstr>Fresh Thinking on Redshift Part II</vt:lpstr>
      <vt:lpstr>Thank You</vt:lpstr>
      <vt:lpstr>PowerPoint Presentation</vt:lpstr>
      <vt:lpstr>CMB in the Point Potential Universe</vt:lpstr>
      <vt:lpstr>CMB Remapped – How to Visualize This?</vt:lpstr>
      <vt:lpstr>The Farthest Observable Light</vt:lpstr>
      <vt:lpstr>The Farthest Light (Better Story?)</vt:lpstr>
      <vt:lpstr>Tracing Newly Recycled Spacetime</vt:lpstr>
      <vt:lpstr>Dr. Becky on The Search for the First Stars</vt:lpstr>
      <vt:lpstr>Learnings about CMB</vt:lpstr>
      <vt:lpstr>What is the Source of the CMB Photons?</vt:lpstr>
      <vt:lpstr>Brainstorming on Nucleosynthesis</vt:lpstr>
      <vt:lpstr>To Do</vt:lpstr>
      <vt:lpstr>Thank You</vt:lpstr>
      <vt:lpstr>PowerPoint Presentation</vt:lpstr>
      <vt:lpstr>Template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NeoClassical Physics &amp; Quantum Gravity</dc:title>
  <dc:creator>Mark Morris</dc:creator>
  <cp:lastModifiedBy>Mark Morris</cp:lastModifiedBy>
  <cp:revision>170</cp:revision>
  <dcterms:created xsi:type="dcterms:W3CDTF">2019-06-10T19:11:01Z</dcterms:created>
  <dcterms:modified xsi:type="dcterms:W3CDTF">2024-11-29T22:19:52Z</dcterms:modified>
</cp:coreProperties>
</file>